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276" r:id="rId2"/>
    <p:sldId id="279" r:id="rId3"/>
    <p:sldId id="288" r:id="rId4"/>
    <p:sldId id="283" r:id="rId5"/>
    <p:sldId id="284" r:id="rId6"/>
    <p:sldId id="286" r:id="rId7"/>
    <p:sldId id="285" r:id="rId8"/>
    <p:sldId id="277" r:id="rId9"/>
    <p:sldId id="287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8:00:14.57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587 441 5729 0 0,'0'0'-54'0'0,"-18"0"779"0"0,14 0-611 0 0,3 0-53 0 0,0 0 0 0 0,0 1-1 0 0,0-1 1 0 0,0 0 0 0 0,0 0-1 0 0,0 0 1 0 0,0 0-1 0 0,0 0 1 0 0,0 0 0 0 0,0 0-1 0 0,0 0 1 0 0,0 0 0 0 0,0 0-1 0 0,0 0 1 0 0,0-1-1 0 0,1 1 1 0 0,-1 0 0 0 0,0-1-1 0 0,0 1 1 0 0,0-1 0 0 0,0 1-1 0 0,0-1 1 0 0,1 1-1 0 0,-1-1 1 0 0,0 0 0 0 0,1 1-1 0 0,-1-1 1 0 0,0 0 0 0 0,1 1-1 0 0,-1-1 1 0 0,1 0-1 0 0,-1 0 1 0 0,1 0 0 0 0,-1 0-1 0 0,1 1 1 0 0,-1-1 0 0 0,1-2-1 0 0,0 1 41 0 0,27-45 321 0 0,-8 24-384 0 0,2 1 0 0 0,0 1 0 0 0,1 1 0 0 0,1 0 0 0 0,0 2 0 0 0,2 1 0 0 0,0 1 0 0 0,39-19 0 0 0,231-85-41 0 0,-272 111 21 0 0,25-4-20 0 0,1 1 1 0 0,0 3 0 0 0,1 2 0 0 0,0 2 0 0 0,61 2 0 0 0,1-2-5 0 0,-90 4-5 0 0,-1 2-1 0 0,0 1 1 0 0,0 0 0 0 0,0 2 0 0 0,-1 0 0 0 0,1 1 0 0 0,-1 2-1 0 0,0 0 1 0 0,0 0 0 0 0,-1 2 0 0 0,20 12 0 0 0,24 18 4 0 0,105 85 0 0 0,-141-103 10 0 0,10 9 16 0 0,0 2 1 0 0,-2 1-1 0 0,-1 2 1 0 0,-2 2-1 0 0,53 77 1 0 0,-65-83-12 0 0,-1 1-1 0 0,-2 1 1 0 0,-1 0 0 0 0,-2 1 0 0 0,-1 0 0 0 0,-1 1-1 0 0,-3 1 1 0 0,11 71 0 0 0,-15-53 19 0 0,-3 0 0 0 0,-2 0 0 0 0,-2 0 0 0 0,-11 62 0 0 0,4-56-5 0 0,-2-1 0 0 0,-3 0 0 0 0,-2 0 0 0 0,-3-1 0 0 0,-49 103 0 0 0,40-109-4 0 0,-3-1 0 0 0,-1-2 1 0 0,-3-1-1 0 0,-2-2 0 0 0,-69 69 0 0 0,53-67 20 0 0,-1-1-1 0 0,-2-3 1 0 0,-2-3-1 0 0,-66 35 1 0 0,80-53 0 0 0,-1-2 0 0 0,0-1 0 0 0,-1-3 0 0 0,-93 21 0 0 0,-24-19 371 0 0,156-18-364 0 0,0 0 1 0 0,-1-1-1 0 0,1 0 0 0 0,0-1 0 0 0,-9-1 0 0 0,-25-1 162 0 0,-243-17 95 0 0,227 15-268 0 0,-45-11 18 0 0,32 3-10 0 0,42 8 13 0 0,-49-14 1 0 0,64 15-24 0 0,-12-3 77 0 0,0-1 0 0 0,0-2 0 0 0,1 0 0 0 0,0-2 0 0 0,1 0-1 0 0,1-2 1 0 0,0 0 0 0 0,-36-31 0 0 0,30 18-26 0 0,0 0-1 0 0,2-1 0 0 0,1-2 1 0 0,-40-64-1 0 0,50 64-60 0 0,10 19-8 0 0,-1-1 0 0 0,-1 1 1 0 0,-10-15-1 0 0,16 25-17 0 0,1-1-46 0 0,-1 0-1 0 0,1 1 0 0 0,-1-1 0 0 0,0 1 1 0 0,0-1-1 0 0,0 0 0 0 0,0 1 1 0 0,0 0-1 0 0,0-1 0 0 0,0 1 0 0 0,0 0 1 0 0,-1-1-1 0 0,1 1 0 0 0,0 0 1 0 0,-2-1-1 0 0,-4 24 22 0 0,2-1 0 0 0,0 1 0 0 0,1 1 0 0 0,-1 41 0 0 0,-4 25 33 0 0,-12 64 24 0 0,16-112 314 0 0,6-56 568 0 0,2-46-479 0 0,0-5-354 0 0,2 1 0 0 0,2-1-1 0 0,4 1 1 0 0,3 1 0 0 0,36-107 0 0 0,-28 115-182 0 0,-21 54 85 0 0,-2 0-342 0 0,1 2 353 0 0,0 0 0 0 0,0 0 0 0 0,1 0 0 0 0,-1-1 0 0 0,0 1 0 0 0,0 0 0 0 0,0 0 0 0 0,0 0 0 0 0,0-1-1 0 0,0 1 1 0 0,0 0 0 0 0,0 0 0 0 0,0 0 0 0 0,0 0 0 0 0,0-1 0 0 0,1 1 0 0 0,-1 0 0 0 0,0 0 0 0 0,0 0 0 0 0,0 0 0 0 0,0 0-1 0 0,0 0 1 0 0,1-1 0 0 0,-1 1 0 0 0,0 0 0 0 0,0 0 0 0 0,0 0 0 0 0,1 0 0 0 0,-1 0 0 0 0,0 0 0 0 0,0 0 0 0 0,0 0 0 0 0,0 0 0 0 0,1 0-1 0 0,-1 0 1 0 0,0 0 0 0 0,0 0 0 0 0,0 0 0 0 0,1 0 0 0 0,-1 0 0 0 0,0 0 0 0 0,0 0 0 0 0,0 0 0 0 0,1 0 0 0 0,-1 0 0 0 0,0 0 0 0 0,0 0-1 0 0,0 0 1 0 0,1 1 0 0 0,23 9 0 0 0,0 0 0 0 0,1-2 0 0 0,51 11 0 0 0,87 6-27 0 0,-88-16 29 0 0,-25-3 8 0 0,-30-5 0 0 0,0 1 1 0 0,32 9-1 0 0,10-4 106 0 0,-60-6-84 0 0,9 0 161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1.84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246 75 4776 0 0,'0'-5'-90'0'0,"0"1"0"0"0,-1-1 0 0 0,0 1 0 0 0,1 0 0 0 0,-1 0 0 0 0,-1-1 0 0 0,1 1 0 0 0,-1 0-1 0 0,0 0 1 0 0,0 0 0 0 0,0 0 0 0 0,-4-6 0 0 0,4 9 82 0 0,2 1 10 0 0,0-1-2 0 0,-1 0-1 0 0,1 0 1 0 0,-1 1 0 0 0,1-1 0 0 0,-1 0-1 0 0,1 1 1 0 0,-1-1 0 0 0,0 0 0 0 0,1 1 0 0 0,-1-1-1 0 0,0 1 1 0 0,0-1 0 0 0,1 1 0 0 0,-1-1-1 0 0,0 1 1 0 0,0 0 0 0 0,0-1 0 0 0,1 1-1 0 0,-1 0 1 0 0,0 0 0 0 0,0 0 0 0 0,0-1-1 0 0,0 1 1 0 0,-1 0 0 0 0,-1 0-11 0 0,0 0 11 0 0,-1 1 0 0 0,0 0 0 0 0,1 0 0 0 0,0 0 0 0 0,-1 1 0 0 0,1-1 1 0 0,0 1-1 0 0,-1 0 0 0 0,1 0 0 0 0,0 0 0 0 0,0 0 0 0 0,0 1 0 0 0,1-1 0 0 0,-1 1 0 0 0,1 0 1 0 0,-1-1-1 0 0,1 1 0 0 0,-2 4 0 0 0,-1-1 6 0 0,1 0 0 0 0,1 0 0 0 0,-1 1 0 0 0,1-1 1 0 0,0 1-1 0 0,1-1 0 0 0,-1 1 0 0 0,-1 9 0 0 0,4-14-1 0 0,-1 1 0 0 0,1-1 0 0 0,0 1 0 0 0,0-1 0 0 0,-1 0 0 0 0,2 1 0 0 0,-1-1 0 0 0,0 1 0 0 0,0-1 0 0 0,1 0 0 0 0,0 1 0 0 0,-1-1 0 0 0,1 0 1 0 0,0 1-1 0 0,0-1 0 0 0,0 0 0 0 0,3 4 0 0 0,-3-6 3 0 0,0 1 0 0 0,0 0 0 0 0,0 0 0 0 0,0 0 0 0 0,1 0 1 0 0,-1-1-1 0 0,0 1 0 0 0,1-1 0 0 0,-1 1 0 0 0,1-1 0 0 0,-1 1 0 0 0,0-1 1 0 0,1 0-1 0 0,-1 0 0 0 0,1 0 0 0 0,-1 0 0 0 0,1 0 0 0 0,-1 0 0 0 0,1 0 1 0 0,2-1-1 0 0,1 0 12 0 0,0 0-1 0 0,0-1 1 0 0,0 0 0 0 0,0 0 0 0 0,0 0 0 0 0,0-1 0 0 0,-1 0 0 0 0,1 1 0 0 0,-1-2-1 0 0,0 1 1 0 0,0 0 0 0 0,4-6 0 0 0,12-23 204 0 0,-19 31-207 0 0,0 0 0 0 0,-1-1 0 0 0,1 1 0 0 0,-1-1 1 0 0,1 1-1 0 0,-1 0 0 0 0,0-1 0 0 0,0 1 0 0 0,1-1 0 0 0,-1 1 1 0 0,0-1-1 0 0,0 1 0 0 0,-1-1 0 0 0,1 1 0 0 0,0-1 0 0 0,0 1 1 0 0,-1-1-1 0 0,1 1 0 0 0,-1 0 0 0 0,1-1 0 0 0,-2-1 0 0 0,1 1 34 0 0,-38-1 136 0 0,-21 28-75 0 0,58-24-94 0 0,2-1-14 0 0,0 0 0 0 0,0 1-1 0 0,1-1 1 0 0,-1 0 0 0 0,0 1-1 0 0,0-1 1 0 0,1 0-1 0 0,-1 1 1 0 0,0-1 0 0 0,1 0-1 0 0,-1 1 1 0 0,1-1 0 0 0,-1 0-1 0 0,0 0 1 0 0,1 0-1 0 0,-1 1 1 0 0,1-1 0 0 0,-1 0-1 0 0,1 0 1 0 0,-1 0 0 0 0,0 0-1 0 0,1 0 1 0 0,-1 0-1 0 0,1 0 1 0 0,-1 0 0 0 0,1 0-1 0 0,-1 0 1 0 0,1 0-1 0 0,-1 0 1 0 0,0 0 0 0 0,1 0-1 0 0,-1 0 1 0 0,1 0 0 0 0,-1-1-1 0 0,1 1 1 0 0,-1 0-1 0 0,1-1 1 0 0,34-11 49 0 0,-27 9-40 0 0,-1-1-1 0 0,1 0 1 0 0,-1 0 0 0 0,0-1-1 0 0,0 0 1 0 0,0 0 0 0 0,9-9-1 0 0,-15 12 13 0 0,-17-8-22 0 0,6 6 5 0 0,8 3 1 0 0,0 0-8 0 0,0 1 1 0 0,-1-1 0 0 0,1 0 1 0 0,0 1-1 0 0,-1-1 1 0 0,1 1-1 0 0,-1 0 1 0 0,1-1-1 0 0,-1 1 0 0 0,-4 1 1 0 0,4 15 6 0 0,0 1-1 0 0,1 0 1 0 0,0-1 0 0 0,1 1-1 0 0,2 0 1 0 0,-1 0 0 0 0,2 0-1 0 0,0-1 1 0 0,1 1 0 0 0,1-1-1 0 0,7 21 1 0 0,3 21 41 0 0,-9-32-12 0 0,-1 0-1 0 0,-2 0 1 0 0,0 1 0 0 0,-2-1-1 0 0,0 1 1 0 0,-2-1 0 0 0,-9 47-1 0 0,7-61 42 0 0,1 0 0 0 0,-2-1-1 0 0,1 1 1 0 0,-2-1 0 0 0,1 0-1 0 0,-2 0 1 0 0,1-1-1 0 0,-9 10 1 0 0,10-14 44 0 0,0 0-1 0 0,0-1 0 0 0,0 0 1 0 0,0 0-1 0 0,-1-1 0 0 0,0 0 1 0 0,0 0-1 0 0,0 0 1 0 0,-1 0-1 0 0,1-1 0 0 0,-1 0 1 0 0,1 0-1 0 0,-1-1 0 0 0,-13 3 1 0 0,18-5 4 0 0,-45 8 1455 0 0,46-8-1661 0 0,1 0 1 0 0,-1 0-1 0 0,1 0 0 0 0,-1 0 1 0 0,1 0-1 0 0,-1 0 1 0 0,1 0-1 0 0,0 0 1 0 0,-1 0-1 0 0,1 0 1 0 0,-1 0-1 0 0,1 0 1 0 0,-1 0-1 0 0,1-1 1 0 0,-1 1-1 0 0,1 0 1 0 0,0 0-1 0 0,-1 0 0 0 0,1-1 1 0 0,-1 1-1 0 0,1 0 1 0 0,-3-3-550 0 0,7-13-2370 0 0,-4 16 3016 0 0,6-16-3024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4.447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44 120 6221 0 0,'0'0'-370'0'0,"-4"0"-415"0"0,-14 0 662 0 0,-1 0 281 0 0,17 1 227 0 0,12-2-160 0 0,36-5-101 0 0,67-8-128 0 0,419-70 303 0 0,-437 70 594 0 0,-94 13-591 0 0,8 1-181 0 0,-6 0 15 0 0,-1 0 1 0 0,0 0-1 0 0,0 0 1 0 0,1 0-1 0 0,-1 0 0 0 0,0 0 1 0 0,0 0-1 0 0,0 1 1 0 0,1-1-1 0 0,-1 1 0 0 0,4 1 1 0 0,-6-1-130 0 0,0 0-1 0 0,0-1 1 0 0,0 1 0 0 0,0 0-1 0 0,0 0 1 0 0,0 0 0 0 0,0-1-1 0 0,0 1 1 0 0,0 0 0 0 0,-1 0 0 0 0,1 0-1 0 0,0-1 1 0 0,0 1 0 0 0,-1 0-1 0 0,1 0 1 0 0,-1-1 0 0 0,1 1 0 0 0,0 0-1 0 0,-1-1 1 0 0,0 1 0 0 0,1 0-1 0 0,-1-1 1 0 0,1 1 0 0 0,-1-1 0 0 0,0 1-1 0 0,1-1 1 0 0,-1 1 0 0 0,0-1-1 0 0,1 1 1 0 0,-1-1 0 0 0,0 0-1 0 0,0 1 1 0 0,1-1 0 0 0,-1 0 0 0 0,-1 0-1 0 0,-18 15 28 0 0,19-14-32 0 0,0 113-5 0 0,7 142 108 0 0,6-5-57 0 0,-1-199-8 0 0,-11-51 191 0 0,-6-6-230 0 0,1 0-4 0 0,0 1 0 0 0,0-1-1 0 0,0 1 1 0 0,-1 1-1 0 0,-10-7 1 0 0,14 9-2 0 0,-1 1 2 0 0,-8-2 1 0 0,6 1-2 0 0,-8 0-6 0 0,10 0 1 0 0,-2 2 0 0 0,2 0 5 0 0,-1-1 0 0 0,0 1 0 0 0,1 0 0 0 0,-1 0 0 0 0,1 0 0 0 0,-1 0 0 0 0,1 0 0 0 0,0 1 0 0 0,-1 0 0 0 0,1 0 0 0 0,0 0-1 0 0,0 0 1 0 0,0 0 0 0 0,0 0 0 0 0,1 1 0 0 0,-1 0 0 0 0,1-1 0 0 0,-1 1 0 0 0,1 0 0 0 0,0 0 0 0 0,0 0 0 0 0,0 0 0 0 0,1 1 0 0 0,-1-1 0 0 0,1 1 0 0 0,-1-1 0 0 0,1 1 0 0 0,0-1-1 0 0,1 1 1 0 0,-1-1 0 0 0,1 1 0 0 0,-1 6 0 0 0,1-10 5 0 0,10 15-26 0 0,-9-14 25 0 0,1-1 0 0 0,-1 1-1 0 0,0-1 1 0 0,0 0 0 0 0,1 1 0 0 0,-1-1-1 0 0,0 0 1 0 0,1 0 0 0 0,-1 0-1 0 0,0 0 1 0 0,0 0 0 0 0,1 0 0 0 0,-1 0-1 0 0,0 0 1 0 0,1-1 0 0 0,-1 1 0 0 0,0 0-1 0 0,0-1 1 0 0,1 1 0 0 0,-1-1 0 0 0,0 1-1 0 0,0-1 1 0 0,0 0 0 0 0,0 1 0 0 0,0-1-1 0 0,0 0 1 0 0,2-1 0 0 0,2-3-6 0 0,0 0 1 0 0,1 0 0 0 0,-1 0-1 0 0,-1-1 1 0 0,1 0-1 0 0,-1 0 1 0 0,0 0-1 0 0,-1 0 1 0 0,1 0 0 0 0,-1-1-1 0 0,0 0 1 0 0,-1 0-1 0 0,0 0 1 0 0,0 0-1 0 0,0 0 1 0 0,-1 0 0 0 0,0 0-1 0 0,0 0 1 0 0,-1-15-1 0 0,-1 20-10 0 0,1 2 13 0 0,0 0 0 0 0,-1-1 0 0 0,1 1 0 0 0,0 0-1 0 0,0-1 1 0 0,-1 1 0 0 0,1 0 0 0 0,-1 0 0 0 0,1-1-1 0 0,0 1 1 0 0,-1 0 0 0 0,1 0 0 0 0,0 0 0 0 0,-1-1 0 0 0,1 1-1 0 0,-1 0 1 0 0,1 0 0 0 0,-1 0 0 0 0,1 0 0 0 0,0 0 0 0 0,-1 0-1 0 0,1 0 1 0 0,-1 0 0 0 0,1 0 0 0 0,-1 0 0 0 0,1 0 0 0 0,0 0-1 0 0,-1 0 1 0 0,1 0 0 0 0,-1 1 0 0 0,1-1 0 0 0,-1 0 0 0 0,-5 2-1 0 0,1 1 0 0 0,-1-1 0 0 0,1 1 0 0 0,0 0 0 0 0,0 1 0 0 0,0-1 0 0 0,0 1 0 0 0,1 0 0 0 0,0 0 0 0 0,-1 1 1 0 0,2-1-1 0 0,-1 1 0 0 0,0 0 0 0 0,-4 7 0 0 0,7-10 3 0 0,1-2 3 0 0,0 0 1 0 0,0 1-1 0 0,0-1 0 0 0,0 0 1 0 0,-1 0-1 0 0,1 0 0 0 0,0 0 1 0 0,0 1-1 0 0,0-1 0 0 0,0 0 1 0 0,0 0-1 0 0,0 0 0 0 0,0 1 0 0 0,0-1 1 0 0,-1 0-1 0 0,1 0 0 0 0,0 1 1 0 0,0-1-1 0 0,0 0 0 0 0,0 0 1 0 0,0 1-1 0 0,0-1 0 0 0,0 0 0 0 0,0 0 1 0 0,0 0-1 0 0,1 1 0 0 0,-1-1 1 0 0,0 0-1 0 0,0 0 0 0 0,0 0 1 0 0,0 1-1 0 0,0-1 0 0 0,0 0 0 0 0,0 0 1 0 0,0 0-1 0 0,1 1 0 0 0,-1-1 1 0 0,0 0-1 0 0,0 0 0 0 0,0 0 1 0 0,0 0-1 0 0,1 1 0 0 0,-1-1 0 0 0,0 0 1 0 0,0 0-1 0 0,0 0 0 0 0,1 0 1 0 0,-1 0-1 0 0,0 0 0 0 0,0 0 1 0 0,0 0-1 0 0,1 0 0 0 0,-1 0 1 0 0,0 1-1 0 0,0-1 0 0 0,1 0 0 0 0,-1 0 1 0 0,0 0-1 0 0,0 0 0 0 0,0-1 1 0 0,1 1-1 0 0,-1 0 0 0 0,0 0 1 0 0,21-13 10 0 0,-16 10-6 0 0,-47 9-719 0 0,34-5 153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5.67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105 20 6261 0 0,'-28'-19'-1891'0'0,"25"18"1833"0"0,0 1-97 0 0,-1 0 143 0 0,1 1 1 0 0,-1-1 0 0 0,0 1-1 0 0,1 0 1 0 0,-1 0-1 0 0,1 0 1 0 0,-1 0-1 0 0,-3 2 1 0 0,-22 46-19 0 0,29-47 37 0 0,7 21 46 0 0,-2-18-50 0 0,-3-4 29 0 0,2-4-13 0 0,5-3 49 0 0,-1-2 0 0 0,-1 1 0 0 0,1-1 0 0 0,-1 0 0 0 0,9-15 0 0 0,-15 22 59 0 0,-1 1-115 0 0,0 0 0 0 0,0 0 0 0 0,1 0-1 0 0,-1 0 1 0 0,0 0 0 0 0,0 0 0 0 0,0 0 0 0 0,0 0 0 0 0,0 0-1 0 0,1 0 1 0 0,-1-1 0 0 0,0 1 0 0 0,0 0 0 0 0,0 0-1 0 0,0 0 1 0 0,0 0 0 0 0,0 0 0 0 0,1 0 0 0 0,-1 0 0 0 0,0-1-1 0 0,0 1 1 0 0,0 0 0 0 0,0 0 0 0 0,0 0 0 0 0,0 0 0 0 0,0 0-1 0 0,0-1 1 0 0,0 1 0 0 0,0 0 0 0 0,0 0 0 0 0,0 0 0 0 0,0 0-1 0 0,0 0 1 0 0,0-1 0 0 0,0 1 0 0 0,0 0 0 0 0,0 0-1 0 0,0 0 1 0 0,0 0 0 0 0,0-1 0 0 0,0 1 0 0 0,0 0 0 0 0,0 0-1 0 0,0 0 1 0 0,0 0 0 0 0,0 0 0 0 0,0-1 0 0 0,0 1 0 0 0,0 0-1 0 0,-1 0 1 0 0,1 0 0 0 0,0 0 0 0 0,0 0 0 0 0,0 0 0 0 0,0 0-1 0 0,0-1 1 0 0,0 1 0 0 0,-1 0 0 0 0,1 0 0 0 0,0 0-1 0 0,-4 2 8 0 0,1 0-1 0 0,0 0 1 0 0,0 0-1 0 0,-1 0 1 0 0,1 1-1 0 0,1 0 0 0 0,-1-1 1 0 0,0 1-1 0 0,1 0 1 0 0,-1 0-1 0 0,1 1 1 0 0,0-1-1 0 0,0 0 0 0 0,0 1 1 0 0,1-1-1 0 0,-1 1 1 0 0,1-1-1 0 0,-2 6 1 0 0,3-8 67 0 0,6 1-49 0 0,-6-1-35 0 0,0-1 0 0 0,1 0 0 0 0,-1 0 0 0 0,0 0 0 0 0,0 1 0 0 0,1-1 1 0 0,-1 0-1 0 0,0 0 0 0 0,0 0 0 0 0,1 1 0 0 0,-1-1 0 0 0,0 0 0 0 0,0 0 0 0 0,1 0 0 0 0,-1 0 1 0 0,0 0-1 0 0,1 0 0 0 0,-1 0 0 0 0,0 0 0 0 0,1 0 0 0 0,-1 0 0 0 0,0 0 0 0 0,0 0 1 0 0,1 0-1 0 0,-1 0 0 0 0,0 0 0 0 0,1 0 0 0 0,-1 0 0 0 0,0 0 0 0 0,1 0 0 0 0,-1 0 0 0 0,0 0 1 0 0,0-1-1 0 0,1 1 0 0 0,-1 0 0 0 0,0 0 0 0 0,0 0 0 0 0,1 0 0 0 0,-1-1 0 0 0,0 1 1 0 0,3-2 23 0 0,0 0 1 0 0,0 0 0 0 0,-1-1-1 0 0,1 1 1 0 0,-1-1 0 0 0,0 1-1 0 0,0-1 1 0 0,0 0 0 0 0,0 0-1 0 0,0 1 1 0 0,0-2 0 0 0,-1 1-1 0 0,0 0 1 0 0,1 0 0 0 0,-1 0-1 0 0,0-1 1 0 0,0-4 0 0 0,-1 6 176 0 0,-7 4-170 0 0,5-1-31 0 0,-10 2 13 0 0,0 0 1 0 0,0 2-1 0 0,0-1 1 0 0,-14 9-1 0 0,24-12-64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4:18.640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697 786 4544 0 0,'0'0'-48'0'0,"-12"3"786"0"0,-1-4-557 0 0,0-1-1 0 0,1 0 1 0 0,0-1 0 0 0,0 0 0 0 0,0-1 0 0 0,0 0 0 0 0,0-1-1 0 0,1-1 1 0 0,0 1 0 0 0,0-2 0 0 0,0 1 0 0 0,1-2 0 0 0,-18-15-1 0 0,-13-15 97 0 0,-67-80 0 0 0,74 78-140 0 0,16 18-83 0 0,1 0 0 0 0,0-1-1 0 0,2-1 1 0 0,1 0 0 0 0,1-1 0 0 0,1-1 0 0 0,1 0-1 0 0,-10-38 1 0 0,17 50-42 0 0,-1-3-1 0 0,0 0 1 0 0,2 0 0 0 0,0-1-1 0 0,-1-22 1 0 0,3 33-7 0 0,0 4-6 0 0,0 0 1 0 0,0-1 0 0 0,1 1 0 0 0,-1-1 0 0 0,1 1 0 0 0,0 0 0 0 0,0-1 0 0 0,1 1-1 0 0,-1-1 1 0 0,1 1 0 0 0,-1-1 0 0 0,1 1 0 0 0,2-6 0 0 0,2 3-8 0 0,0 0 1 0 0,0 1 0 0 0,0-1-1 0 0,1 1 1 0 0,0 0 0 0 0,0 0-1 0 0,0 0 1 0 0,0 1 0 0 0,1 0-1 0 0,0 0 1 0 0,0 1 0 0 0,0 0-1 0 0,0 0 1 0 0,1 1 0 0 0,-1 0-1 0 0,1 0 1 0 0,-1 0 0 0 0,1 1-1 0 0,-1 1 1 0 0,12-1 0 0 0,-16 1-9 0 0,-2 0 14 0 0,-1 0-1 0 0,1-1 1 0 0,0 1 0 0 0,-1 0 0 0 0,1 0 0 0 0,0 0 0 0 0,-1 0 0 0 0,1 0-1 0 0,-1 0 1 0 0,1 0 0 0 0,0 0 0 0 0,-1 0 0 0 0,1 0 0 0 0,-1 1-1 0 0,1-1 1 0 0,0 0 0 0 0,-1 0 0 0 0,1 0 0 0 0,-1 1 0 0 0,1-1 0 0 0,-1 0-1 0 0,1 1 1 0 0,-1-1 0 0 0,1 1 0 0 0,-1-1 0 0 0,1 0 0 0 0,-1 1-1 0 0,0-1 1 0 0,1 1 0 0 0,-1-1 0 0 0,1 2 0 0 0,13 12-41 0 0,-13-8 38 0 0,-1-1 1 0 0,0 0-1 0 0,0 0 1 0 0,0 0-1 0 0,-1 0 1 0 0,1 0-1 0 0,-1 0 1 0 0,-1 0-1 0 0,1 0 1 0 0,-1 0-1 0 0,-2 5 0 0 0,-26 53-5 0 0,29-60 10 0 0,-101 175-14 0 0,54-99 2 0 0,-64 145 1 0 0,71-99 31 0 0,41-123-13 0 0,1 0 1 0 0,-1-1-5 0 0,0 0 0 0 0,1 1-1 0 0,-1-1 1 0 0,1 0 0 0 0,-1 0-1 0 0,1 0 1 0 0,-1 0 0 0 0,1 0-1 0 0,0 0 1 0 0,0 0 0 0 0,-1 0-1 0 0,1 0 1 0 0,0 0-1 0 0,0 0 1 0 0,0 0 0 0 0,0 0-1 0 0,0-1 1 0 0,0 1 0 0 0,0 0-1 0 0,0-1 1 0 0,0 1 0 0 0,1-1-1 0 0,0 1 1 0 0,9-2 7 0 0,-1 0-1 0 0,0 0 1 0 0,0-1-1 0 0,0-1 1 0 0,0 0-1 0 0,0 0 1 0 0,0-1-1 0 0,9-5 1 0 0,79-48 12 0 0,-45 25-7 0 0,100-50 0 0 0,220-84 0 0 0,-336 153-15 0 0,-36 12 4 0 0,15-4 10 0 0,-9 1-15 0 0,-5 4 12 0 0,13-10-197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32.25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77 25 1620 0 0,'-3'-3'303'0'0,"-1"1"0"0"0,1-1-1 0 0,-1 1 1 0 0,0 0 0 0 0,0 0 0 0 0,0 0 0 0 0,0 0-1 0 0,0 1 1 0 0,0-1 0 0 0,0 1 0 0 0,-1 0-1 0 0,1 0 1 0 0,0 1 0 0 0,-1-1 0 0 0,1 1 0 0 0,-9 0 1151 0 0,46 2-1014 0 0,19 3-395 0 0,62-2 0 0 0,-101-4-41 0 0,91 4 14 0 0,438 11-16 0 0,-305-5 84 0 0,-150-7 517 0 0,-84-2-280 0 0,8 2 44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33.91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556 48 6757 0 0,'1'-2'-39'0'0,"-1"0"0"0"0,0 0 1 0 0,1 0-1 0 0,-1 0 0 0 0,0 0 1 0 0,0 0-1 0 0,0 0 0 0 0,-1 0 1 0 0,1 0-1 0 0,0 0 0 0 0,-1 0 1 0 0,1 0-1 0 0,-2-3 0 0 0,1 4 139 0 0,-1-1 17 0 0,-1 0 0 0 0,-1 0 0 0 0,1 0 0 0 0,0 1 0 0 0,0-1 0 0 0,-1 1 1 0 0,1 0-1 0 0,-1 0 0 0 0,-3 0 0 0 0,3 4-97 0 0,-1 1 1 0 0,1 1-1 0 0,0-1 1 0 0,0 0-1 0 0,0 1 1 0 0,0 0-1 0 0,1 0 1 0 0,0 0-1 0 0,0 0 0 0 0,0 1 1 0 0,-2 7-1 0 0,-24 76 94 0 0,12-32-42 0 0,-26 63 449 0 0,-41 192 0 0 0,80-287-426 0 0,-1-2 18 0 0,0 1-1 0 0,-12 31 0 0 0,15-49-74 0 0,0 0-1 0 0,-1-1 1 0 0,0 1-1 0 0,0-1 1 0 0,0 0-1 0 0,-1 0 1 0 0,0 0-1 0 0,0 0 1 0 0,0 0-1 0 0,0-1 1 0 0,-1 0 0 0 0,0 0-1 0 0,0 0 1 0 0,-6 4-1 0 0,7-7-9 0 0,0 1-1 0 0,0-1 1 0 0,0 1 0 0 0,0-1-1 0 0,0 0 1 0 0,0-1-1 0 0,0 1 1 0 0,0-1-1 0 0,0 0 1 0 0,0 0 0 0 0,-1 0-1 0 0,1 0 1 0 0,0-1-1 0 0,0 0 1 0 0,0 0-1 0 0,0 0 1 0 0,0 0 0 0 0,0 0-1 0 0,0-1 1 0 0,1 0-1 0 0,-1 0 1 0 0,0 0-1 0 0,1 0 1 0 0,0 0 0 0 0,-1-1-1 0 0,-2-3 1 0 0,2 4-20 0 0,1-1 1 0 0,0 0 0 0 0,0-1-1 0 0,0 1 1 0 0,0-1-1 0 0,1 1 1 0 0,-1-1-1 0 0,1 0 1 0 0,0 0-1 0 0,0 0 1 0 0,0 0 0 0 0,0 0-1 0 0,1 0 1 0 0,0-1-1 0 0,0 1 1 0 0,0 0-1 0 0,0-1 1 0 0,1 1 0 0 0,-1-1-1 0 0,1 1 1 0 0,0-1-1 0 0,1 1 1 0 0,0-6-1 0 0,5-6 5 0 0,0 0 0 0 0,1 1 1 0 0,1 0-1 0 0,18-26 0 0 0,-25 40-11 0 0,2-1-1 0 0,1-1-1 0 0,1-24-1 0 0,-4 26-2 0 0,-1 0-1 0 0,0 0 1 0 0,0 0-1 0 0,1 0 0 0 0,-1-1 1 0 0,0 1-1 0 0,0 0 1 0 0,0 0-1 0 0,0 0 0 0 0,-1 0 1 0 0,1-1-1 0 0,0 1 1 0 0,0 0-1 0 0,-1 0 0 0 0,1 0 1 0 0,0 0-1 0 0,-1 0 1 0 0,1 0-1 0 0,-1 0 0 0 0,0 0 1 0 0,1 0-1 0 0,-1 0 1 0 0,0 0-1 0 0,1 0 0 0 0,-1 0 1 0 0,0 0-1 0 0,0 0 0 0 0,0 1 1 0 0,0-1-1 0 0,0 0 1 0 0,0 1-1 0 0,0-1 0 0 0,0 1 1 0 0,-1-1-1 0 0,0 1 0 0 0,-1-1 0 0 0,1 1 0 0 0,0 1 0 0 0,0-1 0 0 0,0 0 0 0 0,0 0 0 0 0,0 1 0 0 0,0-1 0 0 0,0 1 0 0 0,0 0 0 0 0,0-1-1 0 0,0 1 1 0 0,0 0 0 0 0,1 0 0 0 0,-1 0 0 0 0,0 1 0 0 0,1-1 0 0 0,-4 3 0 0 0,-3 4-1 0 0,1 0 0 0 0,1 0 0 0 0,-1 1 0 0 0,1-1 0 0 0,0 1 0 0 0,1 1 0 0 0,0-1 0 0 0,1 1 0 0 0,0 0 0 0 0,-4 16 0 0 0,7-23 6 0 0,0-1-1 0 0,1 1 1 0 0,0 0 0 0 0,0-1-1 0 0,-1 1 1 0 0,2 0-1 0 0,-1-1 1 0 0,0 1 0 0 0,0-1-1 0 0,1 1 1 0 0,-1-1-1 0 0,1 1 1 0 0,0-1 0 0 0,0 1-1 0 0,0-1 1 0 0,0 1-1 0 0,0-1 1 0 0,1 0-1 0 0,-1 0 1 0 0,1 1 0 0 0,-1-1-1 0 0,1 0 1 0 0,0 0-1 0 0,0-1 1 0 0,0 1 0 0 0,0 0-1 0 0,0-1 1 0 0,0 1-1 0 0,0-1 1 0 0,1 0 0 0 0,-1 1-1 0 0,0-1 1 0 0,5 1-1 0 0,-1 0 2 0 0,-1 0-1 0 0,0 0 1 0 0,1-1-1 0 0,-1 0 1 0 0,1 0-1 0 0,-1 0 1 0 0,1-1-1 0 0,-1 0 1 0 0,1 0-1 0 0,0 0 1 0 0,-1-1-1 0 0,1 1 1 0 0,-1-1-1 0 0,1-1 1 0 0,6-2-1 0 0,-5 2 0 0 0,-1-1 0 0 0,0 0-1 0 0,0-1 1 0 0,-1 0 0 0 0,1 0-1 0 0,-1 0 1 0 0,0 0 0 0 0,0-1-1 0 0,0 0 1 0 0,0 0 0 0 0,-1 0-1 0 0,0-1 1 0 0,0 1 0 0 0,-1-1-1 0 0,1 0 1 0 0,-1 0 0 0 0,0 0-1 0 0,2-10 1 0 0,-4 15-1 0 0,-1 0-1 0 0,0-1 1 0 0,1 1-1 0 0,-1-1 1 0 0,0 1-1 0 0,0-1 1 0 0,0 1 0 0 0,0 0-1 0 0,0-1 1 0 0,-1 1-1 0 0,1-1 1 0 0,0 1-1 0 0,-1 0 1 0 0,1-1 0 0 0,0 1-1 0 0,-1 0 1 0 0,0-1-1 0 0,0 0 1 0 0,0 1-1 0 0,1 1 0 0 0,-1-1 0 0 0,0 1 1 0 0,0-1-1 0 0,1 1 0 0 0,-1-1 0 0 0,0 1 0 0 0,0-1 1 0 0,1 1-1 0 0,-1 0 0 0 0,0 0 0 0 0,0-1 0 0 0,0 1 1 0 0,0 0-1 0 0,0 0 0 0 0,0 0 0 0 0,1 0 0 0 0,-1 0 0 0 0,0 0 1 0 0,-1 0-1 0 0,-35 13-25 0 0,36-12 26 0 0,-13 6 2 0 0,0 0 0 0 0,1 1 1 0 0,0 1-1 0 0,0 1 1 0 0,0 0-1 0 0,2 0 1 0 0,-19 21-1 0 0,29-30 5 0 0,4 6 8 0 0,-3-6-14 0 0,0 0 0 0 0,1 0 0 0 0,-1 0 0 0 0,0-1 0 0 0,1 1 0 0 0,-1 0 0 0 0,0 0 1 0 0,1-1-1 0 0,-1 1 0 0 0,1 0 0 0 0,-1-1 0 0 0,1 1 0 0 0,0-1 0 0 0,-1 1 0 0 0,1 0 0 0 0,-1-1 0 0 0,1 1 0 0 0,0-1 0 0 0,0 0 0 0 0,-1 1 0 0 0,1-1 0 0 0,0 1 0 0 0,0-1 0 0 0,-1 0 0 0 0,1 0 1 0 0,0 0-1 0 0,0 1 0 0 0,0-1 0 0 0,-1 0 0 0 0,1 0 0 0 0,0 0 0 0 0,0 0 0 0 0,1 0 0 0 0,0 0 4 0 0,22-9 11 0 0,-11 5-4 0 0,-10 3-3 0 0,0 0-1 0 0,-1 0 1 0 0,1 0-1 0 0,0 0 1 0 0,0-1-1 0 0,0 1 1 0 0,-1-1-1 0 0,1 1 1 0 0,2-4-1 0 0,-3 4 6 0 0,5-2-6 0 0,-5 2 4 0 0,-5 3 65 0 0,-81 51-13 0 0,82-52-102 0 0,-6 3-1578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45.746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17 241 1228 0 0,'0'0'812'0'0,"-16"3"113"0"0,184-21 1006 0 0,-60 3-1874 0 0,117-12 294 0 0,-16-8-122 0 0,-116 16-14 0 0,278-53 227 0 0,13 18-107 0 0,-330 52-10 0 0,-51 2-237 0 0,2-1 186 0 0,0 0-1 0 0,1 1 1 0 0,-1 0 0 0 0,0 0 0 0 0,1 1-1 0 0,11 2 591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47.44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203 15 5348 0 0,'-4'-15'1049'0'0,"1"35"-1070"0"0,2-1-1 0 0,0 1 0 0 0,3 31 1 0 0,-1-24 5 0 0,0 1 0 0 0,-4 28 1 0 0,-26 119 9 0 0,24-138 35 0 0,5-35-17 0 0,-8 27 1866 0 0,-15-52-1760 0 0,21 22-122 0 0,0 0-1 0 0,-1 0 0 0 0,1 1 0 0 0,0-1 1 0 0,0 0-1 0 0,0 1 0 0 0,-1 0 0 0 0,1-1 1 0 0,0 1-1 0 0,-1 0 0 0 0,1 0 0 0 0,0 0 1 0 0,-1 1-1 0 0,1-1 0 0 0,0 0 0 0 0,0 1 1 0 0,-1 0-1 0 0,1-1 0 0 0,0 1 0 0 0,0 0 1 0 0,0 0-1 0 0,0 0 0 0 0,0 1 0 0 0,0-1 1 0 0,-3 3-1 0 0,1-2-18 0 0,-1 1 0 0 0,1 0 0 0 0,0 0 0 0 0,0 0 0 0 0,0 1 0 0 0,1 0 0 0 0,-1-1 0 0 0,1 1 0 0 0,0 1 0 0 0,-4 5 0 0 0,-6 8-129 0 0,2 0-244 0 0,11-17 385 0 0,-1-1-1 0 0,1 1 1 0 0,0 0-1 0 0,0-1 1 0 0,0 1-1 0 0,0-1 1 0 0,0 1 0 0 0,0-1-1 0 0,1 1 1 0 0,-1 0-1 0 0,0-1 1 0 0,0 1-1 0 0,0-1 1 0 0,0 1-1 0 0,1-1 1 0 0,-1 1-1 0 0,0-1 1 0 0,0 1 0 0 0,1-1-1 0 0,-1 1 1 0 0,1-1-1 0 0,-1 1 1 0 0,0-1-1 0 0,1 1 1 0 0,-1-1-1 0 0,1 0 1 0 0,-1 1-1 0 0,1-1 1 0 0,-1 0 0 0 0,1 1-1 0 0,0-1 1 0 0,1 1-8 0 0,2-2-15 0 0,0 0 32 0 0,-1 0 0 0 0,1 0 0 0 0,0 0 1 0 0,0-1-1 0 0,0 0 0 0 0,-1 0 0 0 0,1 0 1 0 0,3-2-1 0 0,13-8 71 0 0,-6 0 870 0 0,-33 27-924 0 0,15-11-9 0 0,-3 4-141 0 0,4-6-65 0 0,6-2-419 0 0,26-9 566 0 0,-27 8 93 0 0,0 0 0 0 0,1 1 0 0 0,-1-1-1 0 0,0 0 1 0 0,0 0 0 0 0,0 0 0 0 0,0 0 0 0 0,0-1-1 0 0,0 1 1 0 0,0 0 0 0 0,0-1 0 0 0,0 1 0 0 0,-1-1 0 0 0,4-3-1 0 0,-26 9 347 0 0,-22 4-3060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49.408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453 17 4520 0 0,'0'0'-276'0'0,"-3"-16"1571"0"0,3 16-1263 0 0,-1 0 0 0 0,1 0 0 0 0,0-1 0 0 0,0 1 0 0 0,0 0 0 0 0,0 0 0 0 0,-1 0 0 0 0,1 0 0 0 0,0 0 0 0 0,0 0 0 0 0,0 0 0 0 0,-2 1 415 0 0,2-1-415 0 0,-9 20-23 0 0,2 1 1 0 0,0-1-1 0 0,1 1 0 0 0,-2 22 1 0 0,-8 22-12 0 0,-74 292-67 0 0,35-151 112 0 0,34-131 1251 0 0,18-86-721 0 0,3 5-544 0 0,-1 0-1 0 0,0 1 1 0 0,0-1 0 0 0,-1 1 0 0 0,0-1 0 0 0,0 1-1 0 0,0-1 1 0 0,-1 1 0 0 0,1 0 0 0 0,-1 0-1 0 0,0 0 1 0 0,-1 1 0 0 0,-4-7 0 0 0,6 10-29 0 0,1 0-1 0 0,0-1 1 0 0,0 1 0 0 0,-1 0-1 0 0,1 0 1 0 0,0 0 0 0 0,-1 1 0 0 0,1-1-1 0 0,-1 0 1 0 0,1 0 0 0 0,-1 1 0 0 0,0-1-1 0 0,1 1 1 0 0,-1-1 0 0 0,0 1 0 0 0,1 0-1 0 0,-1 0 1 0 0,0 0 0 0 0,1-1 0 0 0,-1 2-1 0 0,-3-1 1 0 0,2 1-4 0 0,-1-1-9 0 0,-30 7-13 0 0,27-5 7 0 0,0 0-1 0 0,0 1 0 0 0,0 0 1 0 0,1 1-1 0 0,-1-1 1 0 0,1 1-1 0 0,0 0 0 0 0,0 1 1 0 0,0 0-1 0 0,0 0 1 0 0,1 0-1 0 0,0 0 0 0 0,0 1 1 0 0,0 0-1 0 0,1 0 1 0 0,0 0-1 0 0,-5 11 0 0 0,8-16 11 0 0,1 0-1 0 0,-1 0 1 0 0,1 0-1 0 0,0 0 1 0 0,-1 0-1 0 0,1 0 1 0 0,0 0-1 0 0,-1 0 1 0 0,1 0-1 0 0,0 0 1 0 0,0 1-1 0 0,0-1 1 0 0,0 0-1 0 0,0 0 1 0 0,0 0-1 0 0,1 0 1 0 0,-1 0-1 0 0,0 1 1 0 0,0-1-1 0 0,1 0 1 0 0,-1 0-1 0 0,1 0 1 0 0,-1 0-1 0 0,1 0 1 0 0,-1 0-1 0 0,1 0 1 0 0,0 0-1 0 0,-1 0 1 0 0,1-1-1 0 0,0 1 1 0 0,0 0-1 0 0,0 0 1 0 0,0-1-1 0 0,0 1 1 0 0,-1 0-1 0 0,1-1 1 0 0,0 1-1 0 0,1-1 1 0 0,-1 1-1 0 0,0-1 1 0 0,0 0-1 0 0,0 1 1 0 0,0-1-1 0 0,0 0 1 0 0,0 0-1 0 0,2 1 1 0 0,-1-1-18 0 0,3-1 1 0 0,5-3 15 0 0,0 1-1 0 0,0-1 1 0 0,-1-1-1 0 0,1 0 1 0 0,-1 0-1 0 0,0-1 1 0 0,-1 0 0 0 0,1-1-1 0 0,-1 0 1 0 0,-1 0-1 0 0,1 0 1 0 0,11-16-1 0 0,-17 20 25 0 0,0-1-1 0 0,1 1 0 0 0,-2-1 1 0 0,1 0-1 0 0,0 1 0 0 0,-1-1 1 0 0,0 0-1 0 0,1 0 0 0 0,-1-4 1 0 0,-2 6-7 0 0,-5-6-3 0 0,5 6 0 0 0,-3 2-10 0 0,-2 1 1 0 0,-1 1 0 0 0,0 0-1 0 0,0 0 1 0 0,1 0 0 0 0,0 1 0 0 0,-1 0 0 0 0,1 0-1 0 0,0 0 1 0 0,-7 6 0 0 0,10-7-23 0 0,0 1 0 0 0,0-1 0 0 0,0 1 0 0 0,0-1 0 0 0,1 1 0 0 0,-1 0 0 0 0,1 0 0 0 0,-1 0 0 0 0,1 0 0 0 0,0 0 0 0 0,1 1 0 0 0,-1-1 0 0 0,0 0 0 0 0,1 1 0 0 0,0 0 0 0 0,0-1 1 0 0,0 1-1 0 0,0 0 0 0 0,0 4 0 0 0,1-6-57 0 0,0 7-219 0 0,11-10 232 0 0,16-12 45 0 0,-12 0 22 0 0,-11 9 97 0 0,0 0 1 0 0,1 0-1 0 0,-1 0 0 0 0,1 0 0 0 0,0 1 1 0 0,5-3-1 0 0,-10 3 21 0 0,0 3-107 0 0,1 0-1 0 0,-1 0 0 0 0,0 0 0 0 0,0-1 1 0 0,0 1-1 0 0,0 0 0 0 0,0 0 0 0 0,0 0 1 0 0,0-1-1 0 0,0 1 0 0 0,0 0 0 0 0,0 0 1 0 0,0 0-1 0 0,0-1 0 0 0,0 1 0 0 0,0 0 1 0 0,0 0-1 0 0,0 0 0 0 0,0-1 0 0 0,0 1 1 0 0,0 0-1 0 0,0 0 0 0 0,0 0 0 0 0,0-1 1 0 0,0 1-1 0 0,-1 0 0 0 0,1 0 0 0 0,0 0 1 0 0,0 0-1 0 0,0-1 0 0 0,0 1 0 0 0,0 0 1 0 0,0 0-1 0 0,-1 0 0 0 0,1 0 0 0 0,0 0 1 0 0,0 0-1 0 0,0-1 0 0 0,0 1 0 0 0,-1 0 1 0 0,1 0-1 0 0,0 0 0 0 0,0 0 0 0 0,0 0 1 0 0,-1 0-1 0 0,1 0 0 0 0,0 0 0 0 0,0 0 1 0 0,0 0-1 0 0,-1 0 0 0 0,1 0 0 0 0,0 0 1 0 0,0 0-1 0 0,0 0 0 0 0,-1 0 0 0 0,1 0 1 0 0,0 0-1 0 0,0 0 0 0 0,0 0 0 0 0,-1 0 1 0 0,1 0-1 0 0,0 1 0 0 0,0-1 0 0 0,0 0 1 0 0,-61 16 282 0 0,26 0-1148 0 0,32-14 481 0 0,1-1 1 0 0,0 1-1 0 0,0 0 1 0 0,0-1-1 0 0,0 1 1 0 0,0 0-1 0 0,0 0 0 0 0,0 0 1 0 0,1 0-1 0 0,-3 4 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51.275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26 330 3748 0 0,'0'0'-160'0'0,"-19"2"-207"0"0,13-1 1339 0 0,330-46-839 0 0,-156 23-143 0 0,-4 6 58 0 0,-108 11-46 0 0,140-24 54 0 0,-67 2-12 0 0,-84 18-25 0 0,76-24 1 0 0,-75 19 11 0 0,-44 13-9 0 0,29-15 54 0 0,-29 15-76 0 0,42-18 12 0 0,58-33-23 0 0,-86 45 9 0 0,-1 0 0 0 0,1 2 0 0 0,0 0 0 0 0,17-3-1 0 0,-31 7-5 0 0,15-7 14 0 0,-5 6 702 0 0,-70 16-701 0 0,-96 10 0 0 0,-21 4-30 0 0,150-23-865 0 0,-1-1-1 0 0,-42 0 1 0 0,54-4 88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53.381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206 32 3308 0 0,'-2'-12'-405'0'0,"1"5"395"0"0,1 5 123 0 0,0 0-72 0 0,0-4-68 0 0,0 3 480 0 0,-2 8-490 0 0,-3 13 38 0 0,0 0-1 0 0,1 0 1 0 0,-2 23-1 0 0,3-20-2 0 0,-1 0-1 0 0,-10 34 0 0 0,-9 0 3059 0 0,5-73-2931 0 0,17 16-89 0 0,-28-18 127 0 0,25 20-173 0 0,0 0 0 0 0,1 0 0 0 0,-1 0-1 0 0,0 1 1 0 0,1-1 0 0 0,-1 1 0 0 0,0 0 0 0 0,1 0 0 0 0,-1 0 0 0 0,1 1-1 0 0,0-1 1 0 0,-1 1 0 0 0,1 0 0 0 0,0 0 0 0 0,0 0 0 0 0,0 0 0 0 0,0 0 0 0 0,1 1-1 0 0,-1 0 1 0 0,1-1 0 0 0,-1 1 0 0 0,1 0 0 0 0,0 0 0 0 0,0 0 0 0 0,0 0-1 0 0,0 0 1 0 0,1 1 0 0 0,-1-1 0 0 0,-1 8 0 0 0,2-10-28 0 0,17 23-221 0 0,-15-24 228 0 0,5-1-39 0 0,2-3 68 0 0,0 1-1 0 0,-1-1 1 0 0,1-1 0 0 0,-1 1 0 0 0,1-1 0 0 0,-1-1-1 0 0,-1 1 1 0 0,1-1 0 0 0,-1 0 0 0 0,0-1 0 0 0,-1 0-1 0 0,10-13 1 0 0,-8 9-26 0 0,-3 6 74 0 0,0 0 0 0 0,-1 0 0 0 0,1-1-1 0 0,-1 1 1 0 0,0-1 0 0 0,-1 0 0 0 0,1 1 0 0 0,-1-1 0 0 0,-1 0 0 0 0,1-1 0 0 0,-1 1-1 0 0,1-9 1 0 0,-3 14-44 0 0,1 0-1 0 0,-1 0 0 0 0,0 0 1 0 0,0 1-1 0 0,0-1 0 0 0,0 0 0 0 0,0 1 1 0 0,0-1-1 0 0,0 1 0 0 0,0-1 1 0 0,0 1-1 0 0,0-1 0 0 0,0 1 1 0 0,0 0-1 0 0,0-1 0 0 0,0 1 1 0 0,-1 0-1 0 0,1 0 0 0 0,0 0 1 0 0,0 0-1 0 0,0 0 0 0 0,0 0 1 0 0,-1 0-1 0 0,1 0 0 0 0,0 1 0 0 0,0-1 1 0 0,0 0-1 0 0,0 1 0 0 0,0-1 1 0 0,0 1-1 0 0,0-1 0 0 0,0 1 1 0 0,0-1-1 0 0,-2 2 0 0 0,-2 3-44 0 0,0-1-1 0 0,0 1 1 0 0,0 0-1 0 0,0 0 1 0 0,1 0 0 0 0,0 0-1 0 0,0 1 1 0 0,0 0-1 0 0,1 0 1 0 0,-5 11-1 0 0,8-16-26 0 0,-1 0 64 0 0,1-1 1 0 0,0 0-1 0 0,0 0 0 0 0,0 0 0 0 0,0 0 0 0 0,-1 1 1 0 0,1-1-1 0 0,0 0 0 0 0,0 0 0 0 0,0 0 0 0 0,0 1 0 0 0,0-1 1 0 0,0 0-1 0 0,0 0 0 0 0,0 1 0 0 0,0-1 0 0 0,0 0 1 0 0,0 0-1 0 0,0 1 0 0 0,0-1 0 0 0,0 0 0 0 0,0 0 0 0 0,0 1 1 0 0,0-1-1 0 0,0 0 0 0 0,0 0 0 0 0,0 1 0 0 0,0-1 1 0 0,0 0-1 0 0,0 0 0 0 0,0 0 0 0 0,0 1 0 0 0,1-1 0 0 0,-1 0 1 0 0,0 0-1 0 0,0 0 0 0 0,0 1 0 0 0,0-1 0 0 0,1 0 1 0 0,-1 0-1 0 0,0 0 0 0 0,0 0 0 0 0,0 1 0 0 0,1-1 1 0 0,-1 0-1 0 0,0 0 0 0 0,0 0 0 0 0,0 0 0 0 0,1 0 0 0 0,-1 0 1 0 0,0 0-1 0 0,0 0 0 0 0,1 0 0 0 0,-1 0 0 0 0,0 0 1 0 0,0 0-1 0 0,1 0 0 0 0,-1 0 0 0 0,0 0 0 0 0,0 0 0 0 0,1 0 1 0 0,-1 0-1 0 0,0 0 0 0 0,1 0 0 0 0,11-7 134 0 0,0-1 0 0 0,0 0 1 0 0,0-1-1 0 0,12-12 0 0 0,-12 5 1066 0 0,-23 15-661 0 0,7 3-520 0 0,-1-1 0 0 0,1 1 0 0 0,-1 0 0 0 0,1 0 0 0 0,-1 1 0 0 0,1-1 0 0 0,-5 5 0 0 0,-2 2-52 0 0,6-5-59 0 0,0 0-1 0 0,1 0 1 0 0,-1 0 0 0 0,1 0 0 0 0,0 1 0 0 0,0 0-1 0 0,1-1 1 0 0,-1 1 0 0 0,1 1 0 0 0,0-1 0 0 0,-3 8-1 0 0,6-11-65 0 0,0-2 153 0 0,-1 0 0 0 0,1 1 0 0 0,0-1 0 0 0,0 0 0 0 0,0 0 1 0 0,0 1-1 0 0,0-1 0 0 0,0 0 0 0 0,0 0 0 0 0,0 1 1 0 0,0-1-1 0 0,0 0 0 0 0,0 0 0 0 0,0 1 0 0 0,0-1 0 0 0,0 0 1 0 0,0 1-1 0 0,0-1 0 0 0,0 0 0 0 0,1 0 0 0 0,-1 0 0 0 0,0 1 1 0 0,0-1-1 0 0,0 0 0 0 0,0 0 0 0 0,0 1 0 0 0,1-1 1 0 0,-1 0-1 0 0,0 0 0 0 0,0 0 0 0 0,0 0 0 0 0,1 1 0 0 0,-1-1 1 0 0,0 0-1 0 0,0 0 0 0 0,0 0 0 0 0,1 0 0 0 0,-1 0 0 0 0,0 0 1 0 0,0 1-1 0 0,1-1 0 0 0,-1 0 0 0 0,0 0 0 0 0,0 0 0 0 0,1 0 1 0 0,-1 0-1 0 0,0 0 0 0 0,0 0 0 0 0,1 0 0 0 0,-1 0 1 0 0,0 0-1 0 0,1 0 0 0 0,-1 0 0 0 0,0-1 0 0 0,0 1 0 0 0,0 0 1 0 0,1 0-1 0 0,-1 0 0 0 0,10-5 96 0 0,-1 0-1 0 0,1 0 1 0 0,-1-1 0 0 0,-1-1 0 0 0,1 1 0 0 0,8-10-1 0 0,-1-4 902 0 0,-16 20-978 0 0,0 0 0 0 0,0 0-1 0 0,0-1 1 0 0,0 1-1 0 0,0 0 1 0 0,0-1 0 0 0,0 1-1 0 0,0 0 1 0 0,0 0 0 0 0,0-1-1 0 0,0 1 1 0 0,0 0 0 0 0,-1-1-1 0 0,1 1 1 0 0,0 0 0 0 0,0 0-1 0 0,0-1 1 0 0,0 1-1 0 0,0 0 1 0 0,-1 0 0 0 0,1-1-1 0 0,0 1 1 0 0,0 0 0 0 0,0 0-1 0 0,-1 0 1 0 0,1-1 0 0 0,0 1-1 0 0,0 0 1 0 0,-1 0 0 0 0,1 0-1 0 0,0 0 1 0 0,0 0 0 0 0,-1-1-1 0 0,1 1 1 0 0,0 0-1 0 0,0 0 1 0 0,-1 0 0 0 0,1 0-1 0 0,-1 0 1 0 0,-5 0-154 0 0,-1-1 1 0 0,1 2-1 0 0,-1-1 1 0 0,1 1-1 0 0,-11 2 0 0 0,-37 11-3394 0 0,40-9 1707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9T09:05:55.089"/>
    </inkml:context>
    <inkml:brush xml:id="br0">
      <inkml:brushProperty name="width" value="0.2" units="cm"/>
      <inkml:brushProperty name="height" value="0.2" units="cm"/>
      <inkml:brushProperty name="color" value="#FFC114"/>
    </inkml:brush>
  </inkml:definitions>
  <inkml:trace contextRef="#ctx0" brushRef="#br0">229 57 4652 0 0,'0'0'-280'0'0,"-12"-35"-184"0"0,7 32 504 0 0,0 0 1 0 0,-1 0-1 0 0,1 1 1 0 0,-1 0-1 0 0,1 0 1 0 0,-1 0-1 0 0,1 1 1 0 0,-1 0 0 0 0,-6-1-1 0 0,8 2-21 0 0,-23 3 10 0 0,19-1-27 0 0,0 0 1 0 0,1 1-1 0 0,0 0 0 0 0,-1 1 1 0 0,1-1-1 0 0,0 1 0 0 0,1 1 0 0 0,-1-1 1 0 0,1 1-1 0 0,0 0 0 0 0,0 1 1 0 0,0-1-1 0 0,1 1 0 0 0,-1 0 1 0 0,2 1-1 0 0,-1-1 0 0 0,-6 13 0 0 0,10-18 0 0 0,1 1-1 0 0,-1-1 1 0 0,1 1-1 0 0,-1-1 1 0 0,1 1-1 0 0,-1 0 1 0 0,1-1-1 0 0,0 1 1 0 0,0-1-1 0 0,0 1 1 0 0,0 0-1 0 0,0-1 1 0 0,0 1-1 0 0,0 0 1 0 0,1-1-1 0 0,-1 1 1 0 0,1-1-1 0 0,-1 1 1 0 0,1 0-1 0 0,-1-1 1 0 0,1 1-1 0 0,0-1 1 0 0,0 0-1 0 0,1 3 1 0 0,0-3 0 0 0,0 1 0 0 0,1 0 0 0 0,-1 0 0 0 0,1-1 0 0 0,-1 1 0 0 0,1-1 0 0 0,-1 0 0 0 0,1 0 0 0 0,0 0 0 0 0,-1 0 0 0 0,1 0 0 0 0,5 0 0 0 0,4 0 6 0 0,-1 0-1 0 0,1-1 1 0 0,-1 0 0 0 0,0-1-1 0 0,1 0 1 0 0,11-3-1 0 0,-1-1 129 0 0,-1-2 0 0 0,0 0 0 0 0,0-1-1 0 0,0-1 1 0 0,-1-1 0 0 0,-1 0 0 0 0,32-24 0 0 0,-50 33-86 0 0,0 1 0 0 0,0-1 0 0 0,0 0 0 0 0,0 0 0 0 0,0 0 0 0 0,-1 0 0 0 0,1 0 0 0 0,0 0 0 0 0,0 0 0 0 0,-1 0 0 0 0,1 0 1 0 0,-1 0-1 0 0,1 0 0 0 0,-1-1 0 0 0,0 1 0 0 0,1-2 0 0 0,-1 2-37 0 0,0 0-1 0 0,0 1 1 0 0,0-1-1 0 0,0 1 1 0 0,-1-1 0 0 0,1 0-1 0 0,0 1 1 0 0,0-1 0 0 0,-1 1-1 0 0,1-1 1 0 0,0 1 0 0 0,-1-1-1 0 0,1 1 1 0 0,0-1 0 0 0,-1 1-1 0 0,1-1 1 0 0,-1 1 0 0 0,1 0-1 0 0,-1-1 1 0 0,1 1 0 0 0,-1-1-1 0 0,1 1 1 0 0,-2 0 0 0 0,0-2 71 0 0,-20 4 45 0 0,13 1-116 0 0,1 1 0 0 0,0 0 1 0 0,0 1-1 0 0,0 0 0 0 0,-9 8 0 0 0,14-11-60 0 0,0 1 0 0 0,0-1 0 0 0,0 1 0 0 0,1 0 0 0 0,-1 0 1 0 0,1 0-1 0 0,0 0 0 0 0,0 0 0 0 0,0 0 0 0 0,0 1 0 0 0,1-1 0 0 0,-1 1 0 0 0,1-1 0 0 0,0 1 0 0 0,0-1 0 0 0,0 1 0 0 0,0 6 0 0 0,1-9 35 0 0,0-1 0 0 0,0 1 0 0 0,0-1 1 0 0,0 1-1 0 0,0-1 0 0 0,0 1 0 0 0,0-1 0 0 0,0 1 0 0 0,0-1 1 0 0,0 1-1 0 0,0-1 0 0 0,0 1 0 0 0,1-1 0 0 0,-1 1 0 0 0,0-1 0 0 0,0 1 1 0 0,1-1-1 0 0,-1 1 0 0 0,0-1 0 0 0,1 1 0 0 0,-1-1 0 0 0,0 0 1 0 0,1 1-1 0 0,-1-1 0 0 0,1 0 0 0 0,-1 1 0 0 0,1-1 0 0 0,-1 0 1 0 0,1 1-1 0 0,-1-1 0 0 0,1 0 0 0 0,-1 0 0 0 0,1 0 0 0 0,-1 0 1 0 0,2 1-1 0 0,22-7-162 0 0,21-21 64 0 0,-45 27 109 0 0,6-5 61 0 0,1 0-1 0 0,-1 0 0 0 0,0-1 1 0 0,0 0-1 0 0,-1-1 0 0 0,0 1 1 0 0,0-1-1 0 0,-1 0 0 0 0,1 0 1 0 0,4-13-1 0 0,-9 19-47 0 0,1 0 0 0 0,-1 0 0 0 0,0 1 0 0 0,0-1 0 0 0,0 0 0 0 0,-1 0 0 0 0,1 0 0 0 0,0 0 0 0 0,0 0 0 0 0,0 1 0 0 0,-1-1 0 0 0,1 0 0 0 0,0 0-1 0 0,-1 1 1 0 0,1-1 0 0 0,0 0 0 0 0,-1 0 0 0 0,1 1 0 0 0,-1-1 0 0 0,1 0 0 0 0,-1 1 0 0 0,0-1 0 0 0,1 1 0 0 0,-1-1 0 0 0,0 1 0 0 0,1-1 0 0 0,-1 1 0 0 0,0-1 0 0 0,0 1 0 0 0,1 0 0 0 0,-1-1 0 0 0,0 1 0 0 0,0 0 0 0 0,0 0 0 0 0,0-1 0 0 0,-23-5 114 0 0,-1 7-84 0 0,19 1-96 0 0,0 1 0 0 0,0 0 1 0 0,0 0-1 0 0,0 0 0 0 0,1 0 1 0 0,-1 1-1 0 0,1 0 0 0 0,0 1 0 0 0,0-1 1 0 0,1 1-1 0 0,-1 0 0 0 0,1 0 1 0 0,0 0-1 0 0,0 0 0 0 0,1 1 1 0 0,-1 0-1 0 0,1-1 0 0 0,1 1 1 0 0,-1 0-1 0 0,1 1 0 0 0,0-1 1 0 0,0 0-1 0 0,1 1 0 0 0,-1 6 0 0 0,2-12 42 0 0,0 0 0 0 0,0 0 0 0 0,0 0-1 0 0,0 0 1 0 0,0 0 0 0 0,1 0-1 0 0,-1-1 1 0 0,0 1 0 0 0,1 0-1 0 0,-1 0 1 0 0,0 0 0 0 0,1-1-1 0 0,-1 1 1 0 0,1 0 0 0 0,-1-1-1 0 0,1 1 1 0 0,0 0 0 0 0,-1-1-1 0 0,1 1 1 0 0,0 0 0 0 0,-1-1-1 0 0,1 1 1 0 0,0-1 0 0 0,-1 0-1 0 0,1 1 1 0 0,0-1 0 0 0,0 1-1 0 0,0-1 1 0 0,-1 0 0 0 0,1 0-1 0 0,0 1 1 0 0,0-1 0 0 0,0 0 0 0 0,0 0-1 0 0,0 0 1 0 0,0 0 0 0 0,-1 0-1 0 0,1 0 1 0 0,0 0 0 0 0,0-1-1 0 0,0 1 1 0 0,0 0 0 0 0,0 0-1 0 0,-1-1 1 0 0,1 1 0 0 0,0 0-1 0 0,0-1 1 0 0,0 1 0 0 0,0-1-1 0 0,44-20-93 0 0,-17 2 943 0 0,45-37 644 0 0,-78 60-1474 0 0,-8 7-292 0 0,0 1 0 0 0,-18 22 0 0 0,30-33 118 0 0,39-39 62 0 0,-38 36 323 0 0,0 2-199 0 0,0 0 0 0 0,0 0 0 0 0,0 0 0 0 0,0 0 0 0 0,-1 0 1 0 0,1 0-1 0 0,0 0 0 0 0,0 0 0 0 0,0 0 0 0 0,0 0 0 0 0,-1 0 0 0 0,1 0 0 0 0,0 0 0 0 0,0 0 1 0 0,0 0-1 0 0,0 0 0 0 0,0-1 0 0 0,-1 1 0 0 0,1 0 0 0 0,0 0 0 0 0,0 0 0 0 0,0 0 0 0 0,0 0 1 0 0,0 0-1 0 0,0-1 0 0 0,-1 1 0 0 0,1 0 0 0 0,0 0 0 0 0,0 0 0 0 0,0 0 0 0 0,0-1 0 0 0,0 1 1 0 0,0 0-1 0 0,0 0 0 0 0,0 0 0 0 0,0 0 0 0 0,0-1 0 0 0,0 1 0 0 0,0 0 0 0 0,0 0 1 0 0,0 0-1 0 0,0 0 0 0 0,0-1 0 0 0,0 1 0 0 0,0 0 0 0 0,0 0 0 0 0,0 0 0 0 0,0 0 0 0 0,0-1 1 0 0,0 1-1 0 0,1 0 0 0 0,-1 0 0 0 0,0 0 0 0 0,0 0 0 0 0,0 0 0 0 0,0-1 0 0 0,0 1 0 0 0,0 0 1 0 0,0 0-1 0 0,1 0 0 0 0,-1 0 0 0 0,0 0 0 0 0,0 0 0 0 0,0 0 0 0 0,1-1 0 0 0,-21 9-301 0 0,0 1 0 0 0,-24 14 0 0 0,37-19-155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10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0C3DC2-FD94-9F16-483A-08623F50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299D43-EF2A-6D8F-FC69-0704B37C91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7598BD-36F2-A38A-44FE-D9E468264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DF9EBB-B8A6-81C8-C253-C0082860E9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63499C-1FAC-4F66-96F8-6DA2CC28B74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3647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0.png"/><Relationship Id="rId13" Type="http://schemas.openxmlformats.org/officeDocument/2006/relationships/customXml" Target="../ink/ink7.xml"/><Relationship Id="rId18" Type="http://schemas.openxmlformats.org/officeDocument/2006/relationships/image" Target="../media/image11.png"/><Relationship Id="rId26" Type="http://schemas.openxmlformats.org/officeDocument/2006/relationships/image" Target="../media/image15.png"/><Relationship Id="rId3" Type="http://schemas.openxmlformats.org/officeDocument/2006/relationships/customXml" Target="../ink/ink2.xml"/><Relationship Id="rId21" Type="http://schemas.openxmlformats.org/officeDocument/2006/relationships/customXml" Target="../ink/ink11.xml"/><Relationship Id="rId7" Type="http://schemas.openxmlformats.org/officeDocument/2006/relationships/customXml" Target="../ink/ink4.xml"/><Relationship Id="rId12" Type="http://schemas.openxmlformats.org/officeDocument/2006/relationships/image" Target="../media/image8.png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.png"/><Relationship Id="rId20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6.xml"/><Relationship Id="rId24" Type="http://schemas.openxmlformats.org/officeDocument/2006/relationships/image" Target="../media/image14.png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23" Type="http://schemas.openxmlformats.org/officeDocument/2006/relationships/customXml" Target="../ink/ink12.xml"/><Relationship Id="rId10" Type="http://schemas.openxmlformats.org/officeDocument/2006/relationships/image" Target="../media/image7.png"/><Relationship Id="rId19" Type="http://schemas.openxmlformats.org/officeDocument/2006/relationships/customXml" Target="../ink/ink10.xml"/><Relationship Id="rId4" Type="http://schemas.openxmlformats.org/officeDocument/2006/relationships/image" Target="../media/image40.png"/><Relationship Id="rId9" Type="http://schemas.openxmlformats.org/officeDocument/2006/relationships/customXml" Target="../ink/ink5.xml"/><Relationship Id="rId14" Type="http://schemas.openxmlformats.org/officeDocument/2006/relationships/image" Target="../media/image9.png"/><Relationship Id="rId22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735C0C-C60D-AB4D-9C7D-03DFC9742AED}"/>
              </a:ext>
            </a:extLst>
          </p:cNvPr>
          <p:cNvSpPr txBox="1"/>
          <p:nvPr/>
        </p:nvSpPr>
        <p:spPr>
          <a:xfrm>
            <a:off x="1207008" y="1390549"/>
            <a:ext cx="91074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There are 3 main  types of RNN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DFFB-94C0-4E8F-3BD8-0CB7E022C5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C078C9-F811-911E-A8A6-7F1A4F15EFCA}"/>
              </a:ext>
            </a:extLst>
          </p:cNvPr>
          <p:cNvSpPr txBox="1"/>
          <p:nvPr/>
        </p:nvSpPr>
        <p:spPr>
          <a:xfrm>
            <a:off x="374904" y="311557"/>
            <a:ext cx="95646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Representation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87AF9046-B606-D7FD-AE79-0CE39037840F}"/>
              </a:ext>
            </a:extLst>
          </p:cNvPr>
          <p:cNvSpPr/>
          <p:nvPr/>
        </p:nvSpPr>
        <p:spPr>
          <a:xfrm>
            <a:off x="444630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4CA9F2B2-08BB-96CC-E185-ABFFFE7381FC}"/>
              </a:ext>
            </a:extLst>
          </p:cNvPr>
          <p:cNvSpPr/>
          <p:nvPr/>
        </p:nvSpPr>
        <p:spPr>
          <a:xfrm rot="16200000">
            <a:off x="148590" y="348386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274EBA4-66D6-DF04-0775-597C175693F2}"/>
              </a:ext>
            </a:extLst>
          </p:cNvPr>
          <p:cNvSpPr/>
          <p:nvPr/>
        </p:nvSpPr>
        <p:spPr>
          <a:xfrm>
            <a:off x="496061" y="4710508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65DF0EE-013E-83C6-BD5F-5B7046B9A744}"/>
              </a:ext>
            </a:extLst>
          </p:cNvPr>
          <p:cNvSpPr/>
          <p:nvPr/>
        </p:nvSpPr>
        <p:spPr>
          <a:xfrm>
            <a:off x="1964433" y="4736593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7B7F99-E151-74D0-0FA1-E43489753209}"/>
              </a:ext>
            </a:extLst>
          </p:cNvPr>
          <p:cNvSpPr/>
          <p:nvPr/>
        </p:nvSpPr>
        <p:spPr>
          <a:xfrm>
            <a:off x="3432805" y="475569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AF1E0CF-15D3-EF2F-8A28-9E05BC9BABE9}"/>
              </a:ext>
            </a:extLst>
          </p:cNvPr>
          <p:cNvSpPr/>
          <p:nvPr/>
        </p:nvSpPr>
        <p:spPr>
          <a:xfrm>
            <a:off x="1983868" y="2363737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5B6AEC6D-FEF3-1A16-4025-4E837CA8C27F}"/>
              </a:ext>
            </a:extLst>
          </p:cNvPr>
          <p:cNvSpPr/>
          <p:nvPr/>
        </p:nvSpPr>
        <p:spPr>
          <a:xfrm rot="16200000">
            <a:off x="1726689" y="3529584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10FD34CA-8FE7-F55E-36A3-3B419015B137}"/>
              </a:ext>
            </a:extLst>
          </p:cNvPr>
          <p:cNvSpPr/>
          <p:nvPr/>
        </p:nvSpPr>
        <p:spPr>
          <a:xfrm>
            <a:off x="3420236" y="2390360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7936C9B-CC70-A0E3-E748-7BE8EBCB0B7F}"/>
              </a:ext>
            </a:extLst>
          </p:cNvPr>
          <p:cNvSpPr/>
          <p:nvPr/>
        </p:nvSpPr>
        <p:spPr>
          <a:xfrm rot="16200000">
            <a:off x="3078476" y="3510487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AE30A76-E0F0-A447-2CF2-5534B70692FC}"/>
              </a:ext>
            </a:extLst>
          </p:cNvPr>
          <p:cNvSpPr/>
          <p:nvPr/>
        </p:nvSpPr>
        <p:spPr>
          <a:xfrm>
            <a:off x="4857744" y="2417259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4A64EE96-C530-BDF7-A60E-197FF032A5C1}"/>
              </a:ext>
            </a:extLst>
          </p:cNvPr>
          <p:cNvSpPr/>
          <p:nvPr/>
        </p:nvSpPr>
        <p:spPr>
          <a:xfrm rot="16200000">
            <a:off x="4603998" y="3537386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8899C394-E3C4-107C-4469-4A752A56E253}"/>
              </a:ext>
            </a:extLst>
          </p:cNvPr>
          <p:cNvSpPr/>
          <p:nvPr/>
        </p:nvSpPr>
        <p:spPr>
          <a:xfrm>
            <a:off x="1282451" y="2436889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BED5441B-CBD5-3DEE-CD2A-4171ACC2EF81}"/>
              </a:ext>
            </a:extLst>
          </p:cNvPr>
          <p:cNvSpPr/>
          <p:nvPr/>
        </p:nvSpPr>
        <p:spPr>
          <a:xfrm>
            <a:off x="2780542" y="2427758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7DA43B29-C544-345D-47DF-1114B1615300}"/>
              </a:ext>
            </a:extLst>
          </p:cNvPr>
          <p:cNvSpPr/>
          <p:nvPr/>
        </p:nvSpPr>
        <p:spPr>
          <a:xfrm>
            <a:off x="5701276" y="2517581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ACD796-00B8-5DCE-BA23-35D500543B34}"/>
              </a:ext>
            </a:extLst>
          </p:cNvPr>
          <p:cNvSpPr/>
          <p:nvPr/>
        </p:nvSpPr>
        <p:spPr>
          <a:xfrm>
            <a:off x="4825740" y="4766720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631748B6-D2AD-78FB-A51B-4DDFEEC35BB9}"/>
              </a:ext>
            </a:extLst>
          </p:cNvPr>
          <p:cNvSpPr/>
          <p:nvPr/>
        </p:nvSpPr>
        <p:spPr>
          <a:xfrm>
            <a:off x="4239768" y="2485833"/>
            <a:ext cx="617976" cy="557784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3EBDDA2-A526-2B3A-F9AF-F7AF4B851FEF}"/>
              </a:ext>
            </a:extLst>
          </p:cNvPr>
          <p:cNvSpPr/>
          <p:nvPr/>
        </p:nvSpPr>
        <p:spPr>
          <a:xfrm>
            <a:off x="9402367" y="2411096"/>
            <a:ext cx="754380" cy="704088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48C44F57-2B84-6339-247E-855867018296}"/>
              </a:ext>
            </a:extLst>
          </p:cNvPr>
          <p:cNvSpPr/>
          <p:nvPr/>
        </p:nvSpPr>
        <p:spPr>
          <a:xfrm rot="16200000">
            <a:off x="9148621" y="3531223"/>
            <a:ext cx="1261872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D7A121D-E5DA-3C61-BB3E-7A175AF48E85}"/>
              </a:ext>
            </a:extLst>
          </p:cNvPr>
          <p:cNvSpPr/>
          <p:nvPr/>
        </p:nvSpPr>
        <p:spPr>
          <a:xfrm>
            <a:off x="9370363" y="4760557"/>
            <a:ext cx="786384" cy="448056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Xn</a:t>
            </a:r>
            <a:endParaRPr lang="en-US" sz="2400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0E1A606A-8A54-E9F4-18EA-37ADDCEEE18F}"/>
              </a:ext>
            </a:extLst>
          </p:cNvPr>
          <p:cNvSpPr/>
          <p:nvPr/>
        </p:nvSpPr>
        <p:spPr>
          <a:xfrm rot="16200000">
            <a:off x="322524" y="1477703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Arrow: Right 29">
            <a:extLst>
              <a:ext uri="{FF2B5EF4-FFF2-40B4-BE49-F238E27FC236}">
                <a16:creationId xmlns:a16="http://schemas.microsoft.com/office/drawing/2014/main" id="{89E2C65E-8838-B4D5-CA95-CA68EA73FB21}"/>
              </a:ext>
            </a:extLst>
          </p:cNvPr>
          <p:cNvSpPr/>
          <p:nvPr/>
        </p:nvSpPr>
        <p:spPr>
          <a:xfrm rot="16200000">
            <a:off x="1842337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08C0130C-F69D-B705-3D06-3EBA502570C7}"/>
              </a:ext>
            </a:extLst>
          </p:cNvPr>
          <p:cNvSpPr/>
          <p:nvPr/>
        </p:nvSpPr>
        <p:spPr>
          <a:xfrm rot="16200000">
            <a:off x="3286713" y="1487916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rrow: Right 31">
            <a:extLst>
              <a:ext uri="{FF2B5EF4-FFF2-40B4-BE49-F238E27FC236}">
                <a16:creationId xmlns:a16="http://schemas.microsoft.com/office/drawing/2014/main" id="{952ACF93-A67B-68BD-52DB-779C9ABBD71E}"/>
              </a:ext>
            </a:extLst>
          </p:cNvPr>
          <p:cNvSpPr/>
          <p:nvPr/>
        </p:nvSpPr>
        <p:spPr>
          <a:xfrm rot="16200000">
            <a:off x="4685922" y="1523557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Arrow: Right 32">
            <a:extLst>
              <a:ext uri="{FF2B5EF4-FFF2-40B4-BE49-F238E27FC236}">
                <a16:creationId xmlns:a16="http://schemas.microsoft.com/office/drawing/2014/main" id="{C71E4F6C-6025-6FC6-886B-133D72CC43D4}"/>
              </a:ext>
            </a:extLst>
          </p:cNvPr>
          <p:cNvSpPr/>
          <p:nvPr/>
        </p:nvSpPr>
        <p:spPr>
          <a:xfrm rot="16200000">
            <a:off x="9280262" y="1505948"/>
            <a:ext cx="998591" cy="566928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14:cNvPr>
              <p14:cNvContentPartPr/>
              <p14:nvPr/>
            </p14:nvContentPartPr>
            <p14:xfrm>
              <a:off x="10019557" y="2444959"/>
              <a:ext cx="908280" cy="88380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020021F2-3EE5-4206-A133-508C3CB3698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83917" y="2408959"/>
                <a:ext cx="979920" cy="955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502070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F51A22-46BE-1F6F-D8FA-648E56EAE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FCA147F-A3D4-70A6-97A9-1E879C373FE6}"/>
              </a:ext>
            </a:extLst>
          </p:cNvPr>
          <p:cNvSpPr txBox="1"/>
          <p:nvPr/>
        </p:nvSpPr>
        <p:spPr>
          <a:xfrm>
            <a:off x="144233" y="156109"/>
            <a:ext cx="162970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Types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7A7783A-6811-51FF-1F44-FFA4D9182A82}"/>
              </a:ext>
            </a:extLst>
          </p:cNvPr>
          <p:cNvSpPr/>
          <p:nvPr/>
        </p:nvSpPr>
        <p:spPr>
          <a:xfrm>
            <a:off x="566928" y="2382118"/>
            <a:ext cx="530352" cy="4616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454EE3-B654-C124-BC48-91272625803E}"/>
              </a:ext>
            </a:extLst>
          </p:cNvPr>
          <p:cNvSpPr/>
          <p:nvPr/>
        </p:nvSpPr>
        <p:spPr>
          <a:xfrm>
            <a:off x="1624583" y="2382118"/>
            <a:ext cx="530352" cy="4616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F8DE2B-4FE5-F7AB-50BE-A7D1E86B7D78}"/>
              </a:ext>
            </a:extLst>
          </p:cNvPr>
          <p:cNvSpPr/>
          <p:nvPr/>
        </p:nvSpPr>
        <p:spPr>
          <a:xfrm>
            <a:off x="2588238" y="2382118"/>
            <a:ext cx="530352" cy="4616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EFDC35-95F2-2DC5-9685-1908C3056682}"/>
              </a:ext>
            </a:extLst>
          </p:cNvPr>
          <p:cNvSpPr/>
          <p:nvPr/>
        </p:nvSpPr>
        <p:spPr>
          <a:xfrm>
            <a:off x="566928" y="3284774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4380B2-D887-6561-5480-44EAC61ECC22}"/>
              </a:ext>
            </a:extLst>
          </p:cNvPr>
          <p:cNvSpPr/>
          <p:nvPr/>
        </p:nvSpPr>
        <p:spPr>
          <a:xfrm>
            <a:off x="1624583" y="3284774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9674CB0-297D-05A1-3CA1-45CC2A8578CA}"/>
              </a:ext>
            </a:extLst>
          </p:cNvPr>
          <p:cNvSpPr/>
          <p:nvPr/>
        </p:nvSpPr>
        <p:spPr>
          <a:xfrm>
            <a:off x="2588238" y="3284774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0A64EEF-3D0C-145D-4208-DE1A19FC0828}"/>
              </a:ext>
            </a:extLst>
          </p:cNvPr>
          <p:cNvSpPr/>
          <p:nvPr/>
        </p:nvSpPr>
        <p:spPr>
          <a:xfrm>
            <a:off x="566928" y="4874722"/>
            <a:ext cx="530352" cy="5547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D8C6CB9-BBC5-0235-ABC1-9CC5E1F5EB34}"/>
              </a:ext>
            </a:extLst>
          </p:cNvPr>
          <p:cNvSpPr/>
          <p:nvPr/>
        </p:nvSpPr>
        <p:spPr>
          <a:xfrm>
            <a:off x="1624583" y="4874722"/>
            <a:ext cx="530352" cy="5547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07D085-0C4B-6B6D-8CA9-87E4308AA03B}"/>
              </a:ext>
            </a:extLst>
          </p:cNvPr>
          <p:cNvSpPr/>
          <p:nvPr/>
        </p:nvSpPr>
        <p:spPr>
          <a:xfrm>
            <a:off x="2588238" y="4874722"/>
            <a:ext cx="530352" cy="5547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EFA11273-2B1C-1DA9-A999-419FA2FDB56B}"/>
              </a:ext>
            </a:extLst>
          </p:cNvPr>
          <p:cNvSpPr/>
          <p:nvPr/>
        </p:nvSpPr>
        <p:spPr>
          <a:xfrm rot="16200000">
            <a:off x="638373" y="2815933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17F9572D-6AA2-CD26-EAF0-09A579968953}"/>
              </a:ext>
            </a:extLst>
          </p:cNvPr>
          <p:cNvSpPr/>
          <p:nvPr/>
        </p:nvSpPr>
        <p:spPr>
          <a:xfrm rot="16200000">
            <a:off x="1686776" y="2804851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FF4A9012-49CF-B0BF-44DE-892364756D13}"/>
              </a:ext>
            </a:extLst>
          </p:cNvPr>
          <p:cNvSpPr/>
          <p:nvPr/>
        </p:nvSpPr>
        <p:spPr>
          <a:xfrm rot="16200000">
            <a:off x="2684775" y="2804851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83C7E23E-B8D4-F382-7B47-5F6DEF24A9DE}"/>
              </a:ext>
            </a:extLst>
          </p:cNvPr>
          <p:cNvSpPr/>
          <p:nvPr/>
        </p:nvSpPr>
        <p:spPr>
          <a:xfrm rot="16200000">
            <a:off x="638372" y="4405880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E4B0BEA2-8FC1-D318-78CE-F60AF5759215}"/>
              </a:ext>
            </a:extLst>
          </p:cNvPr>
          <p:cNvSpPr/>
          <p:nvPr/>
        </p:nvSpPr>
        <p:spPr>
          <a:xfrm rot="16200000">
            <a:off x="1686775" y="4394798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AE3262B7-C7B5-21AE-2F7F-97B367DC8BD9}"/>
              </a:ext>
            </a:extLst>
          </p:cNvPr>
          <p:cNvSpPr/>
          <p:nvPr/>
        </p:nvSpPr>
        <p:spPr>
          <a:xfrm rot="16200000">
            <a:off x="2684774" y="4394798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414303A-51A5-4F5D-8101-A6C1FA79010A}"/>
              </a:ext>
            </a:extLst>
          </p:cNvPr>
          <p:cNvSpPr/>
          <p:nvPr/>
        </p:nvSpPr>
        <p:spPr>
          <a:xfrm>
            <a:off x="1178992" y="3708016"/>
            <a:ext cx="393192" cy="2913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9E783A7-392D-9D16-BF5F-690D7F33F62C}"/>
              </a:ext>
            </a:extLst>
          </p:cNvPr>
          <p:cNvSpPr/>
          <p:nvPr/>
        </p:nvSpPr>
        <p:spPr>
          <a:xfrm>
            <a:off x="2195046" y="3722829"/>
            <a:ext cx="393192" cy="2913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44F1A8-4526-3037-AF08-E4BED84B9118}"/>
              </a:ext>
            </a:extLst>
          </p:cNvPr>
          <p:cNvSpPr txBox="1"/>
          <p:nvPr/>
        </p:nvSpPr>
        <p:spPr>
          <a:xfrm>
            <a:off x="752006" y="1885427"/>
            <a:ext cx="19784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many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EC97FB-2EB3-6FFB-D939-0ACB2E377530}"/>
              </a:ext>
            </a:extLst>
          </p:cNvPr>
          <p:cNvSpPr/>
          <p:nvPr/>
        </p:nvSpPr>
        <p:spPr>
          <a:xfrm>
            <a:off x="6316649" y="2409160"/>
            <a:ext cx="530352" cy="4616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9F585BE-B2D4-7C88-BD81-9DF983BE74DF}"/>
              </a:ext>
            </a:extLst>
          </p:cNvPr>
          <p:cNvSpPr/>
          <p:nvPr/>
        </p:nvSpPr>
        <p:spPr>
          <a:xfrm>
            <a:off x="4295339" y="3311816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2937FA8-D56F-18E5-4265-71A3817F1DF0}"/>
              </a:ext>
            </a:extLst>
          </p:cNvPr>
          <p:cNvSpPr/>
          <p:nvPr/>
        </p:nvSpPr>
        <p:spPr>
          <a:xfrm>
            <a:off x="5352994" y="3311816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B7A95BB-8692-949A-24A4-0596BDBE5830}"/>
              </a:ext>
            </a:extLst>
          </p:cNvPr>
          <p:cNvSpPr/>
          <p:nvPr/>
        </p:nvSpPr>
        <p:spPr>
          <a:xfrm>
            <a:off x="6316649" y="3311816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47C38E3-C277-38A2-36EE-AC855D54FAA2}"/>
              </a:ext>
            </a:extLst>
          </p:cNvPr>
          <p:cNvSpPr/>
          <p:nvPr/>
        </p:nvSpPr>
        <p:spPr>
          <a:xfrm>
            <a:off x="4295339" y="4901764"/>
            <a:ext cx="530352" cy="5547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966F93E-9C44-F588-E96E-851B81F90163}"/>
              </a:ext>
            </a:extLst>
          </p:cNvPr>
          <p:cNvSpPr/>
          <p:nvPr/>
        </p:nvSpPr>
        <p:spPr>
          <a:xfrm>
            <a:off x="5352994" y="4901764"/>
            <a:ext cx="530352" cy="5547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80352DE-BEBF-D96D-0BB1-37C9AA3E35DA}"/>
              </a:ext>
            </a:extLst>
          </p:cNvPr>
          <p:cNvSpPr/>
          <p:nvPr/>
        </p:nvSpPr>
        <p:spPr>
          <a:xfrm>
            <a:off x="6316649" y="4901764"/>
            <a:ext cx="530352" cy="5547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Arrow: Right 34">
            <a:extLst>
              <a:ext uri="{FF2B5EF4-FFF2-40B4-BE49-F238E27FC236}">
                <a16:creationId xmlns:a16="http://schemas.microsoft.com/office/drawing/2014/main" id="{96BE83BD-62C1-55F0-4B57-516EFFBA1CDB}"/>
              </a:ext>
            </a:extLst>
          </p:cNvPr>
          <p:cNvSpPr/>
          <p:nvPr/>
        </p:nvSpPr>
        <p:spPr>
          <a:xfrm rot="16200000">
            <a:off x="6413186" y="2831893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D4C91A89-F3C0-DE29-E3E6-3E8FDBBDCC9A}"/>
              </a:ext>
            </a:extLst>
          </p:cNvPr>
          <p:cNvSpPr/>
          <p:nvPr/>
        </p:nvSpPr>
        <p:spPr>
          <a:xfrm rot="16200000">
            <a:off x="4366783" y="4432922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Arrow: Right 36">
            <a:extLst>
              <a:ext uri="{FF2B5EF4-FFF2-40B4-BE49-F238E27FC236}">
                <a16:creationId xmlns:a16="http://schemas.microsoft.com/office/drawing/2014/main" id="{1EB290F6-6CDE-B558-55DC-D6552EA6F235}"/>
              </a:ext>
            </a:extLst>
          </p:cNvPr>
          <p:cNvSpPr/>
          <p:nvPr/>
        </p:nvSpPr>
        <p:spPr>
          <a:xfrm rot="16200000">
            <a:off x="5415186" y="4421840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row: Right 37">
            <a:extLst>
              <a:ext uri="{FF2B5EF4-FFF2-40B4-BE49-F238E27FC236}">
                <a16:creationId xmlns:a16="http://schemas.microsoft.com/office/drawing/2014/main" id="{B6120CEE-9E96-B8E2-FA4A-0C774F3D18F8}"/>
              </a:ext>
            </a:extLst>
          </p:cNvPr>
          <p:cNvSpPr/>
          <p:nvPr/>
        </p:nvSpPr>
        <p:spPr>
          <a:xfrm rot="16200000">
            <a:off x="6413185" y="4421840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row: Right 38">
            <a:extLst>
              <a:ext uri="{FF2B5EF4-FFF2-40B4-BE49-F238E27FC236}">
                <a16:creationId xmlns:a16="http://schemas.microsoft.com/office/drawing/2014/main" id="{0D4F3B54-D504-CA25-1F29-8626BB619057}"/>
              </a:ext>
            </a:extLst>
          </p:cNvPr>
          <p:cNvSpPr/>
          <p:nvPr/>
        </p:nvSpPr>
        <p:spPr>
          <a:xfrm>
            <a:off x="4907403" y="3735058"/>
            <a:ext cx="393192" cy="2913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Right 39">
            <a:extLst>
              <a:ext uri="{FF2B5EF4-FFF2-40B4-BE49-F238E27FC236}">
                <a16:creationId xmlns:a16="http://schemas.microsoft.com/office/drawing/2014/main" id="{C19D7E06-C2D0-B75C-04B5-B816134142C9}"/>
              </a:ext>
            </a:extLst>
          </p:cNvPr>
          <p:cNvSpPr/>
          <p:nvPr/>
        </p:nvSpPr>
        <p:spPr>
          <a:xfrm>
            <a:off x="5923457" y="3749871"/>
            <a:ext cx="393192" cy="2913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C49C477-D60D-A787-9360-1C8D88A4D70A}"/>
              </a:ext>
            </a:extLst>
          </p:cNvPr>
          <p:cNvSpPr txBox="1"/>
          <p:nvPr/>
        </p:nvSpPr>
        <p:spPr>
          <a:xfrm>
            <a:off x="4792129" y="1901387"/>
            <a:ext cx="17677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one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752DF2-3566-72E8-37CA-760AE4A0DDC4}"/>
              </a:ext>
            </a:extLst>
          </p:cNvPr>
          <p:cNvSpPr/>
          <p:nvPr/>
        </p:nvSpPr>
        <p:spPr>
          <a:xfrm>
            <a:off x="8722228" y="2526344"/>
            <a:ext cx="530352" cy="4616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033CC237-B0A6-38DC-DDB9-AFBCAF5C6323}"/>
              </a:ext>
            </a:extLst>
          </p:cNvPr>
          <p:cNvSpPr/>
          <p:nvPr/>
        </p:nvSpPr>
        <p:spPr>
          <a:xfrm>
            <a:off x="9779883" y="2526344"/>
            <a:ext cx="530352" cy="4616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550E00F5-0BD2-0A1E-BC4F-D171F8A0C028}"/>
              </a:ext>
            </a:extLst>
          </p:cNvPr>
          <p:cNvSpPr/>
          <p:nvPr/>
        </p:nvSpPr>
        <p:spPr>
          <a:xfrm>
            <a:off x="10743538" y="2526344"/>
            <a:ext cx="530352" cy="461665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64BFC0BB-CA69-78A4-A722-617A1A2EE0E4}"/>
              </a:ext>
            </a:extLst>
          </p:cNvPr>
          <p:cNvSpPr/>
          <p:nvPr/>
        </p:nvSpPr>
        <p:spPr>
          <a:xfrm>
            <a:off x="8722228" y="3429000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7714864-04B1-3602-2932-4EED7D82B0AC}"/>
              </a:ext>
            </a:extLst>
          </p:cNvPr>
          <p:cNvSpPr/>
          <p:nvPr/>
        </p:nvSpPr>
        <p:spPr>
          <a:xfrm>
            <a:off x="9779883" y="3429000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79013BE2-5E55-9CED-0FD2-44E6E1DF3121}"/>
              </a:ext>
            </a:extLst>
          </p:cNvPr>
          <p:cNvSpPr/>
          <p:nvPr/>
        </p:nvSpPr>
        <p:spPr>
          <a:xfrm>
            <a:off x="10743538" y="3429000"/>
            <a:ext cx="530352" cy="1137874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B4A26B4-E1EE-940F-60B7-6F2A8EEA61C0}"/>
              </a:ext>
            </a:extLst>
          </p:cNvPr>
          <p:cNvSpPr/>
          <p:nvPr/>
        </p:nvSpPr>
        <p:spPr>
          <a:xfrm>
            <a:off x="8722228" y="5018948"/>
            <a:ext cx="530352" cy="55473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Arrow: Right 50">
            <a:extLst>
              <a:ext uri="{FF2B5EF4-FFF2-40B4-BE49-F238E27FC236}">
                <a16:creationId xmlns:a16="http://schemas.microsoft.com/office/drawing/2014/main" id="{61AF5F56-3F8E-AC48-0569-12F283EB51F1}"/>
              </a:ext>
            </a:extLst>
          </p:cNvPr>
          <p:cNvSpPr/>
          <p:nvPr/>
        </p:nvSpPr>
        <p:spPr>
          <a:xfrm rot="16200000">
            <a:off x="8793673" y="2960159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Arrow: Right 51">
            <a:extLst>
              <a:ext uri="{FF2B5EF4-FFF2-40B4-BE49-F238E27FC236}">
                <a16:creationId xmlns:a16="http://schemas.microsoft.com/office/drawing/2014/main" id="{D35AB366-1D02-5B5B-A703-802824D679F5}"/>
              </a:ext>
            </a:extLst>
          </p:cNvPr>
          <p:cNvSpPr/>
          <p:nvPr/>
        </p:nvSpPr>
        <p:spPr>
          <a:xfrm rot="16200000">
            <a:off x="9842076" y="2949077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Arrow: Right 52">
            <a:extLst>
              <a:ext uri="{FF2B5EF4-FFF2-40B4-BE49-F238E27FC236}">
                <a16:creationId xmlns:a16="http://schemas.microsoft.com/office/drawing/2014/main" id="{21D0AA96-20C9-9CAD-B1A3-938D32C6EFC7}"/>
              </a:ext>
            </a:extLst>
          </p:cNvPr>
          <p:cNvSpPr/>
          <p:nvPr/>
        </p:nvSpPr>
        <p:spPr>
          <a:xfrm rot="16200000">
            <a:off x="10840075" y="2949077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Arrow: Right 53">
            <a:extLst>
              <a:ext uri="{FF2B5EF4-FFF2-40B4-BE49-F238E27FC236}">
                <a16:creationId xmlns:a16="http://schemas.microsoft.com/office/drawing/2014/main" id="{3633591D-31F1-0B2B-99F4-EE527936043E}"/>
              </a:ext>
            </a:extLst>
          </p:cNvPr>
          <p:cNvSpPr/>
          <p:nvPr/>
        </p:nvSpPr>
        <p:spPr>
          <a:xfrm rot="16200000">
            <a:off x="8793672" y="4550106"/>
            <a:ext cx="405966" cy="46166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Arrow: Right 56">
            <a:extLst>
              <a:ext uri="{FF2B5EF4-FFF2-40B4-BE49-F238E27FC236}">
                <a16:creationId xmlns:a16="http://schemas.microsoft.com/office/drawing/2014/main" id="{5B270F5C-3D8F-D541-F708-2F3B78EBDC28}"/>
              </a:ext>
            </a:extLst>
          </p:cNvPr>
          <p:cNvSpPr/>
          <p:nvPr/>
        </p:nvSpPr>
        <p:spPr>
          <a:xfrm>
            <a:off x="9334292" y="3852242"/>
            <a:ext cx="393192" cy="2913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0C5DF5CF-44DB-6037-607E-1FBF305757C4}"/>
              </a:ext>
            </a:extLst>
          </p:cNvPr>
          <p:cNvSpPr/>
          <p:nvPr/>
        </p:nvSpPr>
        <p:spPr>
          <a:xfrm>
            <a:off x="10350346" y="3867055"/>
            <a:ext cx="393192" cy="29138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08F9D1-3B68-3C43-A986-B2C599C5E07B}"/>
              </a:ext>
            </a:extLst>
          </p:cNvPr>
          <p:cNvSpPr txBox="1"/>
          <p:nvPr/>
        </p:nvSpPr>
        <p:spPr>
          <a:xfrm>
            <a:off x="8907306" y="2029653"/>
            <a:ext cx="179177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to many</a:t>
            </a:r>
          </a:p>
        </p:txBody>
      </p:sp>
    </p:spTree>
    <p:extLst>
      <p:ext uri="{BB962C8B-B14F-4D97-AF65-F5344CB8AC3E}">
        <p14:creationId xmlns:p14="http://schemas.microsoft.com/office/powerpoint/2010/main" val="3245406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74BA4-8841-D3FA-163E-24196BBA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261676B-10E6-DA94-301A-7B0EA0AF1D9C}"/>
              </a:ext>
            </a:extLst>
          </p:cNvPr>
          <p:cNvSpPr txBox="1"/>
          <p:nvPr/>
        </p:nvSpPr>
        <p:spPr>
          <a:xfrm>
            <a:off x="403184" y="311557"/>
            <a:ext cx="95646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Language translation: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Represented as shown below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87BDED4-0B69-A98E-156C-1900574FD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19910" y="147711"/>
            <a:ext cx="5570974" cy="2148881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FE85C568-E602-0507-EFB4-E39E997C45C0}"/>
              </a:ext>
            </a:extLst>
          </p:cNvPr>
          <p:cNvSpPr/>
          <p:nvPr/>
        </p:nvSpPr>
        <p:spPr>
          <a:xfrm>
            <a:off x="211310" y="4012705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F03B8C4A-C688-FAFC-0AFC-A04FB83F50F4}"/>
              </a:ext>
            </a:extLst>
          </p:cNvPr>
          <p:cNvSpPr/>
          <p:nvPr/>
        </p:nvSpPr>
        <p:spPr>
          <a:xfrm rot="16200000">
            <a:off x="24468" y="4882297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3E1E6A4-6C00-459D-C7D1-5BC593E2A209}"/>
              </a:ext>
            </a:extLst>
          </p:cNvPr>
          <p:cNvSpPr/>
          <p:nvPr/>
        </p:nvSpPr>
        <p:spPr>
          <a:xfrm>
            <a:off x="50110" y="5730179"/>
            <a:ext cx="1268190" cy="7934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  <a:p>
            <a:pPr algn="ctr"/>
            <a:r>
              <a:rPr lang="en-US" sz="2400" dirty="0"/>
              <a:t>how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6A7FA7C-BF6F-DE9E-B220-1E4A78895D8B}"/>
              </a:ext>
            </a:extLst>
          </p:cNvPr>
          <p:cNvSpPr/>
          <p:nvPr/>
        </p:nvSpPr>
        <p:spPr>
          <a:xfrm>
            <a:off x="1642649" y="5753002"/>
            <a:ext cx="657091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  <a:p>
            <a:pPr algn="ctr"/>
            <a:r>
              <a:rPr lang="en-US" sz="2400" dirty="0"/>
              <a:t>are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F0A9A69-C9FE-832E-500E-F5BB9F1DAEFA}"/>
              </a:ext>
            </a:extLst>
          </p:cNvPr>
          <p:cNvSpPr/>
          <p:nvPr/>
        </p:nvSpPr>
        <p:spPr>
          <a:xfrm>
            <a:off x="3036744" y="5771827"/>
            <a:ext cx="657091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  <a:p>
            <a:pPr algn="ctr"/>
            <a:r>
              <a:rPr lang="en-US" sz="2400" dirty="0"/>
              <a:t>you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4B39BB7-8324-830C-836E-73DA2C312722}"/>
              </a:ext>
            </a:extLst>
          </p:cNvPr>
          <p:cNvSpPr/>
          <p:nvPr/>
        </p:nvSpPr>
        <p:spPr>
          <a:xfrm>
            <a:off x="1619109" y="4067564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1E91FA4B-7EFA-105F-B1EC-C419855FF82E}"/>
              </a:ext>
            </a:extLst>
          </p:cNvPr>
          <p:cNvSpPr/>
          <p:nvPr/>
        </p:nvSpPr>
        <p:spPr>
          <a:xfrm rot="16200000">
            <a:off x="1377367" y="4958223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EE1CAD-2BBA-FD57-2CAF-BE1D78C5800D}"/>
              </a:ext>
            </a:extLst>
          </p:cNvPr>
          <p:cNvSpPr/>
          <p:nvPr/>
        </p:nvSpPr>
        <p:spPr>
          <a:xfrm>
            <a:off x="3001186" y="4124382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E2205311-6065-8E1A-DA6B-F69A605425E3}"/>
              </a:ext>
            </a:extLst>
          </p:cNvPr>
          <p:cNvSpPr/>
          <p:nvPr/>
        </p:nvSpPr>
        <p:spPr>
          <a:xfrm rot="16200000">
            <a:off x="2869134" y="5003024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AF0492-008A-AD57-ED8C-5E0346270062}"/>
              </a:ext>
            </a:extLst>
          </p:cNvPr>
          <p:cNvSpPr/>
          <p:nvPr/>
        </p:nvSpPr>
        <p:spPr>
          <a:xfrm>
            <a:off x="4264218" y="4144451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111EB1A9-D687-7444-F1EF-F55341A6F4AD}"/>
              </a:ext>
            </a:extLst>
          </p:cNvPr>
          <p:cNvSpPr/>
          <p:nvPr/>
        </p:nvSpPr>
        <p:spPr>
          <a:xfrm rot="16200000">
            <a:off x="4100790" y="4969098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4F136D3-5408-2714-4248-0460774CEDA8}"/>
              </a:ext>
            </a:extLst>
          </p:cNvPr>
          <p:cNvSpPr/>
          <p:nvPr/>
        </p:nvSpPr>
        <p:spPr>
          <a:xfrm>
            <a:off x="937128" y="411629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B09A6EC5-8BF3-F9F5-0B0E-EB2129FCAD8C}"/>
              </a:ext>
            </a:extLst>
          </p:cNvPr>
          <p:cNvSpPr/>
          <p:nvPr/>
        </p:nvSpPr>
        <p:spPr>
          <a:xfrm>
            <a:off x="2323616" y="414015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347F6C5B-5681-D89E-F067-691BEB90FEAE}"/>
              </a:ext>
            </a:extLst>
          </p:cNvPr>
          <p:cNvSpPr/>
          <p:nvPr/>
        </p:nvSpPr>
        <p:spPr>
          <a:xfrm>
            <a:off x="5010878" y="419994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CAD59D92-E785-2538-E96E-4063C269F764}"/>
              </a:ext>
            </a:extLst>
          </p:cNvPr>
          <p:cNvSpPr/>
          <p:nvPr/>
        </p:nvSpPr>
        <p:spPr>
          <a:xfrm>
            <a:off x="3714757" y="417178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AE2FF706-3006-914F-E80C-16E584F42B63}"/>
              </a:ext>
            </a:extLst>
          </p:cNvPr>
          <p:cNvSpPr/>
          <p:nvPr/>
        </p:nvSpPr>
        <p:spPr>
          <a:xfrm rot="16200000">
            <a:off x="124324" y="3376694"/>
            <a:ext cx="757490" cy="47371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A8AE3E3B-D60B-5EB5-FFED-FD0F5AE3B372}"/>
              </a:ext>
            </a:extLst>
          </p:cNvPr>
          <p:cNvSpPr/>
          <p:nvPr/>
        </p:nvSpPr>
        <p:spPr>
          <a:xfrm rot="16200000">
            <a:off x="1523913" y="3376694"/>
            <a:ext cx="757490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8BD9D0D-EEFE-63DE-E59A-F77B5C7DA7FB}"/>
              </a:ext>
            </a:extLst>
          </p:cNvPr>
          <p:cNvSpPr/>
          <p:nvPr/>
        </p:nvSpPr>
        <p:spPr>
          <a:xfrm rot="16200000">
            <a:off x="2937615" y="3451961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C0BA6D7-4383-3167-9AEF-91515F7B743E}"/>
              </a:ext>
            </a:extLst>
          </p:cNvPr>
          <p:cNvSpPr/>
          <p:nvPr/>
        </p:nvSpPr>
        <p:spPr>
          <a:xfrm rot="16200000">
            <a:off x="4119695" y="3459682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E4A2E45-CD9E-3D55-D587-38257BADBF43}"/>
              </a:ext>
            </a:extLst>
          </p:cNvPr>
          <p:cNvSpPr/>
          <p:nvPr/>
        </p:nvSpPr>
        <p:spPr>
          <a:xfrm>
            <a:off x="5685299" y="4132672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Arrow: Right 25">
            <a:extLst>
              <a:ext uri="{FF2B5EF4-FFF2-40B4-BE49-F238E27FC236}">
                <a16:creationId xmlns:a16="http://schemas.microsoft.com/office/drawing/2014/main" id="{16193C55-6E06-9E51-00BE-7BD7998A2F86}"/>
              </a:ext>
            </a:extLst>
          </p:cNvPr>
          <p:cNvSpPr/>
          <p:nvPr/>
        </p:nvSpPr>
        <p:spPr>
          <a:xfrm rot="16200000">
            <a:off x="5521871" y="4957319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36A5CB18-9035-F111-AC01-4650D0DCACCC}"/>
              </a:ext>
            </a:extLst>
          </p:cNvPr>
          <p:cNvSpPr/>
          <p:nvPr/>
        </p:nvSpPr>
        <p:spPr>
          <a:xfrm>
            <a:off x="6431959" y="4188162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6986834E-C389-50E0-2EAC-FC122599CB7A}"/>
              </a:ext>
            </a:extLst>
          </p:cNvPr>
          <p:cNvSpPr/>
          <p:nvPr/>
        </p:nvSpPr>
        <p:spPr>
          <a:xfrm rot="16200000">
            <a:off x="5540776" y="3447903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10676D6-057F-00AA-70D2-D0620C0C5C44}"/>
              </a:ext>
            </a:extLst>
          </p:cNvPr>
          <p:cNvSpPr/>
          <p:nvPr/>
        </p:nvSpPr>
        <p:spPr>
          <a:xfrm>
            <a:off x="7205567" y="4095740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Arrow: Right 30">
            <a:extLst>
              <a:ext uri="{FF2B5EF4-FFF2-40B4-BE49-F238E27FC236}">
                <a16:creationId xmlns:a16="http://schemas.microsoft.com/office/drawing/2014/main" id="{E40E1C57-B4A6-03D3-FBB6-BAFE1F80A02E}"/>
              </a:ext>
            </a:extLst>
          </p:cNvPr>
          <p:cNvSpPr/>
          <p:nvPr/>
        </p:nvSpPr>
        <p:spPr>
          <a:xfrm rot="16200000">
            <a:off x="7042139" y="4920387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9E6FB62B-1294-F015-D196-A3BD5540C6C8}"/>
              </a:ext>
            </a:extLst>
          </p:cNvPr>
          <p:cNvSpPr/>
          <p:nvPr/>
        </p:nvSpPr>
        <p:spPr>
          <a:xfrm rot="16200000">
            <a:off x="7061044" y="3410971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69B74D8-6722-D423-14C6-62AFB2B8ECAE}"/>
              </a:ext>
            </a:extLst>
          </p:cNvPr>
          <p:cNvSpPr/>
          <p:nvPr/>
        </p:nvSpPr>
        <p:spPr>
          <a:xfrm>
            <a:off x="5524336" y="2452214"/>
            <a:ext cx="929152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Como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E36E5DFF-FF81-9690-0A61-812BAEB0537D}"/>
              </a:ext>
            </a:extLst>
          </p:cNvPr>
          <p:cNvSpPr/>
          <p:nvPr/>
        </p:nvSpPr>
        <p:spPr>
          <a:xfrm>
            <a:off x="6923892" y="2403810"/>
            <a:ext cx="929152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/>
              <a:t>Estas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15077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7ACF9-90D7-8583-5553-E47B791A6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538277-D55E-7E01-1558-1001EDE28DF6}"/>
              </a:ext>
            </a:extLst>
          </p:cNvPr>
          <p:cNvSpPr txBox="1"/>
          <p:nvPr/>
        </p:nvSpPr>
        <p:spPr>
          <a:xfrm>
            <a:off x="374904" y="311557"/>
            <a:ext cx="69768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works at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16690-A986-65F0-C594-AD71A2819CA1}"/>
              </a:ext>
            </a:extLst>
          </p:cNvPr>
          <p:cNvSpPr txBox="1"/>
          <p:nvPr/>
        </p:nvSpPr>
        <p:spPr>
          <a:xfrm>
            <a:off x="8245767" y="311557"/>
            <a:ext cx="24479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       → 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      → O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→ 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Academy    → ORG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1C879B4A-BA85-381F-DBBB-D49186E0C94C}"/>
              </a:ext>
            </a:extLst>
          </p:cNvPr>
          <p:cNvSpPr/>
          <p:nvPr/>
        </p:nvSpPr>
        <p:spPr>
          <a:xfrm>
            <a:off x="374903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18A81201-CF71-3B73-88F6-8D04E684DD70}"/>
              </a:ext>
            </a:extLst>
          </p:cNvPr>
          <p:cNvSpPr/>
          <p:nvPr/>
        </p:nvSpPr>
        <p:spPr>
          <a:xfrm rot="16200000">
            <a:off x="368367" y="526369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79C903B-AEA6-A349-8FCD-4A39814042AB}"/>
              </a:ext>
            </a:extLst>
          </p:cNvPr>
          <p:cNvSpPr/>
          <p:nvPr/>
        </p:nvSpPr>
        <p:spPr>
          <a:xfrm>
            <a:off x="173073" y="5916967"/>
            <a:ext cx="1139403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  <a:p>
            <a:pPr algn="ctr"/>
            <a:r>
              <a:rPr lang="en-US" sz="2400" dirty="0"/>
              <a:t>John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6DDD85-D37B-D3D4-8263-49F2CDFE5A9D}"/>
              </a:ext>
            </a:extLst>
          </p:cNvPr>
          <p:cNvSpPr/>
          <p:nvPr/>
        </p:nvSpPr>
        <p:spPr>
          <a:xfrm>
            <a:off x="1682601" y="5915310"/>
            <a:ext cx="1064516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  <a:p>
            <a:pPr algn="ctr"/>
            <a:r>
              <a:rPr lang="en-US" sz="2400" dirty="0"/>
              <a:t>works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B1E775F-A7C1-7D60-CE87-9E0E4ABD7945}"/>
              </a:ext>
            </a:extLst>
          </p:cNvPr>
          <p:cNvSpPr/>
          <p:nvPr/>
        </p:nvSpPr>
        <p:spPr>
          <a:xfrm>
            <a:off x="3193022" y="5942117"/>
            <a:ext cx="1064516" cy="7478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  <a:p>
            <a:pPr algn="ctr"/>
            <a:r>
              <a:rPr lang="en-US" sz="2400" dirty="0"/>
              <a:t>at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0EA8D9-24AC-B043-AAEF-317232776377}"/>
              </a:ext>
            </a:extLst>
          </p:cNvPr>
          <p:cNvSpPr/>
          <p:nvPr/>
        </p:nvSpPr>
        <p:spPr>
          <a:xfrm>
            <a:off x="1914141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1C247BB-3414-F6B9-E775-126ACC1824DE}"/>
              </a:ext>
            </a:extLst>
          </p:cNvPr>
          <p:cNvSpPr/>
          <p:nvPr/>
        </p:nvSpPr>
        <p:spPr>
          <a:xfrm rot="16200000">
            <a:off x="1946466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97F7D41-35F0-B643-A68C-5C04F3C1A1A9}"/>
              </a:ext>
            </a:extLst>
          </p:cNvPr>
          <p:cNvSpPr/>
          <p:nvPr/>
        </p:nvSpPr>
        <p:spPr>
          <a:xfrm>
            <a:off x="3350509" y="4693508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9D9E82C2-CD4E-E534-4571-D1DE4FF89716}"/>
              </a:ext>
            </a:extLst>
          </p:cNvPr>
          <p:cNvSpPr/>
          <p:nvPr/>
        </p:nvSpPr>
        <p:spPr>
          <a:xfrm rot="16200000">
            <a:off x="3298253" y="5290313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E82CD4-F569-FD13-4F03-98CBD923BB51}"/>
              </a:ext>
            </a:extLst>
          </p:cNvPr>
          <p:cNvSpPr/>
          <p:nvPr/>
        </p:nvSpPr>
        <p:spPr>
          <a:xfrm>
            <a:off x="4681040" y="4687484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5070FC43-02E8-ED7D-9013-D637E90D301E}"/>
              </a:ext>
            </a:extLst>
          </p:cNvPr>
          <p:cNvSpPr/>
          <p:nvPr/>
        </p:nvSpPr>
        <p:spPr>
          <a:xfrm rot="16200000">
            <a:off x="4716795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775C6572-A106-00BF-114A-7468D7D31970}"/>
              </a:ext>
            </a:extLst>
          </p:cNvPr>
          <p:cNvSpPr/>
          <p:nvPr/>
        </p:nvSpPr>
        <p:spPr>
          <a:xfrm>
            <a:off x="1167088" y="469661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77C9AA0D-6694-5976-C790-5AB3D816E8EB}"/>
              </a:ext>
            </a:extLst>
          </p:cNvPr>
          <p:cNvSpPr/>
          <p:nvPr/>
        </p:nvSpPr>
        <p:spPr>
          <a:xfrm>
            <a:off x="2665179" y="4687484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0D7F633D-1BCF-3E8E-616C-FEA29207AE1A}"/>
              </a:ext>
            </a:extLst>
          </p:cNvPr>
          <p:cNvSpPr/>
          <p:nvPr/>
        </p:nvSpPr>
        <p:spPr>
          <a:xfrm>
            <a:off x="5431730" y="478066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C3C7073B-31FF-5927-759B-9A03605A89E6}"/>
              </a:ext>
            </a:extLst>
          </p:cNvPr>
          <p:cNvSpPr/>
          <p:nvPr/>
        </p:nvSpPr>
        <p:spPr>
          <a:xfrm>
            <a:off x="4463152" y="5936999"/>
            <a:ext cx="1542288" cy="7730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  <a:p>
            <a:pPr algn="ctr"/>
            <a:r>
              <a:rPr lang="en-US" sz="2400" dirty="0" err="1"/>
              <a:t>Loxford</a:t>
            </a:r>
            <a:endParaRPr lang="en-US" sz="24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1E3A32ED-548A-0AA6-5E82-567D25069432}"/>
              </a:ext>
            </a:extLst>
          </p:cNvPr>
          <p:cNvSpPr/>
          <p:nvPr/>
        </p:nvSpPr>
        <p:spPr>
          <a:xfrm>
            <a:off x="4051925" y="4769767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968C913C-AAA6-4C05-7ABC-39D2100EB490}"/>
              </a:ext>
            </a:extLst>
          </p:cNvPr>
          <p:cNvSpPr/>
          <p:nvPr/>
        </p:nvSpPr>
        <p:spPr>
          <a:xfrm rot="16200000">
            <a:off x="398804" y="4130125"/>
            <a:ext cx="495120" cy="34654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CA2FFBCB-B7D7-C2DD-E2FC-6E1858263AB4}"/>
              </a:ext>
            </a:extLst>
          </p:cNvPr>
          <p:cNvSpPr/>
          <p:nvPr/>
        </p:nvSpPr>
        <p:spPr>
          <a:xfrm rot="16200000">
            <a:off x="1918621" y="4140341"/>
            <a:ext cx="495118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8E113A70-B8C4-BBC6-E47E-BA934D0FAE35}"/>
              </a:ext>
            </a:extLst>
          </p:cNvPr>
          <p:cNvSpPr/>
          <p:nvPr/>
        </p:nvSpPr>
        <p:spPr>
          <a:xfrm rot="16200000">
            <a:off x="3362995" y="4140340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9E10FD69-CD24-87B5-9120-200D7EAD3757}"/>
              </a:ext>
            </a:extLst>
          </p:cNvPr>
          <p:cNvSpPr/>
          <p:nvPr/>
        </p:nvSpPr>
        <p:spPr>
          <a:xfrm rot="16200000">
            <a:off x="4762204" y="4175981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C7DCBF-F92F-C5B2-B387-391257E053EC}"/>
              </a:ext>
            </a:extLst>
          </p:cNvPr>
          <p:cNvSpPr/>
          <p:nvPr/>
        </p:nvSpPr>
        <p:spPr>
          <a:xfrm>
            <a:off x="395365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1EE3C4F-552C-4107-E261-3F9E47BA6F25}"/>
              </a:ext>
            </a:extLst>
          </p:cNvPr>
          <p:cNvSpPr/>
          <p:nvPr/>
        </p:nvSpPr>
        <p:spPr>
          <a:xfrm>
            <a:off x="1910710" y="3613836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B92A7A8-80B2-17AB-6504-F14BFF5DBF12}"/>
              </a:ext>
            </a:extLst>
          </p:cNvPr>
          <p:cNvSpPr/>
          <p:nvPr/>
        </p:nvSpPr>
        <p:spPr>
          <a:xfrm>
            <a:off x="3368798" y="3641870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DBC6EA5-B0FA-48A7-B6A3-149A8114FAD1}"/>
              </a:ext>
            </a:extLst>
          </p:cNvPr>
          <p:cNvSpPr/>
          <p:nvPr/>
        </p:nvSpPr>
        <p:spPr>
          <a:xfrm>
            <a:off x="4779142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4CE243BC-8182-6899-CDF2-817153EDBA03}"/>
              </a:ext>
            </a:extLst>
          </p:cNvPr>
          <p:cNvSpPr txBox="1"/>
          <p:nvPr/>
        </p:nvSpPr>
        <p:spPr>
          <a:xfrm>
            <a:off x="7141464" y="3457204"/>
            <a:ext cx="2424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detects ORG entity</a:t>
            </a:r>
          </a:p>
        </p:txBody>
      </p:sp>
    </p:spTree>
    <p:extLst>
      <p:ext uri="{BB962C8B-B14F-4D97-AF65-F5344CB8AC3E}">
        <p14:creationId xmlns:p14="http://schemas.microsoft.com/office/powerpoint/2010/main" val="657640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0692-3A2C-90A9-F304-385CC0106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A323DB-3391-0F91-A077-3418886E1FF1}"/>
              </a:ext>
            </a:extLst>
          </p:cNvPr>
          <p:cNvSpPr txBox="1"/>
          <p:nvPr/>
        </p:nvSpPr>
        <p:spPr>
          <a:xfrm>
            <a:off x="374904" y="311557"/>
            <a:ext cx="69768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Named Entity Recognition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works at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Academy.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F6D5F0-7365-7B5E-DD58-850F404635A8}"/>
              </a:ext>
            </a:extLst>
          </p:cNvPr>
          <p:cNvSpPr txBox="1"/>
          <p:nvPr/>
        </p:nvSpPr>
        <p:spPr>
          <a:xfrm>
            <a:off x="8245767" y="311557"/>
            <a:ext cx="24479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X </a:t>
            </a:r>
            <a:r>
              <a:rPr lang="en-US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               </a:t>
            </a:r>
            <a:r>
              <a:rPr lang="en-US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</a:t>
            </a:r>
          </a:p>
          <a:p>
            <a:endParaRPr lang="en-US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John        → PER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works       → O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at               → O</a:t>
            </a:r>
          </a:p>
          <a:p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Loxford</a:t>
            </a:r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    → ORG</a:t>
            </a:r>
          </a:p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Academy    → ORG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B6B1B278-6055-CA38-0187-2F68009DFA43}"/>
              </a:ext>
            </a:extLst>
          </p:cNvPr>
          <p:cNvSpPr/>
          <p:nvPr/>
        </p:nvSpPr>
        <p:spPr>
          <a:xfrm>
            <a:off x="374903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Arrow: Right 2">
            <a:extLst>
              <a:ext uri="{FF2B5EF4-FFF2-40B4-BE49-F238E27FC236}">
                <a16:creationId xmlns:a16="http://schemas.microsoft.com/office/drawing/2014/main" id="{D24A65C5-0E20-695C-9454-07D9F65935E1}"/>
              </a:ext>
            </a:extLst>
          </p:cNvPr>
          <p:cNvSpPr/>
          <p:nvPr/>
        </p:nvSpPr>
        <p:spPr>
          <a:xfrm rot="16200000">
            <a:off x="368367" y="526369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EDF881C-CEE5-E0C1-D46E-BB9A86A7F3A2}"/>
              </a:ext>
            </a:extLst>
          </p:cNvPr>
          <p:cNvSpPr/>
          <p:nvPr/>
        </p:nvSpPr>
        <p:spPr>
          <a:xfrm>
            <a:off x="173073" y="5916967"/>
            <a:ext cx="1139403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X1</a:t>
            </a:r>
          </a:p>
          <a:p>
            <a:pPr algn="ctr"/>
            <a:r>
              <a:rPr lang="en-US" sz="2400" dirty="0"/>
              <a:t>John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B07547-2F1D-BFC5-BC8B-B818B1DCF6A4}"/>
              </a:ext>
            </a:extLst>
          </p:cNvPr>
          <p:cNvSpPr/>
          <p:nvPr/>
        </p:nvSpPr>
        <p:spPr>
          <a:xfrm>
            <a:off x="1682601" y="5915310"/>
            <a:ext cx="1064516" cy="794729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X2</a:t>
            </a:r>
          </a:p>
          <a:p>
            <a:pPr algn="ctr"/>
            <a:r>
              <a:rPr lang="en-US" sz="2400" dirty="0"/>
              <a:t>works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997382E-B78D-7118-4A7F-C59303836794}"/>
              </a:ext>
            </a:extLst>
          </p:cNvPr>
          <p:cNvSpPr/>
          <p:nvPr/>
        </p:nvSpPr>
        <p:spPr>
          <a:xfrm>
            <a:off x="3034388" y="5962149"/>
            <a:ext cx="1064516" cy="74789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X3</a:t>
            </a:r>
          </a:p>
          <a:p>
            <a:pPr algn="ctr"/>
            <a:r>
              <a:rPr lang="en-US" sz="2400" dirty="0"/>
              <a:t>at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A11543B-B5B0-C1B6-AB1B-7A5D196CAFEF}"/>
              </a:ext>
            </a:extLst>
          </p:cNvPr>
          <p:cNvSpPr/>
          <p:nvPr/>
        </p:nvSpPr>
        <p:spPr>
          <a:xfrm>
            <a:off x="1914141" y="4666885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FF579EF-E6DE-86F9-2022-03E6A04AF659}"/>
              </a:ext>
            </a:extLst>
          </p:cNvPr>
          <p:cNvSpPr/>
          <p:nvPr/>
        </p:nvSpPr>
        <p:spPr>
          <a:xfrm rot="16200000">
            <a:off x="1946466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8D0F6EC-00C4-D00D-272B-EFBE1364AAF7}"/>
              </a:ext>
            </a:extLst>
          </p:cNvPr>
          <p:cNvSpPr/>
          <p:nvPr/>
        </p:nvSpPr>
        <p:spPr>
          <a:xfrm>
            <a:off x="3350509" y="4693508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1825005-C61A-AA49-A374-E0E677B57428}"/>
              </a:ext>
            </a:extLst>
          </p:cNvPr>
          <p:cNvSpPr/>
          <p:nvPr/>
        </p:nvSpPr>
        <p:spPr>
          <a:xfrm rot="16200000">
            <a:off x="3298253" y="5290313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7B1D6BD-D034-19B1-071D-50E5F6300E64}"/>
              </a:ext>
            </a:extLst>
          </p:cNvPr>
          <p:cNvSpPr/>
          <p:nvPr/>
        </p:nvSpPr>
        <p:spPr>
          <a:xfrm>
            <a:off x="4681040" y="4687484"/>
            <a:ext cx="501996" cy="49511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4079316F-6494-055A-9921-709FA8393D7A}"/>
              </a:ext>
            </a:extLst>
          </p:cNvPr>
          <p:cNvSpPr/>
          <p:nvPr/>
        </p:nvSpPr>
        <p:spPr>
          <a:xfrm rot="16200000">
            <a:off x="4716795" y="5309410"/>
            <a:ext cx="536786" cy="3956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73D7D72-D2CA-CA46-48D6-675F07B8A40D}"/>
              </a:ext>
            </a:extLst>
          </p:cNvPr>
          <p:cNvSpPr/>
          <p:nvPr/>
        </p:nvSpPr>
        <p:spPr>
          <a:xfrm>
            <a:off x="1167088" y="469661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0C0BD965-7887-22A1-09AC-35878BC33C2E}"/>
              </a:ext>
            </a:extLst>
          </p:cNvPr>
          <p:cNvSpPr/>
          <p:nvPr/>
        </p:nvSpPr>
        <p:spPr>
          <a:xfrm>
            <a:off x="2665179" y="4687484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478CB880-3DEE-C1E9-A86C-7536FB5F2D47}"/>
              </a:ext>
            </a:extLst>
          </p:cNvPr>
          <p:cNvSpPr/>
          <p:nvPr/>
        </p:nvSpPr>
        <p:spPr>
          <a:xfrm>
            <a:off x="5431730" y="4780665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F8B4922-D7EE-EAD6-B487-7C9D265FE96E}"/>
              </a:ext>
            </a:extLst>
          </p:cNvPr>
          <p:cNvSpPr/>
          <p:nvPr/>
        </p:nvSpPr>
        <p:spPr>
          <a:xfrm>
            <a:off x="4386953" y="5926154"/>
            <a:ext cx="1286374" cy="773040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X4</a:t>
            </a:r>
          </a:p>
          <a:p>
            <a:pPr algn="ctr"/>
            <a:r>
              <a:rPr lang="en-US" sz="2400" dirty="0" err="1"/>
              <a:t>Loxford</a:t>
            </a:r>
            <a:endParaRPr lang="en-US" sz="24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99863B5B-31A1-85EA-A865-8F18DAB7B5D0}"/>
              </a:ext>
            </a:extLst>
          </p:cNvPr>
          <p:cNvSpPr/>
          <p:nvPr/>
        </p:nvSpPr>
        <p:spPr>
          <a:xfrm>
            <a:off x="4051925" y="4769767"/>
            <a:ext cx="411227" cy="392237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F1ACA8D2-7568-DFA5-B486-778ED40EF3EB}"/>
              </a:ext>
            </a:extLst>
          </p:cNvPr>
          <p:cNvSpPr/>
          <p:nvPr/>
        </p:nvSpPr>
        <p:spPr>
          <a:xfrm rot="16200000">
            <a:off x="398804" y="4130125"/>
            <a:ext cx="495120" cy="34654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Arrow: Right 22">
            <a:extLst>
              <a:ext uri="{FF2B5EF4-FFF2-40B4-BE49-F238E27FC236}">
                <a16:creationId xmlns:a16="http://schemas.microsoft.com/office/drawing/2014/main" id="{946253D7-349F-75C8-2F7A-6C0300D05A13}"/>
              </a:ext>
            </a:extLst>
          </p:cNvPr>
          <p:cNvSpPr/>
          <p:nvPr/>
        </p:nvSpPr>
        <p:spPr>
          <a:xfrm rot="16200000">
            <a:off x="1918621" y="4140341"/>
            <a:ext cx="495118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3D506D21-1F85-07A0-B177-8E5B0E1B1174}"/>
              </a:ext>
            </a:extLst>
          </p:cNvPr>
          <p:cNvSpPr/>
          <p:nvPr/>
        </p:nvSpPr>
        <p:spPr>
          <a:xfrm rot="16200000">
            <a:off x="3362995" y="4140340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23B3017B-267A-67EE-6386-914378A1D93E}"/>
              </a:ext>
            </a:extLst>
          </p:cNvPr>
          <p:cNvSpPr/>
          <p:nvPr/>
        </p:nvSpPr>
        <p:spPr>
          <a:xfrm rot="16200000">
            <a:off x="4762204" y="4175981"/>
            <a:ext cx="495120" cy="346544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41D9BF-FD09-A5B9-DD0C-2005B72A00CA}"/>
              </a:ext>
            </a:extLst>
          </p:cNvPr>
          <p:cNvSpPr/>
          <p:nvPr/>
        </p:nvSpPr>
        <p:spPr>
          <a:xfrm>
            <a:off x="395365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1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B601008-2371-F29B-5A22-800453A40EB7}"/>
              </a:ext>
            </a:extLst>
          </p:cNvPr>
          <p:cNvSpPr/>
          <p:nvPr/>
        </p:nvSpPr>
        <p:spPr>
          <a:xfrm>
            <a:off x="1898957" y="3590652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76A09FD-909E-F203-D02C-9182878291AC}"/>
              </a:ext>
            </a:extLst>
          </p:cNvPr>
          <p:cNvSpPr/>
          <p:nvPr/>
        </p:nvSpPr>
        <p:spPr>
          <a:xfrm>
            <a:off x="3368798" y="3641870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845AF86-FC74-3532-CE18-A3E7C93BCDE1}"/>
              </a:ext>
            </a:extLst>
          </p:cNvPr>
          <p:cNvSpPr/>
          <p:nvPr/>
        </p:nvSpPr>
        <p:spPr>
          <a:xfrm>
            <a:off x="4779142" y="3590653"/>
            <a:ext cx="501997" cy="299743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A59AC3-2332-1DC3-F526-D13851DA8F23}"/>
              </a:ext>
            </a:extLst>
          </p:cNvPr>
          <p:cNvSpPr txBox="1"/>
          <p:nvPr/>
        </p:nvSpPr>
        <p:spPr>
          <a:xfrm>
            <a:off x="7141464" y="3457204"/>
            <a:ext cx="23589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RNN detects PER entity</a:t>
            </a:r>
          </a:p>
        </p:txBody>
      </p:sp>
    </p:spTree>
    <p:extLst>
      <p:ext uri="{BB962C8B-B14F-4D97-AF65-F5344CB8AC3E}">
        <p14:creationId xmlns:p14="http://schemas.microsoft.com/office/powerpoint/2010/main" val="1388794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09AAA-31A2-DB94-58A2-44F3A59570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512E6BE-F549-62F8-DD11-8BE59A62CFD0}"/>
              </a:ext>
            </a:extLst>
          </p:cNvPr>
          <p:cNvSpPr txBox="1"/>
          <p:nvPr/>
        </p:nvSpPr>
        <p:spPr>
          <a:xfrm>
            <a:off x="374903" y="101245"/>
            <a:ext cx="10396729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Many to one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Sentiment Analysis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love pizza                                                                     -&gt; 5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movie was OK. I would not watch it again      -&gt;   3 star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Representation of Many to One NN: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8505F17C-52CA-B73B-5EC2-FB5C202FFE05}"/>
              </a:ext>
            </a:extLst>
          </p:cNvPr>
          <p:cNvSpPr/>
          <p:nvPr/>
        </p:nvSpPr>
        <p:spPr>
          <a:xfrm rot="16200000">
            <a:off x="3045814" y="5103412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9668E39-31C1-4AFF-4F72-744323CA6449}"/>
              </a:ext>
            </a:extLst>
          </p:cNvPr>
          <p:cNvSpPr/>
          <p:nvPr/>
        </p:nvSpPr>
        <p:spPr>
          <a:xfrm>
            <a:off x="4484234" y="5964627"/>
            <a:ext cx="1063975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love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DF6C47-D769-1042-1C05-27518CC5EA71}"/>
              </a:ext>
            </a:extLst>
          </p:cNvPr>
          <p:cNvSpPr/>
          <p:nvPr/>
        </p:nvSpPr>
        <p:spPr>
          <a:xfrm>
            <a:off x="6022532" y="5997411"/>
            <a:ext cx="1063975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pizza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24E947B-881E-05C0-C39D-E283710AF3A3}"/>
              </a:ext>
            </a:extLst>
          </p:cNvPr>
          <p:cNvSpPr/>
          <p:nvPr/>
        </p:nvSpPr>
        <p:spPr>
          <a:xfrm>
            <a:off x="4640455" y="4288679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E6A907A2-BC80-2B4F-DF4C-CE5CA87E66F6}"/>
              </a:ext>
            </a:extLst>
          </p:cNvPr>
          <p:cNvSpPr/>
          <p:nvPr/>
        </p:nvSpPr>
        <p:spPr>
          <a:xfrm rot="16200000">
            <a:off x="4398713" y="5179338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6965006-AF31-D5F9-F544-599F5C197328}"/>
              </a:ext>
            </a:extLst>
          </p:cNvPr>
          <p:cNvSpPr/>
          <p:nvPr/>
        </p:nvSpPr>
        <p:spPr>
          <a:xfrm>
            <a:off x="6022532" y="4345497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24C61994-1AA8-7A35-1EA0-BBEFF9086D13}"/>
              </a:ext>
            </a:extLst>
          </p:cNvPr>
          <p:cNvSpPr/>
          <p:nvPr/>
        </p:nvSpPr>
        <p:spPr>
          <a:xfrm rot="16200000">
            <a:off x="5890480" y="5224139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DC5773C-3563-9CF6-FB3E-15AA2478E02B}"/>
              </a:ext>
            </a:extLst>
          </p:cNvPr>
          <p:cNvSpPr/>
          <p:nvPr/>
        </p:nvSpPr>
        <p:spPr>
          <a:xfrm>
            <a:off x="7285564" y="4365566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B1DE1E56-2570-C665-DFAA-450AF5A78D1E}"/>
              </a:ext>
            </a:extLst>
          </p:cNvPr>
          <p:cNvSpPr/>
          <p:nvPr/>
        </p:nvSpPr>
        <p:spPr>
          <a:xfrm>
            <a:off x="3958474" y="433741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68D84AF8-464A-E81C-AB80-5D2755F18D8F}"/>
              </a:ext>
            </a:extLst>
          </p:cNvPr>
          <p:cNvSpPr/>
          <p:nvPr/>
        </p:nvSpPr>
        <p:spPr>
          <a:xfrm>
            <a:off x="5344962" y="436126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894C8E86-3F33-947C-3C2A-DE0EA8475680}"/>
              </a:ext>
            </a:extLst>
          </p:cNvPr>
          <p:cNvSpPr/>
          <p:nvPr/>
        </p:nvSpPr>
        <p:spPr>
          <a:xfrm>
            <a:off x="6736103" y="439290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Arrow: Right 17">
            <a:extLst>
              <a:ext uri="{FF2B5EF4-FFF2-40B4-BE49-F238E27FC236}">
                <a16:creationId xmlns:a16="http://schemas.microsoft.com/office/drawing/2014/main" id="{409957C5-3E73-0C30-5D93-581B91196410}"/>
              </a:ext>
            </a:extLst>
          </p:cNvPr>
          <p:cNvSpPr/>
          <p:nvPr/>
        </p:nvSpPr>
        <p:spPr>
          <a:xfrm rot="16200000">
            <a:off x="7245244" y="3673075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8AE18C2-7752-260E-15FF-8AEAA62D5A2C}"/>
              </a:ext>
            </a:extLst>
          </p:cNvPr>
          <p:cNvSpPr/>
          <p:nvPr/>
        </p:nvSpPr>
        <p:spPr>
          <a:xfrm>
            <a:off x="3180062" y="4281921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6A80899-C9F6-1FB4-C454-DD5439DE9BDC}"/>
              </a:ext>
            </a:extLst>
          </p:cNvPr>
          <p:cNvSpPr/>
          <p:nvPr/>
        </p:nvSpPr>
        <p:spPr>
          <a:xfrm>
            <a:off x="3362118" y="5929121"/>
            <a:ext cx="657091" cy="830997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I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04DE53E-57B2-61E7-3530-43C2CD47DE61}"/>
              </a:ext>
            </a:extLst>
          </p:cNvPr>
          <p:cNvSpPr/>
          <p:nvPr/>
        </p:nvSpPr>
        <p:spPr>
          <a:xfrm>
            <a:off x="7092001" y="2898088"/>
            <a:ext cx="1063975" cy="53409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5 star</a:t>
            </a: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EB158C6C-B36A-65C4-2B88-6BE98852C1D0}"/>
              </a:ext>
            </a:extLst>
          </p:cNvPr>
          <p:cNvSpPr/>
          <p:nvPr/>
        </p:nvSpPr>
        <p:spPr>
          <a:xfrm>
            <a:off x="8065008" y="124169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B4512529-7AFC-9207-B792-8F65461C8F0A}"/>
              </a:ext>
            </a:extLst>
          </p:cNvPr>
          <p:cNvSpPr/>
          <p:nvPr/>
        </p:nvSpPr>
        <p:spPr>
          <a:xfrm>
            <a:off x="8588502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E6D482D1-9780-4B4C-B99E-EA6A9ECE2772}"/>
              </a:ext>
            </a:extLst>
          </p:cNvPr>
          <p:cNvSpPr/>
          <p:nvPr/>
        </p:nvSpPr>
        <p:spPr>
          <a:xfrm>
            <a:off x="9111996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5B4EA08D-7FAB-0864-2888-D456C1A0B28F}"/>
              </a:ext>
            </a:extLst>
          </p:cNvPr>
          <p:cNvSpPr/>
          <p:nvPr/>
        </p:nvSpPr>
        <p:spPr>
          <a:xfrm>
            <a:off x="9635490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104CBCCC-297D-DEAD-E614-586033B4B915}"/>
              </a:ext>
            </a:extLst>
          </p:cNvPr>
          <p:cNvSpPr/>
          <p:nvPr/>
        </p:nvSpPr>
        <p:spPr>
          <a:xfrm>
            <a:off x="10028682" y="1264551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Star: 5 Points 26">
            <a:extLst>
              <a:ext uri="{FF2B5EF4-FFF2-40B4-BE49-F238E27FC236}">
                <a16:creationId xmlns:a16="http://schemas.microsoft.com/office/drawing/2014/main" id="{08F35A7D-D320-8CBE-2BD6-150681B3B952}"/>
              </a:ext>
            </a:extLst>
          </p:cNvPr>
          <p:cNvSpPr/>
          <p:nvPr/>
        </p:nvSpPr>
        <p:spPr>
          <a:xfrm>
            <a:off x="8065008" y="1971297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Star: 5 Points 27">
            <a:extLst>
              <a:ext uri="{FF2B5EF4-FFF2-40B4-BE49-F238E27FC236}">
                <a16:creationId xmlns:a16="http://schemas.microsoft.com/office/drawing/2014/main" id="{005BDCF8-5610-9FE3-92FE-2D3090F1083F}"/>
              </a:ext>
            </a:extLst>
          </p:cNvPr>
          <p:cNvSpPr/>
          <p:nvPr/>
        </p:nvSpPr>
        <p:spPr>
          <a:xfrm>
            <a:off x="8588502" y="1997908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tar: 5 Points 28">
            <a:extLst>
              <a:ext uri="{FF2B5EF4-FFF2-40B4-BE49-F238E27FC236}">
                <a16:creationId xmlns:a16="http://schemas.microsoft.com/office/drawing/2014/main" id="{0BD90FC6-35A1-28E8-3D37-3FD8E89859A9}"/>
              </a:ext>
            </a:extLst>
          </p:cNvPr>
          <p:cNvSpPr/>
          <p:nvPr/>
        </p:nvSpPr>
        <p:spPr>
          <a:xfrm>
            <a:off x="9111996" y="1997908"/>
            <a:ext cx="393192" cy="374904"/>
          </a:xfrm>
          <a:prstGeom prst="star5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273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FD7F3-200E-051E-C734-46986F01D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E1C713-F72D-D22E-CA9B-EB1C59A79116}"/>
              </a:ext>
            </a:extLst>
          </p:cNvPr>
          <p:cNvSpPr txBox="1"/>
          <p:nvPr/>
        </p:nvSpPr>
        <p:spPr>
          <a:xfrm>
            <a:off x="374904" y="311557"/>
            <a:ext cx="904341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Autocompletion by google in  </a:t>
            </a: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search/email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(Predicting only 1 word)</a:t>
            </a:r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want to understand deep  ____   -&gt; learning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Places near me to ___                      -&gt; eat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is recurrent neural ___         -&gt; network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Thanks, and  _____                            -&gt; regards.</a:t>
            </a:r>
          </a:p>
        </p:txBody>
      </p:sp>
    </p:spTree>
    <p:extLst>
      <p:ext uri="{BB962C8B-B14F-4D97-AF65-F5344CB8AC3E}">
        <p14:creationId xmlns:p14="http://schemas.microsoft.com/office/powerpoint/2010/main" val="1380325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B92589-AFEB-E75C-0596-69AD4EEF05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9351F3-ADEF-EEEF-A00A-0DFC18B55470}"/>
              </a:ext>
            </a:extLst>
          </p:cNvPr>
          <p:cNvSpPr txBox="1"/>
          <p:nvPr/>
        </p:nvSpPr>
        <p:spPr>
          <a:xfrm>
            <a:off x="374903" y="101245"/>
            <a:ext cx="1039672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One to many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Music Generation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Pass 1 tone, RNN will generate sequence of music based on 1 input tone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Representation of One-to-Many NN: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A3E38B35-8DB2-D7D5-3FD1-A7B7281C4BCA}"/>
              </a:ext>
            </a:extLst>
          </p:cNvPr>
          <p:cNvSpPr/>
          <p:nvPr/>
        </p:nvSpPr>
        <p:spPr>
          <a:xfrm rot="16200000">
            <a:off x="3045814" y="5103412"/>
            <a:ext cx="957204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AE6E4EE-EC56-4AA5-F436-432ED27FBED3}"/>
              </a:ext>
            </a:extLst>
          </p:cNvPr>
          <p:cNvSpPr/>
          <p:nvPr/>
        </p:nvSpPr>
        <p:spPr>
          <a:xfrm>
            <a:off x="4640455" y="4288679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EB97DCE9-F9ED-F6E3-1A38-48479A4D693F}"/>
              </a:ext>
            </a:extLst>
          </p:cNvPr>
          <p:cNvSpPr/>
          <p:nvPr/>
        </p:nvSpPr>
        <p:spPr>
          <a:xfrm>
            <a:off x="6022532" y="4345497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E0FDDC8-6A55-55D2-B63C-9C094888843D}"/>
              </a:ext>
            </a:extLst>
          </p:cNvPr>
          <p:cNvSpPr/>
          <p:nvPr/>
        </p:nvSpPr>
        <p:spPr>
          <a:xfrm>
            <a:off x="7285564" y="4365566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646BFF0D-D644-C1A2-CB1E-81A492F9F820}"/>
              </a:ext>
            </a:extLst>
          </p:cNvPr>
          <p:cNvSpPr/>
          <p:nvPr/>
        </p:nvSpPr>
        <p:spPr>
          <a:xfrm>
            <a:off x="3958474" y="433741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C115474-9A95-C0B1-BF05-886122991A1D}"/>
              </a:ext>
            </a:extLst>
          </p:cNvPr>
          <p:cNvSpPr/>
          <p:nvPr/>
        </p:nvSpPr>
        <p:spPr>
          <a:xfrm>
            <a:off x="5344962" y="4361266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FE73584A-C4BA-DD13-8E8A-4AA0B3E2DB68}"/>
              </a:ext>
            </a:extLst>
          </p:cNvPr>
          <p:cNvSpPr/>
          <p:nvPr/>
        </p:nvSpPr>
        <p:spPr>
          <a:xfrm>
            <a:off x="6736103" y="4392901"/>
            <a:ext cx="516372" cy="423112"/>
          </a:xfrm>
          <a:prstGeom prst="rightArrow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FA04D07E-DF9C-0AF6-46A5-2F608884EA03}"/>
              </a:ext>
            </a:extLst>
          </p:cNvPr>
          <p:cNvSpPr/>
          <p:nvPr/>
        </p:nvSpPr>
        <p:spPr>
          <a:xfrm rot="16200000">
            <a:off x="3145670" y="3597809"/>
            <a:ext cx="757490" cy="47371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07244F67-679B-264A-855A-9CFE1F5970B2}"/>
              </a:ext>
            </a:extLst>
          </p:cNvPr>
          <p:cNvSpPr/>
          <p:nvPr/>
        </p:nvSpPr>
        <p:spPr>
          <a:xfrm rot="16200000">
            <a:off x="4545259" y="3597809"/>
            <a:ext cx="757490" cy="473717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821182B9-8D56-1BFC-7DD9-D1CA933E57CD}"/>
              </a:ext>
            </a:extLst>
          </p:cNvPr>
          <p:cNvSpPr/>
          <p:nvPr/>
        </p:nvSpPr>
        <p:spPr>
          <a:xfrm rot="16200000">
            <a:off x="5958961" y="3673076"/>
            <a:ext cx="757490" cy="473715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2355374-6924-8302-FEF5-7D5490DF3C9F}"/>
              </a:ext>
            </a:extLst>
          </p:cNvPr>
          <p:cNvSpPr/>
          <p:nvPr/>
        </p:nvSpPr>
        <p:spPr>
          <a:xfrm>
            <a:off x="3180062" y="4281921"/>
            <a:ext cx="630349" cy="53409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FD1D966-D00C-31AA-1ACD-C743E5653639}"/>
              </a:ext>
            </a:extLst>
          </p:cNvPr>
          <p:cNvGrpSpPr/>
          <p:nvPr/>
        </p:nvGrpSpPr>
        <p:grpSpPr>
          <a:xfrm>
            <a:off x="3400084" y="2904402"/>
            <a:ext cx="374400" cy="303840"/>
            <a:chOff x="4778424" y="2919816"/>
            <a:chExt cx="374400" cy="30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366DF1F9-4E9C-C21E-8854-5A3456B0B82A}"/>
                    </a:ext>
                  </a:extLst>
                </p14:cNvPr>
                <p14:cNvContentPartPr/>
                <p14:nvPr/>
              </p14:nvContentPartPr>
              <p14:xfrm>
                <a:off x="4778424" y="2939616"/>
                <a:ext cx="90720" cy="2599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366DF1F9-4E9C-C21E-8854-5A3456B0B82A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4742424" y="2903976"/>
                  <a:ext cx="16236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91E1DA64-874E-8D83-4076-80F641197CE0}"/>
                    </a:ext>
                  </a:extLst>
                </p14:cNvPr>
                <p14:cNvContentPartPr/>
                <p14:nvPr/>
              </p14:nvContentPartPr>
              <p14:xfrm>
                <a:off x="4851144" y="2919816"/>
                <a:ext cx="301680" cy="281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91E1DA64-874E-8D83-4076-80F641197CE0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815504" y="2884176"/>
                  <a:ext cx="373320" cy="35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A18B907-6742-9FC0-C10A-A67CF28069DF}"/>
                    </a:ext>
                  </a:extLst>
                </p14:cNvPr>
                <p14:cNvContentPartPr/>
                <p14:nvPr/>
              </p14:nvContentPartPr>
              <p14:xfrm>
                <a:off x="4792824" y="3191256"/>
                <a:ext cx="37800" cy="32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A18B907-6742-9FC0-C10A-A67CF28069DF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756824" y="3155256"/>
                  <a:ext cx="109440" cy="1040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45741411-3D20-877D-C136-D09D5763583D}"/>
                  </a:ext>
                </a:extLst>
              </p14:cNvPr>
              <p14:cNvContentPartPr/>
              <p14:nvPr/>
            </p14:nvContentPartPr>
            <p14:xfrm>
              <a:off x="4668364" y="2911602"/>
              <a:ext cx="315720" cy="2844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45741411-3D20-877D-C136-D09D5763583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4632724" y="2875602"/>
                <a:ext cx="387360" cy="35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9" name="Group 38">
            <a:extLst>
              <a:ext uri="{FF2B5EF4-FFF2-40B4-BE49-F238E27FC236}">
                <a16:creationId xmlns:a16="http://schemas.microsoft.com/office/drawing/2014/main" id="{A0B9BBE5-60F7-1606-0047-7B4B9E734931}"/>
              </a:ext>
            </a:extLst>
          </p:cNvPr>
          <p:cNvGrpSpPr/>
          <p:nvPr/>
        </p:nvGrpSpPr>
        <p:grpSpPr>
          <a:xfrm>
            <a:off x="6143644" y="2914482"/>
            <a:ext cx="430920" cy="332280"/>
            <a:chOff x="7521984" y="2929896"/>
            <a:chExt cx="430920" cy="33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3DAD0F0-9DA3-3848-2AE8-E2C4E2707B67}"/>
                    </a:ext>
                  </a:extLst>
                </p14:cNvPr>
                <p14:cNvContentPartPr/>
                <p14:nvPr/>
              </p14:nvContentPartPr>
              <p14:xfrm>
                <a:off x="7521984" y="2929896"/>
                <a:ext cx="430920" cy="144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3DAD0F0-9DA3-3848-2AE8-E2C4E2707B67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7485984" y="2893896"/>
                  <a:ext cx="50256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C2D191E-9CBB-808B-B402-4A03C8280342}"/>
                    </a:ext>
                  </a:extLst>
                </p14:cNvPr>
                <p14:cNvContentPartPr/>
                <p14:nvPr/>
              </p14:nvContentPartPr>
              <p14:xfrm>
                <a:off x="7602264" y="2953656"/>
                <a:ext cx="200880" cy="3085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C2D191E-9CBB-808B-B402-4A03C8280342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566264" y="2918016"/>
                  <a:ext cx="272520" cy="380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D844F19B-178A-715B-10D5-18535CF26293}"/>
              </a:ext>
            </a:extLst>
          </p:cNvPr>
          <p:cNvGrpSpPr/>
          <p:nvPr/>
        </p:nvGrpSpPr>
        <p:grpSpPr>
          <a:xfrm>
            <a:off x="3216024" y="6231816"/>
            <a:ext cx="634680" cy="367920"/>
            <a:chOff x="3216024" y="6231816"/>
            <a:chExt cx="634680" cy="3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2B3B8B4-1720-5432-4024-63B91BBA36CE}"/>
                    </a:ext>
                  </a:extLst>
                </p14:cNvPr>
                <p14:cNvContentPartPr/>
                <p14:nvPr/>
              </p14:nvContentPartPr>
              <p14:xfrm>
                <a:off x="3250584" y="6236136"/>
                <a:ext cx="599400" cy="882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2B3B8B4-1720-5432-4024-63B91BBA36CE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14944" y="6200136"/>
                  <a:ext cx="671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32A3F96-82F3-ACD9-700C-AE634A3C8D13}"/>
                    </a:ext>
                  </a:extLst>
                </p14:cNvPr>
                <p14:cNvContentPartPr/>
                <p14:nvPr/>
              </p14:nvContentPartPr>
              <p14:xfrm>
                <a:off x="3219264" y="6340536"/>
                <a:ext cx="73080" cy="19692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32A3F96-82F3-ACD9-700C-AE634A3C8D13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183264" y="6304536"/>
                  <a:ext cx="144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7FAA9107-6023-F0ED-9768-2D64A4CCAEF8}"/>
                    </a:ext>
                  </a:extLst>
                </p14:cNvPr>
                <p14:cNvContentPartPr/>
                <p14:nvPr/>
              </p14:nvContentPartPr>
              <p14:xfrm>
                <a:off x="3667104" y="6288336"/>
                <a:ext cx="163440" cy="311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7FAA9107-6023-F0ED-9768-2D64A4CCAEF8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631104" y="6252336"/>
                  <a:ext cx="23508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6CF05CC-EAE4-514D-244D-AEB3F83A3185}"/>
                    </a:ext>
                  </a:extLst>
                </p14:cNvPr>
                <p14:cNvContentPartPr/>
                <p14:nvPr/>
              </p14:nvContentPartPr>
              <p14:xfrm>
                <a:off x="3289824" y="6231816"/>
                <a:ext cx="560880" cy="1202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6CF05CC-EAE4-514D-244D-AEB3F83A3185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254184" y="6196176"/>
                  <a:ext cx="632520" cy="19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48BDD95-C116-7F8E-3A12-7905F0AE8917}"/>
                    </a:ext>
                  </a:extLst>
                </p14:cNvPr>
                <p14:cNvContentPartPr/>
                <p14:nvPr/>
              </p14:nvContentPartPr>
              <p14:xfrm>
                <a:off x="3216024" y="6448176"/>
                <a:ext cx="74520" cy="10872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E48BDD95-C116-7F8E-3A12-7905F0AE8917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180024" y="6412176"/>
                  <a:ext cx="1461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9CE766F-927B-EDDD-6F6A-698629C7C5A5}"/>
                    </a:ext>
                  </a:extLst>
                </p14:cNvPr>
                <p14:cNvContentPartPr/>
                <p14:nvPr/>
              </p14:nvContentPartPr>
              <p14:xfrm>
                <a:off x="3610584" y="6536016"/>
                <a:ext cx="135720" cy="576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9CE766F-927B-EDDD-6F6A-698629C7C5A5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574944" y="6500376"/>
                  <a:ext cx="207360" cy="129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3124915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E1B75-886E-0812-B2FD-DD250C225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36525"/>
            <a:ext cx="11466576" cy="832739"/>
          </a:xfrm>
        </p:spPr>
        <p:txBody>
          <a:bodyPr>
            <a:normAutofit/>
          </a:bodyPr>
          <a:lstStyle/>
          <a:p>
            <a:r>
              <a:rPr lang="en-US" sz="3600" dirty="0"/>
              <a:t>EXTRA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02F8BE4-9CEA-0DAD-0357-E0A8215F169D}"/>
              </a:ext>
            </a:extLst>
          </p:cNvPr>
          <p:cNvSpPr txBox="1"/>
          <p:nvPr/>
        </p:nvSpPr>
        <p:spPr>
          <a:xfrm>
            <a:off x="274320" y="933117"/>
            <a:ext cx="116586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0" indent="0">
              <a:buNone/>
            </a:pPr>
            <a:r>
              <a:rPr lang="en-US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xxxxxxxxxxxx</a:t>
            </a:r>
            <a:endParaRPr lang="en-US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1899</TotalTime>
  <Words>247</Words>
  <Application>Microsoft Office PowerPoint</Application>
  <PresentationFormat>Widescreen</PresentationFormat>
  <Paragraphs>103</Paragraphs>
  <Slides>10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234</cp:revision>
  <dcterms:created xsi:type="dcterms:W3CDTF">2025-09-22T02:44:38Z</dcterms:created>
  <dcterms:modified xsi:type="dcterms:W3CDTF">2026-04-19T16:08:38Z</dcterms:modified>
</cp:coreProperties>
</file>