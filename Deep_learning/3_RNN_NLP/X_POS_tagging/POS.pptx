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80" r:id="rId3"/>
    <p:sldId id="279" r:id="rId4"/>
    <p:sldId id="257" r:id="rId5"/>
    <p:sldId id="277" r:id="rId6"/>
    <p:sldId id="278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8A7874-18B5-F81E-F1EB-F6AA0CFEEBAE}"/>
              </a:ext>
            </a:extLst>
          </p:cNvPr>
          <p:cNvSpPr txBox="1"/>
          <p:nvPr/>
        </p:nvSpPr>
        <p:spPr>
          <a:xfrm>
            <a:off x="1225296" y="1166842"/>
            <a:ext cx="93908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POS Tagging?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Part-of-Speech Tagging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the process of assigning a grammatical label to each word in a sentence, such as: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Noun (NN)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book, dog, city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Verb (VB)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run, eat, read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Adjective (JJ)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beautiful, 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Adverb (RB)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quickly, silently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Pronoun (PRP)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he, she, they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Preposition (IN)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in, on, 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Determiner (DT)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the, a, an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7513-1522-6F90-63A2-B4361DF5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CA09F4-DB21-E35F-8EE3-55C6DBC09BCE}"/>
              </a:ext>
            </a:extLst>
          </p:cNvPr>
          <p:cNvSpPr txBox="1"/>
          <p:nvPr/>
        </p:nvSpPr>
        <p:spPr>
          <a:xfrm>
            <a:off x="1737360" y="407890"/>
            <a:ext cx="6263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POS Tagging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 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“Loxford reads a book."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D96F6D-A524-340C-38B1-508D8A7DF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19914"/>
              </p:ext>
            </p:extLst>
          </p:nvPr>
        </p:nvGraphicFramePr>
        <p:xfrm>
          <a:off x="1737360" y="2675414"/>
          <a:ext cx="8013192" cy="2286000"/>
        </p:xfrm>
        <a:graphic>
          <a:graphicData uri="http://schemas.openxmlformats.org/drawingml/2006/table">
            <a:tbl>
              <a:tblPr/>
              <a:tblGrid>
                <a:gridCol w="2188464">
                  <a:extLst>
                    <a:ext uri="{9D8B030D-6E8A-4147-A177-3AD203B41FA5}">
                      <a16:colId xmlns:a16="http://schemas.microsoft.com/office/drawing/2014/main" val="292757553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4090300119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386177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POS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11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Loxford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NNP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Proper Noun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22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VBZ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 (3rd person singular)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49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Determiner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192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084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1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E94D-3E4A-F3E9-A730-BFAA2946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25D13F-D3D5-C7A3-FF5D-80A2EE7A7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77" y="940029"/>
            <a:ext cx="1147572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POS Tagging?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the word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"book"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these two sentences: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want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flight."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just finished a great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knowing its grammatical role, the machine cannot determine if the user wants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(reserve a seat)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refers 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physical object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 novel).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ambiguity leads to major errors in downstream tasks like translation or voice assistants</a:t>
            </a:r>
          </a:p>
        </p:txBody>
      </p:sp>
    </p:spTree>
    <p:extLst>
      <p:ext uri="{BB962C8B-B14F-4D97-AF65-F5344CB8AC3E}">
        <p14:creationId xmlns:p14="http://schemas.microsoft.com/office/powerpoint/2010/main" val="40451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E083C-9082-5778-5754-BF0953687942}"/>
              </a:ext>
            </a:extLst>
          </p:cNvPr>
          <p:cNvSpPr txBox="1"/>
          <p:nvPr/>
        </p:nvSpPr>
        <p:spPr>
          <a:xfrm>
            <a:off x="128016" y="1315037"/>
            <a:ext cx="11283696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The Solution: POS Tagging in NLP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POS tagging solves this by assigning a grammatical category (like Noun, Verb, or Adjective) to every word in a sentence based on its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context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By labeling "book" as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Verb (VB)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in the first sentence and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Noun (NN)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in the second, POS tagging immediately clears up what the word means. 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D4CB-59B9-9B3F-3992-81FAC065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C2C11-0E94-5214-FFC0-C970712413AC}"/>
              </a:ext>
            </a:extLst>
          </p:cNvPr>
          <p:cNvSpPr txBox="1"/>
          <p:nvPr/>
        </p:nvSpPr>
        <p:spPr>
          <a:xfrm>
            <a:off x="182880" y="574373"/>
            <a:ext cx="11283696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Tagging identifies how words relate to each other.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For instance, it helps a machine recognize that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Determiner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("the") is likely followed by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Noun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("dog").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This creates a predictable map of the sentence's structure, allowing models to extract </a:t>
            </a:r>
            <a:r>
              <a:rPr lang="en-US" sz="2400" b="1" u="sng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who did what to whom.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en-US" sz="2400" b="1" u="sng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For example: After tagging, the machine can learn that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1) It was delicious ____    -&gt; the next word is likely to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food, meal, bread, rice, etc.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The next word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not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going to be Khan, Tom, Ship, Planet, et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8633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9682-6EF2-53A0-1289-7EE4D34F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92B61C-C5CF-21F5-14B5-8A730EAAC5C4}"/>
              </a:ext>
            </a:extLst>
          </p:cNvPr>
          <p:cNvSpPr txBox="1"/>
          <p:nvPr/>
        </p:nvSpPr>
        <p:spPr>
          <a:xfrm>
            <a:off x="338328" y="222172"/>
            <a:ext cx="11210544" cy="4932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Machine Translation: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 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To translate "book" correctly into another language, the system must first know if it is 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an action or 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an object.</a:t>
            </a:r>
          </a:p>
          <a:p>
            <a:pPr marL="34290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1" u="sng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For example, to translate in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spanish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:</a:t>
            </a:r>
            <a:endParaRPr lang="en-US" sz="2400" b="1" u="sng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Book (a flight)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  <a:sym typeface="Wingdings" panose="05000000000000000000" pitchFamily="2" charset="2"/>
              </a:rPr>
              <a:t>reservar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  <a:sym typeface="Wingdings" panose="05000000000000000000" pitchFamily="2" charset="2"/>
            </a:endParaRP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US" sz="2400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  <a:sym typeface="Wingdings" panose="05000000000000000000" pitchFamily="2" charset="2"/>
              </a:rPr>
              <a:t>Boo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  <a:sym typeface="Wingdings" panose="05000000000000000000" pitchFamily="2" charset="2"/>
              </a:rPr>
              <a:t>k (to read)  -&gt;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  <a:sym typeface="Wingdings" panose="05000000000000000000" pitchFamily="2" charset="2"/>
              </a:rPr>
              <a:t>libro</a:t>
            </a:r>
            <a:endParaRPr lang="en-US" sz="2400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0494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1137</TotalTime>
  <Words>437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182</cp:revision>
  <dcterms:created xsi:type="dcterms:W3CDTF">2025-09-22T02:44:38Z</dcterms:created>
  <dcterms:modified xsi:type="dcterms:W3CDTF">2026-05-09T18:53:28Z</dcterms:modified>
</cp:coreProperties>
</file>