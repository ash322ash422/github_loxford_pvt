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1" r:id="rId2"/>
    <p:sldId id="270" r:id="rId3"/>
    <p:sldId id="277" r:id="rId4"/>
    <p:sldId id="278" r:id="rId5"/>
    <p:sldId id="279" r:id="rId6"/>
    <p:sldId id="280" r:id="rId7"/>
    <p:sldId id="275" r:id="rId8"/>
    <p:sldId id="27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C3BA93-DDA4-4910-A738-C8FAD77C782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908C255-9B5D-4A3D-88DA-4253AF48E9BD}" type="pres">
      <dgm:prSet presAssocID="{BEC3BA93-DDA4-4910-A738-C8FAD77C782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41177D78-6401-4CD0-9798-69CD9117C595}" type="presOf" srcId="{BEC3BA93-DDA4-4910-A738-C8FAD77C782F}" destId="{9908C255-9B5D-4A3D-88DA-4253AF48E9BD}" srcOrd="0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78D38C-C3DD-41D3-A368-D78745D4355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10CE03F-35A6-4D7E-AEAC-26501B9D0493}">
      <dgm:prSet phldrT="[Text]" custT="1"/>
      <dgm:spPr/>
      <dgm:t>
        <a:bodyPr/>
        <a:lstStyle/>
        <a:p>
          <a:r>
            <a:rPr lang="en-IN" sz="2800" dirty="0"/>
            <a:t>Data Structure</a:t>
          </a:r>
        </a:p>
      </dgm:t>
    </dgm:pt>
    <dgm:pt modelId="{F884BBD6-BBE0-4E01-81BD-5886D5E06EC1}" type="parTrans" cxnId="{FFCC5E85-8261-4A80-82A8-4AE3ABD690DF}">
      <dgm:prSet/>
      <dgm:spPr/>
      <dgm:t>
        <a:bodyPr/>
        <a:lstStyle/>
        <a:p>
          <a:endParaRPr lang="en-IN" sz="2800"/>
        </a:p>
      </dgm:t>
    </dgm:pt>
    <dgm:pt modelId="{C6504265-ABEC-49E2-BEE0-1B451BD663EA}" type="sibTrans" cxnId="{FFCC5E85-8261-4A80-82A8-4AE3ABD690DF}">
      <dgm:prSet/>
      <dgm:spPr/>
      <dgm:t>
        <a:bodyPr/>
        <a:lstStyle/>
        <a:p>
          <a:endParaRPr lang="en-IN" sz="2800"/>
        </a:p>
      </dgm:t>
    </dgm:pt>
    <dgm:pt modelId="{A0F8CF74-9535-48C7-AAE5-89E4A9FB6F54}">
      <dgm:prSet phldrT="[Text]" custT="1"/>
      <dgm:spPr/>
      <dgm:t>
        <a:bodyPr/>
        <a:lstStyle/>
        <a:p>
          <a:r>
            <a:rPr lang="en-IN" sz="2800" dirty="0"/>
            <a:t>Unstructured Data</a:t>
          </a:r>
        </a:p>
      </dgm:t>
    </dgm:pt>
    <dgm:pt modelId="{E86BA060-0E21-4329-9903-E6E0C06F9616}" type="parTrans" cxnId="{6D01985C-5501-4167-9651-52C159A4CA54}">
      <dgm:prSet/>
      <dgm:spPr/>
      <dgm:t>
        <a:bodyPr/>
        <a:lstStyle/>
        <a:p>
          <a:endParaRPr lang="en-IN" sz="2800"/>
        </a:p>
      </dgm:t>
    </dgm:pt>
    <dgm:pt modelId="{70500F38-9D8B-442F-9858-9A3F271DA7BB}" type="sibTrans" cxnId="{6D01985C-5501-4167-9651-52C159A4CA54}">
      <dgm:prSet/>
      <dgm:spPr/>
      <dgm:t>
        <a:bodyPr/>
        <a:lstStyle/>
        <a:p>
          <a:endParaRPr lang="en-IN" sz="2800"/>
        </a:p>
      </dgm:t>
    </dgm:pt>
    <dgm:pt modelId="{D72A3CB5-2789-4988-A649-11A91A8DDDCA}">
      <dgm:prSet phldrT="[Text]" custT="1"/>
      <dgm:spPr/>
      <dgm:t>
        <a:bodyPr/>
        <a:lstStyle/>
        <a:p>
          <a:r>
            <a:rPr lang="en-IN" sz="2800" dirty="0"/>
            <a:t>Quasi-structure Data</a:t>
          </a:r>
        </a:p>
      </dgm:t>
    </dgm:pt>
    <dgm:pt modelId="{13B77FAE-29CA-4818-8535-FD52DE348D50}" type="parTrans" cxnId="{5E9FB419-9D3E-422E-8E4F-CF3C24FB321A}">
      <dgm:prSet/>
      <dgm:spPr/>
      <dgm:t>
        <a:bodyPr/>
        <a:lstStyle/>
        <a:p>
          <a:endParaRPr lang="en-IN" sz="2800"/>
        </a:p>
      </dgm:t>
    </dgm:pt>
    <dgm:pt modelId="{8FE49BD8-015F-43B4-9953-62605432950A}" type="sibTrans" cxnId="{5E9FB419-9D3E-422E-8E4F-CF3C24FB321A}">
      <dgm:prSet/>
      <dgm:spPr/>
      <dgm:t>
        <a:bodyPr/>
        <a:lstStyle/>
        <a:p>
          <a:endParaRPr lang="en-IN" sz="2800"/>
        </a:p>
      </dgm:t>
    </dgm:pt>
    <dgm:pt modelId="{4FA81A69-8245-4A11-9C54-DA5BBE8E5F67}">
      <dgm:prSet phldrT="[Text]" custT="1"/>
      <dgm:spPr/>
      <dgm:t>
        <a:bodyPr/>
        <a:lstStyle/>
        <a:p>
          <a:r>
            <a:rPr lang="en-IN" sz="2800" dirty="0"/>
            <a:t>Semi-structured Data</a:t>
          </a:r>
        </a:p>
      </dgm:t>
    </dgm:pt>
    <dgm:pt modelId="{B20866D5-A1ED-4C0E-96D8-40375D1018CD}" type="parTrans" cxnId="{CC6D4166-CE16-4D0A-86D9-B62FB0AB053E}">
      <dgm:prSet/>
      <dgm:spPr/>
      <dgm:t>
        <a:bodyPr/>
        <a:lstStyle/>
        <a:p>
          <a:endParaRPr lang="en-IN" sz="2800"/>
        </a:p>
      </dgm:t>
    </dgm:pt>
    <dgm:pt modelId="{5B4E08FB-C515-4D3F-AC5F-5D8314D82272}" type="sibTrans" cxnId="{CC6D4166-CE16-4D0A-86D9-B62FB0AB053E}">
      <dgm:prSet/>
      <dgm:spPr/>
      <dgm:t>
        <a:bodyPr/>
        <a:lstStyle/>
        <a:p>
          <a:endParaRPr lang="en-IN" sz="2800"/>
        </a:p>
      </dgm:t>
    </dgm:pt>
    <dgm:pt modelId="{3591D59A-BFA7-4E0B-9E7B-A43220D8F1E8}">
      <dgm:prSet phldrT="[Text]" custT="1"/>
      <dgm:spPr/>
      <dgm:t>
        <a:bodyPr/>
        <a:lstStyle/>
        <a:p>
          <a:r>
            <a:rPr lang="en-IN" sz="2800" dirty="0"/>
            <a:t>Structured Data</a:t>
          </a:r>
        </a:p>
      </dgm:t>
    </dgm:pt>
    <dgm:pt modelId="{3AB0E36F-71D2-4EC7-8498-E21A3B84A603}" type="parTrans" cxnId="{8FF4782A-8573-4D37-85A1-37BD3B803CC5}">
      <dgm:prSet/>
      <dgm:spPr/>
      <dgm:t>
        <a:bodyPr/>
        <a:lstStyle/>
        <a:p>
          <a:endParaRPr lang="en-IN" sz="2800"/>
        </a:p>
      </dgm:t>
    </dgm:pt>
    <dgm:pt modelId="{12AC5EF4-3FF6-4E8B-8FF9-37084571F297}" type="sibTrans" cxnId="{8FF4782A-8573-4D37-85A1-37BD3B803CC5}">
      <dgm:prSet/>
      <dgm:spPr/>
      <dgm:t>
        <a:bodyPr/>
        <a:lstStyle/>
        <a:p>
          <a:endParaRPr lang="en-IN" sz="2800"/>
        </a:p>
      </dgm:t>
    </dgm:pt>
    <dgm:pt modelId="{446FA5AA-8ACA-4F5B-A298-9206577A6452}" type="pres">
      <dgm:prSet presAssocID="{5378D38C-C3DD-41D3-A368-D78745D4355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C1637B3-CA7D-4F38-ABE0-6AE0960500D2}" type="pres">
      <dgm:prSet presAssocID="{610CE03F-35A6-4D7E-AEAC-26501B9D0493}" presName="hierRoot1" presStyleCnt="0">
        <dgm:presLayoutVars>
          <dgm:hierBranch val="init"/>
        </dgm:presLayoutVars>
      </dgm:prSet>
      <dgm:spPr/>
    </dgm:pt>
    <dgm:pt modelId="{F3FE0F7C-CC70-4DAD-9AC6-0756CC26C227}" type="pres">
      <dgm:prSet presAssocID="{610CE03F-35A6-4D7E-AEAC-26501B9D0493}" presName="rootComposite1" presStyleCnt="0"/>
      <dgm:spPr/>
    </dgm:pt>
    <dgm:pt modelId="{6F73A210-2A28-4465-84E0-0BB54895F194}" type="pres">
      <dgm:prSet presAssocID="{610CE03F-35A6-4D7E-AEAC-26501B9D0493}" presName="rootText1" presStyleLbl="node0" presStyleIdx="0" presStyleCnt="1">
        <dgm:presLayoutVars>
          <dgm:chPref val="3"/>
        </dgm:presLayoutVars>
      </dgm:prSet>
      <dgm:spPr/>
    </dgm:pt>
    <dgm:pt modelId="{3558A8E3-3CC1-454A-80D4-72CCADB7915A}" type="pres">
      <dgm:prSet presAssocID="{610CE03F-35A6-4D7E-AEAC-26501B9D0493}" presName="rootConnector1" presStyleLbl="node1" presStyleIdx="0" presStyleCnt="0"/>
      <dgm:spPr/>
    </dgm:pt>
    <dgm:pt modelId="{B41F78EE-F147-4EB5-BCFA-A9CBCDCEB94E}" type="pres">
      <dgm:prSet presAssocID="{610CE03F-35A6-4D7E-AEAC-26501B9D0493}" presName="hierChild2" presStyleCnt="0"/>
      <dgm:spPr/>
    </dgm:pt>
    <dgm:pt modelId="{7DC50B73-0AB4-4880-8085-5904046314A5}" type="pres">
      <dgm:prSet presAssocID="{E86BA060-0E21-4329-9903-E6E0C06F9616}" presName="Name37" presStyleLbl="parChTrans1D2" presStyleIdx="0" presStyleCnt="4"/>
      <dgm:spPr/>
    </dgm:pt>
    <dgm:pt modelId="{21A7715F-D8E9-4D53-AE22-14981987AE7C}" type="pres">
      <dgm:prSet presAssocID="{A0F8CF74-9535-48C7-AAE5-89E4A9FB6F54}" presName="hierRoot2" presStyleCnt="0">
        <dgm:presLayoutVars>
          <dgm:hierBranch val="init"/>
        </dgm:presLayoutVars>
      </dgm:prSet>
      <dgm:spPr/>
    </dgm:pt>
    <dgm:pt modelId="{DAFC667B-6402-4BB4-A415-45AE14CCFDEF}" type="pres">
      <dgm:prSet presAssocID="{A0F8CF74-9535-48C7-AAE5-89E4A9FB6F54}" presName="rootComposite" presStyleCnt="0"/>
      <dgm:spPr/>
    </dgm:pt>
    <dgm:pt modelId="{D8D6862E-01E3-40DC-9E7E-D9F37C838B1F}" type="pres">
      <dgm:prSet presAssocID="{A0F8CF74-9535-48C7-AAE5-89E4A9FB6F54}" presName="rootText" presStyleLbl="node2" presStyleIdx="0" presStyleCnt="4" custLinFactNeighborX="-64151" custLinFactNeighborY="-2086">
        <dgm:presLayoutVars>
          <dgm:chPref val="3"/>
        </dgm:presLayoutVars>
      </dgm:prSet>
      <dgm:spPr/>
    </dgm:pt>
    <dgm:pt modelId="{654CFA54-B722-4DC8-A8C2-45DBD761BD12}" type="pres">
      <dgm:prSet presAssocID="{A0F8CF74-9535-48C7-AAE5-89E4A9FB6F54}" presName="rootConnector" presStyleLbl="node2" presStyleIdx="0" presStyleCnt="4"/>
      <dgm:spPr/>
    </dgm:pt>
    <dgm:pt modelId="{04CA7786-2397-4197-93E8-CC96B20258A5}" type="pres">
      <dgm:prSet presAssocID="{A0F8CF74-9535-48C7-AAE5-89E4A9FB6F54}" presName="hierChild4" presStyleCnt="0"/>
      <dgm:spPr/>
    </dgm:pt>
    <dgm:pt modelId="{4F1F97CB-D80B-4483-8651-F1D8E770BE77}" type="pres">
      <dgm:prSet presAssocID="{A0F8CF74-9535-48C7-AAE5-89E4A9FB6F54}" presName="hierChild5" presStyleCnt="0"/>
      <dgm:spPr/>
    </dgm:pt>
    <dgm:pt modelId="{789D16CE-E7E8-41F6-9BAE-B52622F9E7EF}" type="pres">
      <dgm:prSet presAssocID="{13B77FAE-29CA-4818-8535-FD52DE348D50}" presName="Name37" presStyleLbl="parChTrans1D2" presStyleIdx="1" presStyleCnt="4"/>
      <dgm:spPr/>
    </dgm:pt>
    <dgm:pt modelId="{B96CAE99-439C-4160-988C-889C66D664A7}" type="pres">
      <dgm:prSet presAssocID="{D72A3CB5-2789-4988-A649-11A91A8DDDCA}" presName="hierRoot2" presStyleCnt="0">
        <dgm:presLayoutVars>
          <dgm:hierBranch val="init"/>
        </dgm:presLayoutVars>
      </dgm:prSet>
      <dgm:spPr/>
    </dgm:pt>
    <dgm:pt modelId="{0D3E9D07-A5AB-4246-8CD1-7F767AFB4C52}" type="pres">
      <dgm:prSet presAssocID="{D72A3CB5-2789-4988-A649-11A91A8DDDCA}" presName="rootComposite" presStyleCnt="0"/>
      <dgm:spPr/>
    </dgm:pt>
    <dgm:pt modelId="{09437D7B-ADD0-41FF-863F-27842201EE7C}" type="pres">
      <dgm:prSet presAssocID="{D72A3CB5-2789-4988-A649-11A91A8DDDCA}" presName="rootText" presStyleLbl="node2" presStyleIdx="1" presStyleCnt="4">
        <dgm:presLayoutVars>
          <dgm:chPref val="3"/>
        </dgm:presLayoutVars>
      </dgm:prSet>
      <dgm:spPr/>
    </dgm:pt>
    <dgm:pt modelId="{6F09E047-BBDC-4BD2-9529-85ECCB25CE21}" type="pres">
      <dgm:prSet presAssocID="{D72A3CB5-2789-4988-A649-11A91A8DDDCA}" presName="rootConnector" presStyleLbl="node2" presStyleIdx="1" presStyleCnt="4"/>
      <dgm:spPr/>
    </dgm:pt>
    <dgm:pt modelId="{94501C18-8302-47FD-9412-A4FA2EAE4405}" type="pres">
      <dgm:prSet presAssocID="{D72A3CB5-2789-4988-A649-11A91A8DDDCA}" presName="hierChild4" presStyleCnt="0"/>
      <dgm:spPr/>
    </dgm:pt>
    <dgm:pt modelId="{62555BF0-8DDF-4945-8D60-C9E1435A9231}" type="pres">
      <dgm:prSet presAssocID="{D72A3CB5-2789-4988-A649-11A91A8DDDCA}" presName="hierChild5" presStyleCnt="0"/>
      <dgm:spPr/>
    </dgm:pt>
    <dgm:pt modelId="{23A59BE8-F4C8-4B02-9D6D-7658CCE625F0}" type="pres">
      <dgm:prSet presAssocID="{B20866D5-A1ED-4C0E-96D8-40375D1018CD}" presName="Name37" presStyleLbl="parChTrans1D2" presStyleIdx="2" presStyleCnt="4"/>
      <dgm:spPr/>
    </dgm:pt>
    <dgm:pt modelId="{7F1CE736-82F8-456F-BA54-F4D1BFBFD14D}" type="pres">
      <dgm:prSet presAssocID="{4FA81A69-8245-4A11-9C54-DA5BBE8E5F67}" presName="hierRoot2" presStyleCnt="0">
        <dgm:presLayoutVars>
          <dgm:hierBranch val="init"/>
        </dgm:presLayoutVars>
      </dgm:prSet>
      <dgm:spPr/>
    </dgm:pt>
    <dgm:pt modelId="{D3C11508-C2F7-46CA-8894-E911DC786D56}" type="pres">
      <dgm:prSet presAssocID="{4FA81A69-8245-4A11-9C54-DA5BBE8E5F67}" presName="rootComposite" presStyleCnt="0"/>
      <dgm:spPr/>
    </dgm:pt>
    <dgm:pt modelId="{4E83D830-BC54-4B47-B5FC-88451CBDE4D3}" type="pres">
      <dgm:prSet presAssocID="{4FA81A69-8245-4A11-9C54-DA5BBE8E5F67}" presName="rootText" presStyleLbl="node2" presStyleIdx="2" presStyleCnt="4">
        <dgm:presLayoutVars>
          <dgm:chPref val="3"/>
        </dgm:presLayoutVars>
      </dgm:prSet>
      <dgm:spPr>
        <a:prstGeom prst="rect">
          <a:avLst/>
        </a:prstGeom>
      </dgm:spPr>
    </dgm:pt>
    <dgm:pt modelId="{5EB6E11E-2129-4C34-9A75-019A55F43E45}" type="pres">
      <dgm:prSet presAssocID="{4FA81A69-8245-4A11-9C54-DA5BBE8E5F67}" presName="rootConnector" presStyleLbl="node2" presStyleIdx="2" presStyleCnt="4"/>
      <dgm:spPr/>
    </dgm:pt>
    <dgm:pt modelId="{DDF6744C-4930-473C-8D85-68CCB144BFF9}" type="pres">
      <dgm:prSet presAssocID="{4FA81A69-8245-4A11-9C54-DA5BBE8E5F67}" presName="hierChild4" presStyleCnt="0"/>
      <dgm:spPr/>
    </dgm:pt>
    <dgm:pt modelId="{18A96765-D286-4BDC-8940-7EA65AE6BF35}" type="pres">
      <dgm:prSet presAssocID="{4FA81A69-8245-4A11-9C54-DA5BBE8E5F67}" presName="hierChild5" presStyleCnt="0"/>
      <dgm:spPr/>
    </dgm:pt>
    <dgm:pt modelId="{02B29372-20AE-4D68-93D0-E37F8AA64EB5}" type="pres">
      <dgm:prSet presAssocID="{3AB0E36F-71D2-4EC7-8498-E21A3B84A603}" presName="Name37" presStyleLbl="parChTrans1D2" presStyleIdx="3" presStyleCnt="4"/>
      <dgm:spPr/>
    </dgm:pt>
    <dgm:pt modelId="{A1FB591D-A8DA-43E6-B33C-3F3BB902CD44}" type="pres">
      <dgm:prSet presAssocID="{3591D59A-BFA7-4E0B-9E7B-A43220D8F1E8}" presName="hierRoot2" presStyleCnt="0">
        <dgm:presLayoutVars>
          <dgm:hierBranch val="init"/>
        </dgm:presLayoutVars>
      </dgm:prSet>
      <dgm:spPr/>
    </dgm:pt>
    <dgm:pt modelId="{DAC2C2DE-A97C-43A7-8B10-C8D6204F5754}" type="pres">
      <dgm:prSet presAssocID="{3591D59A-BFA7-4E0B-9E7B-A43220D8F1E8}" presName="rootComposite" presStyleCnt="0"/>
      <dgm:spPr/>
    </dgm:pt>
    <dgm:pt modelId="{EF1C6217-44C8-48DA-AAC2-B19F87896AE9}" type="pres">
      <dgm:prSet presAssocID="{3591D59A-BFA7-4E0B-9E7B-A43220D8F1E8}" presName="rootText" presStyleLbl="node2" presStyleIdx="3" presStyleCnt="4">
        <dgm:presLayoutVars>
          <dgm:chPref val="3"/>
        </dgm:presLayoutVars>
      </dgm:prSet>
      <dgm:spPr/>
    </dgm:pt>
    <dgm:pt modelId="{0EF1FF02-51FF-4FF5-A107-FF1E6C803034}" type="pres">
      <dgm:prSet presAssocID="{3591D59A-BFA7-4E0B-9E7B-A43220D8F1E8}" presName="rootConnector" presStyleLbl="node2" presStyleIdx="3" presStyleCnt="4"/>
      <dgm:spPr/>
    </dgm:pt>
    <dgm:pt modelId="{726174C9-5C99-4A20-8AA3-3D53AEBA10E4}" type="pres">
      <dgm:prSet presAssocID="{3591D59A-BFA7-4E0B-9E7B-A43220D8F1E8}" presName="hierChild4" presStyleCnt="0"/>
      <dgm:spPr/>
    </dgm:pt>
    <dgm:pt modelId="{E93D2F1A-1C3F-4A18-9B73-AC72D2792203}" type="pres">
      <dgm:prSet presAssocID="{3591D59A-BFA7-4E0B-9E7B-A43220D8F1E8}" presName="hierChild5" presStyleCnt="0"/>
      <dgm:spPr/>
    </dgm:pt>
    <dgm:pt modelId="{28C6B329-D43F-4853-810F-6007DBDF96AF}" type="pres">
      <dgm:prSet presAssocID="{610CE03F-35A6-4D7E-AEAC-26501B9D0493}" presName="hierChild3" presStyleCnt="0"/>
      <dgm:spPr/>
    </dgm:pt>
  </dgm:ptLst>
  <dgm:cxnLst>
    <dgm:cxn modelId="{6729130A-454C-41C3-9C50-8C3D8AB6F2A1}" type="presOf" srcId="{A0F8CF74-9535-48C7-AAE5-89E4A9FB6F54}" destId="{D8D6862E-01E3-40DC-9E7E-D9F37C838B1F}" srcOrd="0" destOrd="0" presId="urn:microsoft.com/office/officeart/2005/8/layout/orgChart1"/>
    <dgm:cxn modelId="{ABBFC20C-A0B9-4F97-9731-7B275FEE84B8}" type="presOf" srcId="{610CE03F-35A6-4D7E-AEAC-26501B9D0493}" destId="{6F73A210-2A28-4465-84E0-0BB54895F194}" srcOrd="0" destOrd="0" presId="urn:microsoft.com/office/officeart/2005/8/layout/orgChart1"/>
    <dgm:cxn modelId="{DCFA1114-6CC3-4D81-B6BE-31AA90E7918A}" type="presOf" srcId="{4FA81A69-8245-4A11-9C54-DA5BBE8E5F67}" destId="{5EB6E11E-2129-4C34-9A75-019A55F43E45}" srcOrd="1" destOrd="0" presId="urn:microsoft.com/office/officeart/2005/8/layout/orgChart1"/>
    <dgm:cxn modelId="{5E9FB419-9D3E-422E-8E4F-CF3C24FB321A}" srcId="{610CE03F-35A6-4D7E-AEAC-26501B9D0493}" destId="{D72A3CB5-2789-4988-A649-11A91A8DDDCA}" srcOrd="1" destOrd="0" parTransId="{13B77FAE-29CA-4818-8535-FD52DE348D50}" sibTransId="{8FE49BD8-015F-43B4-9953-62605432950A}"/>
    <dgm:cxn modelId="{D21D361C-DA2F-4851-8067-02B5F69AF0D1}" type="presOf" srcId="{4FA81A69-8245-4A11-9C54-DA5BBE8E5F67}" destId="{4E83D830-BC54-4B47-B5FC-88451CBDE4D3}" srcOrd="0" destOrd="0" presId="urn:microsoft.com/office/officeart/2005/8/layout/orgChart1"/>
    <dgm:cxn modelId="{365F6D20-9056-4F47-BC88-9BC50B521A8D}" type="presOf" srcId="{D72A3CB5-2789-4988-A649-11A91A8DDDCA}" destId="{6F09E047-BBDC-4BD2-9529-85ECCB25CE21}" srcOrd="1" destOrd="0" presId="urn:microsoft.com/office/officeart/2005/8/layout/orgChart1"/>
    <dgm:cxn modelId="{5E249424-FAB3-4528-B2E5-099CB9E84476}" type="presOf" srcId="{B20866D5-A1ED-4C0E-96D8-40375D1018CD}" destId="{23A59BE8-F4C8-4B02-9D6D-7658CCE625F0}" srcOrd="0" destOrd="0" presId="urn:microsoft.com/office/officeart/2005/8/layout/orgChart1"/>
    <dgm:cxn modelId="{8FF4782A-8573-4D37-85A1-37BD3B803CC5}" srcId="{610CE03F-35A6-4D7E-AEAC-26501B9D0493}" destId="{3591D59A-BFA7-4E0B-9E7B-A43220D8F1E8}" srcOrd="3" destOrd="0" parTransId="{3AB0E36F-71D2-4EC7-8498-E21A3B84A603}" sibTransId="{12AC5EF4-3FF6-4E8B-8FF9-37084571F297}"/>
    <dgm:cxn modelId="{6D01985C-5501-4167-9651-52C159A4CA54}" srcId="{610CE03F-35A6-4D7E-AEAC-26501B9D0493}" destId="{A0F8CF74-9535-48C7-AAE5-89E4A9FB6F54}" srcOrd="0" destOrd="0" parTransId="{E86BA060-0E21-4329-9903-E6E0C06F9616}" sibTransId="{70500F38-9D8B-442F-9858-9A3F271DA7BB}"/>
    <dgm:cxn modelId="{CC6D4166-CE16-4D0A-86D9-B62FB0AB053E}" srcId="{610CE03F-35A6-4D7E-AEAC-26501B9D0493}" destId="{4FA81A69-8245-4A11-9C54-DA5BBE8E5F67}" srcOrd="2" destOrd="0" parTransId="{B20866D5-A1ED-4C0E-96D8-40375D1018CD}" sibTransId="{5B4E08FB-C515-4D3F-AC5F-5D8314D82272}"/>
    <dgm:cxn modelId="{94D19849-A570-4726-B5A3-F52807C9D918}" type="presOf" srcId="{610CE03F-35A6-4D7E-AEAC-26501B9D0493}" destId="{3558A8E3-3CC1-454A-80D4-72CCADB7915A}" srcOrd="1" destOrd="0" presId="urn:microsoft.com/office/officeart/2005/8/layout/orgChart1"/>
    <dgm:cxn modelId="{49616256-59E9-49E5-8E2C-253B1906EDCE}" type="presOf" srcId="{3591D59A-BFA7-4E0B-9E7B-A43220D8F1E8}" destId="{EF1C6217-44C8-48DA-AAC2-B19F87896AE9}" srcOrd="0" destOrd="0" presId="urn:microsoft.com/office/officeart/2005/8/layout/orgChart1"/>
    <dgm:cxn modelId="{C3043077-76E3-48A1-A2C9-FD2239A00DF2}" type="presOf" srcId="{3AB0E36F-71D2-4EC7-8498-E21A3B84A603}" destId="{02B29372-20AE-4D68-93D0-E37F8AA64EB5}" srcOrd="0" destOrd="0" presId="urn:microsoft.com/office/officeart/2005/8/layout/orgChart1"/>
    <dgm:cxn modelId="{7E874257-73F4-4FFF-BFB9-566EF9266676}" type="presOf" srcId="{5378D38C-C3DD-41D3-A368-D78745D43558}" destId="{446FA5AA-8ACA-4F5B-A298-9206577A6452}" srcOrd="0" destOrd="0" presId="urn:microsoft.com/office/officeart/2005/8/layout/orgChart1"/>
    <dgm:cxn modelId="{A5622085-2837-4C2C-9AF4-98472F045974}" type="presOf" srcId="{D72A3CB5-2789-4988-A649-11A91A8DDDCA}" destId="{09437D7B-ADD0-41FF-863F-27842201EE7C}" srcOrd="0" destOrd="0" presId="urn:microsoft.com/office/officeart/2005/8/layout/orgChart1"/>
    <dgm:cxn modelId="{FFCC5E85-8261-4A80-82A8-4AE3ABD690DF}" srcId="{5378D38C-C3DD-41D3-A368-D78745D43558}" destId="{610CE03F-35A6-4D7E-AEAC-26501B9D0493}" srcOrd="0" destOrd="0" parTransId="{F884BBD6-BBE0-4E01-81BD-5886D5E06EC1}" sibTransId="{C6504265-ABEC-49E2-BEE0-1B451BD663EA}"/>
    <dgm:cxn modelId="{AC9A33A6-9EAC-4B26-83F7-AD7F75525107}" type="presOf" srcId="{3591D59A-BFA7-4E0B-9E7B-A43220D8F1E8}" destId="{0EF1FF02-51FF-4FF5-A107-FF1E6C803034}" srcOrd="1" destOrd="0" presId="urn:microsoft.com/office/officeart/2005/8/layout/orgChart1"/>
    <dgm:cxn modelId="{E50999BD-35E5-4161-8E0B-BC665398293D}" type="presOf" srcId="{13B77FAE-29CA-4818-8535-FD52DE348D50}" destId="{789D16CE-E7E8-41F6-9BAE-B52622F9E7EF}" srcOrd="0" destOrd="0" presId="urn:microsoft.com/office/officeart/2005/8/layout/orgChart1"/>
    <dgm:cxn modelId="{831FADC5-5EA1-4694-B8B4-1FB07C5FFE33}" type="presOf" srcId="{E86BA060-0E21-4329-9903-E6E0C06F9616}" destId="{7DC50B73-0AB4-4880-8085-5904046314A5}" srcOrd="0" destOrd="0" presId="urn:microsoft.com/office/officeart/2005/8/layout/orgChart1"/>
    <dgm:cxn modelId="{5ABAD9F1-22C4-4EB6-A8BD-BAE050C12DEB}" type="presOf" srcId="{A0F8CF74-9535-48C7-AAE5-89E4A9FB6F54}" destId="{654CFA54-B722-4DC8-A8C2-45DBD761BD12}" srcOrd="1" destOrd="0" presId="urn:microsoft.com/office/officeart/2005/8/layout/orgChart1"/>
    <dgm:cxn modelId="{025D2111-7EFD-4284-A82B-5DE4762D9C57}" type="presParOf" srcId="{446FA5AA-8ACA-4F5B-A298-9206577A6452}" destId="{7C1637B3-CA7D-4F38-ABE0-6AE0960500D2}" srcOrd="0" destOrd="0" presId="urn:microsoft.com/office/officeart/2005/8/layout/orgChart1"/>
    <dgm:cxn modelId="{86B29B33-F3F2-4E98-A62F-7936F434717A}" type="presParOf" srcId="{7C1637B3-CA7D-4F38-ABE0-6AE0960500D2}" destId="{F3FE0F7C-CC70-4DAD-9AC6-0756CC26C227}" srcOrd="0" destOrd="0" presId="urn:microsoft.com/office/officeart/2005/8/layout/orgChart1"/>
    <dgm:cxn modelId="{9CC63631-2090-4D11-B8FB-E66CE8F57B33}" type="presParOf" srcId="{F3FE0F7C-CC70-4DAD-9AC6-0756CC26C227}" destId="{6F73A210-2A28-4465-84E0-0BB54895F194}" srcOrd="0" destOrd="0" presId="urn:microsoft.com/office/officeart/2005/8/layout/orgChart1"/>
    <dgm:cxn modelId="{187464AB-BB2E-427E-B098-4EFA66D4D863}" type="presParOf" srcId="{F3FE0F7C-CC70-4DAD-9AC6-0756CC26C227}" destId="{3558A8E3-3CC1-454A-80D4-72CCADB7915A}" srcOrd="1" destOrd="0" presId="urn:microsoft.com/office/officeart/2005/8/layout/orgChart1"/>
    <dgm:cxn modelId="{2D290ACD-30C4-4683-A4EE-E8CA06CB2AD3}" type="presParOf" srcId="{7C1637B3-CA7D-4F38-ABE0-6AE0960500D2}" destId="{B41F78EE-F147-4EB5-BCFA-A9CBCDCEB94E}" srcOrd="1" destOrd="0" presId="urn:microsoft.com/office/officeart/2005/8/layout/orgChart1"/>
    <dgm:cxn modelId="{E4C37180-5A3E-414E-97A5-BF296BA15251}" type="presParOf" srcId="{B41F78EE-F147-4EB5-BCFA-A9CBCDCEB94E}" destId="{7DC50B73-0AB4-4880-8085-5904046314A5}" srcOrd="0" destOrd="0" presId="urn:microsoft.com/office/officeart/2005/8/layout/orgChart1"/>
    <dgm:cxn modelId="{4B68B699-BF94-4926-A603-18AAF9A62E72}" type="presParOf" srcId="{B41F78EE-F147-4EB5-BCFA-A9CBCDCEB94E}" destId="{21A7715F-D8E9-4D53-AE22-14981987AE7C}" srcOrd="1" destOrd="0" presId="urn:microsoft.com/office/officeart/2005/8/layout/orgChart1"/>
    <dgm:cxn modelId="{3231B706-4466-4FBD-92D6-EBA52748E279}" type="presParOf" srcId="{21A7715F-D8E9-4D53-AE22-14981987AE7C}" destId="{DAFC667B-6402-4BB4-A415-45AE14CCFDEF}" srcOrd="0" destOrd="0" presId="urn:microsoft.com/office/officeart/2005/8/layout/orgChart1"/>
    <dgm:cxn modelId="{6372287C-5BA8-43BA-99AE-7660EFD2D0B5}" type="presParOf" srcId="{DAFC667B-6402-4BB4-A415-45AE14CCFDEF}" destId="{D8D6862E-01E3-40DC-9E7E-D9F37C838B1F}" srcOrd="0" destOrd="0" presId="urn:microsoft.com/office/officeart/2005/8/layout/orgChart1"/>
    <dgm:cxn modelId="{BFE078D1-4E2D-4998-B9C6-0EEEEE7915E6}" type="presParOf" srcId="{DAFC667B-6402-4BB4-A415-45AE14CCFDEF}" destId="{654CFA54-B722-4DC8-A8C2-45DBD761BD12}" srcOrd="1" destOrd="0" presId="urn:microsoft.com/office/officeart/2005/8/layout/orgChart1"/>
    <dgm:cxn modelId="{9BE148A8-7740-42E6-960A-7E9BF784FC93}" type="presParOf" srcId="{21A7715F-D8E9-4D53-AE22-14981987AE7C}" destId="{04CA7786-2397-4197-93E8-CC96B20258A5}" srcOrd="1" destOrd="0" presId="urn:microsoft.com/office/officeart/2005/8/layout/orgChart1"/>
    <dgm:cxn modelId="{EB6143A7-7912-4C80-8CE3-BBEA41695502}" type="presParOf" srcId="{21A7715F-D8E9-4D53-AE22-14981987AE7C}" destId="{4F1F97CB-D80B-4483-8651-F1D8E770BE77}" srcOrd="2" destOrd="0" presId="urn:microsoft.com/office/officeart/2005/8/layout/orgChart1"/>
    <dgm:cxn modelId="{5CD3286D-6259-4FBD-83BE-8E0160303A3B}" type="presParOf" srcId="{B41F78EE-F147-4EB5-BCFA-A9CBCDCEB94E}" destId="{789D16CE-E7E8-41F6-9BAE-B52622F9E7EF}" srcOrd="2" destOrd="0" presId="urn:microsoft.com/office/officeart/2005/8/layout/orgChart1"/>
    <dgm:cxn modelId="{F2435931-8F88-4A0F-BC2B-32F255EBAF8F}" type="presParOf" srcId="{B41F78EE-F147-4EB5-BCFA-A9CBCDCEB94E}" destId="{B96CAE99-439C-4160-988C-889C66D664A7}" srcOrd="3" destOrd="0" presId="urn:microsoft.com/office/officeart/2005/8/layout/orgChart1"/>
    <dgm:cxn modelId="{E8B669FB-456E-48C5-B7A8-A45E56A260AB}" type="presParOf" srcId="{B96CAE99-439C-4160-988C-889C66D664A7}" destId="{0D3E9D07-A5AB-4246-8CD1-7F767AFB4C52}" srcOrd="0" destOrd="0" presId="urn:microsoft.com/office/officeart/2005/8/layout/orgChart1"/>
    <dgm:cxn modelId="{949F8A1B-2038-44BB-8457-F1BB21448014}" type="presParOf" srcId="{0D3E9D07-A5AB-4246-8CD1-7F767AFB4C52}" destId="{09437D7B-ADD0-41FF-863F-27842201EE7C}" srcOrd="0" destOrd="0" presId="urn:microsoft.com/office/officeart/2005/8/layout/orgChart1"/>
    <dgm:cxn modelId="{AC3CEA96-E75D-4404-9726-9E0702631682}" type="presParOf" srcId="{0D3E9D07-A5AB-4246-8CD1-7F767AFB4C52}" destId="{6F09E047-BBDC-4BD2-9529-85ECCB25CE21}" srcOrd="1" destOrd="0" presId="urn:microsoft.com/office/officeart/2005/8/layout/orgChart1"/>
    <dgm:cxn modelId="{8E0DB55E-ED10-442B-B4E3-B4420083E6F4}" type="presParOf" srcId="{B96CAE99-439C-4160-988C-889C66D664A7}" destId="{94501C18-8302-47FD-9412-A4FA2EAE4405}" srcOrd="1" destOrd="0" presId="urn:microsoft.com/office/officeart/2005/8/layout/orgChart1"/>
    <dgm:cxn modelId="{20AF620D-D604-4F49-99FC-989D5132F5AF}" type="presParOf" srcId="{B96CAE99-439C-4160-988C-889C66D664A7}" destId="{62555BF0-8DDF-4945-8D60-C9E1435A9231}" srcOrd="2" destOrd="0" presId="urn:microsoft.com/office/officeart/2005/8/layout/orgChart1"/>
    <dgm:cxn modelId="{385EE4A4-D310-4277-B892-61FDB6519419}" type="presParOf" srcId="{B41F78EE-F147-4EB5-BCFA-A9CBCDCEB94E}" destId="{23A59BE8-F4C8-4B02-9D6D-7658CCE625F0}" srcOrd="4" destOrd="0" presId="urn:microsoft.com/office/officeart/2005/8/layout/orgChart1"/>
    <dgm:cxn modelId="{89DF7403-3121-446D-AA3F-888FA468FC46}" type="presParOf" srcId="{B41F78EE-F147-4EB5-BCFA-A9CBCDCEB94E}" destId="{7F1CE736-82F8-456F-BA54-F4D1BFBFD14D}" srcOrd="5" destOrd="0" presId="urn:microsoft.com/office/officeart/2005/8/layout/orgChart1"/>
    <dgm:cxn modelId="{661F60D0-84DB-4CE2-8795-6DE33A9AEADC}" type="presParOf" srcId="{7F1CE736-82F8-456F-BA54-F4D1BFBFD14D}" destId="{D3C11508-C2F7-46CA-8894-E911DC786D56}" srcOrd="0" destOrd="0" presId="urn:microsoft.com/office/officeart/2005/8/layout/orgChart1"/>
    <dgm:cxn modelId="{00CCFBCA-CA9C-458B-BF8D-50750B5037CF}" type="presParOf" srcId="{D3C11508-C2F7-46CA-8894-E911DC786D56}" destId="{4E83D830-BC54-4B47-B5FC-88451CBDE4D3}" srcOrd="0" destOrd="0" presId="urn:microsoft.com/office/officeart/2005/8/layout/orgChart1"/>
    <dgm:cxn modelId="{E46BEC59-2CD5-411F-BC2D-266D33E11A26}" type="presParOf" srcId="{D3C11508-C2F7-46CA-8894-E911DC786D56}" destId="{5EB6E11E-2129-4C34-9A75-019A55F43E45}" srcOrd="1" destOrd="0" presId="urn:microsoft.com/office/officeart/2005/8/layout/orgChart1"/>
    <dgm:cxn modelId="{1459629E-BC0E-4463-9506-3222AD160A03}" type="presParOf" srcId="{7F1CE736-82F8-456F-BA54-F4D1BFBFD14D}" destId="{DDF6744C-4930-473C-8D85-68CCB144BFF9}" srcOrd="1" destOrd="0" presId="urn:microsoft.com/office/officeart/2005/8/layout/orgChart1"/>
    <dgm:cxn modelId="{E97E668B-E5BC-4377-8205-A5BA5E27EFDA}" type="presParOf" srcId="{7F1CE736-82F8-456F-BA54-F4D1BFBFD14D}" destId="{18A96765-D286-4BDC-8940-7EA65AE6BF35}" srcOrd="2" destOrd="0" presId="urn:microsoft.com/office/officeart/2005/8/layout/orgChart1"/>
    <dgm:cxn modelId="{C9B55350-6C18-480E-8847-0DC3DA709B51}" type="presParOf" srcId="{B41F78EE-F147-4EB5-BCFA-A9CBCDCEB94E}" destId="{02B29372-20AE-4D68-93D0-E37F8AA64EB5}" srcOrd="6" destOrd="0" presId="urn:microsoft.com/office/officeart/2005/8/layout/orgChart1"/>
    <dgm:cxn modelId="{07D986C3-3B76-4097-BC7A-168F821E7A5C}" type="presParOf" srcId="{B41F78EE-F147-4EB5-BCFA-A9CBCDCEB94E}" destId="{A1FB591D-A8DA-43E6-B33C-3F3BB902CD44}" srcOrd="7" destOrd="0" presId="urn:microsoft.com/office/officeart/2005/8/layout/orgChart1"/>
    <dgm:cxn modelId="{F9F346A6-8524-4C0A-AF28-606C2C366805}" type="presParOf" srcId="{A1FB591D-A8DA-43E6-B33C-3F3BB902CD44}" destId="{DAC2C2DE-A97C-43A7-8B10-C8D6204F5754}" srcOrd="0" destOrd="0" presId="urn:microsoft.com/office/officeart/2005/8/layout/orgChart1"/>
    <dgm:cxn modelId="{775B90D6-B90E-4C78-BD14-29D53B8B555B}" type="presParOf" srcId="{DAC2C2DE-A97C-43A7-8B10-C8D6204F5754}" destId="{EF1C6217-44C8-48DA-AAC2-B19F87896AE9}" srcOrd="0" destOrd="0" presId="urn:microsoft.com/office/officeart/2005/8/layout/orgChart1"/>
    <dgm:cxn modelId="{D52A3739-DD28-4743-945A-D01CB60C7A9D}" type="presParOf" srcId="{DAC2C2DE-A97C-43A7-8B10-C8D6204F5754}" destId="{0EF1FF02-51FF-4FF5-A107-FF1E6C803034}" srcOrd="1" destOrd="0" presId="urn:microsoft.com/office/officeart/2005/8/layout/orgChart1"/>
    <dgm:cxn modelId="{9FB69FD0-2410-4167-A37D-1A757A23F676}" type="presParOf" srcId="{A1FB591D-A8DA-43E6-B33C-3F3BB902CD44}" destId="{726174C9-5C99-4A20-8AA3-3D53AEBA10E4}" srcOrd="1" destOrd="0" presId="urn:microsoft.com/office/officeart/2005/8/layout/orgChart1"/>
    <dgm:cxn modelId="{E569B844-BEE5-49EC-8670-21C58A226E6E}" type="presParOf" srcId="{A1FB591D-A8DA-43E6-B33C-3F3BB902CD44}" destId="{E93D2F1A-1C3F-4A18-9B73-AC72D2792203}" srcOrd="2" destOrd="0" presId="urn:microsoft.com/office/officeart/2005/8/layout/orgChart1"/>
    <dgm:cxn modelId="{776BD788-22A2-41B2-BE6B-1BEFB2308F5B}" type="presParOf" srcId="{7C1637B3-CA7D-4F38-ABE0-6AE0960500D2}" destId="{28C6B329-D43F-4853-810F-6007DBDF96A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B29372-20AE-4D68-93D0-E37F8AA64EB5}">
      <dsp:nvSpPr>
        <dsp:cNvPr id="0" name=""/>
        <dsp:cNvSpPr/>
      </dsp:nvSpPr>
      <dsp:spPr>
        <a:xfrm>
          <a:off x="5577840" y="2079611"/>
          <a:ext cx="4368598" cy="505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728"/>
              </a:lnTo>
              <a:lnTo>
                <a:pt x="4368598" y="252728"/>
              </a:lnTo>
              <a:lnTo>
                <a:pt x="4368598" y="5054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A59BE8-F4C8-4B02-9D6D-7658CCE625F0}">
      <dsp:nvSpPr>
        <dsp:cNvPr id="0" name=""/>
        <dsp:cNvSpPr/>
      </dsp:nvSpPr>
      <dsp:spPr>
        <a:xfrm>
          <a:off x="5577840" y="2079611"/>
          <a:ext cx="1456199" cy="505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728"/>
              </a:lnTo>
              <a:lnTo>
                <a:pt x="1456199" y="252728"/>
              </a:lnTo>
              <a:lnTo>
                <a:pt x="1456199" y="5054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9D16CE-E7E8-41F6-9BAE-B52622F9E7EF}">
      <dsp:nvSpPr>
        <dsp:cNvPr id="0" name=""/>
        <dsp:cNvSpPr/>
      </dsp:nvSpPr>
      <dsp:spPr>
        <a:xfrm>
          <a:off x="4121640" y="2079611"/>
          <a:ext cx="1456199" cy="505457"/>
        </a:xfrm>
        <a:custGeom>
          <a:avLst/>
          <a:gdLst/>
          <a:ahLst/>
          <a:cxnLst/>
          <a:rect l="0" t="0" r="0" b="0"/>
          <a:pathLst>
            <a:path>
              <a:moveTo>
                <a:pt x="1456199" y="0"/>
              </a:moveTo>
              <a:lnTo>
                <a:pt x="1456199" y="252728"/>
              </a:lnTo>
              <a:lnTo>
                <a:pt x="0" y="252728"/>
              </a:lnTo>
              <a:lnTo>
                <a:pt x="0" y="5054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C50B73-0AB4-4880-8085-5904046314A5}">
      <dsp:nvSpPr>
        <dsp:cNvPr id="0" name=""/>
        <dsp:cNvSpPr/>
      </dsp:nvSpPr>
      <dsp:spPr>
        <a:xfrm>
          <a:off x="1203470" y="2079611"/>
          <a:ext cx="4374369" cy="480353"/>
        </a:xfrm>
        <a:custGeom>
          <a:avLst/>
          <a:gdLst/>
          <a:ahLst/>
          <a:cxnLst/>
          <a:rect l="0" t="0" r="0" b="0"/>
          <a:pathLst>
            <a:path>
              <a:moveTo>
                <a:pt x="4374369" y="0"/>
              </a:moveTo>
              <a:lnTo>
                <a:pt x="4374369" y="227624"/>
              </a:lnTo>
              <a:lnTo>
                <a:pt x="0" y="227624"/>
              </a:lnTo>
              <a:lnTo>
                <a:pt x="0" y="4803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73A210-2A28-4465-84E0-0BB54895F194}">
      <dsp:nvSpPr>
        <dsp:cNvPr id="0" name=""/>
        <dsp:cNvSpPr/>
      </dsp:nvSpPr>
      <dsp:spPr>
        <a:xfrm>
          <a:off x="4374369" y="876140"/>
          <a:ext cx="2406941" cy="1203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Data Structure</a:t>
          </a:r>
        </a:p>
      </dsp:txBody>
      <dsp:txXfrm>
        <a:off x="4374369" y="876140"/>
        <a:ext cx="2406941" cy="1203470"/>
      </dsp:txXfrm>
    </dsp:sp>
    <dsp:sp modelId="{D8D6862E-01E3-40DC-9E7E-D9F37C838B1F}">
      <dsp:nvSpPr>
        <dsp:cNvPr id="0" name=""/>
        <dsp:cNvSpPr/>
      </dsp:nvSpPr>
      <dsp:spPr>
        <a:xfrm>
          <a:off x="0" y="2559964"/>
          <a:ext cx="2406941" cy="1203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Unstructured Data</a:t>
          </a:r>
        </a:p>
      </dsp:txBody>
      <dsp:txXfrm>
        <a:off x="0" y="2559964"/>
        <a:ext cx="2406941" cy="1203470"/>
      </dsp:txXfrm>
    </dsp:sp>
    <dsp:sp modelId="{09437D7B-ADD0-41FF-863F-27842201EE7C}">
      <dsp:nvSpPr>
        <dsp:cNvPr id="0" name=""/>
        <dsp:cNvSpPr/>
      </dsp:nvSpPr>
      <dsp:spPr>
        <a:xfrm>
          <a:off x="2918169" y="2585068"/>
          <a:ext cx="2406941" cy="1203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Quasi-structure Data</a:t>
          </a:r>
        </a:p>
      </dsp:txBody>
      <dsp:txXfrm>
        <a:off x="2918169" y="2585068"/>
        <a:ext cx="2406941" cy="1203470"/>
      </dsp:txXfrm>
    </dsp:sp>
    <dsp:sp modelId="{4E83D830-BC54-4B47-B5FC-88451CBDE4D3}">
      <dsp:nvSpPr>
        <dsp:cNvPr id="0" name=""/>
        <dsp:cNvSpPr/>
      </dsp:nvSpPr>
      <dsp:spPr>
        <a:xfrm>
          <a:off x="5830568" y="2585068"/>
          <a:ext cx="2406941" cy="1203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Semi-structured Data</a:t>
          </a:r>
        </a:p>
      </dsp:txBody>
      <dsp:txXfrm>
        <a:off x="5830568" y="2585068"/>
        <a:ext cx="2406941" cy="1203470"/>
      </dsp:txXfrm>
    </dsp:sp>
    <dsp:sp modelId="{EF1C6217-44C8-48DA-AAC2-B19F87896AE9}">
      <dsp:nvSpPr>
        <dsp:cNvPr id="0" name=""/>
        <dsp:cNvSpPr/>
      </dsp:nvSpPr>
      <dsp:spPr>
        <a:xfrm>
          <a:off x="8742968" y="2585068"/>
          <a:ext cx="2406941" cy="1203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Structured Data</a:t>
          </a:r>
        </a:p>
      </dsp:txBody>
      <dsp:txXfrm>
        <a:off x="8742968" y="2585068"/>
        <a:ext cx="2406941" cy="1203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36D142-5D8F-8AF1-ABD6-2131EF9DE698}"/>
              </a:ext>
            </a:extLst>
          </p:cNvPr>
          <p:cNvSpPr txBox="1"/>
          <p:nvPr/>
        </p:nvSpPr>
        <p:spPr>
          <a:xfrm>
            <a:off x="3012948" y="3244334"/>
            <a:ext cx="61904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901516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59DB7-EF27-7782-1D99-6FB44B69A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72287AD-B59D-A1A6-4B94-7F1576BD9B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2470301"/>
              </p:ext>
            </p:extLst>
          </p:nvPr>
        </p:nvGraphicFramePr>
        <p:xfrm>
          <a:off x="1018076" y="683796"/>
          <a:ext cx="10018732" cy="5159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41E3106-8CB9-180C-FF4E-9420BDF568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5569492"/>
              </p:ext>
            </p:extLst>
          </p:nvPr>
        </p:nvGraphicFramePr>
        <p:xfrm>
          <a:off x="566928" y="611408"/>
          <a:ext cx="11155680" cy="4664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00693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4042B-18AC-B847-28FD-7DBD8378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DD6A4A-846E-D9D9-CAF5-793A18178EBE}"/>
              </a:ext>
            </a:extLst>
          </p:cNvPr>
          <p:cNvSpPr txBox="1"/>
          <p:nvPr/>
        </p:nvSpPr>
        <p:spPr>
          <a:xfrm>
            <a:off x="281056" y="2053239"/>
            <a:ext cx="9079992" cy="2751522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that has no predefined structure or format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cannot be easily organized or stored in a database or spreadsheet.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 emails, social media posts, documents like Word files or PDFs, Wikipedia, etc.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80-90% available data is unstructured.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C6E8DBF-F6B8-449E-2E34-78511BB53074}"/>
              </a:ext>
            </a:extLst>
          </p:cNvPr>
          <p:cNvGrpSpPr/>
          <p:nvPr/>
        </p:nvGrpSpPr>
        <p:grpSpPr>
          <a:xfrm>
            <a:off x="729679" y="284067"/>
            <a:ext cx="3266250" cy="876617"/>
            <a:chOff x="2125617" y="1660845"/>
            <a:chExt cx="1753234" cy="87661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B083F8-CEE3-7B87-B28C-6F30C8725749}"/>
                </a:ext>
              </a:extLst>
            </p:cNvPr>
            <p:cNvSpPr/>
            <p:nvPr/>
          </p:nvSpPr>
          <p:spPr>
            <a:xfrm>
              <a:off x="2125617" y="1660845"/>
              <a:ext cx="1753234" cy="87661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0641362-FF1F-902F-0E64-75CFA6C8BE97}"/>
                </a:ext>
              </a:extLst>
            </p:cNvPr>
            <p:cNvSpPr txBox="1"/>
            <p:nvPr/>
          </p:nvSpPr>
          <p:spPr>
            <a:xfrm>
              <a:off x="2125617" y="1660845"/>
              <a:ext cx="1753234" cy="8766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kern="1200" dirty="0"/>
                <a:t>Un-structure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445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12A1D-B4C4-1284-01E6-B4EBA94E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72D4BD1-0194-F71A-57D8-F285014CB55E}"/>
              </a:ext>
            </a:extLst>
          </p:cNvPr>
          <p:cNvSpPr txBox="1"/>
          <p:nvPr/>
        </p:nvSpPr>
        <p:spPr>
          <a:xfrm>
            <a:off x="107887" y="1196941"/>
            <a:ext cx="8766048" cy="2419124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It's not structured but can be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partially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organized with tools.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It’s readable but needs cleaning and parsing for analysis.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Typically found 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Logs, clickstream data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5-10% available data is unstructured.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4D70806-BD3A-6266-2FD1-F6AE35254347}"/>
              </a:ext>
            </a:extLst>
          </p:cNvPr>
          <p:cNvGrpSpPr/>
          <p:nvPr/>
        </p:nvGrpSpPr>
        <p:grpSpPr>
          <a:xfrm>
            <a:off x="107887" y="101187"/>
            <a:ext cx="3266250" cy="876617"/>
            <a:chOff x="2125617" y="1660845"/>
            <a:chExt cx="1753234" cy="87661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2B30DBE-0980-87E6-B25B-297CFE299DA5}"/>
                </a:ext>
              </a:extLst>
            </p:cNvPr>
            <p:cNvSpPr/>
            <p:nvPr/>
          </p:nvSpPr>
          <p:spPr>
            <a:xfrm>
              <a:off x="2125617" y="1660845"/>
              <a:ext cx="1753234" cy="87661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C163188-B964-132E-AFDE-BBB264B2E1E3}"/>
                </a:ext>
              </a:extLst>
            </p:cNvPr>
            <p:cNvSpPr txBox="1"/>
            <p:nvPr/>
          </p:nvSpPr>
          <p:spPr>
            <a:xfrm>
              <a:off x="2125617" y="1660845"/>
              <a:ext cx="1753234" cy="8766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kern="1200" dirty="0"/>
                <a:t>Quasi-structure Data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76E8EF6-265B-DCD8-AB2E-B4B28708E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845" y="3493008"/>
            <a:ext cx="7186687" cy="325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4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A9F2-F9AA-7072-7C97-1D6B2C9CA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CFFB220-9ADA-8658-7835-ADE7CAF6B03E}"/>
              </a:ext>
            </a:extLst>
          </p:cNvPr>
          <p:cNvSpPr txBox="1"/>
          <p:nvPr/>
        </p:nvSpPr>
        <p:spPr>
          <a:xfrm>
            <a:off x="181037" y="1447288"/>
            <a:ext cx="11221531" cy="5410712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that doesn't reside in a relational database but still has some organizational properties (tags or markers).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5-10% available data is unstructured.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JSON, XML files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&lt;student&gt;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&lt;id&gt;101&lt;/id&gt;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&lt;name&gt;Loxford&lt;/name&gt;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&lt;age&gt;19&lt;/age&gt;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&lt;id&gt;102&lt;/id&gt;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&lt;name&gt;Khan&lt;/name&gt;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&lt;age&gt;22&lt;/age&gt;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&lt;/student&gt;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55DD159-97C7-2B31-706B-D5F9B65EC792}"/>
              </a:ext>
            </a:extLst>
          </p:cNvPr>
          <p:cNvGrpSpPr/>
          <p:nvPr/>
        </p:nvGrpSpPr>
        <p:grpSpPr>
          <a:xfrm>
            <a:off x="181037" y="311499"/>
            <a:ext cx="4537266" cy="876617"/>
            <a:chOff x="4181037" y="1660845"/>
            <a:chExt cx="1819228" cy="87661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95C39E1-B6C9-49AA-62A5-1E6EC9D35FBF}"/>
                </a:ext>
              </a:extLst>
            </p:cNvPr>
            <p:cNvSpPr/>
            <p:nvPr/>
          </p:nvSpPr>
          <p:spPr>
            <a:xfrm>
              <a:off x="4247031" y="1660845"/>
              <a:ext cx="1753234" cy="87661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6D1C4EA-60C1-19BA-723C-1C1989CC1717}"/>
                </a:ext>
              </a:extLst>
            </p:cNvPr>
            <p:cNvSpPr txBox="1"/>
            <p:nvPr/>
          </p:nvSpPr>
          <p:spPr>
            <a:xfrm>
              <a:off x="4181037" y="1660845"/>
              <a:ext cx="1753234" cy="8766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kern="1200" dirty="0"/>
                <a:t>Semi-structured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685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F06FE-81E7-3F4D-9805-E66D1AEE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DD2BD0D-8D4C-B5CE-F6C0-DB5CA80BC9E5}"/>
              </a:ext>
            </a:extLst>
          </p:cNvPr>
          <p:cNvSpPr txBox="1"/>
          <p:nvPr/>
        </p:nvSpPr>
        <p:spPr>
          <a:xfrm>
            <a:off x="472866" y="1793375"/>
            <a:ext cx="9283782" cy="1421928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with a clearly defined format, organized into rows and columns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Relational databases (like MySQL, Oracle).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Easily searchable and analysable.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 10% available data is unstructured.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D5E591-4657-95E0-C171-BE19F7C037C3}"/>
              </a:ext>
            </a:extLst>
          </p:cNvPr>
          <p:cNvGrpSpPr/>
          <p:nvPr/>
        </p:nvGrpSpPr>
        <p:grpSpPr>
          <a:xfrm>
            <a:off x="153606" y="183483"/>
            <a:ext cx="2991929" cy="876617"/>
            <a:chOff x="6368445" y="1660845"/>
            <a:chExt cx="1753234" cy="87661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80D7CDE-5EA0-AC62-9314-9B6A1DC1816C}"/>
                </a:ext>
              </a:extLst>
            </p:cNvPr>
            <p:cNvSpPr/>
            <p:nvPr/>
          </p:nvSpPr>
          <p:spPr>
            <a:xfrm>
              <a:off x="6368445" y="1660845"/>
              <a:ext cx="1753234" cy="87661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1EACB5C-B43E-E2FE-5AB7-5B48795DC09C}"/>
                </a:ext>
              </a:extLst>
            </p:cNvPr>
            <p:cNvSpPr txBox="1"/>
            <p:nvPr/>
          </p:nvSpPr>
          <p:spPr>
            <a:xfrm>
              <a:off x="6368445" y="1660845"/>
              <a:ext cx="1753234" cy="8766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400" kern="1200" dirty="0"/>
                <a:t>Structured Data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43BE2B0-022A-2679-2F43-3FE5071B9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838" y="3642698"/>
            <a:ext cx="3878281" cy="202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09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B165F-3F52-C3BA-058E-030CDA96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8C96-9C9D-E585-B77B-D5E5742F1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9CD109-6B71-237D-3A76-9A4CC0660C9A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801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1918</TotalTime>
  <Words>228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246</cp:revision>
  <dcterms:created xsi:type="dcterms:W3CDTF">2025-09-22T02:44:38Z</dcterms:created>
  <dcterms:modified xsi:type="dcterms:W3CDTF">2026-07-19T06:55:42Z</dcterms:modified>
</cp:coreProperties>
</file>