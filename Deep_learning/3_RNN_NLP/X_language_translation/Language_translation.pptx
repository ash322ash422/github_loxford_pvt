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5" r:id="rId2"/>
    <p:sldId id="276" r:id="rId3"/>
    <p:sldId id="281" r:id="rId4"/>
    <p:sldId id="278" r:id="rId5"/>
    <p:sldId id="279" r:id="rId6"/>
    <p:sldId id="280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C6290F-5B5E-0A95-0185-DCE726ECB5B1}"/>
              </a:ext>
            </a:extLst>
          </p:cNvPr>
          <p:cNvSpPr txBox="1"/>
          <p:nvPr/>
        </p:nvSpPr>
        <p:spPr>
          <a:xfrm>
            <a:off x="3012948" y="3244334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to Language translator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7987-FF73-A2F4-4549-169BF193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A52AD-52C3-B102-6939-F2776693F2BC}"/>
              </a:ext>
            </a:extLst>
          </p:cNvPr>
          <p:cNvSpPr txBox="1"/>
          <p:nvPr/>
        </p:nvSpPr>
        <p:spPr>
          <a:xfrm>
            <a:off x="1014984" y="1298877"/>
            <a:ext cx="892454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order of relevance</a:t>
            </a:r>
          </a:p>
          <a:p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🔴 Vanilla RNN (</a:t>
            </a:r>
            <a:r>
              <a:rPr lang="en-US" sz="3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SimpleRNN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🟠 LSTM / GRU</a:t>
            </a: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🟢 Seq2Seq with Attention</a:t>
            </a: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🔵 Transformers (Modern industry standard) </a:t>
            </a:r>
          </a:p>
        </p:txBody>
      </p:sp>
    </p:spTree>
    <p:extLst>
      <p:ext uri="{BB962C8B-B14F-4D97-AF65-F5344CB8AC3E}">
        <p14:creationId xmlns:p14="http://schemas.microsoft.com/office/powerpoint/2010/main" val="326607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1567-0DFB-9AFC-118A-9927BC2F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189DFB-6B56-FD06-386B-0F59232D3C4E}"/>
              </a:ext>
            </a:extLst>
          </p:cNvPr>
          <p:cNvSpPr txBox="1"/>
          <p:nvPr/>
        </p:nvSpPr>
        <p:spPr>
          <a:xfrm>
            <a:off x="265176" y="247317"/>
            <a:ext cx="71780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🔴 Vanilla RNN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SimpleRNN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only for concept demo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Shows: sequence-to-sequence idea, hidden states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vanishing gradient → forgets long sentences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Translation quality: ❌ poor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Good for: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Explaining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sequence models are needed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Showing limitations</a:t>
            </a:r>
          </a:p>
        </p:txBody>
      </p:sp>
    </p:spTree>
    <p:extLst>
      <p:ext uri="{BB962C8B-B14F-4D97-AF65-F5344CB8AC3E}">
        <p14:creationId xmlns:p14="http://schemas.microsoft.com/office/powerpoint/2010/main" val="370013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ADC2-2822-0E26-AAF8-2EDCA566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71ED9A-A37B-77EE-4F7A-0EDB23F7B257}"/>
              </a:ext>
            </a:extLst>
          </p:cNvPr>
          <p:cNvSpPr txBox="1"/>
          <p:nvPr/>
        </p:nvSpPr>
        <p:spPr>
          <a:xfrm>
            <a:off x="265176" y="247317"/>
            <a:ext cx="117866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🟠 LSTM / GRU (Recommended classical approach)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balance of simplicity + performance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Solves memory issue using gates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well for medium-length sentences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GRU = simpler, faster than LSTM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Architecture: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 (LSTM/GRU)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 (LSTM/GRU)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Better version: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Encoder–Decoder + Attention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⭐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attention matters: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“focuses” on relevant words instead of compressing whole sentence into one vector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A2DA0-38AE-F119-D429-7D6A1C49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329" y="2066544"/>
            <a:ext cx="3521860" cy="237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3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A985-AF75-4249-30C4-DD8550E4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52DD2A-BC68-FCBE-010F-23CE1D03344F}"/>
              </a:ext>
            </a:extLst>
          </p:cNvPr>
          <p:cNvSpPr txBox="1"/>
          <p:nvPr/>
        </p:nvSpPr>
        <p:spPr>
          <a:xfrm>
            <a:off x="265176" y="247317"/>
            <a:ext cx="117866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🟢 Seq2Seq with Attention (🔥 Best teaching sweet spot)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Classic architecture used before Transformers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visualize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Shows alignment between words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It has: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 hidden states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weights (very visual)</a:t>
            </a:r>
          </a:p>
        </p:txBody>
      </p:sp>
    </p:spTree>
    <p:extLst>
      <p:ext uri="{BB962C8B-B14F-4D97-AF65-F5344CB8AC3E}">
        <p14:creationId xmlns:p14="http://schemas.microsoft.com/office/powerpoint/2010/main" val="298043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CFA7-06EA-2065-C4B4-8D38FA55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929C9-674D-21FC-AAC7-CE76318C681D}"/>
              </a:ext>
            </a:extLst>
          </p:cNvPr>
          <p:cNvSpPr txBox="1"/>
          <p:nvPr/>
        </p:nvSpPr>
        <p:spPr>
          <a:xfrm>
            <a:off x="265176" y="247317"/>
            <a:ext cx="67482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🔵 Transformers (Modern industry standard)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architecture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mechanism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Used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Translate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Handles long sentences very well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 (faster training)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State-of-the-art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0ADFF-8DDE-CBEE-4215-8CB0A6E15CD0}"/>
              </a:ext>
            </a:extLst>
          </p:cNvPr>
          <p:cNvSpPr txBox="1"/>
          <p:nvPr/>
        </p:nvSpPr>
        <p:spPr>
          <a:xfrm>
            <a:off x="5559552" y="1570755"/>
            <a:ext cx="69159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 (not for translation directly but conceptually useful)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Good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Showing real-world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classes</a:t>
            </a:r>
          </a:p>
        </p:txBody>
      </p:sp>
    </p:spTree>
    <p:extLst>
      <p:ext uri="{BB962C8B-B14F-4D97-AF65-F5344CB8AC3E}">
        <p14:creationId xmlns:p14="http://schemas.microsoft.com/office/powerpoint/2010/main" val="105548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5CF2-40A4-E274-1C29-466BC024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7BE2B-FCAC-7DB3-88EC-6D466C14334E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32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1911</TotalTime>
  <Words>252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239</cp:revision>
  <dcterms:created xsi:type="dcterms:W3CDTF">2025-09-22T02:44:38Z</dcterms:created>
  <dcterms:modified xsi:type="dcterms:W3CDTF">2026-04-21T03:42:44Z</dcterms:modified>
</cp:coreProperties>
</file>