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283" r:id="rId3"/>
    <p:sldId id="276" r:id="rId4"/>
    <p:sldId id="299" r:id="rId5"/>
    <p:sldId id="300" r:id="rId6"/>
    <p:sldId id="313" r:id="rId7"/>
    <p:sldId id="316" r:id="rId8"/>
    <p:sldId id="317" r:id="rId9"/>
    <p:sldId id="281" r:id="rId10"/>
    <p:sldId id="282" r:id="rId11"/>
    <p:sldId id="301" r:id="rId12"/>
    <p:sldId id="315" r:id="rId13"/>
    <p:sldId id="314" r:id="rId14"/>
    <p:sldId id="292" r:id="rId15"/>
    <p:sldId id="285" r:id="rId16"/>
    <p:sldId id="290" r:id="rId17"/>
    <p:sldId id="287" r:id="rId18"/>
    <p:sldId id="288" r:id="rId19"/>
    <p:sldId id="293" r:id="rId20"/>
    <p:sldId id="296" r:id="rId21"/>
    <p:sldId id="309" r:id="rId22"/>
    <p:sldId id="297" r:id="rId23"/>
    <p:sldId id="302" r:id="rId24"/>
    <p:sldId id="280" r:id="rId25"/>
    <p:sldId id="308" r:id="rId26"/>
    <p:sldId id="294" r:id="rId27"/>
    <p:sldId id="269" r:id="rId28"/>
    <p:sldId id="298" r:id="rId29"/>
    <p:sldId id="286" r:id="rId30"/>
    <p:sldId id="295" r:id="rId31"/>
    <p:sldId id="279" r:id="rId32"/>
    <p:sldId id="275" r:id="rId33"/>
    <p:sldId id="311" r:id="rId34"/>
    <p:sldId id="312" r:id="rId35"/>
    <p:sldId id="277" r:id="rId36"/>
    <p:sldId id="310" r:id="rId37"/>
    <p:sldId id="27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5.8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21 6133 0 0,'7'-20'321'0'0,"-5"30"-410"0"0,3 20 72 0 0,192 565 58 0 0,-144-447-35 0 0,146 355 109 0 0,-133-342-96 0 0,36 71 25 0 0,33 83 8 0 0,-81-188-40 0 0,-30-72 1 0 0,32 103 0 0 0,-25-56-26 0 0,10 50 74 0 0,16 144-39 0 0,31 99-8 0 0,-55-234-4 0 0,-17-93-18 0 0,47 128 0 0 0,44 59 87 0 0,-90-216-68 0 0,-8-20-5 0 0,0 1 1 0 0,-2-1 0 0 0,8 32-1 0 0,-4-4-7 0 0,33 86 0 0 0,-33-102 3 0 0,21 48 14 0 0,-16-38-14 0 0,-12-27 9 0 0,1 0 0 0 0,0-1 1 0 0,10 16-1 0 0,5 16 51 0 0,-17-45 124 0 0,-3-12 304 0 0,-4-34 1000 0 0,-11-55 697 0 0,7 47-2111 0 0,2 0 1 0 0,2 0-1 0 0,4-58 1 0 0,0 47-54 0 0,1 53-32 0 0,1 3 6 0 0,-1 6-38 0 0,-1 1-1 0 0,1-1 1 0 0,0 0 0 0 0,-1 0 0 0 0,0 0 0 0 0,1 0 0 0 0,-1 0 0 0 0,-1 0 0 0 0,0-6 0 0 0,-3 8-664 0 0,-3 15 469 0 0,4 4 187 0 0,1 0 0 0 0,0 0 0 0 0,1 0-1 0 0,2 0 1 0 0,-1 0 0 0 0,2 0 0 0 0,4 20-1 0 0,-2-12 24 0 0,17 249-77 0 0,-21-267 120 0 0,-1 0 0 0 0,1-1 0 0 0,-1 1 0 0 0,0 0 0 0 0,-1-1 0 0 0,0 1 0 0 0,-5 13 0 0 0,5-16 52 0 0,1-3 55 0 0,1-2-104 0 0,-1 1 0 0 0,1-1 1 0 0,-1 1-1 0 0,1-1 0 0 0,-1 1 0 0 0,0-1 0 0 0,1 1 0 0 0,-1-1 0 0 0,0 0 0 0 0,1 1 0 0 0,-1-1 0 0 0,0 0 0 0 0,1 0 1 0 0,-1 1-1 0 0,0-1 0 0 0,0 0 0 0 0,1 0 0 0 0,-1 0 0 0 0,0 0 0 0 0,0 0 0 0 0,-1 0 0 0 0,-11-3 64 0 0,0 0 0 0 0,0-1 0 0 0,0-1 0 0 0,0 0 0 0 0,1-1 0 0 0,-16-9-1 0 0,-73-53 353 0 0,13 8-148 0 0,59 42-673 0 0,-48-38-1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48.53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23 528 5833 0 0,'0'0'-276'0'0,"-15"5"-417"0"0,8-5 1640 0 0,61-24-931 0 0,1 3 1 0 0,1 2 0 0 0,71-14 0 0 0,58-20-44 0 0,40-18 124 0 0,58-21 3 0 0,-151 47-52 0 0,75-31 225 0 0,-115 37 81 0 0,-90 38-305 0 0,5-2 42 0 0,9-5 147 0 0,-12 3 418 0 0,-204-15-561 0 0,183 18-92 0 0,0 1 0 0 0,0 1 0 0 0,-24 2-1 0 0,-13 1 4 0 0,-11-1-35 0 0,62-2 50 0 0,-7 0-23 0 0,6 0-6 0 0,8-1-55 0 0,500-23 14 0 0,-501 24 42 0 0,35 0 8 0 0,-35 0-9 0 0,-2 0-8 0 0,0 0 9 0 0,1-1 0 0 0,-1 1 1 0 0,0 0-1 0 0,1 0 0 0 0,-1 0 1 0 0,0 0-1 0 0,1 0 0 0 0,-1 0 1 0 0,0 0-1 0 0,1 1 0 0 0,-1-1 0 0 0,0 0 1 0 0,0 1-1 0 0,2 0 0 0 0,-3-1 6 0 0,1 0 0 0 0,-1 0-1 0 0,1 0 1 0 0,-1 1-1 0 0,0-1 1 0 0,1 0-1 0 0,-1 0 1 0 0,0 0-1 0 0,1 1 1 0 0,-1-1 0 0 0,0 0-1 0 0,0 1 1 0 0,1-1-1 0 0,-1 0 1 0 0,0 1-1 0 0,0-1 1 0 0,1 0 0 0 0,-1 1-1 0 0,0-1 1 0 0,0 1-1 0 0,0-1 1 0 0,0 0-1 0 0,0 1 1 0 0,0-1-1 0 0,0 1 1 0 0,1-1 0 0 0,-1 0-1 0 0,0 1 1 0 0,0-1-1 0 0,-1 1 1 0 0,1-1-1 0 0,0 1 1 0 0,0-1 0 0 0,0 0-1 0 0,0 1 1 0 0,0-1-1 0 0,0 1 1 0 0,0-1-1 0 0,-1 0 1 0 0,1 1-1 0 0,0-1 1 0 0,0 0 0 0 0,-1 1-1 0 0,1-1 1 0 0,0 0-1 0 0,0 1 1 0 0,-1-1-1 0 0,1 0 1 0 0,0 0 0 0 0,-1 1-1 0 0,1-1 1 0 0,0 0-1 0 0,-1 0 1 0 0,0 1-1 0 0,-45 36-10 0 0,-64 41-1 0 0,9-8 47 0 0,67-51-18 0 0,-3 1-288 0 0,36-19-112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0.57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52 2 4456 0 0,'0'0'-243'0'0,"-3"0"-83"0"0,-15 0 229 0 0,-1-2 1313 0 0,10 6-1223 0 0,6-3 46 0 0,40 16-47 0 0,-25-10 9 0 0,62 26 19 0 0,0-3-1 0 0,88 22 1 0 0,71 28 11 0 0,-99-21-17 0 0,-43-17 25 0 0,105 32-1 0 0,-135-54-16 0 0,-59-20-18 0 0,-1 2 9 0 0,1-1 1 0 0,0 1-1 0 0,1-1 0 0 0,-1 0 1 0 0,0 0-1 0 0,0 0 0 0 0,0 0 1 0 0,1 0-1 0 0,-1-1 0 0 0,0 1 1 0 0,1-1-1 0 0,11 2 2535 0 0,-78-72-1988 0 0,-97-118-42 0 0,116 144-440 0 0,44 43-78 0 0,-6-10-5 0 0,2 6-5 0 0,3 4 0 0 0,-7-5-216 0 0,2 6-49 0 0,32 30 248 0 0,1-2 0 0 0,55 46 0 0 0,0 0 31 0 0,-68-61-8 0 0,-5-6-11 0 0,-1 1-1 0 0,0-1 0 0 0,0 1 1 0 0,0 0-1 0 0,-1 1 1 0 0,8 13-1 0 0,-14-21 16 0 0,0 0 1 0 0,0 0-1 0 0,0 0 1 0 0,0 0-1 0 0,0 0 0 0 0,0 0 1 0 0,0 0-1 0 0,0 0 1 0 0,0 0-1 0 0,-1 0 0 0 0,1 0 1 0 0,0 0-1 0 0,-1 0 1 0 0,1 0-1 0 0,-1 0 0 0 0,1-1 1 0 0,-1 1-1 0 0,1 0 0 0 0,-1 0 1 0 0,1 0-1 0 0,-1-1 1 0 0,0 1-1 0 0,1 0 0 0 0,-1-1 1 0 0,-2 2-1 0 0,-22 17 12 0 0,20-16-11 0 0,-21 12 11 0 0,0-1 0 0 0,-1-2 0 0 0,-1 0 0 0 0,0-2 0 0 0,-41 9 0 0 0,5 0 2 0 0,28-8-757 0 0,0-3 0 0 0,-46 5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2.5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50 33 5813 0 0,'-32'-21'-334'0'0,"22"13"595"0"0,5 5-239 0 0,2 3-134 0 0,5 5 65 0 0,16 26 37 0 0,0-1 0 0 0,2 0 0 0 0,1-1-1 0 0,49 50 1 0 0,17 22 29 0 0,295 397 99 0 0,-76-121-1 0 0,-135-211-66 0 0,-38-41-33 0 0,-59-63 13 0 0,-22-20 14 0 0,-2-5 924 0 0,-31-31 3035 0 0,-18-6-3944 0 0,-3-26 310 0 0,-1-1 0 0 0,-11-41 0 0 0,-1-15-120 0 0,11 57-182 0 0,-2 1-1 0 0,-8-28 1 0 0,-16-58-2 0 0,20 83-447 0 0,10 28 352 0 0,0 0 1 0 0,-1 0-1 0 0,1 1 0 0 0,0-1 1 0 0,-1 0-1 0 0,1 0 0 0 0,0 0 1 0 0,-1 1-1 0 0,1-1 0 0 0,0 0 1 0 0,0 0-1 0 0,-1 1 0 0 0,1-1 1 0 0,0 0-1 0 0,0 1 0 0 0,0-1 1 0 0,-1 0-1 0 0,1 1 0 0 0,0-1 1 0 0,0 0-1 0 0,0 1 0 0 0,0-1 1 0 0,0 0-1 0 0,0 1 0 0 0,0-1 1 0 0,0 0-1 0 0,-1 1 0 0 0,1-1 1 0 0,0 1-1 0 0,1-1 0 0 0,-1 0 1 0 0,0 1-1 0 0,0-1 0 0 0,0 0 1 0 0,0 1-1 0 0,0 6-54 0 0,-1 0-1 0 0,2 0 0 0 0,-1 0 1 0 0,1 0-1 0 0,0-1 0 0 0,0 1 1 0 0,3 7-1 0 0,89 228-266 0 0,-92-240 349 0 0,0 1 0 0 0,0 0 0 0 0,0-1 0 0 0,0 1 0 0 0,0 0 1 0 0,-1 0-1 0 0,1 0 0 0 0,-1 0 0 0 0,0 0 0 0 0,0 0 0 0 0,0 0 0 0 0,0-1 0 0 0,0 1 0 0 0,-1 0 0 0 0,1 0 1 0 0,-1 0-1 0 0,0 0 0 0 0,0-1 0 0 0,0 1 0 0 0,0 0 0 0 0,0-1 0 0 0,-3 5 0 0 0,0-3 3 0 0,1 0 1 0 0,-1-1-1 0 0,0 1 0 0 0,0-1 0 0 0,-1 0 0 0 0,1 0 0 0 0,-1 0 1 0 0,1-1-1 0 0,-1 1 0 0 0,0-1 0 0 0,-8 2 0 0 0,-12 3 15 0 0,0-2 0 0 0,0-1-1 0 0,-1-1 1 0 0,-26 0 0 0 0,23-2-147 0 0,-31 3-407 0 0,0-4 1 0 0,-107-12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4:59.8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24 5945 0 0,'-5'-15'-1141'0'0,"-2"7"293"0"0,6 27 840 0 0,0 0 1 0 0,2 0 0 0 0,0 0 0 0 0,0 0-1 0 0,2-1 1 0 0,1 1 0 0 0,7 26-1 0 0,7 40 37 0 0,5 35-52 0 0,73 222-1 0 0,-10-45 95 0 0,35 327 28 0 0,-107-540-95 0 0,1 42 40 0 0,-2 242 1 0 0,-8-104-37 0 0,2-154-1 0 0,6-1 0 0 0,4 0 0 0 0,58 192 0 0 0,-23-124-8 0 0,28 81-16 0 0,117 356 15 0 0,-137-385-63 0 0,-30-96 59 0 0,23 121 19 0 0,-17-72-23 0 0,-12-65 49 0 0,36 139-2 0 0,-19-120-83 0 0,44 136-30 0 0,114 273 16 0 0,-157-433 35 0 0,-12-32-16 0 0,34 133 0 0 0,-17-43-16 0 0,-41-148 37 0 0,28 72 40 0 0,82 161-1 0 0,-64-149-12 0 0,17 42 3 0 0,-31-68 54 0 0,-18-53 5511 0 0,5-200-3538 0 0,-14-23-1463 0 0,-12 192-556 0 0,-1-2-14 0 0,-8-24-349 0 0,5 26-448 0 0,1 37-781 0 0,3-9 1637 0 0,-9 63-433 0 0,4 0 1 0 0,5 92-1 0 0,2-92 185 0 0,-12-23 386 0 0,10-64-191 0 0,0 1 1 0 0,-1 0-1 0 0,1-1 0 0 0,0 1 0 0 0,-1 0 0 0 0,1-1 1 0 0,-1 0-1 0 0,1 1 0 0 0,0-1 0 0 0,-1 0 0 0 0,1 0 1 0 0,-1 0-1 0 0,1 0 0 0 0,-1 0 0 0 0,1 0 0 0 0,-1 0 1 0 0,-2-1-1 0 0,-27-1 117 0 0,-35-14 252 0 0,0-2 0 0 0,-99-42 0 0 0,95 31 113 0 0,68 29-456 0 0,-6-5-377 0 0,0 0 1 0 0,0-1-1 0 0,-13-12 0 0 0,14 12-220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14.25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467 0 4584 0 0,'0'0'-330'0'0,"-25"12"-2048"0"0,23 37 2650 0 0,-3 0 0 0 0,-1-1 0 0 0,-3 1 0 0 0,-21 65 0 0 0,-28 143 333 0 0,55-237-571 0 0,-58 387 283 0 0,21-64-265 0 0,1-88 79 0 0,7-63 158 0 0,10-83-221 0 0,12-67-49 0 0,-5 47 0 0 0,-75 619 95 0 0,75-553-103 0 0,10 287 0 0 0,71 166-15 0 0,98 155-50 0 0,127 232 86 0 0,-269-925-34 0 0,42 143 10 0 0,77 230-38 0 0,-89-289 20 0 0,26 65-32 0 0,78 196-40 0 0,16 47 76 0 0,-165-444 3 0 0,5 15 10 0 0,1 0 0 0 0,2 0 0 0 0,30 49-1 0 0,-31-65 23 0 0,0-1 0 0 0,1-1 0 0 0,1-1 0 0 0,0 0 0 0 0,26 17 0 0 0,-23-17-5 0 0,90 60 107 0 0,-107-73-134 0 0,45 25 53 0 0,-44-25-51 0 0,1 0 0 0 0,-1 1 0 0 0,0-1-1 0 0,0 1 1 0 0,1 0 0 0 0,-1 0-1 0 0,0 0 1 0 0,-1 0 0 0 0,1 1-1 0 0,0-1 1 0 0,3 5 0 0 0,29 22-6 0 0,-10-16 425 0 0,-28-18 575 0 0,-42-30 1144 0 0,28 22-1777 0 0,0-2-240 0 0,0-1-1 0 0,0 0 1 0 0,2-1 0 0 0,-22-30-1 0 0,7 15-29 0 0,29 31-75 0 0,-15-19-1281 0 0,39 45 1195 0 0,0-2-1 0 0,2-1 1 0 0,45 33-1 0 0,46 37-20 0 0,-111-88 92 0 0,19 22 80 0 0,-27-18-34 0 0,-16-6-34 0 0,-95 5 36 0 0,80-3-23 0 0,-1-1 1 0 0,1-2 0 0 0,-69-8 0 0 0,73 4 51 0 0,24 3-265 0 0,0 0 1 0 0,0 0 0 0 0,0-1 0 0 0,0 0-1 0 0,0 0 1 0 0,1-1 0 0 0,-1 0 0 0 0,-5-2-1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03.22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0 790 5929 0 0,'0'0'-312'0'0,"3"-10"-1160"0"0,0 4 1468 0 0,0 1 0 0 0,0 0-1 0 0,0 0 1 0 0,0 0 0 0 0,1 1 0 0 0,0-1 0 0 0,0 1 0 0 0,0 0 0 0 0,0 0-1 0 0,9-6 1 0 0,1-2 71 0 0,18-13 62 0 0,1 1 0 0 0,71-38 1 0 0,-39 25-4 0 0,85-56 245 0 0,104-61 433 0 0,-199 125-723 0 0,166-98 472 0 0,-154 82-336 0 0,67-42 398 0 0,-132 86-413 0 0,-2 1-196 0 0,1 0-1 0 0,-1 0 0 0 0,0 0 1 0 0,0 0-1 0 0,0 0 1 0 0,0 0-1 0 0,0 0 0 0 0,1 0 1 0 0,-1 0-1 0 0,0 0 0 0 0,0 0 1 0 0,0 0-1 0 0,0 0 1 0 0,0 0-1 0 0,1 0 0 0 0,-1 0 1 0 0,0-1-1 0 0,0 1 0 0 0,0 0 1 0 0,0 0-1 0 0,0 0 1 0 0,0 0-1 0 0,0 0 0 0 0,1 0 1 0 0,-1 0-1 0 0,0 0 0 0 0,0-1 1 0 0,0 1-1 0 0,0 0 1 0 0,0 0-1 0 0,0 0 0 0 0,0 0 1 0 0,0 0-1 0 0,0-1 0 0 0,0 1 1 0 0,0 0-1 0 0,0 0 0 0 0,0 0 1 0 0,0 0-1 0 0,0 0 1 0 0,0-1-1 0 0,0 1 0 0 0,0 0 1 0 0,0 0-1 0 0,0 0 0 0 0,0 0 1 0 0,0 0-1 0 0,0-1 1 0 0,0 1-1 0 0,0 0 0 0 0,0 0 1 0 0,0 0-1 0 0,0 0 0 0 0,0 0 1 0 0,0 0-1 0 0,-1-1 1 0 0,1 1-1 0 0,0 0 0 0 0,0 0 1 0 0,0 0-1 0 0,0 0 0 0 0,0 0 1 0 0,0 0-1 0 0,0 0 1 0 0,-1 0-1 0 0,1 0 0 0 0,0 0 1 0 0,0-1-1 0 0,0 1 0 0 0,-16-5 14 0 0,0 1 0 0 0,0 0 0 0 0,0 2 0 0 0,0-1 0 0 0,0 2 0 0 0,-18 0 0 0 0,-110 7 8 0 0,90-2-21 0 0,-122 15-28 0 0,174-19 21 0 0,-29 3-29 0 0,500 11-104 0 0,-453-13 89 0 0,-12-1 30 0 0,0 0-1 0 0,0 0 1 0 0,0 1-1 0 0,0-1 1 0 0,0 1-1 0 0,0-1 1 0 0,-1 1-1 0 0,1 1 1 0 0,0-1-1 0 0,0 0 0 0 0,-1 1 1 0 0,6 3-1 0 0,-9-5 15 0 0,0 1 0 0 0,1-1 1 0 0,-1 1-1 0 0,0-1 0 0 0,0 1 0 0 0,1-1 0 0 0,-1 1 0 0 0,0-1 0 0 0,0 1 0 0 0,0-1 0 0 0,0 1 0 0 0,0-1 0 0 0,0 1 0 0 0,0 0 0 0 0,0-1 0 0 0,0 1 0 0 0,0-1 0 0 0,0 1 1 0 0,0-1-1 0 0,0 1 0 0 0,0-1 0 0 0,-1 1 0 0 0,1-1 0 0 0,0 1 0 0 0,0-1 0 0 0,-1 1 0 0 0,1-1 0 0 0,0 1 0 0 0,-1-1 0 0 0,0 1 0 0 0,-11 15-9 0 0,10-15 7 0 0,-15 14 55 0 0,-1 0 0 0 0,-1-1 0 0 0,0-1 0 0 0,-1-1 1 0 0,-29 13-1 0 0,-35 23-4085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05.2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51 66 5260 0 0,'-40'-53'210'0'0,"39"51"-29"0"0,-5-5 179 0 0,3 4-242 0 0,3 5-194 0 0,12 24 77 0 0,0-1-1 0 0,2-1 1 0 0,30 40 0 0 0,65 68 39 0 0,-80-98-29 0 0,10 8 5 0 0,2-1 1 0 0,1-3-1 0 0,74 53 0 0 0,155 82 65 0 0,-190-124-58 0 0,180 103 68 0 0,-235-136-87 0 0,33 22 44 0 0,-11-10 192 0 0,-47-27-132 0 0,-1-6 75 0 0,-1 0 1 0 0,0 0-1 0 0,0 1 0 0 0,0-1 0 0 0,0 1 0 0 0,-1-1 0 0 0,0 1 1 0 0,0-1-1 0 0,0 1 0 0 0,0 0 0 0 0,-3-4 0 0 0,-35-67-64 0 0,40 74-93 0 0,-24-39 83 0 0,-42-57-1 0 0,56 80-640 0 0,21 23 330 0 0,38 36 216 0 0,-31-27-82 0 0,51 41 14 0 0,-37-32 22 0 0,-2 1-1 0 0,0 1 1 0 0,-2 1-1 0 0,29 38 1 0 0,-56-65 30 0 0,0 1 1 0 0,-1 0 0 0 0,1 0-1 0 0,-1 0 1 0 0,1 0-1 0 0,-1 0 1 0 0,1 0 0 0 0,-1 0-1 0 0,0 0 1 0 0,1 0 0 0 0,-1 0-1 0 0,0 0 1 0 0,0 0-1 0 0,0 0 1 0 0,0 0 0 0 0,0 0-1 0 0,0 0 1 0 0,0 0-1 0 0,0 0 1 0 0,0 0 0 0 0,-1 0-1 0 0,1 0 1 0 0,0 0 0 0 0,-1 0-1 0 0,0 1 1 0 0,0 1 1 0 0,-1-1-1 0 0,0 1 1 0 0,0-1 0 0 0,0 0 0 0 0,0 0 0 0 0,0 0-1 0 0,0 0 1 0 0,0 0 0 0 0,-4 2 0 0 0,-8 4 8 0 0,0-1 0 0 0,-26 10 1 0 0,29-13-10 0 0,-37 16-299 0 0,-2-2 0 0 0,0-2 0 0 0,-1-3 0 0 0,-94 13 0 0 0,127-26-2901 0 0,2-4 1449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07.34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 4888 0 0,'1'0'56'0'0,"0"1"-1"0"0,-1-1 0 0 0,1 1 0 0 0,0 0 0 0 0,0-1 0 0 0,-1 1 1 0 0,1 0-1 0 0,0 0 0 0 0,-1-1 0 0 0,1 1 0 0 0,-1 0 0 0 0,1 0 0 0 0,-1 0 1 0 0,1-1-1 0 0,-1 1 0 0 0,0 0 0 0 0,1 0 0 0 0,-1 0 0 0 0,0 0 1 0 0,0 0-1 0 0,0 0 0 0 0,0 0 0 0 0,0 1 0 0 0,11 46-135 0 0,-1-7 78 0 0,23 55 18 0 0,25 70 26 0 0,36 177 1 0 0,20 123 15 0 0,4-2 54 0 0,-48-191-70 0 0,56 182-26 0 0,90 203 83 0 0,12 35-105 0 0,-94-357 79 0 0,-93-242-67 0 0,-16-29-12 0 0,-19-45 16 0 0,1 0-1 0 0,1-1 1 0 0,1 0-1 0 0,0-1 1 0 0,2 1-1 0 0,24 31 1 0 0,13 14 3589 0 0,-48-63-3542 0 0,1-17 36 0 0,0 0 1 0 0,-1 0-1 0 0,-1 0 0 0 0,-1 0 1 0 0,0 0-1 0 0,-8-30 1 0 0,-3-28-75 0 0,4 18-16 0 0,-29-99-1 0 0,28 121-80 0 0,0 11-1298 0 0,8 42 1076 0 0,8 45 230 0 0,36 93-92 0 0,-29-117 143 0 0,-2 1 0 0 0,-1 0 0 0 0,-2 0 0 0 0,4 71 0 0 0,-12-109 22 0 0,0 0 0 0 0,0 0 0 0 0,-1 0 0 0 0,1 0-1 0 0,-1 0 1 0 0,1 0 0 0 0,-1-1 0 0 0,0 1 0 0 0,0 0-1 0 0,0 0 1 0 0,-1-1 0 0 0,1 1 0 0 0,-1-1 0 0 0,1 1-1 0 0,-1-1 1 0 0,0 1 0 0 0,0-1 0 0 0,0 0 0 0 0,-2 2-1 0 0,-1-1 13 0 0,1 0 1 0 0,-1 0-1 0 0,0 0 0 0 0,0-1 0 0 0,0 0 0 0 0,0 0 0 0 0,0 0 0 0 0,0-1 1 0 0,-10 2-1 0 0,-9-1 76 0 0,0-1 1 0 0,1 0-1 0 0,-44-6 1 0 0,55 3-59 0 0,-44-4-80 0 0,-1-2 0 0 0,-69-21-1 0 0,125 28-107 0 0,0 0 0 0 0,0 1 0 0 0,0-1 0 0 0,0 0 0 0 0,0 0 0 0 0,0 0 0 0 0,1 0 0 0 0,-1 0 0 0 0,0 0 0 0 0,0 0 0 0 0,1 0 0 0 0,-1 0 1 0 0,1 0-1 0 0,-1 0 0 0 0,1-1 0 0 0,-1 1 0 0 0,1 0 0 0 0,0 0 0 0 0,-1 0 0 0 0,1-1 0 0 0,0 1 0 0 0,0 0 0 0 0,0 0 0 0 0,0-1 0 0 0,0 1 0 0 0,0 0 0 0 0,1 0 0 0 0,-1-1 0 0 0,0 1 0 0 0,1 0 0 0 0,-1 0 0 0 0,0 0 0 0 0,2-2 0 0 0,3-8-2130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10.32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30 45 5336 0 0,'-2'-6'-27'0'0,"0"1"-1"0"0,0 0 0 0 0,-1 0 0 0 0,0 0 0 0 0,0 0 0 0 0,-6-7 0 0 0,9 12 29 0 0,-1-2 139 0 0,-4 30-287 0 0,18 49 142 0 0,28 211 63 0 0,34 297-8 0 0,-54-279-46 0 0,-40-43 66 0 0,5-116-48 0 0,5-39-4 0 0,-6 140 22 0 0,9 68-66 0 0,6 224 42 0 0,12-303-9 0 0,59 329 0 0 0,-39-393 23 0 0,-12-53-5 0 0,64 207-1 0 0,71 115 10 0 0,17-49 112 0 0,-141-327-120 0 0,15 32-29 0 0,75 147 54 0 0,-91-195-33 0 0,2-2-1 0 0,3-2 0 0 0,72 76 1 0 0,-88-104-7 0 0,0-2 0 0 0,40 26 0 0 0,-12-9 2 0 0,-22-14-6 0 0,1-1 1 0 0,1-1-1 0 0,52 25 0 0 0,-36-14 2986 0 0,-60-50-2640 0 0,5 8-110 0 0,0 0 0 0 0,-23-18 0 0 0,-17-21 85 0 0,22 26-261 0 0,29 26-107 0 0,6 5-1053 0 0,20 14 1025 0 0,1-1 0 0 0,1-1 1 0 0,0-1-1 0 0,49 18 0 0 0,-18-8 33 0 0,8 5-4 0 0,-21-11-40 0 0,-2 2-1 0 0,48 30 0 0 0,-90-50 79 0 0,0-1-1 0 0,-1 0 0 0 0,1 1 1 0 0,0-1-1 0 0,-1 1 0 0 0,1-1 1 0 0,0 1-1 0 0,-1-1 0 0 0,1 1 1 0 0,-1-1-1 0 0,1 1 0 0 0,-1 0 1 0 0,1-1-1 0 0,-1 1 0 0 0,1 0 1 0 0,-1-1-1 0 0,0 1 0 0 0,1 0 1 0 0,-1 0-1 0 0,0-1 0 0 0,0 1 1 0 0,1 0-1 0 0,-1 0 0 0 0,0 0 1 0 0,0-1-1 0 0,0 1 0 0 0,0 0 1 0 0,0 0-1 0 0,0 0 1 0 0,0-1-1 0 0,-1 3 0 0 0,0-2 0 0 0,0 1 0 0 0,0 0 1 0 0,0 0-1 0 0,-1-1 0 0 0,1 1 0 0 0,-1-1 0 0 0,1 1 0 0 0,-1-1 1 0 0,1 0-1 0 0,-1 0 0 0 0,0 0 0 0 0,-2 2 0 0 0,-55 21-6 0 0,59-24 7 0 0,-44 14 81 0 0,-85 13 0 0 0,110-24-353 0 0,-1-1 1 0 0,0-1 0 0 0,1-1-1 0 0,-1 0 1 0 0,0-1 0 0 0,-37-8 0 0 0,43 2-2777 0 0,3-1 1227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18.2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36 6 4692 0 0,'0'0'-237'0'0,"-1"-1"-30"0"0,1 0 284 0 0,0 1 1 0 0,0 0-1 0 0,0 0 0 0 0,0 0 0 0 0,0-1 1 0 0,0 1-1 0 0,-1 0 0 0 0,1 0 1 0 0,0 0-1 0 0,0-1 0 0 0,0 1 0 0 0,0 0 1 0 0,-1 0-1 0 0,1 0 0 0 0,0 0 1 0 0,0 0-1 0 0,0-1 0 0 0,-1 1 0 0 0,1 0 1 0 0,0 0-1 0 0,0 0 0 0 0,-1 0 1 0 0,1 0-1 0 0,0 0 0 0 0,0 0 0 0 0,-1 0 1 0 0,1 0-1 0 0,0 0 0 0 0,0 0 1 0 0,-1 0-1 0 0,1 0 0 0 0,0 0 0 0 0,0 0 1 0 0,-1 0-1 0 0,1 0 0 0 0,0 0 1 0 0,0 1-1 0 0,0-1 0 0 0,-1 0 0 0 0,1 0 1 0 0,0 0-1 0 0,0 0 0 0 0,0 0 1 0 0,-1 1-1 0 0,-5 27-24 0 0,1 0-1 0 0,2 1 1 0 0,0 0 0 0 0,2 0 0 0 0,2 0 0 0 0,4 41-1 0 0,0 37-9 0 0,-21 268 151 0 0,13-275-104 0 0,19 192 0 0 0,-7-190-42 0 0,18 77 4 0 0,-2-21 22 0 0,-16-98-25 0 0,16 60 0 0 0,-11-62-12 0 0,6 66 0 0 0,30 219 29 0 0,-35-220-17 0 0,6 62 0 0 0,2 48 31 0 0,-10-112-30 0 0,89 513-152 0 0,121 227 42 0 0,-137-549 10 0 0,-43-150 67 0 0,17 54 119 0 0,-3-41-85 0 0,-32-115-1 0 0,1-1 1 0 0,41 64-1 0 0,21 47-13 0 0,58 149-8 0 0,-38-112 71 0 0,-19-64-48 0 0,-61-103 41 0 0,3-2 0 0 0,1-1 0 0 0,42 38-1 0 0,-52-55 9 0 0,1-2 0 0 0,0 0 0 0 0,1-2 0 0 0,1-1-1 0 0,46 21 1 0 0,-69-35 18 0 0,19 4 3756 0 0,-24-22-1700 0 0,-17-31-1347 0 0,-40-66 0 0 0,3 7-501 0 0,37 69-202 0 0,2 8-1167 0 0,26 49-831 0 0,26 49 728 0 0,-11-32 1058 0 0,80 138-272 0 0,-74-116 284 0 0,-29-56 136 0 0,0-1 0 0 0,0 0 0 0 0,0 0 1 0 0,0 1-1 0 0,-1-1 0 0 0,1 0 0 0 0,0 0 1 0 0,-1 1-1 0 0,1-1 0 0 0,-1 0 0 0 0,0 0 1 0 0,1 0-1 0 0,-1 0 0 0 0,0 0 0 0 0,0 0 1 0 0,1 0-1 0 0,-1 0 0 0 0,0 0 0 0 0,0 0 1 0 0,0 0-1 0 0,0-1 0 0 0,0 1 0 0 0,0 0 1 0 0,0-1-1 0 0,-1 1 0 0 0,1-1 0 0 0,0 1 1 0 0,0-1-1 0 0,0 1 0 0 0,-1-1 0 0 0,1 0 1 0 0,-2 1-1 0 0,-43 10 78 0 0,2-5-124 0 0,0-1 0 0 0,0-3-1 0 0,-1-1 1 0 0,1-3 0 0 0,-56-8 0 0 0,40-7-4077 0 0,46 15 2366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1.3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95 21 4648 0 0,'0'-1'-62'0'0,"-1"0"0"0"0,1 1 0 0 0,0-1 0 0 0,0 0 0 0 0,0 1-1 0 0,-1-1 1 0 0,1 0 0 0 0,0 1 0 0 0,-1-1 0 0 0,1 0 0 0 0,-1 1-1 0 0,1-1 1 0 0,-1 1 0 0 0,1-1 0 0 0,-1 1 0 0 0,1-1 0 0 0,-1 1-1 0 0,0-1 1 0 0,1 1 0 0 0,-1-1 0 0 0,0 1 0 0 0,1 0 0 0 0,-1-1-1 0 0,0 1 1 0 0,1 0 0 0 0,-1 0 0 0 0,0-1 0 0 0,-1 1 0 0 0,-3 3 52 0 0,0 0 0 0 0,1 0 0 0 0,-1 1 0 0 0,1-1 1 0 0,-1 1-1 0 0,1 0 0 0 0,0 1 0 0 0,1-1 0 0 0,-5 6 0 0 0,7-8 16 0 0,-1 0 0 0 0,1 1-1 0 0,0-1 1 0 0,0 1 0 0 0,0-1-1 0 0,0 1 1 0 0,0 0-1 0 0,0-1 1 0 0,1 1 0 0 0,-1 0-1 0 0,1-1 1 0 0,-1 1-1 0 0,1 0 1 0 0,0 0 0 0 0,1-1-1 0 0,-1 1 1 0 0,0 0-1 0 0,1 0 1 0 0,-1-1 0 0 0,1 1-1 0 0,1 3 1 0 0,-1-5-1 0 0,-1-1-1 0 0,1 1 1 0 0,-1-1-1 0 0,1 1 1 0 0,0-1-1 0 0,-1 1 1 0 0,1-1 0 0 0,-1 1-1 0 0,1-1 1 0 0,0 0-1 0 0,0 1 1 0 0,-1-1 0 0 0,1 0-1 0 0,0 0 1 0 0,-1 0-1 0 0,1 1 1 0 0,0-1 0 0 0,0 0-1 0 0,-1 0 1 0 0,1 0-1 0 0,0 0 1 0 0,0 0 0 0 0,-1 0-1 0 0,1-1 1 0 0,0 1-1 0 0,0 0 1 0 0,1-1 0 0 0,22-8 43 0 0,19-31 166 0 0,-40 37-137 0 0,-1 0-1 0 0,1 0 1 0 0,-1 0 0 0 0,0 0-1 0 0,0-1 1 0 0,0 1 0 0 0,0-1-1 0 0,-1 1 1 0 0,1-1-1 0 0,-1 0 1 0 0,0 1 0 0 0,2-8-1 0 0,-3 10 21 0 0,0-2 5 0 0,0 3-95 0 0,0-1 1 0 0,0 1-1 0 0,0 0 0 0 0,0-1 0 0 0,0 1 1 0 0,0 0-1 0 0,0-1 0 0 0,0 1 0 0 0,0 0 1 0 0,0-1-1 0 0,0 1 0 0 0,0 0 0 0 0,0-1 1 0 0,0 1-1 0 0,0 0 0 0 0,0-1 0 0 0,0 1 1 0 0,0 0-1 0 0,0-1 0 0 0,0 1 0 0 0,-1 0 1 0 0,1-1-1 0 0,0 1 0 0 0,0 0 0 0 0,0 0 1 0 0,-1-1-1 0 0,1 1 0 0 0,0 0 0 0 0,0 0 1 0 0,-1-1-1 0 0,1 1 0 0 0,-1 0 0 0 0,-2 0 3 0 0,-1 0 1 0 0,1 0-1 0 0,-1 0 0 0 0,1 1 0 0 0,-1 0 0 0 0,1 0 0 0 0,-1 0 0 0 0,1 0 0 0 0,0 0 0 0 0,-1 0 0 0 0,1 1 0 0 0,0 0 0 0 0,0 0 0 0 0,0 0 0 0 0,0 0 0 0 0,0 0 0 0 0,1 0 0 0 0,-4 4 0 0 0,-44 55-137 0 0,40-46-57 0 0,9-14 136 0 0,7-4-125 0 0,5-3 301 0 0,0-1-1 0 0,0 0 0 0 0,-1-1 1 0 0,0 0-1 0 0,0 0 1 0 0,10-13-1 0 0,-20 21-109 0 0,0 0 0 0 0,0 0 0 0 0,1 0 0 0 0,-1 0 0 0 0,0 0 1 0 0,0 0-1 0 0,0 0 0 0 0,1-1 0 0 0,-1 1 0 0 0,0 0 0 0 0,0 0 0 0 0,0 0 0 0 0,0 0 0 0 0,1-1 0 0 0,-1 1 0 0 0,0 0 0 0 0,0 0 0 0 0,0 0 0 0 0,0-1 0 0 0,0 1 0 0 0,0 0 1 0 0,0 0-1 0 0,0-1 0 0 0,0 1 0 0 0,0 0 0 0 0,0 0 0 0 0,0 0 0 0 0,0-1 0 0 0,0 1 0 0 0,0 0 0 0 0,0 0 0 0 0,0-1 0 0 0,0 1 0 0 0,0 0 0 0 0,0 0 0 0 0,0 0 0 0 0,0-1 1 0 0,0 1-1 0 0,0 0 0 0 0,0 0 0 0 0,0-1 0 0 0,-1 1 0 0 0,1 0 0 0 0,0 0 0 0 0,0 0 0 0 0,0 0 0 0 0,0-1 0 0 0,0 1 0 0 0,-1 0 0 0 0,1 0 0 0 0,0 0 0 0 0,0 0 0 0 0,0 0 0 0 0,-1 0 1 0 0,1-1-1 0 0,0 1 0 0 0,0 0 0 0 0,0 0 0 0 0,-1 0 0 0 0,1 0 0 0 0,0 0 0 0 0,0 0 0 0 0,-1 0 0 0 0,1 0 0 0 0,0 0 0 0 0,0 0 0 0 0,-1 0 0 0 0,-28 6 333 0 0,23-4-477 0 0,0 0-1 0 0,0 0 0 0 0,0 1 1 0 0,0-1-1 0 0,1 2 0 0 0,-1-1 1 0 0,1 0-1 0 0,0 1 0 0 0,-8 7 1 0 0,11-8 176 0 0,24 10-3804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2.2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215 62 3996 0 0,'-12'-11'15'0'0,"5"4"206"0"0,-2-1 0 0 0,1 1 0 0 0,-1 1 0 0 0,-13-9 0 0 0,20 14-171 0 0,2 1-43 0 0,-1-1-1 0 0,0 0 0 0 0,0 1 0 0 0,0-1 0 0 0,0 1 0 0 0,0-1 0 0 0,0 1 0 0 0,0-1 0 0 0,0 1 0 0 0,0 0 0 0 0,0 0 0 0 0,0-1 0 0 0,0 1 0 0 0,0 0 1 0 0,0 0-1 0 0,0 0 0 0 0,0 0 0 0 0,0 0 0 0 0,0 0 0 0 0,-2 0 0 0 0,-27 2 42 0 0,24-1-41 0 0,-1 1-1 0 0,1 0 0 0 0,-1 0 0 0 0,1 0 0 0 0,0 1 1 0 0,-11 5-1 0 0,14-6-14 0 0,0 0-1 0 0,1 0 1 0 0,-1 0 0 0 0,0 0 0 0 0,1 0 0 0 0,-1 0-1 0 0,1 1 1 0 0,0-1 0 0 0,0 1 0 0 0,0 0 0 0 0,0 0-1 0 0,0 0 1 0 0,1-1 0 0 0,-1 2 0 0 0,1-1 0 0 0,-2 4-1 0 0,3-5-38 0 0,8 11-85 0 0,-4-11 114 0 0,1-1-1 0 0,-1 1 0 0 0,1-1 1 0 0,-1 0-1 0 0,1 0 0 0 0,0-1 1 0 0,0 0-1 0 0,-1 0 1 0 0,1 0-1 0 0,0 0 0 0 0,-1 0 1 0 0,1-1-1 0 0,0 0 1 0 0,7-3-1 0 0,-1 1 153 0 0,0-1-1 0 0,0 0 1 0 0,0-1-1 0 0,-1 0 1 0 0,11-8-1 0 0,-19 12 111 0 0,-7 2-215 0 0,0-1 1 0 0,0 2 0 0 0,0-1 0 0 0,0 0 0 0 0,0 1 0 0 0,0 0 0 0 0,1 0 0 0 0,-1 0-1 0 0,1 1 1 0 0,-7 4 0 0 0,9-5-100 0 0,11-4-206 0 0,4-1 341 0 0,0-1-1 0 0,-1-1 0 0 0,1 0 1 0 0,-1 0-1 0 0,0-1 1 0 0,0-1-1 0 0,20-14 1 0 0,-31 19 209 0 0,-9 4-853 0 0,-38 11-266 0 0,36-5-1272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2.96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135 37 3960 0 0,'-32'-18'281'0'0,"24"14"-167"0"0,-26-11 1236 0 0,32 16-1350 0 0,-1-1 0 0 0,0 1-1 0 0,1 0 1 0 0,0 0 0 0 0,-1 0-1 0 0,1 0 1 0 0,-1 0 0 0 0,1 1-1 0 0,0-1 1 0 0,0 1 0 0 0,0 0-1 0 0,0-1 1 0 0,0 1 0 0 0,0 0 0 0 0,0 0-1 0 0,1 0 1 0 0,-3 3 0 0 0,2-2-13 0 0,0 0 1 0 0,-1 1-1 0 0,1-1 1 0 0,1 0-1 0 0,-1 1 1 0 0,0-1-1 0 0,1 1 1 0 0,0 0-1 0 0,-2 7 1 0 0,3-9-6 0 0,10 8 6 0 0,-1-9 30 0 0,-1-1 1 0 0,0 0-1 0 0,0-1 1 0 0,0 1 0 0 0,1-1-1 0 0,-1-1 1 0 0,0 0-1 0 0,0 0 1 0 0,0 0 0 0 0,-1-1-1 0 0,1 0 1 0 0,10-7 0 0 0,-17 10 95 0 0,11-6 128 0 0,-8 3 677 0 0,-15 4-910 0 0,8-1-8 0 0,-1 0 1 0 0,0 1 0 0 0,0-1-1 0 0,0 1 1 0 0,1 0 0 0 0,-1 0 0 0 0,0 0-1 0 0,-5 3 1 0 0,7-3-51 0 0,-11 3-88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4480 0 0,'0'0'-58'0'0,"16"20"-1094"0"0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5.55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63 12 4384 0 0,'-4'-1'-45'0'0,"-39"-8"926"0"0,43 9-864 0 0,-1 0 0 0 0,1 0 0 0 0,-1-1 0 0 0,0 1 0 0 0,1 0 0 0 0,-1 0 0 0 0,1 0 0 0 0,-1 0 0 0 0,0 0 0 0 0,1 0 0 0 0,-1 0 0 0 0,0 0 0 0 0,1 0 0 0 0,-1 0 0 0 0,0 0 0 0 0,1 0 0 0 0,-1 0 0 0 0,1 1-1 0 0,-1-1 1 0 0,0 0 0 0 0,1 0 0 0 0,-1 1 0 0 0,0 0 0 0 0,10 6-15 0 0,0 1-1 0 0,0-1 1 0 0,1 0 0 0 0,0-1-1 0 0,0-1 1 0 0,18 8 0 0 0,77 25-6 0 0,-36-15-6 0 0,397 160-6 0 0,-357-137 1022 0 0,-107-45-860 0 0,2 4 237 0 0,6-11-322 0 0,6-10-837 0 0,-8-14-2475 0 0,-5 20 1929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5.9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193 41 4272 0 0,'-40'-26'706'0'0,"23"11"152"0"0,25 23-601 0 0,35 25-237 0 0,12-1-29 0 0,-1 2 1 0 0,-1 2 0 0 0,56 51 0 0 0,-109-86 9 0 0,0 0 0 0 0,0-1-1 0 0,0 1 1 0 0,0 0 0 0 0,0 0 0 0 0,0-1 0 0 0,0 1 0 0 0,0 0-1 0 0,0-1 1 0 0,0 1 0 0 0,0 0 0 0 0,0-1 0 0 0,-1 1 0 0 0,1 0 0 0 0,0-1-1 0 0,-1 1 1 0 0,1-1 0 0 0,0 1 0 0 0,-1 0 0 0 0,1-1 0 0 0,-1 1-1 0 0,1-1 1 0 0,0 1 0 0 0,-1-1 0 0 0,0 1 0 0 0,1-1 0 0 0,-1 0 0 0 0,1 1-1 0 0,-1-1 1 0 0,1 0 0 0 0,-2 1 0 0 0,-19 14 52 0 0,-26 5 21 0 0,-65 19-1 0 0,-27 10-249 0 0,120-40 4 0 0,3-3-457 0 0,0 1 0 0 0,1 1 0 0 0,-25 16-1 0 0,18-6-956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6.64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13 121 4764 0 0,'0'0'21'0'0,"-1"0"-1"0"0,0-1 1 0 0,0 1-1 0 0,0-1 0 0 0,0 0 1 0 0,1 1-1 0 0,-1-1 1 0 0,0 0-1 0 0,1 1 1 0 0,-1-1-1 0 0,0 0 0 0 0,1 0 1 0 0,-1 0-1 0 0,1 1 1 0 0,-1-1-1 0 0,1 0 0 0 0,0 0 1 0 0,-1 0-1 0 0,1 0 1 0 0,0 0-1 0 0,-1 0 0 0 0,1 0 1 0 0,0 0-1 0 0,0 0 1 0 0,0 0-1 0 0,0 0 1 0 0,0 0-1 0 0,0 0 0 0 0,0 0 1 0 0,1 0-1 0 0,-1 0 1 0 0,0 0-1 0 0,0 0 0 0 0,1 0 1 0 0,-1 1-1 0 0,0-1 1 0 0,1 0-1 0 0,-1 0 1 0 0,1 0-1 0 0,0 0 0 0 0,-1 1 1 0 0,1-1-1 0 0,-1 0 1 0 0,1 0-1 0 0,0 1 0 0 0,0-1 1 0 0,-1 0-1 0 0,1 1 1 0 0,0-1-1 0 0,0 1 0 0 0,0-1 1 0 0,0 1-1 0 0,0 0 1 0 0,0-1-1 0 0,0 1 1 0 0,-1 0-1 0 0,3-1 0 0 0,10-3-43 0 0,1 0-1 0 0,-1 1 0 0 0,20-3 1 0 0,-23 5 91 0 0,166-19-44 0 0,317 7 1 0 0,-366 14 7 0 0,-91 1 82 0 0,19-1 332 0 0,-52-2-308 0 0,-3 1-168 0 0,0 0 0 0 0,1 0 1 0 0,-1 0-1 0 0,1 0 0 0 0,-1 1 0 0 0,1-2 0 0 0,-1 1 0 0 0,1 0 0 0 0,-1 0 0 0 0,1 0 0 0 0,-1 0 0 0 0,1 0 0 0 0,-1 0 0 0 0,0 0 1 0 0,1 0-1 0 0,-1-1 0 0 0,1 1 0 0 0,-1 0 0 0 0,0 0 0 0 0,1-1 0 0 0,-1 1 0 0 0,1 0 0 0 0,-1-1 0 0 0,0 1 0 0 0,1 0 1 0 0,-1-1-1 0 0,0 1 0 0 0,0 0 0 0 0,1-1 0 0 0,-7-15-2306 0 0,8 7 724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7.03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259 53 4812 0 0,'-35'-26'291'0'0,"11"6"921"0"0,24 20-1202 0 0,0-1 0 0 0,0 1 0 0 0,0 0 0 0 0,0 0 0 0 0,0 0 0 0 0,0-1 1 0 0,0 1-1 0 0,0 0 0 0 0,0 0 0 0 0,0 0 0 0 0,0-1 0 0 0,0 1 0 0 0,0 0 0 0 0,0 0 0 0 0,0 0 0 0 0,0-1 1 0 0,0 1-1 0 0,0 0 0 0 0,1 0 0 0 0,-1 0 0 0 0,0 0 0 0 0,0-1 0 0 0,0 1 0 0 0,0 0 0 0 0,0 0 0 0 0,0 0 0 0 0,1 0 1 0 0,-1 0-1 0 0,0 0 0 0 0,0-1 0 0 0,0 1 0 0 0,1 0 0 0 0,-1 0 0 0 0,0 0 0 0 0,0 0 0 0 0,0 0 0 0 0,0 0 1 0 0,1 0-1 0 0,-1 0 0 0 0,0 0 0 0 0,0 0 0 0 0,0 0 0 0 0,1 0 0 0 0,-1 0 0 0 0,0 0 0 0 0,0 0 0 0 0,0 0 0 0 0,1 0 1 0 0,-1 0-1 0 0,0 0 0 0 0,0 0 0 0 0,0 0 0 0 0,1 0 0 0 0,-1 1 0 0 0,0-1 0 0 0,0 0 0 0 0,1 0 0 0 0,58 14 156 0 0,-40-9-173 0 0,-2-1-8 0 0,0 1 1 0 0,0 1 0 0 0,-1 0 0 0 0,1 1-1 0 0,-2 1 1 0 0,1 0 0 0 0,24 19 0 0 0,-39-27 14 0 0,-1 1 0 0 0,1-1 0 0 0,-1 1 0 0 0,0-1 0 0 0,1 1 0 0 0,-1-1 1 0 0,0 1-1 0 0,0 0 0 0 0,0-1 0 0 0,1 1 0 0 0,-1-1 0 0 0,0 1 0 0 0,0 0 1 0 0,0-1-1 0 0,0 1 0 0 0,0 0 0 0 0,0-1 0 0 0,0 1 0 0 0,0 0 0 0 0,0-1 1 0 0,-1 1-1 0 0,1-1 0 0 0,0 1 0 0 0,0 0 0 0 0,0-1 0 0 0,-1 1 0 0 0,1-1 0 0 0,0 1 1 0 0,-1 0-1 0 0,1-1 0 0 0,0 1 0 0 0,-1-1 0 0 0,1 1 0 0 0,-1-1 0 0 0,1 0 1 0 0,-1 1-1 0 0,0 0 0 0 0,-21 15 6 0 0,-134 62 135 0 0,117-62-855 0 0,1 2 0 0 0,0 2 0 0 0,2 1 0 0 0,-48 37 0 0 0,60-38-957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8.13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11 522 4612 0 0,'0'0'-152'0'0,"-11"2"1970"0"0,16-6-1741 0 0,18-17-9 0 0,1 2-1 0 0,1 0 1 0 0,0 2 0 0 0,2 0 0 0 0,53-23 0 0 0,17-11-20 0 0,352-215 125 0 0,-391 232-41 0 0,-56 33-108 0 0,13-12 116 0 0,-18 4-53 0 0,-21 0-65 0 0,-66 5-2 0 0,-6 16-27 0 0,66-6-12 0 0,-1-2 0 0 0,-34-1-1 0 0,128-3-12 0 0,-1 1-1 0 0,1 4 0 0 0,97 19 1 0 0,-159-24 29 0 0,0 1 0 0 0,1-1 1 0 0,-1 0-1 0 0,0 0 0 0 0,0 1 1 0 0,1-1-1 0 0,-1 0 1 0 0,0 1-1 0 0,0-1 0 0 0,0 1 1 0 0,0 0-1 0 0,0-1 0 0 0,0 1 1 0 0,0 0-1 0 0,0-1 0 0 0,0 1 1 0 0,0 0-1 0 0,0 0 0 0 0,0 0 1 0 0,0 0-1 0 0,-1 0 1 0 0,1 0-1 0 0,0 0 0 0 0,-1 0 1 0 0,1 0-1 0 0,-1 1 0 0 0,1 0 1 0 0,-1 0 0 0 0,-1 0 1 0 0,1 0-1 0 0,-1-1 1 0 0,1 1 0 0 0,-1-1-1 0 0,0 1 1 0 0,0 0-1 0 0,1-1 1 0 0,-1 1-1 0 0,0-1 1 0 0,-1 0 0 0 0,1 1-1 0 0,0-1 1 0 0,0 0-1 0 0,-1 0 1 0 0,-1 2-1 0 0,-12 8 9 0 0,1-1 0 0 0,-30 14 0 0 0,39-21-4 0 0,-27 13-120 0 0,15-8-559 0 0,-1 1 0 0 0,2 0 0 0 0,-1 1 0 0 0,-16 15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0.0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39 183 4672 0 0,'0'0'-226'0'0,"-38"-22"3283"0"0,45 21-3059 0 0,58-1 3 0 0,126 11-1 0 0,-123-3 7 0 0,615 45 57 0 0,-577-43 580 0 0,-102-8-579 0 0,6 0-26 0 0,4-1 673 0 0,-88-40-690 0 0,-12-9-263 0 0,-101-41 0 0 0,102 56 105 0 0,84 35 128 0 0,0 0 0 0 0,0 0-1 0 0,0-1 1 0 0,0 1 0 0 0,0 0-1 0 0,0-1 1 0 0,0 1 0 0 0,0 0-1 0 0,0-1 1 0 0,0 1 0 0 0,0-1-1 0 0,0 0 1 0 0,1 1 0 0 0,-1-1-1 0 0,0 0 1 0 0,0 0 0 0 0,1 1-1 0 0,-1-1 1 0 0,0 0 0 0 0,1 0-1 0 0,-2-1 1 0 0,27 3-32 0 0,57 17 13 0 0,90 29-20 0 0,111 25-4 0 0,-175-43 155 0 0,-106-29-95 0 0,0 1 3 0 0,8 2-12 0 0,-8-2-13 0 0,-2-1 12 0 0,0 0 0 0 0,0 0 0 0 0,1-1 0 0 0,-1 1 0 0 0,0 0 0 0 0,0 0 0 0 0,0 0 0 0 0,0 0 0 0 0,1 0 0 0 0,-1 0-1 0 0,0 0 1 0 0,0 0 0 0 0,0 0 0 0 0,1 0 0 0 0,-1 0 0 0 0,0 0 0 0 0,0 0 0 0 0,0 0 0 0 0,1 0 0 0 0,-1 0 0 0 0,0 0 0 0 0,0 0-1 0 0,1 0 1 0 0,-1 0 0 0 0,0 0 0 0 0,0 0 0 0 0,0 0 0 0 0,0 0 0 0 0,1 1 0 0 0,-1-1 0 0 0,0 0 0 0 0,0 0 0 0 0,0 0 0 0 0,0 0-1 0 0,1 0 1 0 0,-1 1 0 0 0,0-1 0 0 0,0 0 0 0 0,0 0 0 0 0,0 0 0 0 0,0 0 0 0 0,0 1 0 0 0,0-1 0 0 0,0 0 0 0 0,1 0 0 0 0,-1 0-1 0 0,0 1 1 0 0,0-1 0 0 0,0 0 0 0 0,0 0 0 0 0,0 0 0 0 0,0 1 0 0 0,0-1 0 0 0,0 0 0 0 0,0 0 0 0 0,0 0 0 0 0,0 1 0 0 0,-1-1-1 0 0,1 0 1 0 0,-14 13-18 0 0,-26 9 15 0 0,-76 23-6 0 0,-168 41 1 0 0,206-65 30 0 0,-64 14-243 0 0,140-35-97 0 0,-18 3-3191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2.04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158 99 5288 0 0,'0'0'-282'0'0,"0"-2"-46"0"0,-1 1 284 0 0,1-1-1 0 0,0 1 1 0 0,-1 0-1 0 0,1 0 1 0 0,-1 0-1 0 0,1 0 1 0 0,-1 0-1 0 0,1 0 1 0 0,-1 0-1 0 0,0 0 1 0 0,0 0-1 0 0,1 0 1 0 0,-1 1-1 0 0,0-1 1 0 0,0 0-1 0 0,-1 0 1 0 0,-13 2 24 0 0,12 0 0 0 0,-1 0-4 0 0,-4 3 14 0 0,-1-1 0 0 0,1 2-1 0 0,0-1 1 0 0,1 1-1 0 0,-1 1 1 0 0,1-1-1 0 0,0 1 1 0 0,0 0 0 0 0,1 1-1 0 0,0 0 1 0 0,0 0-1 0 0,0 0 1 0 0,1 0 0 0 0,0 1-1 0 0,1 0 1 0 0,0 0-1 0 0,-5 11 1 0 0,8-15 14 0 0,0-1 0 0 0,1 0 1 0 0,-1 1-1 0 0,1-1 0 0 0,-1 1 0 0 0,1-1 1 0 0,0 1-1 0 0,0-1 0 0 0,1 1 0 0 0,-1-1 1 0 0,1 0-1 0 0,-1 1 0 0 0,1-1 0 0 0,0 1 1 0 0,1-1-1 0 0,-1 0 0 0 0,0 0 0 0 0,1 0 1 0 0,0 0-1 0 0,0 0 0 0 0,0 0 0 0 0,0 0 1 0 0,0 0-1 0 0,0-1 0 0 0,1 1 0 0 0,-1-1 1 0 0,1 0-1 0 0,4 3 0 0 0,4 3 20 0 0,1 0-1 0 0,0-1 0 0 0,0 0 1 0 0,0-1-1 0 0,17 6 0 0 0,11 2 83 0 0,1-1-1 0 0,0-3 1 0 0,1-1-1 0 0,0-1 1 0 0,76 2-1 0 0,-111-10-37 0 0,1 0-1 0 0,-1 0 1 0 0,0-1-1 0 0,1 0 1 0 0,-1-1-1 0 0,0 0 1 0 0,0 0-1 0 0,0 0 1 0 0,0-1-1 0 0,-1 0 1 0 0,1 0-1 0 0,-1-1 1 0 0,0 1-1 0 0,0-2 1 0 0,0 1-1 0 0,0-1 1 0 0,-1 1-1 0 0,1-1 1 0 0,-1-1-1 0 0,7-9 1 0 0,-9 10-37 0 0,0 0 0 0 0,-1 0 0 0 0,0 0-1 0 0,0-1 1 0 0,0 1 0 0 0,0 0 0 0 0,-1-1 0 0 0,0 1 0 0 0,0-1 0 0 0,-1 0 0 0 0,1 1-1 0 0,-1-1 1 0 0,-1 0 0 0 0,1 1 0 0 0,-1-1 0 0 0,0 1 0 0 0,0-1 0 0 0,0 1-1 0 0,-1-1 1 0 0,0 1 0 0 0,0 0 0 0 0,0 0 0 0 0,-1 0 0 0 0,0 0 0 0 0,1 0 0 0 0,-2 0-1 0 0,-3-3 1 0 0,-3-6-14 0 0,-1 2-1 0 0,-1 0 1 0 0,0 0-1 0 0,0 1 1 0 0,-1 0 0 0 0,0 1-1 0 0,-1 1 1 0 0,-1 0-1 0 0,-16-7 1 0 0,7 5-15 0 0,0 2 0 0 0,-1 0 1 0 0,0 2-1 0 0,0 1 0 0 0,-30-4 1 0 0,-8 3 18 0 0,61 7-24 0 0,-24-4-86 0 0,65-5-5013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3.0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79 140 4364 0 0,'-9'-19'365'0'0,"1"-1"1"0"0,1 0-1 0 0,-6-23 0 0 0,12 38-207 0 0,1 3-9 0 0,-9-16 535 0 0,8 18-681 0 0,1-1 0 0 0,0 0-1 0 0,0 1 1 0 0,0-1-1 0 0,0 1 1 0 0,0-1 0 0 0,0 1-1 0 0,-1-1 1 0 0,1 1-1 0 0,0-1 1 0 0,-1 1-1 0 0,1-1 1 0 0,0 1 0 0 0,-1-1-1 0 0,1 1 1 0 0,0 0-1 0 0,-1-1 1 0 0,1 1 0 0 0,-1 0-1 0 0,1-1 1 0 0,0 1-1 0 0,-1 0 1 0 0,1-1 0 0 0,-1 1-1 0 0,1 0 1 0 0,-1 0-1 0 0,1 0 1 0 0,-1-1 0 0 0,0 1-1 0 0,1 0 1 0 0,-1 0-1 0 0,0 0 1 0 0,-2 6-6 0 0,0 0-1 0 0,1 0 1 0 0,-1 1-1 0 0,1-1 1 0 0,1 1-1 0 0,-1-1 1 0 0,1 1-1 0 0,0-1 1 0 0,1 1-1 0 0,-1 0 1 0 0,1-1 0 0 0,1 1-1 0 0,-1 0 1 0 0,1 0-1 0 0,0-1 1 0 0,1 1-1 0 0,0-1 1 0 0,0 1-1 0 0,0-1 1 0 0,1 0 0 0 0,-1 0-1 0 0,2 0 1 0 0,-1 0-1 0 0,1 0 1 0 0,6 7-1 0 0,-4-5 14 0 0,1 0 0 0 0,0-1 0 0 0,0 0 0 0 0,1 0 0 0 0,0-1 0 0 0,0 0 0 0 0,0 0 0 0 0,1-1-1 0 0,0 0 1 0 0,0-1 0 0 0,0 0 0 0 0,1 0 0 0 0,-1-1 0 0 0,1 0 0 0 0,0 0 0 0 0,18 1 0 0 0,-23-3-6 0 0,0-1 1 0 0,0 0 0 0 0,1 0 0 0 0,-1-1 0 0 0,0 1 0 0 0,0-1-1 0 0,1 0 1 0 0,-1 0 0 0 0,0-1 0 0 0,0 0 0 0 0,0 1-1 0 0,-1-2 1 0 0,1 1 0 0 0,0-1 0 0 0,-1 1 0 0 0,1-1 0 0 0,-1 0-1 0 0,0-1 1 0 0,0 1 0 0 0,0-1 0 0 0,-1 0 0 0 0,1 0 0 0 0,-1 0-1 0 0,3-5 1 0 0,3-7 69 0 0,0 0 0 0 0,-2-1 0 0 0,0-1 0 0 0,-1 1 0 0 0,5-24 0 0 0,-7 26 62 0 0,-3 0-152 0 0,-8 13-134 0 0,6 3 144 0 0,0-1-1 0 0,0 1 1 0 0,-1 0 0 0 0,1 0 0 0 0,0 0-1 0 0,0 0 1 0 0,0 0 0 0 0,0 0-1 0 0,1 0 1 0 0,-1 0 0 0 0,0 0-1 0 0,0 0 1 0 0,1 1 0 0 0,-1-1 0 0 0,0 0-1 0 0,0 2 1 0 0,0 1 5 0 0,1 0-1 0 0,-1-1 1 0 0,1 1 0 0 0,-1 0 0 0 0,1 0-1 0 0,0 0 1 0 0,1 0 0 0 0,-1-1-1 0 0,1 1 1 0 0,-1 0 0 0 0,1 0 0 0 0,0-1-1 0 0,1 1 1 0 0,-1 0 0 0 0,0-1-1 0 0,1 1 1 0 0,0-1 0 0 0,0 0-1 0 0,0 0 1 0 0,0 0 0 0 0,1 0 0 0 0,-1 0-1 0 0,1 0 1 0 0,0 0 0 0 0,0-1-1 0 0,3 3 1 0 0,4 3-53 0 0,1-1 0 0 0,0 0 0 0 0,1-1 0 0 0,-1 0 0 0 0,20 6 0 0 0,-21-8-390 0 0,0-2 0 0 0,1 1 0 0 0,-1-1 0 0 0,1-1 1 0 0,0 0-1 0 0,-1-1 0 0 0,22-1 0 0 0,-5-3-1198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3.68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 70 4508 0 0,'-3'-67'1159'0'0,"3"65"-846"0"0,2 8-344 0 0,37 241-99 0 0,-5-19 108 0 0,-30-207 42 0 0,1-1 1 0 0,1 0-1 0 0,1-1 1 0 0,0 1-1 0 0,2-1 1 0 0,15 26-1 0 0,-19-38-5 0 0,0 1 1 0 0,1-1-1 0 0,-1 0 0 0 0,1-1 0 0 0,1 1 0 0 0,-1-1 0 0 0,1 0 0 0 0,0-1 0 0 0,1 0 1 0 0,-1 0-1 0 0,1 0 0 0 0,0-1 0 0 0,0-1 0 0 0,1 1 0 0 0,-1-1 0 0 0,1 0 0 0 0,10 1 1 0 0,5 0-19 0 0,1-1-1 0 0,-1-2 1 0 0,1-1 0 0 0,-1 0 0 0 0,33-6 0 0 0,-37 3-790 0 0,1-1-1 0 0,-1-1 1 0 0,33-14-1 0 0,-34 12-370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4.02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39 40 3988 0 0,'-24'-3'-129'0'0,"11"0"342"0"0,13 3-205 0 0,0 0-1 0 0,0 0 1 0 0,0-1-1 0 0,0 1 1 0 0,0 0-1 0 0,0 0 1 0 0,0 0-1 0 0,0 0 1 0 0,0 0-1 0 0,0 0 1 0 0,0 0-1 0 0,0 0 1 0 0,0 0-1 0 0,0 0 1 0 0,0 0-1 0 0,0 0 1 0 0,0 0-1 0 0,0-1 1 0 0,0 1-1 0 0,0 0 1 0 0,0 0-1 0 0,0 0 1 0 0,0 0-1 0 0,0 0 1 0 0,0 0-1 0 0,0 0 1 0 0,0 0-1 0 0,0 0 1 0 0,0 0-1 0 0,0 0 1 0 0,0 0-1 0 0,0 0 1 0 0,0-1-1 0 0,0 1 1 0 0,0 0-1 0 0,0 0 1 0 0,0 0-1 0 0,-1 0 1 0 0,1 0-1 0 0,0 0 1 0 0,0 0-1 0 0,0 0 0 0 0,0 0 1 0 0,0 0-1 0 0,0 0 1 0 0,0 0-1 0 0,0 0 1 0 0,0 0-1 0 0,0 0 1 0 0,0 0-1 0 0,109-26-2147 0 0,-82 21 1682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5.0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162 92 2992 0 0,'0'0'228'0'0,"-17"2"1749"0"0,15-1-1938 0 0,0-1-1 0 0,0 1 0 0 0,1-1 1 0 0,-1 1-1 0 0,0 0 0 0 0,1 0 1 0 0,-1 0-1 0 0,0 0 1 0 0,1 0-1 0 0,-1 0 0 0 0,1 0 1 0 0,-1 0-1 0 0,1 1 1 0 0,0-1-1 0 0,0 0 0 0 0,-1 1 1 0 0,1-1-1 0 0,0 1 0 0 0,0-1 1 0 0,0 1-1 0 0,-1 3 1 0 0,0 1-20 0 0,-1 1 1 0 0,1 1 0 0 0,0-1 0 0 0,0 0 0 0 0,0 14 0 0 0,0 4-42 0 0,2 1 0 0 0,5 39 0 0 0,6 8 50 0 0,31 99 1 0 0,-8-37 38 0 0,-23-100-149 0 0,-5-13 1821 0 0,-23-39-872 0 0,3-4-779 0 0,1-2 0 0 0,1 0 0 0 0,0 0 0 0 0,2-1-1 0 0,1 0 1 0 0,-10-44 0 0 0,2 12-77 0 0,-1 4-43 0 0,4 13-70 0 0,1 0 0 0 0,2-1 1 0 0,2-1-1 0 0,1 1 0 0 0,-2-53 0 0 0,11 87 46 0 0,1 0 0 0 0,-1 0 1 0 0,1 0-1 0 0,0 0 0 0 0,1 0 0 0 0,-1 1 0 0 0,1-1 0 0 0,1 1 1 0 0,-1 0-1 0 0,1 0 0 0 0,5-6 0 0 0,-5 5-1 0 0,-1 3 29 0 0,-1 0 0 0 0,1 1 0 0 0,0-1 1 0 0,0 1-1 0 0,0 0 0 0 0,0 0 0 0 0,0 0 0 0 0,1 0 1 0 0,-1 1-1 0 0,0-1 0 0 0,1 1 0 0 0,-1 0 1 0 0,1 0-1 0 0,6-1 0 0 0,-8 2-13 0 0,3 0 22 0 0,-1 1 0 0 0,1-1-1 0 0,-1 1 1 0 0,1 0-1 0 0,-1 0 1 0 0,1 0-1 0 0,7 4 1 0 0,17 10-44 0 0,-1 2-1 0 0,0 0 1 0 0,-1 2 0 0 0,-1 1-1 0 0,-1 1 1 0 0,45 48 0 0 0,-70-68 59 0 0,1 0 1 0 0,0-1 0 0 0,0 1-1 0 0,0 0 1 0 0,-1 0 0 0 0,1 0-1 0 0,0 0 1 0 0,-1 0 0 0 0,1 0 0 0 0,-1 0-1 0 0,1 1 1 0 0,-1-1 0 0 0,0 0-1 0 0,1 0 1 0 0,-1 0 0 0 0,0 0-1 0 0,0 0 1 0 0,0 1 0 0 0,0-1 0 0 0,0 0-1 0 0,0 0 1 0 0,0 0 0 0 0,0 1-1 0 0,0-1 1 0 0,-1 0 0 0 0,1 0-1 0 0,0 0 1 0 0,-1 0 0 0 0,1 0-1 0 0,-1 0 1 0 0,1 0 0 0 0,-2 2 0 0 0,0-1 2 0 0,0 0 0 0 0,0 1 0 0 0,0-1 0 0 0,0 0 0 0 0,-1-1 1 0 0,1 1-1 0 0,-1 0 0 0 0,1-1 0 0 0,-1 1 0 0 0,-3 1 1 0 0,-16 4 24 0 0,-1-2 0 0 0,0 0 0 0 0,0-1 1 0 0,0-1-1 0 0,0-1 0 0 0,-1-1 0 0 0,1-2 0 0 0,-45-5 1 0 0,57 5 3 0 0,-1-1 1 0 0,1 0-1 0 0,-1-1 1 0 0,-14-6-1 0 0,24 9-226 0 0,2-1 56 0 0,0-1 0 0 0,1 1 0 0 0,-1 0 0 0 0,0 0 0 0 0,1 0 0 0 0,-1 0 1 0 0,0 0-1 0 0,1 0 0 0 0,0 0 0 0 0,-1 0 0 0 0,1 0 0 0 0,0 0 0 0 0,-1 0 0 0 0,1 0 1 0 0,0 0-1 0 0,0 1 0 0 0,0-1 0 0 0,0 0 0 0 0,-1 1 0 0 0,1-1 0 0 0,2 0 0 0 0,-2 0-15 0 0,10-7-1695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5.9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74 4804 0 0,'-24'-55'828'0'0,"23"54"-623"0"0,-5-8 451 0 0,6 9-632 0 0,0-1-1 0 0,0 1 1 0 0,-1-1-1 0 0,1 1 0 0 0,0-1 1 0 0,-1 1-1 0 0,1-1 1 0 0,-1 1-1 0 0,1-1 1 0 0,0 1-1 0 0,-1-1 1 0 0,1 1-1 0 0,-1 0 1 0 0,0-1-1 0 0,1 1 1 0 0,-1 0-1 0 0,1-1 1 0 0,-1 1-1 0 0,1 0 1 0 0,-1 0-1 0 0,0 0 0 0 0,1-1 1 0 0,-1 1-1 0 0,1 0 1 0 0,-1 0-1 0 0,0 0 1 0 0,1 0-1 0 0,-1 0 1 0 0,0 0-1 0 0,0 0 1 0 0,-2 3-27 0 0,1-1 0 0 0,-1 1-1 0 0,1-1 1 0 0,0 1 0 0 0,0 0 0 0 0,0-1 0 0 0,0 1 0 0 0,0 0 0 0 0,0 1 0 0 0,1-1 0 0 0,0 0 0 0 0,-1 0 0 0 0,1 1 0 0 0,1-1 0 0 0,-1 0 0 0 0,0 1 0 0 0,1-1 0 0 0,-1 8-1 0 0,2-6 5 0 0,0 0-1 0 0,0 1 1 0 0,0-1-1 0 0,1 0 1 0 0,-1 1-1 0 0,1-1 0 0 0,1 0 1 0 0,-1 0-1 0 0,1 0 1 0 0,0-1-1 0 0,4 6 1 0 0,0 0 5 0 0,2 0 1 0 0,0-1 0 0 0,0 0 0 0 0,0 0-1 0 0,1-1 1 0 0,0 0 0 0 0,1-1 0 0 0,0 0 0 0 0,22 10-1 0 0,-21-12 4 0 0,-1-1 0 0 0,1 0 0 0 0,0-1-1 0 0,0 0 1 0 0,1-1 0 0 0,21 2 0 0 0,-30-4-6 0 0,0-1 1 0 0,-1 1-1 0 0,1 0 1 0 0,-1-1-1 0 0,1 0 1 0 0,-1 0-1 0 0,0 0 1 0 0,1 0-1 0 0,-1 0 1 0 0,0-1-1 0 0,0 1 1 0 0,0-1-1 0 0,0 0 1 0 0,0 0-1 0 0,0 0 1 0 0,0-1-1 0 0,-1 1 1 0 0,1-1-1 0 0,-1 1 1 0 0,1-1 0 0 0,-1 0-1 0 0,0 0 1 0 0,0 0-1 0 0,-1 0 1 0 0,1 0-1 0 0,0 0 1 0 0,-1 0-1 0 0,2-7 1 0 0,18-97 295 0 0,-20 105-316 0 0,-1-4-2 0 0,0 6 10 0 0,0 1 1 0 0,0-1-1 0 0,0 0 0 0 0,0 0 0 0 0,0 0 0 0 0,0 0 0 0 0,0 0 0 0 0,0 0 0 0 0,0 0 0 0 0,0 0 0 0 0,-1 0 0 0 0,1 0 0 0 0,0 0 0 0 0,0 0 0 0 0,0 0 0 0 0,0 0 0 0 0,0 0 0 0 0,0 0 0 0 0,0 0 0 0 0,0 0 0 0 0,0 0 0 0 0,0 0 0 0 0,0 0 0 0 0,-1 0 0 0 0,1 0 0 0 0,0 0 0 0 0,0 0 0 0 0,0 0 0 0 0,0 0 0 0 0,0 0 0 0 0,0 0 0 0 0,0 0 0 0 0,0 0 0 0 0,0 0 1 0 0,0 0-1 0 0,0 0 0 0 0,-1 0 0 0 0,1 0 0 0 0,0 0 0 0 0,-2 4 6 0 0,1 0 1 0 0,-1 0-1 0 0,1 0 1 0 0,0 0-1 0 0,0 0 0 0 0,0 1 1 0 0,0-1-1 0 0,1 0 1 0 0,0 1-1 0 0,0-1 1 0 0,0 0-1 0 0,0 0 1 0 0,1 1-1 0 0,-1-1 1 0 0,1 0-1 0 0,0 0 1 0 0,0 0-1 0 0,1 1 0 0 0,-1-1 1 0 0,1-1-1 0 0,0 1 1 0 0,0 0-1 0 0,1 0 1 0 0,-1-1-1 0 0,1 1 1 0 0,-1-1-1 0 0,1 0 1 0 0,0 0-1 0 0,0 0 1 0 0,1 0-1 0 0,-1 0 0 0 0,0-1 1 0 0,5 3-1 0 0,4 3-187 0 0,0-1 0 0 0,0 0 0 0 0,1-1 0 0 0,0 0 0 0 0,0-1 0 0 0,0 0 0 0 0,1-1-1 0 0,-1-1 1 0 0,22 3 0 0 0,5-4-1524 0 0,-1-1-157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6.5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1 131 4820 0 0,'2'-42'-591'0'0,"0"31"910"0"0,-2 0 1 0 0,1 0-1 0 0,-1-1 0 0 0,-1 1 0 0 0,-3-20 1 0 0,4 29-310 0 0,0 8-38 0 0,2 93-1 0 0,4 0-1 0 0,5 0 1 0 0,27 110-1 0 0,-35-195 49 0 0,1-1 0 0 0,0 1 0 0 0,1-1 1 0 0,0 1-1 0 0,1-1 0 0 0,1-1 0 0 0,12 20 0 0 0,-14-26-8 0 0,0 0 1 0 0,1 0-1 0 0,-1-1 1 0 0,1 0-1 0 0,0 0 0 0 0,0-1 1 0 0,1 1-1 0 0,-1-1 1 0 0,1-1-1 0 0,0 1 1 0 0,0-1-1 0 0,0 0 0 0 0,1-1 1 0 0,-1 0-1 0 0,13 2 1 0 0,2-1-389 0 0,1-2 1 0 0,-1 0 0 0 0,1-1-1 0 0,-1-2 1 0 0,1 0 0 0 0,-1-1-1 0 0,0-1 1 0 0,37-12 0 0 0,-15 1-726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6.8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 47 4068 0 0,'-17'-2'328'0'0,"14"0"-69"0"0,10 0-97 0 0,26-4-54 0 0,46-4-231 0 0,99-9-2207 0 0,-140 14 1714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8.9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466 60 1836 0 0,'0'0'424'0'0,"-10"-36"1448"0"0,6 30-1681 0 0,3 5-171 0 0,0 0 0 0 0,1-1 0 0 0,-1 1-1 0 0,0 0 1 0 0,0 0 0 0 0,0 0 0 0 0,0 0 0 0 0,0 0 0 0 0,0 0 0 0 0,0 1-1 0 0,-1-1 1 0 0,1 0 0 0 0,0 0 0 0 0,0 1 0 0 0,-1-1 0 0 0,1 1 0 0 0,0-1-1 0 0,-1 1 1 0 0,1 0 0 0 0,0-1 0 0 0,-1 1 0 0 0,1 0 0 0 0,0 0-1 0 0,-1 0 1 0 0,1 0 0 0 0,-1 0 0 0 0,1 0 0 0 0,0 0 0 0 0,-1 1 0 0 0,1-1-1 0 0,-1 1 1 0 0,1-1 0 0 0,0 1 0 0 0,-2 0 0 0 0,-27 10-5 0 0,0 1-1 0 0,0 2 1 0 0,1 1 0 0 0,1 1 0 0 0,1 1-1 0 0,0 2 1 0 0,1 0 0 0 0,1 2 0 0 0,1 1-1 0 0,1 1 1 0 0,1 1 0 0 0,-38 52 0 0 0,57-69-16 0 0,-1-1 0 0 0,1 0-1 0 0,0 1 1 0 0,0 0 0 0 0,1 0 0 0 0,0 0 0 0 0,0 0 0 0 0,0 0 0 0 0,1 0 0 0 0,0 0 0 0 0,1 0-1 0 0,0 0 1 0 0,0 1 0 0 0,0-1 0 0 0,2 9 0 0 0,1-6 4 0 0,-1 0-1 0 0,2 0 1 0 0,-1 0 0 0 0,2-1 0 0 0,-1 1-1 0 0,1-1 1 0 0,1 0 0 0 0,-1 0 0 0 0,12 12-1 0 0,2 0 11 0 0,2-1 0 0 0,0-2 0 0 0,0 0 0 0 0,2-1 0 0 0,0 0 0 0 0,48 22 0 0 0,-10-10-46 0 0,1-2 0 0 0,2-4 0 0 0,1-2 0 0 0,111 21-1 0 0,-120-33-1217 0 0,77 1 0 0 0,-90-9 465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39.96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27 834 3412 0 0,'0'0'340'0'0,"-3"-4"-247"0"0,0-1-47 0 0,0 0 0 0 0,0 0 0 0 0,0 0 0 0 0,1-1 0 0 0,0 1 0 0 0,0-1 0 0 0,1 0 0 0 0,-1 0 0 0 0,1 1 0 0 0,1-1 0 0 0,-1 0 0 0 0,1 0 0 0 0,0-6 0 0 0,8-90 232 0 0,-4 71-244 0 0,36-243 146 0 0,-31 234-178 0 0,1 0 0 0 0,3 0-1 0 0,1 1 1 0 0,32-63 0 0 0,-43 96-10 0 0,1 1 1 0 0,0 0-1 0 0,0-1 0 0 0,0 1 1 0 0,0 1-1 0 0,1-1 0 0 0,0 0 1 0 0,0 1-1 0 0,0 0 0 0 0,0 1 1 0 0,1-1-1 0 0,-1 1 1 0 0,1 0-1 0 0,0 0 0 0 0,0 1 1 0 0,0-1-1 0 0,1 1 0 0 0,-1 1 1 0 0,9-2-1 0 0,-10 2-1 0 0,1 1-1 0 0,-1 0 1 0 0,0 0 0 0 0,0 0-1 0 0,0 1 1 0 0,0 0 0 0 0,1 0-1 0 0,-1 0 1 0 0,0 0 0 0 0,0 1-1 0 0,-1 0 1 0 0,1 0-1 0 0,0 0 1 0 0,-1 1 0 0 0,1 0-1 0 0,-1 0 1 0 0,0 0 0 0 0,1 0-1 0 0,-2 0 1 0 0,1 1 0 0 0,0 0-1 0 0,-1 0 1 0 0,0 0-1 0 0,1 0 1 0 0,1 5 0 0 0,18 36-30 0 0,-2 1 1 0 0,-2 0-1 0 0,-2 2 1 0 0,19 83-1 0 0,-7-23 16 0 0,6 51 29 0 0,-34-157-168 0 0,3 15 663 0 0,-4-17-545 0 0,0 0-1 0 0,0 1 0 0 0,0-1 0 0 0,1 0 0 0 0,-1 1 1 0 0,0-1-1 0 0,0 0 0 0 0,0 0 0 0 0,0 1 0 0 0,0-1 0 0 0,0 0 1 0 0,1 0-1 0 0,-1 1 0 0 0,0-1 0 0 0,0 0 0 0 0,0 0 1 0 0,0 0-1 0 0,1 1 0 0 0,-1-1 0 0 0,0 0 0 0 0,0 0 1 0 0,1 0-1 0 0,-1 0 0 0 0,0 0 0 0 0,0 1 0 0 0,1-1 0 0 0,-1 0 1 0 0,0 0-1 0 0,1 0 0 0 0,-1 0 0 0 0,0 0 0 0 0,0 0 1 0 0,1 0-1 0 0,-1 0 0 0 0,0 0 0 0 0,1 0 0 0 0,-1 0 1 0 0,0 0-1 0 0,0 0 0 0 0,1 0 0 0 0,-1 0 0 0 0,0 0 0 0 0,0-1 1 0 0,1 1-1 0 0,-1 0 0 0 0,0 0 0 0 0,0 0 0 0 0,1-1 1 0 0,20-15-628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0.29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31 45 3584 0 0,'-16'0'78'0'0,"13"0"237"0"0,-7-2-158 0 0,10 2-152 0 0,0 0 0 0 0,0 0 0 0 0,1 0 0 0 0,-1 0-1 0 0,0 0 1 0 0,0 0 0 0 0,0 0 0 0 0,0-1 0 0 0,0 1 0 0 0,0 0-1 0 0,0 0 1 0 0,0 0 0 0 0,0 0 0 0 0,0 0 0 0 0,1 0-1 0 0,-1 0 1 0 0,0-1 0 0 0,0 1 0 0 0,0 0 0 0 0,0 0 0 0 0,0 0-1 0 0,0 0 1 0 0,0 0 0 0 0,0 0 0 0 0,0-1 0 0 0,0 1-1 0 0,0 0 1 0 0,0 0 0 0 0,0 0 0 0 0,0 0 0 0 0,0 0-1 0 0,0 0 1 0 0,-1-1 0 0 0,1 1 0 0 0,0 0 0 0 0,0 0 0 0 0,0 0-1 0 0,0 0 1 0 0,0 0 0 0 0,0 0 0 0 0,0 0 0 0 0,0-1-1 0 0,0 1 1 0 0,0 0 0 0 0,-1 0 0 0 0,1 0 0 0 0,0 0 0 0 0,0 0-1 0 0,0 0 1 0 0,0 0 0 0 0,0 0 0 0 0,0 0 0 0 0,0 0-1 0 0,-1 0 1 0 0,1 0 0 0 0,0 0 0 0 0,0 0 0 0 0,0 0-1 0 0,0 0 1 0 0,0 0 0 0 0,0 0 0 0 0,-1 0 0 0 0,18-7 32 0 0,0 1 1 0 0,0 0-1 0 0,1 2 1 0 0,0 0 0 0 0,0 1-1 0 0,22-1 1 0 0,121 0-725 0 0,-119 5-76 0 0,-19-1-163 0 0,2 0 457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1.87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263 105 2952 0 0,'-32'-34'363'0'0,"29"33"-344"0"0,0-1 1 0 0,0 0-1 0 0,-1 1 0 0 0,1 0 1 0 0,0-1-1 0 0,0 1 0 0 0,-1 1 1 0 0,1-1-1 0 0,-1 0 0 0 0,1 1 1 0 0,-1 0-1 0 0,1 0 0 0 0,-1 0 1 0 0,1 0-1 0 0,-6 1 0 0 0,1 1-6 0 0,0 0-1 0 0,1 0 1 0 0,0 1 0 0 0,-1 0-1 0 0,1 0 1 0 0,-13 8-1 0 0,9-3-4 0 0,1-1 0 0 0,-1 1 0 0 0,1 1 0 0 0,1 0 0 0 0,-1 0 0 0 0,2 1 0 0 0,-1 0 0 0 0,-10 18 0 0 0,18-26 1 0 0,0 1-1 0 0,-1 0 0 0 0,1-1 0 0 0,0 1 0 0 0,0 0 0 0 0,1 0 0 0 0,-1-1 1 0 0,1 1-1 0 0,-1 0 0 0 0,1 0 0 0 0,0 0 0 0 0,0 0 0 0 0,0 0 1 0 0,0 0-1 0 0,1 0 0 0 0,-1 0 0 0 0,1 0 0 0 0,1 3 0 0 0,0-1 8 0 0,1 0-1 0 0,-1 0 0 0 0,1-1 1 0 0,0 1-1 0 0,0-1 1 0 0,0 0-1 0 0,1 0 0 0 0,0 0 1 0 0,5 5-1 0 0,1-1 11 0 0,0-1 0 0 0,0 0 0 0 0,1-1 0 0 0,0 0 0 0 0,0 0 0 0 0,0-1-1 0 0,24 7 1 0 0,-21-9 14 0 0,1-1 0 0 0,0 0 0 0 0,-1-1 0 0 0,1 0 0 0 0,0-1 0 0 0,0-1 0 0 0,0 0 0 0 0,25-6-1 0 0,-35 6-8 0 0,0 0-1 0 0,0-1 0 0 0,-1 1 0 0 0,1-1 1 0 0,-1 0-1 0 0,1 0 0 0 0,-1 0 0 0 0,0-1 0 0 0,0 1 1 0 0,0-1-1 0 0,0 0 0 0 0,0 0 0 0 0,-1-1 0 0 0,1 1 1 0 0,-1-1-1 0 0,0 0 0 0 0,0 1 0 0 0,0-1 0 0 0,-1-1 1 0 0,1 1-1 0 0,-1 0 0 0 0,0-1 0 0 0,0 1 0 0 0,-1-1 1 0 0,1 1-1 0 0,-1-1 0 0 0,0 0 0 0 0,0 0 0 0 0,-1 1 1 0 0,1-8-1 0 0,-1 7-19 0 0,-1 0 0 0 0,1 0 0 0 0,-1 0 1 0 0,0 0-1 0 0,0 1 0 0 0,0-1 0 0 0,0 0 0 0 0,-1 0 1 0 0,0 1-1 0 0,0-1 0 0 0,0 1 0 0 0,-1 0 0 0 0,0 0 1 0 0,1 0-1 0 0,-1 0 0 0 0,-1 0 0 0 0,1 0 0 0 0,0 1 1 0 0,-1 0-1 0 0,0-1 0 0 0,0 1 0 0 0,0 1 0 0 0,0-1 1 0 0,0 0-1 0 0,-1 1 0 0 0,-7-3 0 0 0,-9-2 64 0 0,-1 0 0 0 0,0 1 0 0 0,-1 1-1 0 0,-34-2 1 0 0,9 0-30 0 0,46 6-50 0 0,-14-2-32 0 0,7 0 12 0 0,8 0 14 0 0,22-5 0 0 0,1 1 0 0 0,-1 1-1 0 0,1 1 1 0 0,0 1 0 0 0,39-2 0 0 0,-28 4-8 0 0,0 2 1 0 0,0 1-1 0 0,46 8 1 0 0,-65-5-4 0 0,-1-1 1 0 0,1 2-1 0 0,-1 0 0 0 0,0 0 1 0 0,-1 1-1 0 0,21 13 1 0 0,70 57-28 0 0,-30-20 45 0 0,35 28-59 0 0,-108-83 66 0 0,1 0 0 0 0,-1-1 0 0 0,0 1 0 0 0,0-1-1 0 0,0 1 1 0 0,0 0 0 0 0,0-1 0 0 0,0 1 0 0 0,0 0 0 0 0,0-1-1 0 0,0 1 1 0 0,0 0 0 0 0,-1-1 0 0 0,1 1 0 0 0,0-1 0 0 0,0 1 0 0 0,0 0-1 0 0,-1-1 1 0 0,1 1 0 0 0,0-1 0 0 0,-1 1 0 0 0,1-1 0 0 0,-1 1-1 0 0,1-1 1 0 0,-1 1 0 0 0,1-1 0 0 0,-1 1 0 0 0,1-1 0 0 0,-1 0 0 0 0,1 1-1 0 0,-1-1 1 0 0,1 0 0 0 0,-1 1 0 0 0,1-1 0 0 0,-1 0 0 0 0,0 0-1 0 0,1 0 1 0 0,-1 1 0 0 0,0-1 0 0 0,1 0 0 0 0,-1 0 0 0 0,1 0 0 0 0,-1 0-1 0 0,-1 0 1 0 0,-6 1 69 0 0,-1 0-1 0 0,1 0 0 0 0,-1 0 1 0 0,1-1-1 0 0,-1 0 0 0 0,1-1 1 0 0,-1 0-1 0 0,1 0 1 0 0,-1-1-1 0 0,-12-4 0 0 0,18 5-41 0 0,1 0-1 0 0,-1 0 0 0 0,1 0 0 0 0,-1-1 1 0 0,1 1-1 0 0,-1 0 0 0 0,1-1 0 0 0,0 0 0 0 0,0 1 1 0 0,0-1-1 0 0,0 0 0 0 0,0 0 0 0 0,0 0 1 0 0,1 0-1 0 0,-1 0 0 0 0,1-1 0 0 0,-1 1 1 0 0,1-1-1 0 0,0 1 0 0 0,0-1 0 0 0,0 1 1 0 0,0-1-1 0 0,0 1 0 0 0,1-1 0 0 0,-1 0 1 0 0,1 1-1 0 0,-1-1 0 0 0,1 0 0 0 0,0 0 0 0 0,0 1 1 0 0,1-1-1 0 0,-1 0 0 0 0,0 1 0 0 0,1-1 1 0 0,0 0-1 0 0,-1 1 0 0 0,3-4 0 0 0,3-9-18 0 0,0-1 0 0 0,2 1 0 0 0,0 1 0 0 0,1 0-1 0 0,0 0 1 0 0,1 0 0 0 0,0 1 0 0 0,1 1-1 0 0,1 0 1 0 0,13-11 0 0 0,-15 14-137 0 0,-1 1 1 0 0,2 1 0 0 0,-1 0-1 0 0,1 0 1 0 0,0 1-1 0 0,0 0 1 0 0,0 1-1 0 0,1 1 1 0 0,0-1-1 0 0,0 2 1 0 0,0 0-1 0 0,1 0 1 0 0,21-1-1 0 0,-32 4-85 0 0,1 0 0 0 0,-1 0 0 0 0,0 0 0 0 0,1 0 0 0 0,-1 1 0 0 0,0-1 0 0 0,1 1 0 0 0,-1 0 0 0 0,0 0 0 0 0,0-1 0 0 0,1 1 0 0 0,-1 0 0 0 0,2 2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2.4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12 91 4636 0 0,'-11'-70'930'0'0,"11"68"-792"0"0,-1-10 144 0 0,2 6-139 0 0,1 7-28 0 0,110 329-110 0 0,-105-306-59 0 0,-1 0 0 0 0,-1 1 0 0 0,3 40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3.43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56 53 3984 0 0,'-52'-17'1409'0'0,"51"17"-1396"0"0,1 0 0 0 0,0 0 0 0 0,0-1 0 0 0,0 1 0 0 0,0 0 0 0 0,-1 0 0 0 0,1 0-1 0 0,0 0 1 0 0,0 0 0 0 0,0 0 0 0 0,0 0 0 0 0,0-1 0 0 0,-1 1 0 0 0,1 0 0 0 0,0 0 0 0 0,0 0 0 0 0,0 0 0 0 0,0-1 0 0 0,0 1-1 0 0,0 0 1 0 0,0 0 0 0 0,0 0 0 0 0,0 0 0 0 0,0-1 0 0 0,0 1 0 0 0,0 0 0 0 0,0 0 0 0 0,0 0 0 0 0,0-1 0 0 0,0 1-1 0 0,0 0 1 0 0,0 0 0 0 0,0 0 0 0 0,0-1 0 0 0,0 1 0 0 0,0 0 0 0 0,0 0 0 0 0,0 0 0 0 0,0 0 0 0 0,0-1 0 0 0,0 1-1 0 0,0 0 1 0 0,0 0 0 0 0,0 0 0 0 0,1 0 0 0 0,-1-1 0 0 0,0 1 0 0 0,0 0 0 0 0,0 0 0 0 0,0 0 0 0 0,0 0 0 0 0,1 0 0 0 0,-1 0-1 0 0,0 0 1 0 0,0 0 0 0 0,0-1 0 0 0,1 1 0 0 0,-1 0 0 0 0,0 0 0 0 0,0 0 0 0 0,0 0 0 0 0,0 0 0 0 0,1 0 0 0 0,-1 0-1 0 0,24-9 151 0 0,27-3-221 0 0,-28 9 55 0 0,-1 1 1 0 0,0 1-1 0 0,0 1 0 0 0,1 1 1 0 0,-1 1-1 0 0,41 9 0 0 0,-49-9 0 0 0,9 3-14 0 0,0 1 1 0 0,-1 0 0 0 0,38 17 0 0 0,-51-18-1 0 0,1-1 1 0 0,-1 1 0 0 0,0 1-1 0 0,0 0 1 0 0,-1 0 0 0 0,1 1-1 0 0,-1-1 1 0 0,-1 2 0 0 0,1-1-1 0 0,9 14 1 0 0,-16-20 14 0 0,-1 0 0 0 0,1 0 1 0 0,-1 0-1 0 0,1 0 0 0 0,-1 0 1 0 0,0 0-1 0 0,1 1 0 0 0,-1-1 1 0 0,0 0-1 0 0,0 0 0 0 0,1 0 0 0 0,-1 0 1 0 0,0 0-1 0 0,0 0 0 0 0,-1 0 1 0 0,1 1-1 0 0,0-1 0 0 0,0 0 0 0 0,0 0 1 0 0,-1 0-1 0 0,1 0 0 0 0,0 0 1 0 0,-1 0-1 0 0,1 0 0 0 0,-2 2 0 0 0,0 0 2 0 0,-1 0-1 0 0,1-1 0 0 0,-1 1 0 0 0,1-1 0 0 0,-1 1 1 0 0,0-1-1 0 0,0 0 0 0 0,-4 3 0 0 0,-60 24 16 0 0,24-17 186 0 0,-1-1 0 0 0,-1-2 0 0 0,1-3 0 0 0,-1-1 0 0 0,-50-1 0 0 0,81-4 106 0 0,-16-1 488 0 0,51-6-728 0 0,1 2-99 0 0,1 2-1 0 0,0 1 1 0 0,0 1-1 0 0,0 1 1 0 0,0 0-1 0 0,25 5 1 0 0,-5-1-48 0 0,-8-1-19 0 0,0 2 0 0 0,-1 1-1 0 0,43 13 1 0 0,-57-13 29 0 0,-1 1 0 0 0,0 1 0 0 0,0 1 0 0 0,0 0 0 0 0,-1 2 0 0 0,29 22 0 0 0,-43-31 59 0 0,0 2 0 0 0,0-1 0 0 0,0 0 0 0 0,0 1 0 0 0,-1 0 0 0 0,1 0 0 0 0,-1 0 0 0 0,0 0 0 0 0,-1 0 0 0 0,1 0-1 0 0,-1 1 1 0 0,1 0 0 0 0,-1-1 0 0 0,-1 1 0 0 0,1 0 0 0 0,-1 0 0 0 0,0 0 0 0 0,0 0 0 0 0,0 0 0 0 0,-1 0 0 0 0,1 0 0 0 0,-1 0 0 0 0,0 0 0 0 0,-1 1 0 0 0,0-1 0 0 0,1 0 0 0 0,-1 0 0 0 0,-1 0 0 0 0,1-1 0 0 0,-1 1 0 0 0,0 0 0 0 0,0 0-1 0 0,0-1 1 0 0,-1 1 0 0 0,0-1 0 0 0,0 0 0 0 0,0 0 0 0 0,0 0 0 0 0,0 0 0 0 0,-1 0 0 0 0,0-1 0 0 0,0 0 0 0 0,-5 4 0 0 0,-12 8 55 0 0,-1-1-1 0 0,-1-1 1 0 0,0-1 0 0 0,0-1-1 0 0,-1-1 1 0 0,-1-2 0 0 0,0 0-1 0 0,-37 7 1 0 0,3-6 533 0 0,0-2 0 0 0,-92-1 0 0 0,80-8 185 0 0,68 2-707 0 0,-10-4-62 0 0,12 4-36 0 0,1 0 0 0 0,0 0 0 0 0,-1 0 0 0 0,1 0-1 0 0,-1 0 1 0 0,1 0 0 0 0,0 0 0 0 0,-1-1 0 0 0,1 1 0 0 0,0 0 0 0 0,-1 0-1 0 0,1 0 1 0 0,0 0 0 0 0,-1-1 0 0 0,1 1 0 0 0,0 0 0 0 0,-1 0 0 0 0,1-1-1 0 0,0 1 1 0 0,0 0 0 0 0,-1 0 0 0 0,1-1 0 0 0,0 1 0 0 0,0 0 0 0 0,0-1-1 0 0,0 1 1 0 0,-1 0 0 0 0,1-1 0 0 0,0 1 0 0 0,0-1 0 0 0,0 1 0 0 0,0 0-1 0 0,0-1 1 0 0,0 1 0 0 0,0 0 0 0 0,0-1 0 0 0,0 0 0 0 0,5-6-513 0 0,1 1 0 0 0,0-1 0 0 0,1 1 0 0 0,-1 0-1 0 0,1 1 1 0 0,9-6 0 0 0,10-4-1718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43.89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324 50 5352 0 0,'-9'-27'-613'0'0,"2"6"1022"0"0,7 20-232 0 0,8 3-158 0 0,34 11-28 0 0,0 2 0 0 0,-1 2 0 0 0,-1 2 0 0 0,-1 2 0 0 0,-1 1 0 0 0,-1 2 0 0 0,-1 1 0 0 0,-1 2 0 0 0,57 57 0 0 0,-82-74 5 0 0,0 1 0 0 0,-1 1 0 0 0,0 0 0 0 0,-1 0-1 0 0,0 0 1 0 0,-1 1 0 0 0,0 0 0 0 0,9 28-1 0 0,-14-33 7 0 0,0 0 0 0 0,-1 0-1 0 0,1 0 1 0 0,-1 0-1 0 0,-1 1 1 0 0,0-1-1 0 0,0 0 1 0 0,-1 1-1 0 0,1-1 1 0 0,-2 0 0 0 0,1 0-1 0 0,-1 0 1 0 0,-1 0-1 0 0,0 0 1 0 0,0 0-1 0 0,0 0 1 0 0,-5 8-1 0 0,-8 7 15 0 0,0-1 0 0 0,-2 0 0 0 0,0-2 0 0 0,-1 0 0 0 0,-1 0 0 0 0,-1-2 0 0 0,-1-1 0 0 0,0-1 0 0 0,-1 0 0 0 0,-1-2-1 0 0,-26 12 1 0 0,-41 16 113 0 0,-161 49 0 0 0,231-84-110 0 0,-158 42-2847 0 0,167-46 1800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3:08:03.81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47 6 6813 0 0,'0'0'-335'0'0,"0"0"234"0"0,-1-1 1 0 0,1 1-1 0 0,-1-1 0 0 0,1 1 0 0 0,-1-1 1 0 0,1 1-1 0 0,-1 0 0 0 0,1-1 1 0 0,-1 1-1 0 0,1 0 0 0 0,-1-1 0 0 0,1 1 1 0 0,-1 0-1 0 0,0 0 0 0 0,1 0 1 0 0,-1 0-1 0 0,0-1 0 0 0,1 1 1 0 0,-1 0-1 0 0,1 0 0 0 0,-1 0 0 0 0,0 0 1 0 0,1 0-1 0 0,-2 0 0 0 0,0 2 131 0 0,0 0 0 0 0,0 0 0 0 0,0-1 0 0 0,0 1 0 0 0,1 0 0 0 0,-1 0 0 0 0,1 0 0 0 0,-1 1 0 0 0,1-1 0 0 0,-1 0 0 0 0,1 1 0 0 0,0-1 0 0 0,0 1 0 0 0,1-1 0 0 0,-1 1 0 0 0,-1 4 0 0 0,-4 13-139 0 0,5-19 117 0 0,1 1 76 0 0,0-2-64 0 0,1 0 0 0 0,-1 0-1 0 0,0 0 1 0 0,0 0 0 0 0,0 0-1 0 0,0 0 1 0 0,0 0-1 0 0,0 0 1 0 0,0 0 0 0 0,1 0-1 0 0,-1 0 1 0 0,0 0 0 0 0,0 0-1 0 0,0 0 1 0 0,0 0 0 0 0,0 0-1 0 0,0 0 1 0 0,1 0-1 0 0,-1 0 1 0 0,0 0 0 0 0,0 0-1 0 0,0 0 1 0 0,0 0 0 0 0,0 0-1 0 0,0 0 1 0 0,1 0 0 0 0,-1 0-1 0 0,0 0 1 0 0,0 0-1 0 0,0 0 1 0 0,0 1 0 0 0,0-1-1 0 0,0 0 1 0 0,0 0 0 0 0,0 0-1 0 0,0 0 1 0 0,0 0-1 0 0,1 0 1 0 0,-1 0 0 0 0,0 0-1 0 0,0 1 1 0 0,0-1 0 0 0,0 0-1 0 0,0 0 1 0 0,0 0 0 0 0,0 0-1 0 0,0 0 1 0 0,0 0-1 0 0,0 0 1 0 0,0 1 0 0 0,0-1-1 0 0,0 0 1 0 0,0 0 0 0 0,0 0-1 0 0,0 0 1 0 0,0 0 0 0 0,0 0-1 0 0,0 1 1 0 0,0-1-1 0 0,0 0 1 0 0,0 0 0 0 0,-1 0-1 0 0,1 0 1 0 0,0 0 0 0 0,0 0-1 0 0,0 0 1 0 0,0 1 0 0 0,1-2-99 0 0,0 0 141 0 0,1-1 1 0 0,-1 1-1 0 0,1 0 0 0 0,-1-1 0 0 0,0 1 0 0 0,0-1 1 0 0,1 1-1 0 0,-1-1 0 0 0,0 1 0 0 0,0-1 0 0 0,-1 0 1 0 0,1 0-1 0 0,0 0 0 0 0,0-2 0 0 0,-1 2-44 0 0,7-29-442 0 0,-10 29 1245 0 0,8 4-466 0 0,27 7-171 0 0,-25-9-168 0 0,137 8 42 0 0,-57-4-38 0 0,235 14 56 0 0,-250-14-41 0 0,-70-4-28 0 0,2 1-8 0 0,10 0 8 0 0,10 4 516 0 0,-14-3-1265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3:08:04.2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192 45 4700 0 0,'-45'-24'97'0'0,"44"23"94"0"0,-22-9 847 0 0,8 0 1668 0 0,30 14-2697 0 0,38 10 3 0 0,0 2-1 0 0,74 34 1 0 0,-126-50-13 0 0,0 1-1 0 0,1-1 1 0 0,-1 1-1 0 0,0-1 1 0 0,-1 1-1 0 0,1-1 1 0 0,0 1-1 0 0,0 0 1 0 0,0-1-1 0 0,0 1 1 0 0,0 0-1 0 0,-1 0 1 0 0,1 0-1 0 0,0 0 1 0 0,-1-1-1 0 0,1 1 1 0 0,0 0-1 0 0,-1 0 1 0 0,1 0 0 0 0,-1 0-1 0 0,0 0 1 0 0,1 0-1 0 0,-1 1 1 0 0,0-1-1 0 0,0 0 1 0 0,1 0-1 0 0,-1 0 1 0 0,0 0-1 0 0,0 0 1 0 0,0 0-1 0 0,0 0 1 0 0,-1 1-1 0 0,1-1 1 0 0,0 0-1 0 0,0 0 1 0 0,-1 0-1 0 0,1 0 1 0 0,0 0-1 0 0,-1 0 1 0 0,1 0-1 0 0,-1 0 1 0 0,0 0-1 0 0,1 0 1 0 0,-1 0 0 0 0,0 0-1 0 0,1-1 1 0 0,-1 1-1 0 0,0 0 1 0 0,0 0-1 0 0,0-1 1 0 0,0 1-1 0 0,-1 0 1 0 0,-9 8 3 0 0,1-1 0 0 0,-2 0 0 0 0,-17 9 0 0 0,17-10-1 0 0,-87 50 66 0 0,-7 6-587 0 0,36-17-3357 0 0,58-36 1356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3:08:06.07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74 55 5801 0 0,'0'0'-270'0'0,"0"0"249"0"0,0 0 0 0 0,0 1 0 0 0,0-1 0 0 0,0 0 0 0 0,-1 0-1 0 0,1 0 1 0 0,0 0 0 0 0,0 0 0 0 0,0 0 0 0 0,-1 0 0 0 0,1 0 0 0 0,0 0 0 0 0,0 0-1 0 0,0 0 1 0 0,-1 0 0 0 0,1 0 0 0 0,0 0 0 0 0,0 0 0 0 0,0 0 0 0 0,-1 0 0 0 0,1 0-1 0 0,0 0 1 0 0,0 0 0 0 0,0 0 0 0 0,-1 0 0 0 0,1 0 0 0 0,0 0 0 0 0,0-1 0 0 0,0 1-1 0 0,0 0 1 0 0,-1 0 0 0 0,1 0 0 0 0,0 0 0 0 0,0 0 0 0 0,0-1 0 0 0,0 1 0 0 0,0 0-1 0 0,-1 0 1 0 0,1 0 0 0 0,0 0 0 0 0,0-1 0 0 0,0 1 0 0 0,0 0 0 0 0,0 0 0 0 0,0 0-1 0 0,0-1 1 0 0,0 1 0 0 0,0 0 0 0 0,0 0 0 0 0,0 0 0 0 0,0-1 0 0 0,0 1 0 0 0,0 0-1 0 0,0 0 1 0 0,0-1 0 0 0,0 1 0 0 0,0 0 0 0 0,0 0 0 0 0,0 0 0 0 0,0 0-1 0 0,0-1 1 0 0,0 1 0 0 0,1 0 0 0 0,-1 0 0 0 0,0 0 0 0 0,0-1 0 0 0,0 1 0 0 0,0 0-1 0 0,1 0 1 0 0,-7 2 9 0 0,3-1-6 0 0,-1 0 0 0 0,0 1 0 0 0,1-1 0 0 0,-1 1-1 0 0,1 0 1 0 0,-1 0 0 0 0,1 0 0 0 0,0 1 0 0 0,0-1 0 0 0,0 1 0 0 0,0 0 0 0 0,0 0 0 0 0,1 0-1 0 0,-1 0 1 0 0,1 0 0 0 0,0 0 0 0 0,0 1 0 0 0,0-1 0 0 0,0 1 0 0 0,-2 6 0 0 0,4-9 19 0 0,0-1 0 0 0,0 1-1 0 0,-1 0 1 0 0,1-1 0 0 0,0 1 0 0 0,0-1 0 0 0,0 1 0 0 0,0-1 0 0 0,0 1 0 0 0,1 0 0 0 0,-1-1 0 0 0,0 1 0 0 0,0-1 0 0 0,0 1 0 0 0,0-1-1 0 0,1 1 1 0 0,-1-1 0 0 0,0 1 0 0 0,0-1 0 0 0,1 1 0 0 0,-1-1 0 0 0,0 1 0 0 0,1-1 0 0 0,-1 0 0 0 0,1 1 0 0 0,-1-1 0 0 0,1 0 0 0 0,-1 1-1 0 0,0-1 1 0 0,1 0 0 0 0,-1 1 0 0 0,1-1 0 0 0,-1 0 0 0 0,1 0 0 0 0,0 0 0 0 0,-1 1 0 0 0,2-1 0 0 0,17 2 40 0 0,-19-2-41 0 0,2 0 24 0 0,3-1 4 0 0,6-4 169 0 0,1 0 0 0 0,-1-1 0 0 0,0 0 0 0 0,15-11 0 0 0,-25 15-26 0 0,-4 8 601 0 0,-5 7-241 0 0,4-16-407 0 0,3-15 42 0 0,-4 3 144 0 0,3 4-209 0 0,21 7-77 0 0,80 4-15 0 0,354-7 51 0 0,-354 7 221 0 0,-96 0 106 0 0,-13-1-366 0 0,2 1-24 0 0,-21-1 75 0 0,-1-1 0 0 0,1-1 0 0 0,-54-13 0 0 0,61 8-12 0 0,19 7-31 0 0,-16-7 60 0 0,8 3-58 0 0,11 5-32 0 0,0 0 0 0 0,0 0 1 0 0,0 0-1 0 0,0 0 0 0 0,0 0 0 0 0,1 0 0 0 0,-1 0 0 0 0,0 0 0 0 0,0 0 0 0 0,0 0 0 0 0,0 0 0 0 0,0 0 0 0 0,0 0 1 0 0,0 0-1 0 0,0 0 0 0 0,0 0 0 0 0,0 0 0 0 0,0-1 0 0 0,0 1 0 0 0,0 0 0 0 0,0 0 0 0 0,0 0 0 0 0,0 0 0 0 0,0 0 0 0 0,0 0 1 0 0,0 0-1 0 0,0 0 0 0 0,0 0 0 0 0,0 0 0 0 0,0 0 0 0 0,0 0 0 0 0,0 0 0 0 0,0 0 0 0 0,0 0 0 0 0,0-1 0 0 0,0 1 1 0 0,0 0-1 0 0,0 0 0 0 0,0 0 0 0 0,0 0 0 0 0,0 0 0 0 0,0 0 0 0 0,0 0 0 0 0,0 0 0 0 0,0 0 0 0 0,0 0 0 0 0,24 1-39 0 0,0 0 0 0 0,0 2-1 0 0,-1 1 1 0 0,1 1-1 0 0,-1 1 1 0 0,44 17 0 0 0,-66-23 42 0 0,0 0 0 0 0,0 0-1 0 0,-1 1 1 0 0,1-1 0 0 0,0 0 0 0 0,-1 0 0 0 0,1 1 0 0 0,0-1 0 0 0,-1 1 0 0 0,1-1 0 0 0,0 1 0 0 0,-1-1-1 0 0,1 1 1 0 0,-1-1 0 0 0,1 1 0 0 0,-1-1 0 0 0,1 1 0 0 0,-1 0 0 0 0,0-1 0 0 0,1 1 0 0 0,-1 0 0 0 0,0-1-1 0 0,1 1 1 0 0,-1 0 0 0 0,0-1 0 0 0,0 1 0 0 0,0 0 0 0 0,1 0 0 0 0,-1-1 0 0 0,0 1 0 0 0,0 0 0 0 0,0 0-1 0 0,0-1 1 0 0,0 1 0 0 0,-1 0 0 0 0,1 0 0 0 0,0-1 0 0 0,0 1 0 0 0,0 0 0 0 0,-1 0 0 0 0,1-1 0 0 0,0 1-1 0 0,-1 0 1 0 0,1-1 0 0 0,-1 1 0 0 0,1 0 0 0 0,0-1 0 0 0,-1 1 0 0 0,1-1 0 0 0,-1 1 0 0 0,0-1 0 0 0,1 1-1 0 0,-1-1 1 0 0,0 1 0 0 0,-36 25 107 0 0,33-24-106 0 0,-69 38 160 0 0,7-3-1134 0 0,25-10-2746 0 0,32-19 1983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3:08:07.14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240 33 4904 0 0,'-16'-30'-518'0'0,"11"29"511"0"0,-1 0 0 0 0,1 1-1 0 0,-1-1 1 0 0,1 1 0 0 0,-1 1-1 0 0,1-1 1 0 0,-1 1 0 0 0,1 0 0 0 0,0 0-1 0 0,-1 0 1 0 0,1 1 0 0 0,0 0-1 0 0,0 0 1 0 0,0 0 0 0 0,0 1-1 0 0,-6 3 1 0 0,0 1 13 0 0,-1 0-1 0 0,1 1 1 0 0,1 0-1 0 0,-1 1 1 0 0,-16 18-1 0 0,26-26-5 0 0,0 0 0 0 0,-1 1 0 0 0,1-1-1 0 0,0 1 1 0 0,0-1 0 0 0,0 1 0 0 0,0-1 0 0 0,0 1 0 0 0,0 0 0 0 0,0 0-1 0 0,1-1 1 0 0,-1 1 0 0 0,0 0 0 0 0,1 0 0 0 0,0 0 0 0 0,-1 0 0 0 0,1 0-1 0 0,0 0 1 0 0,0 3 0 0 0,1-4-1 0 0,-1 0 1 0 0,1 0-1 0 0,0 0 0 0 0,-1 0 1 0 0,1 0-1 0 0,0 0 1 0 0,0 0-1 0 0,-1 0 0 0 0,1 0 1 0 0,0-1-1 0 0,0 1 0 0 0,0 0 1 0 0,0-1-1 0 0,0 1 0 0 0,0 0 1 0 0,1-1-1 0 0,-1 0 0 0 0,0 1 1 0 0,0-1-1 0 0,0 0 0 0 0,0 1 1 0 0,3-1-1 0 0,1 1 8 0 0,1-1 0 0 0,-1 1 0 0 0,1-1 0 0 0,-1-1 0 0 0,1 1 0 0 0,-1-1 0 0 0,0 0-1 0 0,1 0 1 0 0,-1 0 0 0 0,0-1 0 0 0,1 0 0 0 0,4-3 0 0 0,-7 4 81 0 0,0-1-1 0 0,1 1 1 0 0,-1-1 0 0 0,-1 0-1 0 0,1-1 1 0 0,0 1 0 0 0,0 0-1 0 0,-1-1 1 0 0,1 1-1 0 0,-1-1 1 0 0,0 0 0 0 0,0 0-1 0 0,0 0 1 0 0,0 0 0 0 0,-1 0-1 0 0,1 0 1 0 0,-1-1 0 0 0,1 1-1 0 0,0-6 1 0 0,-2 7 85 0 0,-61-5 441 0 0,53 7-703 0 0,0 1 0 0 0,0 1 0 0 0,0-1 1 0 0,0 1-1 0 0,1 0 0 0 0,-1 1 0 0 0,0 0 0 0 0,1 0 1 0 0,0 1-1 0 0,0 0 0 0 0,0 0 0 0 0,0 0 1 0 0,-11 11-1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3:08:07.6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20 3 4368 0 0,'0'0'-167'0'0,"-20"-2"4"0"0,72 9 1209 0 0,47 1-1031 0 0,497 29 580 0 0,-573-36 3 0 0,-13 0-3789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4T13:08:08.18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 62 4196 0 0,'-19'-38'216'0'0,"19"37"-27"0"0,-10-12 889 0 0,6 5-85 0 0,9 7-274 0 0,252 68-485 0 0,79 26-86 0 0,-335-93-136 0 0,1 1 0 0 0,-1-1 0 0 0,0 0 0 0 0,1 0 0 0 0,-1 1 0 0 0,0-1 0 0 0,0 1 0 0 0,0-1 0 0 0,0 1 0 0 0,1 0 0 0 0,-1-1 0 0 0,0 1 0 0 0,0 0 0 0 0,0 0-1 0 0,0 0 1 0 0,0 0 0 0 0,-1 0 0 0 0,1 0 0 0 0,0 0 0 0 0,0 0 0 0 0,-1 0 0 0 0,1 0 0 0 0,0 0 0 0 0,-1 0 0 0 0,1 1 0 0 0,-1-1 0 0 0,0 0 0 0 0,1 0 0 0 0,-1 1-1 0 0,0-1 1 0 0,0 0 0 0 0,0 0 0 0 0,0 1 0 0 0,0-1 0 0 0,0 0 0 0 0,0 1 0 0 0,0-1 0 0 0,0 0 0 0 0,0 0 0 0 0,-1 1 0 0 0,1-1 0 0 0,-1 0 0 0 0,1 0 0 0 0,-1 0 0 0 0,1 1-1 0 0,-1-1 1 0 0,0 0 0 0 0,0 0 0 0 0,1 0 0 0 0,-1 0 0 0 0,0 0 0 0 0,0 0 0 0 0,0 0 0 0 0,-2 1 0 0 0,-8 8 110 0 0,0 1-1 0 0,0-2 1 0 0,-23 15-1 0 0,24-17-90 0 0,-232 142 789 0 0,97-64-424 0 0,102-61-202 0 0,-1-2-1152 0 0,20-4-4068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4480 0 0,'0'0'-58'0'0,"16"20"-1094"0"0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7:55:24.22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 0 4480 0 0,'0'0'-58'0'0,"16"20"-1094"0"0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0.63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 0 5805 0 0,'0'0'-337'0'0,"-7"1"-619"0"0,-23 4 774 0 0,23-4 1172 0 0,16 1-979 0 0,857 102 149 0 0,-767-95-152 0 0,-14-3 227 0 0,99 21 0 0 0,-182-26-219 0 0,37-6-2775 0 0,-28 2 1389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1.40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33 16 4304 0 0,'-32'-15'1183'0'0,"322"85"310"0"0,-148-33-1435 0 0,-122-32-49 0 0,-8-3-26 0 0,1 0 1 0 0,-1 2-1 0 0,-1-1 1 0 0,1 1-1 0 0,-1 1 1 0 0,1 0-1 0 0,19 13 1 0 0,-31-18 15 0 0,1 1 0 0 0,-1-1 0 0 0,0 0 1 0 0,0 1-1 0 0,0-1 0 0 0,1 1 1 0 0,-1-1-1 0 0,0 0 0 0 0,0 1 0 0 0,0-1 1 0 0,0 1-1 0 0,0-1 0 0 0,0 1 0 0 0,0-1 1 0 0,0 1-1 0 0,0-1 0 0 0,0 0 0 0 0,0 1 1 0 0,0-1-1 0 0,0 1 0 0 0,0-1 1 0 0,0 1-1 0 0,-1-1 0 0 0,1 0 0 0 0,0 1 1 0 0,0-1-1 0 0,0 1 0 0 0,-1-1 0 0 0,1 0 1 0 0,0 1-1 0 0,0-1 0 0 0,-1 0 0 0 0,1 1 1 0 0,0-1-1 0 0,-1 0 0 0 0,1 1 1 0 0,-1-1-1 0 0,-12 11 5 0 0,13-11-6 0 0,-17 11 0 0 0,0 0 0 0 0,0-1-1 0 0,-1 0 1 0 0,0-2 0 0 0,-1 0 0 0 0,-21 5-1 0 0,-30 15-9 0 0,36-14-123 0 0,-50 26 29 0 0,35-6-3186 0 0,40-27 1820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2.53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23 0 4468 0 0,'-15'3'-137'0'0,"7"-2"413"0"0,11 0 338 0 0,828 54-514 0 0,-443-19-38 0 0,-16-8 262 0 0,-363-27-381 0 0,50 0 1232 0 0,-57-1-1355 0 0,1 0 0 0 0,0 0 0 0 0,0-1 0 0 0,-1 1-1 0 0,1-1 1 0 0,0 0 0 0 0,0 0 0 0 0,-1 0 0 0 0,1 0 0 0 0,-1 0-1 0 0,1 0 1 0 0,-1-1 0 0 0,0 1 0 0 0,1-1 0 0 0,-1 0 0 0 0,0 0-1 0 0,2-2 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3.01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40 17 5336 0 0,'-29'-12'142'0'0,"28"11"-51"0"0,-7-2 47 0 0,6 2-27 0 0,7 3 531 0 0,107 34-554 0 0,-1 5-1 0 0,166 87 1 0 0,-271-125-99 0 0,0 1 1 0 0,0 0-1 0 0,0 0 0 0 0,0 0 0 0 0,-1 1 0 0 0,0 0 1 0 0,0 0-1 0 0,8 10 0 0 0,-12-14 10 0 0,-1 0-1 0 0,1 0 0 0 0,-1 0 1 0 0,1 1-1 0 0,0-1 1 0 0,-1 0-1 0 0,0 1 1 0 0,1-1-1 0 0,-1 0 1 0 0,0 1-1 0 0,0-1 1 0 0,0 1-1 0 0,0-1 1 0 0,0 0-1 0 0,0 1 1 0 0,0-1-1 0 0,0 1 0 0 0,-1-1 1 0 0,1 2-1 0 0,-1-1 2 0 0,-1 0 0 0 0,1 0 0 0 0,0 0 0 0 0,-1 0-1 0 0,0 0 1 0 0,1 0 0 0 0,-1 0 0 0 0,0 0 0 0 0,0-1 0 0 0,0 1-1 0 0,0-1 1 0 0,0 0 0 0 0,0 1 0 0 0,-3 0 0 0 0,-35 17 85 0 0,-80 24 0 0 0,84-32-1052 0 0,1 1 0 0 0,1 2 0 0 0,-51 28 0 0 0,68-30-72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4.06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14 1 3716 0 0,'0'0'-79'0'0,"-11"0"14"0"0,8 0 151 0 0,10-1 406 0 0,187 3-441 0 0,235 32 0 0 0,-374-28-45 0 0,37 3 30 0 0,251 34 373 0 0,-264-35 195 0 0,-76-8-564 0 0,0 1-209 0 0,1-1-1 0 0,0 1 0 0 0,-1-1 1 0 0,1 0-1 0 0,0 0 1 0 0,0 0-1 0 0,-1 0 1 0 0,1-1-1 0 0,0 0 1 0 0,5-1-1 0 0,-3 1-939 0 0,7-1 592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4T12:06:44.6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37 31 3176 0 0,'-37'-31'1527'0'0,"204"94"157"0"0,-103-36-1676 0 0,-22-10-35 0 0,0 1-1 0 0,-1 2 1 0 0,62 41-1 0 0,-103-60 28 0 0,1-1-1 0 0,0 0 0 0 0,-1 1 1 0 0,1-1-1 0 0,0 1 1 0 0,-1-1-1 0 0,1 1 1 0 0,-1-1-1 0 0,1 1 0 0 0,-1-1 1 0 0,1 1-1 0 0,-1-1 1 0 0,0 1-1 0 0,1 0 0 0 0,-1-1 1 0 0,0 1-1 0 0,1 0 1 0 0,-1-1-1 0 0,0 1 0 0 0,0 0 1 0 0,1 0-1 0 0,-1-1 1 0 0,0 1-1 0 0,0 0 1 0 0,0 0-1 0 0,0-1 0 0 0,0 1 1 0 0,0 0-1 0 0,0 0 1 0 0,0-1-1 0 0,-1 1 0 0 0,1 0 1 0 0,0 0-1 0 0,0-1 1 0 0,-1 1-1 0 0,1 0 0 0 0,0-1 1 0 0,-1 1-1 0 0,0 0 1 0 0,-16 14-23 0 0,16-15 26 0 0,-20 12 57 0 0,0-2 0 0 0,-1-1 0 0 0,0-1 0 0 0,0 0 0 0 0,-31 5 0 0 0,24-6-1270 0 0,0 2 0 0 0,-28 11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9.png"/><Relationship Id="rId42" Type="http://schemas.openxmlformats.org/officeDocument/2006/relationships/image" Target="../media/image23.png"/><Relationship Id="rId47" Type="http://schemas.openxmlformats.org/officeDocument/2006/relationships/customXml" Target="../ink/ink23.xml"/><Relationship Id="rId50" Type="http://schemas.openxmlformats.org/officeDocument/2006/relationships/image" Target="../media/image27.png"/><Relationship Id="rId55" Type="http://schemas.openxmlformats.org/officeDocument/2006/relationships/customXml" Target="../ink/ink27.xml"/><Relationship Id="rId63" Type="http://schemas.openxmlformats.org/officeDocument/2006/relationships/customXml" Target="../ink/ink31.xml"/><Relationship Id="rId68" Type="http://schemas.openxmlformats.org/officeDocument/2006/relationships/image" Target="../media/image36.png"/><Relationship Id="rId76" Type="http://schemas.openxmlformats.org/officeDocument/2006/relationships/image" Target="../media/image40.png"/><Relationship Id="rId84" Type="http://schemas.openxmlformats.org/officeDocument/2006/relationships/image" Target="../media/image44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4.png"/><Relationship Id="rId32" Type="http://schemas.openxmlformats.org/officeDocument/2006/relationships/image" Target="../media/image18.png"/><Relationship Id="rId37" Type="http://schemas.openxmlformats.org/officeDocument/2006/relationships/customXml" Target="../ink/ink18.xml"/><Relationship Id="rId40" Type="http://schemas.openxmlformats.org/officeDocument/2006/relationships/image" Target="../media/image22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1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3.png"/><Relationship Id="rId19" Type="http://schemas.openxmlformats.org/officeDocument/2006/relationships/customXml" Target="../ink/ink9.xml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Relationship Id="rId27" Type="http://schemas.openxmlformats.org/officeDocument/2006/relationships/customXml" Target="../ink/ink13.xml"/><Relationship Id="rId30" Type="http://schemas.openxmlformats.org/officeDocument/2006/relationships/image" Target="../media/image17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6.png"/><Relationship Id="rId56" Type="http://schemas.openxmlformats.org/officeDocument/2006/relationships/image" Target="../media/image30.png"/><Relationship Id="rId64" Type="http://schemas.openxmlformats.org/officeDocument/2006/relationships/image" Target="../media/image34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8" Type="http://schemas.openxmlformats.org/officeDocument/2006/relationships/image" Target="../media/image6.png"/><Relationship Id="rId51" Type="http://schemas.openxmlformats.org/officeDocument/2006/relationships/customXml" Target="../ink/ink25.xml"/><Relationship Id="rId72" Type="http://schemas.openxmlformats.org/officeDocument/2006/relationships/image" Target="../media/image38.png"/><Relationship Id="rId80" Type="http://schemas.openxmlformats.org/officeDocument/2006/relationships/image" Target="../media/image42.png"/><Relationship Id="rId85" Type="http://schemas.openxmlformats.org/officeDocument/2006/relationships/customXml" Target="../ink/ink42.xml"/><Relationship Id="rId3" Type="http://schemas.openxmlformats.org/officeDocument/2006/relationships/customXml" Target="../ink/ink1.xml"/><Relationship Id="rId12" Type="http://schemas.openxmlformats.org/officeDocument/2006/relationships/image" Target="../media/image8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1.png"/><Relationship Id="rId46" Type="http://schemas.openxmlformats.org/officeDocument/2006/relationships/image" Target="../media/image25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2.png"/><Relationship Id="rId41" Type="http://schemas.openxmlformats.org/officeDocument/2006/relationships/customXml" Target="../ink/ink20.xml"/><Relationship Id="rId54" Type="http://schemas.openxmlformats.org/officeDocument/2006/relationships/image" Target="../media/image29.png"/><Relationship Id="rId62" Type="http://schemas.openxmlformats.org/officeDocument/2006/relationships/image" Target="../media/image33.png"/><Relationship Id="rId70" Type="http://schemas.openxmlformats.org/officeDocument/2006/relationships/image" Target="../media/image37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6.png"/><Relationship Id="rId36" Type="http://schemas.openxmlformats.org/officeDocument/2006/relationships/image" Target="../media/image20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7.png"/><Relationship Id="rId31" Type="http://schemas.openxmlformats.org/officeDocument/2006/relationships/customXml" Target="../ink/ink15.xml"/><Relationship Id="rId44" Type="http://schemas.openxmlformats.org/officeDocument/2006/relationships/image" Target="../media/image24.png"/><Relationship Id="rId52" Type="http://schemas.openxmlformats.org/officeDocument/2006/relationships/image" Target="../media/image28.png"/><Relationship Id="rId60" Type="http://schemas.openxmlformats.org/officeDocument/2006/relationships/image" Target="../media/image32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1.png"/><Relationship Id="rId81" Type="http://schemas.openxmlformats.org/officeDocument/2006/relationships/customXml" Target="../ink/ink40.xml"/><Relationship Id="rId86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customXml" Target="../ink/ink50.xml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12" Type="http://schemas.openxmlformats.org/officeDocument/2006/relationships/image" Target="../media/image1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customXml" Target="../ink/ink49.xml"/><Relationship Id="rId5" Type="http://schemas.openxmlformats.org/officeDocument/2006/relationships/customXml" Target="../ink/ink46.xml"/><Relationship Id="rId10" Type="http://schemas.openxmlformats.org/officeDocument/2006/relationships/image" Target="../media/image180.png"/><Relationship Id="rId4" Type="http://schemas.openxmlformats.org/officeDocument/2006/relationships/image" Target="../media/image150.png"/><Relationship Id="rId9" Type="http://schemas.openxmlformats.org/officeDocument/2006/relationships/customXml" Target="../ink/ink48.xml"/><Relationship Id="rId14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Neural Network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6EAA2-835E-1B4A-C4A2-86B19E65A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EE99C5-627B-C078-8326-A6BE04624C5F}"/>
              </a:ext>
            </a:extLst>
          </p:cNvPr>
          <p:cNvSpPr txBox="1"/>
          <p:nvPr/>
        </p:nvSpPr>
        <p:spPr>
          <a:xfrm>
            <a:off x="201168" y="344590"/>
            <a:ext cx="112288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Applications of NN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Image classification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Speech recognition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 language processing – Google translate, text completion, etc.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 problems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Function approximation - 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26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F170-858A-1787-27EA-B8F6771D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05E489-8B61-1137-D2BA-47E1F15F8A8C}"/>
              </a:ext>
            </a:extLst>
          </p:cNvPr>
          <p:cNvSpPr txBox="1"/>
          <p:nvPr/>
        </p:nvSpPr>
        <p:spPr>
          <a:xfrm>
            <a:off x="548640" y="510278"/>
            <a:ext cx="70500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can include many different architectures such as: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Layer Perceptron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Multilayer Perceptron (MLP)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Recurrent Neural Networks (RNN)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4C277-4142-43CC-A8E3-473345B8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AD762E-F24B-995F-E539-9CD0E2D28765}"/>
              </a:ext>
            </a:extLst>
          </p:cNvPr>
          <p:cNvSpPr txBox="1"/>
          <p:nvPr/>
        </p:nvSpPr>
        <p:spPr>
          <a:xfrm>
            <a:off x="169164" y="4203115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interesting site to learn ANN: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https://playground.tensorflow.org/</a:t>
            </a:r>
          </a:p>
        </p:txBody>
      </p:sp>
    </p:spTree>
    <p:extLst>
      <p:ext uri="{BB962C8B-B14F-4D97-AF65-F5344CB8AC3E}">
        <p14:creationId xmlns:p14="http://schemas.microsoft.com/office/powerpoint/2010/main" val="122834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AE5C-B03A-837D-0E24-DC5DB5A3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974069-D27A-3C8B-8485-29F6EE2E5B23}"/>
              </a:ext>
            </a:extLst>
          </p:cNvPr>
          <p:cNvSpPr txBox="1"/>
          <p:nvPr/>
        </p:nvSpPr>
        <p:spPr>
          <a:xfrm>
            <a:off x="502920" y="170854"/>
            <a:ext cx="10268712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terms:</a:t>
            </a:r>
            <a:endParaRPr lang="en-IN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1111C-8EEA-2B34-D203-67CCD8012E78}"/>
              </a:ext>
            </a:extLst>
          </p:cNvPr>
          <p:cNvSpPr txBox="1"/>
          <p:nvPr/>
        </p:nvSpPr>
        <p:spPr>
          <a:xfrm>
            <a:off x="98298" y="1018521"/>
            <a:ext cx="547954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Structural Components (Architecture):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Neurons/Nodes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Hidden Layers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Layer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35D752-85E4-5DE5-BCA5-54FBC403D87C}"/>
              </a:ext>
            </a:extLst>
          </p:cNvPr>
          <p:cNvSpPr txBox="1"/>
          <p:nvPr/>
        </p:nvSpPr>
        <p:spPr>
          <a:xfrm>
            <a:off x="5893308" y="1011395"/>
            <a:ext cx="61904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Operational Terms (Forward &amp; Backward Pass):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Forward 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(Rectified Linear Unit), Sigmoid, Tanh, SoftMax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(Cost Function)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Gradient Descent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5CA305-2099-B24B-498E-26E27AFD54AF}"/>
              </a:ext>
            </a:extLst>
          </p:cNvPr>
          <p:cNvSpPr txBox="1"/>
          <p:nvPr/>
        </p:nvSpPr>
        <p:spPr>
          <a:xfrm>
            <a:off x="2510028" y="4277374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&amp; Hyperparameters: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Learning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Epoch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Batch Normalization</a:t>
            </a:r>
          </a:p>
        </p:txBody>
      </p:sp>
    </p:spTree>
    <p:extLst>
      <p:ext uri="{BB962C8B-B14F-4D97-AF65-F5344CB8AC3E}">
        <p14:creationId xmlns:p14="http://schemas.microsoft.com/office/powerpoint/2010/main" val="142902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F48C-D053-517B-E2E0-4D145F19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179992-671C-33A0-A843-77A44B2F4F5E}"/>
              </a:ext>
            </a:extLst>
          </p:cNvPr>
          <p:cNvSpPr txBox="1"/>
          <p:nvPr/>
        </p:nvSpPr>
        <p:spPr>
          <a:xfrm>
            <a:off x="2089404" y="244870"/>
            <a:ext cx="76215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Inspiration: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Simulate neuron with some mathematical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9116C-5632-CC1C-A823-14A7F1AF4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675" y="1664208"/>
            <a:ext cx="7327846" cy="3911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843DB5-934C-8BDE-DD02-C1FA5D52E3A5}"/>
              </a:ext>
            </a:extLst>
          </p:cNvPr>
          <p:cNvSpPr txBox="1"/>
          <p:nvPr/>
        </p:nvSpPr>
        <p:spPr>
          <a:xfrm>
            <a:off x="1129284" y="6042398"/>
            <a:ext cx="269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: Wikipedia</a:t>
            </a:r>
          </a:p>
        </p:txBody>
      </p:sp>
    </p:spTree>
    <p:extLst>
      <p:ext uri="{BB962C8B-B14F-4D97-AF65-F5344CB8AC3E}">
        <p14:creationId xmlns:p14="http://schemas.microsoft.com/office/powerpoint/2010/main" val="180908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14A5-62C7-123B-CBA9-40B97CE2D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C55F1E-35FD-D853-B344-38246FD3A564}"/>
              </a:ext>
            </a:extLst>
          </p:cNvPr>
          <p:cNvSpPr txBox="1"/>
          <p:nvPr/>
        </p:nvSpPr>
        <p:spPr>
          <a:xfrm>
            <a:off x="164592" y="71134"/>
            <a:ext cx="11195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enough neuron fire up, then they produce impulse that would make you choose between A and 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68E58-3FC4-A5B0-81F1-72886EDCB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4" y="1574974"/>
            <a:ext cx="1556709" cy="830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AB6DB-E2DB-F2F2-D739-32AD467C8626}"/>
              </a:ext>
            </a:extLst>
          </p:cNvPr>
          <p:cNvSpPr txBox="1"/>
          <p:nvPr/>
        </p:nvSpPr>
        <p:spPr>
          <a:xfrm>
            <a:off x="918972" y="6289286"/>
            <a:ext cx="2692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: Wikipedia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A419A9-19B7-5A2F-D1DD-A9ACFC51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3" y="2904823"/>
            <a:ext cx="1556709" cy="8309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A361E0-2F58-F62D-CB64-49827C18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3" y="4252961"/>
            <a:ext cx="1556709" cy="830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F09794-343E-CD07-0C86-15DD4740A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0" y="2058653"/>
            <a:ext cx="1556709" cy="8309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A504CD-555D-96CC-C968-B6B2972F2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3" y="3047634"/>
            <a:ext cx="1556709" cy="830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E16FB8-5557-86D6-9FC8-2DEEE413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3" y="4128185"/>
            <a:ext cx="1556709" cy="8309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318192-E479-1143-73DD-7B1F22971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30" y="5208735"/>
            <a:ext cx="1556709" cy="8309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45E0FD-BD2A-3715-FA6B-3F6952B2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5" y="855964"/>
            <a:ext cx="1556709" cy="8309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EB1081-932A-9263-2B6C-F94ECF8A2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2" y="2705411"/>
            <a:ext cx="1556709" cy="8309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25115C-05C7-A713-DCAA-6E5FB642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07" y="1069672"/>
            <a:ext cx="1556709" cy="830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A359DE3-D778-526C-EA18-16425F040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3" y="3686935"/>
            <a:ext cx="1556709" cy="8309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58CC4AD-9AF7-D05B-53E3-F70117EDF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4" y="4668459"/>
            <a:ext cx="1556709" cy="8309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77A66-0B01-3241-0949-35C75D489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5" y="5642955"/>
            <a:ext cx="1556709" cy="830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7854708-ED1A-EECE-1976-005F9BC32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170" y="3047634"/>
            <a:ext cx="1556709" cy="8309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76D2A53-928F-1A22-D7B2-96F33104E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221" y="1774042"/>
            <a:ext cx="1556709" cy="83099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0086B0-1D3A-0DE5-1E67-99195E66E3A4}"/>
              </a:ext>
            </a:extLst>
          </p:cNvPr>
          <p:cNvCxnSpPr/>
          <p:nvPr/>
        </p:nvCxnSpPr>
        <p:spPr>
          <a:xfrm>
            <a:off x="5166360" y="6629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55228B0-9E9B-9EA1-FB76-C4DA6B592EFB}"/>
                  </a:ext>
                </a:extLst>
              </p14:cNvPr>
              <p14:cNvContentPartPr/>
              <p14:nvPr/>
            </p14:nvContentPartPr>
            <p14:xfrm>
              <a:off x="2444904" y="2464488"/>
              <a:ext cx="561600" cy="1644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55228B0-9E9B-9EA1-FB76-C4DA6B592E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08904" y="2428848"/>
                <a:ext cx="633240" cy="171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0D1F47BE-4BA9-2EF6-6004-652D9A201FB8}"/>
              </a:ext>
            </a:extLst>
          </p:cNvPr>
          <p:cNvGrpSpPr/>
          <p:nvPr/>
        </p:nvGrpSpPr>
        <p:grpSpPr>
          <a:xfrm>
            <a:off x="2397384" y="1704168"/>
            <a:ext cx="718200" cy="3656520"/>
            <a:chOff x="2397384" y="1704168"/>
            <a:chExt cx="718200" cy="365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C85E7F-2B9E-7F8A-9452-BAD4C201E55B}"/>
                    </a:ext>
                  </a:extLst>
                </p14:cNvPr>
                <p14:cNvContentPartPr/>
                <p14:nvPr/>
              </p14:nvContentPartPr>
              <p14:xfrm>
                <a:off x="2422944" y="1704168"/>
                <a:ext cx="575640" cy="191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C85E7F-2B9E-7F8A-9452-BAD4C201E55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387304" y="1668528"/>
                  <a:ext cx="647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F347F3-3786-830A-382A-0D8FE3B8667B}"/>
                    </a:ext>
                  </a:extLst>
                </p14:cNvPr>
                <p14:cNvContentPartPr/>
                <p14:nvPr/>
              </p14:nvContentPartPr>
              <p14:xfrm>
                <a:off x="2467584" y="2103408"/>
                <a:ext cx="401760" cy="20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F347F3-3786-830A-382A-0D8FE3B8667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31584" y="2067408"/>
                  <a:ext cx="473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0C8D2A0-DF8C-B29C-19B3-24F35EAB5CBC}"/>
                    </a:ext>
                  </a:extLst>
                </p14:cNvPr>
                <p14:cNvContentPartPr/>
                <p14:nvPr/>
              </p14:nvContentPartPr>
              <p14:xfrm>
                <a:off x="2495304" y="2345688"/>
                <a:ext cx="514440" cy="583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0C8D2A0-DF8C-B29C-19B3-24F35EAB5C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59304" y="2310048"/>
                  <a:ext cx="5860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96CA11-718B-FDC3-D3DD-FDD3BBB528F1}"/>
                    </a:ext>
                  </a:extLst>
                </p14:cNvPr>
                <p14:cNvContentPartPr/>
                <p14:nvPr/>
              </p14:nvContentPartPr>
              <p14:xfrm>
                <a:off x="2397384" y="2570328"/>
                <a:ext cx="718200" cy="2790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96CA11-718B-FDC3-D3DD-FDD3BBB528F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61384" y="2534688"/>
                  <a:ext cx="789840" cy="286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6B476C9-A5B2-DCE5-C3D5-3DEBE17AAA0D}"/>
                  </a:ext>
                </a:extLst>
              </p14:cNvPr>
              <p14:cNvContentPartPr/>
              <p14:nvPr/>
            </p14:nvContentPartPr>
            <p14:xfrm>
              <a:off x="4842144" y="2060568"/>
              <a:ext cx="635040" cy="2961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6B476C9-A5B2-DCE5-C3D5-3DEBE17AAA0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06144" y="2024568"/>
                <a:ext cx="706680" cy="303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1CD2F83F-0CA4-7D86-0F22-48170B5056B3}"/>
              </a:ext>
            </a:extLst>
          </p:cNvPr>
          <p:cNvGrpSpPr/>
          <p:nvPr/>
        </p:nvGrpSpPr>
        <p:grpSpPr>
          <a:xfrm>
            <a:off x="4836384" y="1218888"/>
            <a:ext cx="721800" cy="4620960"/>
            <a:chOff x="4836384" y="1218888"/>
            <a:chExt cx="721800" cy="46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BCA0F7-402A-0646-8D12-48C05231AA5D}"/>
                    </a:ext>
                  </a:extLst>
                </p14:cNvPr>
                <p14:cNvContentPartPr/>
                <p14:nvPr/>
              </p14:nvContentPartPr>
              <p14:xfrm>
                <a:off x="4932144" y="1218888"/>
                <a:ext cx="428400" cy="284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BCA0F7-402A-0646-8D12-48C05231AA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96144" y="1182888"/>
                  <a:ext cx="50004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1D1190-F4AF-9CEA-93F3-88AF7F390D95}"/>
                    </a:ext>
                  </a:extLst>
                </p14:cNvPr>
                <p14:cNvContentPartPr/>
                <p14:nvPr/>
              </p14:nvContentPartPr>
              <p14:xfrm>
                <a:off x="4936464" y="1588968"/>
                <a:ext cx="495360" cy="415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1D1190-F4AF-9CEA-93F3-88AF7F390D9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00824" y="1553328"/>
                  <a:ext cx="5670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879A570-828E-4127-677A-E16507B6B8C8}"/>
                    </a:ext>
                  </a:extLst>
                </p14:cNvPr>
                <p14:cNvContentPartPr/>
                <p14:nvPr/>
              </p14:nvContentPartPr>
              <p14:xfrm>
                <a:off x="4924944" y="1618488"/>
                <a:ext cx="514800" cy="164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879A570-828E-4127-677A-E16507B6B8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889304" y="1582848"/>
                  <a:ext cx="586440" cy="17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C836DED-0C94-0E23-218C-DD9CBEF280E1}"/>
                    </a:ext>
                  </a:extLst>
                </p14:cNvPr>
                <p14:cNvContentPartPr/>
                <p14:nvPr/>
              </p14:nvContentPartPr>
              <p14:xfrm>
                <a:off x="4938264" y="1723608"/>
                <a:ext cx="619920" cy="225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C836DED-0C94-0E23-218C-DD9CBEF280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902264" y="1687608"/>
                  <a:ext cx="691560" cy="23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DC943F3-0C7C-6A04-5755-6B977F275638}"/>
                    </a:ext>
                  </a:extLst>
                </p14:cNvPr>
                <p14:cNvContentPartPr/>
                <p14:nvPr/>
              </p14:nvContentPartPr>
              <p14:xfrm>
                <a:off x="4836384" y="3413088"/>
                <a:ext cx="641880" cy="2426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DC943F3-0C7C-6A04-5755-6B977F27563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800384" y="3377448"/>
                  <a:ext cx="713520" cy="249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47E1949-FC65-9BFF-DD18-B17B8DF0A2CF}"/>
              </a:ext>
            </a:extLst>
          </p:cNvPr>
          <p:cNvGrpSpPr/>
          <p:nvPr/>
        </p:nvGrpSpPr>
        <p:grpSpPr>
          <a:xfrm>
            <a:off x="7394184" y="3496608"/>
            <a:ext cx="680040" cy="51120"/>
            <a:chOff x="7394184" y="3496608"/>
            <a:chExt cx="680040" cy="5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C197D8F-3538-CE96-8B07-26C66095E995}"/>
                    </a:ext>
                  </a:extLst>
                </p14:cNvPr>
                <p14:cNvContentPartPr/>
                <p14:nvPr/>
              </p14:nvContentPartPr>
              <p14:xfrm>
                <a:off x="7394184" y="3496608"/>
                <a:ext cx="50040" cy="42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C197D8F-3538-CE96-8B07-26C66095E99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358544" y="3460968"/>
                  <a:ext cx="121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0E7907-5E77-D916-93F4-C55ABED98275}"/>
                    </a:ext>
                  </a:extLst>
                </p14:cNvPr>
                <p14:cNvContentPartPr/>
                <p14:nvPr/>
              </p14:nvContentPartPr>
              <p14:xfrm>
                <a:off x="7695504" y="3513888"/>
                <a:ext cx="83160" cy="33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0E7907-5E77-D916-93F4-C55ABED9827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59864" y="3478248"/>
                  <a:ext cx="154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1D59476-E1FE-5D61-ED84-DF15E6FD0435}"/>
                    </a:ext>
                  </a:extLst>
                </p14:cNvPr>
                <p14:cNvContentPartPr/>
                <p14:nvPr/>
              </p14:nvContentPartPr>
              <p14:xfrm>
                <a:off x="8022384" y="3515688"/>
                <a:ext cx="51840" cy="30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1D59476-E1FE-5D61-ED84-DF15E6FD04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86744" y="3479688"/>
                  <a:ext cx="12348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A9BBD0E-061C-1774-93F5-34148CF2C4EF}"/>
                  </a:ext>
                </a:extLst>
              </p14:cNvPr>
              <p14:cNvContentPartPr/>
              <p14:nvPr/>
            </p14:nvContentPartPr>
            <p14:xfrm>
              <a:off x="7428024" y="1539648"/>
              <a:ext cx="6120" cy="7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A9BBD0E-061C-1774-93F5-34148CF2C4E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92384" y="1503648"/>
                <a:ext cx="77760" cy="7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ECF63773-2187-B9B7-F5D7-ACB6C90659D6}"/>
              </a:ext>
            </a:extLst>
          </p:cNvPr>
          <p:cNvGrpSpPr/>
          <p:nvPr/>
        </p:nvGrpSpPr>
        <p:grpSpPr>
          <a:xfrm>
            <a:off x="8405784" y="3032208"/>
            <a:ext cx="369360" cy="179640"/>
            <a:chOff x="8405784" y="3032208"/>
            <a:chExt cx="36936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B72105-B78F-89B6-BE78-0E1C90AF501D}"/>
                    </a:ext>
                  </a:extLst>
                </p14:cNvPr>
                <p14:cNvContentPartPr/>
                <p14:nvPr/>
              </p14:nvContentPartPr>
              <p14:xfrm>
                <a:off x="8405784" y="3032208"/>
                <a:ext cx="316080" cy="1270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B72105-B78F-89B6-BE78-0E1C90AF501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370144" y="2996568"/>
                  <a:ext cx="3877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A7D6E9C-339A-D9FD-5D73-FB0BB0091A08}"/>
                    </a:ext>
                  </a:extLst>
                </p14:cNvPr>
                <p14:cNvContentPartPr/>
                <p14:nvPr/>
              </p14:nvContentPartPr>
              <p14:xfrm>
                <a:off x="8609904" y="3052008"/>
                <a:ext cx="165240" cy="159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A7D6E9C-339A-D9FD-5D73-FB0BB0091A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574264" y="3016008"/>
                  <a:ext cx="2368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EE398EE-8C15-0875-CF6E-EE56668792AE}"/>
              </a:ext>
            </a:extLst>
          </p:cNvPr>
          <p:cNvGrpSpPr/>
          <p:nvPr/>
        </p:nvGrpSpPr>
        <p:grpSpPr>
          <a:xfrm>
            <a:off x="8441424" y="3386448"/>
            <a:ext cx="381960" cy="130320"/>
            <a:chOff x="8441424" y="3386448"/>
            <a:chExt cx="38196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14651F0-CFCA-4B0E-6046-32DC0B41F4A4}"/>
                    </a:ext>
                  </a:extLst>
                </p14:cNvPr>
                <p14:cNvContentPartPr/>
                <p14:nvPr/>
              </p14:nvContentPartPr>
              <p14:xfrm>
                <a:off x="8441424" y="3459528"/>
                <a:ext cx="362160" cy="43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14651F0-CFCA-4B0E-6046-32DC0B41F4A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05424" y="3423528"/>
                  <a:ext cx="433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034015C-C026-5174-4D66-CB85CDDDBC69}"/>
                    </a:ext>
                  </a:extLst>
                </p14:cNvPr>
                <p14:cNvContentPartPr/>
                <p14:nvPr/>
              </p14:nvContentPartPr>
              <p14:xfrm>
                <a:off x="8663184" y="3386448"/>
                <a:ext cx="160200" cy="130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034015C-C026-5174-4D66-CB85CDDDBC6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27544" y="3350808"/>
                  <a:ext cx="231840" cy="20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6FC58F0-1BF8-FEF9-B524-3CC9C5A2A6F2}"/>
                  </a:ext>
                </a:extLst>
              </p14:cNvPr>
              <p14:cNvContentPartPr/>
              <p14:nvPr/>
            </p14:nvContentPartPr>
            <p14:xfrm>
              <a:off x="8472744" y="3783888"/>
              <a:ext cx="312120" cy="1890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6FC58F0-1BF8-FEF9-B524-3CC9C5A2A6F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436744" y="3747888"/>
                <a:ext cx="3837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4198DC5-5CA5-17B1-9C3A-996D4B1B6261}"/>
                  </a:ext>
                </a:extLst>
              </p14:cNvPr>
              <p14:cNvContentPartPr/>
              <p14:nvPr/>
            </p14:nvContentPartPr>
            <p14:xfrm>
              <a:off x="10629144" y="3413448"/>
              <a:ext cx="500760" cy="145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4198DC5-5CA5-17B1-9C3A-996D4B1B6261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593504" y="3377808"/>
                <a:ext cx="57240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6CB74B25-670E-4C08-0894-95F3D9A67EED}"/>
              </a:ext>
            </a:extLst>
          </p:cNvPr>
          <p:cNvGrpSpPr/>
          <p:nvPr/>
        </p:nvGrpSpPr>
        <p:grpSpPr>
          <a:xfrm>
            <a:off x="10789704" y="2811528"/>
            <a:ext cx="1292040" cy="399240"/>
            <a:chOff x="10789704" y="2811528"/>
            <a:chExt cx="1292040" cy="39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8A7D11-D9D2-9F0B-BE62-55AF53638FD5}"/>
                    </a:ext>
                  </a:extLst>
                </p14:cNvPr>
                <p14:cNvContentPartPr/>
                <p14:nvPr/>
              </p14:nvContentPartPr>
              <p14:xfrm>
                <a:off x="10789704" y="2960928"/>
                <a:ext cx="220320" cy="147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8A7D11-D9D2-9F0B-BE62-55AF53638F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753704" y="2924928"/>
                  <a:ext cx="2919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27D1B1-9732-C40C-AAE5-4AC882469177}"/>
                    </a:ext>
                  </a:extLst>
                </p14:cNvPr>
                <p14:cNvContentPartPr/>
                <p14:nvPr/>
              </p14:nvContentPartPr>
              <p14:xfrm>
                <a:off x="11090664" y="3003048"/>
                <a:ext cx="216360" cy="95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27D1B1-9732-C40C-AAE5-4AC88246917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054664" y="2967408"/>
                  <a:ext cx="288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F607E29-1712-060F-510D-8316E1F86686}"/>
                    </a:ext>
                  </a:extLst>
                </p14:cNvPr>
                <p14:cNvContentPartPr/>
                <p14:nvPr/>
              </p14:nvContentPartPr>
              <p14:xfrm>
                <a:off x="11282904" y="2812248"/>
                <a:ext cx="211680" cy="27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F607E29-1712-060F-510D-8316E1F8668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1246904" y="2776608"/>
                  <a:ext cx="2833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B15A46-16C0-9000-9E24-07DB22646C0B}"/>
                    </a:ext>
                  </a:extLst>
                </p14:cNvPr>
                <p14:cNvContentPartPr/>
                <p14:nvPr/>
              </p14:nvContentPartPr>
              <p14:xfrm>
                <a:off x="11359944" y="2957328"/>
                <a:ext cx="49680" cy="14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B15A46-16C0-9000-9E24-07DB22646C0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324304" y="2921328"/>
                  <a:ext cx="121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398B0D-EB13-161C-5612-FA6896984C40}"/>
                    </a:ext>
                  </a:extLst>
                </p14:cNvPr>
                <p14:cNvContentPartPr/>
                <p14:nvPr/>
              </p14:nvContentPartPr>
              <p14:xfrm>
                <a:off x="11479464" y="2947608"/>
                <a:ext cx="137880" cy="263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398B0D-EB13-161C-5612-FA6896984C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443464" y="2911608"/>
                  <a:ext cx="20952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A322A1-3FA5-836C-26E2-482B7BC45D26}"/>
                    </a:ext>
                  </a:extLst>
                </p14:cNvPr>
                <p14:cNvContentPartPr/>
                <p14:nvPr/>
              </p14:nvContentPartPr>
              <p14:xfrm>
                <a:off x="11657304" y="2957328"/>
                <a:ext cx="223200" cy="9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A322A1-3FA5-836C-26E2-482B7BC45D2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621304" y="2921328"/>
                  <a:ext cx="29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92645A-A654-086A-A5DD-5E3449DB8D96}"/>
                    </a:ext>
                  </a:extLst>
                </p14:cNvPr>
                <p14:cNvContentPartPr/>
                <p14:nvPr/>
              </p14:nvContentPartPr>
              <p14:xfrm>
                <a:off x="11898864" y="2811528"/>
                <a:ext cx="182880" cy="255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92645A-A654-086A-A5DD-5E3449DB8D9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863224" y="2775528"/>
                  <a:ext cx="2545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D1B606A-A45E-0C46-2BD6-62291516E05C}"/>
                    </a:ext>
                  </a:extLst>
                </p14:cNvPr>
                <p14:cNvContentPartPr/>
                <p14:nvPr/>
              </p14:nvContentPartPr>
              <p14:xfrm>
                <a:off x="11941344" y="2940408"/>
                <a:ext cx="120960" cy="17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D1B606A-A45E-0C46-2BD6-62291516E0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905344" y="2904768"/>
                  <a:ext cx="1926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9B2CDBB-AC3C-F1DA-532D-AAE38CA0CD4D}"/>
              </a:ext>
            </a:extLst>
          </p:cNvPr>
          <p:cNvGrpSpPr/>
          <p:nvPr/>
        </p:nvGrpSpPr>
        <p:grpSpPr>
          <a:xfrm>
            <a:off x="10828944" y="3629808"/>
            <a:ext cx="602280" cy="383760"/>
            <a:chOff x="10828944" y="3629808"/>
            <a:chExt cx="60228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830D5E2-48F1-3114-4E2E-7016F415FA3B}"/>
                    </a:ext>
                  </a:extLst>
                </p14:cNvPr>
                <p14:cNvContentPartPr/>
                <p14:nvPr/>
              </p14:nvContentPartPr>
              <p14:xfrm>
                <a:off x="10828944" y="3713688"/>
                <a:ext cx="329760" cy="299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830D5E2-48F1-3114-4E2E-7016F415FA3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793304" y="3678048"/>
                  <a:ext cx="40140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863047C-9101-F664-873A-7AF573693235}"/>
                    </a:ext>
                  </a:extLst>
                </p14:cNvPr>
                <p14:cNvContentPartPr/>
                <p14:nvPr/>
              </p14:nvContentPartPr>
              <p14:xfrm>
                <a:off x="11191464" y="3629808"/>
                <a:ext cx="213120" cy="300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863047C-9101-F664-873A-7AF5736932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55824" y="3594168"/>
                  <a:ext cx="284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AF0170-4984-C7A2-D798-EDA6926A2403}"/>
                    </a:ext>
                  </a:extLst>
                </p14:cNvPr>
                <p14:cNvContentPartPr/>
                <p14:nvPr/>
              </p14:nvContentPartPr>
              <p14:xfrm>
                <a:off x="11288664" y="3785688"/>
                <a:ext cx="142560" cy="165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AF0170-4984-C7A2-D798-EDA6926A240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52664" y="3749688"/>
                  <a:ext cx="21420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D09265A-6182-BEA5-0101-8F4626FA1066}"/>
                  </a:ext>
                </a:extLst>
              </p14:cNvPr>
              <p14:cNvContentPartPr/>
              <p14:nvPr/>
            </p14:nvContentPartPr>
            <p14:xfrm>
              <a:off x="11190384" y="4237128"/>
              <a:ext cx="364680" cy="128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D09265A-6182-BEA5-0101-8F4626FA106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154744" y="4201488"/>
                <a:ext cx="43632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01B445B3-CBF4-F2B1-CC30-40D094078F59}"/>
              </a:ext>
            </a:extLst>
          </p:cNvPr>
          <p:cNvGrpSpPr/>
          <p:nvPr/>
        </p:nvGrpSpPr>
        <p:grpSpPr>
          <a:xfrm>
            <a:off x="11053584" y="4519008"/>
            <a:ext cx="550440" cy="354960"/>
            <a:chOff x="11053584" y="4519008"/>
            <a:chExt cx="55044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28EC043-175E-4AA1-A7FF-6F1171B33660}"/>
                    </a:ext>
                  </a:extLst>
                </p14:cNvPr>
                <p14:cNvContentPartPr/>
                <p14:nvPr/>
              </p14:nvContentPartPr>
              <p14:xfrm>
                <a:off x="11053584" y="4619808"/>
                <a:ext cx="50760" cy="169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28EC043-175E-4AA1-A7FF-6F1171B336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017584" y="4584168"/>
                  <a:ext cx="122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CE864A-8976-F4D3-525C-AED8029D2B46}"/>
                    </a:ext>
                  </a:extLst>
                </p14:cNvPr>
                <p14:cNvContentPartPr/>
                <p14:nvPr/>
              </p14:nvContentPartPr>
              <p14:xfrm>
                <a:off x="11057544" y="4548168"/>
                <a:ext cx="255960" cy="251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CE864A-8976-F4D3-525C-AED8029D2B4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021904" y="4512168"/>
                  <a:ext cx="327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0B45761-C6C1-FC32-A6BB-AD66CB83725B}"/>
                    </a:ext>
                  </a:extLst>
                </p14:cNvPr>
                <p14:cNvContentPartPr/>
                <p14:nvPr/>
              </p14:nvContentPartPr>
              <p14:xfrm>
                <a:off x="11297664" y="4519008"/>
                <a:ext cx="306360" cy="354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0B45761-C6C1-FC32-A6BB-AD66CB83725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61664" y="4483368"/>
                  <a:ext cx="37800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D7E2BA-0151-960A-D2D6-E6400A4165C6}"/>
              </a:ext>
            </a:extLst>
          </p:cNvPr>
          <p:cNvGrpSpPr/>
          <p:nvPr/>
        </p:nvGrpSpPr>
        <p:grpSpPr>
          <a:xfrm>
            <a:off x="345744" y="1945008"/>
            <a:ext cx="342360" cy="128520"/>
            <a:chOff x="345744" y="1945008"/>
            <a:chExt cx="342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9494B42-75FB-C37B-E5FF-4B69D425D54A}"/>
                    </a:ext>
                  </a:extLst>
                </p14:cNvPr>
                <p14:cNvContentPartPr/>
                <p14:nvPr/>
              </p14:nvContentPartPr>
              <p14:xfrm>
                <a:off x="345744" y="1981008"/>
                <a:ext cx="269640" cy="25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9494B42-75FB-C37B-E5FF-4B69D425D54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7744" y="1963008"/>
                  <a:ext cx="3052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F654CB-0A5A-B561-452C-4525470D8FAE}"/>
                    </a:ext>
                  </a:extLst>
                </p14:cNvPr>
                <p14:cNvContentPartPr/>
                <p14:nvPr/>
              </p14:nvContentPartPr>
              <p14:xfrm>
                <a:off x="553104" y="1945008"/>
                <a:ext cx="135000" cy="128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F654CB-0A5A-B561-452C-4525470D8FA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35104" y="1927008"/>
                  <a:ext cx="170640" cy="16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FB684B3-1C00-F246-C975-C28490968216}"/>
                  </a:ext>
                </a:extLst>
              </p14:cNvPr>
              <p14:cNvContentPartPr/>
              <p14:nvPr/>
            </p14:nvContentPartPr>
            <p14:xfrm>
              <a:off x="360504" y="3259368"/>
              <a:ext cx="273960" cy="77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FB684B3-1C00-F246-C975-C2849096821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42504" y="3241728"/>
                <a:ext cx="30960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0D0E224A-2E48-3F45-2EDC-CD8E0B440C45}"/>
              </a:ext>
            </a:extLst>
          </p:cNvPr>
          <p:cNvGrpSpPr/>
          <p:nvPr/>
        </p:nvGrpSpPr>
        <p:grpSpPr>
          <a:xfrm>
            <a:off x="340344" y="4560768"/>
            <a:ext cx="438120" cy="207000"/>
            <a:chOff x="340344" y="4560768"/>
            <a:chExt cx="43812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04153D3-39DD-F5EE-50EB-75BD9DB4BCD5}"/>
                    </a:ext>
                  </a:extLst>
                </p14:cNvPr>
                <p14:cNvContentPartPr/>
                <p14:nvPr/>
              </p14:nvContentPartPr>
              <p14:xfrm>
                <a:off x="340344" y="4621968"/>
                <a:ext cx="86760" cy="51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04153D3-39DD-F5EE-50EB-75BD9DB4BCD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22344" y="4603968"/>
                  <a:ext cx="122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88AAC9-4EC8-5737-9F9C-6996F7C08B10}"/>
                    </a:ext>
                  </a:extLst>
                </p14:cNvPr>
                <p14:cNvContentPartPr/>
                <p14:nvPr/>
              </p14:nvContentPartPr>
              <p14:xfrm>
                <a:off x="345384" y="4656888"/>
                <a:ext cx="281160" cy="19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88AAC9-4EC8-5737-9F9C-6996F7C08B1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27384" y="4639248"/>
                  <a:ext cx="316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2C9C4FE-DCE4-FD0B-A805-77E7C3A73B6E}"/>
                    </a:ext>
                  </a:extLst>
                </p14:cNvPr>
                <p14:cNvContentPartPr/>
                <p14:nvPr/>
              </p14:nvContentPartPr>
              <p14:xfrm>
                <a:off x="553104" y="4560768"/>
                <a:ext cx="225360" cy="207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2C9C4FE-DCE4-FD0B-A805-77E7C3A73B6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35104" y="4543128"/>
                  <a:ext cx="261000" cy="24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677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4152-DA77-30EB-F8E2-88AFE2D26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9917F0-001B-CF2F-6A77-5F288B7E30B9}"/>
              </a:ext>
            </a:extLst>
          </p:cNvPr>
          <p:cNvCxnSpPr/>
          <p:nvPr/>
        </p:nvCxnSpPr>
        <p:spPr>
          <a:xfrm>
            <a:off x="5166360" y="6629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15D5931-550B-1FD9-A27A-5B38F2D3A3D3}"/>
                  </a:ext>
                </a:extLst>
              </p14:cNvPr>
              <p14:cNvContentPartPr/>
              <p14:nvPr/>
            </p14:nvContentPartPr>
            <p14:xfrm>
              <a:off x="7428024" y="1539648"/>
              <a:ext cx="6120" cy="7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15D5931-550B-1FD9-A27A-5B38F2D3A3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2024" y="1503648"/>
                <a:ext cx="77760" cy="792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B10D945-89F1-1731-C215-1CF19CD36E0F}"/>
              </a:ext>
            </a:extLst>
          </p:cNvPr>
          <p:cNvSpPr txBox="1"/>
          <p:nvPr/>
        </p:nvSpPr>
        <p:spPr>
          <a:xfrm>
            <a:off x="612648" y="127152"/>
            <a:ext cx="10579608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deep NN is based on similar principals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453D6-8D6B-F3C4-16E5-AEB8334D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1006215"/>
            <a:ext cx="9091378" cy="562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51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D751-4F8A-110C-F491-6A005550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B5F288-C9EB-10C7-05C6-6296505A498F}"/>
              </a:ext>
            </a:extLst>
          </p:cNvPr>
          <p:cNvCxnSpPr/>
          <p:nvPr/>
        </p:nvCxnSpPr>
        <p:spPr>
          <a:xfrm>
            <a:off x="5166360" y="6629400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61A22DB-CF9D-F5D4-C05A-B384750F25D6}"/>
                  </a:ext>
                </a:extLst>
              </p14:cNvPr>
              <p14:cNvContentPartPr/>
              <p14:nvPr/>
            </p14:nvContentPartPr>
            <p14:xfrm>
              <a:off x="7428024" y="1539648"/>
              <a:ext cx="6120" cy="75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61A22DB-CF9D-F5D4-C05A-B384750F25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2024" y="1503648"/>
                <a:ext cx="77760" cy="792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1A09A58-6498-16B1-A71C-364E5E3CE4AE}"/>
              </a:ext>
            </a:extLst>
          </p:cNvPr>
          <p:cNvSpPr txBox="1"/>
          <p:nvPr/>
        </p:nvSpPr>
        <p:spPr>
          <a:xfrm>
            <a:off x="612648" y="1919376"/>
            <a:ext cx="10579608" cy="1569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40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Lets understand mathematical model of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IN" sz="40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neuron</a:t>
            </a:r>
          </a:p>
        </p:txBody>
      </p:sp>
    </p:spTree>
    <p:extLst>
      <p:ext uri="{BB962C8B-B14F-4D97-AF65-F5344CB8AC3E}">
        <p14:creationId xmlns:p14="http://schemas.microsoft.com/office/powerpoint/2010/main" val="424723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8C319-223B-CAAA-19B4-27C6BDA2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1C8304-5A05-AF24-965A-EDAA73EE321F}"/>
              </a:ext>
            </a:extLst>
          </p:cNvPr>
          <p:cNvSpPr txBox="1"/>
          <p:nvPr/>
        </p:nvSpPr>
        <p:spPr>
          <a:xfrm>
            <a:off x="201168" y="42838"/>
            <a:ext cx="1122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Neuron (Node)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It performs following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05E543-B70E-79E1-DA0A-C6F525221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37" y="713231"/>
            <a:ext cx="6665109" cy="27157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BFA693-1003-DE90-511D-2EB0815CE5AD}"/>
              </a:ext>
            </a:extLst>
          </p:cNvPr>
          <p:cNvSpPr txBox="1"/>
          <p:nvPr/>
        </p:nvSpPr>
        <p:spPr>
          <a:xfrm>
            <a:off x="137160" y="5531020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OR -&gt;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93F-2CC8-998A-B014-C5E9995E1D90}"/>
              </a:ext>
            </a:extLst>
          </p:cNvPr>
          <p:cNvSpPr txBox="1"/>
          <p:nvPr/>
        </p:nvSpPr>
        <p:spPr>
          <a:xfrm>
            <a:off x="137160" y="1422316"/>
            <a:ext cx="16673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Neuron -&gt;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A3E62-6327-97B1-6508-645F55EB1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4240788"/>
            <a:ext cx="4224777" cy="2574374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46468120-8074-2B51-DC4C-E8A44C15D0DB}"/>
              </a:ext>
            </a:extLst>
          </p:cNvPr>
          <p:cNvSpPr/>
          <p:nvPr/>
        </p:nvSpPr>
        <p:spPr>
          <a:xfrm>
            <a:off x="4572000" y="3538728"/>
            <a:ext cx="365760" cy="52120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6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B7A8B-4B7C-9CB3-BEDC-B7194BAA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2F4960-A2C1-266F-5F11-F3F693A037F5}"/>
              </a:ext>
            </a:extLst>
          </p:cNvPr>
          <p:cNvSpPr txBox="1"/>
          <p:nvPr/>
        </p:nvSpPr>
        <p:spPr>
          <a:xfrm>
            <a:off x="201167" y="79414"/>
            <a:ext cx="11807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Take weighted sum of inputs and add a bias term ( i.e. calculate </a:t>
            </a:r>
            <a:r>
              <a:rPr lang="en-IN" sz="2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Z </a:t>
            </a: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),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 (next layer)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CB1001-291E-B23C-F98C-6C5423D9F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56949"/>
              </p:ext>
            </p:extLst>
          </p:nvPr>
        </p:nvGraphicFramePr>
        <p:xfrm>
          <a:off x="82295" y="1727648"/>
          <a:ext cx="32461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2">
                  <a:extLst>
                    <a:ext uri="{9D8B030D-6E8A-4147-A177-3AD203B41FA5}">
                      <a16:colId xmlns:a16="http://schemas.microsoft.com/office/drawing/2014/main" val="1035831539"/>
                    </a:ext>
                  </a:extLst>
                </a:gridCol>
                <a:gridCol w="1831848">
                  <a:extLst>
                    <a:ext uri="{9D8B030D-6E8A-4147-A177-3AD203B41FA5}">
                      <a16:colId xmlns:a16="http://schemas.microsoft.com/office/drawing/2014/main" val="82605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Study_hours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0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4774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627FA17-4E50-9BE0-A434-9E8378FC2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7" y="2547902"/>
            <a:ext cx="7074053" cy="361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D899-2B55-7EB4-801B-7B8F1F8E1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71ECDE-58A4-C31C-FCDE-88D1F90F067B}"/>
              </a:ext>
            </a:extLst>
          </p:cNvPr>
          <p:cNvSpPr txBox="1"/>
          <p:nvPr/>
        </p:nvSpPr>
        <p:spPr>
          <a:xfrm>
            <a:off x="201167" y="79414"/>
            <a:ext cx="11807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weighted sum of inputs and add a bias term ( i.e. calculate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result to next neurons (next layer)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E0E5E-83ED-652D-CBB9-CD0402BF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165" y="2601075"/>
            <a:ext cx="3846668" cy="276171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E6FEE0-8328-726F-3F14-99A2D38D2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86001"/>
              </p:ext>
            </p:extLst>
          </p:nvPr>
        </p:nvGraphicFramePr>
        <p:xfrm>
          <a:off x="82295" y="1727648"/>
          <a:ext cx="32461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4272">
                  <a:extLst>
                    <a:ext uri="{9D8B030D-6E8A-4147-A177-3AD203B41FA5}">
                      <a16:colId xmlns:a16="http://schemas.microsoft.com/office/drawing/2014/main" val="1035831539"/>
                    </a:ext>
                  </a:extLst>
                </a:gridCol>
                <a:gridCol w="1831848">
                  <a:extLst>
                    <a:ext uri="{9D8B030D-6E8A-4147-A177-3AD203B41FA5}">
                      <a16:colId xmlns:a16="http://schemas.microsoft.com/office/drawing/2014/main" val="826056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Study_hours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01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4774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FDF675D-CE78-523B-8120-FE20E580B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7" y="2601075"/>
            <a:ext cx="6995865" cy="357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3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97FB-433B-641F-76A2-AF275E610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26627F-2EA3-91B9-8097-E2FA21584600}"/>
              </a:ext>
            </a:extLst>
          </p:cNvPr>
          <p:cNvSpPr txBox="1"/>
          <p:nvPr/>
        </p:nvSpPr>
        <p:spPr>
          <a:xfrm>
            <a:off x="201167" y="79414"/>
            <a:ext cx="1180795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neuron, the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 weighted sum of inputs and add a bias term ( i.e. calculate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Apply activation function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Pass result to next neurons (next layer). 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D8937B-9814-1799-FDF3-1278206B7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2224687"/>
            <a:ext cx="7392845" cy="46147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4F29FD-8BB7-FF94-D6D3-B92869D9EB01}"/>
              </a:ext>
            </a:extLst>
          </p:cNvPr>
          <p:cNvSpPr txBox="1"/>
          <p:nvPr/>
        </p:nvSpPr>
        <p:spPr>
          <a:xfrm>
            <a:off x="7603236" y="2292019"/>
            <a:ext cx="4732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layer contains multiple neurons that perform similar computations.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250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B3C2-75A1-7172-B123-81A53C84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A2B80D-C631-7B64-1607-C95FBE1A0C50}"/>
              </a:ext>
            </a:extLst>
          </p:cNvPr>
          <p:cNvSpPr txBox="1"/>
          <p:nvPr/>
        </p:nvSpPr>
        <p:spPr>
          <a:xfrm>
            <a:off x="420624" y="17610"/>
            <a:ext cx="11365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connection between two neurons has a weight.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represent the importance of inputs: A higher absolute value = more influence.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weights amplify input; negative weights can invert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can be (–inf to +inf).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learned during training.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214690-3040-2B12-8D4F-2189E8AB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" y="2224687"/>
            <a:ext cx="7392845" cy="46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38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1175-7605-424B-9EA9-F944575EA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F016F4-F6D8-06AA-7234-8C34E6A69248}"/>
              </a:ext>
            </a:extLst>
          </p:cNvPr>
          <p:cNvSpPr txBox="1"/>
          <p:nvPr/>
        </p:nvSpPr>
        <p:spPr>
          <a:xfrm>
            <a:off x="201168" y="225718"/>
            <a:ext cx="114482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 (b)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allows the network to shift the activation function.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bias, the neuron output would always pass through the origin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(zero input = zero output).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14023-7933-AD81-0F35-E729962A8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368" y="1742532"/>
            <a:ext cx="7181088" cy="3372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27E111-6E5E-BB09-C837-F5EECFBF9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58" y="2039111"/>
            <a:ext cx="4090570" cy="25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9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5D9F-2EBD-7061-6943-4561857F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6461CB-DF24-BCB9-258A-679D5722A059}"/>
              </a:ext>
            </a:extLst>
          </p:cNvPr>
          <p:cNvSpPr txBox="1"/>
          <p:nvPr/>
        </p:nvSpPr>
        <p:spPr>
          <a:xfrm>
            <a:off x="192024" y="298870"/>
            <a:ext cx="107733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WHOLE GAME OF NEURAL NETWORK IS FINDING WEIGHTS, BIAS, etc.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free parameters (bias + weights) of the neural network are determined from  training data.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B49E1-DA96-DAA3-4F58-106B5FB74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179" y="2020824"/>
            <a:ext cx="9226327" cy="466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35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355D-154C-8CFD-8B31-7A4AD26D7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0BD9DD2-0F57-2916-474C-B52F98002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59" y="897789"/>
            <a:ext cx="5858693" cy="1914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0E6FB7-3D30-4577-96A6-8ABFE08615AA}"/>
              </a:ext>
            </a:extLst>
          </p:cNvPr>
          <p:cNvSpPr txBox="1"/>
          <p:nvPr/>
        </p:nvSpPr>
        <p:spPr>
          <a:xfrm>
            <a:off x="201168" y="97702"/>
            <a:ext cx="112288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Each neuron applies a activation function (non-linear function- like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ReLU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sigmoid, or tanh) to enable the network to learn non-linear patterns.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3A6CB-622E-CD6A-0C95-D1CE168A5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646" y="4837013"/>
            <a:ext cx="6931354" cy="2020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E7AAC1-3E7A-BDBF-9AED-80AEB9C0C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710" y="2894877"/>
            <a:ext cx="6172513" cy="203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49C54C-E900-AA44-FA36-5788F2FEE5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8" y="2039111"/>
            <a:ext cx="4090570" cy="25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45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BB6-F4F2-AF49-2074-367E3AAC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89EFED-3B40-4AFD-CCFC-D80675A8B59A}"/>
              </a:ext>
            </a:extLst>
          </p:cNvPr>
          <p:cNvSpPr txBox="1"/>
          <p:nvPr/>
        </p:nvSpPr>
        <p:spPr>
          <a:xfrm>
            <a:off x="502920" y="170854"/>
            <a:ext cx="10579608" cy="302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Basic Structure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 a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Neural Network: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Receives the raw data/features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Hidden Layer(s)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One or more layers that process information</a:t>
            </a:r>
          </a:p>
          <a:p>
            <a:pPr marL="45720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Output Layer</a:t>
            </a: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Produces the final prediction or classification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 "multi-layer" means there's at least one hidden layer between input and output.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ED31B2-492B-2D00-9F3A-E21FCD37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3004307"/>
            <a:ext cx="6645740" cy="385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95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F39A-A4B6-CE36-6E5D-1AACD7DD0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B20365-C188-99DF-5BDC-2DC9DBB316E0}"/>
              </a:ext>
            </a:extLst>
          </p:cNvPr>
          <p:cNvSpPr txBox="1"/>
          <p:nvPr/>
        </p:nvSpPr>
        <p:spPr>
          <a:xfrm>
            <a:off x="502920" y="170854"/>
            <a:ext cx="10579608" cy="492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Neural Network can have many hidden 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CDBBE-1E7F-C1AA-E3B7-6807E49D4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006215"/>
            <a:ext cx="9091378" cy="562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00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770C-8221-7C87-CB0F-85E5F4D12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7480B5D-B556-6C6A-C0FD-9FF73E6DCCB1}"/>
              </a:ext>
            </a:extLst>
          </p:cNvPr>
          <p:cNvSpPr txBox="1"/>
          <p:nvPr/>
        </p:nvSpPr>
        <p:spPr>
          <a:xfrm>
            <a:off x="1005840" y="2438566"/>
            <a:ext cx="9820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does neuron make prediction</a:t>
            </a:r>
            <a:endParaRPr lang="en-US" sz="4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3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C92EF-4837-52D3-1013-FCD6A27E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FE9637-B14F-4DCA-7689-07255B598D36}"/>
              </a:ext>
            </a:extLst>
          </p:cNvPr>
          <p:cNvSpPr txBox="1"/>
          <p:nvPr/>
        </p:nvSpPr>
        <p:spPr>
          <a:xfrm>
            <a:off x="301752" y="245102"/>
            <a:ext cx="104058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neurons 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 layer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number of input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neurons in output layer: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number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problem). Output layer has 1 neuron.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Class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Output layer has 1 or more  neurons.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 Binary -&gt; only 1 out neuron -&gt; value is between 0 – 1 (probability of class 1)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D51115F-127F-B175-39AC-5AE44F10F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82527" y="1838671"/>
            <a:ext cx="4252853" cy="567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71B65B-0673-07BF-CA74-815D3433C979}"/>
              </a:ext>
            </a:extLst>
          </p:cNvPr>
          <p:cNvSpPr txBox="1"/>
          <p:nvPr/>
        </p:nvSpPr>
        <p:spPr>
          <a:xfrm>
            <a:off x="137160" y="2971800"/>
            <a:ext cx="45079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Salary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features =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Experience, Skillset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Salary (Regression)</a:t>
            </a:r>
          </a:p>
        </p:txBody>
      </p:sp>
    </p:spTree>
    <p:extLst>
      <p:ext uri="{BB962C8B-B14F-4D97-AF65-F5344CB8AC3E}">
        <p14:creationId xmlns:p14="http://schemas.microsoft.com/office/powerpoint/2010/main" val="26740237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55B9-192C-6640-9174-993666942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FE124B48-7F73-A3F0-6CE6-7F77C9FEB9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154321" y="726799"/>
            <a:ext cx="4252853" cy="567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047A16-63FD-9599-3041-9607BEDF651B}"/>
              </a:ext>
            </a:extLst>
          </p:cNvPr>
          <p:cNvSpPr txBox="1"/>
          <p:nvPr/>
        </p:nvSpPr>
        <p:spPr>
          <a:xfrm>
            <a:off x="219456" y="1435608"/>
            <a:ext cx="48371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Class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features =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Age, Experience, Skillset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of being happy (84%)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-&gt;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Happy -&gt; 1</a:t>
            </a:r>
          </a:p>
        </p:txBody>
      </p:sp>
    </p:spTree>
    <p:extLst>
      <p:ext uri="{BB962C8B-B14F-4D97-AF65-F5344CB8AC3E}">
        <p14:creationId xmlns:p14="http://schemas.microsoft.com/office/powerpoint/2010/main" val="4033802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AF92-D8D7-9A98-F31A-EF18D8A2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839F8C-B95E-0B47-155F-353DF8F0C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0" y="2870159"/>
            <a:ext cx="10024098" cy="39367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C03C33-BA2B-2DD8-F429-BFC9238DE8F6}"/>
              </a:ext>
            </a:extLst>
          </p:cNvPr>
          <p:cNvSpPr txBox="1"/>
          <p:nvPr/>
        </p:nvSpPr>
        <p:spPr>
          <a:xfrm>
            <a:off x="128016" y="-9144"/>
            <a:ext cx="11658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multi-classification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output layer has number-of-classes neurons.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a NN predicts the size of shirt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 and height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 a customer: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the number of input features = 2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(Age, Height)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Size of shirt -&gt; S, M or L                    Here,  S = [1, 0, 0]    M = [0, 1, 0]      L = [0, 0, 1]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22FE7E-3CF4-122C-9B3C-8E249198C916}"/>
              </a:ext>
            </a:extLst>
          </p:cNvPr>
          <p:cNvGrpSpPr/>
          <p:nvPr/>
        </p:nvGrpSpPr>
        <p:grpSpPr>
          <a:xfrm>
            <a:off x="7131744" y="3534672"/>
            <a:ext cx="580680" cy="135720"/>
            <a:chOff x="7119864" y="3729744"/>
            <a:chExt cx="58068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A928963-8440-70E6-AD2C-A1A23CC5910F}"/>
                    </a:ext>
                  </a:extLst>
                </p14:cNvPr>
                <p14:cNvContentPartPr/>
                <p14:nvPr/>
              </p14:nvContentPartPr>
              <p14:xfrm>
                <a:off x="7119864" y="3763944"/>
                <a:ext cx="466560" cy="56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A928963-8440-70E6-AD2C-A1A23CC591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084224" y="3727944"/>
                  <a:ext cx="538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D204F5-BE44-D454-B72C-948AF5D5DD72}"/>
                    </a:ext>
                  </a:extLst>
                </p14:cNvPr>
                <p14:cNvContentPartPr/>
                <p14:nvPr/>
              </p14:nvContentPartPr>
              <p14:xfrm>
                <a:off x="7495344" y="3729744"/>
                <a:ext cx="205200" cy="135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D204F5-BE44-D454-B72C-948AF5D5DD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59704" y="3694104"/>
                  <a:ext cx="276840" cy="20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9711D3-04E2-3DDD-0F9C-89A32D40ACE9}"/>
              </a:ext>
            </a:extLst>
          </p:cNvPr>
          <p:cNvGrpSpPr/>
          <p:nvPr/>
        </p:nvGrpSpPr>
        <p:grpSpPr>
          <a:xfrm>
            <a:off x="6992064" y="4671503"/>
            <a:ext cx="745920" cy="167040"/>
            <a:chOff x="6972624" y="4801464"/>
            <a:chExt cx="74592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24628E-4F79-FD59-296F-CA3B8B1DAAFE}"/>
                    </a:ext>
                  </a:extLst>
                </p14:cNvPr>
                <p14:cNvContentPartPr/>
                <p14:nvPr/>
              </p14:nvContentPartPr>
              <p14:xfrm>
                <a:off x="6972624" y="4838544"/>
                <a:ext cx="615600" cy="45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24628E-4F79-FD59-296F-CA3B8B1DAA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936624" y="4802544"/>
                  <a:ext cx="687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44CDFC-2C41-15BC-21F1-274950BBA008}"/>
                    </a:ext>
                  </a:extLst>
                </p14:cNvPr>
                <p14:cNvContentPartPr/>
                <p14:nvPr/>
              </p14:nvContentPartPr>
              <p14:xfrm>
                <a:off x="7513704" y="4801464"/>
                <a:ext cx="204840" cy="167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44CDFC-2C41-15BC-21F1-274950BBA00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477704" y="4765464"/>
                  <a:ext cx="276480" cy="23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817D0B7-2E0D-3D12-68B7-FBC6C40F1E06}"/>
              </a:ext>
            </a:extLst>
          </p:cNvPr>
          <p:cNvGrpSpPr/>
          <p:nvPr/>
        </p:nvGrpSpPr>
        <p:grpSpPr>
          <a:xfrm>
            <a:off x="7145784" y="5696064"/>
            <a:ext cx="566640" cy="123840"/>
            <a:chOff x="7145784" y="5696064"/>
            <a:chExt cx="56664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0077E-9685-BBEA-DD3D-E10A262F96F6}"/>
                    </a:ext>
                  </a:extLst>
                </p14:cNvPr>
                <p14:cNvContentPartPr/>
                <p14:nvPr/>
              </p14:nvContentPartPr>
              <p14:xfrm>
                <a:off x="7145784" y="5750424"/>
                <a:ext cx="456480" cy="37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0077E-9685-BBEA-DD3D-E10A262F96F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09784" y="5714424"/>
                  <a:ext cx="528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F576F70-7513-3C3E-4807-1821AF31D2C9}"/>
                    </a:ext>
                  </a:extLst>
                </p14:cNvPr>
                <p14:cNvContentPartPr/>
                <p14:nvPr/>
              </p14:nvContentPartPr>
              <p14:xfrm>
                <a:off x="7543224" y="5696064"/>
                <a:ext cx="169200" cy="1238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F576F70-7513-3C3E-4807-1821AF31D2C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07224" y="5660064"/>
                  <a:ext cx="240840" cy="195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311873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BACD-845A-37CD-78E9-822FDCDDF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75CF1E-B9B4-B4C3-D88A-B61649862C9F}"/>
              </a:ext>
            </a:extLst>
          </p:cNvPr>
          <p:cNvSpPr txBox="1"/>
          <p:nvPr/>
        </p:nvSpPr>
        <p:spPr>
          <a:xfrm>
            <a:off x="201168" y="97702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"Feedforward" Works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flows in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direction only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enters through the input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Passes through hidden layers sequentially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Exits through the output layer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cycles or loops (unlike Recurrent Neural Networks)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it like a assembly line where each station processes the product and passes it forward — never backward.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DF25F9-FF76-829A-DC53-0105BEE3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173187"/>
            <a:ext cx="6068138" cy="346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59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DB19-DA99-847D-2765-CDAA738FE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0F8E2B-25F6-757D-81D6-ECFE7577C940}"/>
              </a:ext>
            </a:extLst>
          </p:cNvPr>
          <p:cNvSpPr txBox="1"/>
          <p:nvPr/>
        </p:nvSpPr>
        <p:spPr>
          <a:xfrm>
            <a:off x="201168" y="15406"/>
            <a:ext cx="11576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"Multi-layer" Matters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layers allow the network to learn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hierarchical representations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 in image recognition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Early layers detect simple patterns (edges, basic features)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Deeper layers combine these into complex patterns (shapes, objects, abstract concepts)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CF7B6B-715F-1001-CD3C-FE572CA5F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93" y="1954398"/>
            <a:ext cx="10380853" cy="487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56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E60DF-2FA3-6479-9DEE-2AAADBBBE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B9739B-A25C-6C06-8C8F-6DDB97B1DB0E}"/>
              </a:ext>
            </a:extLst>
          </p:cNvPr>
          <p:cNvSpPr txBox="1"/>
          <p:nvPr/>
        </p:nvSpPr>
        <p:spPr>
          <a:xfrm>
            <a:off x="201168" y="2685454"/>
            <a:ext cx="1122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894445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D275C-53AC-ECD2-2D44-8BBB70F6A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2D09EB-B429-407E-C44C-DB88E6B0A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" y="-1"/>
            <a:ext cx="6337488" cy="3830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E840EC-9949-F3A9-40B2-C1E53D5A5FE6}"/>
              </a:ext>
            </a:extLst>
          </p:cNvPr>
          <p:cNvSpPr txBox="1"/>
          <p:nvPr/>
        </p:nvSpPr>
        <p:spPr>
          <a:xfrm>
            <a:off x="7692503" y="3396282"/>
            <a:ext cx="2713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  (20)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9A5D70-5EFD-BFFD-3E70-DF81B1DA62A3}"/>
              </a:ext>
            </a:extLst>
          </p:cNvPr>
          <p:cNvSpPr txBox="1"/>
          <p:nvPr/>
        </p:nvSpPr>
        <p:spPr>
          <a:xfrm>
            <a:off x="7848562" y="5097281"/>
            <a:ext cx="2844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   (43)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FBCB8A-1C00-19B1-9257-94E1A96505D1}"/>
              </a:ext>
            </a:extLst>
          </p:cNvPr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6EF84F-B0D6-7197-7A91-78CB9C8E2C2C}"/>
              </a:ext>
            </a:extLst>
          </p:cNvPr>
          <p:cNvSpPr/>
          <p:nvPr/>
        </p:nvSpPr>
        <p:spPr>
          <a:xfrm>
            <a:off x="306979" y="47374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97C318-A27F-BF1B-2A7B-01A05E2C197A}"/>
              </a:ext>
            </a:extLst>
          </p:cNvPr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75D07-9BAA-1018-2B16-FB8ADE3BDCB7}"/>
              </a:ext>
            </a:extLst>
          </p:cNvPr>
          <p:cNvSpPr txBox="1"/>
          <p:nvPr/>
        </p:nvSpPr>
        <p:spPr>
          <a:xfrm>
            <a:off x="6302829" y="218462"/>
            <a:ext cx="5889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networks typically learn through </a:t>
            </a:r>
            <a:r>
              <a:rPr lang="en-IN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backpropagation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Make predictions (forward pass)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error between predictions and actual values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Propagate error backward through the network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 weights using gradient descent to minimize error/loss</a:t>
            </a: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9A3F3-4F8B-A8D6-0A54-9EAA9BA639DD}"/>
              </a:ext>
            </a:extLst>
          </p:cNvPr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3A733-B7FE-2C7C-5D21-6B9706987580}"/>
              </a:ext>
            </a:extLst>
          </p:cNvPr>
          <p:cNvSpPr txBox="1"/>
          <p:nvPr/>
        </p:nvSpPr>
        <p:spPr>
          <a:xfrm>
            <a:off x="70338" y="5746654"/>
            <a:ext cx="2928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SGD,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F2006-D636-1456-B8FE-46AB0642EF32}"/>
              </a:ext>
            </a:extLst>
          </p:cNvPr>
          <p:cNvSpPr txBox="1"/>
          <p:nvPr/>
        </p:nvSpPr>
        <p:spPr>
          <a:xfrm>
            <a:off x="2562786" y="4778591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028008D-2BF1-BCAC-2EA0-8DBF3394A6DF}"/>
              </a:ext>
            </a:extLst>
          </p:cNvPr>
          <p:cNvSpPr/>
          <p:nvPr/>
        </p:nvSpPr>
        <p:spPr>
          <a:xfrm rot="18561064">
            <a:off x="6678957" y="2121783"/>
            <a:ext cx="353489" cy="1563193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7ECF9E1C-FDE1-CBD6-8008-C767CC282B2E}"/>
              </a:ext>
            </a:extLst>
          </p:cNvPr>
          <p:cNvSpPr/>
          <p:nvPr/>
        </p:nvSpPr>
        <p:spPr>
          <a:xfrm rot="3139831">
            <a:off x="6753792" y="3514279"/>
            <a:ext cx="353489" cy="1809674"/>
          </a:xfrm>
          <a:prstGeom prst="downArrow">
            <a:avLst>
              <a:gd name="adj1" fmla="val 41376"/>
              <a:gd name="adj2" fmla="val 50000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D97B8B52-580A-0B37-8ABE-792D03536055}"/>
              </a:ext>
            </a:extLst>
          </p:cNvPr>
          <p:cNvSpPr/>
          <p:nvPr/>
        </p:nvSpPr>
        <p:spPr>
          <a:xfrm rot="5400000">
            <a:off x="6905509" y="4715532"/>
            <a:ext cx="353489" cy="132935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BFA8189-95DA-9416-A732-14AB38FFD2EB}"/>
              </a:ext>
            </a:extLst>
          </p:cNvPr>
          <p:cNvSpPr/>
          <p:nvPr/>
        </p:nvSpPr>
        <p:spPr>
          <a:xfrm rot="5400000">
            <a:off x="3113135" y="4366608"/>
            <a:ext cx="353489" cy="1861457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FFAF7917-3C4D-2277-6221-3FAB06B4BABB}"/>
              </a:ext>
            </a:extLst>
          </p:cNvPr>
          <p:cNvSpPr/>
          <p:nvPr/>
        </p:nvSpPr>
        <p:spPr>
          <a:xfrm rot="10800000">
            <a:off x="759411" y="3641871"/>
            <a:ext cx="353489" cy="90693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29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C1867-BA65-096C-828B-DB7CFBE18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19" y="-1"/>
            <a:ext cx="6337488" cy="383034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441371" y="4945162"/>
            <a:ext cx="1861458" cy="664029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Loss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2786" y="4778591"/>
            <a:ext cx="12435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score</a:t>
            </a:r>
          </a:p>
        </p:txBody>
      </p:sp>
      <p:sp>
        <p:nvSpPr>
          <p:cNvPr id="11" name="Oval 10"/>
          <p:cNvSpPr/>
          <p:nvPr/>
        </p:nvSpPr>
        <p:spPr>
          <a:xfrm>
            <a:off x="201327" y="4821378"/>
            <a:ext cx="1861458" cy="862611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7275" y="4019006"/>
            <a:ext cx="2581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Updates weights +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2830" y="465350"/>
            <a:ext cx="57489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 function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defines the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feedback signal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is used for learning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Algorithm that adjusts the attributes of the neural network, such as </a:t>
            </a: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learning rates.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3186" y="5946927"/>
            <a:ext cx="32893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 : Mean Squared Error, Cross-Entropy,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38" y="5746654"/>
            <a:ext cx="35598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E.g.: Gradient Descent, Stochastic GD,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AdamOptimzer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RMSProp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AdaGrad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etc.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4CA613FC-48CB-24BB-D9D9-A29D6558A24C}"/>
              </a:ext>
            </a:extLst>
          </p:cNvPr>
          <p:cNvSpPr/>
          <p:nvPr/>
        </p:nvSpPr>
        <p:spPr>
          <a:xfrm rot="18561064">
            <a:off x="6691352" y="2115919"/>
            <a:ext cx="353489" cy="159525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4F26800-9DC7-2CF5-302F-085766DCA7DD}"/>
              </a:ext>
            </a:extLst>
          </p:cNvPr>
          <p:cNvSpPr/>
          <p:nvPr/>
        </p:nvSpPr>
        <p:spPr>
          <a:xfrm rot="5400000">
            <a:off x="3113135" y="4366608"/>
            <a:ext cx="353489" cy="1861457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AD3AFFE4-D798-9533-4B5A-04C4F8E56F47}"/>
              </a:ext>
            </a:extLst>
          </p:cNvPr>
          <p:cNvSpPr/>
          <p:nvPr/>
        </p:nvSpPr>
        <p:spPr>
          <a:xfrm rot="10800000">
            <a:off x="759411" y="3641871"/>
            <a:ext cx="353489" cy="906934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3AAB0-71EC-012E-D297-4DD5AA441B35}"/>
              </a:ext>
            </a:extLst>
          </p:cNvPr>
          <p:cNvSpPr txBox="1"/>
          <p:nvPr/>
        </p:nvSpPr>
        <p:spPr>
          <a:xfrm>
            <a:off x="7692503" y="3396282"/>
            <a:ext cx="27135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target y`  (20)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F088CD-BDC5-BBCB-EF91-94DC36662FFE}"/>
              </a:ext>
            </a:extLst>
          </p:cNvPr>
          <p:cNvSpPr txBox="1"/>
          <p:nvPr/>
        </p:nvSpPr>
        <p:spPr>
          <a:xfrm>
            <a:off x="7848562" y="5097281"/>
            <a:ext cx="28443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True/Actual target y   (43)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C1CBA18-3802-CDED-0688-70DAE1CEA66F}"/>
              </a:ext>
            </a:extLst>
          </p:cNvPr>
          <p:cNvSpPr/>
          <p:nvPr/>
        </p:nvSpPr>
        <p:spPr>
          <a:xfrm rot="3139831">
            <a:off x="6753792" y="3514279"/>
            <a:ext cx="353489" cy="1809674"/>
          </a:xfrm>
          <a:prstGeom prst="downArrow">
            <a:avLst>
              <a:gd name="adj1" fmla="val 41376"/>
              <a:gd name="adj2" fmla="val 50000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AA92BCEE-A3E7-0039-70AA-3590E66E7141}"/>
              </a:ext>
            </a:extLst>
          </p:cNvPr>
          <p:cNvSpPr/>
          <p:nvPr/>
        </p:nvSpPr>
        <p:spPr>
          <a:xfrm rot="5400000">
            <a:off x="6905509" y="4715532"/>
            <a:ext cx="353489" cy="1329350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48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A2CF-B50B-58C5-8AF8-940250EA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/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 example of </a:t>
                </a: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Loss Function: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:r>
                  <a:rPr lang="en-US" sz="2400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=3</a:t>
                </a:r>
                <a:r>
                  <a:rPr lang="en-US" sz="2400" baseline="30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rd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sample, if actual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4 and predicted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9, then loss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sz="2400" i="0" dirty="0" smtClean="0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US" sz="2400" i="0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25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Cost Function: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(Mean Squared Error)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is the average of loss for all </a:t>
                </a:r>
                <a:r>
                  <a:rPr lang="en-US" sz="2400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samples.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NOTE: Some authors use the term Loss Function and Cost Function to mean the same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B27C33-2FD4-788B-A5CA-D80B0B261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06" y="716559"/>
                <a:ext cx="10455814" cy="4154984"/>
              </a:xfrm>
              <a:prstGeom prst="rect">
                <a:avLst/>
              </a:prstGeom>
              <a:blipFill>
                <a:blip r:embed="rId2"/>
                <a:stretch>
                  <a:fillRect l="-933" t="-1175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94815A7-AB2C-D994-C9E1-C9C95A6DE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841" y="1992356"/>
            <a:ext cx="3000794" cy="9240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E8D1C1-1DDF-EDAE-2DCB-D1690BB57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886" y="789710"/>
            <a:ext cx="1308727" cy="38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576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5B97-322F-46FF-4966-95020C30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76B968-B7AD-11F2-4945-F7CEB46503C5}"/>
              </a:ext>
            </a:extLst>
          </p:cNvPr>
          <p:cNvSpPr txBox="1"/>
          <p:nvPr/>
        </p:nvSpPr>
        <p:spPr>
          <a:xfrm>
            <a:off x="201168" y="595412"/>
            <a:ext cx="112288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Initializing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start of training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 and biases are usually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with small random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values.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Weights: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Uniform Initialization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W∼U(−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a,a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), where a is typically small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(e.g., 0.01, or based on input size).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 Initialization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W∼N(0,σ^2) with small standard deviation.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are often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zero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Initialized with small values like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0.01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521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E2BD-8AE5-8200-9022-F037DC0D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0575E9-E616-F6A9-BFDB-A98F2B6FAE4B}"/>
              </a:ext>
            </a:extLst>
          </p:cNvPr>
          <p:cNvSpPr txBox="1"/>
          <p:nvPr/>
        </p:nvSpPr>
        <p:spPr>
          <a:xfrm>
            <a:off x="201168" y="1445804"/>
            <a:ext cx="115580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Updating weights and bias is computationally expensive. </a:t>
            </a:r>
          </a:p>
          <a:p>
            <a:pPr fontAlgn="base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fontAlgn="base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Emergence of GPU(Graphical Processing Unit) and TPU(Tensor Processing unit) has helped.</a:t>
            </a:r>
          </a:p>
        </p:txBody>
      </p:sp>
    </p:spTree>
    <p:extLst>
      <p:ext uri="{BB962C8B-B14F-4D97-AF65-F5344CB8AC3E}">
        <p14:creationId xmlns:p14="http://schemas.microsoft.com/office/powerpoint/2010/main" val="27130728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9035-9B8A-0A05-14FB-EA12C477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18CB73-3A32-BDAC-0FBF-C8FC4D000FF6}"/>
              </a:ext>
            </a:extLst>
          </p:cNvPr>
          <p:cNvSpPr txBox="1"/>
          <p:nvPr/>
        </p:nvSpPr>
        <p:spPr>
          <a:xfrm>
            <a:off x="2784348" y="1679371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interesting site to learn ANN: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https://playground.tensorflow.org/</a:t>
            </a:r>
          </a:p>
        </p:txBody>
      </p:sp>
    </p:spTree>
    <p:extLst>
      <p:ext uri="{BB962C8B-B14F-4D97-AF65-F5344CB8AC3E}">
        <p14:creationId xmlns:p14="http://schemas.microsoft.com/office/powerpoint/2010/main" val="3662714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0A13C1-6438-CC39-FEF2-29777366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88" y="1199839"/>
            <a:ext cx="8602275" cy="2229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6EE6EC-C185-E280-1476-35DA93CE7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84" y="4143984"/>
            <a:ext cx="7449590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B6E61-D678-89B8-3E63-E6F4C6B67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ADB5D-BD91-7246-5F19-A587A8BD9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715" y="0"/>
            <a:ext cx="6878010" cy="4725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560947-A335-A693-5553-2B89CFDF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22" y="4695889"/>
            <a:ext cx="10467693" cy="216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741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E74EE-974C-D5D5-31B0-E2809004A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286D5B-D7A1-A346-AFA1-A5594833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19529"/>
            <a:ext cx="7836690" cy="13336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8BA166-1BE5-6820-717B-96309370B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3825387"/>
            <a:ext cx="11585448" cy="97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80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64F6-9DFC-4B8C-AC7E-725EA8F6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FF5BB8-C86E-9E02-B0B1-A01D1A695749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ANN and MLP: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7F93F7-E97F-A39E-3CE9-BCBE21A07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2596"/>
              </p:ext>
            </p:extLst>
          </p:nvPr>
        </p:nvGraphicFramePr>
        <p:xfrm>
          <a:off x="481584" y="3793014"/>
          <a:ext cx="9046464" cy="2286000"/>
        </p:xfrm>
        <a:graphic>
          <a:graphicData uri="http://schemas.openxmlformats.org/drawingml/2006/table">
            <a:tbl>
              <a:tblPr/>
              <a:tblGrid>
                <a:gridCol w="2215896">
                  <a:extLst>
                    <a:ext uri="{9D8B030D-6E8A-4147-A177-3AD203B41FA5}">
                      <a16:colId xmlns:a16="http://schemas.microsoft.com/office/drawing/2014/main" val="1598886063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724893564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4137949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71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General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Specific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758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Any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Input + Hidden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9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Various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Fully connected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7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CNN, RNN, 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Only feedforward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14529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6CB15D-741E-1B7F-D393-938B69CA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966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F0AE-C7A9-38B9-9356-0042BA58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88D7-5FE1-0DE4-AE8B-0D12BBEA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F83D7-1AFD-8277-2394-7BEED0EAEB44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943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hidden layers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82E72-8D10-DD66-0EFC-9042B464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0" y="1591056"/>
            <a:ext cx="8751175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1729</TotalTime>
  <Words>1265</Words>
  <Application>Microsoft Office PowerPoint</Application>
  <PresentationFormat>Widescreen</PresentationFormat>
  <Paragraphs>209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259</cp:revision>
  <dcterms:created xsi:type="dcterms:W3CDTF">2025-09-22T02:44:38Z</dcterms:created>
  <dcterms:modified xsi:type="dcterms:W3CDTF">2026-05-04T14:55:46Z</dcterms:modified>
</cp:coreProperties>
</file>