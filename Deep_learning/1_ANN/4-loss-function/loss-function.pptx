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7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3244334"/>
            <a:ext cx="73106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</a:t>
            </a:r>
          </a:p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Done In Other ML Playlist</a:t>
            </a: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1963</TotalTime>
  <Words>10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228</cp:revision>
  <dcterms:created xsi:type="dcterms:W3CDTF">2025-09-22T02:44:38Z</dcterms:created>
  <dcterms:modified xsi:type="dcterms:W3CDTF">2026-04-03T07:22:09Z</dcterms:modified>
</cp:coreProperties>
</file>