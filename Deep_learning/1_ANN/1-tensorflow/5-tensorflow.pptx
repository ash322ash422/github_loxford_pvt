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78" r:id="rId3"/>
    <p:sldId id="280" r:id="rId4"/>
    <p:sldId id="279" r:id="rId5"/>
    <p:sldId id="281" r:id="rId6"/>
    <p:sldId id="282" r:id="rId7"/>
    <p:sldId id="283" r:id="rId8"/>
    <p:sldId id="284" r:id="rId9"/>
    <p:sldId id="27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29A8E13-B1DF-7EC6-4814-A44800CC31BC}"/>
              </a:ext>
            </a:extLst>
          </p:cNvPr>
          <p:cNvSpPr txBox="1"/>
          <p:nvPr/>
        </p:nvSpPr>
        <p:spPr>
          <a:xfrm>
            <a:off x="1892808" y="3244334"/>
            <a:ext cx="79095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Tensorflow</a:t>
            </a:r>
            <a:endParaRPr lang="en-US" sz="4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542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E1CD4-8D9F-4DCB-21C4-6AC38311D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91BCA7C-501B-EBCA-21B0-B7975623BCF7}"/>
              </a:ext>
            </a:extLst>
          </p:cNvPr>
          <p:cNvSpPr txBox="1"/>
          <p:nvPr/>
        </p:nvSpPr>
        <p:spPr>
          <a:xfrm>
            <a:off x="182880" y="71366"/>
            <a:ext cx="1130198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TensorFlow?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TensorFlow is an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open-source machine learning framework by Google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Official site: www.tensorflow.org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lets you define mathematical computations as a graph, then run them efficiently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CPUs, GPUs, or TPUs.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is used for implementing ML and deep learning applications.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B2E536-1E83-AD0C-FEE0-DA2AF3F67F1A}"/>
              </a:ext>
            </a:extLst>
          </p:cNvPr>
          <p:cNvSpPr txBox="1"/>
          <p:nvPr/>
        </p:nvSpPr>
        <p:spPr>
          <a:xfrm>
            <a:off x="182880" y="5739307"/>
            <a:ext cx="111831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The key idea: you describe </a:t>
            </a:r>
            <a:r>
              <a:rPr lang="en-US" sz="2400" b="0" i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what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 to compute, TensorFlow figures out </a:t>
            </a:r>
            <a:r>
              <a:rPr lang="en-US" sz="2400" b="0" i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how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nthropic Sans"/>
              </a:rPr>
              <a:t> to run it fast.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67AB0D-8E6B-E704-FC05-A91522329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33" y="3587554"/>
            <a:ext cx="9726382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224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5AB02-F116-FFF0-D183-4FFAEA865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1D29898-36B2-E0BB-EDA7-9286A40AC0EF}"/>
              </a:ext>
            </a:extLst>
          </p:cNvPr>
          <p:cNvSpPr txBox="1"/>
          <p:nvPr/>
        </p:nvSpPr>
        <p:spPr>
          <a:xfrm>
            <a:off x="182880" y="491990"/>
            <a:ext cx="113019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Tensors: the data structure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 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tensor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is just a multi-dimensional array — like NumPy, but it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lives on the GPU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880E1A-1BF5-BCAD-B304-9DDC3BE4D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46" y="2327769"/>
            <a:ext cx="3077004" cy="2019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846B17-FF8B-F11B-46D0-B8399363A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3701" y="2327769"/>
            <a:ext cx="4753638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48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23220-A9A6-7494-5109-3A3E1D685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2ED460F-6B0A-FEF1-26CB-304D0E6C7799}"/>
              </a:ext>
            </a:extLst>
          </p:cNvPr>
          <p:cNvSpPr txBox="1"/>
          <p:nvPr/>
        </p:nvSpPr>
        <p:spPr>
          <a:xfrm>
            <a:off x="182880" y="117086"/>
            <a:ext cx="113019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Automatic differentiation </a:t>
            </a:r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(Gradients)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TensorFlow records every operation and can compute gradients automatically — essential for training neural networks.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NumPy cannot do automatic differentiation.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45DB47-5C37-28BB-BF3F-5822B4EE2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499" y="2202347"/>
            <a:ext cx="3576186" cy="20321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6CBCAB6-D208-0A16-FF69-357EBBB36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3208" y="2202347"/>
            <a:ext cx="4203054" cy="25333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6841234-C260-E9B3-C24B-23FC3392F1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124" y="4881963"/>
            <a:ext cx="8724796" cy="1725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433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B84D5-7EAD-ED97-F70B-359B0EC32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12F6E78-FF93-6B12-674C-26A5F53BD885}"/>
              </a:ext>
            </a:extLst>
          </p:cNvPr>
          <p:cNvSpPr txBox="1"/>
          <p:nvPr/>
        </p:nvSpPr>
        <p:spPr>
          <a:xfrm>
            <a:off x="182880" y="117086"/>
            <a:ext cx="113019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Building a neural network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TensorFlow includes 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Keras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— a high-level API for assembling neural networks from ready-made layers.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NumPy would require you to implement every layer from scratch.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0D3FCF-8904-A169-9959-C80A0970F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187" y="2414017"/>
            <a:ext cx="4490658" cy="27308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E57A65-9F51-5BB8-A64E-16E567D44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084" y="2414017"/>
            <a:ext cx="6344535" cy="316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247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CD6A7-3225-D25F-5D53-68ABA19E9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E31E263-F89A-474A-684D-FEC2E3DAE6B7}"/>
              </a:ext>
            </a:extLst>
          </p:cNvPr>
          <p:cNvSpPr txBox="1"/>
          <p:nvPr/>
        </p:nvSpPr>
        <p:spPr>
          <a:xfrm>
            <a:off x="182880" y="117086"/>
            <a:ext cx="1130198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GPU acceleration in action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Training speed is why TensorFlow exists.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is a real-world comparison for training a simple image classifier for 10 epochs on MNIST.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ECC134-47A8-58B1-A456-E5D7BE53E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" y="2664853"/>
            <a:ext cx="11625072" cy="262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293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B9937-936F-1E27-4965-DB55CB41B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A6CA476-EB99-BCDB-D4EB-2A330235B695}"/>
              </a:ext>
            </a:extLst>
          </p:cNvPr>
          <p:cNvSpPr txBox="1"/>
          <p:nvPr/>
        </p:nvSpPr>
        <p:spPr>
          <a:xfrm>
            <a:off x="182880" y="117086"/>
            <a:ext cx="1130198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Flexibility: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TensorFlow caters to diverse ML tasks, encompassing image recognition, natural language processing (NLP), and recommender systems.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Scalability: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Seamlessly handle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large datasets and complex models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 various hardware platforms, from single machines to powerful TPUs (Tensor Processing Units) in the cloud.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Other features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TensorFlow is well-documented and includes plenty of machine learning libraries*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345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827B1-6E6A-990C-146A-C99C83F44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BC7FDBC-1A22-3AC7-599A-B790C234772E}"/>
              </a:ext>
            </a:extLst>
          </p:cNvPr>
          <p:cNvSpPr txBox="1"/>
          <p:nvPr/>
        </p:nvSpPr>
        <p:spPr>
          <a:xfrm>
            <a:off x="182880" y="117086"/>
            <a:ext cx="1130198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TensorBoard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Visualization: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TensorBoard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 built-in visualization suite, aids in monitoring model training progress, analyzing performance metrics, and debugging issues.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TensorFlow offers two primary interfaces for building ML models:</a:t>
            </a:r>
          </a:p>
          <a:p>
            <a:pPr marL="457200" indent="-457200">
              <a:buAutoNum type="arabicPeriod"/>
            </a:pP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Keras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A high-level API ideal for beginners and rapid prototyping.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Keras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abstracts away complexities, enabling you to focus on model design and experimentation.</a:t>
            </a: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TensorFlow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A low-level, more granular approach offering finer control over model architecture and computations. This is preferred for experienced developers or situations requiring extensive customization.</a:t>
            </a:r>
          </a:p>
        </p:txBody>
      </p:sp>
    </p:spTree>
    <p:extLst>
      <p:ext uri="{BB962C8B-B14F-4D97-AF65-F5344CB8AC3E}">
        <p14:creationId xmlns:p14="http://schemas.microsoft.com/office/powerpoint/2010/main" val="1223697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2110</TotalTime>
  <Words>344</Words>
  <Application>Microsoft Office PowerPoint</Application>
  <PresentationFormat>Widescreen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Anthropic Sans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227</cp:revision>
  <dcterms:created xsi:type="dcterms:W3CDTF">2025-09-22T02:44:38Z</dcterms:created>
  <dcterms:modified xsi:type="dcterms:W3CDTF">2026-03-31T03:23:58Z</dcterms:modified>
</cp:coreProperties>
</file>