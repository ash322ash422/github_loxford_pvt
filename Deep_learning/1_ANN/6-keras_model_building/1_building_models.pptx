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76" Type="http://schemas.openxmlformats.org/officeDocument/2006/relationships/image" Target="../media/image39.png"/><Relationship Id="rId84" Type="http://schemas.openxmlformats.org/officeDocument/2006/relationships/image" Target="../media/image43.png"/><Relationship Id="rId89" Type="http://schemas.openxmlformats.org/officeDocument/2006/relationships/customXml" Target="../ink/ink44.xml"/><Relationship Id="rId97" Type="http://schemas.openxmlformats.org/officeDocument/2006/relationships/customXml" Target="../ink/ink48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87" Type="http://schemas.openxmlformats.org/officeDocument/2006/relationships/customXml" Target="../ink/ink43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2.xml"/><Relationship Id="rId21" Type="http://schemas.openxmlformats.org/officeDocument/2006/relationships/image" Target="../media/image61.png"/><Relationship Id="rId34" Type="http://schemas.openxmlformats.org/officeDocument/2006/relationships/customXml" Target="../ink/ink66.xml"/><Relationship Id="rId42" Type="http://schemas.openxmlformats.org/officeDocument/2006/relationships/customXml" Target="../ink/ink70.xml"/><Relationship Id="rId47" Type="http://schemas.openxmlformats.org/officeDocument/2006/relationships/image" Target="../media/image74.png"/><Relationship Id="rId50" Type="http://schemas.openxmlformats.org/officeDocument/2006/relationships/customXml" Target="../ink/ink74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83.xml"/><Relationship Id="rId76" Type="http://schemas.openxmlformats.org/officeDocument/2006/relationships/customXml" Target="../ink/ink87.xml"/><Relationship Id="rId84" Type="http://schemas.openxmlformats.org/officeDocument/2006/relationships/customXml" Target="../ink/ink91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95.xml"/><Relationship Id="rId2" Type="http://schemas.openxmlformats.org/officeDocument/2006/relationships/customXml" Target="../ink/ink50.xml"/><Relationship Id="rId16" Type="http://schemas.openxmlformats.org/officeDocument/2006/relationships/customXml" Target="../ink/ink57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61.xml"/><Relationship Id="rId32" Type="http://schemas.openxmlformats.org/officeDocument/2006/relationships/customXml" Target="../ink/ink65.xml"/><Relationship Id="rId37" Type="http://schemas.openxmlformats.org/officeDocument/2006/relationships/image" Target="../media/image69.png"/><Relationship Id="rId40" Type="http://schemas.openxmlformats.org/officeDocument/2006/relationships/customXml" Target="../ink/ink69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78.xml"/><Relationship Id="rId66" Type="http://schemas.openxmlformats.org/officeDocument/2006/relationships/customXml" Target="../ink/ink82.xml"/><Relationship Id="rId74" Type="http://schemas.openxmlformats.org/officeDocument/2006/relationships/customXml" Target="../ink/ink86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90.xml"/><Relationship Id="rId90" Type="http://schemas.openxmlformats.org/officeDocument/2006/relationships/customXml" Target="../ink/ink94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56.xml"/><Relationship Id="rId22" Type="http://schemas.openxmlformats.org/officeDocument/2006/relationships/customXml" Target="../ink/ink60.xml"/><Relationship Id="rId27" Type="http://schemas.openxmlformats.org/officeDocument/2006/relationships/image" Target="../media/image64.png"/><Relationship Id="rId30" Type="http://schemas.openxmlformats.org/officeDocument/2006/relationships/customXml" Target="../ink/ink64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73.xml"/><Relationship Id="rId56" Type="http://schemas.openxmlformats.org/officeDocument/2006/relationships/customXml" Target="../ink/ink77.xml"/><Relationship Id="rId64" Type="http://schemas.openxmlformats.org/officeDocument/2006/relationships/customXml" Target="../ink/ink81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8" Type="http://schemas.openxmlformats.org/officeDocument/2006/relationships/customXml" Target="../ink/ink53.xml"/><Relationship Id="rId51" Type="http://schemas.openxmlformats.org/officeDocument/2006/relationships/image" Target="../media/image76.png"/><Relationship Id="rId72" Type="http://schemas.openxmlformats.org/officeDocument/2006/relationships/customXml" Target="../ink/ink85.xml"/><Relationship Id="rId80" Type="http://schemas.openxmlformats.org/officeDocument/2006/relationships/customXml" Target="../ink/ink89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98.xml"/><Relationship Id="rId3" Type="http://schemas.openxmlformats.org/officeDocument/2006/relationships/image" Target="../media/image52.png"/><Relationship Id="rId12" Type="http://schemas.openxmlformats.org/officeDocument/2006/relationships/customXml" Target="../ink/ink55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68.xml"/><Relationship Id="rId46" Type="http://schemas.openxmlformats.org/officeDocument/2006/relationships/customXml" Target="../ink/ink72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59.xml"/><Relationship Id="rId41" Type="http://schemas.openxmlformats.org/officeDocument/2006/relationships/image" Target="../media/image71.png"/><Relationship Id="rId54" Type="http://schemas.openxmlformats.org/officeDocument/2006/relationships/customXml" Target="../ink/ink76.xml"/><Relationship Id="rId62" Type="http://schemas.openxmlformats.org/officeDocument/2006/relationships/customXml" Target="../ink/ink80.xml"/><Relationship Id="rId70" Type="http://schemas.openxmlformats.org/officeDocument/2006/relationships/customXml" Target="../ink/ink84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93.xml"/><Relationship Id="rId91" Type="http://schemas.openxmlformats.org/officeDocument/2006/relationships/image" Target="../media/image96.png"/><Relationship Id="rId96" Type="http://schemas.openxmlformats.org/officeDocument/2006/relationships/customXml" Target="../ink/ink9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63.xml"/><Relationship Id="rId36" Type="http://schemas.openxmlformats.org/officeDocument/2006/relationships/customXml" Target="../ink/ink67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54.xml"/><Relationship Id="rId31" Type="http://schemas.openxmlformats.org/officeDocument/2006/relationships/image" Target="../media/image66.png"/><Relationship Id="rId44" Type="http://schemas.openxmlformats.org/officeDocument/2006/relationships/customXml" Target="../ink/ink71.xml"/><Relationship Id="rId52" Type="http://schemas.openxmlformats.org/officeDocument/2006/relationships/customXml" Target="../ink/ink75.xml"/><Relationship Id="rId60" Type="http://schemas.openxmlformats.org/officeDocument/2006/relationships/customXml" Target="../ink/ink79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88.xml"/><Relationship Id="rId81" Type="http://schemas.openxmlformats.org/officeDocument/2006/relationships/image" Target="../media/image91.png"/><Relationship Id="rId86" Type="http://schemas.openxmlformats.org/officeDocument/2006/relationships/customXml" Target="../ink/ink92.xml"/><Relationship Id="rId94" Type="http://schemas.openxmlformats.org/officeDocument/2006/relationships/customXml" Target="../ink/ink96.xml"/><Relationship Id="rId99" Type="http://schemas.openxmlformats.org/officeDocument/2006/relationships/image" Target="../media/image100.png"/><Relationship Id="rId4" Type="http://schemas.openxmlformats.org/officeDocument/2006/relationships/customXml" Target="../ink/ink51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58.xml"/><Relationship Id="rId39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1.xml"/><Relationship Id="rId21" Type="http://schemas.openxmlformats.org/officeDocument/2006/relationships/image" Target="../media/image61.png"/><Relationship Id="rId34" Type="http://schemas.openxmlformats.org/officeDocument/2006/relationships/customXml" Target="../ink/ink115.xml"/><Relationship Id="rId42" Type="http://schemas.openxmlformats.org/officeDocument/2006/relationships/customXml" Target="../ink/ink119.xml"/><Relationship Id="rId47" Type="http://schemas.openxmlformats.org/officeDocument/2006/relationships/image" Target="../media/image74.png"/><Relationship Id="rId50" Type="http://schemas.openxmlformats.org/officeDocument/2006/relationships/customXml" Target="../ink/ink123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132.xml"/><Relationship Id="rId76" Type="http://schemas.openxmlformats.org/officeDocument/2006/relationships/customXml" Target="../ink/ink136.xml"/><Relationship Id="rId84" Type="http://schemas.openxmlformats.org/officeDocument/2006/relationships/customXml" Target="../ink/ink140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144.xml"/><Relationship Id="rId2" Type="http://schemas.openxmlformats.org/officeDocument/2006/relationships/customXml" Target="../ink/ink99.xml"/><Relationship Id="rId16" Type="http://schemas.openxmlformats.org/officeDocument/2006/relationships/customXml" Target="../ink/ink106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110.xml"/><Relationship Id="rId32" Type="http://schemas.openxmlformats.org/officeDocument/2006/relationships/customXml" Target="../ink/ink114.xml"/><Relationship Id="rId37" Type="http://schemas.openxmlformats.org/officeDocument/2006/relationships/image" Target="../media/image69.png"/><Relationship Id="rId40" Type="http://schemas.openxmlformats.org/officeDocument/2006/relationships/customXml" Target="../ink/ink118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127.xml"/><Relationship Id="rId66" Type="http://schemas.openxmlformats.org/officeDocument/2006/relationships/customXml" Target="../ink/ink131.xml"/><Relationship Id="rId74" Type="http://schemas.openxmlformats.org/officeDocument/2006/relationships/customXml" Target="../ink/ink135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139.xml"/><Relationship Id="rId90" Type="http://schemas.openxmlformats.org/officeDocument/2006/relationships/customXml" Target="../ink/ink143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105.xml"/><Relationship Id="rId22" Type="http://schemas.openxmlformats.org/officeDocument/2006/relationships/customXml" Target="../ink/ink109.xml"/><Relationship Id="rId27" Type="http://schemas.openxmlformats.org/officeDocument/2006/relationships/image" Target="../media/image64.png"/><Relationship Id="rId30" Type="http://schemas.openxmlformats.org/officeDocument/2006/relationships/customXml" Target="../ink/ink113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122.xml"/><Relationship Id="rId56" Type="http://schemas.openxmlformats.org/officeDocument/2006/relationships/customXml" Target="../ink/ink126.xml"/><Relationship Id="rId64" Type="http://schemas.openxmlformats.org/officeDocument/2006/relationships/customXml" Target="../ink/ink130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8" Type="http://schemas.openxmlformats.org/officeDocument/2006/relationships/customXml" Target="../ink/ink102.xml"/><Relationship Id="rId51" Type="http://schemas.openxmlformats.org/officeDocument/2006/relationships/image" Target="../media/image76.png"/><Relationship Id="rId72" Type="http://schemas.openxmlformats.org/officeDocument/2006/relationships/customXml" Target="../ink/ink134.xml"/><Relationship Id="rId80" Type="http://schemas.openxmlformats.org/officeDocument/2006/relationships/customXml" Target="../ink/ink138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147.xml"/><Relationship Id="rId3" Type="http://schemas.openxmlformats.org/officeDocument/2006/relationships/image" Target="../media/image52.png"/><Relationship Id="rId12" Type="http://schemas.openxmlformats.org/officeDocument/2006/relationships/customXml" Target="../ink/ink104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117.xml"/><Relationship Id="rId46" Type="http://schemas.openxmlformats.org/officeDocument/2006/relationships/customXml" Target="../ink/ink121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108.xml"/><Relationship Id="rId41" Type="http://schemas.openxmlformats.org/officeDocument/2006/relationships/image" Target="../media/image71.png"/><Relationship Id="rId54" Type="http://schemas.openxmlformats.org/officeDocument/2006/relationships/customXml" Target="../ink/ink125.xml"/><Relationship Id="rId62" Type="http://schemas.openxmlformats.org/officeDocument/2006/relationships/customXml" Target="../ink/ink129.xml"/><Relationship Id="rId70" Type="http://schemas.openxmlformats.org/officeDocument/2006/relationships/customXml" Target="../ink/ink133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142.xml"/><Relationship Id="rId91" Type="http://schemas.openxmlformats.org/officeDocument/2006/relationships/image" Target="../media/image96.png"/><Relationship Id="rId96" Type="http://schemas.openxmlformats.org/officeDocument/2006/relationships/customXml" Target="../ink/ink1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1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112.xml"/><Relationship Id="rId36" Type="http://schemas.openxmlformats.org/officeDocument/2006/relationships/customXml" Target="../ink/ink116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103.xml"/><Relationship Id="rId31" Type="http://schemas.openxmlformats.org/officeDocument/2006/relationships/image" Target="../media/image66.png"/><Relationship Id="rId44" Type="http://schemas.openxmlformats.org/officeDocument/2006/relationships/customXml" Target="../ink/ink120.xml"/><Relationship Id="rId52" Type="http://schemas.openxmlformats.org/officeDocument/2006/relationships/customXml" Target="../ink/ink124.xml"/><Relationship Id="rId60" Type="http://schemas.openxmlformats.org/officeDocument/2006/relationships/customXml" Target="../ink/ink128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137.xml"/><Relationship Id="rId81" Type="http://schemas.openxmlformats.org/officeDocument/2006/relationships/image" Target="../media/image91.png"/><Relationship Id="rId86" Type="http://schemas.openxmlformats.org/officeDocument/2006/relationships/customXml" Target="../ink/ink141.xml"/><Relationship Id="rId94" Type="http://schemas.openxmlformats.org/officeDocument/2006/relationships/customXml" Target="../ink/ink145.xml"/><Relationship Id="rId99" Type="http://schemas.openxmlformats.org/officeDocument/2006/relationships/image" Target="../media/image100.png"/><Relationship Id="rId4" Type="http://schemas.openxmlformats.org/officeDocument/2006/relationships/customXml" Target="../ink/ink100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107.xml"/><Relationship Id="rId39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0.xml"/><Relationship Id="rId21" Type="http://schemas.openxmlformats.org/officeDocument/2006/relationships/image" Target="../media/image61.png"/><Relationship Id="rId34" Type="http://schemas.openxmlformats.org/officeDocument/2006/relationships/customXml" Target="../ink/ink164.xml"/><Relationship Id="rId42" Type="http://schemas.openxmlformats.org/officeDocument/2006/relationships/customXml" Target="../ink/ink168.xml"/><Relationship Id="rId47" Type="http://schemas.openxmlformats.org/officeDocument/2006/relationships/image" Target="../media/image74.png"/><Relationship Id="rId50" Type="http://schemas.openxmlformats.org/officeDocument/2006/relationships/customXml" Target="../ink/ink172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181.xml"/><Relationship Id="rId76" Type="http://schemas.openxmlformats.org/officeDocument/2006/relationships/customXml" Target="../ink/ink185.xml"/><Relationship Id="rId84" Type="http://schemas.openxmlformats.org/officeDocument/2006/relationships/customXml" Target="../ink/ink189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193.xml"/><Relationship Id="rId2" Type="http://schemas.openxmlformats.org/officeDocument/2006/relationships/customXml" Target="../ink/ink148.xml"/><Relationship Id="rId16" Type="http://schemas.openxmlformats.org/officeDocument/2006/relationships/customXml" Target="../ink/ink155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159.xml"/><Relationship Id="rId32" Type="http://schemas.openxmlformats.org/officeDocument/2006/relationships/customXml" Target="../ink/ink163.xml"/><Relationship Id="rId37" Type="http://schemas.openxmlformats.org/officeDocument/2006/relationships/image" Target="../media/image69.png"/><Relationship Id="rId40" Type="http://schemas.openxmlformats.org/officeDocument/2006/relationships/customXml" Target="../ink/ink167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176.xml"/><Relationship Id="rId66" Type="http://schemas.openxmlformats.org/officeDocument/2006/relationships/customXml" Target="../ink/ink180.xml"/><Relationship Id="rId74" Type="http://schemas.openxmlformats.org/officeDocument/2006/relationships/customXml" Target="../ink/ink184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188.xml"/><Relationship Id="rId90" Type="http://schemas.openxmlformats.org/officeDocument/2006/relationships/customXml" Target="../ink/ink192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154.xml"/><Relationship Id="rId22" Type="http://schemas.openxmlformats.org/officeDocument/2006/relationships/customXml" Target="../ink/ink158.xml"/><Relationship Id="rId27" Type="http://schemas.openxmlformats.org/officeDocument/2006/relationships/image" Target="../media/image64.png"/><Relationship Id="rId30" Type="http://schemas.openxmlformats.org/officeDocument/2006/relationships/customXml" Target="../ink/ink162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171.xml"/><Relationship Id="rId56" Type="http://schemas.openxmlformats.org/officeDocument/2006/relationships/customXml" Target="../ink/ink175.xml"/><Relationship Id="rId64" Type="http://schemas.openxmlformats.org/officeDocument/2006/relationships/customXml" Target="../ink/ink179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100" Type="http://schemas.openxmlformats.org/officeDocument/2006/relationships/image" Target="../media/image101.png"/><Relationship Id="rId8" Type="http://schemas.openxmlformats.org/officeDocument/2006/relationships/customXml" Target="../ink/ink151.xml"/><Relationship Id="rId51" Type="http://schemas.openxmlformats.org/officeDocument/2006/relationships/image" Target="../media/image76.png"/><Relationship Id="rId72" Type="http://schemas.openxmlformats.org/officeDocument/2006/relationships/customXml" Target="../ink/ink183.xml"/><Relationship Id="rId80" Type="http://schemas.openxmlformats.org/officeDocument/2006/relationships/customXml" Target="../ink/ink187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196.xml"/><Relationship Id="rId3" Type="http://schemas.openxmlformats.org/officeDocument/2006/relationships/image" Target="../media/image52.png"/><Relationship Id="rId12" Type="http://schemas.openxmlformats.org/officeDocument/2006/relationships/customXml" Target="../ink/ink153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166.xml"/><Relationship Id="rId46" Type="http://schemas.openxmlformats.org/officeDocument/2006/relationships/customXml" Target="../ink/ink170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157.xml"/><Relationship Id="rId41" Type="http://schemas.openxmlformats.org/officeDocument/2006/relationships/image" Target="../media/image71.png"/><Relationship Id="rId54" Type="http://schemas.openxmlformats.org/officeDocument/2006/relationships/customXml" Target="../ink/ink174.xml"/><Relationship Id="rId62" Type="http://schemas.openxmlformats.org/officeDocument/2006/relationships/customXml" Target="../ink/ink178.xml"/><Relationship Id="rId70" Type="http://schemas.openxmlformats.org/officeDocument/2006/relationships/customXml" Target="../ink/ink182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191.xml"/><Relationship Id="rId91" Type="http://schemas.openxmlformats.org/officeDocument/2006/relationships/image" Target="../media/image96.png"/><Relationship Id="rId96" Type="http://schemas.openxmlformats.org/officeDocument/2006/relationships/customXml" Target="../ink/ink1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161.xml"/><Relationship Id="rId36" Type="http://schemas.openxmlformats.org/officeDocument/2006/relationships/customXml" Target="../ink/ink165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152.xml"/><Relationship Id="rId31" Type="http://schemas.openxmlformats.org/officeDocument/2006/relationships/image" Target="../media/image66.png"/><Relationship Id="rId44" Type="http://schemas.openxmlformats.org/officeDocument/2006/relationships/customXml" Target="../ink/ink169.xml"/><Relationship Id="rId52" Type="http://schemas.openxmlformats.org/officeDocument/2006/relationships/customXml" Target="../ink/ink173.xml"/><Relationship Id="rId60" Type="http://schemas.openxmlformats.org/officeDocument/2006/relationships/customXml" Target="../ink/ink177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186.xml"/><Relationship Id="rId81" Type="http://schemas.openxmlformats.org/officeDocument/2006/relationships/image" Target="../media/image91.png"/><Relationship Id="rId86" Type="http://schemas.openxmlformats.org/officeDocument/2006/relationships/customXml" Target="../ink/ink190.xml"/><Relationship Id="rId94" Type="http://schemas.openxmlformats.org/officeDocument/2006/relationships/customXml" Target="../ink/ink194.xml"/><Relationship Id="rId99" Type="http://schemas.openxmlformats.org/officeDocument/2006/relationships/image" Target="../media/image100.png"/><Relationship Id="rId4" Type="http://schemas.openxmlformats.org/officeDocument/2006/relationships/customXml" Target="../ink/ink149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156.xml"/><Relationship Id="rId39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9.xml"/><Relationship Id="rId21" Type="http://schemas.openxmlformats.org/officeDocument/2006/relationships/image" Target="../media/image61.png"/><Relationship Id="rId34" Type="http://schemas.openxmlformats.org/officeDocument/2006/relationships/customXml" Target="../ink/ink213.xml"/><Relationship Id="rId42" Type="http://schemas.openxmlformats.org/officeDocument/2006/relationships/customXml" Target="../ink/ink217.xml"/><Relationship Id="rId47" Type="http://schemas.openxmlformats.org/officeDocument/2006/relationships/image" Target="../media/image74.png"/><Relationship Id="rId50" Type="http://schemas.openxmlformats.org/officeDocument/2006/relationships/customXml" Target="../ink/ink221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230.xml"/><Relationship Id="rId76" Type="http://schemas.openxmlformats.org/officeDocument/2006/relationships/customXml" Target="../ink/ink234.xml"/><Relationship Id="rId84" Type="http://schemas.openxmlformats.org/officeDocument/2006/relationships/customXml" Target="../ink/ink238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242.xml"/><Relationship Id="rId2" Type="http://schemas.openxmlformats.org/officeDocument/2006/relationships/customXml" Target="../ink/ink197.xml"/><Relationship Id="rId16" Type="http://schemas.openxmlformats.org/officeDocument/2006/relationships/customXml" Target="../ink/ink204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208.xml"/><Relationship Id="rId32" Type="http://schemas.openxmlformats.org/officeDocument/2006/relationships/customXml" Target="../ink/ink212.xml"/><Relationship Id="rId37" Type="http://schemas.openxmlformats.org/officeDocument/2006/relationships/image" Target="../media/image69.png"/><Relationship Id="rId40" Type="http://schemas.openxmlformats.org/officeDocument/2006/relationships/customXml" Target="../ink/ink216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225.xml"/><Relationship Id="rId66" Type="http://schemas.openxmlformats.org/officeDocument/2006/relationships/customXml" Target="../ink/ink229.xml"/><Relationship Id="rId74" Type="http://schemas.openxmlformats.org/officeDocument/2006/relationships/customXml" Target="../ink/ink233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237.xml"/><Relationship Id="rId90" Type="http://schemas.openxmlformats.org/officeDocument/2006/relationships/customXml" Target="../ink/ink241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203.xml"/><Relationship Id="rId22" Type="http://schemas.openxmlformats.org/officeDocument/2006/relationships/customXml" Target="../ink/ink207.xml"/><Relationship Id="rId27" Type="http://schemas.openxmlformats.org/officeDocument/2006/relationships/image" Target="../media/image64.png"/><Relationship Id="rId30" Type="http://schemas.openxmlformats.org/officeDocument/2006/relationships/customXml" Target="../ink/ink211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220.xml"/><Relationship Id="rId56" Type="http://schemas.openxmlformats.org/officeDocument/2006/relationships/customXml" Target="../ink/ink224.xml"/><Relationship Id="rId64" Type="http://schemas.openxmlformats.org/officeDocument/2006/relationships/customXml" Target="../ink/ink228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100" Type="http://schemas.openxmlformats.org/officeDocument/2006/relationships/image" Target="../media/image101.png"/><Relationship Id="rId8" Type="http://schemas.openxmlformats.org/officeDocument/2006/relationships/customXml" Target="../ink/ink200.xml"/><Relationship Id="rId51" Type="http://schemas.openxmlformats.org/officeDocument/2006/relationships/image" Target="../media/image76.png"/><Relationship Id="rId72" Type="http://schemas.openxmlformats.org/officeDocument/2006/relationships/customXml" Target="../ink/ink232.xml"/><Relationship Id="rId80" Type="http://schemas.openxmlformats.org/officeDocument/2006/relationships/customXml" Target="../ink/ink236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245.xml"/><Relationship Id="rId3" Type="http://schemas.openxmlformats.org/officeDocument/2006/relationships/image" Target="../media/image52.png"/><Relationship Id="rId12" Type="http://schemas.openxmlformats.org/officeDocument/2006/relationships/customXml" Target="../ink/ink202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215.xml"/><Relationship Id="rId46" Type="http://schemas.openxmlformats.org/officeDocument/2006/relationships/customXml" Target="../ink/ink219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206.xml"/><Relationship Id="rId41" Type="http://schemas.openxmlformats.org/officeDocument/2006/relationships/image" Target="../media/image71.png"/><Relationship Id="rId54" Type="http://schemas.openxmlformats.org/officeDocument/2006/relationships/customXml" Target="../ink/ink223.xml"/><Relationship Id="rId62" Type="http://schemas.openxmlformats.org/officeDocument/2006/relationships/customXml" Target="../ink/ink227.xml"/><Relationship Id="rId70" Type="http://schemas.openxmlformats.org/officeDocument/2006/relationships/customXml" Target="../ink/ink231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240.xml"/><Relationship Id="rId91" Type="http://schemas.openxmlformats.org/officeDocument/2006/relationships/image" Target="../media/image96.png"/><Relationship Id="rId96" Type="http://schemas.openxmlformats.org/officeDocument/2006/relationships/customXml" Target="../ink/ink2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9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210.xml"/><Relationship Id="rId36" Type="http://schemas.openxmlformats.org/officeDocument/2006/relationships/customXml" Target="../ink/ink214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201.xml"/><Relationship Id="rId31" Type="http://schemas.openxmlformats.org/officeDocument/2006/relationships/image" Target="../media/image66.png"/><Relationship Id="rId44" Type="http://schemas.openxmlformats.org/officeDocument/2006/relationships/customXml" Target="../ink/ink218.xml"/><Relationship Id="rId52" Type="http://schemas.openxmlformats.org/officeDocument/2006/relationships/customXml" Target="../ink/ink222.xml"/><Relationship Id="rId60" Type="http://schemas.openxmlformats.org/officeDocument/2006/relationships/customXml" Target="../ink/ink226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235.xml"/><Relationship Id="rId81" Type="http://schemas.openxmlformats.org/officeDocument/2006/relationships/image" Target="../media/image91.png"/><Relationship Id="rId86" Type="http://schemas.openxmlformats.org/officeDocument/2006/relationships/customXml" Target="../ink/ink239.xml"/><Relationship Id="rId94" Type="http://schemas.openxmlformats.org/officeDocument/2006/relationships/customXml" Target="../ink/ink243.xml"/><Relationship Id="rId99" Type="http://schemas.openxmlformats.org/officeDocument/2006/relationships/image" Target="../media/image100.png"/><Relationship Id="rId4" Type="http://schemas.openxmlformats.org/officeDocument/2006/relationships/customXml" Target="../ink/ink198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205.xml"/><Relationship Id="rId3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8.xml"/><Relationship Id="rId21" Type="http://schemas.openxmlformats.org/officeDocument/2006/relationships/image" Target="../media/image61.png"/><Relationship Id="rId34" Type="http://schemas.openxmlformats.org/officeDocument/2006/relationships/customXml" Target="../ink/ink262.xml"/><Relationship Id="rId42" Type="http://schemas.openxmlformats.org/officeDocument/2006/relationships/customXml" Target="../ink/ink266.xml"/><Relationship Id="rId47" Type="http://schemas.openxmlformats.org/officeDocument/2006/relationships/image" Target="../media/image74.png"/><Relationship Id="rId50" Type="http://schemas.openxmlformats.org/officeDocument/2006/relationships/customXml" Target="../ink/ink270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279.xml"/><Relationship Id="rId76" Type="http://schemas.openxmlformats.org/officeDocument/2006/relationships/customXml" Target="../ink/ink283.xml"/><Relationship Id="rId84" Type="http://schemas.openxmlformats.org/officeDocument/2006/relationships/customXml" Target="../ink/ink287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291.xml"/><Relationship Id="rId2" Type="http://schemas.openxmlformats.org/officeDocument/2006/relationships/customXml" Target="../ink/ink246.xml"/><Relationship Id="rId16" Type="http://schemas.openxmlformats.org/officeDocument/2006/relationships/customXml" Target="../ink/ink253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257.xml"/><Relationship Id="rId32" Type="http://schemas.openxmlformats.org/officeDocument/2006/relationships/customXml" Target="../ink/ink261.xml"/><Relationship Id="rId37" Type="http://schemas.openxmlformats.org/officeDocument/2006/relationships/image" Target="../media/image69.png"/><Relationship Id="rId40" Type="http://schemas.openxmlformats.org/officeDocument/2006/relationships/customXml" Target="../ink/ink265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274.xml"/><Relationship Id="rId66" Type="http://schemas.openxmlformats.org/officeDocument/2006/relationships/customXml" Target="../ink/ink278.xml"/><Relationship Id="rId74" Type="http://schemas.openxmlformats.org/officeDocument/2006/relationships/customXml" Target="../ink/ink282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286.xml"/><Relationship Id="rId90" Type="http://schemas.openxmlformats.org/officeDocument/2006/relationships/customXml" Target="../ink/ink290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252.xml"/><Relationship Id="rId22" Type="http://schemas.openxmlformats.org/officeDocument/2006/relationships/customXml" Target="../ink/ink256.xml"/><Relationship Id="rId27" Type="http://schemas.openxmlformats.org/officeDocument/2006/relationships/image" Target="../media/image64.png"/><Relationship Id="rId30" Type="http://schemas.openxmlformats.org/officeDocument/2006/relationships/customXml" Target="../ink/ink260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269.xml"/><Relationship Id="rId56" Type="http://schemas.openxmlformats.org/officeDocument/2006/relationships/customXml" Target="../ink/ink273.xml"/><Relationship Id="rId64" Type="http://schemas.openxmlformats.org/officeDocument/2006/relationships/customXml" Target="../ink/ink277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100" Type="http://schemas.openxmlformats.org/officeDocument/2006/relationships/image" Target="../media/image102.png"/><Relationship Id="rId8" Type="http://schemas.openxmlformats.org/officeDocument/2006/relationships/customXml" Target="../ink/ink249.xml"/><Relationship Id="rId51" Type="http://schemas.openxmlformats.org/officeDocument/2006/relationships/image" Target="../media/image76.png"/><Relationship Id="rId72" Type="http://schemas.openxmlformats.org/officeDocument/2006/relationships/customXml" Target="../ink/ink281.xml"/><Relationship Id="rId80" Type="http://schemas.openxmlformats.org/officeDocument/2006/relationships/customXml" Target="../ink/ink285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294.xml"/><Relationship Id="rId3" Type="http://schemas.openxmlformats.org/officeDocument/2006/relationships/image" Target="../media/image52.png"/><Relationship Id="rId12" Type="http://schemas.openxmlformats.org/officeDocument/2006/relationships/customXml" Target="../ink/ink251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264.xml"/><Relationship Id="rId46" Type="http://schemas.openxmlformats.org/officeDocument/2006/relationships/customXml" Target="../ink/ink268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255.xml"/><Relationship Id="rId41" Type="http://schemas.openxmlformats.org/officeDocument/2006/relationships/image" Target="../media/image71.png"/><Relationship Id="rId54" Type="http://schemas.openxmlformats.org/officeDocument/2006/relationships/customXml" Target="../ink/ink272.xml"/><Relationship Id="rId62" Type="http://schemas.openxmlformats.org/officeDocument/2006/relationships/customXml" Target="../ink/ink276.xml"/><Relationship Id="rId70" Type="http://schemas.openxmlformats.org/officeDocument/2006/relationships/customXml" Target="../ink/ink280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289.xml"/><Relationship Id="rId91" Type="http://schemas.openxmlformats.org/officeDocument/2006/relationships/image" Target="../media/image96.png"/><Relationship Id="rId96" Type="http://schemas.openxmlformats.org/officeDocument/2006/relationships/customXml" Target="../ink/ink29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8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259.xml"/><Relationship Id="rId36" Type="http://schemas.openxmlformats.org/officeDocument/2006/relationships/customXml" Target="../ink/ink263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250.xml"/><Relationship Id="rId31" Type="http://schemas.openxmlformats.org/officeDocument/2006/relationships/image" Target="../media/image66.png"/><Relationship Id="rId44" Type="http://schemas.openxmlformats.org/officeDocument/2006/relationships/customXml" Target="../ink/ink267.xml"/><Relationship Id="rId52" Type="http://schemas.openxmlformats.org/officeDocument/2006/relationships/customXml" Target="../ink/ink271.xml"/><Relationship Id="rId60" Type="http://schemas.openxmlformats.org/officeDocument/2006/relationships/customXml" Target="../ink/ink275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284.xml"/><Relationship Id="rId81" Type="http://schemas.openxmlformats.org/officeDocument/2006/relationships/image" Target="../media/image91.png"/><Relationship Id="rId86" Type="http://schemas.openxmlformats.org/officeDocument/2006/relationships/customXml" Target="../ink/ink288.xml"/><Relationship Id="rId94" Type="http://schemas.openxmlformats.org/officeDocument/2006/relationships/customXml" Target="../ink/ink292.xml"/><Relationship Id="rId99" Type="http://schemas.openxmlformats.org/officeDocument/2006/relationships/image" Target="../media/image100.png"/><Relationship Id="rId4" Type="http://schemas.openxmlformats.org/officeDocument/2006/relationships/customXml" Target="../ink/ink247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254.xml"/><Relationship Id="rId3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745" y="137161"/>
            <a:ext cx="10991273" cy="250453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Model Building</a:t>
            </a:r>
            <a:br>
              <a:rPr lang="en-US" b="1" dirty="0"/>
            </a:br>
            <a:r>
              <a:rPr lang="en-US" b="1" dirty="0"/>
              <a:t>Using</a:t>
            </a:r>
            <a:br>
              <a:rPr lang="en-US" b="1" dirty="0"/>
            </a:br>
            <a:r>
              <a:rPr lang="en-US" b="1" dirty="0" err="1"/>
              <a:t>Keras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76A5-3F51-5A74-D91C-FF537AC3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0D3E7-170E-1EE5-75E9-BB62E2854202}"/>
              </a:ext>
            </a:extLst>
          </p:cNvPr>
          <p:cNvSpPr txBox="1"/>
          <p:nvPr/>
        </p:nvSpPr>
        <p:spPr>
          <a:xfrm>
            <a:off x="274320" y="338757"/>
            <a:ext cx="98206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High-level API for building deep learning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Runs on top of TensorFlow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neural networks easy to build compared to raw math / NumPy</a:t>
            </a:r>
          </a:p>
        </p:txBody>
      </p:sp>
    </p:spTree>
    <p:extLst>
      <p:ext uri="{BB962C8B-B14F-4D97-AF65-F5344CB8AC3E}">
        <p14:creationId xmlns:p14="http://schemas.microsoft.com/office/powerpoint/2010/main" val="368331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D927-90CE-09B3-FC3E-291BE763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37B778-7523-AE3A-7243-0D19808B6299}"/>
              </a:ext>
            </a:extLst>
          </p:cNvPr>
          <p:cNvSpPr txBox="1"/>
          <p:nvPr/>
        </p:nvSpPr>
        <p:spPr>
          <a:xfrm>
            <a:off x="274320" y="338757"/>
            <a:ext cx="9820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Sequential API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Sequential API?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Simplest way to build neural networks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Layers are stacked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after another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→ Layer1 → Layer2 → Output</a:t>
            </a:r>
          </a:p>
        </p:txBody>
      </p:sp>
    </p:spTree>
    <p:extLst>
      <p:ext uri="{BB962C8B-B14F-4D97-AF65-F5344CB8AC3E}">
        <p14:creationId xmlns:p14="http://schemas.microsoft.com/office/powerpoint/2010/main" val="1586024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3318-B809-3033-71F6-4A14D40B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20824F-9D6A-3574-F02E-1A4BA84F32AA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Sequential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6B20-5BE7-299D-C047-00DE18459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822751"/>
            <a:ext cx="8643268" cy="351781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283B0E9-46CA-5333-CB6D-41C3AD580E49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7BA465-0ABF-42BD-2EA2-B4B9E4CE5DDE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C4E199-6716-4E91-03D2-06E7808A4D3A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4B09EE-5E37-3FF5-13DF-6D13E48BCF8B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351E75-417A-234D-E78D-46E797F7DF21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3211AA-5975-3726-18B7-C0FE133A7642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87A13-89D7-90B5-B74E-28FA6A030761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52C6AD-E72A-E98D-A345-7C81EAA0E339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C6BB29-C469-7B75-E038-BD0DECD171A9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3E68E5-BD9F-4C15-588C-2BE82D3C9647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F5AEAE-89F0-5C50-DD21-FDE0C562CE9E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6BC34C-2250-0829-3547-A226F21AEF1E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351A8B-647A-564B-7F38-BBB26E31363E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1C3CFC-9525-8878-20EB-D5E45492EDB2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E864AA-A2DF-CFDB-E603-F8EE8374686A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9E2F64-360C-9667-AE53-7F4BD5B6D39A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0EBD898-2E79-8F87-E6A5-6670EDAD112B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0EBD898-2E79-8F87-E6A5-6670EDAD11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4424" y="2996856"/>
                <a:ext cx="1051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63128C8-95F8-5FC9-BAC0-1B7ACDF7F9E4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63128C8-95F8-5FC9-BAC0-1B7ACDF7F9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0544" y="3247056"/>
                <a:ext cx="1036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ED81652-1642-B50B-6E6D-114F196D9FF6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ED81652-1642-B50B-6E6D-114F196D9F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25824" y="3488616"/>
                <a:ext cx="7020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A7BBAA3-FC78-58F4-11C7-72B4FE762C14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7D960A8-FC38-CF41-C36A-2AA2F976FD4F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7D960A8-FC38-CF41-C36A-2AA2F976FD4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1286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2891A6-6D88-152F-D112-57033C922F4A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2891A6-6D88-152F-D112-57033C922F4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98584" y="270705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3996EF-59CC-09C8-583E-DA0DE55AACF4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3996EF-59CC-09C8-583E-DA0DE55AACF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82264" y="2745936"/>
                  <a:ext cx="11880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2AA4D51-9FCE-3F47-204E-05BF84E953A6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2AA4D51-9FCE-3F47-204E-05BF84E953A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93784" y="297921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C247F09-8AE2-8DDF-6DBD-342E481305D8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C247F09-8AE2-8DDF-6DBD-342E481305D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91264" y="322869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A7FCEA1-224A-0A7E-54F7-310F54FD5EFC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A7FCEA1-224A-0A7E-54F7-310F54FD5EF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7A827D0E-73F5-2F48-9038-D4545CF6A9E4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354653-4EC1-F3FD-1EF7-464C0525F49A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354653-4EC1-F3FD-1EF7-464C0525F49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90904" y="3839976"/>
                  <a:ext cx="80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AB5091-3965-C75D-57AA-D0407C698307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AB5091-3965-C75D-57AA-D0407C69830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2946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FB03EAD-2D9F-0084-F02C-E61854CE1F59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FB03EAD-2D9F-0084-F02C-E61854CE1F5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95064" y="382701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3EA0CB5-9832-C3C9-C572-E1A699EF5324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3EA0CB5-9832-C3C9-C572-E1A699EF532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28344" y="3827736"/>
                  <a:ext cx="120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BA0C0B-E61D-2B15-01D6-6C157547776D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BA0C0B-E61D-2B15-01D6-6C15754777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01704" y="3835296"/>
                  <a:ext cx="10836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24784E5-0BFE-41B9-38BC-9ADC637C22CB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064DC2F-0C44-7AE7-975E-170F3F087FC6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064DC2F-0C44-7AE7-975E-170F3F087FC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90904" y="212025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5468F4A-8CF1-366C-1BA4-F779E0C8927A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5468F4A-8CF1-366C-1BA4-F779E0C8927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B77DFF-B62F-AB2D-0240-B0CDC3F93181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B77DFF-B62F-AB2D-0240-B0CDC3F931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88744" y="2119176"/>
                  <a:ext cx="137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F69B3F6-176F-219F-AA38-B1B78807A7CD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F69B3F6-176F-219F-AA38-B1B78807A7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02424" y="237549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48743E-EBBA-6ECB-9257-F221630516B7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48743E-EBBA-6ECB-9257-F221630516B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71944" y="236973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DE74267-DC6C-604C-E6F8-915295C65E85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DE74267-DC6C-604C-E6F8-915295C65E8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10344" y="237945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DC143F-39D3-622A-8EA8-5DBFC5B5AC14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DC143F-39D3-622A-8EA8-5DBFC5B5AC1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035D4E1-BCDE-85D4-8CEA-4C552512F3AF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035D4E1-BCDE-85D4-8CEA-4C552512F3A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85944" y="206769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3726426-F5E1-941E-C6A5-A60129CA6A11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3726426-F5E1-941E-C6A5-A60129CA6A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51264" y="2030256"/>
                  <a:ext cx="206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48DC4B-D8D7-0603-9265-AD99B3AFF441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48DC4B-D8D7-0603-9265-AD99B3AFF44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766504" y="2189016"/>
                  <a:ext cx="493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022E92-FDB7-9A05-36C3-CA673ED676FD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022E92-FDB7-9A05-36C3-CA673ED676F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E39BB98-6E30-7FA5-E6EF-6E869DC69C3D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E39BB98-6E30-7FA5-E6EF-6E869DC69C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55344" y="2248776"/>
                  <a:ext cx="415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821CA35-F184-D3E6-644A-EB971388BFB5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821CA35-F184-D3E6-644A-EB971388BFB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84744" y="2343096"/>
                  <a:ext cx="1440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19403E-2BF3-ADED-3DD4-CD672ADD7473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C6EED8C-EFCD-2CBC-EC61-135BDF2DEE86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C6EED8C-EFCD-2CBC-EC61-135BDF2DEE8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71264" y="1765296"/>
                  <a:ext cx="3801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3EAFC5A-BE85-036D-784A-3EB00EF70EA4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3EAFC5A-BE85-036D-784A-3EB00EF70E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7CEC01-B4E9-9CA5-BFBA-65E34017D162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7CEC01-B4E9-9CA5-BFBA-65E34017D1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56144" y="1831896"/>
                  <a:ext cx="249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C549964-C5DF-C2F8-2C76-4A3F7E3EDD54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C549964-C5DF-C2F8-2C76-4A3F7E3EDD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2030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473539C-8045-DFE7-C154-ED76FD39757A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993B071-8E53-214E-E862-D3A44B70747D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993B071-8E53-214E-E862-D3A44B70747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60544" y="2536416"/>
                  <a:ext cx="380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7F9D8A7-4500-5EAA-5A22-090C4B983E28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7F9D8A7-4500-5EAA-5A22-090C4B983E2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61504" y="2636496"/>
                  <a:ext cx="158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E002C1E-75B1-A1E7-F73D-F66FDBDEAF27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E002C1E-75B1-A1E7-F73D-F66FDBDEAF2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6199EC6-27F8-7245-636D-F8F091E23271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6199EC6-27F8-7245-636D-F8F091E2327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01002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C27892-12D9-3E5D-0074-CB28CA4C9BC5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C27892-12D9-3E5D-0074-CB28CA4C9BC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975824" y="2618496"/>
                  <a:ext cx="2512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583AB72-4BF5-E82A-C385-415FD74287EB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E9EECCB-B0C0-41A4-9DC9-68055178474A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E9EECCB-B0C0-41A4-9DC9-68055178474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808064" y="2949336"/>
                  <a:ext cx="363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D83532A-B029-A95F-9BE4-1136AA58EA4C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D83532A-B029-A95F-9BE4-1136AA58EA4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766304" y="3052656"/>
                  <a:ext cx="45648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0B3950F-F55E-1325-201B-46E99928EDE5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A152C4B-EC8D-DFC6-2021-B91973E564D6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A152C4B-EC8D-DFC6-2021-B91973E564D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469744" y="287121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0BF0EF-8EC6-7ECB-0CCB-E4A9ED5754C4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0BF0EF-8EC6-7ECB-0CCB-E4A9ED5754C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632824" y="283089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C1CD828-EF52-D8B6-766E-BF0835D215F0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C6EB5A-BA5D-F2C7-56C2-FA0E54F1E00D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C6EB5A-BA5D-F2C7-56C2-FA0E54F1E00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824904" y="2721096"/>
                  <a:ext cx="360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8908896-BA59-9DF1-BC2A-70CE2498B3E3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8908896-BA59-9DF1-BC2A-70CE2498B3E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67184" y="267393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3424FA-86FF-98D9-4057-75A8348E77CC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3424FA-86FF-98D9-4057-75A8348E77C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CB83929-D762-502F-EAB2-C0AB88FCB820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B83929-D762-502F-EAB2-C0AB88FCB82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A771DF-1A71-8057-0404-6602B9000F46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A771DF-1A71-8057-0404-6602B9000F4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765144" y="278985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109B6EB-7CD2-ADC7-3BE9-5ABB5B0139A0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109B6EB-7CD2-ADC7-3BE9-5ABB5B0139A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158984" y="2854296"/>
                  <a:ext cx="170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24E7571-4E6F-5E03-64D7-B2D5D6A00425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24E7571-4E6F-5E03-64D7-B2D5D6A0042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74930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01F3A05-1377-A0F8-AEB8-628BCD1391B2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01F3A05-1377-A0F8-AEB8-628BCD1391B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145304" y="304761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6F52C8F-E228-5127-4E3B-2F70E48DEEF5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6F52C8F-E228-5127-4E3B-2F70E48DEEF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99224" y="2854296"/>
                  <a:ext cx="261000" cy="1720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DA63F14D-5D43-5675-E1C6-B26CC88B5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081327"/>
              </p:ext>
            </p:extLst>
          </p:nvPr>
        </p:nvGraphicFramePr>
        <p:xfrm>
          <a:off x="878292" y="4340561"/>
          <a:ext cx="6440424" cy="2286000"/>
        </p:xfrm>
        <a:graphic>
          <a:graphicData uri="http://schemas.openxmlformats.org/drawingml/2006/table">
            <a:tbl>
              <a:tblPr/>
              <a:tblGrid>
                <a:gridCol w="3240024">
                  <a:extLst>
                    <a:ext uri="{9D8B030D-6E8A-4147-A177-3AD203B41FA5}">
                      <a16:colId xmlns:a16="http://schemas.microsoft.com/office/drawing/2014/main" val="304892981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684535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048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Sequential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Linear stack of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1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Fully connected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8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input_shape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Shape of input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47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Adds non-linearity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5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42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2F72-1952-777E-2EEE-64DB2884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F167F3-F02F-886B-1500-0ABE05447C66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Sequential API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47C319-7882-7120-8682-3993E94E7F34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41825A-9949-69A0-C859-3C7C4848CDEA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0022B5-2BC4-D82D-FE3D-777FFE12DF23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C663E9-A2B1-6389-0004-96262EF5D77C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4B445D-52DB-375D-0DC7-68176A8E7D1D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DDE5A0-9E8C-A46C-2052-04BBA3E866BA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1F12C2-7EF3-10EE-DB5F-A1D319A921C5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2CA9FA3-40FC-9F1C-950D-109DD5ACBF56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19AC00-EE05-FA2B-3B55-FDB5FB2B6D70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93D8B52-41E5-FF15-8CFA-5A293C2FBD6B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7AEDC0-39C6-D7FE-163A-9EB10982B262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57401C-B7BC-C8CC-CFA6-660F71826EF2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14B6ED-3D47-94DA-213A-C9907048CFA2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DBFEE1-8DA6-0B7F-CAB7-56509C472FE3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DF4BD2-604E-ED85-FC22-65A413BC2BA3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5AAA5-429E-36EB-F12F-74B16FB7CA84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5B61CD4-20C0-B341-C661-625E95C811A1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5B61CD4-20C0-B341-C661-625E95C811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8BDB8D7-4385-BDDF-4DB1-FB3444A1DE3F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8BDB8D7-4385-BDDF-4DB1-FB3444A1DE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58A07EC-B5F7-1229-37A8-8ECEBC5E066F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58A07EC-B5F7-1229-37A8-8ECEBC5E06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5802073-5293-5D20-CAD0-A29AAC08B1DB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38037A-3902-77AE-85A4-76E91F76606F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38037A-3902-77AE-85A4-76E91F7660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976307-DEB4-7668-7335-18ACC8085DF7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976307-DEB4-7668-7335-18ACC8085D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EFA8C20-4B57-B2DE-A430-E92CBD3015E0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EFA8C20-4B57-B2DE-A430-E92CBD3015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38EEFA9-CC17-BE6A-7E4B-052C638648CB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38EEFA9-CC17-BE6A-7E4B-052C638648C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EA69059-DEF7-B0E5-BCB2-75644A55876C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EA69059-DEF7-B0E5-BCB2-75644A5587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611A7C7-8483-CB5D-49E5-65029BF65496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611A7C7-8483-CB5D-49E5-65029BF654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79E109F-F85B-2242-8120-5F5700ADD0B1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28ACEE-462F-F826-56F6-7E6E7223A119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28ACEE-462F-F826-56F6-7E6E7223A1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39C20C-6A21-CE02-0F7A-7E5B59CE5248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39C20C-6A21-CE02-0F7A-7E5B59CE52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597F587-32CB-75CF-3495-BEC8D8FD775E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597F587-32CB-75CF-3495-BEC8D8FD77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286025B-52E1-8CB1-DE9E-39A7A5358438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286025B-52E1-8CB1-DE9E-39A7A53584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DBB4633-00EE-3D5E-02E1-799EB8A22F39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DBB4633-00EE-3D5E-02E1-799EB8A22F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49769F8-EEA9-61F0-BF1A-CB6D64B1424E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21EBDB-2D91-D6DE-1767-24E203CDC40C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21EBDB-2D91-D6DE-1767-24E203CDC4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3AE179-D0D1-CAA7-94C3-FEB7A6D01159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3AE179-D0D1-CAA7-94C3-FEB7A6D0115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346032-E453-2BD1-2D71-1917E5CB94FD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346032-E453-2BD1-2D71-1917E5CB94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93E31C-E211-E238-19B8-1E44C4104E3E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93E31C-E211-E238-19B8-1E44C4104E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96975B-962A-04FE-831A-8A27E9531A62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96975B-962A-04FE-831A-8A27E9531A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7B7196A-F09F-59EF-E5B6-40F64F0FD158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7B7196A-F09F-59EF-E5B6-40F64F0FD1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0F19CC-C9C6-4DB3-001D-BC8D83134648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0F19CC-C9C6-4DB3-001D-BC8D831346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BA23EE-CCF3-E78C-46A5-415D8F84990D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BA23EE-CCF3-E78C-46A5-415D8F8499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59BE4A-9D03-F3F8-D3B1-B03A9DD99395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F59BE4A-9D03-F3F8-D3B1-B03A9DD993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DFA03B-86FF-C581-9C9A-A16992BDC4B7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DFA03B-86FF-C581-9C9A-A16992BDC4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A31E62-0771-11CD-8400-0A61F54B2485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A31E62-0771-11CD-8400-0A61F54B24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2B3C8F3-6FED-17E6-9CEC-E6BE464EBD9C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2B3C8F3-6FED-17E6-9CEC-E6BE464EBD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3D5E75-A19B-A1A2-665F-9961ACDA1292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3D5E75-A19B-A1A2-665F-9961ACDA12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8118D3D-4A64-55CA-F338-B7727D969B71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A72000E-C1E1-1B84-E259-FB49D7FF6C6D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A72000E-C1E1-1B84-E259-FB49D7FF6C6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ABA875-82F2-DF88-478A-CACF4DAD4A39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ABA875-82F2-DF88-478A-CACF4DAD4A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73FC90-109B-E9E2-D40F-05CFB8FFDC8D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73FC90-109B-E9E2-D40F-05CFB8FFDC8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1F2780B-158A-A8D0-1AAF-7CD9AB338D65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1F2780B-158A-A8D0-1AAF-7CD9AB338D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376560C-163D-FD8B-5D01-77B9B80D718E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0874CA5-3260-5022-6652-B6EFAC823E43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0874CA5-3260-5022-6652-B6EFAC823E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B72E3FB-889F-E190-6F44-1A2AD8E81AF6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B72E3FB-889F-E190-6F44-1A2AD8E81A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9D4C2BF-2DC5-0879-FCE5-19DE269245FA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9D4C2BF-2DC5-0879-FCE5-19DE269245F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92F5C3-DF99-9928-1535-02E4B386A495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92F5C3-DF99-9928-1535-02E4B386A4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F4ACCBE-1FD3-B2C2-47BF-6E87EF688B78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F4ACCBE-1FD3-B2C2-47BF-6E87EF688B7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368366D-3AA7-3800-3AE8-B8BB3750CB86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8C27D68-864B-C52E-7A61-72ED7F6199DF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8C27D68-864B-C52E-7A61-72ED7F6199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3FE0675-83C0-6939-CCA4-B68BE60A4CBA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3FE0675-83C0-6939-CCA4-B68BE60A4C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9DE1C0-B13B-0CF8-C1B8-25732FC84A44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C928F0-47D8-8E25-8567-60969EA11D3A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C928F0-47D8-8E25-8567-60969EA11D3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CA49D82-0886-1CC8-D456-6EE6C0D2D4B2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CA49D82-0886-1CC8-D456-6EE6C0D2D4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B56CE81-84C7-1CF5-EA6E-74303F10A1DF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858FB3F-ACE5-4604-E04A-042B45AF5906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858FB3F-ACE5-4604-E04A-042B45AF590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F32263-CC68-F603-AE60-5879A6BE3EAC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F32263-CC68-F603-AE60-5879A6BE3EA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9294C59-FF98-7485-3BA4-19043BD57783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9294C59-FF98-7485-3BA4-19043BD5778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6DD137-DC04-190E-853E-30D06F1F2A7F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6DD137-DC04-190E-853E-30D06F1F2A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3EAE4C-3E08-6A9F-280D-E925F7818A56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3EAE4C-3E08-6A9F-280D-E925F7818A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D35689-C3F6-0953-A0B2-32BBA3E9B149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D35689-C3F6-0953-A0B2-32BBA3E9B14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3CDA84-4BD3-F679-5A31-8131AA22B46D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3CDA84-4BD3-F679-5A31-8131AA22B4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D5A0E0-83A7-717E-CFF9-C80F09093E9F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D5A0E0-83A7-717E-CFF9-C80F09093E9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B6E8E56-0FF7-6FB6-DCF8-85D9908FC4AA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B6E8E56-0FF7-6FB6-DCF8-85D9908FC4A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9E6CDA3-F654-896A-ED69-53AD3DE68B20}"/>
              </a:ext>
            </a:extLst>
          </p:cNvPr>
          <p:cNvSpPr txBox="1"/>
          <p:nvPr/>
        </p:nvSpPr>
        <p:spPr>
          <a:xfrm>
            <a:off x="245844" y="829264"/>
            <a:ext cx="78958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Layer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layers.Dense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(units=4, activation='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relu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’)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neurons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neuron connected to all inputs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ADCC8E-AD00-0F05-D4D3-7C5533530235}"/>
              </a:ext>
            </a:extLst>
          </p:cNvPr>
          <p:cNvSpPr txBox="1"/>
          <p:nvPr/>
        </p:nvSpPr>
        <p:spPr>
          <a:xfrm>
            <a:off x="397764" y="371982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Layers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A9E6A426-3054-3898-3B6C-A743702EC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654706"/>
              </p:ext>
            </p:extLst>
          </p:nvPr>
        </p:nvGraphicFramePr>
        <p:xfrm>
          <a:off x="481652" y="4233243"/>
          <a:ext cx="6751252" cy="2286000"/>
        </p:xfrm>
        <a:graphic>
          <a:graphicData uri="http://schemas.openxmlformats.org/drawingml/2006/table">
            <a:tbl>
              <a:tblPr/>
              <a:tblGrid>
                <a:gridCol w="3440332">
                  <a:extLst>
                    <a:ext uri="{9D8B030D-6E8A-4147-A177-3AD203B41FA5}">
                      <a16:colId xmlns:a16="http://schemas.microsoft.com/office/drawing/2014/main" val="2106897869"/>
                    </a:ext>
                  </a:extLst>
                </a:gridCol>
                <a:gridCol w="3310920">
                  <a:extLst>
                    <a:ext uri="{9D8B030D-6E8A-4147-A177-3AD203B41FA5}">
                      <a16:colId xmlns:a16="http://schemas.microsoft.com/office/drawing/2014/main" val="1613357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66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General 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76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Conv2D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953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Time series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51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Dropout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Prevent overfitting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62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5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FE89-5D25-E934-7C8E-AA2D2A28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748578-6239-CD6C-9915-291C92E82358}"/>
              </a:ext>
            </a:extLst>
          </p:cNvPr>
          <p:cNvSpPr txBox="1"/>
          <p:nvPr/>
        </p:nvSpPr>
        <p:spPr>
          <a:xfrm>
            <a:off x="274320" y="338757"/>
            <a:ext cx="9820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Activation Functions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Activation?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activation → model becomes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only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3A7790-BBC2-461E-9D85-36081ACDC639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21BD79-6239-3914-24E8-54BF4A6D6981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C97392-74C4-6A96-02D4-CC3B1585EE01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0AEE5F-B77E-1C53-A032-4B1486D0BA60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E14B77-73E2-C543-3844-981AE17E82A2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E37D96-C9F3-6C5E-7E80-28D060043B5F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006347-B51E-C8CF-3875-5CF4E28F7D0A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FF16CD-0202-E92A-C3E5-E5053AF38461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4F3563-568E-25CB-D992-1F80E887A37F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E82D5A-8401-D3C5-09DF-02A8BF037EA4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F1B0CF-5AC5-62E6-2FB9-1E291B35E897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DD569F-3C63-7E73-271B-A721D01080C7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4838E7-546F-C014-0FE0-42B32EEC9973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9DDB09-2715-3F70-AF9F-8969269782DB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DBC952-9E8F-709A-E4C3-7B3E022BF6B6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2372CA-3BAE-F187-0800-9604C9596103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65AC5D-AA1F-1138-FA67-807CA5437424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65AC5D-AA1F-1138-FA67-807CA54374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068DD4B-9343-8728-0C07-938DE8CBDC48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068DD4B-9343-8728-0C07-938DE8CBDC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E5B1571-1A1D-D124-1367-F67434764896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E5B1571-1A1D-D124-1367-F674347648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64DFEC9-3DA7-0693-36E1-0C8C40ACB993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58A8FE-2B5F-7A20-7316-0AC0474C8F4F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58A8FE-2B5F-7A20-7316-0AC0474C8F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DEF887-C9B2-AB1A-3487-2E2616C4EC5B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DEF887-C9B2-AB1A-3487-2E2616C4EC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E9DAB9-D677-8301-D9C9-FB32BAF87BE0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E9DAB9-D677-8301-D9C9-FB32BAF87B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9356D59-259B-5F5C-63B7-38F7DCE7DD78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9356D59-259B-5F5C-63B7-38F7DCE7DD7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96E9E86-CA6E-1565-20E8-989FB9C73530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96E9E86-CA6E-1565-20E8-989FB9C735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DA7AB59-3991-ECCD-0711-0D459D47AB64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DA7AB59-3991-ECCD-0711-0D459D47AB6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5725BD3B-AB71-95A6-1B35-1BCD660E87E6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287890A-BB6E-A53C-1FF6-552906CF15FB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287890A-BB6E-A53C-1FF6-552906CF15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A19585-AB8D-FA9A-E702-D11206F6AA3F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A19585-AB8D-FA9A-E702-D11206F6AA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102DA2-C664-7B75-B482-AA4591529257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102DA2-C664-7B75-B482-AA45915292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BAD91E3-4178-A09F-61E0-FF802542837D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BAD91E3-4178-A09F-61E0-FF80254283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C3C11F-F557-FF55-CCD5-201783EE47CE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C3C11F-F557-FF55-CCD5-201783EE47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3084DC5-7FE0-609A-F246-313DAF846128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7BD54A-B968-1F50-7018-AD14D1FF80DA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7BD54A-B968-1F50-7018-AD14D1FF80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692B8D6-589A-4E95-E5AD-6211B4E990A9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92B8D6-589A-4E95-E5AD-6211B4E990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C811CC1-B473-F770-848C-ACDB1A844DF3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C811CC1-B473-F770-848C-ACDB1A844D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C483510-6B65-8FA1-79FB-69B88F21523E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C483510-6B65-8FA1-79FB-69B88F2152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5DF18AB-8292-937C-B9AF-403B0B886CFD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5DF18AB-8292-937C-B9AF-403B0B886CF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59D793-37C4-3EA4-085C-8E597A51C335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59D793-37C4-3EA4-085C-8E597A51C3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D00A7F4-A55E-4E90-6FE2-BD6C6ED7D39A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D00A7F4-A55E-4E90-6FE2-BD6C6ED7D39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F4F553-188D-B722-0870-B2592CD41ADF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F4F553-188D-B722-0870-B2592CD41A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C502274-FB43-7E98-56AE-F835DA07C6C7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C502274-FB43-7E98-56AE-F835DA07C6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5B36537-ACA4-C0B1-655E-AACC36D7375F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5B36537-ACA4-C0B1-655E-AACC36D7375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6E8B26-3D92-47B7-8FBA-C318E79C28EB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6E8B26-3D92-47B7-8FBA-C318E79C28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FBFB19-46AF-B81E-3547-003FD3CF17A3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FBFB19-46AF-B81E-3547-003FD3CF17A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417F445-893D-8293-A2DF-61E5A6848837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417F445-893D-8293-A2DF-61E5A68488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EEAF109-AD9E-4934-05E2-9CC380CA7CEA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7A6DC9-A809-6B9B-88F5-B18433D0FBD8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7A6DC9-A809-6B9B-88F5-B18433D0FB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584AA2-352D-A470-A86E-6A5963428ABA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584AA2-352D-A470-A86E-6A5963428AB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97E8066-4D85-0302-1972-024FD4A07384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97E8066-4D85-0302-1972-024FD4A073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C19E38-9293-0D21-6DA5-BA15C7F41D90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C19E38-9293-0D21-6DA5-BA15C7F41D9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580EF28-E18E-4A93-F16F-4D5D1E7033BB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E200AB8-70CF-7F28-B697-14C7FDC3A9EA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E200AB8-70CF-7F28-B697-14C7FDC3A9E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98ECC5D-2806-2FC0-BDC0-C3A9BA9BB192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98ECC5D-2806-2FC0-BDC0-C3A9BA9BB1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145420-9839-F4B7-1216-9E075C926124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145420-9839-F4B7-1216-9E075C92612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23377EA-F862-0716-F65B-A8B64248D1E8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23377EA-F862-0716-F65B-A8B64248D1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DCD8B1D-A2AF-0A46-42BC-EC6F954FCE45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DCD8B1D-A2AF-0A46-42BC-EC6F954FCE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6EA3AB9-7352-765C-8968-C5B464E5DBE7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08E3984-668B-4DEE-9F08-A43736B40F20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08E3984-668B-4DEE-9F08-A43736B40F2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C27F943-0C4E-20B3-8452-CA9268090BA5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C27F943-0C4E-20B3-8452-CA9268090B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F736BDD-FF5D-93B0-0509-4ABFF6C94CA6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1E5258-69C5-CAF1-38F3-822B77FF6912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1E5258-69C5-CAF1-38F3-822B77FF691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F2AA11-921E-F888-8896-9DD5C0E17CF3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F2AA11-921E-F888-8896-9DD5C0E17CF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C712196-B877-B632-0C12-C525F3EA3A93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EF4D325-3F63-9D6D-7FF5-364C1CB5BEF0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EF4D325-3F63-9D6D-7FF5-364C1CB5BE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7868D3D-4B29-25D3-BED9-BD64083A5C69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7868D3D-4B29-25D3-BED9-BD64083A5C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4C5B956-4CED-035C-FB16-9EA89F1875AB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4C5B956-4CED-035C-FB16-9EA89F1875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266D6C8-3C2B-1E46-F2A4-F612BE7639EF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266D6C8-3C2B-1E46-F2A4-F612BE7639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B5B2A1E-53D6-ACF4-052E-1E3B78D90543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B5B2A1E-53D6-ACF4-052E-1E3B78D905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A77784C-A7A4-4268-4357-CD4420029A8F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A77784C-A7A4-4268-4357-CD4420029A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1721A47-B1AB-8E73-8CE6-E219A2F063FA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1721A47-B1AB-8E73-8CE6-E219A2F063F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22DD5F-B563-6DB5-6965-3B226E082C19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22DD5F-B563-6DB5-6965-3B226E082C1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A09F64-33AB-A6B2-D284-45394FAA5C40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A09F64-33AB-A6B2-D284-45394FAA5C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AD7296-2584-549E-F29B-87C6DB49E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311578"/>
              </p:ext>
            </p:extLst>
          </p:nvPr>
        </p:nvGraphicFramePr>
        <p:xfrm>
          <a:off x="487622" y="2588334"/>
          <a:ext cx="5399336" cy="2286000"/>
        </p:xfrm>
        <a:graphic>
          <a:graphicData uri="http://schemas.openxmlformats.org/drawingml/2006/table">
            <a:tbl>
              <a:tblPr/>
              <a:tblGrid>
                <a:gridCol w="2464112">
                  <a:extLst>
                    <a:ext uri="{9D8B030D-6E8A-4147-A177-3AD203B41FA5}">
                      <a16:colId xmlns:a16="http://schemas.microsoft.com/office/drawing/2014/main" val="3460380428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1001982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04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relu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Most common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sigmoid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Binary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33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softmax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Multi-class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870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tanh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Older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34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6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4D60-0FD8-61E2-519B-69058FEE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AB02D4-05C5-B0DB-A9E8-C555EDEDAECB}"/>
              </a:ext>
            </a:extLst>
          </p:cNvPr>
          <p:cNvSpPr txBox="1"/>
          <p:nvPr/>
        </p:nvSpPr>
        <p:spPr>
          <a:xfrm>
            <a:off x="274320" y="338757"/>
            <a:ext cx="98206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Compile Step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Compile?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Configures the model for training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C5613F3-9B13-F021-44D4-F77AE01BDCAB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AAD6C1-3CB2-20A2-FBD1-94BA0C49EAD4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495904-6466-3958-7F1E-F45B1EFD41AC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725B04-6A0D-8851-C29E-B0790F6EC404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DFA7F1-D871-CE34-515A-AFC31CA3FC55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BB75A8-E64E-1359-7DD0-9DA2271C7728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DCE24EC-A4DF-843B-C6CB-3CBFD4D4449A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13BC34-20D6-E10D-82E7-8BD5ADD3AAF3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0B84107-B19E-67A0-B6F1-E06B0D807A7E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59CF9D-ACB7-1E6D-3CC0-9EDA757F0159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8214B1-1955-A230-5BA9-B650D225D3BA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B21591-FDF2-3820-A9F3-917CB02B3127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9732EE-5E0B-2D02-9EED-196A61233426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F339BA-4C61-ADEA-9529-33F2F1C60538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2F67DB-5E90-C150-2A39-CD211D9DDDC0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C74FDD-24C4-34C5-BAB5-3075233164EF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75E0436-1DE0-B432-073B-B8EE9766B6F4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75E0436-1DE0-B432-073B-B8EE9766B6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0300176-3DC2-C553-E092-8D64A9A59D33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0300176-3DC2-C553-E092-8D64A9A59D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488E1D7-89F4-842F-3EB3-D055ACDAE507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488E1D7-89F4-842F-3EB3-D055ACDAE5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1601C86-987B-F47C-724B-9A4631C6DC77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25FEC99-FEFB-9CDE-EC0F-A670FBBC390D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5FEC99-FEFB-9CDE-EC0F-A670FBBC39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C61341-2387-A72F-AD8A-02B0D6373C0C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C61341-2387-A72F-AD8A-02B0D6373C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C4919F-629F-A3DF-7D9A-F73C0EC22739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C4919F-629F-A3DF-7D9A-F73C0EC227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1BE89B9-632C-C4E3-CEA8-A3DD3F96985A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1BE89B9-632C-C4E3-CEA8-A3DD3F9698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72088B4-E165-DC2E-4D64-34BEB7C6462C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72088B4-E165-DC2E-4D64-34BEB7C6462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E22E586-C555-40CF-3570-2A5CFC25FDDD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E22E586-C555-40CF-3570-2A5CFC25FDD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3C09B7D-63EC-D9BA-14A2-AEFE7A516E46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D09CA92-5818-77CD-8C3E-EE2D5517F0E4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D09CA92-5818-77CD-8C3E-EE2D5517F0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D78E43C-D896-35F0-FE41-8BA173A9D035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D78E43C-D896-35F0-FE41-8BA173A9D0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779500-306C-BAED-0F69-4AFB3199D620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779500-306C-BAED-0F69-4AFB3199D6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7A1A3E-9915-9C58-560B-8F266DD8D759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7A1A3E-9915-9C58-560B-8F266DD8D7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CAE400F-D30D-7D8A-AC34-D6E2090ED091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CAE400F-D30D-7D8A-AC34-D6E2090ED0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1BEC4A5-E9C8-163B-FBD6-BC20D9818E0C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3EF25FE-C090-5971-7E32-260855A821DA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3EF25FE-C090-5971-7E32-260855A821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727962-6BA9-F31D-61EC-8C498FBF8792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727962-6BA9-F31D-61EC-8C498FBF87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0FBC4F9-783F-1797-AA79-56754F6C044C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0FBC4F9-783F-1797-AA79-56754F6C04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A18DAFE-6492-03CF-A97E-2C4FCCE24BBE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A18DAFE-6492-03CF-A97E-2C4FCCE24B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81F16B8-9A71-B33F-EB6E-918DEFAA8233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81F16B8-9A71-B33F-EB6E-918DEFAA82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9FAEB12-D108-64DB-4412-793FE5F1FDF2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9FAEB12-D108-64DB-4412-793FE5F1FD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D9B419D-668C-CAB5-AACC-9D3D56A10DF9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D9B419D-668C-CAB5-AACC-9D3D56A10D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ACB0C8-C152-4B1B-E88F-4674FD64A237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ACB0C8-C152-4B1B-E88F-4674FD64A2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44505C-685E-3EE2-4579-D5E2BB95890E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44505C-685E-3EE2-4579-D5E2BB95890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B68446-BE53-36FA-6297-1580ACA8C9B2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B68446-BE53-36FA-6297-1580ACA8C9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968F07E-A7A7-0DED-93CE-3BCED26F3148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968F07E-A7A7-0DED-93CE-3BCED26F314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463C04-AC9F-5A1E-BD44-3243F5DD9969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463C04-AC9F-5A1E-BD44-3243F5DD996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80CC68-F18D-1694-43D1-8844306E5F9F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80CC68-F18D-1694-43D1-8844306E5F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A168EF6-DCF0-53F9-7302-467D4A651683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68D1CD-64BA-5D14-97E2-4F0E1098A6FA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68D1CD-64BA-5D14-97E2-4F0E1098A6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62DFD81-CAB8-CE72-727F-307DDA44677C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62DFD81-CAB8-CE72-727F-307DDA4467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DEB41E-EE4C-1B33-8EF8-A5400F5DEA55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DEB41E-EE4C-1B33-8EF8-A5400F5DEA5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F83888-7161-12DF-E3AB-4D7867629608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F83888-7161-12DF-E3AB-4D78676296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3C80CF0-378E-46CD-F2A0-15CDC57165A9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152C291-C47E-0B4C-1F67-C8C828DB7DD6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152C291-C47E-0B4C-1F67-C8C828DB7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086208C-D33C-1E89-14A2-0D353CF33888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086208C-D33C-1E89-14A2-0D353CF338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21BF6C3-12D6-36E3-5B82-D0B1B4952509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21BF6C3-12D6-36E3-5B82-D0B1B49525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E03C125-8B15-D320-6EF3-043764C0489B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E03C125-8B15-D320-6EF3-043764C048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CE7BE4-8E5B-32DB-F485-24F67AB58767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CE7BE4-8E5B-32DB-F485-24F67AB587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90CBFF9-C0D8-35AA-11B0-61B19E314219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058C29-CEE9-F2D7-4823-951782AE84D9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058C29-CEE9-F2D7-4823-951782AE84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3B1256F-01DE-D5B8-F847-1BD4B0279305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3B1256F-01DE-D5B8-F847-1BD4B02793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CB337F-6FB4-88F5-8CCD-9C8492C4D050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7B84F0-1CF8-3AF0-B103-C3039AFA98C6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7B84F0-1CF8-3AF0-B103-C3039AFA9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C5B3D6-BFBA-E648-7466-9CB020400D38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C5B3D6-BFBA-E648-7466-9CB020400D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B256DA0-09F2-0EBA-569A-8E7396DF51EB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2BEEB8-0CA0-8564-AC9E-2C66CC49FB6E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2BEEB8-0CA0-8564-AC9E-2C66CC49FB6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73CAEF0-524A-EB2F-4AAD-38662DE5E1B1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73CAEF0-524A-EB2F-4AAD-38662DE5E1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D101F6-7E63-561D-0674-72A042B68395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D101F6-7E63-561D-0674-72A042B683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32E2DD4-B91D-3764-4603-32D84F5A15F8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32E2DD4-B91D-3764-4603-32D84F5A15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741E1C-E50A-F082-5514-E4149778483B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741E1C-E50A-F082-5514-E4149778483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17A8981-0697-F8C4-3C6D-4B87B1A58D00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17A8981-0697-F8C4-3C6D-4B87B1A58D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5BA7423-0B07-655F-A618-EFAC66A7C1CF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5BA7423-0B07-655F-A618-EFAC66A7C1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2AFD155-32D6-F1A1-31F4-16FA856DF898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2AFD155-32D6-F1A1-31F4-16FA856DF89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3E4A57-D95F-97A4-0FE4-7CF1943C4C2A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3E4A57-D95F-97A4-0FE4-7CF1943C4C2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3409295C-169D-2F88-9B49-81D5600B98F5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73989" y="2464776"/>
            <a:ext cx="6711670" cy="1602941"/>
          </a:xfrm>
          <a:prstGeom prst="rect">
            <a:avLst/>
          </a:prstGeom>
        </p:spPr>
      </p:pic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B32F0FA-0847-A7A3-31E7-7E722E78C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355058"/>
              </p:ext>
            </p:extLst>
          </p:nvPr>
        </p:nvGraphicFramePr>
        <p:xfrm>
          <a:off x="401112" y="4690443"/>
          <a:ext cx="5140152" cy="1828800"/>
        </p:xfrm>
        <a:graphic>
          <a:graphicData uri="http://schemas.openxmlformats.org/drawingml/2006/table">
            <a:tbl>
              <a:tblPr/>
              <a:tblGrid>
                <a:gridCol w="2204928">
                  <a:extLst>
                    <a:ext uri="{9D8B030D-6E8A-4147-A177-3AD203B41FA5}">
                      <a16:colId xmlns:a16="http://schemas.microsoft.com/office/drawing/2014/main" val="4271162171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15830016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74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optimizer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How model learns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530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Error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74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726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37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A5F7-07BB-8082-A8AB-8F19B741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3CE6C1-2EE9-D6FF-26E8-F00B3623969A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Compile Step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87B8E6-48B6-33EF-F570-58261D4BB356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082C01-8E9D-2FBE-BB67-59F9092C9D3E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125DD2-0178-2950-470B-2DD89405166B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F8AD43-D620-D2F6-A09E-8DF1AB9AFCCF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193EF4-54F6-4031-EE33-E30B65704F9F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9E3785-3C84-5A7C-D7BA-F3BD51CE5F86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B48AAD-5D0A-A4B2-17E8-07550553A297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8B4EAE3-285C-F026-52AD-E22A0A1A8792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82AE22-3488-3E62-87DB-669EBFD3241D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92721F9-F166-094F-C48E-1B9AC72E8FE9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15DE35-2453-33B1-8AC3-895243BA1897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DDDD97A-FC18-DEAB-AE74-523D5C1C6896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D4A7C7B-CE08-970F-B2DE-75158A3BF692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766B9E-5CFF-7D0A-507F-65ECC26B43F6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1B6601-F277-6746-1BF5-D2EBCDE3DFFB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51BBDE-8333-0B90-CE26-8609DF4E6C6E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3A5C50D-8BC4-4095-A582-4792EA422E0A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3A5C50D-8BC4-4095-A582-4792EA422E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7108A27-D726-E67C-6F56-D8C41B459AC9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7108A27-D726-E67C-6F56-D8C41B459A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7E7959D-E023-8233-532D-CEF35FB69CA9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7E7959D-E023-8233-532D-CEF35FB69C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8058239-4DF2-1BD4-0267-246C4CA7604B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D175B8-BFDE-B5BA-8A33-14AB0FED2D31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D175B8-BFDE-B5BA-8A33-14AB0FED2D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D5BF6D-4F57-E526-3DF5-BF66D497E6A3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D5BF6D-4F57-E526-3DF5-BF66D497E6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B048BD-C24C-0F0E-F7B1-2DC80FA4AD9D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B048BD-C24C-0F0E-F7B1-2DC80FA4AD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BFD8830-FEAD-AB07-A796-C13109CA0CD0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BFD8830-FEAD-AB07-A796-C13109CA0C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C499FAA-3EB5-C856-EF09-EB22A85DC94B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C499FAA-3EB5-C856-EF09-EB22A85DC9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6975EB2-10E2-FFF1-FC63-012F8BDE798E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6975EB2-10E2-FFF1-FC63-012F8BDE798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BBF1258-5A19-1559-576F-092933AD9E0A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D79CCF2-D4AD-558D-D7FF-8738E1AB3A44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D79CCF2-D4AD-558D-D7FF-8738E1AB3A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9731C4A-4893-3416-B7D5-CDD69428AB41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9731C4A-4893-3416-B7D5-CDD69428AB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52057A-4F29-A8E4-BA1B-44D8B56E946D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52057A-4F29-A8E4-BA1B-44D8B56E946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1B1984-61FF-6DE6-F525-5583F193D410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1B1984-61FF-6DE6-F525-5583F193D41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97E584-A9D2-BB47-200D-76C6ABE80930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97E584-A9D2-BB47-200D-76C6ABE8093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B3D5886-0325-63ED-64F0-049145E9B49B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4227BC-F28A-71E8-D8CF-5A7B54BC99C8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4227BC-F28A-71E8-D8CF-5A7B54BC99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B5C0CAA-C39C-3820-CA88-F3789C403CFC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B5C0CAA-C39C-3820-CA88-F3789C403CF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C8132CF-9510-2C38-2464-C04666893E13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8132CF-9510-2C38-2464-C04666893E1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69F172-C4B9-09DC-F9C8-DC93B9CFCE41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69F172-C4B9-09DC-F9C8-DC93B9CFCE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F88FD4-E4BF-DC9A-85FB-FCF4DEBD53BE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F88FD4-E4BF-DC9A-85FB-FCF4DEBD53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9D0CE0-B2FC-ACEA-4076-66DC3F1D1E1A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9D0CE0-B2FC-ACEA-4076-66DC3F1D1E1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F305981-03B3-A113-8270-E0B161BA9BBC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F305981-03B3-A113-8270-E0B161BA9BB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D24C69-B2B4-E54C-02D5-6D68F101EC82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D24C69-B2B4-E54C-02D5-6D68F101EC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D6FC6C-E8ED-4236-4AC2-FFCCDC9F37EA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D6FC6C-E8ED-4236-4AC2-FFCCDC9F37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1E6641A-8A16-C0DF-22B5-067147B144F2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1E6641A-8A16-C0DF-22B5-067147B144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4BC040-E80F-EC5E-5553-8111266E0FBB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4BC040-E80F-EC5E-5553-8111266E0FB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DE6FCA-7FBD-66F2-8A5D-57CBA28545B0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DE6FCA-7FBD-66F2-8A5D-57CBA28545B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78782CD-A36F-430E-042C-F6719FDC8FF5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78782CD-A36F-430E-042C-F6719FDC8F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B9CF316-EA52-2FBB-953F-365E62E046FD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DD28DB-8318-63AF-B15D-C743FB443E98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DD28DB-8318-63AF-B15D-C743FB443E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0FAB5FA-3DF8-E1BD-9983-37A466FDF764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0FAB5FA-3DF8-E1BD-9983-37A466FDF7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D67990A-5D0A-5D3F-96E7-F3DF859BC333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D67990A-5D0A-5D3F-96E7-F3DF859BC3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2C6528-5E56-35F6-8864-DF0924CA64F8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2C6528-5E56-35F6-8864-DF0924CA64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8BA4157-9561-450C-2C8F-BB28CEDB4C02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0E212CF-0325-C77B-DCEB-40403C807CD5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0E212CF-0325-C77B-DCEB-40403C807CD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55899B5-FF7D-790E-24FF-F121AF1E269E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55899B5-FF7D-790E-24FF-F121AF1E269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021641C-C9F5-6E17-9BE1-3BBDAF709795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021641C-C9F5-6E17-9BE1-3BBDAF7097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052B991-7054-A70C-DB45-DA6DE92202DC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052B991-7054-A70C-DB45-DA6DE92202D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B5AA803-E9DE-8E80-81DC-DECAE32A7E47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B5AA803-E9DE-8E80-81DC-DECAE32A7E4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BA53E89-F01B-9B1C-5DB2-EE56D9B54508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23C0867-9D80-0E7A-6E8F-8F4DC4D4EFE2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23C0867-9D80-0E7A-6E8F-8F4DC4D4EFE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9187F79-FA96-F81C-106D-7DA7B6A023AB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9187F79-FA96-F81C-106D-7DA7B6A023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86CBF75-5ACA-22BE-C35C-8479DCD6AE94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D611DA0-FB5C-B89F-79F1-B451B48F5C35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D611DA0-FB5C-B89F-79F1-B451B48F5C3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304E27-0ED5-B0DB-1681-405489DCEE21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304E27-0ED5-B0DB-1681-405489DCEE2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F3B83A9-479C-8023-0D39-7AEB65A403E5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758748F-E20F-979E-4E1D-81A30BE7F265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758748F-E20F-979E-4E1D-81A30BE7F26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2F59E9-38E2-F5D7-7E3E-B93561AA2A1E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2F59E9-38E2-F5D7-7E3E-B93561AA2A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E5F8C16-2262-DC65-621B-9D85366C380E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E5F8C16-2262-DC65-621B-9D85366C38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651F9E-8099-B090-E88C-F660EA09E210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651F9E-8099-B090-E88C-F660EA09E2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4F9690D-1515-6576-509D-C1C0C41FA1F6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4F9690D-1515-6576-509D-C1C0C41FA1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0A36485-7C30-C534-1169-839BBD8F284F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0A36485-7C30-C534-1169-839BBD8F284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3CA6277-6E35-AE1E-86BF-30020D579B23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3CA6277-6E35-AE1E-86BF-30020D579B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7DC963D-1FC7-FD42-5F43-E85525E9C348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7DC963D-1FC7-FD42-5F43-E85525E9C34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43845C-270F-9B7B-CAC0-53E47E9BD5A3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43845C-270F-9B7B-CAC0-53E47E9BD5A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BCB98048-95D3-0A3E-1C0D-89062C80C3B6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73989" y="2464776"/>
            <a:ext cx="6711670" cy="160294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6085B4-BE60-1020-3E71-D2EDF7205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05722"/>
              </p:ext>
            </p:extLst>
          </p:nvPr>
        </p:nvGraphicFramePr>
        <p:xfrm>
          <a:off x="398268" y="4817671"/>
          <a:ext cx="7621020" cy="1828800"/>
        </p:xfrm>
        <a:graphic>
          <a:graphicData uri="http://schemas.openxmlformats.org/drawingml/2006/table">
            <a:tbl>
              <a:tblPr/>
              <a:tblGrid>
                <a:gridCol w="2280924">
                  <a:extLst>
                    <a:ext uri="{9D8B030D-6E8A-4147-A177-3AD203B41FA5}">
                      <a16:colId xmlns:a16="http://schemas.microsoft.com/office/drawing/2014/main" val="2987946184"/>
                    </a:ext>
                  </a:extLst>
                </a:gridCol>
                <a:gridCol w="3374136">
                  <a:extLst>
                    <a:ext uri="{9D8B030D-6E8A-4147-A177-3AD203B41FA5}">
                      <a16:colId xmlns:a16="http://schemas.microsoft.com/office/drawing/2014/main" val="87292323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333366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5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mse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08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binary_crossentropy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sigmoid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2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Multi-class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categorical_crossentropy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softmax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069548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E0328006-53CD-F7C8-77A9-DBEEF9F3D8B2}"/>
              </a:ext>
            </a:extLst>
          </p:cNvPr>
          <p:cNvSpPr txBox="1"/>
          <p:nvPr/>
        </p:nvSpPr>
        <p:spPr>
          <a:xfrm>
            <a:off x="196596" y="426846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Choices</a:t>
            </a:r>
          </a:p>
        </p:txBody>
      </p:sp>
    </p:spTree>
    <p:extLst>
      <p:ext uri="{BB962C8B-B14F-4D97-AF65-F5344CB8AC3E}">
        <p14:creationId xmlns:p14="http://schemas.microsoft.com/office/powerpoint/2010/main" val="870060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667F-38FC-AC8C-1766-3C1CC98E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F4D7C-C7E9-2BB0-BD25-7F9D442A440A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Training the model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AF8E37D-9BD0-6679-0182-5878DB459B6B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FA5C4B-20DC-1E30-6555-D5B20B15B6A7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EA0C64-1C27-C0F0-C99B-3B4D4D9019A1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DE4C13-E5D3-DD58-7311-9BE2AE1D9D29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4A78AF-998D-37DC-8440-DD54D97ACA5A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42C1A8-E7E9-4ADD-4418-84FCE103EF4A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09E560-F083-9E17-A837-8DC8071558E3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8B372-6336-52A1-CFD4-A9F7100F94A6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5699B6-D1B8-D1AF-739C-ACD6EC1D03DC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CBFDDC-6B92-7786-72E2-B34B11C29C1A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A63D4D-6A11-E771-86E0-3142938BA5CA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D5D435-E9C0-FA59-8D9F-A0B6FC79D2A8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E5E64F-DD6C-DF60-85A1-7AE99FEEE5F2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3495E5-FAE6-A276-4FA3-162A6C3EFD6D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B0E68-94B3-4539-57AE-E9A44012620E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27023-4C31-29D0-BB02-F60734709751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7539E15-351D-2D4A-C2D8-6DC66AB0B0B8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7539E15-351D-2D4A-C2D8-6DC66AB0B0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202B216-D62D-34C4-3CB9-DF2826C01A3E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202B216-D62D-34C4-3CB9-DF2826C01A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9ECA561-537D-2EDF-54E6-EF9D13E597A5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9ECA561-537D-2EDF-54E6-EF9D13E597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590ECF2-B3E5-486F-CF1C-C49E3266D452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53EC1FE-E699-35C0-CADD-B627FD7E4464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53EC1FE-E699-35C0-CADD-B627FD7E44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A7549B9-AB76-1832-2D60-7513CCD27FA3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A7549B9-AB76-1832-2D60-7513CCD27F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1D997A9-EAFE-CDA3-3969-009B1EBEE341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1D997A9-EAFE-CDA3-3969-009B1EBEE3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948CFB6-6057-B1E9-BA0F-1A1E38360AA9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948CFB6-6057-B1E9-BA0F-1A1E38360AA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4A13F0D-6A5E-84D8-870F-A3662EF61E9D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4A13F0D-6A5E-84D8-870F-A3662EF61E9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713DA4E-F733-5524-E8EE-70AE16F4C10D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713DA4E-F733-5524-E8EE-70AE16F4C10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0E012E3-B11E-F04A-D875-2979F6D83FED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17E597-E621-865B-81B7-48BEA5482416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17E597-E621-865B-81B7-48BEA54824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14D0D4-8FC1-2C40-5F3A-EBAD62E21544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14D0D4-8FC1-2C40-5F3A-EBAD62E215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B13316-FAA5-5501-6591-8BA211730DA0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B13316-FAA5-5501-6591-8BA211730DA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878D5CD-9194-E2A9-A82E-20453F75FED4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878D5CD-9194-E2A9-A82E-20453F75FED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BB2C26-62E8-E9C3-2893-931181D4B869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BB2C26-62E8-E9C3-2893-931181D4B8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C15E06-3836-7931-033D-053CB1EFC909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0DA2B11-5707-4E04-5E74-554BB07909E3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0DA2B11-5707-4E04-5E74-554BB07909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94CF22-CF6B-4788-83B3-487BB109BE23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94CF22-CF6B-4788-83B3-487BB109BE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900FA2-76E4-0CF2-51FF-8868FF122322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900FA2-76E4-0CF2-51FF-8868FF1223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8C1FA59-58E8-606E-F102-5CC653220D92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8C1FA59-58E8-606E-F102-5CC653220D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8F7C24-DAED-3B95-23D9-9FDC67AD658A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8F7C24-DAED-3B95-23D9-9FDC67AD65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289A4CC-B1A0-F319-4C41-6589A29EA6C3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289A4CC-B1A0-F319-4C41-6589A29EA6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AEFA14-E979-89C2-66C3-F7F82C6BFD20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AEFA14-E979-89C2-66C3-F7F82C6BFD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3EC0EBF-89F3-47A5-F8EE-4E99C70B048A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3EC0EBF-89F3-47A5-F8EE-4E99C70B04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F85BFE-9B7B-AC7B-9450-BF9C47636D75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F85BFE-9B7B-AC7B-9450-BF9C47636D7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7F95AC6-AF26-A2CE-2D8F-C867B583D71F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7F95AC6-AF26-A2CE-2D8F-C867B583D7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C85ACC-9462-5834-E8B2-DEA5EC11A735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C85ACC-9462-5834-E8B2-DEA5EC11A7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31F2DD1-B1B7-17C9-304D-34BDA0859A84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31F2DD1-B1B7-17C9-304D-34BDA0859A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30A315C-863F-BBA5-E202-80470F890C16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30A315C-863F-BBA5-E202-80470F890C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7190533-B030-DFA4-352D-5FF4EF768181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D6D4573-D565-6565-8D86-10F6A6AB9068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D6D4573-D565-6565-8D86-10F6A6AB90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8DF26C-22EB-8DED-4FFF-0CB43CDEEC49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8DF26C-22EB-8DED-4FFF-0CB43CDEEC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4E3A1EA-0526-A992-1A9C-85CABA9E891F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4E3A1EA-0526-A992-1A9C-85CABA9E89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2245BD-D873-0E6C-E8F8-5BC17A1A9685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2245BD-D873-0E6C-E8F8-5BC17A1A96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D410419-778F-2E66-84FF-FCF7213E8AD5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D02D96-5218-F5EE-6F92-99769C73A03C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D02D96-5218-F5EE-6F92-99769C73A0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700DD33-49B9-80BB-FA28-34FEEF453710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700DD33-49B9-80BB-FA28-34FEEF4537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AF8695-614C-BDC3-1437-C6B538C2ACAE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AF8695-614C-BDC3-1437-C6B538C2ACA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FC54247-BFFF-B2D8-B490-EC2A834FA30F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FC54247-BFFF-B2D8-B490-EC2A834FA30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01E7B3-040E-4EA6-C318-08ECFEC60D93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01E7B3-040E-4EA6-C318-08ECFEC60D9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477B840-8D39-9A2C-6C11-ADFF9BBEF1B5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5D24F3D-BA22-956F-A123-F4DCC97D3173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5D24F3D-BA22-956F-A123-F4DCC97D317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2D62249-D250-8C93-BFC6-33275659E6AA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2D62249-D250-8C93-BFC6-33275659E6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8006AC5-8B38-C0E5-E111-D3B5F6AE8FF9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4925CA7-62C1-2F1A-CAFC-5A16D4D245E9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4925CA7-62C1-2F1A-CAFC-5A16D4D245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A7ECA1-B5F4-A0D8-A3CC-E1C592DC06E7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A7ECA1-B5F4-A0D8-A3CC-E1C592DC06E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D9EE11D-6BFA-3C04-C029-75236AD2D929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1FD04A-D940-E7AA-F178-FF06F1EFAF60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1FD04A-D940-E7AA-F178-FF06F1EFAF6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4E3C8A-5344-8366-8C96-F692286B4EC7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4E3C8A-5344-8366-8C96-F692286B4EC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8A76A70-9A1E-ABC2-D46D-5F13C92F7C44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8A76A70-9A1E-ABC2-D46D-5F13C92F7C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D4D9842-D1D5-5A7E-53EC-1577F63BA82E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D4D9842-D1D5-5A7E-53EC-1577F63BA82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6626047-67C0-39B6-EE79-D5D6E83E2C0E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6626047-67C0-39B6-EE79-D5D6E83E2C0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00E08D-A1EC-AB85-E7A0-DCF64470BB9F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00E08D-A1EC-AB85-E7A0-DCF64470BB9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ADD4B7C-ECB6-FC42-8155-A2917C8CF73A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ADD4B7C-ECB6-FC42-8155-A2917C8CF7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F302740-3388-9284-477E-253118ED8F9E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F302740-3388-9284-477E-253118ED8F9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1CC553B-FBF3-14B1-9345-3372CA00D637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1CC553B-FBF3-14B1-9345-3372CA00D6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78A81E30-1C47-16B4-0837-FF91300BE26C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77117" y="986715"/>
            <a:ext cx="7944959" cy="2648320"/>
          </a:xfrm>
          <a:prstGeom prst="rect">
            <a:avLst/>
          </a:prstGeom>
        </p:spPr>
      </p:pic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ECF990AB-39ED-C148-B552-A24D78EF9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936274"/>
              </p:ext>
            </p:extLst>
          </p:nvPr>
        </p:nvGraphicFramePr>
        <p:xfrm>
          <a:off x="274320" y="4499685"/>
          <a:ext cx="6733032" cy="1371600"/>
        </p:xfrm>
        <a:graphic>
          <a:graphicData uri="http://schemas.openxmlformats.org/drawingml/2006/table">
            <a:tbl>
              <a:tblPr/>
              <a:tblGrid>
                <a:gridCol w="3496056">
                  <a:extLst>
                    <a:ext uri="{9D8B030D-6E8A-4147-A177-3AD203B41FA5}">
                      <a16:colId xmlns:a16="http://schemas.microsoft.com/office/drawing/2014/main" val="285573953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377512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64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epochs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Number of passes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202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batch_size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per 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484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9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186D-F6F1-A3A3-5AB9-540C16D7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FE28-E6D8-338B-C323-4A90E3EE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21ED-D472-E2E3-8B89-3627D8F10F1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54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2095</TotalTime>
  <Words>261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Model Building Using Keras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237</cp:revision>
  <dcterms:created xsi:type="dcterms:W3CDTF">2025-09-22T02:44:38Z</dcterms:created>
  <dcterms:modified xsi:type="dcterms:W3CDTF">2026-04-05T14:35:19Z</dcterms:modified>
</cp:coreProperties>
</file>