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notesSlides/notesSlide5.xml" ContentType="application/vnd.openxmlformats-officedocument.presentationml.notesSlide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notesSlides/notesSlide6.xml" ContentType="application/vnd.openxmlformats-officedocument.presentationml.notesSlide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notesSlides/notesSlide7.xml" ContentType="application/vnd.openxmlformats-officedocument.presentationml.notesSlide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notesSlides/notesSlide8.xml" ContentType="application/vnd.openxmlformats-officedocument.presentationml.notesSlide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1" r:id="rId2"/>
    <p:sldId id="276" r:id="rId3"/>
    <p:sldId id="277" r:id="rId4"/>
    <p:sldId id="278" r:id="rId5"/>
    <p:sldId id="279" r:id="rId6"/>
    <p:sldId id="282" r:id="rId7"/>
    <p:sldId id="280" r:id="rId8"/>
    <p:sldId id="283" r:id="rId9"/>
    <p:sldId id="281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15.3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1 134 5905 0 0,'0'0'2404'0'0,"6"-2"-2370"0"0,30-4 56 0 0,1 1 0 0 0,59 0 0 0 0,19-2 12 0 0,220-27 136 0 0,13-3-54 0 0,-145 23-85 0 0,-87 10 47 0 0,-65 2 483 0 0,-48 2-468 0 0,21 4 628 0 0,-15-5-3522 0 0,8-12-1211 0 0,-9 6 1516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25.8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75 5481 0 0,'0'-5'-99'0'0,"0"0"209"0"0,0 1 0 0 0,0 0 0 0 0,0 0 0 0 0,0 0 0 0 0,-1 0-1 0 0,0 0 1 0 0,0 0 0 0 0,0-1 0 0 0,-2-4 0 0 0,2 7 128 0 0,-10-19 4021 0 0,33 46-4247 0 0,0-1-1 0 0,2-1 0 0 0,0-1 0 0 0,2-1 0 0 0,0-1 0 0 0,1-1 1 0 0,1-2-1 0 0,49 23 0 0 0,137 49 214 0 0,-213-89-207 0 0,3 8 36 0 0,-4-8-53 0 0,0 0 0 0 0,0 1 0 0 0,1-1 1 0 0,-1 0-1 0 0,0 1 0 0 0,0-1 0 0 0,1 0 0 0 0,-1 1 0 0 0,0-1 1 0 0,0 1-1 0 0,0-1 0 0 0,1 0 0 0 0,-1 1 0 0 0,0-1 0 0 0,0 0 1 0 0,0 1-1 0 0,0-1 0 0 0,0 1 0 0 0,0-1 0 0 0,0 1 0 0 0,0-1 1 0 0,0 0-1 0 0,0 1 0 0 0,0-1 0 0 0,0 1 0 0 0,0-1 0 0 0,-1 0 1 0 0,1 1-1 0 0,0-1 0 0 0,0 0 0 0 0,0 1 0 0 0,0-1 0 0 0,-1 1 1 0 0,1-1-1 0 0,0 0 0 0 0,0 0 0 0 0,-1 1 0 0 0,1-1 0 0 0,0 0 1 0 0,-1 1-1 0 0,1-1 0 0 0,0 0 0 0 0,-1 0 0 0 0,1 1 0 0 0,0-1 1 0 0,-1 0-1 0 0,1 0 0 0 0,-1 0 0 0 0,-208 170 164 0 0,-7 6-1281 0 0,205-168-175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26.9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59 6277 0 0,'-11'-45'1778'0'0,"10"45"-1761"0"0,1-1 0 0 0,0 1 0 0 0,0 0-1 0 0,0-1 1 0 0,0 1 0 0 0,0-1-1 0 0,0 1 1 0 0,0-1 0 0 0,0 1 0 0 0,0-1-1 0 0,0 1 1 0 0,1-1 0 0 0,-1 1 0 0 0,0-1-1 0 0,0 1 1 0 0,0 0 0 0 0,0-1-1 0 0,1 1 1 0 0,-1-1 0 0 0,0 1 0 0 0,0 0-1 0 0,1-1 1 0 0,-1 1 0 0 0,0-1 0 0 0,1 1-1 0 0,-1 0 1 0 0,1 0 0 0 0,-1-1-1 0 0,0 1 1 0 0,1 0 0 0 0,-1 0 0 0 0,1-1-1 0 0,-1 1 1 0 0,0 0 0 0 0,1 0 0 0 0,-1 0-1 0 0,1 0 1 0 0,-1 0 0 0 0,1-1-1 0 0,-1 1 1 0 0,1 0 0 0 0,-1 0 0 0 0,1 0-1 0 0,-1 0 1 0 0,1 1 0 0 0,-1-1-1 0 0,1 0 1 0 0,-1 0 0 0 0,0 0 0 0 0,1 0-1 0 0,-1 0 1 0 0,1 0 0 0 0,-1 1 0 0 0,1-1-1 0 0,-1 0 1 0 0,0 0 0 0 0,1 1-1 0 0,0 0 1 0 0,141 41 78 0 0,250 42 0 0 0,89-14-20 0 0,1 1 514 0 0,-423-61 1293 0 0,-56-10-1661 0 0,7 2 170 0 0,-11-20-7709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27.4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348 61 6905 0 0,'-81'-46'458'0'0,"79"45"-192"0"0,-13-7 929 0 0,4 3 1071 0 0,42 29-2242 0 0,2-1 1 0 0,0-2-1 0 0,58 29 0 0 0,-54-32-9 0 0,-1 2 1 0 0,-1 2-1 0 0,54 43 0 0 0,-87-64-14 0 0,0 1 0 0 0,0-1 0 0 0,0 1-1 0 0,0 0 1 0 0,0 0 0 0 0,-1 0 0 0 0,1 0 0 0 0,-1 0 0 0 0,1 0 0 0 0,-1 0 0 0 0,0 0 0 0 0,0 0 0 0 0,0 1 0 0 0,0-1 0 0 0,0 1 0 0 0,-1-1 0 0 0,1 0 0 0 0,-1 1-1 0 0,1-1 1 0 0,-1 5 0 0 0,-1-4 9 0 0,0 1 0 0 0,0-1-1 0 0,-1 0 1 0 0,1 0 0 0 0,-1 0-1 0 0,0 1 1 0 0,0-1 0 0 0,0-1-1 0 0,0 1 1 0 0,0 0 0 0 0,-1-1-1 0 0,1 1 1 0 0,-1-1 0 0 0,-4 4-1 0 0,-49 36 129 0 0,-2-2 0 0 0,-2-3 0 0 0,-81 38 0 0 0,68-38-1503 0 0,-133 91 1 0 0,183-106-2980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32.8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69 6165 0 0,'-42'-14'328'0'0,"40"14"-172"0"0,2 0-141 0 0,0 0-1 0 0,-1 0 1 0 0,1 0-1 0 0,0 0 1 0 0,-1 0-1 0 0,1 0 1 0 0,-1 0 0 0 0,1 0-1 0 0,0 0 1 0 0,-1 0-1 0 0,1 0 1 0 0,0 0-1 0 0,-1 0 1 0 0,1 0-1 0 0,0 0 1 0 0,0 0-1 0 0,-1 0 1 0 0,1-1-1 0 0,0 1 1 0 0,-1 0 0 0 0,1 0-1 0 0,0 0 1 0 0,-1 0-1 0 0,1-1 1 0 0,0 1-1 0 0,0 0 1 0 0,-1 0-1 0 0,1-1 1 0 0,0 1-1 0 0,0 0 1 0 0,0 0-1 0 0,-1-1 1 0 0,1 1 0 0 0,0 0-1 0 0,0-1 1 0 0,0 1-1 0 0,0 0 1 0 0,0-1-1 0 0,0 1 1 0 0,0 0-1 0 0,0-1 1 0 0,-1 1-1 0 0,1 0 1 0 0,0-1-1 0 0,0 1 1 0 0,0 0 0 0 0,1-1-1 0 0,-1 1 1 0 0,0 0-1 0 0,0-1 1 0 0,0 0 3 0 0,0 0 1 0 0,1 0 0 0 0,-1 0 0 0 0,0 0-1 0 0,1 0 1 0 0,-1 0 0 0 0,1 0 0 0 0,-1 0-1 0 0,1 0 1 0 0,-1 0 0 0 0,1 0-1 0 0,0 0 1 0 0,-1 0 0 0 0,1 0 0 0 0,0 1-1 0 0,0-1 1 0 0,0 0 0 0 0,0 0 0 0 0,0 0-1 0 0,11-4 7 0 0,-1 1 0 0 0,1 0 0 0 0,0 1 0 0 0,0 0-1 0 0,0 0 1 0 0,0 2 0 0 0,1-1 0 0 0,20 2 0 0 0,-2 0-12 0 0,1 2 0 0 0,40 9 0 0 0,-59-9-11 0 0,-1 1 0 0 0,1 0-1 0 0,-1 1 1 0 0,1 1 0 0 0,-1 0 0 0 0,0 0 0 0 0,12 9-1 0 0,-22-13 1 0 0,1 1 0 0 0,-1-1-1 0 0,0 1 1 0 0,0 0-1 0 0,0 0 1 0 0,0 0-1 0 0,0 0 1 0 0,0 0-1 0 0,-1 0 1 0 0,1 0 0 0 0,-1 1-1 0 0,1-1 1 0 0,-1 1-1 0 0,0-1 1 0 0,0 1-1 0 0,0-1 1 0 0,0 1-1 0 0,-1 0 1 0 0,1-1 0 0 0,-1 1-1 0 0,1 0 1 0 0,-1 0-1 0 0,0-1 1 0 0,0 1-1 0 0,0 0 1 0 0,0 0 0 0 0,-1-1-1 0 0,1 1 1 0 0,-1 0-1 0 0,0-1 1 0 0,0 1-1 0 0,0 0 1 0 0,0-1-1 0 0,0 1 1 0 0,0-1 0 0 0,-1 0-1 0 0,1 1 1 0 0,-1-1-1 0 0,-3 3 1 0 0,-7 12 16 0 0,-1-2 0 0 0,-1 0 1 0 0,-1-1-1 0 0,0 0 0 0 0,0-1 1 0 0,-2-1-1 0 0,-25 15 0 0 0,-5 0 344 0 0,-80 31 0 0 0,121-55-254 0 0,0-1 0 0 0,-1 0 0 0 0,1 0-1 0 0,0-1 1 0 0,-1 1 0 0 0,-7-1 0 0 0,11-1-62 0 0,-1-5-230 0 0,4 5 166 0 0,0 0 0 0 0,-1 0 0 0 0,1 0 1 0 0,0 0-1 0 0,-1 0 0 0 0,1 0 1 0 0,0-1-1 0 0,0 1 0 0 0,-1 0 1 0 0,1 0-1 0 0,0-1 0 0 0,0 1 1 0 0,-1 0-1 0 0,1 0 0 0 0,0-1 1 0 0,0 1-1 0 0,0 0 0 0 0,0 0 1 0 0,-1-1-1 0 0,1 1 0 0 0,0 0 1 0 0,0-1-1 0 0,0 1 0 0 0,0 0 1 0 0,0-1-1 0 0,0 1 0 0 0,0 0 1 0 0,0 0-1 0 0,0-1 0 0 0,0 1 1 0 0,0 0-1 0 0,0-1 0 0 0,0 1 1 0 0,0 0-1 0 0,0-1 0 0 0,0 1 1 0 0,0 0-1 0 0,1-1 0 0 0,41-41-4456 0 0,-24 28 1902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33.3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448 12 6025 0 0,'0'0'-162'0'0,"-34"-12"-238"0"0,11 16 560 0 0,-1 1 1 0 0,1 2-1 0 0,0 0 0 0 0,1 1 0 0 0,-1 1 0 0 0,1 1 0 0 0,1 1 1 0 0,0 1-1 0 0,1 1 0 0 0,0 0 0 0 0,1 2 0 0 0,1 0 1 0 0,0 1-1 0 0,1 1 0 0 0,-15 19 0 0 0,22-24-78 0 0,1 0 1 0 0,0 1-1 0 0,1 0 0 0 0,1 0 1 0 0,-11 27-1 0 0,17-37-67 0 0,0-1-1 0 0,0 1 1 0 0,0 0-1 0 0,0 0 1 0 0,1-1-1 0 0,-1 1 1 0 0,1 0-1 0 0,0 0 1 0 0,0 0-1 0 0,0 0 1 0 0,0 0 0 0 0,0-1-1 0 0,1 1 1 0 0,-1 0-1 0 0,1 0 1 0 0,0 0-1 0 0,0-1 1 0 0,0 1-1 0 0,0 0 1 0 0,0-1 0 0 0,0 1-1 0 0,1-1 1 0 0,0 1-1 0 0,-1-1 1 0 0,1 0-1 0 0,0 0 1 0 0,0 0-1 0 0,0 0 1 0 0,0 0-1 0 0,0 0 1 0 0,1 0 0 0 0,-1-1-1 0 0,0 1 1 0 0,1-1-1 0 0,0 1 1 0 0,-1-1-1 0 0,5 1 1 0 0,8 3 22 0 0,1 0 1 0 0,-1-1 0 0 0,1-1-1 0 0,0-1 1 0 0,0 0-1 0 0,23-1 1 0 0,99-10 108 0 0,-79 4-79 0 0,15-5 32 0 0,19 0 118 0 0,-91 10-196 0 0,2 0-14 0 0,-2 0-356 0 0,19-3 780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33.9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110 54 6041 0 0,'-38'0'-307'0'0,"35"0"370"0"0,-16-3 883 0 0,-6-6 1164 0 0,25 9-2098 0 0,0-1 1 0 0,-1 1-1 0 0,1 0 1 0 0,0 0-1 0 0,0 0 1 0 0,-1 0-1 0 0,1 0 1 0 0,0-1-1 0 0,0 1 1 0 0,0 0-1 0 0,-1 0 1 0 0,1 0-1 0 0,0-1 1 0 0,0 1-1 0 0,0 0 1 0 0,0 0-1 0 0,0-1 1 0 0,-1 1-1 0 0,1 0 1 0 0,0 0-1 0 0,0-1 1 0 0,0 1-1 0 0,0 0 1 0 0,0 0-1 0 0,0-1 1 0 0,0 1-1 0 0,0 0 1 0 0,0 0-1 0 0,0-1 1 0 0,0 1-1 0 0,0 0 1 0 0,0 0-1 0 0,0-1 1 0 0,0 1 0 0 0,0 0-1 0 0,1 0 1 0 0,-1-1-1 0 0,0 1 1 0 0,0 0-1 0 0,0-1 1 0 0,6-3 5 0 0,-1 0 0 0 0,1 1 0 0 0,0 0 0 0 0,0 0 0 0 0,1 0 0 0 0,-1 1 0 0 0,0-1 0 0 0,1 1 0 0 0,0 1 0 0 0,-1 0 1 0 0,1 0-1 0 0,0 0 0 0 0,-1 0 0 0 0,1 1 0 0 0,0 0 0 0 0,0 1 0 0 0,0 0 0 0 0,-1 0 0 0 0,1 0 0 0 0,0 1 0 0 0,6 2 1 0 0,-11-3-21 0 0,-1-1 1 0 0,1 1 0 0 0,0 0 0 0 0,-1 0 0 0 0,1 0-1 0 0,-1 0 1 0 0,1 0 0 0 0,-1 1 0 0 0,1-1 0 0 0,-1 0-1 0 0,0 1 1 0 0,0-1 0 0 0,0 1 0 0 0,0-1 0 0 0,0 1-1 0 0,0 0 1 0 0,0-1 0 0 0,0 1 0 0 0,0 0 0 0 0,-1-1-1 0 0,1 1 1 0 0,-1 0 0 0 0,1 0 0 0 0,-1 0 0 0 0,0 0-1 0 0,0-1 1 0 0,0 1 0 0 0,0 0 0 0 0,0 0 0 0 0,0 0-1 0 0,0 0 1 0 0,-1 0 0 0 0,1 0 0 0 0,-1-1 0 0 0,1 1-1 0 0,-1 0 1 0 0,-1 2 0 0 0,-3 7-9 0 0,0 1 0 0 0,-1-1 1 0 0,0-1-1 0 0,-11 15 0 0 0,12-17 9 0 0,-20 24 74 0 0,-1-1 0 0 0,-2-2 0 0 0,-39 33 0 0 0,67-62-59 0 0,0 1 0 0 0,-1-1 0 0 0,1 0 0 0 0,0 0 0 0 0,0 1 0 0 0,-1-1 0 0 0,1 0 0 0 0,0 1 0 0 0,0-1 0 0 0,-1 0 1 0 0,1 1-1 0 0,0-1 0 0 0,0 1 0 0 0,0-1 0 0 0,0 0 0 0 0,0 1 0 0 0,-1-1 0 0 0,1 0 0 0 0,0 1 0 0 0,0-1 0 0 0,0 1 1 0 0,0-1-1 0 0,0 0 0 0 0,0 1 0 0 0,0-1 0 0 0,0 1 0 0 0,1-1 0 0 0,-1 0 0 0 0,0 1 0 0 0,0-1 0 0 0,0 1 1 0 0,0-1-1 0 0,0 0 0 0 0,1 1 0 0 0,-1 0 0 0 0,1-1-3 0 0,0 1 0 0 0,0-1 1 0 0,-1 1-1 0 0,1-1 0 0 0,0 1 1 0 0,0-1-1 0 0,0 0 0 0 0,0 1 0 0 0,-1-1 1 0 0,1 0-1 0 0,0 0 0 0 0,0 0 0 0 0,0 1 1 0 0,0-1-1 0 0,0 0 0 0 0,0 0 1 0 0,0 0-1 0 0,0-1 0 0 0,0 1 0 0 0,-1 0 1 0 0,3-1-1 0 0,331-52 516 0 0,-285 53-2944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38.1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132 152 3496 0 0,'-20'-42'1616'0'0,"-1"6"169"0"0,21 35-1483 0 0,-22 15-113 0 0,16-9-141 0 0,0 1 0 0 0,0 0 0 0 0,1 0 0 0 0,-1 0 0 0 0,1 1 0 0 0,1 0 0 0 0,-1 0 0 0 0,1 0 0 0 0,1 0 0 0 0,-1 1 0 0 0,1-1 0 0 0,1 1 0 0 0,-1 0 0 0 0,1 0 0 0 0,1 0-1 0 0,-1 0 1 0 0,0 14 0 0 0,3-19-36 0 0,0 0 0 0 0,0 0-1 0 0,0 0 1 0 0,0-1-1 0 0,1 1 1 0 0,-1 0 0 0 0,1-1-1 0 0,-1 1 1 0 0,1-1-1 0 0,0 1 1 0 0,0-1-1 0 0,0 0 1 0 0,0 0 0 0 0,0 0-1 0 0,1 0 1 0 0,-1 0-1 0 0,1-1 1 0 0,-1 1 0 0 0,1-1-1 0 0,-1 1 1 0 0,1-1-1 0 0,0 0 1 0 0,0 0-1 0 0,0 0 1 0 0,5 1 0 0 0,8 1 23 0 0,0 0 1 0 0,1-1 0 0 0,21 0 0 0 0,-35-2-31 0 0,21 1 19 0 0,0-2 0 0 0,0-1 1 0 0,-1-1-1 0 0,38-9 0 0 0,-46 9-22 0 0,-1-2 0 0 0,-1 0 0 0 0,1 0 0 0 0,-1-1 0 0 0,0-1 0 0 0,0 0 0 0 0,-1-1 0 0 0,20-15-1 0 0,-29 19 95 0 0,0 1 0 0 0,0-1-1 0 0,0 0 1 0 0,0 0-1 0 0,-1 0 1 0 0,1 0-1 0 0,-1 0 1 0 0,0-1-1 0 0,-1 1 1 0 0,1 0-1 0 0,-1-1 1 0 0,0 0-1 0 0,0 1 1 0 0,1-8-1 0 0,-2 11 194 0 0,0 6-274 0 0,1-2-12 0 0,-1 1 0 0 0,1-1 0 0 0,0 0 0 0 0,1 1 0 0 0,-1-1-1 0 0,1 0 1 0 0,-1 0 0 0 0,1 0 0 0 0,0 0 0 0 0,0 0 0 0 0,0 0 0 0 0,0 0-1 0 0,1-1 1 0 0,-1 1 0 0 0,1-1 0 0 0,0 0 0 0 0,-1 0 0 0 0,1 0 0 0 0,0 0 0 0 0,0 0-1 0 0,1 0 1 0 0,-1-1 0 0 0,4 2 0 0 0,10 3 9 0 0,1 0-1 0 0,0-1 1 0 0,1 0-1 0 0,-1-2 1 0 0,1 0-1 0 0,-1-1 1 0 0,39-2 0 0 0,-50 0-5 0 0,0 0 0 0 0,1-1 0 0 0,-1 0 0 0 0,0 0 0 0 0,1-1 0 0 0,-1 1 1 0 0,0-2-1 0 0,0 1 0 0 0,-1-1 0 0 0,1 0 0 0 0,0 0 0 0 0,-1-1 0 0 0,0 0 1 0 0,0 0-1 0 0,0-1 0 0 0,0 1 0 0 0,-1-1 0 0 0,1-1 0 0 0,-1 1 0 0 0,-1-1 1 0 0,1 1-1 0 0,-1-1 0 0 0,4-8 0 0 0,-6 9 19 0 0,0 0 0 0 0,0 0 0 0 0,0 0-1 0 0,-1 0 1 0 0,0-1 0 0 0,0 1 0 0 0,0 0 0 0 0,-1-1 0 0 0,0 1 0 0 0,0 0 0 0 0,0-1-1 0 0,-1 1 1 0 0,0 0 0 0 0,0-1 0 0 0,0 1 0 0 0,0 0 0 0 0,-1 0 0 0 0,0 0 0 0 0,0 0-1 0 0,-1 0 1 0 0,1 0 0 0 0,-1 0 0 0 0,0 1 0 0 0,0 0 0 0 0,-6-7 0 0 0,6 10-37 0 0,1 0 0 0 0,0 0 0 0 0,-1 0 0 0 0,1 0 0 0 0,-1 0 0 0 0,0 1 0 0 0,1-1 0 0 0,-1 1 0 0 0,0 0 0 0 0,1 0 0 0 0,-1 0 0 0 0,0 0 0 0 0,1 0 0 0 0,-1 1-1 0 0,1-1 1 0 0,-1 1 0 0 0,0 0 0 0 0,1-1 0 0 0,-1 1 0 0 0,1 0 0 0 0,0 1 0 0 0,-1-1 0 0 0,-2 2 0 0 0,3-2-80 0 0,-5 3 85 0 0,37 3-9358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38.4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 28 7517 0 0,'-4'-2'-34'0'0,"-64"-23"2110"0"0,66 25-1755 0 0,-4 11-149 0 0,5-10-163 0 0,0 0 1 0 0,0 0-1 0 0,0 0 1 0 0,0 1-1 0 0,0-1 1 0 0,0 0-1 0 0,1 1 1 0 0,-1-1-1 0 0,1 0 0 0 0,-1 1 1 0 0,1-1-1 0 0,-1 1 1 0 0,1 2-1 0 0,1 22 100 0 0,2 0-1 0 0,1 0 0 0 0,9 34 0 0 0,-5-28-268 0 0,4 44-1 0 0,-13-44-1635 0 0,-9-14-2170 0 0,4-11 1288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39.9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79 314 6033 0 0,'-18'-43'930'0'0,"18"42"-916"0"0,-1 1-1 0 0,1 0 1 0 0,-1-1 0 0 0,1 1 0 0 0,-1 0 0 0 0,1 0 0 0 0,-1 0 0 0 0,1-1 0 0 0,-1 1 0 0 0,1 0-1 0 0,-1 0 1 0 0,1 0 0 0 0,-1 0 0 0 0,1 0 0 0 0,-1 0 0 0 0,1 0 0 0 0,-1 0 0 0 0,0 0 0 0 0,1 0 0 0 0,-1 0-1 0 0,1 0 1 0 0,-1 0 0 0 0,1 1 0 0 0,-1-1 0 0 0,1 0 0 0 0,-1 0 0 0 0,1 1 0 0 0,-1-1 0 0 0,1 0-1 0 0,-1 1 1 0 0,0-1 0 0 0,-17 21 133 0 0,14-15-113 0 0,0 0 0 0 0,1 0-1 0 0,-1 1 1 0 0,2 0-1 0 0,-5 12 1 0 0,7-17-27 0 0,-1-1 1 0 0,1 1-1 0 0,0 0 1 0 0,0-1-1 0 0,0 1 0 0 0,0-1 1 0 0,0 1-1 0 0,0-1 1 0 0,0 1-1 0 0,1-1 0 0 0,-1 1 1 0 0,0-1-1 0 0,1 0 1 0 0,0 1-1 0 0,-1-1 0 0 0,1 1 1 0 0,0-1-1 0 0,-1 0 1 0 0,1 1-1 0 0,0-1 0 0 0,0 0 1 0 0,0 0-1 0 0,0 0 1 0 0,0 0-1 0 0,2 2 0 0 0,1-1 6 0 0,0 0 0 0 0,-1 0-1 0 0,1-1 1 0 0,0 1 0 0 0,0-1-1 0 0,0 0 1 0 0,0 0 0 0 0,0 0-1 0 0,7 0 1 0 0,5 0 18 0 0,0 0-1 0 0,0-2 1 0 0,0 0-1 0 0,18-4 1 0 0,-21 3 1 0 0,0 0 0 0 0,0-1 0 0 0,-1-1 0 0 0,1 0 0 0 0,-1-1 0 0 0,0 0 0 0 0,-1-1 0 0 0,1 0 0 0 0,-1-1 0 0 0,0-1 0 0 0,-1 1 0 0 0,1-1 0 0 0,-2-1-1 0 0,13-13 1 0 0,-8-10 1091 0 0,-9 25-232 0 0,11 20-763 0 0,-7-7-120 0 0,0-1 1 0 0,0 0-1 0 0,1-1 1 0 0,0 0-1 0 0,0 0 1 0 0,0-1-1 0 0,0 0 1 0 0,0-1-1 0 0,0 0 1 0 0,18 1-1 0 0,-19-2-2 0 0,25 3 10 0 0,-1-1 0 0 0,1-1 0 0 0,46-5-1 0 0,-65 1-3 0 0,1 0 1 0 0,-1-1-1 0 0,0 0 0 0 0,0-1 0 0 0,0-1 0 0 0,0 0 1 0 0,-1-2-1 0 0,1 1 0 0 0,19-14 0 0 0,-29 17-6 0 0,0-1-1 0 0,-1 0 1 0 0,0 0-1 0 0,0 0 1 0 0,0-1-1 0 0,0 1 1 0 0,0-1-1 0 0,-1 0 1 0 0,0 0-1 0 0,0 0 1 0 0,0 0-1 0 0,-1-1 1 0 0,0 1-1 0 0,0-1 1 0 0,0 1-1 0 0,-1-1 1 0 0,1 0-1 0 0,-1 0 1 0 0,-1 0-1 0 0,1 0 1 0 0,-1-8-1 0 0,-1 0 57 0 0,-1-1 1 0 0,0 0-1 0 0,-1 1 0 0 0,-1-1 0 0 0,0 1 0 0 0,0 0 1 0 0,-9-16-1 0 0,13 28-44 0 0,-5-3-12 0 0,-25 8 28 0 0,25-2-148 0 0,1 0 0 0 0,-1 0 0 0 0,1 0 0 0 0,-1 1 0 0 0,1 0 0 0 0,0 0 0 0 0,0 0 0 0 0,0 0 0 0 0,0 1 0 0 0,-5 3 0 0 0,31 6-5702 0 0,-4-10 2932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40.7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 6 6213 0 0,'0'0'-280'0'0,"-11"2"1344"0"0,6-1-81 0 0,9-2-405 0 0,20-4-249 0 0,-16 4-323 0 0,0 0-1 0 0,0 0 1 0 0,1 1 0 0 0,-1 0 0 0 0,0 1 0 0 0,11 2-1 0 0,-17-3-5 0 0,0 0 0 0 0,0 1 0 0 0,0 0 0 0 0,0-1 0 0 0,0 1-1 0 0,0 0 1 0 0,-1 0 0 0 0,1 0 0 0 0,0 0 0 0 0,-1 0 0 0 0,1 1-1 0 0,0-1 1 0 0,-1 0 0 0 0,0 1 0 0 0,1-1 0 0 0,-1 1-1 0 0,0 0 1 0 0,0-1 0 0 0,0 1 0 0 0,0 0 0 0 0,0 0 0 0 0,0-1-1 0 0,0 1 1 0 0,0 0 0 0 0,-1 0 0 0 0,1 0 0 0 0,-1 0 0 0 0,0 0-1 0 0,1 0 1 0 0,-1 0 0 0 0,0 0 0 0 0,0 0 0 0 0,0 0 0 0 0,-1 0-1 0 0,1 0 1 0 0,0 0 0 0 0,-1 0 0 0 0,1 0 0 0 0,-1 0-1 0 0,0 0 1 0 0,1 0 0 0 0,-1 0 0 0 0,0 0 0 0 0,-2 2 0 0 0,-6 12-3 0 0,-1 0 0 0 0,0-1 1 0 0,-1 0-1 0 0,-13 14 1 0 0,11-14 10 0 0,1-2 19 0 0,9-11 6 0 0,0 0 0 0 0,1 1 1 0 0,-1-1-1 0 0,1 1 0 0 0,0 0 1 0 0,0-1-1 0 0,0 1 1 0 0,0 0-1 0 0,0 0 0 0 0,0 1 1 0 0,1-1-1 0 0,-2 6 1 0 0,26-9 87 0 0,-12-1-95 0 0,1 0 0 0 0,-1-1 0 0 0,1-1 0 0 0,19-5 0 0 0,4-2-43 0 0,-2 3-182 0 0,107-20-4358 0 0,-114 24 1559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28.6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38 653 6569 0 0,'-7'-2'-169'0'0,"6"2"231"0"0,-1-1 1 0 0,1 1-1 0 0,-1 0 0 0 0,1 0 0 0 0,-1-1 1 0 0,1 1-1 0 0,-1-1 0 0 0,1 1 0 0 0,0-1 0 0 0,-1 1 1 0 0,1-1-1 0 0,0 0 0 0 0,-1 0 0 0 0,1 0 0 0 0,0 0 1 0 0,0 0-1 0 0,0 0 0 0 0,0 0 0 0 0,0 0 1 0 0,0 0-1 0 0,0 0 0 0 0,0-1 0 0 0,-1-2 0 0 0,5-1 44 0 0,1-1 0 0 0,-1 0 0 0 0,1 1 0 0 0,1 0 0 0 0,-1 0 0 0 0,1 0 0 0 0,-1 0 0 0 0,9-5 0 0 0,-11 8-92 0 0,19-16 57 0 0,1 2-1 0 0,0 0 0 0 0,1 2 1 0 0,25-12-1 0 0,107-42-17 0 0,-51 23-10 0 0,408-154 81 0 0,-314 127 156 0 0,-93 33 800 0 0,-103 39-1033 0 0,2-1-1 0 0,1 0-1 0 0,-1 0 1 0 0,0-1-1 0 0,0 1 1 0 0,0-1-1 0 0,0 0 1 0 0,0 0-1 0 0,0 0 1 0 0,0-1 0 0 0,6-4-1 0 0,-9 6-344 0 0,15-28-6234 0 0,-10 21 3880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29.2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141 56 6113 0 0,'-110'-43'1232'0'0,"107"42"-991"0"0,-16-5 1251 0 0,10 2-239 0 0,11 2-668 0 0,83 11-496 0 0,-1 3 1 0 0,151 43 0 0 0,-233-54-89 0 0,0-1-1 0 0,0 1 1 0 0,0-1 0 0 0,0 1-1 0 0,0 0 1 0 0,-1 0 0 0 0,1 0-1 0 0,0 0 1 0 0,-1 0 0 0 0,1 0 0 0 0,-1 0-1 0 0,1 0 1 0 0,-1 1 0 0 0,1-1-1 0 0,-1 1 1 0 0,0-1 0 0 0,0 1-1 0 0,0-1 1 0 0,0 1 0 0 0,0 0-1 0 0,0-1 1 0 0,0 1 0 0 0,0 0-1 0 0,0 3 1 0 0,-1-1 2 0 0,0-1 0 0 0,0 0 0 0 0,0 1-1 0 0,-1-1 1 0 0,1 0 0 0 0,-1 1 0 0 0,0-1 0 0 0,0 0-1 0 0,0 0 1 0 0,-1 0 0 0 0,1 0 0 0 0,-1 0 0 0 0,-2 4-1 0 0,-8 10 16 0 0,-1-1 0 0 0,0 0 0 0 0,-26 24 0 0 0,35-37-17 0 0,-248 229-2041 0 0,250-229 1535 0 0,-8 6-457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35.1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45 55 6501 0 0,'-2'-1'-18'0'0,"1"0"0"0"0,-1-1 0 0 0,1 1 0 0 0,0 0 0 0 0,-1-1 0 0 0,1 1 0 0 0,0-1 0 0 0,0 1 0 0 0,0-1 1 0 0,0 0-1 0 0,1 1 0 0 0,-1-1 0 0 0,-1-3 0 0 0,10 0 20 0 0,1 1 0 0 0,0 0 0 0 0,-1 0 0 0 0,1 1 0 0 0,1 0 0 0 0,-1 1-1 0 0,0 0 1 0 0,1 0 0 0 0,-1 1 0 0 0,0 0 0 0 0,20 1 0 0 0,12 2 6 0 0,56 9 0 0 0,-69-7-8 0 0,52 16 0 0 0,-72-18-2 0 0,0 1 1 0 0,0 0 0 0 0,-1 0 0 0 0,1 1 0 0 0,-1 0 0 0 0,0 1 0 0 0,0-1 0 0 0,-1 1 0 0 0,1 1-1 0 0,-1-1 1 0 0,7 9 0 0 0,-12-13 9 0 0,1 2-1 0 0,-1-1 1 0 0,0 0-1 0 0,0 0 1 0 0,1 0-1 0 0,-2 0 1 0 0,1 1-1 0 0,0-1 1 0 0,0 0-1 0 0,-1 1 1 0 0,1-1-1 0 0,-1 1 1 0 0,0-1 0 0 0,0 1-1 0 0,0-1 1 0 0,0 1-1 0 0,0-1 1 0 0,-1 4-1 0 0,-1-1 15 0 0,1 1-1 0 0,-1-1 0 0 0,0 0 1 0 0,-1 0-1 0 0,1 0 1 0 0,-1 0-1 0 0,-6 8 1 0 0,-5 4 41 0 0,0-1 1 0 0,-2 0 0 0 0,-18 15-1 0 0,29-28-56 0 0,-37 31 231 0 0,-2-1 0 0 0,-2-3 0 0 0,-1-2 0 0 0,-1-2 0 0 0,-59 23 0 0 0,104-47-146 0 0,1 0-1 0 0,-1-1 0 0 0,0 0 0 0 0,0 0 0 0 0,-1 0 0 0 0,1 0 0 0 0,0 0 0 0 0,0 0 1 0 0,0-1-1 0 0,-1 0 0 0 0,1 0 0 0 0,0 0 0 0 0,0 0 0 0 0,-1 0 0 0 0,1 0 1 0 0,0-1-1 0 0,0 0 0 0 0,-4-1 0 0 0,7 0-192 0 0,1-1 0 0 0,-1 1-1 0 0,1-1 1 0 0,0 1 0 0 0,0-1 0 0 0,0 1 0 0 0,0 0 0 0 0,0-1 0 0 0,1 1-1 0 0,-1 0 1 0 0,2-2 0 0 0,-2 3-11 0 0,26-29-3568 0 0,-11 11 531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35.7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382 46 6509 0 0,'0'-2'-49'0'0,"0"0"1"0"0,0 0 0 0 0,0 1 0 0 0,0-1-1 0 0,0 0 1 0 0,0 1 0 0 0,-1-1 0 0 0,1 0 0 0 0,-1 1-1 0 0,1-1 1 0 0,-1 0 0 0 0,0 1 0 0 0,1-1-1 0 0,-1 1 1 0 0,0-1 0 0 0,0 1 0 0 0,0 0 0 0 0,0-1-1 0 0,0 1 1 0 0,0 0 0 0 0,-1 0 0 0 0,1-1-1 0 0,0 1 1 0 0,-1 0 0 0 0,1 0 0 0 0,-4-1 0 0 0,2 1 43 0 0,-1 0 1 0 0,0 0 0 0 0,0 1-1 0 0,0-1 1 0 0,0 1 0 0 0,0 0-1 0 0,1 0 1 0 0,-1 0 0 0 0,0 0-1 0 0,0 1 1 0 0,-5 1 0 0 0,-8 3 161 0 0,2 0 0 0 0,-1 0 0 0 0,1 2 0 0 0,-24 13 1 0 0,20-8-26 0 0,-1 1 1 0 0,2 1 0 0 0,0 1 0 0 0,1 0 0 0 0,0 2 0 0 0,1 0 0 0 0,1 0 0 0 0,-25 40 0 0 0,36-52-108 0 0,1 0 1 0 0,0 1-1 0 0,1-1 1 0 0,-1 1 0 0 0,1 0-1 0 0,0 0 1 0 0,0-1-1 0 0,1 1 1 0 0,0 0 0 0 0,0 1-1 0 0,0-1 1 0 0,1 0-1 0 0,0 0 1 0 0,0 0 0 0 0,0 0-1 0 0,1 0 1 0 0,0 1-1 0 0,0-1 1 0 0,3 6 0 0 0,-2-6-5 0 0,1-1 1 0 0,0 1 0 0 0,1-1 0 0 0,-1 0 0 0 0,1 0 0 0 0,0 0 0 0 0,0-1-1 0 0,1 1 1 0 0,-1-1 0 0 0,1 0 0 0 0,0 0 0 0 0,0-1 0 0 0,1 1 0 0 0,-1-1 0 0 0,1 0-1 0 0,-1-1 1 0 0,1 1 0 0 0,10 2 0 0 0,19 4 64 0 0,0-1 0 0 0,1-2 1 0 0,50 3-1 0 0,12 1 282 0 0,-95-10-331 0 0,2 1-132 0 0,15 1 310 0 0,-12-4-3059 0 0,-6-7 822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36.4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75 5436 0 0,'-57'-18'1209'0'0,"56"18"-1169"0"0,1 0 0 0 0,0 0-1 0 0,-1 0 1 0 0,1 0 0 0 0,0 0 0 0 0,-1 0-1 0 0,1 0 1 0 0,0 0 0 0 0,-1 0-1 0 0,1 0 1 0 0,0 0 0 0 0,-1-1-1 0 0,1 1 1 0 0,0 0 0 0 0,-1 0 0 0 0,1 0-1 0 0,0 0 1 0 0,-1-1 0 0 0,1 1-1 0 0,0 0 1 0 0,0 0 0 0 0,-1 0 0 0 0,1-1-1 0 0,0 1 1 0 0,0 0 0 0 0,0-1-1 0 0,-1 1 1 0 0,1 0 0 0 0,0 0-1 0 0,0-1 1 0 0,0 1 0 0 0,0 0 0 0 0,0-1-1 0 0,-1 1 1 0 0,1 0 0 0 0,0-1-1 0 0,0 1 1 0 0,0 0 0 0 0,0-1 0 0 0,0 1-1 0 0,0 0 1 0 0,0-1 0 0 0,0 1-1 0 0,0 0 1 0 0,0-1 0 0 0,1 1-1 0 0,-1 0 1 0 0,0-1 0 0 0,0 1 0 0 0,0 0-1 0 0,0-1 1 0 0,0 1 0 0 0,1 0-1 0 0,-1-1 1 0 0,25-12 441 0 0,36-5-439 0 0,-50 16-24 0 0,-4-1-12 0 0,1 1-1 0 0,0 0 1 0 0,0 1 0 0 0,-1 0-1 0 0,1 0 1 0 0,0 0 0 0 0,0 1-1 0 0,0 0 1 0 0,0 1 0 0 0,0 0-1 0 0,-1 0 1 0 0,1 1 0 0 0,0 0-1 0 0,8 3 1 0 0,-15-3-8 0 0,0-1 0 0 0,0 0 0 0 0,0 0 0 0 0,0 1 0 0 0,0-1 0 0 0,-1 0 0 0 0,1 1 0 0 0,-1-1 0 0 0,1 1 0 0 0,-1-1 0 0 0,1 1 0 0 0,-1-1 0 0 0,0 1 0 0 0,0-1 0 0 0,0 1 0 0 0,0-1 0 0 0,0 1 0 0 0,0-1 0 0 0,0 1 0 0 0,0-1 0 0 0,-1 1 0 0 0,1-1 0 0 0,-2 3 0 0 0,-10 36-11 0 0,11-37 8 0 0,0 0 3 0 0,0-1 0 0 0,0 1 0 0 0,0 0 0 0 0,0 0 1 0 0,0 0-1 0 0,1 0 0 0 0,-1 0 0 0 0,1 0 0 0 0,0 1 0 0 0,0-1 0 0 0,0 0 0 0 0,0 0 1 0 0,1 0-1 0 0,-1 0 0 0 0,1 0 0 0 0,-1 0 0 0 0,1 0 0 0 0,0 0 0 0 0,1 0 1 0 0,-1-1-1 0 0,0 1 0 0 0,1 0 0 0 0,-1-1 0 0 0,5 5 0 0 0,1 0 3 0 0,0-1 1 0 0,1 0-1 0 0,0 0 0 0 0,1-1 1 0 0,-1 0-1 0 0,13 5 0 0 0,0 2-1 0 0,-15-10-4 0 0,-1 1 0 0 0,0-1 0 0 0,0 1 0 0 0,0 1 0 0 0,0-1 0 0 0,0 1-1 0 0,-1 0 1 0 0,1 0 0 0 0,-1 0 0 0 0,0 1 0 0 0,3 4 0 0 0,-7-8 4 0 0,0 0 0 0 0,0 0 0 0 0,0 0-1 0 0,0 0 1 0 0,0 0 0 0 0,0 0 0 0 0,0 0 0 0 0,0-1-1 0 0,0 1 1 0 0,0 0 0 0 0,0 0 0 0 0,-1 0-1 0 0,1 0 1 0 0,0 0 0 0 0,-1 0 0 0 0,1-1 0 0 0,0 1-1 0 0,-1 0 1 0 0,1 0 0 0 0,-1 0 0 0 0,0-1 0 0 0,1 1-1 0 0,-1 0 1 0 0,1-1 0 0 0,-1 1 0 0 0,0-1 0 0 0,-1 2-1 0 0,-20 15-1 0 0,20-16 2 0 0,-31 18 6 0 0,-2-1 0 0 0,0-2 0 0 0,-1-1 1 0 0,-1-2-1 0 0,0-2 0 0 0,0-1 0 0 0,-45 6 0 0 0,46-15-140 0 0,35 0 11 0 0,0-1 0 0 0,0 0-1 0 0,0 0 1 0 0,0 0 0 0 0,0 0 0 0 0,0 0 0 0 0,0 0-1 0 0,0 0 1 0 0,0 0 0 0 0,0-1 0 0 0,0 1-1 0 0,1 0 1 0 0,-1 0 0 0 0,0-1 0 0 0,0 1 0 0 0,0-1-1 0 0,0 1 1 0 0,0 0 0 0 0,1-1 0 0 0,-1 0 0 0 0,0 1-1 0 0,0-1 1 0 0,1 1 0 0 0,-1-1 0 0 0,0 0 0 0 0,1 0-1 0 0,-1 1 1 0 0,1-1 0 0 0,-1 0 0 0 0,1 0 0 0 0,-1 0-1 0 0,1 0 1 0 0,0 1 0 0 0,-1-1 0 0 0,1 0-1 0 0,0 0 1 0 0,0-2 0 0 0,2-11-2548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42.4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112 206 6529 0 0,'-12'-35'-366'0'0,"-12"-9"2082"0"0,20 46-1650 0 0,-3 4-38 0 0,0 0 0 0 0,1 0 0 0 0,0 1 0 0 0,0 0 1 0 0,1 0-1 0 0,0 0 0 0 0,-9 16 0 0 0,12-19-16 0 0,0 0 0 0 0,0 0-1 0 0,0 0 1 0 0,1 0 0 0 0,-1 0 0 0 0,1 0-1 0 0,0 0 1 0 0,0 0 0 0 0,0 1 0 0 0,1-1 0 0 0,0 0-1 0 0,-1 1 1 0 0,2-1 0 0 0,-1 0 0 0 0,0 1-1 0 0,1-1 1 0 0,0 0 0 0 0,0 0 0 0 0,3 8-1 0 0,-2-9 0 0 0,0 0-1 0 0,1-1 1 0 0,-1 1-1 0 0,1-1 0 0 0,-1 0 1 0 0,1 0-1 0 0,0 0 0 0 0,0 0 1 0 0,0 0-1 0 0,0-1 0 0 0,0 1 1 0 0,1-1-1 0 0,-1 0 0 0 0,0 0 1 0 0,0 0-1 0 0,1 0 0 0 0,-1-1 1 0 0,1 1-1 0 0,-1-1 1 0 0,1 0-1 0 0,-1 0 0 0 0,4-1 1 0 0,14 0 24 0 0,-1-1-1 0 0,30-6 1 0 0,-39 6-15 0 0,7-1 2 0 0,0-1-1 0 0,0-1 0 0 0,-1-1 1 0 0,1-1-1 0 0,17-9 0 0 0,-27 12 6 0 0,1-1-1 0 0,-1 0 0 0 0,0-1 0 0 0,-1 0 0 0 0,1 0 1 0 0,-1-1-1 0 0,0 0 0 0 0,-1 0 0 0 0,0-1 0 0 0,0 1 1 0 0,6-11-1 0 0,-12 17-19 0 0,0 1 1 0 0,1-1 0 0 0,-1 0-1 0 0,0 1 1 0 0,0-1 0 0 0,1 0-1 0 0,-1 0 1 0 0,0 1 0 0 0,0-1-1 0 0,0 0 1 0 0,0 0 0 0 0,0 1-1 0 0,0-1 1 0 0,0 0-1 0 0,0 0 1 0 0,0 1 0 0 0,-1-1-1 0 0,1 0 1 0 0,0 0 0 0 0,0 1-1 0 0,-1-1 1 0 0,1 0 0 0 0,0 1-1 0 0,-1-1 1 0 0,1 0-1 0 0,-1 1 1 0 0,1-1 0 0 0,-1 1-1 0 0,1-1 1 0 0,-1 0 0 0 0,1 1-1 0 0,-1 0 1 0 0,0-1 0 0 0,1 1-1 0 0,-1-1 1 0 0,1 1-1 0 0,-1 0 1 0 0,0-1 0 0 0,0 1-1 0 0,1 0 1 0 0,-1 0 0 0 0,0-1-1 0 0,1 1 1 0 0,-1 0 0 0 0,0 0-1 0 0,0 0 1 0 0,0 0-1 0 0,1 0 1 0 0,-1 0 0 0 0,0 0-1 0 0,0 0 1 0 0,1 0 0 0 0,-1 1-1 0 0,0-1 1 0 0,1 0 0 0 0,-2 1-1 0 0,-2-1 33 0 0,-28 19 92 0 0,30-18-127 0 0,1 0-1 0 0,0 0 1 0 0,-1-1 0 0 0,1 1 0 0 0,0 1 0 0 0,0-1 0 0 0,0 0 0 0 0,0 0 0 0 0,0 0 0 0 0,0 0 0 0 0,0 1 0 0 0,0-1 0 0 0,0 1 0 0 0,1-1 0 0 0,-1 0 0 0 0,0 1 0 0 0,1-1 0 0 0,-1 1 0 0 0,1-1 0 0 0,0 1-1 0 0,-1 0 1 0 0,1-1 0 0 0,0 1 0 0 0,0-1 0 0 0,0 1 0 0 0,0-1 0 0 0,0 1 0 0 0,1 0 0 0 0,0 2 0 0 0,0-2-1 0 0,0 1-1 0 0,1-1 1 0 0,-1 1 0 0 0,1-1 0 0 0,0 0 0 0 0,0 0-1 0 0,0 0 1 0 0,0 0 0 0 0,0 0 0 0 0,1 0-1 0 0,-1 0 1 0 0,0-1 0 0 0,1 1 0 0 0,-1-1-1 0 0,1 0 1 0 0,0 1 0 0 0,2-1 0 0 0,34 14 33 0 0,0-3 0 0 0,82 15 1 0 0,-103-24-16 0 0,1-1-1 0 0,0-1 1 0 0,0 0 0 0 0,0-1 0 0 0,-1-2 0 0 0,1 1 0 0 0,0-2-1 0 0,34-10 1 0 0,-47 11-8 0 0,0 0 0 0 0,0-1 0 0 0,-1 0 0 0 0,1 0 0 0 0,-1-1 0 0 0,1 1 0 0 0,-1-1 0 0 0,0 0 0 0 0,-1-1 0 0 0,1 1 0 0 0,-1-1 0 0 0,0 0 0 0 0,0 0 0 0 0,0 0 0 0 0,-1-1 0 0 0,0 1 0 0 0,0-1-1 0 0,4-11 1 0 0,-3 5 92 0 0,-1 0 0 0 0,0 0 0 0 0,-1 0 0 0 0,-1 0-1 0 0,0-1 1 0 0,-1 1 0 0 0,0 0 0 0 0,-3-21 0 0 0,-13-38 781 0 0,15 70-849 0 0,-45 3-780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43.6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341 36 6009 0 0,'0'0'-10'0'0,"0"0"1"0"0,0 0 0 0 0,-1 1 0 0 0,1-1 0 0 0,0 0 0 0 0,0 0 0 0 0,-1 0 0 0 0,1 0 0 0 0,0 0 0 0 0,0 0-1 0 0,-1 0 1 0 0,1-1 0 0 0,0 1 0 0 0,0 0 0 0 0,-1 0 0 0 0,1 0 0 0 0,0 0 0 0 0,0 0 0 0 0,0 0-1 0 0,-1 0 1 0 0,1 0 0 0 0,0-1 0 0 0,0 1 0 0 0,0 0 0 0 0,-1 0 0 0 0,1 0 0 0 0,0 0 0 0 0,0-1 0 0 0,0 1-1 0 0,0 0 1 0 0,-1 0 0 0 0,1-1 0 0 0,0 1 0 0 0,0 0 0 0 0,0 0 0 0 0,0 0 0 0 0,0-1 0 0 0,0 1 0 0 0,0 0-1 0 0,0 0 1 0 0,0-1 0 0 0,0 1 0 0 0,0 0 0 0 0,0 0 0 0 0,0-1 0 0 0,0 1 0 0 0,0 0 0 0 0,0-1 0 0 0,66-23 135 0 0,-64 23-120 0 0,19-2-2 0 0,4 2 1 0 0,-21 2-4 0 0,0 0 3 0 0,13 11-29 0 0,-18-8 25 0 0,1-1-1 0 0,-1 1 1 0 0,-1 0 0 0 0,1 0 0 0 0,0-1 0 0 0,-1 1-1 0 0,0-1 1 0 0,0 1 0 0 0,0-1 0 0 0,0 0 0 0 0,0 0-1 0 0,-1 0 1 0 0,1 0 0 0 0,-1 0 0 0 0,0 0 0 0 0,0-1-1 0 0,0 1 1 0 0,-5 2 0 0 0,-13 10 36 0 0,-40 19 1 0 0,29-16 30 0 0,-29 18 425 0 0,60-35-435 0 0,1 6 111 0 0,5 6-42 0 0,1-8-108 0 0,1-1-1 0 0,1 0 1 0 0,-1-1-1 0 0,1 1 1 0 0,-1-1-1 0 0,1-1 1 0 0,14 4-1 0 0,20 7 35 0 0,-40-12-47 0 0,0 0 3 0 0,1-1-1 0 0,-1 1 0 0 0,0 0 1 0 0,1 1-1 0 0,-1-1 0 0 0,0 0 1 0 0,0 1-1 0 0,1-1 1 0 0,-1 1-1 0 0,-1 0 0 0 0,1 0 1 0 0,0-1-1 0 0,0 1 0 0 0,-1 0 1 0 0,1 1-1 0 0,2 3 0 0 0,-4-5 66 0 0,-3 2-47 0 0,1-1 0 0 0,0 0 0 0 0,-1 0 1 0 0,1 0-1 0 0,-1-1 0 0 0,0 1 0 0 0,1 0 0 0 0,-1-1 0 0 0,-5 2 0 0 0,-76 20 672 0 0,-2-3 0 0 0,-113 11-1 0 0,195-31-757 0 0,2-2-439 0 0,-4-2 336 0 0,25-15-6671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45.4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129 213 6925 0 0,'-15'-36'-193'0'0,"-48"-103"3575"0"0,61 135-3257 0 0,0 1-13 0 0,1-1 0 0 0,-1 1 0 0 0,0 0 0 0 0,0 0 0 0 0,0 1 0 0 0,-1-1 0 0 0,1 0 0 0 0,0 1 0 0 0,-6-5 0 0 0,7 7-88 0 0,-1 3-47 0 0,-2 4 23 0 0,1 0 0 0 0,1 0-1 0 0,-1 0 1 0 0,1 0-1 0 0,1 0 1 0 0,-1 1 0 0 0,1-1-1 0 0,0 1 1 0 0,1-1-1 0 0,0 1 1 0 0,1 7-1 0 0,9 95 3 0 0,-9-100-1 0 0,8 59 35 0 0,3-1 0 0 0,3-1 0 0 0,35 98 0 0 0,-41-143 90 0 0,-2-6 140 0 0,0 0 0 0 0,-1 1-1 0 0,-1 0 1 0 0,-1 0-1 0 0,4 32 1 0 0,-8-47 438 0 0,36-73-10404 0 0,-28 55 7330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46.2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80 156 5765 0 0,'-17'-29'394'0'0,"-28"-27"4259"0"0,44 54-4361 0 0,-10-10 934 0 0,6 6-499 0 0,6 7-649 0 0,40 37-65 0 0,1-1-1 0 0,2-3 0 0 0,92 55 1 0 0,-87-58 49 0 0,0-6 1048 0 0,-48-24-1091 0 0,0-1-1 0 0,0 0 0 0 0,0 0 1 0 0,0 0-1 0 0,0 0 0 0 0,0-1 1 0 0,0 1-1 0 0,0 0 1 0 0,0 0-1 0 0,0-1 0 0 0,0 1 1 0 0,0 0-1 0 0,0-1 0 0 0,0 1 1 0 0,0-1-1 0 0,-1 1 0 0 0,1-1 1 0 0,0 1-1 0 0,0-1 0 0 0,0 0 1 0 0,-1 0-1 0 0,1 1 1 0 0,0-1-1 0 0,-1 0 0 0 0,1 0 1 0 0,0 0-1 0 0,-1 0 0 0 0,1 1 1 0 0,-1-1-1 0 0,0 0 0 0 0,1 0 1 0 0,-1 0-1 0 0,0 0 1 0 0,1-2-1 0 0,15-44 378 0 0,-13 37-362 0 0,11-36 166 0 0,7-55 1 0 0,-20 98-281 0 0,-1 1 1 0 0,1-1-1 0 0,-1 0 0 0 0,0 1 1 0 0,0-1-1 0 0,0 1 0 0 0,0-1 1 0 0,-1 0-1 0 0,1 1 1 0 0,-1-1-1 0 0,1 1 0 0 0,-3-4 1 0 0,-11-10-4197 0 0,15-13-4388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47.4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64 64 5841 0 0,'-35'-51'1588'0'0,"34"50"-1230"0"0,-5-4 60 0 0,6 4-408 0 0,0 1 0 0 0,-1 0 0 0 0,1-1 0 0 0,0 1 0 0 0,0 0 0 0 0,0-1 0 0 0,0 1-1 0 0,-1 0 1 0 0,1-1 0 0 0,0 1 0 0 0,0 0 0 0 0,-1 0 0 0 0,1-1 0 0 0,0 1 0 0 0,0 0 0 0 0,-1 0 0 0 0,1-1-1 0 0,0 1 1 0 0,-1 0 0 0 0,1 0 0 0 0,0 0 0 0 0,-1 0 0 0 0,1 0 0 0 0,0-1 0 0 0,-1 1 0 0 0,1 0 0 0 0,-1 0-1 0 0,1 0 1 0 0,0 0 0 0 0,-1 0 0 0 0,1 0 0 0 0,0 0 0 0 0,-1 0 0 0 0,1 0 0 0 0,0 0 0 0 0,-1 1 0 0 0,0-1-1 0 0,-1 9 0 0 0,-1 1-1 0 0,2-1 1 0 0,-1 1-1 0 0,1 0 0 0 0,1 0 1 0 0,0 0-1 0 0,2 17 1 0 0,16 80 26 0 0,-10-66-19 0 0,10 79 37 0 0,28 126 202 0 0,-37-215 587 0 0,-13-47 676 0 0,1 7-1467 0 0,0 0 1 0 0,1 1-1 0 0,0-1 0 0 0,1 0 0 0 0,0 0 0 0 0,0 0 0 0 0,1 0 0 0 0,0 0 0 0 0,1 0 0 0 0,2-16 1 0 0,-1 21-59 0 0,-1 0 0 0 0,1 0 1 0 0,0 0-1 0 0,0 0 0 0 0,0 1 1 0 0,1-1-1 0 0,-1 1 1 0 0,1-1-1 0 0,0 1 0 0 0,0 0 1 0 0,0 0-1 0 0,1 0 1 0 0,-1 1-1 0 0,0-1 0 0 0,1 1 1 0 0,0 0-1 0 0,0 0 0 0 0,-1 0 1 0 0,1 0-1 0 0,0 1 1 0 0,1-1-1 0 0,-1 1 0 0 0,0 0 1 0 0,5 0-1 0 0,15-5-16 0 0,1 1 0 0 0,0 1 1 0 0,0 2-1 0 0,0 0 0 0 0,0 2 0 0 0,0 0 0 0 0,0 2 0 0 0,0 1 1 0 0,0 1-1 0 0,0 1 0 0 0,31 10 0 0 0,-53-14 12 0 0,0 0 0 0 0,0 0-1 0 0,0 1 1 0 0,-1-1 0 0 0,1 0 0 0 0,0 1 0 0 0,-1 0-1 0 0,1 0 1 0 0,-1-1 0 0 0,1 1 0 0 0,-1 1-1 0 0,0-1 1 0 0,0 0 0 0 0,0 1 0 0 0,0-1 0 0 0,-1 1-1 0 0,1-1 1 0 0,1 5 0 0 0,-2-5 7 0 0,-1 0 0 0 0,-1 0-1 0 0,1 0 1 0 0,0 0 0 0 0,0 0 0 0 0,-1 0 0 0 0,1 0 0 0 0,-1 0 0 0 0,0 0-1 0 0,0 0 1 0 0,0 0 0 0 0,1-1 0 0 0,-2 1 0 0 0,1 0 0 0 0,0 0 0 0 0,0-1-1 0 0,0 1 1 0 0,-1-1 0 0 0,1 1 0 0 0,-1-1 0 0 0,1 0 0 0 0,-1 0 0 0 0,0 1-1 0 0,1-1 1 0 0,-1 0 0 0 0,0-1 0 0 0,0 1 0 0 0,-2 1 0 0 0,-30 16-8 0 0,-1-1 1 0 0,-1-2 0 0 0,-61 18 0 0 0,-115 14 170 0 0,180-45 97 0 0,31-2-350 0 0,0 0 0 0 0,1 0 1 0 0,-1 0-1 0 0,0 0 0 0 0,1 0 1 0 0,-1 0-1 0 0,0 0 1 0 0,1 0-1 0 0,-1-1 0 0 0,0 1 1 0 0,1 0-1 0 0,-1 0 1 0 0,1-1-1 0 0,-1 1 0 0 0,0 0 1 0 0,1-1-1 0 0,-1 1 1 0 0,1-1-1 0 0,-1 1 0 0 0,1-1 1 0 0,-1 1-1 0 0,1-1 1 0 0,0 1-1 0 0,-1-1 0 0 0,1 1 1 0 0,0-1-1 0 0,-1 0 1 0 0,1 1-1 0 0,0-1 0 0 0,-1 1 1 0 0,1-1-1 0 0,0 0 1 0 0,0 1-1 0 0,0-2 0 0 0,14-11-3887 0 0,-6 6 1567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49.0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45 5513 0 0,'-2'3'-331'0'0,"-12"16"-142"0"0,7-18-369 0 0,5 0 1063 0 0,6-1 1154 0 0,253-16-960 0 0,-28 1-303 0 0,-100 15-30 0 0,-57 1 227 0 0,119-13-1 0 0,-132 3 489 0 0,-56 8-454 0 0,-1 1-562 0 0,6-2 767 0 0,-29-13-6850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49.9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17 5120 0 0,'0'0'-179'0'0,"-55"-17"6804"0"0,60 20-6725 0 0,34 16 116 0 0,1-3-1 0 0,0-1 1 0 0,1-2 0 0 0,69 12 0 0 0,-26-5 11 0 0,-71-16-23 0 0,27 6 4 0 0,45 17 0 0 0,-83-26-24 0 0,-2-1 13 0 0,0 0 0 0 0,1 0 0 0 0,-1 0 0 0 0,0 0-1 0 0,0 0 1 0 0,1 0 0 0 0,-1 0 0 0 0,0 0 0 0 0,1 0 0 0 0,-1 0-1 0 0,0 0 1 0 0,0 0 0 0 0,1 0 0 0 0,-1 0 0 0 0,0 0-1 0 0,0 0 1 0 0,1 1 0 0 0,-1-1 0 0 0,0 0 0 0 0,0 0 0 0 0,0 0-1 0 0,1 0 1 0 0,-1 0 0 0 0,0 1 0 0 0,0-1 0 0 0,0 0-1 0 0,1 0 1 0 0,-1 0 0 0 0,0 1 0 0 0,0-1 0 0 0,0 0 0 0 0,0 0-1 0 0,0 1 1 0 0,0-1 0 0 0,1 0 0 0 0,-1 0 0 0 0,0 1-1 0 0,0-1 1 0 0,-6 11-34 0 0,-13 8 24 0 0,-78 39-23 0 0,-57 30 40 0 0,129-76-191 0 0,-92 43-3763 0 0,111-52 1542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51.8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72 13 6841 0 0,'-58'-10'324'0'0,"56"10"664"0"0,-6 0-882 0 0,4 0 40 0 0,9 1 763 0 0,205-2-862 0 0,4-1-6 0 0,-181 3-70 0 0,-24-1 10 0 0,1 0-1 0 0,-1 1 0 0 0,0 0 0 0 0,18 5 0 0 0,-25-6 22 0 0,-30 25-18 0 0,-312 215 62 0 0,233-169 117 0 0,62-37 90 0 0,44-33-207 0 0,-5 2 7 0 0,7 0-35 0 0,8-3 88 0 0,252-37 21 0 0,-25 1-66 0 0,-158 27-274 0 0,81-8 28 0 0,-54 9-4908 0 0,-84 7 2307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6:03.9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 3 1064 0 0,'0'0'2091'0'0,"-4"0"-1867"0"0,3 0-359 0 0,0-1 211 0 0,1 1 1 0 0,-1 0-1 0 0,0-1 1 0 0,0 1-1 0 0,0 0 1 0 0,1 0-1 0 0,-1 0 0 0 0,0-1 1 0 0,0 1-1 0 0,0 0 1 0 0,0 0-1 0 0,1 0 1 0 0,-1 0-1 0 0,0 1 0 0 0,0-1 1 0 0,0 0-1 0 0,1 0 1 0 0,-1 0-1 0 0,0 1 1 0 0,0-1-1 0 0,0 0 1 0 0,1 1-1 0 0,-1-1 0 0 0,0 1 1 0 0,1-1-1 0 0,-1 1 1 0 0,0-1-1 0 0,1 1 1 0 0,-1-1-1 0 0,0 1 1 0 0,1 0-1 0 0,-1-1 0 0 0,1 1 1 0 0,0 0-1 0 0,-1-1 1 0 0,1 1-1 0 0,-1 0 1 0 0,1 0-1 0 0,0-1 0 0 0,-1 3 1 0 0,29 2-34 0 0,-24-6-34 0 0,41-1 34 0 0,71 7 1 0 0,-7 0-16 0 0,57-3 2 0 0,213-7 487 0 0,-261 3 112 0 0,-115 2-608 0 0,13-7-1177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6:04.4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147 19 5196 0 0,'-54'-19'2711'0'0,"105"25"-2739"0"0,-1 3-1 0 0,0 1 0 0 0,0 3 1 0 0,-1 1-1 0 0,86 39 0 0 0,-133-52 27 0 0,0-1 0 0 0,-1 1-1 0 0,1 0 1 0 0,0 0-1 0 0,0 0 1 0 0,-1 0 0 0 0,1 0-1 0 0,0 0 1 0 0,-1 0 0 0 0,1 0-1 0 0,-1 0 1 0 0,0 1-1 0 0,1-1 1 0 0,-1 1 0 0 0,0-1-1 0 0,0 1 1 0 0,0 0 0 0 0,0-1-1 0 0,0 1 1 0 0,0 0-1 0 0,0-1 1 0 0,-1 1 0 0 0,1 0-1 0 0,-1 0 1 0 0,1 0 0 0 0,-1 0-1 0 0,1 3 1 0 0,-2-1 2 0 0,-1 0 0 0 0,1 0 0 0 0,-1-1 1 0 0,1 1-1 0 0,-1-1 0 0 0,0 1 0 0 0,-1-1 0 0 0,1 0 1 0 0,0 0-1 0 0,-1 0 0 0 0,0 0 0 0 0,-5 4 0 0 0,-34 30 10 0 0,-1-1 0 0 0,-64 38 0 0 0,-104 49 33 0 0,160-94-44 0 0,43-26-89 0 0,-9 5-326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6:05.5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212 55 5192 0 0,'-1'-22'-126'0'0,"0"20"144"0"0,-1 1-1 0 0,0-1 1 0 0,0 1-1 0 0,1-1 1 0 0,-1 1-1 0 0,0 0 1 0 0,0 0-1 0 0,0-1 1 0 0,-1 2-1 0 0,1-1 1 0 0,0 0-1 0 0,0 0 1 0 0,0 1-1 0 0,-1-1 1 0 0,1 1-1 0 0,0-1 1 0 0,-1 1-1 0 0,1 0 1 0 0,0 0-1 0 0,-1 0 1 0 0,1 0-1 0 0,0 1 1 0 0,-1-1-1 0 0,1 1 1 0 0,0-1-1 0 0,-1 1 1 0 0,1 0-1 0 0,-3 1 1 0 0,-4 1-13 0 0,0 0 1 0 0,0 1-1 0 0,1 0 0 0 0,-1 0 1 0 0,-13 10-1 0 0,15-9-13 0 0,0 2 0 0 0,1-1 0 0 0,0 1 0 0 0,0 0 0 0 0,0 0 0 0 0,1 1 0 0 0,-1-1 0 0 0,2 1 0 0 0,-1 0 1 0 0,1 1-1 0 0,1-1 0 0 0,0 1 0 0 0,0 0 0 0 0,0-1 0 0 0,-1 14 0 0 0,3-16 11 0 0,1-1-1 0 0,-1 1 1 0 0,1 0 0 0 0,1 0-1 0 0,-1 0 1 0 0,1 0 0 0 0,0 0-1 0 0,0 0 1 0 0,1-1 0 0 0,0 1-1 0 0,0 0 1 0 0,0-1 0 0 0,0 0-1 0 0,1 1 1 0 0,0-1 0 0 0,0 0-1 0 0,1 0 1 0 0,-1-1 0 0 0,1 1-1 0 0,0-1 1 0 0,0 0 0 0 0,0 0-1 0 0,1 0 1 0 0,8 6 0 0 0,0-3 107 0 0,0-1 0 0 0,0 0 0 0 0,1-1 0 0 0,0 0 0 0 0,0-1 0 0 0,24 4 0 0 0,-13-3 177 0 0,-16-5-188 0 0,0 0 0 0 0,1-1 0 0 0,-1 0 0 0 0,0-1 0 0 0,1 0 0 0 0,-1 0 0 0 0,0-1 0 0 0,0-1 0 0 0,-1 1 0 0 0,1-1 1 0 0,-1-1-1 0 0,9-5 0 0 0,-11 6-24 0 0,0 0 0 0 0,0 0 0 0 0,0-1 0 0 0,0 0 0 0 0,-1 0 0 0 0,0-1 0 0 0,0 1 0 0 0,0-1 0 0 0,-1 0 0 0 0,1 0 0 0 0,-1-1 0 0 0,-1 1 0 0 0,4-8 0 0 0,-6 9-44 0 0,0 1-1 0 0,0 0 0 0 0,0 0 1 0 0,-1-1-1 0 0,1 1 0 0 0,-1 0 1 0 0,0-1-1 0 0,0 1 1 0 0,0-1-1 0 0,-1 1 0 0 0,0 0 1 0 0,0-1-1 0 0,0 1 0 0 0,0 0 1 0 0,0 0-1 0 0,-1 0 1 0 0,0 0-1 0 0,0 0 0 0 0,0 0 1 0 0,0 0-1 0 0,-1 1 0 0 0,0-1 1 0 0,-3-4-1 0 0,-8-4-11 0 0,0 0 0 0 0,-1 0 0 0 0,0 1 0 0 0,0 1 0 0 0,-1 0 0 0 0,0 2 0 0 0,-1 0 0 0 0,0 0 0 0 0,-1 2 0 0 0,-23-7 0 0 0,-45-19-206 0 0,84 31 13 0 0,-11-1-595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6:06.2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63 73 5208 0 0,'-17'-46'1111'0'0,"11"34"-77"0"0,-4-2 742 0 0,9 14-1772 0 0,0 1 1 0 0,1-1-1 0 0,-1 0 0 0 0,0 1 1 0 0,0-1-1 0 0,1 1 1 0 0,-1 0-1 0 0,0-1 0 0 0,1 1 1 0 0,-1-1-1 0 0,1 1 1 0 0,-1 0-1 0 0,1-1 0 0 0,-1 1 1 0 0,1 0-1 0 0,-1 0 1 0 0,1 0-1 0 0,0-1 0 0 0,-1 1 1 0 0,1 0-1 0 0,0 1 1 0 0,-3 4-12 0 0,0 1 0 0 0,0 0 0 0 0,1 0 0 0 0,0 0 0 0 0,1 0 0 0 0,-1 0 0 0 0,1 0 0 0 0,1 1 0 0 0,0-1 0 0 0,0 0 0 0 0,0 0 0 0 0,0 1 0 0 0,1-1 0 0 0,1 0 0 0 0,-1 0 0 0 0,1 0 0 0 0,0 0 0 0 0,1 0 0 0 0,5 11 0 0 0,-5-13 5 0 0,0 0 0 0 0,0 0 0 0 0,0 0 0 0 0,0 0 0 0 0,1-1 0 0 0,0 1 1 0 0,0-1-1 0 0,1 0 0 0 0,-1 0 0 0 0,1 0 0 0 0,0-1 0 0 0,0 1 0 0 0,0-1 0 0 0,0 0 0 0 0,0-1 0 0 0,1 1 0 0 0,-1-1 1 0 0,1 0-1 0 0,0-1 0 0 0,0 1 0 0 0,-1-1 0 0 0,1 0 0 0 0,8 0 0 0 0,-9-1 7 0 0,0 0-1 0 0,0-1 0 0 0,0 1 1 0 0,0-1-1 0 0,0 0 1 0 0,0-1-1 0 0,0 1 0 0 0,-1-1 1 0 0,1 0-1 0 0,0 0 1 0 0,-1 0-1 0 0,0-1 0 0 0,1 1 1 0 0,-1-1-1 0 0,0 0 1 0 0,0-1-1 0 0,-1 1 0 0 0,1-1 1 0 0,-1 1-1 0 0,1-1 1 0 0,-1 0-1 0 0,0 0 0 0 0,3-7 1 0 0,2-6 61 0 0,0-1-1 0 0,-1 0 1 0 0,-1 0 0 0 0,7-33 0 0 0,-4 14 250 0 0,-9 36-338 0 0,2-4-23 0 0,-2 5 37 0 0,0 0 0 0 0,0 0 0 0 0,0 0 0 0 0,0 0 1 0 0,0 0-1 0 0,0 0 0 0 0,0 0 0 0 0,0 0 0 0 0,-1 0 0 0 0,1 0 0 0 0,0 0 0 0 0,0 0 0 0 0,0 0 0 0 0,0 0 0 0 0,0-1 1 0 0,0 1-1 0 0,0 0 0 0 0,0 0 0 0 0,0 0 0 0 0,0 0 0 0 0,0 0 0 0 0,0 0 0 0 0,0 0 0 0 0,-3 6 0 0 0,1 1 0 0 0,0-1 0 0 0,0 0 0 0 0,0 1 0 0 0,1-1 0 0 0,0 1 0 0 0,0-1 0 0 0,0 1 0 0 0,1 0 0 0 0,0-1 0 0 0,1 1 0 0 0,-1 0 0 0 0,1-1 0 0 0,1 1-1 0 0,-1-1 1 0 0,1 1 0 0 0,0-1 0 0 0,1 0 0 0 0,-1 0 0 0 0,1 0 0 0 0,0 0 0 0 0,1 0 0 0 0,-1-1 0 0 0,1 1 0 0 0,6 5 0 0 0,-4-4-71 0 0,1 0 1 0 0,-1 0-1 0 0,1 0 1 0 0,1-1-1 0 0,-1-1 0 0 0,1 1 1 0 0,0-1-1 0 0,1 0 1 0 0,-1-1-1 0 0,1 0 0 0 0,0 0 1 0 0,0-1-1 0 0,0 0 0 0 0,0-1 1 0 0,0 0-1 0 0,1 0 1 0 0,15 0-1 0 0,21-7-3197 0 0,-21-2 498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6:06.8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42 6493 0 0,'0'-42'1618'0'0,"-1"47"-1751"0"0,-5 58 110 0 0,2 0 0 0 0,3 1 0 0 0,13 106 0 0 0,-6-90 15 0 0,-5-69 20 0 0,0 0-1 0 0,0 0 1 0 0,1 1-1 0 0,1-1 1 0 0,0-1-1 0 0,0 1 1 0 0,1 0-1 0 0,10 17 1 0 0,-11-23-6 0 0,1 0 1 0 0,-1 0 0 0 0,1 0 0 0 0,0 0 0 0 0,1-1-1 0 0,-1 0 1 0 0,1 0 0 0 0,0 0 0 0 0,0-1-1 0 0,0 1 1 0 0,0-1 0 0 0,1 0 0 0 0,-1-1-1 0 0,1 1 1 0 0,0-1 0 0 0,0 0 0 0 0,10 1-1 0 0,3 0-44 0 0,-1 0 0 0 0,1-2-1 0 0,0-1 1 0 0,-1 0-1 0 0,1-1 1 0 0,-1-1 0 0 0,26-6-1 0 0,-8 0-2143 0 0,41-17 0 0 0,-57 18 606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6:07.1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60 4576 0 0,'0'0'-64'0'0,"-16"-2"112"0"0,8 0 200 0 0,10-1 204 0 0,41-11-1135 0 0,1 2-1 0 0,1 3 1 0 0,56-6 0 0 0,-74 12 12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6:08.0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47 3512 0 0,'0'0'28'0'0,"-1"-2"186"0"0,0 1 0 0 0,0-1 0 0 0,0 0 0 0 0,0 0-1 0 0,0 0 1 0 0,-1 1 0 0 0,1-1 0 0 0,-1 1 0 0 0,1-1 0 0 0,-1 1-1 0 0,1 0 1 0 0,-1-1 0 0 0,-2 0 0 0 0,1 13-209 0 0,1 1 0 0 0,0 0 1 0 0,0 0-1 0 0,1 0 0 0 0,1 0 0 0 0,0 0 0 0 0,0 0 1 0 0,1 0-1 0 0,4 17 0 0 0,31 111 39 0 0,-24-100 59 0 0,1 0-1 0 0,3-1 1 0 0,1-1 0 0 0,25 42-1 0 0,-102-161 2495 0 0,24 24-2360 0 0,3-2-1 0 0,2-1 0 0 0,-35-98 1 0 0,65 155-244 0 0,0 1 1 0 0,0-1 0 0 0,0 0 0 0 0,1 0-1 0 0,-1 0 1 0 0,1 0 0 0 0,0 1-1 0 0,0-1 1 0 0,0 0 0 0 0,0 0 0 0 0,0 0-1 0 0,1 0 1 0 0,-1 0 0 0 0,1 0-1 0 0,0 1 1 0 0,0-1 0 0 0,0 0 0 0 0,0 1-1 0 0,0-1 1 0 0,1 0 0 0 0,2-4-1 0 0,0 3-6 0 0,0 1-1 0 0,0-1 1 0 0,0 0-1 0 0,1 1 1 0 0,-1 0-1 0 0,1 0 0 0 0,0 0 1 0 0,-1 1-1 0 0,1 0 1 0 0,10-4-1 0 0,4 1-36 0 0,-1 1-1 0 0,0 0 1 0 0,1 2-1 0 0,0 0 1 0 0,32 1 0 0 0,-39 1 11 0 0,1 1 0 0 0,0 0 0 0 0,0 1 0 0 0,-1 0 0 0 0,0 1 0 0 0,1 1 0 0 0,-1 0 1 0 0,0 1-1 0 0,0 0 0 0 0,-1 0 0 0 0,0 1 0 0 0,0 1 0 0 0,0 0 0 0 0,-1 0 0 0 0,0 1 1 0 0,0 1-1 0 0,-1 0 0 0 0,13 15 0 0 0,-21-23 36 0 0,0 0 0 0 0,-1 0 0 0 0,1-1 1 0 0,0 1-1 0 0,-1 0 0 0 0,1 0 0 0 0,-1 0 0 0 0,1 0 0 0 0,-1 0 1 0 0,1 0-1 0 0,-1 0 0 0 0,0 0 0 0 0,1 0 0 0 0,-1 0 1 0 0,0 0-1 0 0,0 0 0 0 0,0 0 0 0 0,0 1 0 0 0,0-1 0 0 0,0 0 1 0 0,0 0-1 0 0,0 0 0 0 0,-1 0 0 0 0,1 0 0 0 0,0 0 1 0 0,-1 2-1 0 0,-1-2 4 0 0,1 1 0 0 0,0-1 0 0 0,-1 0 0 0 0,1 1 1 0 0,-1-1-1 0 0,1 0 0 0 0,-1 0 0 0 0,0 0 0 0 0,1 0 0 0 0,-1-1 0 0 0,0 1 1 0 0,0 0-1 0 0,0-1 0 0 0,-1 1 0 0 0,-13 2 33 0 0,1 0 0 0 0,0-2-1 0 0,-18 1 1 0 0,21-2-12 0 0,-68 0 216 0 0,77 0-230 0 0,0-1-362 0 0,-8-2 683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6:08.6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22 123 6437 0 0,'0'-48'-18'0'0,"5"-6"1923"0"0,-5 52-1648 0 0,0 1-211 0 0,0 0-1 0 0,1 1 1 0 0,-1-1-1 0 0,0 0 1 0 0,0 0-1 0 0,0 0 1 0 0,0 1-1 0 0,0-1 1 0 0,0 0-1 0 0,-1 0 1 0 0,1 1 0 0 0,0-1-1 0 0,0 0 1 0 0,-1 0-1 0 0,1 1 1 0 0,0-1-1 0 0,-1 0 1 0 0,1 1-1 0 0,0-1 1 0 0,-1 0-1 0 0,1 1 1 0 0,-1-1-1 0 0,0-1 1 0 0,-2 6-47 0 0,0 1 0 0 0,1-1 1 0 0,0 0-1 0 0,0 1 0 0 0,0-1 0 0 0,0 1 1 0 0,1-1-1 0 0,0 1 0 0 0,0 0 1 0 0,0 0-1 0 0,0 0 0 0 0,1-1 1 0 0,0 1-1 0 0,0 0 0 0 0,0 0 1 0 0,1 0-1 0 0,0 0 0 0 0,-1-1 1 0 0,2 1-1 0 0,-1 0 0 0 0,4 7 1 0 0,-4-8 2 0 0,1 0 1 0 0,1-1-1 0 0,-1 1 1 0 0,0-1 0 0 0,1 0-1 0 0,0 0 1 0 0,-1 0-1 0 0,1 0 1 0 0,0-1 0 0 0,1 1-1 0 0,-1-1 1 0 0,0 1-1 0 0,1-1 1 0 0,-1 0-1 0 0,1-1 1 0 0,0 1 0 0 0,0 0-1 0 0,0-1 1 0 0,-1 0-1 0 0,1 0 1 0 0,0 0 0 0 0,0-1-1 0 0,1 1 1 0 0,-1-1-1 0 0,0 0 1 0 0,0 0-1 0 0,0 0 1 0 0,0-1 0 0 0,6-1-1 0 0,-2 1 7 0 0,1-1-1 0 0,-1-1 1 0 0,1 0-1 0 0,-1 0 1 0 0,0 0-1 0 0,0-1 1 0 0,0 0-1 0 0,-1-1 1 0 0,0 0-1 0 0,11-8 1 0 0,1-4 268 0 0,0-2 1 0 0,21-27-1 0 0,-39 45-271 0 0,-1 0 0 0 0,1 0 0 0 0,-1 0 0 0 0,1 0 0 0 0,-1 0 0 0 0,1 1 0 0 0,0-1 0 0 0,-1 0 0 0 0,1 0 0 0 0,0 1 0 0 0,0-1 0 0 0,-1 0 0 0 0,1 1 0 0 0,0-1 0 0 0,0 1 1 0 0,0-1-1 0 0,0 1 0 0 0,0-1 0 0 0,0 1 0 0 0,0 0 0 0 0,0-1 0 0 0,0 1 0 0 0,0 0 0 0 0,0 0 0 0 0,0 0 0 0 0,2 0 0 0 0,6 22-211 0 0,4 16 129 0 0,-8-32 72 0 0,-1-1 0 0 0,1 1 0 0 0,1-1 0 0 0,-1-1 1 0 0,1 1-1 0 0,-1-1 0 0 0,1 0 0 0 0,1 0 0 0 0,-1 0 0 0 0,0-1 1 0 0,1 0-1 0 0,0 0 0 0 0,0-1 0 0 0,0 0 0 0 0,11 2 0 0 0,47 1-1464 0 0,-4-15-3397 0 0,-42 5 2572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6:09.2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8 134 5741 0 0,'-6'-38'32'0'0,"6"20"335"0"0,-1 10 63 0 0,1 0-1 0 0,0 0 1 0 0,0 0-1 0 0,1 0 0 0 0,0 0 1 0 0,3-10-1 0 0,-3 16-75 0 0,-1-5-191 0 0,0 4-123 0 0,-1 6 218 0 0,-3 45-231 0 0,3-1 0 0 0,2 0 0 0 0,1 0 0 0 0,12 55 0 0 0,-13-87-23 0 0,1 1 1 0 0,1-1-1 0 0,1 0 1 0 0,0 0 0 0 0,1 0-1 0 0,12 24 1 0 0,-14-34 0 0 0,0 0 0 0 0,1 0 0 0 0,-1 0 0 0 0,1-1 1 0 0,0 1-1 0 0,1-1 0 0 0,-1 0 0 0 0,1 0 0 0 0,-1-1 0 0 0,1 1 1 0 0,0-1-1 0 0,1 0 0 0 0,-1 0 0 0 0,0-1 0 0 0,1 1 0 0 0,0-1 1 0 0,-1-1-1 0 0,1 1 0 0 0,0-1 0 0 0,7 1 0 0 0,6 0-183 0 0,0-1 1 0 0,0-1-1 0 0,0 0 0 0 0,0-2 0 0 0,32-6 1 0 0,42-17-4341 0 0,-70 15 1722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6:09.5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22 104 6681 0 0,'-16'0'62'0'0,"16"0"-57"0"0,-1 0 0 0 0,1 0 0 0 0,0-1 0 0 0,0 1 0 0 0,0 0-1 0 0,-1 0 1 0 0,1 0 0 0 0,0 0 0 0 0,0 0 0 0 0,-1 0 0 0 0,1 0 0 0 0,0 0-1 0 0,0 0 1 0 0,0 0 0 0 0,-1 0 0 0 0,1-1 0 0 0,0 1 0 0 0,0 0 0 0 0,0 0 0 0 0,0 0-1 0 0,-1 0 1 0 0,1-1 0 0 0,0 1 0 0 0,0 0 0 0 0,0 0 0 0 0,0 0 0 0 0,0-1-1 0 0,0 1 1 0 0,0 0 0 0 0,0 0 0 0 0,-1 0 0 0 0,1-1 0 0 0,0 1 0 0 0,0 0-1 0 0,0 0 1 0 0,0-1 0 0 0,0 1 0 0 0,0 0 0 0 0,0 0 0 0 0,0 0 0 0 0,0-1-1 0 0,0 1 1 0 0,1 0 0 0 0,-1 0 0 0 0,0-1 0 0 0,0 1 0 0 0,0 0 0 0 0,0 0 0 0 0,0 0-1 0 0,0-1 1 0 0,0 1 0 0 0,0 0 0 0 0,1 0 0 0 0,-1 0 0 0 0,0 0 0 0 0,0-1-1 0 0,0 1 1 0 0,0 0 0 0 0,1 0 0 0 0,-1 0 0 0 0,23-13 51 0 0,32-6-177 0 0,146-35-3216 0 0,-168 47 1555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7:00.6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53 2412 0 0,'0'0'292'0'0,"-16"-6"1045"0"0,7-1 1586 0 0,41-1-2933 0 0,3-1-16 0 0,0 1 0 0 0,42-3 1 0 0,-56 9 6 0 0,-1 1 0 0 0,1 1 0 0 0,0 0 1 0 0,-1 2-1 0 0,1 1 0 0 0,-1 0 0 0 0,26 8 1 0 0,-44-10 15 0 0,0 0 1 0 0,0-1 0 0 0,1 1 0 0 0,-1 0 0 0 0,0 0 0 0 0,0 0-1 0 0,0 0 1 0 0,0 1 0 0 0,0-1 0 0 0,-1 0 0 0 0,1 1 0 0 0,0 0-1 0 0,-1-1 1 0 0,1 1 0 0 0,-1 0 0 0 0,1 0 0 0 0,-1 0 0 0 0,0 0-1 0 0,0 0 1 0 0,1 0 0 0 0,-2 0 0 0 0,1 0 0 0 0,1 3 0 0 0,-1-1 5 0 0,-1 1 0 0 0,1-1 1 0 0,-1 0-1 0 0,0 1 1 0 0,0-1-1 0 0,-1 0 1 0 0,1 1-1 0 0,-1-1 1 0 0,0 0-1 0 0,0 0 0 0 0,0 0 1 0 0,-1 0-1 0 0,1 0 1 0 0,-1 0-1 0 0,0 0 1 0 0,0 0-1 0 0,0 0 0 0 0,-4 3 1 0 0,-7 10 16 0 0,0-1 1 0 0,-24 22-1 0 0,10-11 2 0 0,6-6 10 0 0,-2 0 0 0 0,-27 18 0 0 0,-13 12 666 0 0,38-38-229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7:01.6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338 13 5428 0 0,'0'0'-159'0'0,"-2"-1"137"0"0,1-1 108 0 0,0 1 1 0 0,0 0-1 0 0,-1 0 1 0 0,1 0-1 0 0,0 0 1 0 0,-1 1-1 0 0,1-1 1 0 0,-1 0-1 0 0,1 1 1 0 0,-1-1-1 0 0,-2 0 1 0 0,-9 3-53 0 0,0 1 1 0 0,0 1 0 0 0,1 0 0 0 0,-1 1 0 0 0,1 0 0 0 0,0 1-1 0 0,0 0 1 0 0,1 1 0 0 0,-16 11 0 0 0,11-6-48 0 0,0 1 0 0 0,2 0-1 0 0,-1 0 1 0 0,2 2 0 0 0,-23 29 0 0 0,26-29-23 0 0,0 1-1 0 0,1 0 1 0 0,0 0 0 0 0,-10 30 0 0 0,18-44 16 0 0,1-1 19 0 0,1 1 0 0 0,-1-1 0 0 0,0 1 0 0 0,0-1 0 0 0,0 1 0 0 0,0-1 0 0 0,0 1 0 0 0,-1-1 0 0 0,1 0 0 0 0,0 1 0 0 0,-1-1 0 0 0,1 1 0 0 0,-1-1 0 0 0,1 0 0 0 0,-2 3 0 0 0,-5 22-66 0 0,7-24 70 0 0,1 0 0 0 0,-1-1-1 0 0,1 1 1 0 0,-1 0 0 0 0,1-1 0 0 0,-1 1 0 0 0,1 0 0 0 0,0-1 0 0 0,0 1-1 0 0,0-1 1 0 0,0 1 0 0 0,0-1 0 0 0,0 0 0 0 0,0 1 0 0 0,1-1 0 0 0,-1 0-1 0 0,0 0 1 0 0,1 0 0 0 0,-1 0 0 0 0,1 0 0 0 0,-1 0 0 0 0,1 0-1 0 0,-1 0 1 0 0,1-1 0 0 0,0 1 0 0 0,-1 0 0 0 0,1-1 0 0 0,3 1 0 0 0,27 1 32 0 0,0-1 1 0 0,0-1 0 0 0,43-6-1 0 0,101-22 88 0 0,-161 26-114 0 0,57-10 131 0 0,-70 12-106 0 0,14-3 163 0 0,-14 3-230 0 0,-1 0 1 0 0,0 0-1 0 0,1 0 1 0 0,-1 0-1 0 0,0 0 0 0 0,1 0 1 0 0,-1-1-1 0 0,0 1 0 0 0,0-1 1 0 0,1 1-1 0 0,-1-1 1 0 0,0 1-1 0 0,0-1 0 0 0,0 1 1 0 0,0-1-1 0 0,0 0 1 0 0,0 0-1 0 0,0 0 0 0 0,0 0 1 0 0,0 0-1 0 0,0 0 1 0 0,0 0-1 0 0,0 0 0 0 0,0 0 1 0 0,-1 0-1 0 0,1 0 1 0 0,-1 0-1 0 0,1 0 0 0 0,-1-1 1 0 0,1 1-1 0 0,-1 0 0 0 0,1-2 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7:02.1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21 5721 0 0,'0'0'81'0'0,"-9"-14"578"0"0,4 7-52 0 0,2 8-63 0 0,6 23-552 0 0,1 0-1 0 0,0 0 1 0 0,2 0-1 0 0,1-1 1 0 0,10 23-1 0 0,5 21 13 0 0,16 95 420 0 0,-37-161-358 0 0,-1 6 70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4.5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296 26 5953 0 0,'0'0'-265'0'0,"-4"-15"-143"0"0,4 14 419 0 0,0 1 0 0 0,0 0 0 0 0,0-1 0 0 0,1 1 0 0 0,-1 0 0 0 0,0-1 1 0 0,0 1-1 0 0,0 0 0 0 0,0-1 0 0 0,0 1 0 0 0,0 0 0 0 0,-1-1 0 0 0,1 1 0 0 0,0 0 0 0 0,0 0 0 0 0,0-1 0 0 0,0 1 1 0 0,0 0-1 0 0,0-1 0 0 0,0 1 0 0 0,-1 0 0 0 0,1 0 0 0 0,0-1 0 0 0,0 1 0 0 0,0 0 0 0 0,-1 0 0 0 0,1-1 1 0 0,0 1-1 0 0,0 0 0 0 0,-1 0 0 0 0,1 0 0 0 0,0-1 0 0 0,0 1 0 0 0,-1 0 0 0 0,1 0 0 0 0,0 0 0 0 0,-1 0 0 0 0,1 0 1 0 0,0 0-1 0 0,-1 0 0 0 0,1-1 0 0 0,-209 456-91 0 0,203-442 113 0 0,0 1 150 0 0,-1 1 0 0 0,0-2 1 0 0,-1 1-1 0 0,0-1 0 0 0,-18 21 0 0 0,25-33-92 0 0,-3 8 490 0 0,0-5-1500 0 0,6-39-3776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5.0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93 67 4168 0 0,'3'-65'945'0'0,"-3"63"-376"0"0,-2 7-550 0 0,-17 38-13 0 0,3 1 0 0 0,1 0 1 0 0,3 2-1 0 0,-9 56 1 0 0,17-81-20 0 0,2-14 16 0 0,0 0 0 0 0,1 0 0 0 0,0 0 0 0 0,1 0 0 0 0,-1 1 0 0 0,1-1 0 0 0,0 0 0 0 0,2 10 0 0 0,-1-16 36 0 0,-1-1-35 0 0,0 1 1 0 0,0-1-1 0 0,0 0 0 0 0,0 1 0 0 0,0-1 0 0 0,0 0 0 0 0,1 1 0 0 0,-1-1 0 0 0,0 0 1 0 0,0 0-1 0 0,0 1 0 0 0,1-1 0 0 0,-1 0 0 0 0,0 0 0 0 0,1 1 0 0 0,-1-1 1 0 0,0 0-1 0 0,0 0 0 0 0,1 0 0 0 0,-1 0 0 0 0,0 1 0 0 0,1-1 0 0 0,-1 0 0 0 0,0 0 1 0 0,1 0-1 0 0,-1 0 0 0 0,0 0 0 0 0,1 0 0 0 0,-1 0 0 0 0,0 0 0 0 0,1 0 1 0 0,-1 0-1 0 0,0 0 0 0 0,1 0 0 0 0,-1 0 0 0 0,0 0 0 0 0,1 0 0 0 0,-1 0 0 0 0,0 0 1 0 0,0-1-1 0 0,1 1 0 0 0,-1 0 0 0 0,0 0 0 0 0,1 0 0 0 0,-1 0 0 0 0,1-1 1 0 0,47-13 130 0 0,0-2 0 0 0,47-24 0 0 0,19-6 394 0 0,-111 45-551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5.3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34 5741 0 0,'8'-29'1238'0'0,"-8"29"-1222"0"0,0 0 1 0 0,0 0 0 0 0,0 0 0 0 0,0-1 0 0 0,0 1-1 0 0,0 0 1 0 0,0 0 0 0 0,0 0 0 0 0,0 0-1 0 0,0 0 1 0 0,0 0 0 0 0,0-1 0 0 0,0 1-1 0 0,0 0 1 0 0,0 0 0 0 0,0 0 0 0 0,0 0 0 0 0,0 0-1 0 0,0 0 1 0 0,0 0 0 0 0,0-1 0 0 0,0 1-1 0 0,0 0 1 0 0,0 0 0 0 0,0 0 0 0 0,1 0 0 0 0,-1 0-1 0 0,0 0 1 0 0,0 0 0 0 0,0 0 0 0 0,0 0-1 0 0,0-1 1 0 0,0 1 0 0 0,0 0 0 0 0,0 0-1 0 0,1 0 1 0 0,-1 0 0 0 0,0 0 0 0 0,0 0 0 0 0,0 0-1 0 0,0 0 1 0 0,0 0 0 0 0,0 0 0 0 0,0 0-1 0 0,1 0 1 0 0,-1 0 0 0 0,0 0 0 0 0,0 0 0 0 0,0 0-1 0 0,0 0 1 0 0,0 0 0 0 0,0 0 0 0 0,1 0-1 0 0,-1 0 1 0 0,0 0 0 0 0,0 0 0 0 0,0 0-1 0 0,0 0 1 0 0,0 0 0 0 0,0 0 0 0 0,0 0 0 0 0,1 1-1 0 0,-1-1 1 0 0,0 0 0 0 0,0 0 0 0 0,0 0-1 0 0,0 0 1 0 0,0 0 0 0 0,0 0 0 0 0,6 16 393 0 0,8 42-736 0 0,-4-16 274 0 0,45 113-120 0 0,-49-134 165 0 0,-1 6 142 0 0,-5-25-63 0 0,0-2-41 0 0,0 0 0 0 0,0 0 1 0 0,0 0-1 0 0,0 0 0 0 0,-1 0 1 0 0,1 0-1 0 0,0 0 0 0 0,0 0 0 0 0,0 0 1 0 0,0 0-1 0 0,0 0 0 0 0,-1 0 1 0 0,1 0-1 0 0,0 0 0 0 0,0 0 0 0 0,0 0 1 0 0,0 0-1 0 0,0 0 0 0 0,0 0 1 0 0,-1 0-1 0 0,1 0 0 0 0,0 0 1 0 0,0 0-1 0 0,0 1 0 0 0,0-1 0 0 0,0 0 1 0 0,0 0-1 0 0,0 0 0 0 0,0 0 1 0 0,-1 0-1 0 0,1 0 0 0 0,0 1 1 0 0,0-1-1 0 0,0 0 0 0 0,0 0 0 0 0,0 0 1 0 0,0 0-1 0 0,0 0 0 0 0,0 1 1 0 0,0-1-1 0 0,0 0 0 0 0,0 0 0 0 0,0 0 1 0 0,0 0-1 0 0,0 0 0 0 0,0 1 1 0 0,0-1-1 0 0,0 0 0 0 0,0 0 1 0 0,0 0-1 0 0,0 0 0 0 0,0 0 0 0 0,0 0 1 0 0,1 1-1 0 0,-1-1 0 0 0,0 0 1 0 0,0 0-1 0 0,0 0 0 0 0,0 0 1 0 0,0 0-1 0 0,0 0 0 0 0,0 0 0 0 0,0 1 1 0 0,1-1-1 0 0,-1 0 0 0 0,0 0 1 0 0,-3-3-3 0 0,0 1 1 0 0,0-1-1 0 0,0 0 1 0 0,0 0-1 0 0,0 0 1 0 0,1 0-1 0 0,-1 0 1 0 0,1 0-1 0 0,0-1 1 0 0,0 0-1 0 0,0 1 1 0 0,1-1-1 0 0,-1 0 1 0 0,1 0-1 0 0,0 1 1 0 0,0-1-1 0 0,0 0 1 0 0,1 0-1 0 0,-1 0 1 0 0,1-6-1 0 0,0 8-36 0 0,8-19-351 0 0,10 18 228 0 0,-1 1 0 0 0,1 1 1 0 0,0 0-1 0 0,0 2 0 0 0,-1 0 1 0 0,1 0-1 0 0,-1 2 0 0 0,22 5 1 0 0,6 0-607 0 0,-43-8 706 0 0,-1 0 1 0 0,1 0-1 0 0,-1 1 1 0 0,1-1-1 0 0,0 0 1 0 0,-1 0-1 0 0,1 1 0 0 0,-1-1 1 0 0,0 1-1 0 0,1 0 1 0 0,-1-1-1 0 0,1 1 1 0 0,-1 0-1 0 0,0 0 1 0 0,1 0-1 0 0,-1 0 1 0 0,0 0-1 0 0,0 0 1 0 0,0 0-1 0 0,0 0 0 0 0,0 0 1 0 0,0 0-1 0 0,0 1 1 0 0,0-1-1 0 0,0 2 1 0 0,-1-1 12 0 0,1 0 1 0 0,-1 0 0 0 0,0 0-1 0 0,-1 0 1 0 0,1 0-1 0 0,0 0 1 0 0,-1-1 0 0 0,1 1-1 0 0,-1 0 1 0 0,1 0-1 0 0,-1 0 1 0 0,0 0 0 0 0,0-1-1 0 0,1 1 1 0 0,-2 0-1 0 0,-1 2 1 0 0,-2 3 7 0 0,-1 0-1 0 0,0 0 1 0 0,0-1-1 0 0,-1 1 1 0 0,1-1-1 0 0,-15 8 1 0 0,-5-2 340 0 0,0-2 0 0 0,-1 0 0 0 0,0-2 0 0 0,-56 9 1 0 0,80-17-204 0 0,1 1-232 0 0,0-1 0 0 0,-1 0 0 0 0,1 1 0 0 0,0-1 1 0 0,-1 0-1 0 0,1-1 0 0 0,0 1 0 0 0,-1 0 0 0 0,1 0 1 0 0,0-1-1 0 0,-1 0 0 0 0,1 1 0 0 0,0-1 1 0 0,-3-1-1 0 0,9-9-3401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5.6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5969 0 0,'28'-1'-82'0'0,"-24"9"67"0"0,0 0 1 0 0,-1 0 0 0 0,0 0 0 0 0,0 1 0 0 0,-1-1 0 0 0,-1 1 0 0 0,1-1 0 0 0,-1 1-1 0 0,0 12 1 0 0,-4 85 62 0 0,-1-72-772 0 0,-18 67 1 0 0,18-82-467 0 0,-2 4-110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6.4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240 34 4588 0 0,'-3'-33'1795'0'0,"-65"160"-1461"0"0,46-86-368 0 0,-33 45 1 0 0,-5 9 65 0 0,33-57-74 0 0,27-38 19 0 0,0 0 0 0 0,0 0 0 0 0,0 0 0 0 0,0 0 0 0 0,0-1 0 0 0,0 1 0 0 0,0 0 1 0 0,0 0-1 0 0,0 0 0 0 0,0 0 0 0 0,0 0 0 0 0,0 0 0 0 0,0 0 0 0 0,0 0 0 0 0,0 0 1 0 0,0-1-1 0 0,-1 1 0 0 0,1 0 0 0 0,0 0 0 0 0,0 0 0 0 0,0 0 0 0 0,0 0 0 0 0,0 0 1 0 0,0 0-1 0 0,0 0 0 0 0,0 0 0 0 0,0 0 0 0 0,0 0 0 0 0,0 0 0 0 0,0-1 0 0 0,-1 1 1 0 0,1 0-1 0 0,0 0 0 0 0,0 0 0 0 0,0 0 0 0 0,0 0 0 0 0,0 0 0 0 0,0 0 0 0 0,0 0 1 0 0,0 0-1 0 0,0 0 0 0 0,-1 0 0 0 0,1 0 0 0 0,0 0 0 0 0,0 0 0 0 0,0 0 0 0 0,0 0 1 0 0,0 0-1 0 0,0 0 0 0 0,0 0 0 0 0,0 0 0 0 0,0 1 0 0 0,-1-1 0 0 0,1 0 0 0 0,0 0 1 0 0,0 0-1 0 0,0 0 0 0 0,0 0 0 0 0,0 0 0 0 0,0 0 0 0 0,0 0 0 0 0,0 0 0 0 0,0 0 1 0 0,8-21-1553 0 0,3 4-170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7.1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63 4872 0 0,'8'-43'422'0'0,"-7"41"-133"0"0,-2-10 436 0 0,2 7 1042 0 0,4 43-1831 0 0,0 52-1 0 0,1 23-26 0 0,-4-93 82 0 0,-2-15 11 0 0,0 0 1 0 0,0 0-1 0 0,1 0 0 0 0,0 0 0 0 0,0 0 1 0 0,0 0-1 0 0,0-1 0 0 0,1 1 0 0 0,0 0 0 0 0,3 5 1 0 0,-5-9 9 0 0,1-1-10 0 0,-1 1 0 0 0,0-1 0 0 0,1 1-1 0 0,-1-1 1 0 0,1 1 0 0 0,-1-1 0 0 0,0 0 0 0 0,1 1 0 0 0,-1-1 0 0 0,1 1 0 0 0,-1-1 0 0 0,1 0 0 0 0,-1 0 0 0 0,1 1 0 0 0,-1-1 0 0 0,1 0 0 0 0,-1 0 0 0 0,1 0-1 0 0,0 1 1 0 0,-1-1 0 0 0,1 0 0 0 0,-1 0 0 0 0,1 0 0 0 0,-1 0 0 0 0,1 0 0 0 0,0 0 0 0 0,-1 0 0 0 0,1 0 0 0 0,-1-1 0 0 0,1 1 0 0 0,-1 0 0 0 0,1 0 0 0 0,0-1-1 0 0,22-5 31 0 0,-22 6-30 0 0,435-144 387 0 0,-425 140-418 0 0,9-3 239 0 0,-10 5-4348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7.2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0 122 4176 0 0,'9'-60'342'0'0,"-4"16"1690"0"0,-5 42-1711 0 0,1-9 196 0 0,0 6-403 0 0,0 7-349 0 0,2 59 184 0 0,3 0-1 0 0,3 0 1 0 0,3-1-1 0 0,26 83 1 0 0,-32-126 81 0 0,-2-5 82 0 0,0 0-1 0 0,-1 0 0 0 0,0 1 1 0 0,2 22-1 0 0,-5-34 99 0 0,-2 4 80 0 0,2-5-277 0 0,0 0-1 0 0,0 1 0 0 0,0-1 1 0 0,0 0-1 0 0,0 1 1 0 0,0-1-1 0 0,0 0 0 0 0,0 1 1 0 0,-1-1-1 0 0,1 0 1 0 0,0 0-1 0 0,0 1 0 0 0,0-1 1 0 0,0 0-1 0 0,0 1 1 0 0,0-1-1 0 0,-1 0 0 0 0,1 0 1 0 0,0 1-1 0 0,0-1 1 0 0,0 0-1 0 0,-1 0 0 0 0,1 1 1 0 0,0-1-1 0 0,0 0 1 0 0,-1 0-1 0 0,1 0 0 0 0,0 0 1 0 0,-1 1-1 0 0,1-1 1 0 0,0 0-1 0 0,0 0 0 0 0,-1 0 1 0 0,-50 0 778 0 0,47 0-691 0 0,-1-4 41 0 0,3 4-123 0 0,1-1-1 0 0,0 1 0 0 0,0-1 0 0 0,0 0 0 0 0,0 1 0 0 0,0-1 0 0 0,0 0 0 0 0,0 0 0 0 0,0 1 0 0 0,0-1 0 0 0,0 0 1 0 0,0 0-1 0 0,0 0 0 0 0,0 0 0 0 0,1 0 0 0 0,-1 0 0 0 0,1-1 0 0 0,-1 1 0 0 0,0 0 0 0 0,1 0 0 0 0,-1-2 1 0 0,2 0-32 0 0,0 0 0 0 0,0 1 1 0 0,0-1-1 0 0,0 0 0 0 0,0 0 0 0 0,0 0 1 0 0,1 1-1 0 0,0-1 0 0 0,-1 1 1 0 0,1-1-1 0 0,0 1 0 0 0,0 0 1 0 0,0 0-1 0 0,1 0 0 0 0,-1 0 1 0 0,0 0-1 0 0,1 0 0 0 0,-1 0 1 0 0,1 1-1 0 0,0 0 0 0 0,4-3 1 0 0,68-26-380 0 0,-69 28 376 0 0,15-4-147 0 0,-1 0 0 0 0,1 2 0 0 0,-1 1 0 0 0,37-2 0 0 0,-46 4 33 0 0,0 1 0 0 0,0 1-1 0 0,0 0 1 0 0,0 0 0 0 0,0 1 0 0 0,0 0 0 0 0,0 1 0 0 0,-1 1 0 0 0,1-1 0 0 0,14 9 0 0 0,-23-11 116 0 0,-1-1 0 0 0,0 1 0 0 0,0-1 0 0 0,0 1 0 0 0,0 0 0 0 0,0 0 0 0 0,0-1 0 0 0,0 1 1 0 0,0 0-1 0 0,0 0 0 0 0,0 0 0 0 0,0 0 0 0 0,0 0 0 0 0,-1 0 0 0 0,1 1 0 0 0,0-1 0 0 0,-1 0 1 0 0,1 0-1 0 0,-1 0 0 0 0,1 1 0 0 0,-1-1 0 0 0,0 0 0 0 0,1 1 0 0 0,-1-1 0 0 0,0 0 0 0 0,0 0 0 0 0,0 1 1 0 0,0-1-1 0 0,0 2 0 0 0,-1 0 8 0 0,-1 0-1 0 0,1-1 1 0 0,0 1 0 0 0,-1-1 0 0 0,0 1-1 0 0,1-1 1 0 0,-1 1 0 0 0,0-1 0 0 0,0 0 0 0 0,0 0-1 0 0,-1 0 1 0 0,-3 2 0 0 0,-6 5 40 0 0,-1-1 0 0 0,0-1-1 0 0,-28 12 1 0 0,-10-1 408 0 0,-1-2-1 0 0,-89 14 0 0 0,138-29-373 0 0,-1-1-146 0 0,3 1-34 0 0,1-1 1 0 0,-1 0-1 0 0,0 0 1 0 0,0 1-1 0 0,1-1 1 0 0,-1 0-1 0 0,0 0 1 0 0,0 0-1 0 0,1 0 0 0 0,-1 0 1 0 0,0 0-1 0 0,0 0 1 0 0,1 0-1 0 0,-1 0 1 0 0,0 0-1 0 0,0-1 1 0 0,1 1-1 0 0,-1 0 1 0 0,0 0-1 0 0,0-1 1 0 0,-3-9-1686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7.9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27 4724 0 0,'0'0'1561'0'0,"4"-3"-1495"0"0,4-1-57 0 0,0 0-1 0 0,1 1 1 0 0,-1 0-1 0 0,1 1 1 0 0,0 0-1 0 0,0 0 1 0 0,-1 1-1 0 0,1 0 1 0 0,12 0 0 0 0,-18 1-22 0 0,1-1 0 0 0,-1 1 0 0 0,1 0 0 0 0,-1 1 0 0 0,1-1 0 0 0,-1 0 0 0 0,1 1 0 0 0,-1 0 0 0 0,1 0 0 0 0,-1 0 0 0 0,0 0 0 0 0,0 1 1 0 0,1-1-1 0 0,-1 1 0 0 0,0 0 0 0 0,0-1 0 0 0,-1 1 0 0 0,1 1 0 0 0,0-1 0 0 0,-1 0 0 0 0,1 1 0 0 0,-1-1 0 0 0,0 1 0 0 0,0 0 1 0 0,0 0-1 0 0,0 0 0 0 0,0 0 0 0 0,2 5 0 0 0,-3-3 5 0 0,-1 0 1 0 0,1 0-1 0 0,-1-1 0 0 0,0 1 1 0 0,0 0-1 0 0,0-1 0 0 0,-1 1 1 0 0,0 0-1 0 0,0-1 1 0 0,0 1-1 0 0,0 0 0 0 0,-1-1 1 0 0,0 0-1 0 0,0 1 0 0 0,0-1 1 0 0,-5 7-1 0 0,-6 8 0 0 0,0-1 0 0 0,-22 21-1 0 0,8-7 17 0 0,17-16 43 0 0,12-8 19 0 0,31-10 13 0 0,-21 0-95 0 0,218-46-1219 0 0,-175 34-717 0 0,-37 9 876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8.4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326 65 5805 0 0,'29'-63'-40'0'0,"-28"61"459"0"0,-13 18-284 0 0,0-1 0 0 0,1 1 0 0 0,-16 31 1 0 0,12-22-100 0 0,-76 133-119 0 0,-77 117 655 0 0,148-252-862 0 0,28-48-2091 0 0,3 6-342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9.0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79 41 6057 0 0,'6'-40'213'0'0,"-84"445"-497"0"0,73-373 280 0 0,4-31 6 0 0,1 1 0 0 0,0-1 0 0 0,0 0 0 0 0,0 0 0 0 0,-1 0 0 0 0,1 0 0 0 0,0 0 0 0 0,1 1 0 0 0,-1-1 0 0 0,0 0 0 0 0,0 0 0 0 0,0 0-1 0 0,1 0 1 0 0,-1 0 0 0 0,0 0 0 0 0,1 1 0 0 0,-1-1 0 0 0,1 0 0 0 0,0 0 0 0 0,-1 0 0 0 0,1-1 0 0 0,0 1 0 0 0,-1 0 0 0 0,1 0 0 0 0,0 0 0 0 0,0 0 0 0 0,0-1 0 0 0,0 1 0 0 0,0 0 0 0 0,0-1 0 0 0,0 1 0 0 0,0-1 0 0 0,0 1 0 0 0,0-1 0 0 0,0 1 0 0 0,0-1 0 0 0,0 0 0 0 0,0 1 0 0 0,0-1 0 0 0,1 0 0 0 0,-1 0 0 0 0,0 0 0 0 0,0 0 0 0 0,0 0-1 0 0,0 0 1 0 0,1 0 0 0 0,-1-1 0 0 0,0 1 0 0 0,0 0 0 0 0,2-1 0 0 0,11-2 36 0 0,0-1 0 0 0,0 0 0 0 0,19-8-1 0 0,-15 5-14 0 0,235-86 362 0 0,-235 86-359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9.4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40 3912 0 0,'2'-31'1490'0'0,"-4"24"-1450"0"0,2 6-13 0 0,1 10-216 0 0,2 1 156 0 0,-1 0 0 0 0,1 0 0 0 0,1-1 0 0 0,5 10 0 0 0,4 16-25 0 0,48 130-26 0 0,19 64 23 0 0,-71-203 84 0 0,-7-21-10 0 0,0 0 0 0 0,0 0 0 0 0,0 0 0 0 0,-1 0 0 0 0,0 0 0 0 0,1 9 0 0 0,-1-10 82 0 0,6 21 312 0 0,-6-24-368 0 0,-1-1 1 0 0,0 0-1 0 0,0 1 0 0 0,0-1 0 0 0,0 1 0 0 0,0-1 1 0 0,0 1-1 0 0,0-1 0 0 0,0 0 0 0 0,0 1 0 0 0,0-1 1 0 0,0 1-1 0 0,0-1 0 0 0,0 1 0 0 0,0-1 0 0 0,0 0 1 0 0,0 1-1 0 0,-1-1 0 0 0,1 1 0 0 0,0-1 0 0 0,0 0 1 0 0,0 1-1 0 0,-1-1 0 0 0,1 0 0 0 0,0 1 0 0 0,0-1 1 0 0,-1 0-1 0 0,1 1 0 0 0,0-1 0 0 0,-1 0 0 0 0,1 1 1 0 0,-1-1-1 0 0,1 0 0 0 0,0 0 0 0 0,-1 0 0 0 0,1 1 1 0 0,-1-1-1 0 0,1 0 0 0 0,0 0 0 0 0,-1 0 0 0 0,1 0 1 0 0,-1 0-1 0 0,1 0 0 0 0,-1 0 0 0 0,1 0 0 0 0,0 0 1 0 0,-1 0-1 0 0,1 0 0 0 0,-1 0 0 0 0,1 0 0 0 0,-1 0 1 0 0,-3-1-11 0 0,0 0 0 0 0,0 0 0 0 0,0 0 0 0 0,0-1 0 0 0,1 1 0 0 0,-1-1 0 0 0,0 0 0 0 0,1 0 0 0 0,0 0 0 0 0,-1 0 0 0 0,1-1 0 0 0,0 1 0 0 0,0-1 0 0 0,0 0 0 0 0,0 0 0 0 0,1 0 0 0 0,-1 0 0 0 0,1 0 0 0 0,0-1 0 0 0,0 1 0 0 0,0-1 0 0 0,0 1 0 0 0,1-1 0 0 0,-1 0 0 0 0,1 0 0 0 0,0 0 0 0 0,0 0 0 0 0,0 0 0 0 0,1 0 0 0 0,-1 0 0 0 0,1 0 0 0 0,0 0 0 0 0,0 0 0 0 0,1 0 0 0 0,-1 0 0 0 0,1 0 0 0 0,0 0 0 0 0,0 0 0 0 0,0 0 0 0 0,0 1 0 0 0,1-1 0 0 0,0 0 0 0 0,-1 1 0 0 0,1-1 0 0 0,1 1 0 0 0,-1-1 0 0 0,3-2 0 0 0,5-5-100 0 0,-1 1-1 0 0,2 1 0 0 0,-1-1 0 0 0,1 2 0 0 0,15-10 0 0 0,-20 15 14 0 0,1-1 0 0 0,0 1 0 0 0,0 1 0 0 0,0-1 0 0 0,0 1 0 0 0,0 0 0 0 0,0 1 0 0 0,1 0-1 0 0,-1 0 1 0 0,0 1 0 0 0,15 0 0 0 0,0 2-75 0 0,0 1-1 0 0,0 1 0 0 0,0 1 0 0 0,-1 1 0 0 0,1 1 1 0 0,-1 1-1 0 0,-1 1 0 0 0,28 16 0 0 0,-46-25 123 0 0,-1 1 0 0 0,0-1 0 0 0,0 1 0 0 0,0-1 0 0 0,0 1 0 0 0,0 0 0 0 0,0 0 0 0 0,-1 0 0 0 0,1-1 0 0 0,0 1 0 0 0,0 0 0 0 0,0 0 0 0 0,-1 0 0 0 0,1 0 0 0 0,-1 0 0 0 0,1 0 0 0 0,0 1 0 0 0,-1-1 0 0 0,0 0 0 0 0,1 0 0 0 0,-1 0 0 0 0,0 0 0 0 0,0 0 0 0 0,1 1 0 0 0,-1-1 0 0 0,0 2 0 0 0,-1-1 5 0 0,0 1 0 0 0,0-1 1 0 0,1 0-1 0 0,-1 0 0 0 0,-1 0 1 0 0,1 0-1 0 0,0 0 1 0 0,0 0-1 0 0,-1 0 0 0 0,1 0 1 0 0,-1 0-1 0 0,-3 2 0 0 0,-5 5 11 0 0,-1-1 0 0 0,0 0 0 0 0,-18 9 0 0 0,28-17-7 0 0,-45 23 88 0 0,-2-3 1 0 0,-85 25-1 0 0,50-19 343 0 0,59-21-300 0 0,24-5-177 0 0,-1 1-1 0 0,1-1 0 0 0,-1 0 1 0 0,1 0-1 0 0,-1 0 0 0 0,1 0 1 0 0,-1 0-1 0 0,1 0 0 0 0,-1 0 0 0 0,1 0 1 0 0,-1 0-1 0 0,1 0 0 0 0,-1 0 1 0 0,1 0-1 0 0,-1 0 0 0 0,1-1 0 0 0,-1 1 1 0 0,1 0-1 0 0,-1 0 0 0 0,1 0 1 0 0,0-1-1 0 0,-1 1 0 0 0,1 0 1 0 0,-1 0-1 0 0,1-1 0 0 0,0 1 0 0 0,-1 0 1 0 0,1-1-1 0 0,0 1 0 0 0,-1-1 1 0 0,1 1-1 0 0,0 0 0 0 0,0-1 0 0 0,-1 1 1 0 0,1-1-1 0 0,0 1 0 0 0,0-1 1 0 0,0 1-1 0 0,0-1 0 0 0,-1 1 1 0 0,1-1-1 0 0,0 0 0 0 0,4-3-1516 0 0,14-17-11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0.5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302 12 4356 0 0,'-35'8'1851'0'0,"45"-12"-1863"0"0,0 0-1 0 0,1 1 1 0 0,-1 1-1 0 0,1 0 1 0 0,0 0-1 0 0,17 0 1 0 0,-22 2-13 0 0,0 0 1 0 0,0 0-1 0 0,0 0 1 0 0,0 1-1 0 0,0 0 1 0 0,0 0 0 0 0,0 1-1 0 0,-1 0 1 0 0,1-1-1 0 0,0 2 1 0 0,-1-1-1 0 0,1 1 1 0 0,-1 0 0 0 0,8 6-1 0 0,-12-8 21 0 0,0 0-1 0 0,0 0 0 0 0,0 0 0 0 0,0 0 1 0 0,0 0-1 0 0,0 0 0 0 0,0 0 1 0 0,0 1-1 0 0,-1-1 0 0 0,1 0 1 0 0,-1 1-1 0 0,1-1 0 0 0,-1 0 1 0 0,1 1-1 0 0,-1-1 0 0 0,0 1 1 0 0,1-1-1 0 0,-1 0 0 0 0,0 1 1 0 0,0-1-1 0 0,0 1 0 0 0,0-1 0 0 0,-1 1 1 0 0,1-1-1 0 0,0 1 0 0 0,0-1 1 0 0,-1 0-1 0 0,1 1 0 0 0,-1-1 1 0 0,1 0-1 0 0,-1 1 0 0 0,0-1 1 0 0,0 0-1 0 0,1 0 0 0 0,-1 0 1 0 0,0 1-1 0 0,0-1 0 0 0,-1 1 1 0 0,-5 5 4 0 0,-1 0 0 0 0,1-1 1 0 0,-1 1-1 0 0,-12 6 1 0 0,9-5-6 0 0,-12 7 8 0 0,0 0 0 0 0,-30 12 0 0 0,-11 7 233 0 0,62-33-200 0 0,0 1-23 0 0,1-3-13 0 0,1 1-1 0 0,0 0 1 0 0,0 0-1 0 0,0 0 0 0 0,0 0 1 0 0,-1 1-1 0 0,1-1 1 0 0,0 0-1 0 0,0 0 1 0 0,0 0-1 0 0,-1 0 0 0 0,1 0 1 0 0,0 0-1 0 0,0 0 1 0 0,0 0-1 0 0,-1 0 0 0 0,1 0 1 0 0,0 0-1 0 0,0 1 1 0 0,0-1-1 0 0,0 0 1 0 0,0 0-1 0 0,-1 0 0 0 0,1 0 1 0 0,0 0-1 0 0,0 1 1 0 0,0-1-1 0 0,0 0 1 0 0,0 0-1 0 0,0 0 0 0 0,0 0 1 0 0,0 1-1 0 0,0-1 1 0 0,0 0-1 0 0,0 0 0 0 0,-1 0 1 0 0,1 1-1 0 0,0-1 1 0 0,0 0-1 0 0,0 0 1 0 0,0 0-1 0 0,0 1 0 0 0,1-1 1 0 0,-1 0-1 0 0,0 0 1 0 0,0 0-1 0 0,0 1 1 0 0,0-1-1 0 0,0 0 0 0 0,0 0 1 0 0,0 0-1 0 0,0 0 1 0 0,0 1-1 0 0,0-1 0 0 0,1 0 1 0 0,37 14-29 0 0,-28-11-12 0 0,-1 0 0 0 0,1 1-1 0 0,-1 0 1 0 0,0 0 0 0 0,0 1 0 0 0,0 0-1 0 0,8 7 1 0 0,-16-11 30 0 0,0-1 11 0 0,-1 0-1 0 0,0 0 1 0 0,0 0 0 0 0,0 0 0 0 0,0 0-1 0 0,0 0 1 0 0,1 0 0 0 0,-1 0 0 0 0,0 0-1 0 0,0 0 1 0 0,0 0 0 0 0,0 0 0 0 0,0 0 0 0 0,1 0-1 0 0,-1 0 1 0 0,0 0 0 0 0,0 0 0 0 0,0 0-1 0 0,0 0 1 0 0,0 0 0 0 0,1 0 0 0 0,-1 1-1 0 0,0-1 1 0 0,0 0 0 0 0,0 0 0 0 0,0 0-1 0 0,0 0 1 0 0,0 0 0 0 0,0 0 0 0 0,0 0 0 0 0,1 1-1 0 0,-1-1 1 0 0,0 0 0 0 0,0 0 0 0 0,0 0-1 0 0,0 0 1 0 0,0 0 0 0 0,0 1 0 0 0,0-1-1 0 0,0 0 1 0 0,0 0 0 0 0,0 0 0 0 0,0 0-1 0 0,0 0 1 0 0,0 1 0 0 0,0-1 0 0 0,0 0-1 0 0,0 0 1 0 0,0 0 0 0 0,0 0 0 0 0,0 0 0 0 0,0 1-1 0 0,0-1 1 0 0,-1 0 0 0 0,-6 11 91 0 0,-11 7 99 0 0,-2-9-77 0 0,-1 0 1 0 0,0-2-1 0 0,0 0 0 0 0,-1-1 1 0 0,0-2-1 0 0,0 0 0 0 0,0-1 1 0 0,0-1-1 0 0,-1-1 0 0 0,-28-3 1 0 0,48 2-391 0 0,-1-1 1 0 0,0 0-1 0 0,1 0 1 0 0,-1 0-1 0 0,1 0 1 0 0,-1-1-1 0 0,1 1 1 0 0,0-1 0 0 0,0 0-1 0 0,-1 0 1 0 0,1 0-1 0 0,0 0 1 0 0,-4-5-1 0 0,4 0-971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5.6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40 4040 0 0,'0'0'3377'0'0,"6"1"-3438"0"0,65 5 69 0 0,130-6 0 0 0,-113-2 3 0 0,459-12 28 0 0,144-1 38 0 0,-575 10 363 0 0,-113 5-396 0 0,10 0 24 0 0,19 0 229 0 0,-22-2-3327 0 0,-10-6 1262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6.3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39 4736 0 0,'-40'-21'530'0'0,"39"20"-177"0"0,-22-16 2913 0 0,79 23-3315 0 0,0 2 0 0 0,0 2 1 0 0,0 3-1 0 0,90 34 0 0 0,-128-41-31 0 0,-13-4 53 0 0,1 0-1 0 0,-1 0 1 0 0,0 0 0 0 0,0 1-1 0 0,0 0 1 0 0,0 0-1 0 0,6 5 1 0 0,-10-7 27 0 0,-1-1 0 0 0,1 1 1 0 0,-1 0-1 0 0,1 0 0 0 0,-1 0 0 0 0,0 0 0 0 0,0 0 0 0 0,1 0 0 0 0,-1 0 0 0 0,0-1 1 0 0,0 1-1 0 0,0 0 0 0 0,0 0 0 0 0,0 0 0 0 0,0 0 0 0 0,0 0 0 0 0,0 0 1 0 0,0 0-1 0 0,-1 0 0 0 0,1 0 0 0 0,0 0 0 0 0,-1 0 0 0 0,1-1 0 0 0,0 1 1 0 0,-1 0-1 0 0,1 0 0 0 0,-1 0 0 0 0,0-1 0 0 0,1 1 0 0 0,-1 0 0 0 0,1 0 1 0 0,-1-1-1 0 0,0 1 0 0 0,0-1 0 0 0,1 1 0 0 0,-1-1 0 0 0,-2 2 0 0 0,3-2 1 0 0,-17 14 18 0 0,0 0 0 0 0,0-1 1 0 0,-2-2-1 0 0,1 1 0 0 0,-2-2 0 0 0,1-1 0 0 0,-31 11 1 0 0,-6 4 17 0 0,-133 57-83 0 0,106-51-4163 0 0,72-27 1781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7.8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 38 5733 0 0,'0'0'-234'0'0,"-30"7"3093"0"0,35-6-2859 0 0,-1 0 1 0 0,1 0-1 0 0,0-1 0 0 0,0 0 0 0 0,0 0 0 0 0,-1 0 1 0 0,1 0-1 0 0,8-2 0 0 0,7-1 0 0 0,1083-6-17 0 0,-760 8 258 0 0,-343 1-372 0 0,1 0 0 0 0,0-1-1 0 0,0 1 1 0 0,-1 0 0 0 0,1-1 0 0 0,0 1 0 0 0,0 0-1 0 0,-1-1 1 0 0,1 1 0 0 0,-1-1 0 0 0,1 1 0 0 0,0-1-1 0 0,-1 0 1 0 0,1 1 0 0 0,-1-1 0 0 0,1 1 0 0 0,-1-1-1 0 0,1 0 1 0 0,-1 1 0 0 0,0-1 0 0 0,1 0 0 0 0,-1 0-1 0 0,0 1 1 0 0,0-1 0 0 0,1 0 0 0 0,-1 0 0 0 0,0 0-1 0 0,0 1 1 0 0,0-1 0 0 0,0 0 0 0 0,0 0-1 0 0,0 0 1 0 0,0 0 0 0 0,2-10-2136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8.3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359 60 5304 0 0,'-2'-5'5'0'0,"-1"0"0"0"0,0-1 0 0 0,0 1-1 0 0,0 1 1 0 0,-1-1 0 0 0,1 0 0 0 0,-1 1-1 0 0,-5-5 1 0 0,8 8 568 0 0,-8-5 30 0 0,9 6-578 0 0,0 0 0 0 0,0 0 1 0 0,0 0-1 0 0,0 0 0 0 0,0 0 0 0 0,1 0 0 0 0,-1 0 1 0 0,0-1-1 0 0,0 1 0 0 0,0 0 0 0 0,0 0 0 0 0,0 0 1 0 0,0 0-1 0 0,0 0 0 0 0,0 0 0 0 0,0 0 0 0 0,0 0 1 0 0,0-1-1 0 0,0 1 0 0 0,0 0 0 0 0,0 0 1 0 0,0 0-1 0 0,0 0 0 0 0,0 0 0 0 0,0 0 0 0 0,0 0 1 0 0,0-1-1 0 0,0 1 0 0 0,0 0 0 0 0,0 0 0 0 0,0 0 1 0 0,0 0-1 0 0,0 0 0 0 0,0 0 0 0 0,0 0 0 0 0,0-1 1 0 0,0 1-1 0 0,0 0 0 0 0,0 0 0 0 0,-1 0 1 0 0,1 0-1 0 0,0 0 0 0 0,0 0 0 0 0,0 0 0 0 0,108 31-110 0 0,-2 5-1 0 0,146 70 1 0 0,-249-105 76 0 0,-1 0 0 0 0,1 0 0 0 0,-1 0 1 0 0,0 1-1 0 0,1-1 0 0 0,-1 1 1 0 0,0-1-1 0 0,0 1 0 0 0,0 0 0 0 0,0-1 1 0 0,0 1-1 0 0,-1 0 0 0 0,1 0 0 0 0,0 0 1 0 0,-1 1-1 0 0,1-1 0 0 0,-1 0 0 0 0,0 1 1 0 0,0-1-1 0 0,1 3 0 0 0,-2-2 7 0 0,-1 0 0 0 0,1 0-1 0 0,-1-1 1 0 0,0 1 0 0 0,1 0-1 0 0,-1 0 1 0 0,0-1 0 0 0,-1 1 0 0 0,1-1-1 0 0,0 1 1 0 0,-1-1 0 0 0,0 1-1 0 0,1-1 1 0 0,-1 0 0 0 0,0 0 0 0 0,0 0-1 0 0,0 0 1 0 0,0 0 0 0 0,-4 2-1 0 0,-46 37 10 0 0,-2-3 0 0 0,-1-2 0 0 0,-2-2-1 0 0,-64 26 1 0 0,-45 28-52 0 0,103-52-1298 0 0,2 2 0 0 0,-70 58-1 0 0,100-69 70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9.5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21 132 4416 0 0,'0'0'300'0'0,"-20"0"1698"0"0,186 2-1223 0 0,447-59-699 0 0,-218 16 22 0 0,-276 29 1298 0 0,-114 12-1049 0 0,22 0 632 0 0,18-7 67 0 0,-43 6-1263 0 0,13-14-6451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30.1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35 5985 0 0,'-29'-21'146'0'0,"28"21"-183"0"0,-2-2 96 0 0,-7-5 734 0 0,-2 3 1176 0 0,27 6-2111 0 0,0 1 134 0 0,-1 1 0 0 0,0 0-1 0 0,1 1 1 0 0,-2 0 0 0 0,17 9-1 0 0,13 4-9 0 0,312 148-117 0 0,-355-166 139 0 0,1 0 0 0 0,0 0 0 0 0,-1 1 0 0 0,1-1 0 0 0,0 0 0 0 0,-1 1-1 0 0,1-1 1 0 0,0 1 0 0 0,-1-1 0 0 0,1 1 0 0 0,-1-1 0 0 0,1 1 0 0 0,-1-1 0 0 0,1 1 0 0 0,-1 0 0 0 0,0-1 0 0 0,1 1-1 0 0,-1-1 1 0 0,0 1 0 0 0,1 0 0 0 0,-1-1 0 0 0,0 1 0 0 0,0 0 0 0 0,1 0 0 0 0,-1-1 0 0 0,0 1 0 0 0,0 0 0 0 0,0 0-1 0 0,0-1 1 0 0,0 1 0 0 0,0 0 0 0 0,0-1 0 0 0,0 1 0 0 0,-1 0 0 0 0,1 0 0 0 0,0-1 0 0 0,0 1 0 0 0,-1 0 0 0 0,1-1-1 0 0,0 1 1 0 0,-1 0 0 0 0,1-1 0 0 0,0 1 0 0 0,-1-1 0 0 0,1 1 0 0 0,-1 0 0 0 0,1-1 0 0 0,-1 1 0 0 0,-1 0 0 0 0,-31 23 22 0 0,30-22-11 0 0,-285 155-362 0 0,160-100-3593 0 0,101-47 1276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39.0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160 0 1976 0 0,'0'0'1868'0'0,"4"1"-1579"0"0,9 4 453 0 0,-13 0 1074 0 0,-22 1-956 0 0,15-5-855 0 0,0 0-1 0 0,1 1 1 0 0,-1-1-1 0 0,1 1 1 0 0,-1 1-1 0 0,1-1 1 0 0,0 1-1 0 0,0 0 1 0 0,0 1-1 0 0,0-1 1 0 0,1 1 0 0 0,-1 0-1 0 0,1 1 1 0 0,-9 8-1 0 0,8-6-35 0 0,0-1-1 0 0,1 1 1 0 0,0 1 0 0 0,0-1 0 0 0,0 1-1 0 0,1 0 1 0 0,0 0 0 0 0,1 0-1 0 0,-6 18 1 0 0,8-21 17 0 0,0 0 0 0 0,1 0 0 0 0,-1 0 0 0 0,1 1-1 0 0,0-1 1 0 0,1 0 0 0 0,-1 0 0 0 0,1 1 0 0 0,0-1 0 0 0,0 0 0 0 0,0 0 0 0 0,1 0 0 0 0,0 0 0 0 0,0 0-1 0 0,4 7 1 0 0,-1-5 5 0 0,0 0 1 0 0,1 0-1 0 0,-1 0 0 0 0,1-1 0 0 0,1 0 0 0 0,-1 0 0 0 0,1 0 0 0 0,13 8 0 0 0,-6-6 36 0 0,-1-1-1 0 0,2 0 1 0 0,-1-1-1 0 0,1 0 1 0 0,-1-1-1 0 0,2-1 1 0 0,-1 0-1 0 0,0-1 1 0 0,31 2-1 0 0,-36-6 45 0 0,0 0 0 0 0,0-1 0 0 0,0 0 0 0 0,-1 0 0 0 0,1-1 0 0 0,-1 0 0 0 0,1-1 0 0 0,-1 0-1 0 0,0 0 1 0 0,-1-1 0 0 0,1 0 0 0 0,-1-1 0 0 0,0 0 0 0 0,12-11 0 0 0,-6 4 185 0 0,-1-1 0 0 0,0 0 0 0 0,-1-1 0 0 0,-1 0 0 0 0,0-1 0 0 0,13-25 1 0 0,-22 38-177 0 0,-1-1 1 0 0,1 1 0 0 0,0-1 0 0 0,-1 1 0 0 0,0-1 0 0 0,1 0 0 0 0,-2 0 0 0 0,1 0-1 0 0,0 0 1 0 0,-1 1 0 0 0,0-1 0 0 0,1 0 0 0 0,-2 0 0 0 0,1 0 0 0 0,0 0-1 0 0,-1 0 1 0 0,-2-8 0 0 0,1 9-40 0 0,1 0 0 0 0,-2-1-1 0 0,1 1 1 0 0,0 0 0 0 0,-1 0 0 0 0,1 0-1 0 0,-1 0 1 0 0,0 0 0 0 0,0 1 0 0 0,0 0-1 0 0,0-1 1 0 0,0 1 0 0 0,-1 0 0 0 0,1 0-1 0 0,-4-1 1 0 0,-14-4 4 0 0,1 0 0 0 0,-1 2 0 0 0,-1 0 0 0 0,1 1 0 0 0,-26 0 0 0 0,21 1 44 0 0,-61-6-1040 0 0,55 8-6125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39.3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10 7305 0 0,'2'-1'188'0'0,"-1"0"0"0"0,0 0 0 0 0,0 0 0 0 0,1 0 0 0 0,-1 0 0 0 0,1 1-1 0 0,-1-1 1 0 0,1 0 0 0 0,-1 1 0 0 0,1-1 0 0 0,-1 1 0 0 0,1 0 0 0 0,-1-1 0 0 0,1 1 0 0 0,1 0 0 0 0,1 5-224 0 0,0 1 1 0 0,-1-1-1 0 0,1 1 0 0 0,-1 0 0 0 0,0 0 0 0 0,-1 0 0 0 0,0 1 0 0 0,0-1 0 0 0,0 0 1 0 0,-1 1-1 0 0,1 6 0 0 0,10 81-473 0 0,-13-22-553 0 0,-11-28-2971 0 0,6-29 1611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0.7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223 18 5857 0 0,'0'0'-152'0'0,"-28"-17"-97"0"0,22 17 237 0 0,0 0 0 0 0,0 1 0 0 0,-1 0 0 0 0,1 0 0 0 0,0 0 0 0 0,0 1-1 0 0,0 0 1 0 0,0 0 0 0 0,0 0 0 0 0,1 1 0 0 0,-1 0 0 0 0,1 0 0 0 0,-1 0-1 0 0,1 1 1 0 0,0 0 0 0 0,1 0 0 0 0,-1 0 0 0 0,0 1 0 0 0,-3 4 0 0 0,-1 1-22 0 0,1 0 1 0 0,0 0 0 0 0,0 0-1 0 0,1 1 1 0 0,0 1 0 0 0,1-1-1 0 0,0 1 1 0 0,-6 19 0 0 0,10-24 13 0 0,0 1 1 0 0,1 0 0 0 0,-1-1-1 0 0,1 1 1 0 0,1 0 0 0 0,0 0-1 0 0,0 0 1 0 0,0 0 0 0 0,1 0-1 0 0,0 0 1 0 0,1-1 0 0 0,0 1-1 0 0,0 0 1 0 0,1-1 0 0 0,-1 1-1 0 0,2-1 1 0 0,-1 0 0 0 0,1 0-1 0 0,7 10 1 0 0,-5-10 28 0 0,-1-1 1 0 0,2 0-1 0 0,-1 0 1 0 0,1 0-1 0 0,-1-1 1 0 0,2 0-1 0 0,-1-1 1 0 0,0 1-1 0 0,1-1 1 0 0,0-1-1 0 0,0 1 0 0 0,0-1 1 0 0,0-1-1 0 0,1 1 1 0 0,-1-2-1 0 0,1 1 1 0 0,14 0-1 0 0,-10-1 124 0 0,0-1 0 0 0,0 0-1 0 0,0-1 1 0 0,0-1 0 0 0,-1 0 0 0 0,1 0-1 0 0,0-1 1 0 0,-1-1 0 0 0,0 0 0 0 0,0-1 0 0 0,0 0-1 0 0,0-1 1 0 0,13-9 0 0 0,-13 6 51 0 0,0 0 0 0 0,-1-1 0 0 0,0-1 0 0 0,0 0 0 0 0,-1 0 0 0 0,-1-1 0 0 0,0 0 1 0 0,0-1-1 0 0,-1 0 0 0 0,11-27 0 0 0,-17 37-146 0 0,0 0 1 0 0,-1-1-1 0 0,1 1 1 0 0,-1-1 0 0 0,0 0-1 0 0,0 1 1 0 0,-1-1-1 0 0,1 0 1 0 0,-1 0-1 0 0,0 1 1 0 0,0-1-1 0 0,0 0 1 0 0,0 0 0 0 0,0 0-1 0 0,-1 1 1 0 0,0-1-1 0 0,0 0 1 0 0,0 1-1 0 0,0-1 1 0 0,-1 1-1 0 0,1-1 1 0 0,-1 1 0 0 0,0 0-1 0 0,0-1 1 0 0,0 1-1 0 0,0 0 1 0 0,-1 0-1 0 0,1 0 1 0 0,-1 1-1 0 0,0-1 1 0 0,1 1 0 0 0,-1-1-1 0 0,-1 1 1 0 0,1 0-1 0 0,0 0 1 0 0,0 0-1 0 0,-1 1 1 0 0,-5-3-1 0 0,-11-4-10 0 0,0 1-1 0 0,0 1 0 0 0,-1 1 1 0 0,0 1-1 0 0,-25-2 0 0 0,-16 2 19 0 0,32 2 29 0 0,-7-3-1927 0 0,35 4 996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1.4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91 5745 0 0,'0'0'-178'0'0,"-5"0"45"0"0,-31 0 96 0 0,33 0 235 0 0,-22-16 2708 0 0,25 14-2669 0 0,22-22 41 0 0,-8 16-282 0 0,1 1 0 0 0,-1 0 0 0 0,2 1 0 0 0,-1 1-1 0 0,20-5 1 0 0,-31 8-58 0 0,1 1 1 0 0,0 0-1 0 0,-1 0 0 0 0,1 1 0 0 0,0-1 0 0 0,0 1 0 0 0,0 0 0 0 0,0 1 0 0 0,0-1 1 0 0,-1 1-1 0 0,1 0 0 0 0,0 0 0 0 0,0 0 0 0 0,-1 0 0 0 0,1 1 0 0 0,-1 0 0 0 0,1 0 1 0 0,-1 0-1 0 0,0 1 0 0 0,0-1 0 0 0,7 6 0 0 0,-10-6 40 0 0,0-1 0 0 0,0 1 0 0 0,0 0 0 0 0,1 0-1 0 0,-2-1 1 0 0,1 1 0 0 0,0 0 0 0 0,0 0 0 0 0,-1 0 0 0 0,1 0 0 0 0,-1 0 0 0 0,1 0 0 0 0,-1 0 0 0 0,0 0-1 0 0,0 0 1 0 0,0 0 0 0 0,0 0 0 0 0,0 4 0 0 0,-1 0-5 0 0,-1-1 0 0 0,1 1-1 0 0,-1 0 1 0 0,0-1 0 0 0,0 1 0 0 0,-5 7 0 0 0,-4 4-19 0 0,0-1 0 0 0,-25 28 1 0 0,-28 21-63 0 0,40-43 5 0 0,-40 49 0 0 0,64-71 102 0 0,0 0 1 0 0,0 0-1 0 0,-1 0 0 0 0,1 1 0 0 0,0-1 1 0 0,0 0-1 0 0,0 0 0 0 0,-1 1 0 0 0,1-1 1 0 0,0 0-1 0 0,0 1 0 0 0,0-1 0 0 0,0 0 0 0 0,0 0 1 0 0,-1 1-1 0 0,1-1 0 0 0,0 0 0 0 0,0 1 1 0 0,0-1-1 0 0,0 0 0 0 0,0 1 0 0 0,0-1 1 0 0,0 0-1 0 0,0 1 0 0 0,0-1 0 0 0,0 0 0 0 0,1 0 1 0 0,-1 1-1 0 0,0-1 0 0 0,0 0 0 0 0,0 1 1 0 0,0-1-1 0 0,0 0 0 0 0,0 0 0 0 0,1 1 1 0 0,-1-1-1 0 0,0 0 0 0 0,0 0 0 0 0,0 1 0 0 0,1-1 1 0 0,-1 0-1 0 0,0 0 0 0 0,0 0 0 0 0,1 1 1 0 0,19 2 0 0 0,31-7 7 0 0,-47 3-13 0 0,234-39-971 0 0,-143 22-1202 0 0,-49 10 655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2.7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166 95 4396 0 0,'0'-1'23'0'0,"1"1"-1"0"0,-1 0 1 0 0,1 0-1 0 0,-1-1 1 0 0,1 1 0 0 0,-1 0-1 0 0,1-1 1 0 0,-1 1-1 0 0,1 0 1 0 0,-1-1-1 0 0,1 1 1 0 0,-1-1-1 0 0,0 1 1 0 0,1-1-1 0 0,-1 1 1 0 0,0-1-1 0 0,1 1 1 0 0,-1-1-1 0 0,0 1 1 0 0,0-1-1 0 0,0 1 1 0 0,1-1-1 0 0,-1 0 1 0 0,0 1-1 0 0,0-1 1 0 0,0 1 0 0 0,0-1-1 0 0,0-1 1 0 0,-13 1 921 0 0,6 2-1223 0 0,1-1 307 0 0,-24 15 8 0 0,20-7-60 0 0,-1 1 1 0 0,1 0 0 0 0,1 0 0 0 0,0 1-1 0 0,0 1 1 0 0,1-1 0 0 0,1 1 0 0 0,-1 1 0 0 0,2-1-1 0 0,0 1 1 0 0,0 1 0 0 0,-6 19 0 0 0,10-25 10 0 0,0 0 0 0 0,1 0 1 0 0,0 0-1 0 0,0 1 0 0 0,1-1 0 0 0,0 0 1 0 0,0 1-1 0 0,0-1 0 0 0,1 0 0 0 0,0 1 1 0 0,1-1-1 0 0,-1 0 0 0 0,1 0 1 0 0,1 0-1 0 0,-1 0 0 0 0,1 0 0 0 0,1-1 1 0 0,-1 1-1 0 0,1-1 0 0 0,0 0 0 0 0,1 0 1 0 0,-1 0-1 0 0,1-1 0 0 0,10 9 0 0 0,-8-7 25 0 0,0-2-1 0 0,0 1 0 0 0,1-1 0 0 0,0 0 0 0 0,0 0 0 0 0,0-1 0 0 0,0 0 0 0 0,1-1 1 0 0,0 1-1 0 0,-1-2 0 0 0,1 1 0 0 0,1-1 0 0 0,-1-1 0 0 0,0 0 0 0 0,13 0 0 0 0,-10-1 11 0 0,1-2 0 0 0,-1 1 0 0 0,0-2 0 0 0,0 0 0 0 0,0 0-1 0 0,-1-1 1 0 0,1 0 0 0 0,-1-1 0 0 0,0 0 0 0 0,0-1 0 0 0,13-9 0 0 0,36-28 382 0 0,-1-3 1 0 0,78-79 0 0 0,-134 122-302 0 0,0 0-1 0 0,0 0 0 0 0,0 0 0 0 0,0-1 0 0 0,0 1 1 0 0,-1-1-1 0 0,0 1 0 0 0,0-1 0 0 0,0 0 1 0 0,0 0-1 0 0,0 0 0 0 0,-1 0 0 0 0,0 0 0 0 0,0 0 1 0 0,0 0-1 0 0,0-1 0 0 0,0-4 0 0 0,-2 6-58 0 0,1-1 0 0 0,-1 1 0 0 0,0 0 0 0 0,0-1 0 0 0,-1 1-1 0 0,1 0 1 0 0,-1 0 0 0 0,1 0 0 0 0,-1 0 0 0 0,0 0 0 0 0,0 0 0 0 0,-1 0-1 0 0,1 1 1 0 0,0-1 0 0 0,-1 1 0 0 0,1 0 0 0 0,-1-1 0 0 0,0 1 0 0 0,0 1-1 0 0,-6-4 1 0 0,-9-5 33 0 0,-1 1 0 0 0,0 1 0 0 0,0 1 0 0 0,-33-8 0 0 0,-82-11 108 0 0,126 25-169 0 0,-74-9 65 0 0,79 9-76 0 0,-5 0-227 0 0,0 0-1 0 0,0 1 1 0 0,0 0-1 0 0,0 0 1 0 0,-15 3-1 0 0,-3 9-4389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3.8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69 5368 0 0,'0'0'-496'0'0,"32"-19"-2143"0"0,-11 11 2673 0 0,0 1 0 0 0,43-8 0 0 0,-19 5 5 0 0,-6 4-1 0 0,-1 4-23 0 0,-33 1-28 0 0,1 1 0 0 0,-1-1 1 0 0,1 1-1 0 0,-1 0 0 0 0,0 1 1 0 0,1-1-1 0 0,-1 1 0 0 0,1 0 0 0 0,-1 0 1 0 0,0 1-1 0 0,9 3 0 0 0,-13-4 3 0 0,0-1 11 0 0,-1 0 1 0 0,0 0 0 0 0,0 0 0 0 0,1 0-1 0 0,-1 0 1 0 0,0 0 0 0 0,0 0 0 0 0,1 0 0 0 0,-1 0-1 0 0,0 0 1 0 0,1 0 0 0 0,-1 0 0 0 0,0 0 0 0 0,0 0-1 0 0,1 0 1 0 0,-1 1 0 0 0,0-1 0 0 0,0 0 0 0 0,0 0-1 0 0,1 0 1 0 0,-1 0 0 0 0,0 1 0 0 0,0-1 0 0 0,0 0-1 0 0,1 0 1 0 0,-1 0 0 0 0,0 1 0 0 0,0-1-1 0 0,0 0 1 0 0,0 0 0 0 0,0 1 0 0 0,0-1 0 0 0,1 0-1 0 0,-1 1 1 0 0,0-1 0 0 0,0 0 0 0 0,0 0 0 0 0,0 1-1 0 0,-7 10 89 0 0,-12 6 73 0 0,-51 20 361 0 0,9-6 94 0 0,59-30-586 0 0,-12 11 228 0 0,23-9-239 0 0,0-2-6 0 0,35 7 78 0 0,-23-6-118 0 0,-2 2-1 0 0,1 0 0 0 0,0 1 0 0 0,-1 1 0 0 0,35 15 0 0 0,-54-21 34 0 0,1 0 1 0 0,-1 0-1 0 0,1 1 1 0 0,-1-1-1 0 0,0 0 1 0 0,1 0-1 0 0,-1 1 1 0 0,0-1-1 0 0,1 0 0 0 0,-1 0 1 0 0,0 1-1 0 0,1-1 1 0 0,-1 0-1 0 0,0 1 1 0 0,0-1-1 0 0,0 1 1 0 0,1-1-1 0 0,-1 0 1 0 0,0 1-1 0 0,0-1 1 0 0,0 1-1 0 0,0-1 1 0 0,0 0-1 0 0,1 1 1 0 0,-1-1-1 0 0,0 1 1 0 0,0-1-1 0 0,0 0 1 0 0,0 1-1 0 0,0-1 0 0 0,-1 1 1 0 0,1-1-1 0 0,0 1 1 0 0,0-1-1 0 0,0 1 1 0 0,-14 15 304 0 0,-17 5 118 0 0,-4-6-150 0 0,-1-1 0 0 0,0-1 0 0 0,-1-3 0 0 0,0-1 0 0 0,-40 5 0 0 0,72-14-331 0 0,-1 1 0 0 0,0-1 0 0 0,0 0 0 0 0,1 0 0 0 0,-1-1 0 0 0,-10-2 0 0 0,14 3-152 0 0,1-1-1 0 0,-1 1 1 0 0,0-1 0 0 0,0 0-1 0 0,0 0 1 0 0,1 0-1 0 0,-1 0 1 0 0,0 0 0 0 0,1 0-1 0 0,-1 0 1 0 0,1 0 0 0 0,-1-1-1 0 0,1 1 1 0 0,-2-4 0 0 0,-3-4-1286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6.2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2578 1514 4392 0 0,'-2'17'354'0'0,"-2"3"5585"0"0,0-20-5678 0 0,1-1 0 0 0,-1 1 0 0 0,0-1 0 0 0,1 0 1 0 0,-1 0-1 0 0,1 0 0 0 0,-1 0 0 0 0,1-1 0 0 0,-1 1 0 0 0,-3-4 0 0 0,-21-16 935 0 0,-48-48 0 0 0,29 24-866 0 0,-24-22-67 0 0,-43-38-53 0 0,-56-34-116 0 0,70 54-101 0 0,-125-81 0 0 0,143 117-43 0 0,-125-54 0 0 0,-94-19-99 0 0,139 59-89 0 0,-27-16 151 0 0,-107-41 0 0 0,28 9 101 0 0,191 77-396 0 0,76 33 388 0 0,-7 22-5077 0 0,10 13 4780 0 0,2 0 0 0 0,2 0 0 0 0,1-1 0 0 0,21 59 0 0 0,-5-16-40 0 0,-16-42 198 0 0,-4-17 4188 0 0,-15-33-3954 0 0,0 0 1 0 0,1-1-1 0 0,1 0 0 0 0,1-1 0 0 0,-7-20 1 0 0,-35-107 140 0 0,18 48-101 0 0,9 26-228 0 0,23 70 58 0 0,-7-28-1035 0 0,10 28 1040 0 0,0-1 0 0 0,-1 1 1 0 0,1 0-1 0 0,-1 0 0 0 0,1 0 0 0 0,0 0 0 0 0,0 0 0 0 0,0 0 0 0 0,0 1 1 0 0,0-1-1 0 0,-1 1 0 0 0,1-1 0 0 0,0 1 0 0 0,0 0 0 0 0,3-1 1 0 0,43-3-90 0 0,-28 3 60 0 0,386-28-282 0 0,-318 24 313 0 0,-85 4 3 0 0,1 2-64 0 0,-1 0-1 0 0,1 0 0 0 0,-1 0 0 0 0,0-1 0 0 0,1 1 0 0 0,-1-1 0 0 0,1 0 1 0 0,-1 0-1 0 0,1 0 0 0 0,-1-1 0 0 0,1 1 0 0 0,4-2 0 0 0,6-1-4111 0 0,-6-11-426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0.4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172 65 5136 0 0,'0'0'-338'0'0,"-9"-48"-154"0"0,8 46 551 0 0,0 1 0 0 0,-1 0 0 0 0,1 0 0 0 0,0-1 0 0 0,0 1-1 0 0,-1 0 1 0 0,1 0 0 0 0,0 0 0 0 0,-1 0 0 0 0,1 1 0 0 0,-1-1 0 0 0,1 0-1 0 0,-1 1 1 0 0,1-1 0 0 0,-1 0 0 0 0,0 1 0 0 0,1 0 0 0 0,-1-1 0 0 0,0 1-1 0 0,1 0 1 0 0,-1 0 0 0 0,0 0 0 0 0,-2 0 0 0 0,0 1-29 0 0,0 0 0 0 0,0 0 0 0 0,0 1 0 0 0,-1-1 1 0 0,1 1-1 0 0,1 0 0 0 0,-1 0 0 0 0,0 0 0 0 0,-4 4 0 0 0,0 0-50 0 0,0 0-1 0 0,0 1 1 0 0,1 0 0 0 0,0 0-1 0 0,0 1 1 0 0,1 0-1 0 0,0 0 1 0 0,-5 10 0 0 0,9-14-7 0 0,0-1 0 0 0,0 1 0 0 0,1 0 0 0 0,0 0 0 0 0,0 0 0 0 0,0 0 0 0 0,0 0 0 0 0,0 0 0 0 0,1 0 0 0 0,0 0 0 0 0,0 0 0 0 0,0 0 0 0 0,0 0 0 0 0,1 0 0 0 0,1 8 1 0 0,-2-11 14 0 0,1 0 0 0 0,0 0 0 0 0,-1 1 0 0 0,1-1 0 0 0,0 0 0 0 0,-1 0 0 0 0,1 0 0 0 0,0 0 0 0 0,0 0 0 0 0,0 0 0 0 0,0 0 0 0 0,0-1 1 0 0,0 1-1 0 0,0 0 0 0 0,0 0 0 0 0,0-1 0 0 0,1 1 0 0 0,-1-1 0 0 0,0 1 0 0 0,2 0 0 0 0,0-1 9 0 0,0 0 1 0 0,0 0-1 0 0,0 1 0 0 0,0-2 0 0 0,1 1 0 0 0,-1 0 0 0 0,0-1 1 0 0,0 1-1 0 0,0-1 0 0 0,0 0 0 0 0,-1 0 0 0 0,5-2 0 0 0,5-2 282 0 0,0-1-1 0 0,-1-1 0 0 0,1 0 0 0 0,-2 0 0 0 0,1-1 0 0 0,-1-1 0 0 0,0 1 0 0 0,17-21 839 0 0,-33 33-1070 0 0,-4 2-198 0 0,1 0 0 0 0,0 1 0 0 0,1 0 0 0 0,0 1 0 0 0,0 0 0 0 0,0 0 0 0 0,1 1-1 0 0,0 0 1 0 0,1 0 0 0 0,0 0 0 0 0,-9 21 0 0 0,15-29-45 0 0,7-4-235 0 0,7-4 937 0 0,0-2 1 0 0,0 1-1 0 0,0-2 0 0 0,15-13 0 0 0,-28 21-217 0 0,-6 3-406 0 0,0 0 0 0 0,1 0 0 0 0,-1 1 0 0 0,1-1 0 0 0,-1 1 0 0 0,1 0 0 0 0,-9 5 0 0 0,-24 18-3744 0 0,26-15 1627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7:57.5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 0 7141 0 0,'0'0'1098'0'0,"-35"30"-1010"0"0,31-27-117 0 0,1 1 0 0 0,0 0-1 0 0,-1-1 1 0 0,1 2-1 0 0,1-1 1 0 0,-1 0 0 0 0,1 0-1 0 0,-1 1 1 0 0,1-1 0 0 0,-2 7-1 0 0,4-9 17 0 0,-1 0 0 0 0,1 0 0 0 0,-1 0 0 0 0,1 0 0 0 0,0 0 0 0 0,-1 0 0 0 0,1 0 0 0 0,0 0 0 0 0,0 0 0 0 0,1 0 0 0 0,-1 0 0 0 0,0 0-1 0 0,1 0 1 0 0,-1 0 0 0 0,1-1 0 0 0,0 1 0 0 0,-1 0 0 0 0,1 0 0 0 0,0 0 0 0 0,0-1 0 0 0,0 1 0 0 0,0 0 0 0 0,1-1 0 0 0,-1 1 0 0 0,0-1 0 0 0,1 0 0 0 0,1 2 0 0 0,-3 0 6 0 0,3 0 4 0 0,20 1-23 0 0,-19-3 26 0 0,0-1 0 0 0,-1 1 0 0 0,1-1-1 0 0,0 1 1 0 0,0-1 0 0 0,0 0 0 0 0,-1-1 0 0 0,1 1-1 0 0,0-1 1 0 0,0 1 0 0 0,-1-1 0 0 0,1 0 0 0 0,-1-1-1 0 0,1 1 1 0 0,-1 0 0 0 0,1-1 0 0 0,-1 0-1 0 0,4-2 1 0 0,7-5 10 0 0,-11 8 12 0 0,0 0 1 0 0,0-1 0 0 0,0 1 0 0 0,0-1 0 0 0,-1 0-1 0 0,1 0 1 0 0,0 0 0 0 0,-1 0 0 0 0,0 0 0 0 0,1 0-1 0 0,-1-1 1 0 0,0 1 0 0 0,0-1 0 0 0,0 0 0 0 0,-1 1-1 0 0,1-1 1 0 0,-1 0 0 0 0,1 0 0 0 0,-1 0 0 0 0,0 0-1 0 0,0 0 1 0 0,0-1 0 0 0,-1 1 0 0 0,1 0 0 0 0,-1 0-1 0 0,0-6 1 0 0,0 8-17 0 0,-1 0-1 0 0,1 0 1 0 0,-1 0-1 0 0,0 0 1 0 0,1 0-1 0 0,-1 0 1 0 0,0 0-1 0 0,0 0 1 0 0,0 0-1 0 0,0 0 1 0 0,0 0-1 0 0,0 0 1 0 0,0 1-1 0 0,0-1 1 0 0,0 0-1 0 0,0 1 1 0 0,-1-1-1 0 0,1 1 1 0 0,0-1-1 0 0,0 1 1 0 0,-1 0 0 0 0,1 0-1 0 0,0-1 1 0 0,0 1-1 0 0,-1 0 1 0 0,1 0-1 0 0,-2 0 1 0 0,-20-1-13 0 0,17 2-23 0 0,-1 0 1 0 0,1 0-1 0 0,-1 0 0 0 0,1 1 1 0 0,-1 0-1 0 0,1 1 0 0 0,0 0 1 0 0,0-1-1 0 0,0 2 0 0 0,0-1 1 0 0,1 1-1 0 0,-1 0 0 0 0,1 0 1 0 0,0 0-1 0 0,0 1 0 0 0,1 0 0 0 0,-1 0 1 0 0,1 0-1 0 0,0 0 0 0 0,-6 11 1 0 0,10-15 9 0 0,-1 0 0 0 0,1-1 0 0 0,-1 1 0 0 0,1 0 0 0 0,0 0 0 0 0,-1 0 0 0 0,1 0 0 0 0,0 0 0 0 0,0 0 0 0 0,-1 0 0 0 0,1-1 0 0 0,0 1 0 0 0,0 0 0 0 0,0 0 0 0 0,0 0 0 0 0,0 0 0 0 0,0 0 0 0 0,1 0 0 0 0,-1 0 0 0 0,0 0 0 0 0,0 0 0 0 0,1 0 0 0 0,-1 0 0 0 0,0-1 0 0 0,1 1 0 0 0,-1 0 0 0 0,1 0 0 0 0,-1 0 0 0 0,1-1 0 0 0,-1 1 0 0 0,1 0 0 0 0,0-1 0 0 0,-1 1 0 0 0,1 0 0 0 0,1 0 0 0 0,0-1 18 0 0,-1 1 0 0 0,1-1-1 0 0,-1 0 1 0 0,1 0 0 0 0,0 0 0 0 0,-1 0-1 0 0,1-1 1 0 0,-1 1 0 0 0,1 0 0 0 0,-1-1-1 0 0,1 1 1 0 0,-1-1 0 0 0,1 1-1 0 0,-1-1 1 0 0,0 0 0 0 0,1 1 0 0 0,-1-1-1 0 0,0 0 1 0 0,1 0 0 0 0,-1 0 0 0 0,2-2-1 0 0,-1 0 152 0 0,1 0 0 0 0,-1 1 0 0 0,0-1 0 0 0,0 0-1 0 0,0 0 1 0 0,0-1 0 0 0,0 1 0 0 0,1-5 0 0 0,-3 7 420 0 0,-1 0-955 0 0,-26 0 1370 0 0,12 3-2061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7:59.1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253 26 4840 0 0,'0'0'-232'0'0,"1"-21"935"0"0,-2 20-69 0 0,-18-2-83 0 0,13 2-539 0 0,0 1 1 0 0,1 0-1 0 0,-1 1 1 0 0,1 0-1 0 0,-1-1 1 0 0,1 2-1 0 0,-1-1 0 0 0,1 1 1 0 0,0-1-1 0 0,-1 2 1 0 0,1-1-1 0 0,0 0 1 0 0,0 1-1 0 0,-6 5 0 0 0,-9 6-52 0 0,-36 34 0 0 0,40-34 27 0 0,12-9-29 0 0,-1-1 0 0 0,0 1-1 0 0,1 0 1 0 0,0 0 0 0 0,0 1 0 0 0,1-1-1 0 0,-1 1 1 0 0,1 0 0 0 0,1 0-1 0 0,-1 0 1 0 0,-2 8 0 0 0,5-13-13 0 0,12 13-131 0 0,-11-13 189 0 0,52-28 62 0 0,-47 21 43 0 0,1 1 0 0 0,-1-2 0 0 0,0 1 0 0 0,0-1 0 0 0,-1 0 0 0 0,0 0 0 0 0,0 0 0 0 0,-1-1 0 0 0,0 1 0 0 0,0-1 0 0 0,-1 0 0 0 0,4-11 0 0 0,-7 17-12 0 0,-1-2 18 0 0,1 3-109 0 0,0 1 0 0 0,0-1-1 0 0,0 1 1 0 0,0-1 0 0 0,0 1-1 0 0,0-1 1 0 0,0 1-1 0 0,0-1 1 0 0,0 0 0 0 0,0 1-1 0 0,-1-1 1 0 0,1 1 0 0 0,0-1-1 0 0,0 1 1 0 0,0-1-1 0 0,-1 1 1 0 0,1 0 0 0 0,0-1-1 0 0,-1 1 1 0 0,1-1 0 0 0,0 1-1 0 0,-1-1 1 0 0,1 1 0 0 0,-1 0-1 0 0,1-1 1 0 0,0 1-1 0 0,-1 0 1 0 0,1 0 0 0 0,-1-1-1 0 0,1 1 1 0 0,-1 0 0 0 0,1 0-1 0 0,-1-1 1 0 0,1 1-1 0 0,-1 0 1 0 0,0 0 0 0 0,-7 2-26 0 0,1 0 0 0 0,0 0 1 0 0,0 0-1 0 0,0 1 0 0 0,0 1 1 0 0,1-1-1 0 0,-1 1 0 0 0,1 0 1 0 0,0 0-1 0 0,0 1 0 0 0,0 0 1 0 0,0 0-1 0 0,1 0 0 0 0,0 1 1 0 0,-5 6-1 0 0,7-9-37 0 0,1 0 0 0 0,-1 0 0 0 0,1 0 0 0 0,0 0 0 0 0,0 1-1 0 0,0-1 1 0 0,1 1 0 0 0,-1-1 0 0 0,1 1 0 0 0,0-1 0 0 0,0 1 0 0 0,0 0 0 0 0,0 0 0 0 0,1-1 0 0 0,-1 1 0 0 0,1 0 0 0 0,0 0-1 0 0,0 0 1 0 0,1 0 0 0 0,-1-1 0 0 0,1 1 0 0 0,0 0 0 0 0,0 0 0 0 0,0-1 0 0 0,0 1 0 0 0,1-1 0 0 0,-1 1 0 0 0,1-1 0 0 0,0 1-1 0 0,0-1 1 0 0,0 0 0 0 0,3 3 0 0 0,-3-4 41 0 0,0-1 1 0 0,0 1-1 0 0,0-1 0 0 0,0 0 1 0 0,0 1-1 0 0,0-1 0 0 0,0 0 1 0 0,1 0-1 0 0,-1-1 0 0 0,0 1 1 0 0,1 0-1 0 0,-1-1 0 0 0,0 0 1 0 0,1 1-1 0 0,-1-1 0 0 0,1 0 1 0 0,-1 0-1 0 0,0 0 0 0 0,1-1 1 0 0,-1 1-1 0 0,1 0 0 0 0,-1-1 1 0 0,0 0-1 0 0,1 0 0 0 0,-1 1 1 0 0,0-1-1 0 0,0 0 0 0 0,0-1 1 0 0,0 1-1 0 0,1 0 0 0 0,2-3 1 0 0,4-3 154 0 0,-1 1 1 0 0,1-1 0 0 0,-1 0-1 0 0,0-1 1 0 0,13-17 0 0 0,-15 17 102 0 0,-3 5-13 0 0,-1 0 0 0 0,0 0 0 0 0,1 1 0 0 0,-1-1 0 0 0,-1-1 0 0 0,1 1 0 0 0,0 0 0 0 0,-1 0 0 0 0,0-1 0 0 0,0 1 0 0 0,0 0 0 0 0,0-1 0 0 0,1-6 0 0 0,-3 9-222 0 0,1 1 0 0 0,-1 0 1 0 0,0-1-1 0 0,0 1 0 0 0,1 0 0 0 0,-1-1 1 0 0,0 1-1 0 0,1 0 0 0 0,-1 0 1 0 0,0 0-1 0 0,0 0 0 0 0,1 0 0 0 0,-1 0 1 0 0,0 0-1 0 0,0 0 0 0 0,0 0 0 0 0,1 0 1 0 0,-1 0-1 0 0,0 0 0 0 0,1 0 0 0 0,-1 1 1 0 0,0-1-1 0 0,0 0 0 0 0,1 1 1 0 0,-1-1-1 0 0,0 0 0 0 0,1 1 0 0 0,-2 0 1 0 0,-25 10-86 0 0,25-10 75 0 0,-7 4-161 0 0,1 0 1 0 0,0 1 0 0 0,0 0-1 0 0,0 0 1 0 0,-9 10 0 0 0,-10 17-4152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2.6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8 228 1248 0 0,'-7'-6'5768'0'0,"6"6"-5718"0"0,258-26 26 0 0,-87 5-89 0 0,240-35 156 0 0,-387 52-141 0 0,192-25 47 0 0,110-5-60 0 0,-161 21 15 0 0,180-6-37 0 0,-303 19 14 0 0,185-5 22 0 0,-31 3-7 0 0,-193 2 1 0 0,21 1 439 0 0,-2 1-1146 0 0,-13-18-4420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3.5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211 35 4884 0 0,'0'0'-96'0'0,"-22"-34"5384"0"0,33 35-5934 0 0,0 1 622 0 0,0 0 0 0 0,0 1 1 0 0,15 6-1 0 0,4 1-12 0 0,83 14-30 0 0,-75-18 35 0 0,0 2 1 0 0,-1 1 0 0 0,67 27-1 0 0,-103-35 29 0 0,-1-1 0 0 0,1 0 0 0 0,0 1 0 0 0,-1-1 0 0 0,1 0 0 0 0,-1 1 0 0 0,1-1 0 0 0,-1 1 0 0 0,1-1 0 0 0,0 1 0 0 0,-1-1 0 0 0,0 1 0 0 0,1 0 0 0 0,-1-1 0 0 0,1 1 0 0 0,-1 0 0 0 0,0-1 0 0 0,0 1 0 0 0,1 0 0 0 0,-1-1 0 0 0,0 1 0 0 0,0 0 0 0 0,0 0 0 0 0,0-1 0 0 0,1 1 0 0 0,-1 0 0 0 0,0-1 0 0 0,0 1 0 0 0,-1 0 0 0 0,1 0 0 0 0,0-1-1 0 0,0 1 1 0 0,0 0 0 0 0,0 0 0 0 0,-1-1 0 0 0,1 1 0 0 0,0 0 0 0 0,-1-1 0 0 0,1 1 0 0 0,0-1 0 0 0,-1 1 0 0 0,1 0 0 0 0,-1-1 0 0 0,1 1 0 0 0,-1-1 0 0 0,1 1 0 0 0,-1-1 0 0 0,0 1 0 0 0,0 0 0 0 0,-31 26-23 0 0,32-27 25 0 0,-420 248-596 0 0,283-174-3159 0 0,105-56 977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5.8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20 6189 0 0,'0'0'-204'0'0,"-12"-20"1295"0"0,25 38-1126 0 0,0-1-1 0 0,1-1 1 0 0,0 0 0 0 0,2-1 0 0 0,-1 0-1 0 0,2-2 1 0 0,20 14 0 0 0,11 11 2 0 0,117 93-4 0 0,208 127 0 0 0,-245-172-8 0 0,39 23 16 0 0,54 29 40 0 0,-148-87-40 0 0,7 4 55 0 0,145 84-42 0 0,-168-107 22 0 0,325 194 68 0 0,-286-165-52 0 0,-55-33 3491 0 0,-41-37-3227 0 0,1 6-219 0 0,-1 0-1 0 0,0 0 1 0 0,0 0-1 0 0,0 0 1 0 0,-1 0-1 0 0,1 0 1 0 0,-1 0-1 0 0,1 0 0 0 0,-1 0 1 0 0,0 0-1 0 0,0 0 1 0 0,0 0-1 0 0,-1 0 1 0 0,1 1-1 0 0,-4-6 1 0 0,-44-69 387 0 0,-96-101-274 0 0,119 153-2488 0 0,56 61 2078 0 0,1-1 0 0 0,1-1 0 0 0,41 31 1 0 0,46 47-132 0 0,-118-110 359 0 0,0-1 0 0 0,1 1 0 0 0,-1 0 0 0 0,0 0 0 0 0,0 0 0 0 0,0 0 0 0 0,-1 0 0 0 0,1 0 0 0 0,0 0 0 0 0,-1 0 0 0 0,1 0 0 0 0,-1 0 0 0 0,0 0 0 0 0,0 0 0 0 0,0 0 0 0 0,0 0 0 0 0,0 1 0 0 0,0-1 0 0 0,0 0 0 0 0,-1 0 0 0 0,1 0 0 0 0,-1 0 0 0 0,1 0 0 0 0,-1 0 0 0 0,0 0 0 0 0,0 0 0 0 0,0 0 0 0 0,0 0 0 0 0,0-1 0 0 0,0 1 0 0 0,-1 0 0 0 0,1-1 0 0 0,-1 1 0 0 0,1-1 0 0 0,-3 3 0 0 0,-5 5 12 0 0,-1 0 0 0 0,0-1 0 0 0,-1 0 0 0 0,-14 9-1 0 0,-27 12 117 0 0,0-2 0 0 0,-98 35 0 0 0,-120 21-4299 0 0,253-78 3410 0 0,-8 0-1416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7.8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33 5408 0 0,'-18'-31'1389'0'0,"17"30"-1048"0"0,3 6-833 0 0,21 39 392 0 0,2-1 0 0 0,2-2-1 0 0,38 47 1 0 0,-15-21 66 0 0,276 351-76 0 0,-131-174 111 0 0,-116-130 9 0 0,-4 3 1 0 0,63 137 0 0 0,-41-72-20 0 0,-25-46 5 0 0,81 133-41 0 0,3-63 86 0 0,-92-125-29 0 0,21 28 24 0 0,6-3 1 0 0,108 98-1 0 0,12-1 86 0 0,-176-166-109 0 0,6 6-1 0 0,55 43 0 0 0,-33-14-2 0 0,-62-71-3 0 0,0 1 20 0 0,0-1 0 0 0,0 1 0 0 0,0 0 0 0 0,1-1 0 0 0,-1 0 0 0 0,0 1 0 0 0,1-1 0 0 0,-1 0 0 0 0,1 0 0 0 0,-1 0 0 0 0,1 0 0 0 0,3 2 0 0 0,10 10-3217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8.8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259 99 4688 0 0,'-13'-33'-541'0'0,"1"-16"2213"0"0,12 47-1233 0 0,-3-13 1172 0 0,18 48-1641 0 0,1-2 1 0 0,1 0-1 0 0,2-1 1 0 0,1-1-1 0 0,25 27 1 0 0,46 30 42 0 0,-66-65 14 0 0,-1 0 1 0 0,41 50-1 0 0,-64-70-16 0 0,-1 0 0 0 0,1 0 0 0 0,0 0 0 0 0,-1 0 0 0 0,1 0 0 0 0,0 0 0 0 0,-1 0 0 0 0,1 1 0 0 0,-1-1 0 0 0,0 0-1 0 0,1 0 1 0 0,-1 0 0 0 0,0 1 0 0 0,0-1 0 0 0,0 0 0 0 0,0 0 0 0 0,0 1 0 0 0,0-1 0 0 0,0 0 0 0 0,0 0 0 0 0,0 1-1 0 0,-1-1 1 0 0,1 0 0 0 0,-1 2 0 0 0,-1-1 8 0 0,1 1-1 0 0,-1-1 0 0 0,1 0 1 0 0,-1 0-1 0 0,0 0 1 0 0,0 0-1 0 0,0-1 0 0 0,0 1 1 0 0,0-1-1 0 0,0 1 0 0 0,-4 1 1 0 0,-8 4 59 0 0,-1-1-1 0 0,1 0 1 0 0,-21 4-1 0 0,22-6-23 0 0,-354 97-493 0 0,310-86-974 0 0,40-10-798 0 0,3 2-515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1.1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82 1766 5849 0 0,'-34'16'-2716'0'0,"-14"13"3019"0"0,63-47 3521 0 0,77-59-3444 0 0,-89 76-263 0 0,600-534 1192 0 0,-457 389-1053 0 0,185-167 491 0 0,-56 96-679 0 0,-83 67-26 0 0,-24 30-57 0 0,-67 50 28 0 0,-62 39 11 0 0,26-16 70 0 0,-35 21 471 0 0,-31 25-565 0 0,1 0 0 0 0,-1-1 0 0 0,0 1 0 0 0,0 0 0 0 0,0 0 0 0 0,1 0 0 0 0,-1 0 1 0 0,0 0-1 0 0,-1 0 0 0 0,1 0 0 0 0,0 0 0 0 0,0 0 0 0 0,0 0 0 0 0,0 1 0 0 0,-1-1 0 0 0,1 0 0 0 0,0 1 0 0 0,-1-1 0 0 0,1 1 0 0 0,0-1 0 0 0,-1 1 0 0 0,1 0 0 0 0,-3-1 0 0 0,-31-5-33 0 0,-10 4-43 0 0,1 2 0 0 0,-1 1 0 0 0,-85 16 0 0 0,39-5-55 0 0,55-8-168 0 0,51-9-160 0 0,10-1 555 0 0,52-11-165 0 0,157-15 0 0 0,-125 27-374 0 0,-107 5 433 0 0,-1 0-1 0 0,0 1 1 0 0,0-1-1 0 0,0 1 0 0 0,0-1 1 0 0,1 1-1 0 0,-1-1 1 0 0,0 1-1 0 0,0-1 1 0 0,0 1-1 0 0,0 0 1 0 0,0 0-1 0 0,0-1 1 0 0,0 1-1 0 0,-1 0 0 0 0,1 0 1 0 0,0 0-1 0 0,0 0 1 0 0,-1 0-1 0 0,1 0 1 0 0,-1 0-1 0 0,1 0 1 0 0,-1 1-1 0 0,1-1 1 0 0,-1 0-1 0 0,1 0 1 0 0,-1 0-1 0 0,0 2 0 0 0,6 39-131 0 0,-5-33 103 0 0,0 5 27 0 0,-2 0-1 0 0,1 0 0 0 0,-2 0 0 0 0,0 0 0 0 0,0-1 1 0 0,-1 1-1 0 0,-8 20 0 0 0,4-8-173 0 0,7-20-56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2.6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1 195 5120 0 0,'0'0'-280'0'0,"8"0"-590"0"0,277-24 819 0 0,-92 3 26 0 0,688-87 407 0 0,-732 84 1083 0 0,-146 23-1286 0 0,1 1-130 0 0,10-1 60 0 0,-1 0 0 0 0,1-1 0 0 0,16-5 0 0 0,-28 6-44 0 0,4-3 38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3.4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5 4272 0 0,'-13'-4'878'0'0,"8"3"1034"0"0,224 57-1961 0 0,0-3 19 0 0,-172-36-176 0 0,-47-16 205 0 0,0-1-1 0 0,0 1 0 0 0,0-1 1 0 0,0 0-1 0 0,1 1 1 0 0,-1-1-1 0 0,0 1 0 0 0,0-1 1 0 0,0 0-1 0 0,0 1 0 0 0,0-1 1 0 0,0 1-1 0 0,0-1 1 0 0,0 0-1 0 0,-1 1 0 0 0,1-1 1 0 0,0 1-1 0 0,0-1 1 0 0,0 1-1 0 0,0-1 0 0 0,0 0 1 0 0,-1 1-1 0 0,1-1 0 0 0,0 0 1 0 0,0 1-1 0 0,-1-1 1 0 0,1 0-1 0 0,0 1 0 0 0,0-1 1 0 0,-1 0-1 0 0,1 0 0 0 0,0 1 1 0 0,-2-1-1 0 0,-9 13 1 0 0,11-13 2 0 0,-26 23 37 0 0,-1-2 0 0 0,-1-1 0 0 0,-1-1 0 0 0,-40 19 0 0 0,-8 6 60 0 0,19-13-133 0 0,-24 17-3560 0 0,69-39 2071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5.0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4 4468 0 0,'0'0'-124'0'0,"-18"-2"69"0"0,17 2 48 0 0,1 0 1 0 0,0-1 0 0 0,-1 1-1 0 0,1 0 1 0 0,-1 0-1 0 0,1 0 1 0 0,-1 0-1 0 0,1 0 1 0 0,-1 0-1 0 0,1 0 1 0 0,-1 0 0 0 0,1 0-1 0 0,0 0 1 0 0,-1 0-1 0 0,1 0 1 0 0,-1 0-1 0 0,1 0 1 0 0,-1 0-1 0 0,1 0 1 0 0,-1 0 0 0 0,1 0-1 0 0,-1 1 1 0 0,1-1-1 0 0,0 0 1 0 0,-1 0-1 0 0,1 1 1 0 0,-1-1-1 0 0,1 0 1 0 0,0 0-1 0 0,-1 1 1 0 0,1-1 0 0 0,0 0-1 0 0,-1 2 1 0 0,10 7-38 0 0,0 1 0 0 0,0-1 1 0 0,1-1-1 0 0,0 0 0 0 0,1 0 0 0 0,22 12 1 0 0,17 13-5 0 0,27 19 16 0 0,88 45 1 0 0,-68-42 59 0 0,-79-44-33 0 0,351 215 53 0 0,-86-43-14 0 0,-215-146 10 0 0,92 35 0 0 0,9 4 6 0 0,-53-17-97 0 0,-114-58 64 0 0,4 2 271 0 0,4 2 698 0 0,2-26-4270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5.7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286 49 3772 0 0,'-45'-25'432'0'0,"11"1"3667"0"0,31 27-4403 0 0,2-3 295 0 0,0 1-1 0 0,1 0 0 0 0,-1 0 0 0 0,1 0 0 0 0,-1 0 0 0 0,0 0 1 0 0,1 0-1 0 0,0 0 0 0 0,-1 0 0 0 0,1 0 0 0 0,-1 0 0 0 0,1 0 1 0 0,0 0-1 0 0,0 0 0 0 0,0 0 0 0 0,0 0 0 0 0,0 0 0 0 0,0 1 1 0 0,0-1-1 0 0,0 0 0 0 0,0 0 0 0 0,0 0 0 0 0,1 0 0 0 0,-1 1 1 0 0,18 34-130 0 0,41 33 28 0 0,-51-60 94 0 0,32 30-21 0 0,61 47 1 0 0,-11-11-12 0 0,-89-74 45 0 0,2 1 14 0 0,0 0-1 0 0,0 1 1 0 0,0 0 0 0 0,-1-1 0 0 0,1 1 0 0 0,-1 0 0 0 0,0 0 0 0 0,0 0 0 0 0,2 4 0 0 0,-4-6-1 0 0,0 1 1 0 0,0-1-1 0 0,0 1 0 0 0,0-1 0 0 0,0 0 0 0 0,-1 1 0 0 0,1-1 1 0 0,0 0-1 0 0,-1 1 0 0 0,1-1 0 0 0,-1 0 0 0 0,1 0 0 0 0,-1 1 1 0 0,0-1-1 0 0,1 0 0 0 0,-1 0 0 0 0,0 0 0 0 0,0 0 0 0 0,0 0 1 0 0,0 0-1 0 0,0 0 0 0 0,0 0 0 0 0,0 0 0 0 0,0 0 0 0 0,0-1 1 0 0,0 1-1 0 0,-1 0 0 0 0,0 0 0 0 0,-324 201 444 0 0,156-103-4504 0 0,145-82 1781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7.2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165 10 5332 0 0,'0'0'-159'0'0,"0"-1"181"0"0,0 1 1 0 0,0 0-1 0 0,0-1 0 0 0,0 1 1 0 0,0 0-1 0 0,0-1 0 0 0,0 1 1 0 0,-1 0-1 0 0,1-1 0 0 0,0 1 1 0 0,0 0-1 0 0,0-1 0 0 0,0 1 1 0 0,0 0-1 0 0,-1-1 0 0 0,1 1 1 0 0,0 0-1 0 0,0 0 0 0 0,0-1 1 0 0,-1 1-1 0 0,1 0 0 0 0,0 0 1 0 0,0-1-1 0 0,-1 1 0 0 0,1 0 1 0 0,0 0-1 0 0,-1 0 0 0 0,1-1 1 0 0,0 1-1 0 0,-1 0 0 0 0,1 0 1 0 0,0 0-1 0 0,-1 0 0 0 0,1 0 1 0 0,0 0-1 0 0,-1 0 0 0 0,1 0 1 0 0,0 0-1 0 0,-1 0 0 0 0,1 0 1 0 0,0 0-1 0 0,-1 0 0 0 0,1 0 1 0 0,0 0-1 0 0,-1 0 0 0 0,0 1 1 0 0,-12 4-91 0 0,0 0 0 0 0,1 2 0 0 0,0 0 0 0 0,0 0 0 0 0,0 1 0 0 0,1 0 0 0 0,0 1 0 0 0,0 0 0 0 0,1 1 0 0 0,1 0 0 0 0,-17 23-1 0 0,25-32-68 0 0,9-4-257 0 0,111-65 545 0 0,-83 46 451 0 0,-34 21-439 0 0,-3 5-121 0 0,0 3-32 0 0,-1 0 0 0 0,0 0 0 0 0,-1-1 0 0 0,1 1 0 0 0,-1-1 0 0 0,0 0 0 0 0,-1 0 0 0 0,-5 7 0 0 0,-37 47 199 0 0,45-58-220 0 0,-6 4-68 0 0,3-29-4107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0.1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3738 4048 0 0,'0'0'-162'0'0,"-3"13"3897"0"0,37-62-3187 0 0,45-89 0 0 0,-27 44-445 0 0,117-169 49 0 0,-8 14-65 0 0,115-272 247 0 0,-102 208 164 0 0,-69 135-53 0 0,43-51-76 0 0,-37 63-209 0 0,42-104 406 0 0,-90 154-401 0 0,162-247-13 0 0,-68 100 144 0 0,-10 8-244 0 0,-79 135 47 0 0,-67 119-85 0 0,12-30 9 0 0,-1-4-35 0 0,-2 18 0 0 0,-10 16 10 0 0,1-1 7 0 0,1-6 7 0 0,-1 4-5 0 0,0-1 5 0 0,0 4 48 0 0,-1 0-92 0 0,0 1 23 0 0,0 0 0 0 0,0 0 0 0 0,0 0 0 0 0,0 0 0 0 0,-1 0 1 0 0,1 0-1 0 0,0 0 0 0 0,0 0 0 0 0,0 0 0 0 0,0 0 0 0 0,-1 0 0 0 0,1 0 0 0 0,0 0 0 0 0,0 0 1 0 0,0 0-1 0 0,0 0 0 0 0,-1 0 0 0 0,1 0 0 0 0,0 0 0 0 0,0 0 0 0 0,0 0 0 0 0,0 0 0 0 0,0 0 1 0 0,-1 0-1 0 0,1 0 0 0 0,0-1 0 0 0,0 1 0 0 0,0 0 0 0 0,0 0 0 0 0,0 0 0 0 0,0 0 0 0 0,0 0 1 0 0,-1 0-1 0 0,1-1 0 0 0,0 1 0 0 0,0 0 0 0 0,0 0 0 0 0,0 0 0 0 0,0 0 0 0 0,0 0 1 0 0,0-1-1 0 0,0 1 0 0 0,0 0 0 0 0,0 0 0 0 0,0 0 0 0 0,0 0 0 0 0,0-1 0 0 0,0 1 0 0 0,0 0 1 0 0,0 0-1 0 0,0 0 0 0 0,0 0 0 0 0,0-1 0 0 0,0 1 0 0 0,0 0 0 0 0,0 0 0 0 0,0 0 0 0 0,-49 25-128 0 0,-62 42 0 0 0,-24 16-38 0 0,118-75 192 0 0,16-7 83 0 0,1-3-101 0 0,1-1 1 0 0,0 1-1 0 0,0-1 0 0 0,0 1 0 0 0,0 0 0 0 0,0 0 0 0 0,0-1 0 0 0,1 1 0 0 0,-1 0 0 0 0,1 0 0 0 0,-1 0 0 0 0,1 1 0 0 0,0-1 0 0 0,0 0 0 0 0,2-2 0 0 0,40-29-24 0 0,-25 21 17 0 0,24-22-9 0 0,2 3 0 0 0,58-30-1 0 0,-61 39-107 0 0,-40 21 94 0 0,6-1-147 0 0,-8 1 130 0 0,1 1 1 0 0,0-1 0 0 0,0 1-1 0 0,0 0 1 0 0,0-1-1 0 0,-1 1 1 0 0,1 0 0 0 0,0-1-1 0 0,0 1 1 0 0,0 0-1 0 0,0 0 1 0 0,0 0-1 0 0,0 0 1 0 0,0 0 0 0 0,0 0-1 0 0,-1 0 1 0 0,1 0-1 0 0,0 0 1 0 0,2 1 0 0 0,1 3-11 0 0,1 0 0 0 0,-1 1 0 0 0,1 0-1 0 0,-1 0 1 0 0,-1 0 0 0 0,1 0 0 0 0,-1 1 0 0 0,0-1 0 0 0,0 1 0 0 0,0 0 0 0 0,-1 0 0 0 0,0 0 0 0 0,0 0 0 0 0,-1 1 0 0 0,1-1 0 0 0,-1 7 0 0 0,3 3-23 0 0,0 0 0 0 0,1-1 0 0 0,8 21 0 0 0,-3-13-404 0 0,-7 3-4559 0 0,-5-16 3700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2.9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2102 4228 0 0,'-1'-2'-9'0'0,"0"-1"0"0"0,0 1-1 0 0,1-1 1 0 0,-1 1-1 0 0,1 0 1 0 0,-1-1 0 0 0,1 1-1 0 0,0-1 1 0 0,0 1 0 0 0,0-1-1 0 0,1-3 1 0 0,22-20 238 0 0,-19 23-223 0 0,167-167 1194 0 0,2 0-853 0 0,250-228 816 0 0,-128 146-839 0 0,47-53 707 0 0,-176 153-822 0 0,95-60-109 0 0,-177 137-82 0 0,166-163 241 0 0,-215 199 527 0 0,-34 38-94 0 0,-5 0-678 0 0,-7-2-16 0 0,1 1-1 0 0,-2 1 0 0 0,1-1 0 0 0,0 2 1 0 0,0 0-1 0 0,0 0 0 0 0,0 1 1 0 0,-18 4-1 0 0,-98 25-110 0 0,111-25 98 0 0,-143 51-205 0 0,157-55 242 0 0,-12 3 41 0 0,8-3-124 0 0,8-2-401 0 0,336-95 326 0 0,-270 77 84 0 0,-67 19 44 0 0,32-6-733 0 0,-31 9 725 0 0,0-1 0 0 0,0 1 0 0 0,-1 0 0 0 0,1-1-1 0 0,-1 1 1 0 0,1 0 0 0 0,-1 0 0 0 0,0 0 0 0 0,0 0-1 0 0,-1 0 1 0 0,1 0 0 0 0,-1 0 0 0 0,1 1 0 0 0,-1-1-1 0 0,0 0 1 0 0,0 0 0 0 0,0 0 0 0 0,-1 0 0 0 0,1 0-1 0 0,-1 1 1 0 0,0-1 0 0 0,-1 3 0 0 0,-27 89-5 0 0,19-66-6 0 0,-38 97 12 0 0,38-102-110 0 0,-6 14 53 0 0,4-9-3901 0 0,7-19 1687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4.7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8 299 5481 0 0,'0'0'-247'0'0,"-1"-2"-198"0"0,-4-4 424 0 0,3 4 426 0 0,21-6-594 0 0,2 1 164 0 0,0 2 1 0 0,1 0 0 0 0,-1 2-1 0 0,1 0 1 0 0,0 2 0 0 0,38 1-1 0 0,30-2 5 0 0,338-66 162 0 0,-290 42-135 0 0,164-10-116 0 0,-105 15 185 0 0,114-28 610 0 0,-309 49-656 0 0,1-1-4 0 0,38-5 74 0 0,-38 5-54 0 0,13-2 154 0 0,140-11 77 0 0,-153 14-220 0 0,17 0 209 0 0,-15 0-274 0 0,-4 0 7 0 0,0 1 0 0 0,0-1 0 0 0,0 0 1 0 0,0 0-1 0 0,0 0 0 0 0,0 0 0 0 0,0 0 0 0 0,0 0 0 0 0,0 0 0 0 0,0 0 0 0 0,-1 0 0 0 0,1-1 0 0 0,0 1 0 0 0,0 0 0 0 0,0 0 0 0 0,0-1 1 0 0,0 1-1 0 0,0-1 0 0 0,0 1 0 0 0,0-1 0 0 0,-1 1 0 0 0,1-1 0 0 0,0 0 0 0 0,0 1 0 0 0,-1-1 0 0 0,1 0 0 0 0,-1 1 0 0 0,1-1 0 0 0,0 0 1 0 0,0-1-1 0 0,-12-17-4704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5.6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3 4556 0 0,'0'0'-246'0'0,"-17"-3"23"0"0,17 4 225 0 0,1-1 1 0 0,-1 0-1 0 0,0 0 1 0 0,0 0-1 0 0,0 0 0 0 0,0 0 1 0 0,0 0-1 0 0,0 1 0 0 0,0-1 1 0 0,0 0-1 0 0,0 0 1 0 0,1 0-1 0 0,-1 0 0 0 0,0 0 1 0 0,0 1-1 0 0,0-1 0 0 0,0 0 1 0 0,0 0-1 0 0,0 0 1 0 0,0 0-1 0 0,0 1 0 0 0,0-1 1 0 0,0 0-1 0 0,0 0 0 0 0,0 0 1 0 0,0 0-1 0 0,0 0 1 0 0,-1 1-1 0 0,1-1 0 0 0,0 0 1 0 0,0 0-1 0 0,0 0 0 0 0,0 0 1 0 0,0 0-1 0 0,0 1 1 0 0,0-1-1 0 0,0 0 0 0 0,0 0 1 0 0,0 0-1 0 0,-1 0 0 0 0,1 0 1 0 0,0 0-1 0 0,0 0 1 0 0,0 0-1 0 0,0 1 0 0 0,0-1 1 0 0,-1 0-1 0 0,1 0 0 0 0,0 0 1 0 0,0 0-1 0 0,0 0 1 0 0,0 0-1 0 0,0 0 0 0 0,-1 0 1 0 0,1 0-1 0 0,0 0 0 0 0,0 0 1 0 0,0 0-1 0 0,0 0 1 0 0,-1 0-1 0 0,1 0 0 0 0,20 18-12 0 0,33 18-58 0 0,334 106 310 0 0,-349-127-114 0 0,-36-15-110 0 0,3 5 14 0 0,-4-5-28 0 0,-1 0 1 0 0,1 0-1 0 0,0 1 0 0 0,-1-1 1 0 0,1 0-1 0 0,-1 1 1 0 0,1-1-1 0 0,-1 0 0 0 0,1 1 1 0 0,0-1-1 0 0,-1 1 0 0 0,0-1 1 0 0,1 1-1 0 0,-1-1 0 0 0,1 1 1 0 0,-1-1-1 0 0,0 1 0 0 0,1-1 1 0 0,-1 1-1 0 0,0 0 0 0 0,0-1 1 0 0,1 1-1 0 0,-1-1 0 0 0,0 1 1 0 0,0 0-1 0 0,0 4 14 0 0,-1-1-1 0 0,0 1 1 0 0,0-1 0 0 0,0 0 0 0 0,0 0-1 0 0,-1 0 1 0 0,0 1 0 0 0,1-1-1 0 0,-2-1 1 0 0,1 1 0 0 0,-3 4-1 0 0,-38 45 192 0 0,20-27-128 0 0,-65 78 658 0 0,-153 140 0 0 0,235-239-810 0 0,-10 9 611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9.8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20 2612 0 0,'0'0'1928'0'0,"1"-18"722"0"0,1 17-2639 0 0,65 8-113 0 0,-16 2 59 0 0,85 20-1 0 0,-120-24 1 0 0,-1 0 0 0 0,0 0 0 0 0,0 2 1 0 0,0 0-1 0 0,-1 0 0 0 0,17 13 0 0 0,-29-19 38 0 0,0 1-1 0 0,-1-1 1 0 0,1 0 0 0 0,0 1 0 0 0,-1-1-1 0 0,0 1 1 0 0,1 0 0 0 0,-1 0 0 0 0,0-1-1 0 0,0 1 1 0 0,0 0 0 0 0,0 0 0 0 0,0 0-1 0 0,-1 0 1 0 0,1 0 0 0 0,0 0 0 0 0,-1 0-1 0 0,0 0 1 0 0,1 0 0 0 0,-1 0 0 0 0,0 3-1 0 0,-1-1 4 0 0,1 0-1 0 0,-1 0 1 0 0,0 1-1 0 0,0-1 1 0 0,-1 0-1 0 0,1 0 1 0 0,-1 0-1 0 0,0 0 1 0 0,-4 6-1 0 0,-6 7 11 0 0,0-2-1 0 0,-1 0 0 0 0,-23 21 1 0 0,28-28-13 0 0,-24 18 155 0 0,-2-1-1 0 0,0-1 1 0 0,-1-2 0 0 0,-59 27 0 0 0,92-48-129 0 0,-53 24 498 0 0,53-24-456 0 0,2-1-83 0 0,0 0 0 0 0,0 0 0 0 0,0 1 1 0 0,-1-1-1 0 0,1 0 0 0 0,0 0 0 0 0,0 1 0 0 0,0-1 0 0 0,0 0 0 0 0,0 0 1 0 0,0 0-1 0 0,0 0 0 0 0,0 1 0 0 0,-1-1 0 0 0,1 0 0 0 0,0 0 0 0 0,0 0 1 0 0,0 0-1 0 0,0 1 0 0 0,-1-1 0 0 0,1 0 0 0 0,0 0 0 0 0,0 0 0 0 0,0 0 1 0 0,-1 0-1 0 0,1 0 0 0 0,0 0 0 0 0,0 0 0 0 0,0 0 0 0 0,-1 0 0 0 0,1 0 1 0 0,0 1-1 0 0,0-1 0 0 0,0 0 0 0 0,-1-1 0 0 0,1 1 0 0 0,0 0 0 0 0,0 0 1 0 0,-1 0-1 0 0,1 0 0 0 0,0 0 0 0 0,0 0 0 0 0,0 0 0 0 0,-1 0 0 0 0,1 0 1 0 0,0 0-1 0 0,0 0 0 0 0,0 0 0 0 0,0-1 0 0 0,-1 1 0 0 0,1 0 0 0 0,0 0 0 0 0,0 0 1 0 0,0 0-1 0 0,0-1 0 0 0,-1 1 0 0 0,-11-9-2489 0 0,11 8 2314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0.4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328 25 5412 0 0,'0'0'-234'0'0,"0"-1"334"0"0,0 0 0 0 0,1 0 0 0 0,-1 0 0 0 0,0 0 0 0 0,0 0 0 0 0,1-1 0 0 0,-1 1 0 0 0,0 0 0 0 0,0 0 0 0 0,0 0 0 0 0,-1 0 0 0 0,1-1 0 0 0,0 1 0 0 0,0 0 0 0 0,-1 0 0 0 0,1-1 0 0 0,-8 0-47 0 0,1 1 0 0 0,-1 0 0 0 0,1 1 1 0 0,-1 0-1 0 0,0 0 0 0 0,1 0 0 0 0,-1 1 0 0 0,1 0 0 0 0,-1 1 1 0 0,1 0-1 0 0,0 0 0 0 0,0 0 0 0 0,-9 5 0 0 0,-5 3-86 0 0,0 1-1 0 0,0 0 1 0 0,-23 19 0 0 0,32-21-6 0 0,0 1 0 0 0,0 0 0 0 0,1 1 0 0 0,0 1 0 0 0,-9 13 0 0 0,16-21 13 0 0,1 0 1 0 0,0 1 0 0 0,0-1 0 0 0,1 1 0 0 0,-1-1 0 0 0,1 1 0 0 0,0 0-1 0 0,0 0 1 0 0,1 1 0 0 0,-1-1 0 0 0,1 0 0 0 0,0 0 0 0 0,1 1 0 0 0,-1-1-1 0 0,1 0 1 0 0,0 1 0 0 0,2 8 0 0 0,-1-10 22 0 0,1-1 1 0 0,-1 0-1 0 0,1 1 0 0 0,0-1 0 0 0,0 0 1 0 0,0 0-1 0 0,0 0 0 0 0,1-1 1 0 0,-1 1-1 0 0,1 0 0 0 0,0-1 0 0 0,0 0 1 0 0,0 0-1 0 0,0 0 0 0 0,0 0 0 0 0,0 0 1 0 0,0 0-1 0 0,7 1 0 0 0,64 19 61 0 0,-70-21-52 0 0,58 9 45 0 0,76 3 0 0 0,33 6 308 0 0,-169-19-325 0 0,4 1 44 0 0,2 1-389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0.8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27 5809 0 0,'3'-27'2639'0'0,"5"61"-2397"0"0,3 15-397 0 0,-5-36 138 0 0,-1 1 0 0 0,-1 1 0 0 0,0-1-1 0 0,-1 1 1 0 0,-1-1 0 0 0,0 1-1 0 0,-1 0 1 0 0,0 0 0 0 0,-1 0 0 0 0,-1-1-1 0 0,0 1 1 0 0,-5 19 0 0 0,-3-8-4513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2.1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2 4812 0 0,'0'0'-288'0'0,"-14"4"-420"0"0,7-2 657 0 0,12-2 634 0 0,50-6-537 0 0,-20 4-72 0 0,1 3 0 0 0,-1 1 0 0 0,0 2 0 0 0,0 1 0 0 0,0 1 0 0 0,51 18 0 0 0,-83-23 20 0 0,0-1-1 0 0,0 1 1 0 0,0 0 0 0 0,0 1 0 0 0,0-1 0 0 0,-1 0 0 0 0,1 1 0 0 0,0 0-1 0 0,-1 0 1 0 0,1 0 0 0 0,-1 0 0 0 0,1 0 0 0 0,-1 0 0 0 0,0 0 0 0 0,0 1-1 0 0,0-1 1 0 0,0 1 0 0 0,-1 0 0 0 0,1-1 0 0 0,-1 1 0 0 0,1 0 0 0 0,-1 0-1 0 0,0 0 1 0 0,0 0 0 0 0,0 0 0 0 0,-1 0 0 0 0,1 0 0 0 0,0 5 0 0 0,-2-3 23 0 0,1 1-1 0 0,-1-1 1 0 0,-1 0 0 0 0,1 1 0 0 0,-1-1 0 0 0,0 0 0 0 0,0 0 0 0 0,0 0 0 0 0,-1-1 0 0 0,1 1 0 0 0,-1 0 0 0 0,0-1 0 0 0,-1 0 0 0 0,1 1-1 0 0,-8 6 1 0 0,-28 22 237 0 0,-1-1 0 0 0,-2-2-1 0 0,-72 40 1 0 0,67-42 205 0 0,9-3 480 0 0,36-24-877 0 0,7-6-2003 0 0,14-21 410 0 0,1 5 80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2.8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371 25 4252 0 0,'-1'-1'29'0'0,"1"0"-1"0"0,0 0 1 0 0,-1-1 0 0 0,1 1-1 0 0,-1 0 1 0 0,1 0-1 0 0,-1 0 1 0 0,0 0-1 0 0,1 0 1 0 0,-1-1-1 0 0,0 1 1 0 0,0 0-1 0 0,0 1 1 0 0,1-1 0 0 0,-1 0-1 0 0,0 0 1 0 0,-1 0-1 0 0,1 0 1 0 0,0 1-1 0 0,0-1 1 0 0,0 0-1 0 0,0 1 1 0 0,0-1-1 0 0,-1 1 1 0 0,1 0 0 0 0,0-1-1 0 0,-3 1 1 0 0,0-1-4 0 0,-1 1 1 0 0,0 0 0 0 0,1 1-1 0 0,-1-1 1 0 0,0 1 0 0 0,1 0-1 0 0,-1 0 1 0 0,-5 2 0 0 0,-7 4-43 0 0,1 0-1 0 0,-1 1 1 0 0,-19 13 0 0 0,4 3-34 0 0,0 1 1 0 0,2 1-1 0 0,-29 32 1 0 0,52-49 28 0 0,1-1 1 0 0,-1 1 0 0 0,2 0-1 0 0,-1 1 1 0 0,-5 14 0 0 0,-4 5-162 0 0,15-28 181 0 0,-1 0 0 0 0,1 0 1 0 0,0 1-1 0 0,0-1 0 0 0,0 0 0 0 0,0 0 0 0 0,0 0 0 0 0,1 0 0 0 0,-1 0 1 0 0,0 0-1 0 0,0 0 0 0 0,1 0 0 0 0,-1 0 0 0 0,0 0 0 0 0,1-1 0 0 0,-1 1 1 0 0,1 0-1 0 0,-1 0 0 0 0,1 0 0 0 0,0 0 0 0 0,-1 0 0 0 0,1-1 0 0 0,0 1 1 0 0,0 0-1 0 0,-1-1 0 0 0,1 1 0 0 0,0-1 0 0 0,0 1 0 0 0,0 0 0 0 0,0-1 1 0 0,0 0-1 0 0,0 1 0 0 0,2 0 0 0 0,31 13 57 0 0,0-7-21 0 0,0-1 0 0 0,0-2 0 0 0,44 0 0 0 0,40 5 135 0 0,-27 1-189 0 0,-87-19-2221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3.4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89 3612 0 0,'-16'-23'2385'0'0,"16"21"-2165"0"0,26-21 136 0 0,-17 17-373 0 0,1 0 0 0 0,0 1 0 0 0,0 1 1 0 0,0 0-1 0 0,1 0 0 0 0,-1 1 1 0 0,1 0-1 0 0,0 1 0 0 0,-1 0 1 0 0,1 1-1 0 0,0 0 0 0 0,0 1 0 0 0,0 0 1 0 0,0 1-1 0 0,18 3 0 0 0,-28-4 6 0 0,1 0-1 0 0,0 1 0 0 0,0-1 0 0 0,0 1 1 0 0,-1 0-1 0 0,1 0 0 0 0,0-1 1 0 0,-1 1-1 0 0,1 0 0 0 0,-1 0 1 0 0,1 0-1 0 0,-1 1 0 0 0,1-1 0 0 0,-1 0 1 0 0,0 1-1 0 0,0-1 0 0 0,1 0 1 0 0,-1 1-1 0 0,0 0 0 0 0,0-1 0 0 0,0 1 1 0 0,-1-1-1 0 0,1 1 0 0 0,0 0 1 0 0,-1 0-1 0 0,1-1 0 0 0,-1 1 1 0 0,1 0-1 0 0,-1 0 0 0 0,0 0 0 0 0,0 0 1 0 0,0-1-1 0 0,0 1 0 0 0,0 0 1 0 0,0 0-1 0 0,-1 0 0 0 0,1 0 1 0 0,-1-1-1 0 0,1 1 0 0 0,-1 0 0 0 0,1 0 1 0 0,-1-1-1 0 0,-2 4 0 0 0,-1 5-2 0 0,-1 0 0 0 0,0 0-1 0 0,-1-1 1 0 0,0 1-1 0 0,-14 16 1 0 0,-36 32-49 0 0,-91 73-1 0 0,85-76 146 0 0,60-54 109 0 0,7 0-102 0 0,17-1 57 0 0,0-2 1 0 0,0 0 0 0 0,0-1 0 0 0,21-6 0 0 0,-15 3-1371 0 0,1 2 0 0 0,39-3 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4.8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 82 4020 0 0,'0'0'10'0'0,"-16"-7"533"0"0,16 7-470 0 0,-1 0-1 0 0,1 0 1 0 0,-1 0 0 0 0,1 0-1 0 0,-1 0 1 0 0,1 0-1 0 0,-1 0 1 0 0,1-1-1 0 0,-1 1 1 0 0,1 0 0 0 0,-1 0-1 0 0,1-1 1 0 0,0 1-1 0 0,-1 0 1 0 0,1 0-1 0 0,-1-1 1 0 0,1 1-1 0 0,0-1 1 0 0,-1 1 0 0 0,1 0-1 0 0,0-1 1 0 0,0 1-1 0 0,-1-1 1 0 0,1 1-1 0 0,0 0 1 0 0,0-1-1 0 0,0 1 1 0 0,-1-1 0 0 0,1 1-1 0 0,0-1 1 0 0,0 0-1 0 0,11-6-59 0 0,1 1-1 0 0,0 0 1 0 0,0 0-1 0 0,0 1 1 0 0,1 1-1 0 0,-1 0 1 0 0,25-3-1 0 0,99-9-44 0 0,-122 15 56 0 0,75-1-280 0 0,-81 2 204 0 0,0 1 1 0 0,0 0-1 0 0,0 0 1 0 0,0 1 0 0 0,-1 0-1 0 0,1 0 1 0 0,-1 1-1 0 0,13 6 1 0 0,-18-8 46 0 0,-1 0 1 0 0,0 0-1 0 0,0 0 1 0 0,0 1-1 0 0,0-1 1 0 0,0 0-1 0 0,0 0 1 0 0,0 1-1 0 0,-1-1 1 0 0,1 0-1 0 0,0 1 1 0 0,-1-1-1 0 0,1 1 0 0 0,-1-1 1 0 0,0 1-1 0 0,1-1 1 0 0,-1 1-1 0 0,0-1 1 0 0,0 1-1 0 0,0-1 1 0 0,0 1-1 0 0,0 0 1 0 0,0-1-1 0 0,0 1 1 0 0,-1-1-1 0 0,1 1 1 0 0,0-1-1 0 0,-1 1 1 0 0,0-1-1 0 0,1 0 0 0 0,-1 1 1 0 0,-1 2-1 0 0,-27 42-9 0 0,1-12 270 0 0,-2-1 0 0 0,-1-2 1 0 0,-1-1-1 0 0,-2-1 0 0 0,-1-2 0 0 0,-1-2 1 0 0,-1-1-1 0 0,-65 31 0 0 0,100-54 15 0 0,-6 3-27 0 0,11-28-7313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5.4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349 16 6121 0 0,'-2'-1'-95'0'0,"0"-1"1"0"0,1 1 0 0 0,-1 0-1 0 0,0-1 1 0 0,0 1-1 0 0,0 0 1 0 0,0 0 0 0 0,0 0-1 0 0,0 0 1 0 0,0 1 0 0 0,0-1-1 0 0,0 0 1 0 0,0 1 0 0 0,0-1-1 0 0,0 1 1 0 0,-1 0 0 0 0,1 0-1 0 0,0 0 1 0 0,-3 0 0 0 0,0 0 147 0 0,-1 1 1 0 0,1-1 0 0 0,0 1-1 0 0,-1 0 1 0 0,1 0-1 0 0,0 0 1 0 0,0 1 0 0 0,0 0-1 0 0,0 0 1 0 0,-5 3 0 0 0,-8 7-75 0 0,0 1 1 0 0,1 1-1 0 0,0 0 1 0 0,1 1-1 0 0,-26 33 1 0 0,15-13-132 0 0,-42 75 0 0 0,66-106 141 0 0,1 1-1 0 0,-1-1 1 0 0,1 1 0 0 0,0-1-1 0 0,1 1 1 0 0,-1 0-1 0 0,1 0 1 0 0,0-1 0 0 0,0 1-1 0 0,0 0 1 0 0,1 0-1 0 0,0 0 1 0 0,0 0 0 0 0,0 0-1 0 0,0 0 1 0 0,1 0-1 0 0,0 0 1 0 0,0 0 0 0 0,3 8-1 0 0,-2-9 16 0 0,1 1-1 0 0,0-1 1 0 0,0 0-1 0 0,0 0 0 0 0,0 0 1 0 0,1 0-1 0 0,0-1 1 0 0,0 1-1 0 0,0-1 1 0 0,0 0-1 0 0,0 0 0 0 0,1-1 1 0 0,-1 1-1 0 0,1-1 1 0 0,0 0-1 0 0,0 0 1 0 0,0 0-1 0 0,8 1 0 0 0,21 4 87 0 0,0-2-1 0 0,0-2 0 0 0,40 0 1 0 0,-4 0 438 0 0,5 3 429 0 0,-73-5-781 0 0,3-3-586 0 0,7-3-2329 0 0,-9-6 1491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6.3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187 32 3988 0 0,'-19'-8'872'0'0,"14"-1"537"0"0,23 0-1137 0 0,-15 8-286 0 0,17-2-22 0 0,2 3-12 0 0,-13-1-4 0 0,0 1-1 0 0,0 0 1 0 0,0 0-1 0 0,0 1 1 0 0,0 0 0 0 0,0 0-1 0 0,16 6 1 0 0,-23-6-23 0 0,-1-1 67 0 0,-1 0 0 0 0,1 0 0 0 0,-1 0 0 0 0,1 0 0 0 0,-1 0 0 0 0,1 0 0 0 0,-1 0 0 0 0,1 0 0 0 0,0 0 0 0 0,-1 0 0 0 0,1 0 0 0 0,-1 0 0 0 0,1 1 0 0 0,-1-1 0 0 0,1 0-1 0 0,-1 0 1 0 0,1 1 0 0 0,-1-1 0 0 0,1 0 0 0 0,-1 0 0 0 0,1 1 0 0 0,-1-1 0 0 0,0 1 0 0 0,1-1 0 0 0,-1 0 0 0 0,0 1 0 0 0,1-1 0 0 0,-1 1 0 0 0,0-1 0 0 0,1 1 0 0 0,-1 0 0 0 0,-5 18-104 0 0,-21 13 56 0 0,-143 100-116 0 0,169-131 172 0 0,-1-1-1 0 0,1 0 0 0 0,-1 0 0 0 0,1 1 0 0 0,0-1 0 0 0,0 0 1 0 0,-1 1-1 0 0,1-1 0 0 0,0 0 0 0 0,-1 1 0 0 0,1-1 0 0 0,0 0 1 0 0,0 1-1 0 0,0-1 0 0 0,0 0 0 0 0,-1 1 0 0 0,1-1 0 0 0,0 1 1 0 0,0-1-1 0 0,0 1 0 0 0,0-1 0 0 0,0 0 0 0 0,0 1 0 0 0,0-1 1 0 0,0 1-1 0 0,0-1 0 0 0,0 1 0 0 0,0-1 0 0 0,0 0 0 0 0,0 1 1 0 0,0-1-1 0 0,1 1 0 0 0,-1-1 0 0 0,0 0 0 0 0,0 1 0 0 0,17 10-8 0 0,46 5-15 0 0,-24-7-76 0 0,3 11-56 0 0,-41-19 181 0 0,-2 0-16 0 0,1 1-1 0 0,-1-1 1 0 0,0 0-1 0 0,1 1 1 0 0,-1-1-1 0 0,0 0 1 0 0,0 0-1 0 0,0 0 1 0 0,0 1-1 0 0,0-1 1 0 0,0 0-1 0 0,0 0 1 0 0,0 0-1 0 0,0-1 1 0 0,0 1-1 0 0,-1 0 1 0 0,1 0-1 0 0,-2 0 1 0 0,-32 16 105 0 0,26-13-84 0 0,-15 7 88 0 0,0-2 0 0 0,-1-1 1 0 0,0-1-1 0 0,0-1 0 0 0,-34 4 0 0 0,57-9-271 0 0,1-1 0 0 0,-1 0 0 0 0,0 0 0 0 0,0 0-1 0 0,1 0 1 0 0,-1 0 0 0 0,0 0 0 0 0,0 0 0 0 0,1-1 0 0 0,-1 1-1 0 0,0-1 1 0 0,1 1 0 0 0,-1-1 0 0 0,0 0 0 0 0,1 1 0 0 0,-1-1-1 0 0,1 0 1 0 0,-1 0 0 0 0,1 0 0 0 0,-1 0 0 0 0,-1-2 0 0 0,-1-8-695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43.9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238 29 3156 0 0,'-1'-1'80'0'0,"-8"-27"3238"0"0,5 30-2837 0 0,0 14-792 0 0,1 2 270 0 0,1 0-1 0 0,1 0 1 0 0,0 1 0 0 0,2-1 0 0 0,2 21-1 0 0,1 24-15 0 0,2 212-16 0 0,-3-215 63 0 0,21 117 1 0 0,1 3 15 0 0,-15-81 13 0 0,3 86 14 0 0,-4-83 9 0 0,-5-74-22 0 0,-2 21 5 0 0,-2-27-27 0 0,2-1 0 0 0,0 0 0 0 0,5 20-1 0 0,-4-1 111 0 0,-3-38 4 0 0,-1-1 10 0 0,1 0 0 0 0,0-1 0 0 0,-1 1 0 0 0,1 0 0 0 0,-1 0 0 0 0,1 0 0 0 0,-1 0-1 0 0,1-1 1 0 0,-1 1 0 0 0,0 0 0 0 0,0-1 0 0 0,1 1 0 0 0,-1 0 0 0 0,0-1 0 0 0,0 1 0 0 0,1-1 0 0 0,-1 1-1 0 0,0-1 1 0 0,0 0 0 0 0,0 1 0 0 0,0-1 0 0 0,0 0 0 0 0,-2 1 0 0 0,-23-14 313 0 0,1-2 0 0 0,0 0 0 0 0,-34-28 1 0 0,-68-67 662 0 0,105 89-788 0 0,-5-2-624 0 0,43 38-1088 0 0,43 39 350 0 0,136 101 355 0 0,-190-150 678 0 0,1 0 1 0 0,0-1 0 0 0,0 0-1 0 0,0 0 1 0 0,9 3-1 0 0,-13-6 23 0 0,-1 0 48 0 0,-1 0 0 0 0,1 0 0 0 0,-1 0 0 0 0,1 0 0 0 0,0 0 0 0 0,0-1 0 0 0,0 1 0 0 0,-1 0 0 0 0,1-1 0 0 0,0 1 0 0 0,0 0 0 0 0,0-1 0 0 0,0 1 0 0 0,0-1 0 0 0,0 1 0 0 0,0-1 0 0 0,0 0 0 0 0,0 1 0 0 0,0-1 0 0 0,0 0 0 0 0,0 0 0 0 0,0 0 0 0 0,1 0 0 0 0,-1 0 0 0 0,0 0 0 0 0,0 0 0 0 0,0 0 0 0 0,0 0 0 0 0,0-1 0 0 0,1 1 0 0 0,29-40 472 0 0,28-52-1 0 0,2-2-49 0 0,-47 72-312 0 0,-1 0 0 0 0,12-27 0 0 0,-3 19-251 0 0,-22 29 21 0 0,-1-13-5131 0 0,-5 7 2641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48.6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 51 1376 0 0,'-22'-8'2948'0'0,"4"10"1885"0"0,11 5-4838 0 0,5-6-2 0 0,50 0-273 0 0,-1-3 251 0 0,73-12 1 0 0,5 0 23 0 0,-22 4 15 0 0,52-3 258 0 0,-152 13-218 0 0,15-1 161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4.5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296 26 5953 0 0,'0'0'-265'0'0,"-4"-15"-143"0"0,4 14 419 0 0,0 1 0 0 0,0 0 0 0 0,0-1 0 0 0,1 1 0 0 0,-1 0 0 0 0,0-1 1 0 0,0 1-1 0 0,0 0 0 0 0,0-1 0 0 0,0 1 0 0 0,0 0 0 0 0,-1-1 0 0 0,1 1 0 0 0,0 0 0 0 0,0 0 0 0 0,0-1 0 0 0,0 1 1 0 0,0 0-1 0 0,0-1 0 0 0,0 1 0 0 0,-1 0 0 0 0,1 0 0 0 0,0-1 0 0 0,0 1 0 0 0,0 0 0 0 0,-1 0 0 0 0,1-1 1 0 0,0 1-1 0 0,0 0 0 0 0,-1 0 0 0 0,1 0 0 0 0,0-1 0 0 0,0 1 0 0 0,-1 0 0 0 0,1 0 0 0 0,0 0 0 0 0,-1 0 0 0 0,1 0 1 0 0,0 0-1 0 0,-1 0 0 0 0,1-1 0 0 0,-209 456-91 0 0,203-442 113 0 0,0 1 150 0 0,-1 1 0 0 0,0-2 1 0 0,-1 1-1 0 0,0-1 0 0 0,-18 21 0 0 0,25-33-92 0 0,-3 8 490 0 0,0-5-1500 0 0,6-39-3776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5.0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93 67 4168 0 0,'3'-65'945'0'0,"-3"63"-376"0"0,-2 7-550 0 0,-17 38-13 0 0,3 1 0 0 0,1 0 1 0 0,3 2-1 0 0,-9 56 1 0 0,17-81-20 0 0,2-14 16 0 0,0 0 0 0 0,1 0 0 0 0,0 0 0 0 0,1 0 0 0 0,-1 1 0 0 0,1-1 0 0 0,0 0 0 0 0,2 10 0 0 0,-1-16 36 0 0,-1-1-35 0 0,0 1 1 0 0,0-1-1 0 0,0 0 0 0 0,0 1 0 0 0,0-1 0 0 0,0 0 0 0 0,1 1 0 0 0,-1-1 0 0 0,0 0 1 0 0,0 0-1 0 0,0 1 0 0 0,1-1 0 0 0,-1 0 0 0 0,0 0 0 0 0,1 1 0 0 0,-1-1 1 0 0,0 0-1 0 0,0 0 0 0 0,1 0 0 0 0,-1 0 0 0 0,0 1 0 0 0,1-1 0 0 0,-1 0 0 0 0,0 0 1 0 0,1 0-1 0 0,-1 0 0 0 0,0 0 0 0 0,1 0 0 0 0,-1 0 0 0 0,0 0 0 0 0,1 0 1 0 0,-1 0-1 0 0,0 0 0 0 0,1 0 0 0 0,-1 0 0 0 0,0 0 0 0 0,1 0 0 0 0,-1 0 0 0 0,0 0 1 0 0,0-1-1 0 0,1 1 0 0 0,-1 0 0 0 0,0 0 0 0 0,1 0 0 0 0,-1 0 0 0 0,1-1 1 0 0,47-13 130 0 0,0-2 0 0 0,47-24 0 0 0,19-6 394 0 0,-111 45-551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5.3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34 5741 0 0,'8'-29'1238'0'0,"-8"29"-1222"0"0,0 0 1 0 0,0 0 0 0 0,0 0 0 0 0,0-1 0 0 0,0 1-1 0 0,0 0 1 0 0,0 0 0 0 0,0 0 0 0 0,0 0-1 0 0,0 0 1 0 0,0 0 0 0 0,0-1 0 0 0,0 1-1 0 0,0 0 1 0 0,0 0 0 0 0,0 0 0 0 0,0 0 0 0 0,0 0-1 0 0,0 0 1 0 0,0 0 0 0 0,0-1 0 0 0,0 1-1 0 0,0 0 1 0 0,0 0 0 0 0,0 0 0 0 0,1 0 0 0 0,-1 0-1 0 0,0 0 1 0 0,0 0 0 0 0,0 0 0 0 0,0 0-1 0 0,0-1 1 0 0,0 1 0 0 0,0 0 0 0 0,0 0-1 0 0,1 0 1 0 0,-1 0 0 0 0,0 0 0 0 0,0 0 0 0 0,0 0-1 0 0,0 0 1 0 0,0 0 0 0 0,0 0 0 0 0,0 0-1 0 0,1 0 1 0 0,-1 0 0 0 0,0 0 0 0 0,0 0 0 0 0,0 0-1 0 0,0 0 1 0 0,0 0 0 0 0,0 0 0 0 0,1 0-1 0 0,-1 0 1 0 0,0 0 0 0 0,0 0 0 0 0,0 0-1 0 0,0 0 1 0 0,0 0 0 0 0,0 0 0 0 0,0 0 0 0 0,1 1-1 0 0,-1-1 1 0 0,0 0 0 0 0,0 0 0 0 0,0 0-1 0 0,0 0 1 0 0,0 0 0 0 0,0 0 0 0 0,6 16 393 0 0,8 42-736 0 0,-4-16 274 0 0,45 113-120 0 0,-49-134 165 0 0,-1 6 142 0 0,-5-25-63 0 0,0-2-41 0 0,0 0 0 0 0,0 0 1 0 0,0 0-1 0 0,0 0 0 0 0,-1 0 1 0 0,1 0-1 0 0,0 0 0 0 0,0 0 0 0 0,0 0 1 0 0,0 0-1 0 0,0 0 0 0 0,-1 0 1 0 0,1 0-1 0 0,0 0 0 0 0,0 0 0 0 0,0 0 1 0 0,0 0-1 0 0,0 0 0 0 0,0 0 1 0 0,-1 0-1 0 0,1 0 0 0 0,0 0 1 0 0,0 0-1 0 0,0 1 0 0 0,0-1 0 0 0,0 0 1 0 0,0 0-1 0 0,0 0 0 0 0,0 0 1 0 0,-1 0-1 0 0,1 0 0 0 0,0 1 1 0 0,0-1-1 0 0,0 0 0 0 0,0 0 0 0 0,0 0 1 0 0,0 0-1 0 0,0 0 0 0 0,0 1 1 0 0,0-1-1 0 0,0 0 0 0 0,0 0 0 0 0,0 0 1 0 0,0 0-1 0 0,0 0 0 0 0,0 1 1 0 0,0-1-1 0 0,0 0 0 0 0,0 0 1 0 0,0 0-1 0 0,0 0 0 0 0,0 0 0 0 0,0 0 1 0 0,1 1-1 0 0,-1-1 0 0 0,0 0 1 0 0,0 0-1 0 0,0 0 0 0 0,0 0 1 0 0,0 0-1 0 0,0 0 0 0 0,0 0 0 0 0,0 1 1 0 0,1-1-1 0 0,-1 0 0 0 0,0 0 1 0 0,-3-3-3 0 0,0 1 1 0 0,0-1-1 0 0,0 0 1 0 0,0 0-1 0 0,0 0 1 0 0,1 0-1 0 0,-1 0 1 0 0,1 0-1 0 0,0-1 1 0 0,0 0-1 0 0,0 1 1 0 0,1-1-1 0 0,-1 0 1 0 0,1 0-1 0 0,0 1 1 0 0,0-1-1 0 0,0 0 1 0 0,1 0-1 0 0,-1 0 1 0 0,1-6-1 0 0,0 8-36 0 0,8-19-351 0 0,10 18 228 0 0,-1 1 0 0 0,1 1 1 0 0,0 0-1 0 0,0 2 0 0 0,-1 0 1 0 0,1 0-1 0 0,-1 2 0 0 0,22 5 1 0 0,6 0-607 0 0,-43-8 706 0 0,-1 0 1 0 0,1 0-1 0 0,-1 1 1 0 0,1-1-1 0 0,0 0 1 0 0,-1 0-1 0 0,1 1 0 0 0,-1-1 1 0 0,0 1-1 0 0,1 0 1 0 0,-1-1-1 0 0,1 1 1 0 0,-1 0-1 0 0,0 0 1 0 0,1 0-1 0 0,-1 0 1 0 0,0 0-1 0 0,0 0 1 0 0,0 0-1 0 0,0 0 0 0 0,0 0 1 0 0,0 0-1 0 0,0 1 1 0 0,0-1-1 0 0,0 2 1 0 0,-1-1 12 0 0,1 0 1 0 0,-1 0 0 0 0,0 0-1 0 0,-1 0 1 0 0,1 0-1 0 0,0 0 1 0 0,-1-1 0 0 0,1 1-1 0 0,-1 0 1 0 0,1 0-1 0 0,-1 0 1 0 0,0 0 0 0 0,0-1-1 0 0,1 1 1 0 0,-2 0-1 0 0,-1 2 1 0 0,-2 3 7 0 0,-1 0-1 0 0,0 0 1 0 0,0-1-1 0 0,-1 1 1 0 0,1-1-1 0 0,-15 8 1 0 0,-5-2 340 0 0,0-2 0 0 0,-1 0 0 0 0,0-2 0 0 0,-56 9 1 0 0,80-17-204 0 0,1 1-232 0 0,0-1 0 0 0,-1 0 0 0 0,1 1 0 0 0,0-1 1 0 0,-1 0-1 0 0,1-1 0 0 0,0 1 0 0 0,-1 0 0 0 0,1 0 1 0 0,0-1-1 0 0,-1 0 0 0 0,1 1 0 0 0,0-1 1 0 0,-3-1-1 0 0,9-9-3401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5.6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5969 0 0,'28'-1'-82'0'0,"-24"9"67"0"0,0 0 1 0 0,-1 0 0 0 0,0 0 0 0 0,0 1 0 0 0,-1-1 0 0 0,-1 1 0 0 0,1-1 0 0 0,-1 1-1 0 0,0 12 1 0 0,-4 85 62 0 0,-1-72-772 0 0,-18 67 1 0 0,18-82-467 0 0,-2 4-110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6.4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240 34 4588 0 0,'-3'-33'1795'0'0,"-65"160"-1461"0"0,46-86-368 0 0,-33 45 1 0 0,-5 9 65 0 0,33-57-74 0 0,27-38 19 0 0,0 0 0 0 0,0 0 0 0 0,0 0 0 0 0,0 0 0 0 0,0-1 0 0 0,0 1 0 0 0,0 0 1 0 0,0 0-1 0 0,0 0 0 0 0,0 0 0 0 0,0 0 0 0 0,0 0 0 0 0,0 0 0 0 0,0 0 0 0 0,0 0 1 0 0,0-1-1 0 0,-1 1 0 0 0,1 0 0 0 0,0 0 0 0 0,0 0 0 0 0,0 0 0 0 0,0 0 0 0 0,0 0 1 0 0,0 0-1 0 0,0 0 0 0 0,0 0 0 0 0,0 0 0 0 0,0 0 0 0 0,0 0 0 0 0,0-1 0 0 0,-1 1 1 0 0,1 0-1 0 0,0 0 0 0 0,0 0 0 0 0,0 0 0 0 0,0 0 0 0 0,0 0 0 0 0,0 0 0 0 0,0 0 1 0 0,0 0-1 0 0,0 0 0 0 0,-1 0 0 0 0,1 0 0 0 0,0 0 0 0 0,0 0 0 0 0,0 0 0 0 0,0 0 1 0 0,0 0-1 0 0,0 0 0 0 0,0 0 0 0 0,0 0 0 0 0,0 1 0 0 0,-1-1 0 0 0,1 0 0 0 0,0 0 1 0 0,0 0-1 0 0,0 0 0 0 0,0 0 0 0 0,0 0 0 0 0,0 0 0 0 0,0 0 0 0 0,0 0 0 0 0,0 0 1 0 0,8-21-1553 0 0,3 4-170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7.1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63 4872 0 0,'8'-43'422'0'0,"-7"41"-133"0"0,-2-10 436 0 0,2 7 1042 0 0,4 43-1831 0 0,0 52-1 0 0,1 23-26 0 0,-4-93 82 0 0,-2-15 11 0 0,0 0 1 0 0,0 0-1 0 0,1 0 0 0 0,0 0 0 0 0,0 0 1 0 0,0 0-1 0 0,0-1 0 0 0,1 1 0 0 0,0 0 0 0 0,3 5 1 0 0,-5-9 9 0 0,1-1-10 0 0,-1 1 0 0 0,0-1 0 0 0,1 1-1 0 0,-1-1 1 0 0,1 1 0 0 0,-1-1 0 0 0,0 0 0 0 0,1 1 0 0 0,-1-1 0 0 0,1 1 0 0 0,-1-1 0 0 0,1 0 0 0 0,-1 0 0 0 0,1 1 0 0 0,-1-1 0 0 0,1 0 0 0 0,-1 0 0 0 0,1 0-1 0 0,0 1 1 0 0,-1-1 0 0 0,1 0 0 0 0,-1 0 0 0 0,1 0 0 0 0,-1 0 0 0 0,1 0 0 0 0,0 0 0 0 0,-1 0 0 0 0,1 0 0 0 0,-1-1 0 0 0,1 1 0 0 0,-1 0 0 0 0,1 0 0 0 0,0-1-1 0 0,22-5 31 0 0,-22 6-30 0 0,435-144 387 0 0,-425 140-418 0 0,9-3 239 0 0,-10 5-4348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7.2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0 122 4176 0 0,'9'-60'342'0'0,"-4"16"1690"0"0,-5 42-1711 0 0,1-9 196 0 0,0 6-403 0 0,0 7-349 0 0,2 59 184 0 0,3 0-1 0 0,3 0 1 0 0,3-1-1 0 0,26 83 1 0 0,-32-126 81 0 0,-2-5 82 0 0,0 0-1 0 0,-1 0 0 0 0,0 1 1 0 0,2 22-1 0 0,-5-34 99 0 0,-2 4 80 0 0,2-5-277 0 0,0 0-1 0 0,0 1 0 0 0,0-1 1 0 0,0 0-1 0 0,0 1 1 0 0,0-1-1 0 0,0 0 0 0 0,0 1 1 0 0,-1-1-1 0 0,1 0 1 0 0,0 0-1 0 0,0 1 0 0 0,0-1 1 0 0,0 0-1 0 0,0 1 1 0 0,0-1-1 0 0,-1 0 0 0 0,1 0 1 0 0,0 1-1 0 0,0-1 1 0 0,0 0-1 0 0,-1 0 0 0 0,1 1 1 0 0,0-1-1 0 0,0 0 1 0 0,-1 0-1 0 0,1 0 0 0 0,0 0 1 0 0,-1 1-1 0 0,1-1 1 0 0,0 0-1 0 0,0 0 0 0 0,-1 0 1 0 0,-50 0 778 0 0,47 0-691 0 0,-1-4 41 0 0,3 4-123 0 0,1-1-1 0 0,0 1 0 0 0,0-1 0 0 0,0 0 0 0 0,0 1 0 0 0,0-1 0 0 0,0 0 0 0 0,0 0 0 0 0,0 1 0 0 0,0-1 0 0 0,0 0 1 0 0,0 0-1 0 0,0 0 0 0 0,0 0 0 0 0,1 0 0 0 0,-1 0 0 0 0,1-1 0 0 0,-1 1 0 0 0,0 0 0 0 0,1 0 0 0 0,-1-2 1 0 0,2 0-32 0 0,0 0 0 0 0,0 1 1 0 0,0-1-1 0 0,0 0 0 0 0,0 0 0 0 0,0 0 1 0 0,1 1-1 0 0,0-1 0 0 0,-1 1 1 0 0,1-1-1 0 0,0 1 0 0 0,0 0 1 0 0,0 0-1 0 0,1 0 0 0 0,-1 0 1 0 0,0 0-1 0 0,1 0 0 0 0,-1 0 1 0 0,1 1-1 0 0,0 0 0 0 0,4-3 1 0 0,68-26-380 0 0,-69 28 376 0 0,15-4-147 0 0,-1 0 0 0 0,1 2 0 0 0,-1 1 0 0 0,37-2 0 0 0,-46 4 33 0 0,0 1 0 0 0,0 1-1 0 0,0 0 1 0 0,0 0 0 0 0,0 1 0 0 0,0 0 0 0 0,0 1 0 0 0,-1 1 0 0 0,1-1 0 0 0,14 9 0 0 0,-23-11 116 0 0,-1-1 0 0 0,0 1 0 0 0,0-1 0 0 0,0 1 0 0 0,0 0 0 0 0,0 0 0 0 0,0-1 0 0 0,0 1 1 0 0,0 0-1 0 0,0 0 0 0 0,0 0 0 0 0,0 0 0 0 0,0 0 0 0 0,-1 0 0 0 0,1 1 0 0 0,0-1 0 0 0,-1 0 1 0 0,1 0-1 0 0,-1 0 0 0 0,1 1 0 0 0,-1-1 0 0 0,0 0 0 0 0,1 1 0 0 0,-1-1 0 0 0,0 0 0 0 0,0 0 0 0 0,0 1 1 0 0,0-1-1 0 0,0 2 0 0 0,-1 0 8 0 0,-1 0-1 0 0,1-1 1 0 0,0 1 0 0 0,-1-1 0 0 0,0 1-1 0 0,1-1 1 0 0,-1 1 0 0 0,0-1 0 0 0,0 0 0 0 0,0 0-1 0 0,-1 0 1 0 0,-3 2 0 0 0,-6 5 40 0 0,-1-1 0 0 0,0-1-1 0 0,-28 12 1 0 0,-10-1 408 0 0,-1-2-1 0 0,-89 14 0 0 0,138-29-373 0 0,-1-1-146 0 0,3 1-34 0 0,1-1 1 0 0,-1 0-1 0 0,0 0 1 0 0,0 1-1 0 0,1-1 1 0 0,-1 0-1 0 0,0 0 1 0 0,0 0-1 0 0,1 0 0 0 0,-1 0 1 0 0,0 0-1 0 0,0 0 1 0 0,1 0-1 0 0,-1 0 1 0 0,0 0-1 0 0,0-1 1 0 0,1 1-1 0 0,-1 0 1 0 0,0 0-1 0 0,0-1 1 0 0,-3-9-1686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7.9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27 4724 0 0,'0'0'1561'0'0,"4"-3"-1495"0"0,4-1-57 0 0,0 0-1 0 0,1 1 1 0 0,-1 0-1 0 0,1 1 1 0 0,0 0-1 0 0,0 0 1 0 0,-1 1-1 0 0,1 0 1 0 0,12 0 0 0 0,-18 1-22 0 0,1-1 0 0 0,-1 1 0 0 0,1 0 0 0 0,-1 1 0 0 0,1-1 0 0 0,-1 0 0 0 0,1 1 0 0 0,-1 0 0 0 0,1 0 0 0 0,-1 0 0 0 0,0 0 0 0 0,0 1 1 0 0,1-1-1 0 0,-1 1 0 0 0,0 0 0 0 0,0-1 0 0 0,-1 1 0 0 0,1 1 0 0 0,0-1 0 0 0,-1 0 0 0 0,1 1 0 0 0,-1-1 0 0 0,0 1 0 0 0,0 0 1 0 0,0 0-1 0 0,0 0 0 0 0,0 0 0 0 0,2 5 0 0 0,-3-3 5 0 0,-1 0 1 0 0,1 0-1 0 0,-1-1 0 0 0,0 1 1 0 0,0 0-1 0 0,0-1 0 0 0,-1 1 1 0 0,0 0-1 0 0,0-1 1 0 0,0 1-1 0 0,0 0 0 0 0,-1-1 1 0 0,0 0-1 0 0,0 1 0 0 0,0-1 1 0 0,-5 7-1 0 0,-6 8 0 0 0,0-1 0 0 0,-22 21-1 0 0,8-7 17 0 0,17-16 43 0 0,12-8 19 0 0,31-10 13 0 0,-21 0-95 0 0,218-46-1219 0 0,-175 34-717 0 0,-37 9 876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8.4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326 65 5805 0 0,'29'-63'-40'0'0,"-28"61"459"0"0,-13 18-284 0 0,0-1 0 0 0,1 1 0 0 0,-16 31 1 0 0,12-22-100 0 0,-76 133-119 0 0,-77 117 655 0 0,148-252-862 0 0,28-48-2091 0 0,3 6-342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9.0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79 41 6057 0 0,'6'-40'213'0'0,"-84"445"-497"0"0,73-373 280 0 0,4-31 6 0 0,1 1 0 0 0,0-1 0 0 0,0 0 0 0 0,0 0 0 0 0,-1 0 0 0 0,1 0 0 0 0,0 0 0 0 0,1 1 0 0 0,-1-1 0 0 0,0 0 0 0 0,0 0 0 0 0,0 0-1 0 0,1 0 1 0 0,-1 0 0 0 0,0 0 0 0 0,1 1 0 0 0,-1-1 0 0 0,1 0 0 0 0,0 0 0 0 0,-1 0 0 0 0,1-1 0 0 0,0 1 0 0 0,-1 0 0 0 0,1 0 0 0 0,0 0 0 0 0,0 0 0 0 0,0-1 0 0 0,0 1 0 0 0,0 0 0 0 0,0-1 0 0 0,0 1 0 0 0,0-1 0 0 0,0 1 0 0 0,0-1 0 0 0,0 1 0 0 0,0-1 0 0 0,0 0 0 0 0,0 1 0 0 0,0-1 0 0 0,1 0 0 0 0,-1 0 0 0 0,0 0 0 0 0,0 0 0 0 0,0 0-1 0 0,0 0 1 0 0,1 0 0 0 0,-1-1 0 0 0,0 1 0 0 0,0 0 0 0 0,2-1 0 0 0,11-2 36 0 0,0-1 0 0 0,0 0 0 0 0,19-8-1 0 0,-15 5-14 0 0,235-86 362 0 0,-235 86-359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9.4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40 3912 0 0,'2'-31'1490'0'0,"-4"24"-1450"0"0,2 6-13 0 0,1 10-216 0 0,2 1 156 0 0,-1 0 0 0 0,1 0 0 0 0,1-1 0 0 0,5 10 0 0 0,4 16-25 0 0,48 130-26 0 0,19 64 23 0 0,-71-203 84 0 0,-7-21-10 0 0,0 0 0 0 0,0 0 0 0 0,0 0 0 0 0,-1 0 0 0 0,0 0 0 0 0,1 9 0 0 0,-1-10 82 0 0,6 21 312 0 0,-6-24-368 0 0,-1-1 1 0 0,0 0-1 0 0,0 1 0 0 0,0-1 0 0 0,0 1 0 0 0,0-1 1 0 0,0 1-1 0 0,0-1 0 0 0,0 0 0 0 0,0 1 0 0 0,0-1 1 0 0,0 1-1 0 0,0-1 0 0 0,0 1 0 0 0,0-1 0 0 0,0 0 1 0 0,0 1-1 0 0,-1-1 0 0 0,1 1 0 0 0,0-1 0 0 0,0 0 1 0 0,0 1-1 0 0,-1-1 0 0 0,1 0 0 0 0,0 1 0 0 0,0-1 1 0 0,-1 0-1 0 0,1 1 0 0 0,0-1 0 0 0,-1 0 0 0 0,1 1 1 0 0,-1-1-1 0 0,1 0 0 0 0,0 0 0 0 0,-1 0 0 0 0,1 1 1 0 0,-1-1-1 0 0,1 0 0 0 0,0 0 0 0 0,-1 0 0 0 0,1 0 1 0 0,-1 0-1 0 0,1 0 0 0 0,-1 0 0 0 0,1 0 0 0 0,0 0 1 0 0,-1 0-1 0 0,1 0 0 0 0,-1 0 0 0 0,1 0 0 0 0,-1 0 1 0 0,-3-1-11 0 0,0 0 0 0 0,0 0 0 0 0,0 0 0 0 0,0-1 0 0 0,1 1 0 0 0,-1-1 0 0 0,0 0 0 0 0,1 0 0 0 0,0 0 0 0 0,-1 0 0 0 0,1-1 0 0 0,0 1 0 0 0,0-1 0 0 0,0 0 0 0 0,0 0 0 0 0,1 0 0 0 0,-1 0 0 0 0,1 0 0 0 0,0-1 0 0 0,0 1 0 0 0,0-1 0 0 0,0 1 0 0 0,1-1 0 0 0,-1 0 0 0 0,1 0 0 0 0,0 0 0 0 0,0 0 0 0 0,0 0 0 0 0,1 0 0 0 0,-1 0 0 0 0,1 0 0 0 0,0 0 0 0 0,0 0 0 0 0,1 0 0 0 0,-1 0 0 0 0,1 0 0 0 0,0 0 0 0 0,0 0 0 0 0,0 0 0 0 0,0 1 0 0 0,1-1 0 0 0,0 0 0 0 0,-1 1 0 0 0,1-1 0 0 0,1 1 0 0 0,-1-1 0 0 0,3-2 0 0 0,5-5-100 0 0,-1 1-1 0 0,2 1 0 0 0,-1-1 0 0 0,1 2 0 0 0,15-10 0 0 0,-20 15 14 0 0,1-1 0 0 0,0 1 0 0 0,0 1 0 0 0,0-1 0 0 0,0 1 0 0 0,0 0 0 0 0,0 1 0 0 0,1 0-1 0 0,-1 0 1 0 0,0 1 0 0 0,15 0 0 0 0,0 2-75 0 0,0 1-1 0 0,0 1 0 0 0,0 1 0 0 0,-1 1 0 0 0,1 1 1 0 0,-1 1-1 0 0,-1 1 0 0 0,28 16 0 0 0,-46-25 123 0 0,-1 1 0 0 0,0-1 0 0 0,0 1 0 0 0,0-1 0 0 0,0 1 0 0 0,0 0 0 0 0,0 0 0 0 0,-1 0 0 0 0,1-1 0 0 0,0 1 0 0 0,0 0 0 0 0,0 0 0 0 0,-1 0 0 0 0,1 0 0 0 0,-1 0 0 0 0,1 0 0 0 0,0 1 0 0 0,-1-1 0 0 0,0 0 0 0 0,1 0 0 0 0,-1 0 0 0 0,0 0 0 0 0,0 0 0 0 0,1 1 0 0 0,-1-1 0 0 0,0 2 0 0 0,-1-1 5 0 0,0 1 0 0 0,0-1 1 0 0,1 0-1 0 0,-1 0 0 0 0,-1 0 1 0 0,1 0-1 0 0,0 0 1 0 0,0 0-1 0 0,-1 0 0 0 0,1 0 1 0 0,-1 0-1 0 0,-3 2 0 0 0,-5 5 11 0 0,-1-1 0 0 0,0 0 0 0 0,-18 9 0 0 0,28-17-7 0 0,-45 23 88 0 0,-2-3 1 0 0,-85 25-1 0 0,50-19 343 0 0,59-21-300 0 0,24-5-177 0 0,-1 1-1 0 0,1-1 0 0 0,-1 0 1 0 0,1 0-1 0 0,-1 0 0 0 0,1 0 1 0 0,-1 0-1 0 0,1 0 0 0 0,-1 0 0 0 0,1 0 1 0 0,-1 0-1 0 0,1 0 0 0 0,-1 0 1 0 0,1 0-1 0 0,-1 0 0 0 0,1-1 0 0 0,-1 1 1 0 0,1 0-1 0 0,-1 0 0 0 0,1 0 1 0 0,0-1-1 0 0,-1 1 0 0 0,1 0 1 0 0,-1 0-1 0 0,1-1 0 0 0,0 1 0 0 0,-1 0 1 0 0,1-1-1 0 0,0 1 0 0 0,-1-1 1 0 0,1 1-1 0 0,0 0 0 0 0,0-1 0 0 0,-1 1 1 0 0,1-1-1 0 0,0 1 0 0 0,0-1 1 0 0,0 1-1 0 0,0-1 0 0 0,-1 1 1 0 0,1-1-1 0 0,0 0 0 0 0,4-3-1516 0 0,14-17-11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0.5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302 12 4356 0 0,'-35'8'1851'0'0,"45"-12"-1863"0"0,0 0-1 0 0,1 1 1 0 0,-1 1-1 0 0,1 0 1 0 0,0 0-1 0 0,17 0 1 0 0,-22 2-13 0 0,0 0 1 0 0,0 0-1 0 0,0 0 1 0 0,0 1-1 0 0,0 0 1 0 0,0 0 0 0 0,0 1-1 0 0,-1 0 1 0 0,1-1-1 0 0,0 2 1 0 0,-1-1-1 0 0,1 1 1 0 0,-1 0 0 0 0,8 6-1 0 0,-12-8 21 0 0,0 0-1 0 0,0 0 0 0 0,0 0 0 0 0,0 0 1 0 0,0 0-1 0 0,0 0 0 0 0,0 0 1 0 0,0 1-1 0 0,-1-1 0 0 0,1 0 1 0 0,-1 1-1 0 0,1-1 0 0 0,-1 0 1 0 0,1 1-1 0 0,-1-1 0 0 0,0 1 1 0 0,1-1-1 0 0,-1 0 0 0 0,0 1 1 0 0,0-1-1 0 0,0 1 0 0 0,0-1 0 0 0,-1 1 1 0 0,1-1-1 0 0,0 1 0 0 0,0-1 1 0 0,-1 0-1 0 0,1 1 0 0 0,-1-1 1 0 0,1 0-1 0 0,-1 1 0 0 0,0-1 1 0 0,0 0-1 0 0,1 0 0 0 0,-1 0 1 0 0,0 1-1 0 0,0-1 0 0 0,-1 1 1 0 0,-5 5 4 0 0,-1 0 0 0 0,1-1 1 0 0,-1 1-1 0 0,-12 6 1 0 0,9-5-6 0 0,-12 7 8 0 0,0 0 0 0 0,-30 12 0 0 0,-11 7 233 0 0,62-33-200 0 0,0 1-23 0 0,1-3-13 0 0,1 1-1 0 0,0 0 1 0 0,0 0-1 0 0,0 0 0 0 0,0 0 1 0 0,-1 1-1 0 0,1-1 1 0 0,0 0-1 0 0,0 0 1 0 0,0 0-1 0 0,-1 0 0 0 0,1 0 1 0 0,0 0-1 0 0,0 0 1 0 0,0 0-1 0 0,-1 0 0 0 0,1 0 1 0 0,0 0-1 0 0,0 1 1 0 0,0-1-1 0 0,0 0 1 0 0,0 0-1 0 0,-1 0 0 0 0,1 0 1 0 0,0 0-1 0 0,0 1 1 0 0,0-1-1 0 0,0 0 1 0 0,0 0-1 0 0,0 0 0 0 0,0 0 1 0 0,0 1-1 0 0,0-1 1 0 0,0 0-1 0 0,0 0 0 0 0,-1 0 1 0 0,1 1-1 0 0,0-1 1 0 0,0 0-1 0 0,0 0 1 0 0,0 0-1 0 0,0 1 0 0 0,1-1 1 0 0,-1 0-1 0 0,0 0 1 0 0,0 0-1 0 0,0 1 1 0 0,0-1-1 0 0,0 0 0 0 0,0 0 1 0 0,0 0-1 0 0,0 0 1 0 0,0 1-1 0 0,0-1 0 0 0,1 0 1 0 0,37 14-29 0 0,-28-11-12 0 0,-1 0 0 0 0,1 1-1 0 0,-1 0 1 0 0,0 0 0 0 0,0 1 0 0 0,0 0-1 0 0,8 7 1 0 0,-16-11 30 0 0,0-1 11 0 0,-1 0-1 0 0,0 0 1 0 0,0 0 0 0 0,0 0 0 0 0,0 0-1 0 0,0 0 1 0 0,1 0 0 0 0,-1 0 0 0 0,0 0-1 0 0,0 0 1 0 0,0 0 0 0 0,0 0 0 0 0,0 0 0 0 0,1 0-1 0 0,-1 0 1 0 0,0 0 0 0 0,0 0 0 0 0,0 0-1 0 0,0 0 1 0 0,0 0 0 0 0,1 0 0 0 0,-1 1-1 0 0,0-1 1 0 0,0 0 0 0 0,0 0 0 0 0,0 0-1 0 0,0 0 1 0 0,0 0 0 0 0,0 0 0 0 0,0 0 0 0 0,1 1-1 0 0,-1-1 1 0 0,0 0 0 0 0,0 0 0 0 0,0 0-1 0 0,0 0 1 0 0,0 0 0 0 0,0 1 0 0 0,0-1-1 0 0,0 0 1 0 0,0 0 0 0 0,0 0 0 0 0,0 0-1 0 0,0 0 1 0 0,0 1 0 0 0,0-1 0 0 0,0 0-1 0 0,0 0 1 0 0,0 0 0 0 0,0 0 0 0 0,0 0 0 0 0,0 1-1 0 0,0-1 1 0 0,-1 0 0 0 0,-6 11 91 0 0,-11 7 99 0 0,-2-9-77 0 0,-1 0 1 0 0,0-2-1 0 0,0 0 0 0 0,-1-1 1 0 0,0-2-1 0 0,0 0 0 0 0,0-1 1 0 0,0-1-1 0 0,-1-1 0 0 0,-28-3 1 0 0,48 2-391 0 0,-1-1 1 0 0,0 0-1 0 0,1 0 1 0 0,-1 0-1 0 0,1 0 1 0 0,-1-1-1 0 0,1 1 1 0 0,0-1 0 0 0,0 0-1 0 0,-1 0 1 0 0,1 0-1 0 0,0 0 1 0 0,-4-5-1 0 0,4 0-971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5.6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40 4040 0 0,'0'0'3377'0'0,"6"1"-3438"0"0,65 5 69 0 0,130-6 0 0 0,-113-2 3 0 0,459-12 28 0 0,144-1 38 0 0,-575 10 363 0 0,-113 5-396 0 0,10 0 24 0 0,19 0 229 0 0,-22-2-3327 0 0,-10-6 1262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6.3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39 4736 0 0,'-40'-21'530'0'0,"39"20"-177"0"0,-22-16 2913 0 0,79 23-3315 0 0,0 2 0 0 0,0 2 1 0 0,0 3-1 0 0,90 34 0 0 0,-128-41-31 0 0,-13-4 53 0 0,1 0-1 0 0,-1 0 1 0 0,0 0 0 0 0,0 1-1 0 0,0 0 1 0 0,0 0-1 0 0,6 5 1 0 0,-10-7 27 0 0,-1-1 0 0 0,1 1 1 0 0,-1 0-1 0 0,1 0 0 0 0,-1 0 0 0 0,0 0 0 0 0,0 0 0 0 0,1 0 0 0 0,-1 0 0 0 0,0-1 1 0 0,0 1-1 0 0,0 0 0 0 0,0 0 0 0 0,0 0 0 0 0,0 0 0 0 0,0 0 0 0 0,0 0 1 0 0,0 0-1 0 0,-1 0 0 0 0,1 0 0 0 0,0 0 0 0 0,-1 0 0 0 0,1-1 0 0 0,0 1 1 0 0,-1 0-1 0 0,1 0 0 0 0,-1 0 0 0 0,0-1 0 0 0,1 1 0 0 0,-1 0 0 0 0,1 0 1 0 0,-1-1-1 0 0,0 1 0 0 0,0-1 0 0 0,1 1 0 0 0,-1-1 0 0 0,-2 2 0 0 0,3-2 1 0 0,-17 14 18 0 0,0 0 0 0 0,0-1 1 0 0,-2-2-1 0 0,1 1 0 0 0,-2-2 0 0 0,1-1 0 0 0,-31 11 1 0 0,-6 4 17 0 0,-133 57-83 0 0,106-51-4163 0 0,72-27 1781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7.8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 38 5733 0 0,'0'0'-234'0'0,"-30"7"3093"0"0,35-6-2859 0 0,-1 0 1 0 0,1 0-1 0 0,0-1 0 0 0,0 0 0 0 0,0 0 0 0 0,-1 0 1 0 0,1 0-1 0 0,8-2 0 0 0,7-1 0 0 0,1083-6-17 0 0,-760 8 258 0 0,-343 1-372 0 0,1 0 0 0 0,0-1-1 0 0,0 1 1 0 0,-1 0 0 0 0,1-1 0 0 0,0 1 0 0 0,0 0-1 0 0,-1-1 1 0 0,1 1 0 0 0,-1-1 0 0 0,1 1 0 0 0,0-1-1 0 0,-1 0 1 0 0,1 1 0 0 0,-1-1 0 0 0,1 1 0 0 0,-1-1-1 0 0,1 0 1 0 0,-1 1 0 0 0,0-1 0 0 0,1 0 0 0 0,-1 0-1 0 0,0 1 1 0 0,0-1 0 0 0,1 0 0 0 0,-1 0 0 0 0,0 0-1 0 0,0 1 1 0 0,0-1 0 0 0,0 0 0 0 0,0 0-1 0 0,0 0 1 0 0,0 0 0 0 0,2-10-2136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8.3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359 60 5304 0 0,'-2'-5'5'0'0,"-1"0"0"0"0,0-1 0 0 0,0 1-1 0 0,0 1 1 0 0,-1-1 0 0 0,1 0 0 0 0,-1 1-1 0 0,-5-5 1 0 0,8 8 568 0 0,-8-5 30 0 0,9 6-578 0 0,0 0 0 0 0,0 0 1 0 0,0 0-1 0 0,0 0 0 0 0,0 0 0 0 0,1 0 0 0 0,-1 0 1 0 0,0-1-1 0 0,0 1 0 0 0,0 0 0 0 0,0 0 0 0 0,0 0 1 0 0,0 0-1 0 0,0 0 0 0 0,0 0 0 0 0,0 0 0 0 0,0 0 1 0 0,0-1-1 0 0,0 1 0 0 0,0 0 0 0 0,0 0 1 0 0,0 0-1 0 0,0 0 0 0 0,0 0 0 0 0,0 0 0 0 0,0 0 1 0 0,0-1-1 0 0,0 1 0 0 0,0 0 0 0 0,0 0 0 0 0,0 0 1 0 0,0 0-1 0 0,0 0 0 0 0,0 0 0 0 0,0 0 0 0 0,0-1 1 0 0,0 1-1 0 0,0 0 0 0 0,0 0 0 0 0,-1 0 1 0 0,1 0-1 0 0,0 0 0 0 0,0 0 0 0 0,0 0 0 0 0,108 31-110 0 0,-2 5-1 0 0,146 70 1 0 0,-249-105 76 0 0,-1 0 0 0 0,1 0 0 0 0,-1 0 1 0 0,0 1-1 0 0,1-1 0 0 0,-1 1 1 0 0,0-1-1 0 0,0 1 0 0 0,0 0 0 0 0,0-1 1 0 0,0 1-1 0 0,-1 0 0 0 0,1 0 0 0 0,0 0 1 0 0,-1 1-1 0 0,1-1 0 0 0,-1 0 0 0 0,0 1 1 0 0,0-1-1 0 0,1 3 0 0 0,-2-2 7 0 0,-1 0 0 0 0,1 0-1 0 0,-1-1 1 0 0,0 1 0 0 0,1 0-1 0 0,-1 0 1 0 0,0-1 0 0 0,-1 1 0 0 0,1-1-1 0 0,0 1 1 0 0,-1-1 0 0 0,0 1-1 0 0,1-1 1 0 0,-1 0 0 0 0,0 0 0 0 0,0 0-1 0 0,0 0 1 0 0,0 0 0 0 0,-4 2-1 0 0,-46 37 10 0 0,-2-3 0 0 0,-1-2 0 0 0,-2-2-1 0 0,-64 26 1 0 0,-45 28-52 0 0,103-52-1298 0 0,2 2 0 0 0,-70 58-1 0 0,100-69 70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9.5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21 132 4416 0 0,'0'0'300'0'0,"-20"0"1698"0"0,186 2-1223 0 0,447-59-699 0 0,-218 16 22 0 0,-276 29 1298 0 0,-114 12-1049 0 0,22 0 632 0 0,18-7 67 0 0,-43 6-1263 0 0,13-14-6451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30.1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35 5985 0 0,'-29'-21'146'0'0,"28"21"-183"0"0,-2-2 96 0 0,-7-5 734 0 0,-2 3 1176 0 0,27 6-2111 0 0,0 1 134 0 0,-1 1 0 0 0,0 0-1 0 0,1 1 1 0 0,-2 0 0 0 0,17 9-1 0 0,13 4-9 0 0,312 148-117 0 0,-355-166 139 0 0,1 0 0 0 0,0 0 0 0 0,-1 1 0 0 0,1-1 0 0 0,0 0 0 0 0,-1 1-1 0 0,1-1 1 0 0,0 1 0 0 0,-1-1 0 0 0,1 1 0 0 0,-1-1 0 0 0,1 1 0 0 0,-1-1 0 0 0,1 1 0 0 0,-1 0 0 0 0,0-1 0 0 0,1 1-1 0 0,-1-1 1 0 0,0 1 0 0 0,1 0 0 0 0,-1-1 0 0 0,0 1 0 0 0,0 0 0 0 0,1 0 0 0 0,-1-1 0 0 0,0 1 0 0 0,0 0 0 0 0,0 0-1 0 0,0-1 1 0 0,0 1 0 0 0,0 0 0 0 0,0-1 0 0 0,0 1 0 0 0,-1 0 0 0 0,1 0 0 0 0,0-1 0 0 0,0 1 0 0 0,-1 0 0 0 0,1-1-1 0 0,0 1 1 0 0,-1 0 0 0 0,1-1 0 0 0,0 1 0 0 0,-1-1 0 0 0,1 1 0 0 0,-1 0 0 0 0,1-1 0 0 0,-1 1 0 0 0,-1 0 0 0 0,-31 23 22 0 0,30-22-11 0 0,-285 155-362 0 0,160-100-3593 0 0,101-47 1276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39.0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160 0 1976 0 0,'0'0'1868'0'0,"4"1"-1579"0"0,9 4 453 0 0,-13 0 1074 0 0,-22 1-956 0 0,15-5-855 0 0,0 0-1 0 0,1 1 1 0 0,-1-1-1 0 0,1 1 1 0 0,-1 1-1 0 0,1-1 1 0 0,0 1-1 0 0,0 0 1 0 0,0 1-1 0 0,0-1 1 0 0,1 1 0 0 0,-1 0-1 0 0,1 1 1 0 0,-9 8-1 0 0,8-6-35 0 0,0-1-1 0 0,1 1 1 0 0,0 1 0 0 0,0-1 0 0 0,0 1-1 0 0,1 0 1 0 0,0 0 0 0 0,1 0-1 0 0,-6 18 1 0 0,8-21 17 0 0,0 0 0 0 0,1 0 0 0 0,-1 0 0 0 0,1 1-1 0 0,0-1 1 0 0,1 0 0 0 0,-1 0 0 0 0,1 1 0 0 0,0-1 0 0 0,0 0 0 0 0,0 0 0 0 0,1 0 0 0 0,0 0 0 0 0,0 0-1 0 0,4 7 1 0 0,-1-5 5 0 0,0 0 1 0 0,1 0-1 0 0,-1 0 0 0 0,1-1 0 0 0,1 0 0 0 0,-1 0 0 0 0,1 0 0 0 0,13 8 0 0 0,-6-6 36 0 0,-1-1-1 0 0,2 0 1 0 0,-1-1-1 0 0,1 0 1 0 0,-1-1-1 0 0,2-1 1 0 0,-1 0-1 0 0,0-1 1 0 0,31 2-1 0 0,-36-6 45 0 0,0 0 0 0 0,0-1 0 0 0,0 0 0 0 0,-1 0 0 0 0,1-1 0 0 0,-1 0 0 0 0,1-1 0 0 0,-1 0-1 0 0,0 0 1 0 0,-1-1 0 0 0,1 0 0 0 0,-1-1 0 0 0,0 0 0 0 0,12-11 0 0 0,-6 4 185 0 0,-1-1 0 0 0,0 0 0 0 0,-1-1 0 0 0,-1 0 0 0 0,0-1 0 0 0,13-25 1 0 0,-22 38-177 0 0,-1-1 1 0 0,1 1 0 0 0,0-1 0 0 0,-1 1 0 0 0,0-1 0 0 0,1 0 0 0 0,-2 0 0 0 0,1 0-1 0 0,0 0 1 0 0,-1 1 0 0 0,0-1 0 0 0,1 0 0 0 0,-2 0 0 0 0,1 0 0 0 0,0 0-1 0 0,-1 0 1 0 0,-2-8 0 0 0,1 9-40 0 0,1 0 0 0 0,-2-1-1 0 0,1 1 1 0 0,0 0 0 0 0,-1 0 0 0 0,1 0-1 0 0,-1 0 1 0 0,0 0 0 0 0,0 1 0 0 0,0 0-1 0 0,0-1 1 0 0,0 1 0 0 0,-1 0 0 0 0,1 0-1 0 0,-4-1 1 0 0,-14-4 4 0 0,1 0 0 0 0,-1 2 0 0 0,-1 0 0 0 0,1 1 0 0 0,-26 0 0 0 0,21 1 44 0 0,-61-6-1040 0 0,55 8-6125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39.3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10 7305 0 0,'2'-1'188'0'0,"-1"0"0"0"0,0 0 0 0 0,0 0 0 0 0,1 0 0 0 0,-1 0 0 0 0,1 1-1 0 0,-1-1 1 0 0,1 0 0 0 0,-1 1 0 0 0,1-1 0 0 0,-1 1 0 0 0,1 0 0 0 0,-1-1 0 0 0,1 1 0 0 0,1 0 0 0 0,1 5-224 0 0,0 1 1 0 0,-1-1-1 0 0,1 1 0 0 0,-1 0 0 0 0,0 0 0 0 0,-1 0 0 0 0,0 1 0 0 0,0-1 0 0 0,0 0 1 0 0,-1 1-1 0 0,1 6 0 0 0,10 81-473 0 0,-13-22-553 0 0,-11-28-2971 0 0,6-29 1611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0.7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223 18 5857 0 0,'0'0'-152'0'0,"-28"-17"-97"0"0,22 17 237 0 0,0 0 0 0 0,0 1 0 0 0,-1 0 0 0 0,1 0 0 0 0,0 0 0 0 0,0 1-1 0 0,0 0 1 0 0,0 0 0 0 0,0 0 0 0 0,1 1 0 0 0,-1 0 0 0 0,1 0 0 0 0,-1 0-1 0 0,1 1 1 0 0,0 0 0 0 0,1 0 0 0 0,-1 0 0 0 0,0 1 0 0 0,-3 4 0 0 0,-1 1-22 0 0,1 0 1 0 0,0 0 0 0 0,0 0-1 0 0,1 1 1 0 0,0 1 0 0 0,1-1-1 0 0,0 1 1 0 0,-6 19 0 0 0,10-24 13 0 0,0 1 1 0 0,1 0 0 0 0,-1-1-1 0 0,1 1 1 0 0,1 0 0 0 0,0 0-1 0 0,0 0 1 0 0,0 0 0 0 0,1 0-1 0 0,0 0 1 0 0,1-1 0 0 0,0 1-1 0 0,0 0 1 0 0,1-1 0 0 0,-1 1-1 0 0,2-1 1 0 0,-1 0 0 0 0,1 0-1 0 0,7 10 1 0 0,-5-10 28 0 0,-1-1 1 0 0,2 0-1 0 0,-1 0 1 0 0,1 0-1 0 0,-1-1 1 0 0,2 0-1 0 0,-1-1 1 0 0,0 1-1 0 0,1-1 1 0 0,0-1-1 0 0,0 1 0 0 0,0-1 1 0 0,0-1-1 0 0,1 1 1 0 0,-1-2-1 0 0,1 1 1 0 0,14 0-1 0 0,-10-1 124 0 0,0-1 0 0 0,0 0-1 0 0,0-1 1 0 0,0-1 0 0 0,-1 0 0 0 0,1 0-1 0 0,0-1 1 0 0,-1-1 0 0 0,0 0 0 0 0,0-1 0 0 0,0 0-1 0 0,0-1 1 0 0,13-9 0 0 0,-13 6 51 0 0,0 0 0 0 0,-1-1 0 0 0,0-1 0 0 0,0 0 0 0 0,-1 0 0 0 0,-1-1 0 0 0,0 0 1 0 0,0-1-1 0 0,-1 0 0 0 0,11-27 0 0 0,-17 37-146 0 0,0 0 1 0 0,-1-1-1 0 0,1 1 1 0 0,-1-1 0 0 0,0 0-1 0 0,0 1 1 0 0,-1-1-1 0 0,1 0 1 0 0,-1 0-1 0 0,0 1 1 0 0,0-1-1 0 0,0 0 1 0 0,0 0 0 0 0,0 0-1 0 0,-1 1 1 0 0,0-1-1 0 0,0 0 1 0 0,0 1-1 0 0,0-1 1 0 0,-1 1-1 0 0,1-1 1 0 0,-1 1 0 0 0,0 0-1 0 0,0-1 1 0 0,0 1-1 0 0,0 0 1 0 0,-1 0-1 0 0,1 0 1 0 0,-1 1-1 0 0,0-1 1 0 0,1 1 0 0 0,-1-1-1 0 0,-1 1 1 0 0,1 0-1 0 0,0 0 1 0 0,0 0-1 0 0,-1 1 1 0 0,-5-3-1 0 0,-11-4-10 0 0,0 1-1 0 0,0 1 0 0 0,-1 1 1 0 0,0 1-1 0 0,-25-2 0 0 0,-16 2 19 0 0,32 2 29 0 0,-7-3-1927 0 0,35 4 996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1.4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91 5745 0 0,'0'0'-178'0'0,"-5"0"45"0"0,-31 0 96 0 0,33 0 235 0 0,-22-16 2708 0 0,25 14-2669 0 0,22-22 41 0 0,-8 16-282 0 0,1 1 0 0 0,-1 0 0 0 0,2 1 0 0 0,-1 1-1 0 0,20-5 1 0 0,-31 8-58 0 0,1 1 1 0 0,0 0-1 0 0,-1 0 0 0 0,1 1 0 0 0,0-1 0 0 0,0 1 0 0 0,0 0 0 0 0,0 1 0 0 0,0-1 1 0 0,-1 1-1 0 0,1 0 0 0 0,0 0 0 0 0,0 0 0 0 0,-1 0 0 0 0,1 1 0 0 0,-1 0 0 0 0,1 0 1 0 0,-1 0-1 0 0,0 1 0 0 0,0-1 0 0 0,7 6 0 0 0,-10-6 40 0 0,0-1 0 0 0,0 1 0 0 0,0 0 0 0 0,1 0-1 0 0,-2-1 1 0 0,1 1 0 0 0,0 0 0 0 0,0 0 0 0 0,-1 0 0 0 0,1 0 0 0 0,-1 0 0 0 0,1 0 0 0 0,-1 0 0 0 0,0 0-1 0 0,0 0 1 0 0,0 0 0 0 0,0 0 0 0 0,0 4 0 0 0,-1 0-5 0 0,-1-1 0 0 0,1 1-1 0 0,-1 0 1 0 0,0-1 0 0 0,0 1 0 0 0,-5 7 0 0 0,-4 4-19 0 0,0-1 0 0 0,-25 28 1 0 0,-28 21-63 0 0,40-43 5 0 0,-40 49 0 0 0,64-71 102 0 0,0 0 1 0 0,0 0-1 0 0,-1 0 0 0 0,1 1 0 0 0,0-1 1 0 0,0 0-1 0 0,0 0 0 0 0,-1 1 0 0 0,1-1 1 0 0,0 0-1 0 0,0 1 0 0 0,0-1 0 0 0,0 0 0 0 0,0 0 1 0 0,-1 1-1 0 0,1-1 0 0 0,0 0 0 0 0,0 1 1 0 0,0-1-1 0 0,0 0 0 0 0,0 1 0 0 0,0-1 1 0 0,0 0-1 0 0,0 1 0 0 0,0-1 0 0 0,0 0 0 0 0,1 0 1 0 0,-1 1-1 0 0,0-1 0 0 0,0 0 0 0 0,0 1 1 0 0,0-1-1 0 0,0 0 0 0 0,0 0 0 0 0,1 1 1 0 0,-1-1-1 0 0,0 0 0 0 0,0 0 0 0 0,0 1 0 0 0,1-1 1 0 0,-1 0-1 0 0,0 0 0 0 0,0 0 0 0 0,1 1 1 0 0,19 2 0 0 0,31-7 7 0 0,-47 3-13 0 0,234-39-971 0 0,-143 22-1202 0 0,-49 10 655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2.7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166 95 4396 0 0,'0'-1'23'0'0,"1"1"-1"0"0,-1 0 1 0 0,1 0-1 0 0,-1-1 1 0 0,1 1 0 0 0,-1 0-1 0 0,1-1 1 0 0,-1 1-1 0 0,1 0 1 0 0,-1-1-1 0 0,1 1 1 0 0,-1-1-1 0 0,0 1 1 0 0,1-1-1 0 0,-1 1 1 0 0,0-1-1 0 0,1 1 1 0 0,-1-1-1 0 0,0 1 1 0 0,0-1-1 0 0,0 1 1 0 0,1-1-1 0 0,-1 0 1 0 0,0 1-1 0 0,0-1 1 0 0,0 1 0 0 0,0-1-1 0 0,0-1 1 0 0,-13 1 921 0 0,6 2-1223 0 0,1-1 307 0 0,-24 15 8 0 0,20-7-60 0 0,-1 1 1 0 0,1 0 0 0 0,1 0 0 0 0,0 1-1 0 0,0 1 1 0 0,1-1 0 0 0,1 1 0 0 0,-1 1 0 0 0,2-1-1 0 0,0 1 1 0 0,0 1 0 0 0,-6 19 0 0 0,10-25 10 0 0,0 0 0 0 0,1 0 1 0 0,0 0-1 0 0,0 1 0 0 0,1-1 0 0 0,0 0 1 0 0,0 1-1 0 0,0-1 0 0 0,1 0 0 0 0,0 1 1 0 0,1-1-1 0 0,-1 0 0 0 0,1 0 1 0 0,1 0-1 0 0,-1 0 0 0 0,1 0 0 0 0,1-1 1 0 0,-1 1-1 0 0,1-1 0 0 0,0 0 0 0 0,1 0 1 0 0,-1 0-1 0 0,1-1 0 0 0,10 9 0 0 0,-8-7 25 0 0,0-2-1 0 0,0 1 0 0 0,1-1 0 0 0,0 0 0 0 0,0 0 0 0 0,0-1 0 0 0,0 0 0 0 0,1-1 1 0 0,0 1-1 0 0,-1-2 0 0 0,1 1 0 0 0,1-1 0 0 0,-1-1 0 0 0,0 0 0 0 0,13 0 0 0 0,-10-1 11 0 0,1-2 0 0 0,-1 1 0 0 0,0-2 0 0 0,0 0 0 0 0,0 0-1 0 0,-1-1 1 0 0,1 0 0 0 0,-1-1 0 0 0,0 0 0 0 0,0-1 0 0 0,13-9 0 0 0,36-28 382 0 0,-1-3 1 0 0,78-79 0 0 0,-134 122-302 0 0,0 0-1 0 0,0 0 0 0 0,0 0 0 0 0,0-1 0 0 0,0 1 1 0 0,-1-1-1 0 0,0 1 0 0 0,0-1 0 0 0,0 0 1 0 0,0 0-1 0 0,0 0 0 0 0,-1 0 0 0 0,0 0 0 0 0,0 0 1 0 0,0 0-1 0 0,0-1 0 0 0,0-4 0 0 0,-2 6-58 0 0,1-1 0 0 0,-1 1 0 0 0,0 0 0 0 0,0-1 0 0 0,-1 1-1 0 0,1 0 1 0 0,-1 0 0 0 0,1 0 0 0 0,-1 0 0 0 0,0 0 0 0 0,0 0 0 0 0,-1 0-1 0 0,1 1 1 0 0,0-1 0 0 0,-1 1 0 0 0,1 0 0 0 0,-1-1 0 0 0,0 1 0 0 0,0 1-1 0 0,-6-4 1 0 0,-9-5 33 0 0,-1 1 0 0 0,0 1 0 0 0,0 1 0 0 0,-33-8 0 0 0,-82-11 108 0 0,126 25-169 0 0,-74-9 65 0 0,79 9-76 0 0,-5 0-227 0 0,0 0-1 0 0,0 1 1 0 0,0 0-1 0 0,0 0 1 0 0,-15 3-1 0 0,-3 9-4389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3.8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69 5368 0 0,'0'0'-496'0'0,"32"-19"-2143"0"0,-11 11 2673 0 0,0 1 0 0 0,43-8 0 0 0,-19 5 5 0 0,-6 4-1 0 0,-1 4-23 0 0,-33 1-28 0 0,1 1 0 0 0,-1-1 1 0 0,1 1-1 0 0,-1 0 0 0 0,0 1 1 0 0,1-1-1 0 0,-1 1 0 0 0,1 0 0 0 0,-1 0 1 0 0,0 1-1 0 0,9 3 0 0 0,-13-4 3 0 0,0-1 11 0 0,-1 0 1 0 0,0 0 0 0 0,0 0 0 0 0,1 0-1 0 0,-1 0 1 0 0,0 0 0 0 0,0 0 0 0 0,1 0 0 0 0,-1 0-1 0 0,0 0 1 0 0,1 0 0 0 0,-1 0 0 0 0,0 0 0 0 0,0 0-1 0 0,1 0 1 0 0,-1 1 0 0 0,0-1 0 0 0,0 0 0 0 0,0 0-1 0 0,1 0 1 0 0,-1 0 0 0 0,0 1 0 0 0,0-1 0 0 0,0 0-1 0 0,1 0 1 0 0,-1 0 0 0 0,0 1 0 0 0,0-1-1 0 0,0 0 1 0 0,0 0 0 0 0,0 1 0 0 0,0-1 0 0 0,1 0-1 0 0,-1 1 1 0 0,0-1 0 0 0,0 0 0 0 0,0 0 0 0 0,0 1-1 0 0,-7 10 89 0 0,-12 6 73 0 0,-51 20 361 0 0,9-6 94 0 0,59-30-586 0 0,-12 11 228 0 0,23-9-239 0 0,0-2-6 0 0,35 7 78 0 0,-23-6-118 0 0,-2 2-1 0 0,1 0 0 0 0,0 1 0 0 0,-1 1 0 0 0,35 15 0 0 0,-54-21 34 0 0,1 0 1 0 0,-1 0-1 0 0,1 1 1 0 0,-1-1-1 0 0,0 0 1 0 0,1 0-1 0 0,-1 1 1 0 0,0-1-1 0 0,1 0 0 0 0,-1 0 1 0 0,0 1-1 0 0,1-1 1 0 0,-1 0-1 0 0,0 1 1 0 0,0-1-1 0 0,0 1 1 0 0,1-1-1 0 0,-1 0 1 0 0,0 1-1 0 0,0-1 1 0 0,0 1-1 0 0,0-1 1 0 0,0 0-1 0 0,1 1 1 0 0,-1-1-1 0 0,0 1 1 0 0,0-1-1 0 0,0 0 1 0 0,0 1-1 0 0,0-1 0 0 0,-1 1 1 0 0,1-1-1 0 0,0 1 1 0 0,0-1-1 0 0,0 1 1 0 0,-14 15 304 0 0,-17 5 118 0 0,-4-6-150 0 0,-1-1 0 0 0,0-1 0 0 0,-1-3 0 0 0,0-1 0 0 0,-40 5 0 0 0,72-14-331 0 0,-1 1 0 0 0,0-1 0 0 0,0 0 0 0 0,1 0 0 0 0,-1-1 0 0 0,-10-2 0 0 0,14 3-152 0 0,1-1-1 0 0,-1 1 1 0 0,0-1 0 0 0,0 0-1 0 0,0 0 1 0 0,1 0-1 0 0,-1 0 1 0 0,0 0 0 0 0,1 0-1 0 0,-1 0 1 0 0,1 0 0 0 0,-1-1-1 0 0,1 1 1 0 0,-2-4 0 0 0,-3-4-1286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0.4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172 65 5136 0 0,'0'0'-338'0'0,"-9"-48"-154"0"0,8 46 551 0 0,0 1 0 0 0,-1 0 0 0 0,1 0 0 0 0,0-1 0 0 0,0 1-1 0 0,-1 0 1 0 0,1 0 0 0 0,0 0 0 0 0,-1 0 0 0 0,1 1 0 0 0,-1-1 0 0 0,1 0-1 0 0,-1 1 1 0 0,1-1 0 0 0,-1 0 0 0 0,0 1 0 0 0,1 0 0 0 0,-1-1 0 0 0,0 1-1 0 0,1 0 1 0 0,-1 0 0 0 0,0 0 0 0 0,-2 0 0 0 0,0 1-29 0 0,0 0 0 0 0,0 0 0 0 0,0 1 0 0 0,-1-1 1 0 0,1 1-1 0 0,1 0 0 0 0,-1 0 0 0 0,0 0 0 0 0,-4 4 0 0 0,0 0-50 0 0,0 0-1 0 0,0 1 1 0 0,1 0 0 0 0,0 0-1 0 0,0 1 1 0 0,1 0-1 0 0,0 0 1 0 0,-5 10 0 0 0,9-14-7 0 0,0-1 0 0 0,0 1 0 0 0,1 0 0 0 0,0 0 0 0 0,0 0 0 0 0,0 0 0 0 0,0 0 0 0 0,0 0 0 0 0,1 0 0 0 0,0 0 0 0 0,0 0 0 0 0,0 0 0 0 0,0 0 0 0 0,1 0 0 0 0,1 8 1 0 0,-2-11 14 0 0,1 0 0 0 0,0 0 0 0 0,-1 1 0 0 0,1-1 0 0 0,0 0 0 0 0,-1 0 0 0 0,1 0 0 0 0,0 0 0 0 0,0 0 0 0 0,0 0 0 0 0,0 0 0 0 0,0-1 1 0 0,0 1-1 0 0,0 0 0 0 0,0 0 0 0 0,0-1 0 0 0,1 1 0 0 0,-1-1 0 0 0,0 1 0 0 0,2 0 0 0 0,0-1 9 0 0,0 0 1 0 0,0 0-1 0 0,0 1 0 0 0,0-2 0 0 0,1 1 0 0 0,-1 0 0 0 0,0-1 1 0 0,0 1-1 0 0,0-1 0 0 0,0 0 0 0 0,-1 0 0 0 0,5-2 0 0 0,5-2 282 0 0,0-1-1 0 0,-1-1 0 0 0,1 0 0 0 0,-2 0 0 0 0,1-1 0 0 0,-1-1 0 0 0,0 1 0 0 0,17-21 839 0 0,-33 33-1070 0 0,-4 2-198 0 0,1 0 0 0 0,0 1 0 0 0,1 0 0 0 0,0 1 0 0 0,0 0 0 0 0,0 0 0 0 0,1 1-1 0 0,0 0 1 0 0,1 0 0 0 0,0 0 0 0 0,-9 21 0 0 0,15-29-45 0 0,7-4-235 0 0,7-4 937 0 0,0-2 1 0 0,0 1-1 0 0,0-2 0 0 0,15-13 0 0 0,-28 21-217 0 0,-6 3-406 0 0,0 0 0 0 0,1 0 0 0 0,-1 1 0 0 0,1-1 0 0 0,-1 1 0 0 0,1 0 0 0 0,-9 5 0 0 0,-24 18-3744 0 0,26-15 1627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7:57.5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 0 7141 0 0,'0'0'1098'0'0,"-35"30"-1010"0"0,31-27-117 0 0,1 1 0 0 0,0 0-1 0 0,-1-1 1 0 0,1 2-1 0 0,1-1 1 0 0,-1 0 0 0 0,1 0-1 0 0,-1 1 1 0 0,1-1 0 0 0,-2 7-1 0 0,4-9 17 0 0,-1 0 0 0 0,1 0 0 0 0,-1 0 0 0 0,1 0 0 0 0,0 0 0 0 0,-1 0 0 0 0,1 0 0 0 0,0 0 0 0 0,0 0 0 0 0,1 0 0 0 0,-1 0 0 0 0,0 0-1 0 0,1 0 1 0 0,-1 0 0 0 0,1-1 0 0 0,0 1 0 0 0,-1 0 0 0 0,1 0 0 0 0,0 0 0 0 0,0-1 0 0 0,0 1 0 0 0,0 0 0 0 0,1-1 0 0 0,-1 1 0 0 0,0-1 0 0 0,1 0 0 0 0,1 2 0 0 0,-3 0 6 0 0,3 0 4 0 0,20 1-23 0 0,-19-3 26 0 0,0-1 0 0 0,-1 1 0 0 0,1-1-1 0 0,0 1 1 0 0,0-1 0 0 0,0 0 0 0 0,-1-1 0 0 0,1 1-1 0 0,0-1 1 0 0,0 1 0 0 0,-1-1 0 0 0,1 0 0 0 0,-1-1-1 0 0,1 1 1 0 0,-1 0 0 0 0,1-1 0 0 0,-1 0-1 0 0,4-2 1 0 0,7-5 10 0 0,-11 8 12 0 0,0 0 1 0 0,0-1 0 0 0,0 1 0 0 0,0-1 0 0 0,-1 0-1 0 0,1 0 1 0 0,0 0 0 0 0,-1 0 0 0 0,0 0 0 0 0,1 0-1 0 0,-1-1 1 0 0,0 1 0 0 0,0-1 0 0 0,0 0 0 0 0,-1 1-1 0 0,1-1 1 0 0,-1 0 0 0 0,1 0 0 0 0,-1 0 0 0 0,0 0-1 0 0,0 0 1 0 0,0-1 0 0 0,-1 1 0 0 0,1 0 0 0 0,-1 0-1 0 0,0-6 1 0 0,0 8-17 0 0,-1 0-1 0 0,1 0 1 0 0,-1 0-1 0 0,0 0 1 0 0,1 0-1 0 0,-1 0 1 0 0,0 0-1 0 0,0 0 1 0 0,0 0-1 0 0,0 0 1 0 0,0 0-1 0 0,0 0 1 0 0,0 1-1 0 0,0-1 1 0 0,0 0-1 0 0,0 1 1 0 0,-1-1-1 0 0,1 1 1 0 0,0-1-1 0 0,0 1 1 0 0,-1 0 0 0 0,1 0-1 0 0,0-1 1 0 0,0 1-1 0 0,-1 0 1 0 0,1 0-1 0 0,-2 0 1 0 0,-20-1-13 0 0,17 2-23 0 0,-1 0 1 0 0,1 0-1 0 0,-1 0 0 0 0,1 1 1 0 0,-1 0-1 0 0,1 1 0 0 0,0 0 1 0 0,0-1-1 0 0,0 2 0 0 0,0-1 1 0 0,1 1-1 0 0,-1 0 0 0 0,1 0 1 0 0,0 0-1 0 0,0 1 0 0 0,1 0 0 0 0,-1 0 1 0 0,1 0-1 0 0,0 0 0 0 0,-6 11 1 0 0,10-15 9 0 0,-1 0 0 0 0,1-1 0 0 0,-1 1 0 0 0,1 0 0 0 0,0 0 0 0 0,-1 0 0 0 0,1 0 0 0 0,0 0 0 0 0,0 0 0 0 0,-1 0 0 0 0,1-1 0 0 0,0 1 0 0 0,0 0 0 0 0,0 0 0 0 0,0 0 0 0 0,0 0 0 0 0,0 0 0 0 0,1 0 0 0 0,-1 0 0 0 0,0 0 0 0 0,0 0 0 0 0,1 0 0 0 0,-1 0 0 0 0,0-1 0 0 0,1 1 0 0 0,-1 0 0 0 0,1 0 0 0 0,-1 0 0 0 0,1-1 0 0 0,-1 1 0 0 0,1 0 0 0 0,0-1 0 0 0,-1 1 0 0 0,1 0 0 0 0,1 0 0 0 0,0-1 18 0 0,-1 1 0 0 0,1-1-1 0 0,-1 0 1 0 0,1 0 0 0 0,0 0 0 0 0,-1 0-1 0 0,1-1 1 0 0,-1 1 0 0 0,1 0 0 0 0,-1-1-1 0 0,1 1 1 0 0,-1-1 0 0 0,1 1-1 0 0,-1-1 1 0 0,0 0 0 0 0,1 1 0 0 0,-1-1-1 0 0,0 0 1 0 0,1 0 0 0 0,-1 0 0 0 0,2-2-1 0 0,-1 0 152 0 0,1 0 0 0 0,-1 1 0 0 0,0-1 0 0 0,0 0-1 0 0,0 0 1 0 0,0-1 0 0 0,0 1 0 0 0,1-5 0 0 0,-3 7 420 0 0,-1 0-955 0 0,-26 0 1370 0 0,12 3-2061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7:59.1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253 26 4840 0 0,'0'0'-232'0'0,"1"-21"935"0"0,-2 20-69 0 0,-18-2-83 0 0,13 2-539 0 0,0 1 1 0 0,1 0-1 0 0,-1 1 1 0 0,1 0-1 0 0,-1-1 1 0 0,1 2-1 0 0,-1-1 0 0 0,1 1 1 0 0,0-1-1 0 0,-1 2 1 0 0,1-1-1 0 0,0 0 1 0 0,0 1-1 0 0,-6 5 0 0 0,-9 6-52 0 0,-36 34 0 0 0,40-34 27 0 0,12-9-29 0 0,-1-1 0 0 0,0 1-1 0 0,1 0 1 0 0,0 0 0 0 0,0 1 0 0 0,1-1-1 0 0,-1 1 1 0 0,1 0 0 0 0,1 0-1 0 0,-1 0 1 0 0,-2 8 0 0 0,5-13-13 0 0,12 13-131 0 0,-11-13 189 0 0,52-28 62 0 0,-47 21 43 0 0,1 1 0 0 0,-1-2 0 0 0,0 1 0 0 0,0-1 0 0 0,-1 0 0 0 0,0 0 0 0 0,0 0 0 0 0,-1-1 0 0 0,0 1 0 0 0,0-1 0 0 0,-1 0 0 0 0,4-11 0 0 0,-7 17-12 0 0,-1-2 18 0 0,1 3-109 0 0,0 1 0 0 0,0-1-1 0 0,0 1 1 0 0,0-1 0 0 0,0 1-1 0 0,0-1 1 0 0,0 1-1 0 0,0-1 1 0 0,0 0 0 0 0,0 1-1 0 0,-1-1 1 0 0,1 1 0 0 0,0-1-1 0 0,0 1 1 0 0,0-1-1 0 0,-1 1 1 0 0,1 0 0 0 0,0-1-1 0 0,-1 1 1 0 0,1-1 0 0 0,0 1-1 0 0,-1-1 1 0 0,1 1 0 0 0,-1 0-1 0 0,1-1 1 0 0,0 1-1 0 0,-1 0 1 0 0,1 0 0 0 0,-1-1-1 0 0,1 1 1 0 0,-1 0 0 0 0,1 0-1 0 0,-1-1 1 0 0,1 1-1 0 0,-1 0 1 0 0,0 0 0 0 0,-7 2-26 0 0,1 0 0 0 0,0 0 1 0 0,0 0-1 0 0,0 1 0 0 0,0 1 1 0 0,1-1-1 0 0,-1 1 0 0 0,1 0 1 0 0,0 0-1 0 0,0 1 0 0 0,0 0 1 0 0,0 0-1 0 0,1 0 0 0 0,0 1 1 0 0,-5 6-1 0 0,7-9-37 0 0,1 0 0 0 0,-1 0 0 0 0,1 0 0 0 0,0 0 0 0 0,0 1-1 0 0,0-1 1 0 0,1 1 0 0 0,-1-1 0 0 0,1 1 0 0 0,0-1 0 0 0,0 1 0 0 0,0 0 0 0 0,0 0 0 0 0,1-1 0 0 0,-1 1 0 0 0,1 0 0 0 0,0 0-1 0 0,0 0 1 0 0,1 0 0 0 0,-1-1 0 0 0,1 1 0 0 0,0 0 0 0 0,0 0 0 0 0,0-1 0 0 0,0 1 0 0 0,1-1 0 0 0,-1 1 0 0 0,1-1 0 0 0,0 1-1 0 0,0-1 1 0 0,0 0 0 0 0,3 3 0 0 0,-3-4 41 0 0,0-1 1 0 0,0 1-1 0 0,0-1 0 0 0,0 0 1 0 0,0 1-1 0 0,0-1 0 0 0,0 0 1 0 0,1 0-1 0 0,-1-1 0 0 0,0 1 1 0 0,1 0-1 0 0,-1-1 0 0 0,0 0 1 0 0,1 1-1 0 0,-1-1 0 0 0,1 0 1 0 0,-1 0-1 0 0,0 0 0 0 0,1-1 1 0 0,-1 1-1 0 0,1 0 0 0 0,-1-1 1 0 0,0 0-1 0 0,1 0 0 0 0,-1 1 1 0 0,0-1-1 0 0,0 0 0 0 0,0-1 1 0 0,0 1-1 0 0,1 0 0 0 0,2-3 1 0 0,4-3 154 0 0,-1 1 1 0 0,1-1 0 0 0,-1 0-1 0 0,0-1 1 0 0,13-17 0 0 0,-15 17 102 0 0,-3 5-13 0 0,-1 0 0 0 0,0 0 0 0 0,1 1 0 0 0,-1-1 0 0 0,-1-1 0 0 0,1 1 0 0 0,0 0 0 0 0,-1 0 0 0 0,0-1 0 0 0,0 1 0 0 0,0 0 0 0 0,0-1 0 0 0,1-6 0 0 0,-3 9-222 0 0,1 1 0 0 0,-1 0 1 0 0,0-1-1 0 0,0 1 0 0 0,1 0 0 0 0,-1-1 1 0 0,0 1-1 0 0,1 0 0 0 0,-1 0 1 0 0,0 0-1 0 0,0 0 0 0 0,1 0 0 0 0,-1 0 1 0 0,0 0-1 0 0,0 0 0 0 0,0 0 0 0 0,1 0 1 0 0,-1 0-1 0 0,0 0 0 0 0,1 0 0 0 0,-1 1 1 0 0,0-1-1 0 0,0 0 0 0 0,1 1 1 0 0,-1-1-1 0 0,0 0 0 0 0,1 1 0 0 0,-2 0 1 0 0,-25 10-86 0 0,25-10 75 0 0,-7 4-161 0 0,1 0 1 0 0,0 1 0 0 0,0 0-1 0 0,0 0 1 0 0,-9 10 0 0 0,-10 17-4152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2.6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8 228 1248 0 0,'-7'-6'5768'0'0,"6"6"-5718"0"0,258-26 26 0 0,-87 5-89 0 0,240-35 156 0 0,-387 52-141 0 0,192-25 47 0 0,110-5-60 0 0,-161 21 15 0 0,180-6-37 0 0,-303 19 14 0 0,185-5 22 0 0,-31 3-7 0 0,-193 2 1 0 0,21 1 439 0 0,-2 1-1146 0 0,-13-18-4420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3.5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211 35 4884 0 0,'0'0'-96'0'0,"-22"-34"5384"0"0,33 35-5934 0 0,0 1 622 0 0,0 0 0 0 0,0 1 1 0 0,15 6-1 0 0,4 1-12 0 0,83 14-30 0 0,-75-18 35 0 0,0 2 1 0 0,-1 1 0 0 0,67 27-1 0 0,-103-35 29 0 0,-1-1 0 0 0,1 0 0 0 0,0 1 0 0 0,-1-1 0 0 0,1 0 0 0 0,-1 1 0 0 0,1-1 0 0 0,-1 1 0 0 0,1-1 0 0 0,0 1 0 0 0,-1-1 0 0 0,0 1 0 0 0,1 0 0 0 0,-1-1 0 0 0,1 1 0 0 0,-1 0 0 0 0,0-1 0 0 0,0 1 0 0 0,1 0 0 0 0,-1-1 0 0 0,0 1 0 0 0,0 0 0 0 0,0 0 0 0 0,0-1 0 0 0,1 1 0 0 0,-1 0 0 0 0,0-1 0 0 0,0 1 0 0 0,-1 0 0 0 0,1 0 0 0 0,0-1-1 0 0,0 1 1 0 0,0 0 0 0 0,0 0 0 0 0,-1-1 0 0 0,1 1 0 0 0,0 0 0 0 0,-1-1 0 0 0,1 1 0 0 0,0-1 0 0 0,-1 1 0 0 0,1 0 0 0 0,-1-1 0 0 0,1 1 0 0 0,-1-1 0 0 0,1 1 0 0 0,-1-1 0 0 0,0 1 0 0 0,0 0 0 0 0,-31 26-23 0 0,32-27 25 0 0,-420 248-596 0 0,283-174-3159 0 0,105-56 977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5.8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20 6189 0 0,'0'0'-204'0'0,"-12"-20"1295"0"0,25 38-1126 0 0,0-1-1 0 0,1-1 1 0 0,0 0 0 0 0,2-1 0 0 0,-1 0-1 0 0,2-2 1 0 0,20 14 0 0 0,11 11 2 0 0,117 93-4 0 0,208 127 0 0 0,-245-172-8 0 0,39 23 16 0 0,54 29 40 0 0,-148-87-40 0 0,7 4 55 0 0,145 84-42 0 0,-168-107 22 0 0,325 194 68 0 0,-286-165-52 0 0,-55-33 3491 0 0,-41-37-3227 0 0,1 6-219 0 0,-1 0-1 0 0,0 0 1 0 0,0 0-1 0 0,0 0 1 0 0,-1 0-1 0 0,1 0 1 0 0,-1 0-1 0 0,1 0 0 0 0,-1 0 1 0 0,0 0-1 0 0,0 0 1 0 0,0 0-1 0 0,-1 0 1 0 0,1 1-1 0 0,-4-6 1 0 0,-44-69 387 0 0,-96-101-274 0 0,119 153-2488 0 0,56 61 2078 0 0,1-1 0 0 0,1-1 0 0 0,41 31 1 0 0,46 47-132 0 0,-118-110 359 0 0,0-1 0 0 0,1 1 0 0 0,-1 0 0 0 0,0 0 0 0 0,0 0 0 0 0,0 0 0 0 0,-1 0 0 0 0,1 0 0 0 0,0 0 0 0 0,-1 0 0 0 0,1 0 0 0 0,-1 0 0 0 0,0 0 0 0 0,0 0 0 0 0,0 0 0 0 0,0 0 0 0 0,0 1 0 0 0,0-1 0 0 0,0 0 0 0 0,-1 0 0 0 0,1 0 0 0 0,-1 0 0 0 0,1 0 0 0 0,-1 0 0 0 0,0 0 0 0 0,0 0 0 0 0,0 0 0 0 0,0 0 0 0 0,0-1 0 0 0,0 1 0 0 0,-1 0 0 0 0,1-1 0 0 0,-1 1 0 0 0,1-1 0 0 0,-3 3 0 0 0,-5 5 12 0 0,-1 0 0 0 0,0-1 0 0 0,-1 0 0 0 0,-14 9-1 0 0,-27 12 117 0 0,0-2 0 0 0,-98 35 0 0 0,-120 21-4299 0 0,253-78 3410 0 0,-8 0-1416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7.8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33 5408 0 0,'-18'-31'1389'0'0,"17"30"-1048"0"0,3 6-833 0 0,21 39 392 0 0,2-1 0 0 0,2-2-1 0 0,38 47 1 0 0,-15-21 66 0 0,276 351-76 0 0,-131-174 111 0 0,-116-130 9 0 0,-4 3 1 0 0,63 137 0 0 0,-41-72-20 0 0,-25-46 5 0 0,81 133-41 0 0,3-63 86 0 0,-92-125-29 0 0,21 28 24 0 0,6-3 1 0 0,108 98-1 0 0,12-1 86 0 0,-176-166-109 0 0,6 6-1 0 0,55 43 0 0 0,-33-14-2 0 0,-62-71-3 0 0,0 1 20 0 0,0-1 0 0 0,0 1 0 0 0,0 0 0 0 0,1-1 0 0 0,-1 0 0 0 0,0 1 0 0 0,1-1 0 0 0,-1 0 0 0 0,1 0 0 0 0,-1 0 0 0 0,1 0 0 0 0,3 2 0 0 0,10 10-3217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8.8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259 99 4688 0 0,'-13'-33'-541'0'0,"1"-16"2213"0"0,12 47-1233 0 0,-3-13 1172 0 0,18 48-1641 0 0,1-2 1 0 0,1 0-1 0 0,2-1 1 0 0,1-1-1 0 0,25 27 1 0 0,46 30 42 0 0,-66-65 14 0 0,-1 0 1 0 0,41 50-1 0 0,-64-70-16 0 0,-1 0 0 0 0,1 0 0 0 0,0 0 0 0 0,-1 0 0 0 0,1 0 0 0 0,0 0 0 0 0,-1 0 0 0 0,1 1 0 0 0,-1-1 0 0 0,0 0-1 0 0,1 0 1 0 0,-1 0 0 0 0,0 1 0 0 0,0-1 0 0 0,0 0 0 0 0,0 0 0 0 0,0 1 0 0 0,0-1 0 0 0,0 0 0 0 0,0 0 0 0 0,0 1-1 0 0,-1-1 1 0 0,1 0 0 0 0,-1 2 0 0 0,-1-1 8 0 0,1 1-1 0 0,-1-1 0 0 0,1 0 1 0 0,-1 0-1 0 0,0 0 1 0 0,0 0-1 0 0,0-1 0 0 0,0 1 1 0 0,0-1-1 0 0,0 1 0 0 0,-4 1 1 0 0,-8 4 59 0 0,-1-1-1 0 0,1 0 1 0 0,-21 4-1 0 0,22-6-23 0 0,-354 97-493 0 0,310-86-974 0 0,40-10-798 0 0,3 2-515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1.1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82 1766 5849 0 0,'-34'16'-2716'0'0,"-14"13"3019"0"0,63-47 3521 0 0,77-59-3444 0 0,-89 76-263 0 0,600-534 1192 0 0,-457 389-1053 0 0,185-167 491 0 0,-56 96-679 0 0,-83 67-26 0 0,-24 30-57 0 0,-67 50 28 0 0,-62 39 11 0 0,26-16 70 0 0,-35 21 471 0 0,-31 25-565 0 0,1 0 0 0 0,-1-1 0 0 0,0 1 0 0 0,0 0 0 0 0,0 0 0 0 0,1 0 0 0 0,-1 0 1 0 0,0 0-1 0 0,-1 0 0 0 0,1 0 0 0 0,0 0 0 0 0,0 0 0 0 0,0 0 0 0 0,0 1 0 0 0,-1-1 0 0 0,1 0 0 0 0,0 1 0 0 0,-1-1 0 0 0,1 1 0 0 0,0-1 0 0 0,-1 1 0 0 0,1 0 0 0 0,-3-1 0 0 0,-31-5-33 0 0,-10 4-43 0 0,1 2 0 0 0,-1 1 0 0 0,-85 16 0 0 0,39-5-55 0 0,55-8-168 0 0,51-9-160 0 0,10-1 555 0 0,52-11-165 0 0,157-15 0 0 0,-125 27-374 0 0,-107 5 433 0 0,-1 0-1 0 0,0 1 1 0 0,0-1-1 0 0,0 1 0 0 0,0-1 1 0 0,1 1-1 0 0,-1-1 1 0 0,0 1-1 0 0,0-1 1 0 0,0 1-1 0 0,0 0 1 0 0,0 0-1 0 0,0-1 1 0 0,0 1-1 0 0,-1 0 0 0 0,1 0 1 0 0,0 0-1 0 0,0 0 1 0 0,-1 0-1 0 0,1 0 1 0 0,-1 0-1 0 0,1 0 1 0 0,-1 1-1 0 0,1-1 1 0 0,-1 0-1 0 0,1 0 1 0 0,-1 0-1 0 0,0 2 0 0 0,6 39-131 0 0,-5-33 103 0 0,0 5 27 0 0,-2 0-1 0 0,1 0 0 0 0,-2 0 0 0 0,0 0 0 0 0,0-1 1 0 0,-1 1-1 0 0,-8 20 0 0 0,4-8-173 0 0,7-20-56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2.6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1 195 5120 0 0,'0'0'-280'0'0,"8"0"-590"0"0,277-24 819 0 0,-92 3 26 0 0,688-87 407 0 0,-732 84 1083 0 0,-146 23-1286 0 0,1 1-130 0 0,10-1 60 0 0,-1 0 0 0 0,1-1 0 0 0,16-5 0 0 0,-28 6-44 0 0,4-3 38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3.4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5 4272 0 0,'-13'-4'878'0'0,"8"3"1034"0"0,224 57-1961 0 0,0-3 19 0 0,-172-36-176 0 0,-47-16 205 0 0,0-1-1 0 0,0 1 0 0 0,0-1 1 0 0,0 0-1 0 0,1 1 1 0 0,-1-1-1 0 0,0 1 0 0 0,0-1 1 0 0,0 0-1 0 0,0 1 0 0 0,0-1 1 0 0,0 1-1 0 0,0-1 1 0 0,0 0-1 0 0,-1 1 0 0 0,1-1 1 0 0,0 1-1 0 0,0-1 1 0 0,0 1-1 0 0,0-1 0 0 0,0 0 1 0 0,-1 1-1 0 0,1-1 0 0 0,0 0 1 0 0,0 1-1 0 0,-1-1 1 0 0,1 0-1 0 0,0 1 0 0 0,0-1 1 0 0,-1 0-1 0 0,1 0 0 0 0,0 1 1 0 0,-2-1-1 0 0,-9 13 1 0 0,11-13 2 0 0,-26 23 37 0 0,-1-2 0 0 0,-1-1 0 0 0,-1-1 0 0 0,-40 19 0 0 0,-8 6 60 0 0,19-13-133 0 0,-24 17-3560 0 0,69-39 2071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5.0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4 4468 0 0,'0'0'-124'0'0,"-18"-2"69"0"0,17 2 48 0 0,1 0 1 0 0,0-1 0 0 0,-1 1-1 0 0,1 0 1 0 0,-1 0-1 0 0,1 0 1 0 0,-1 0-1 0 0,1 0 1 0 0,-1 0-1 0 0,1 0 1 0 0,-1 0 0 0 0,1 0-1 0 0,0 0 1 0 0,-1 0-1 0 0,1 0 1 0 0,-1 0-1 0 0,1 0 1 0 0,-1 0-1 0 0,1 0 1 0 0,-1 0 0 0 0,1 0-1 0 0,-1 1 1 0 0,1-1-1 0 0,0 0 1 0 0,-1 0-1 0 0,1 1 1 0 0,-1-1-1 0 0,1 0 1 0 0,0 0-1 0 0,-1 1 1 0 0,1-1 0 0 0,0 0-1 0 0,-1 2 1 0 0,10 7-38 0 0,0 1 0 0 0,0-1 1 0 0,1-1-1 0 0,0 0 0 0 0,1 0 0 0 0,22 12 1 0 0,17 13-5 0 0,27 19 16 0 0,88 45 1 0 0,-68-42 59 0 0,-79-44-33 0 0,351 215 53 0 0,-86-43-14 0 0,-215-146 10 0 0,92 35 0 0 0,9 4 6 0 0,-53-17-97 0 0,-114-58 64 0 0,4 2 271 0 0,4 2 698 0 0,2-26-4270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5.7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286 49 3772 0 0,'-45'-25'432'0'0,"11"1"3667"0"0,31 27-4403 0 0,2-3 295 0 0,0 1-1 0 0,1 0 0 0 0,-1 0 0 0 0,1 0 0 0 0,-1 0 0 0 0,0 0 1 0 0,1 0-1 0 0,0 0 0 0 0,-1 0 0 0 0,1 0 0 0 0,-1 0 0 0 0,1 0 1 0 0,0 0-1 0 0,0 0 0 0 0,0 0 0 0 0,0 0 0 0 0,0 0 0 0 0,0 1 1 0 0,0-1-1 0 0,0 0 0 0 0,0 0 0 0 0,0 0 0 0 0,1 0 0 0 0,-1 1 1 0 0,18 34-130 0 0,41 33 28 0 0,-51-60 94 0 0,32 30-21 0 0,61 47 1 0 0,-11-11-12 0 0,-89-74 45 0 0,2 1 14 0 0,0 0-1 0 0,0 1 1 0 0,0 0 0 0 0,-1-1 0 0 0,1 1 0 0 0,-1 0 0 0 0,0 0 0 0 0,0 0 0 0 0,2 4 0 0 0,-4-6-1 0 0,0 1 1 0 0,0-1-1 0 0,0 1 0 0 0,0-1 0 0 0,0 0 0 0 0,-1 1 0 0 0,1-1 1 0 0,0 0-1 0 0,-1 1 0 0 0,1-1 0 0 0,-1 0 0 0 0,1 0 0 0 0,-1 1 1 0 0,0-1-1 0 0,1 0 0 0 0,-1 0 0 0 0,0 0 0 0 0,0 0 0 0 0,0 0 1 0 0,0 0-1 0 0,0 0 0 0 0,0 0 0 0 0,0 0 0 0 0,0 0 0 0 0,0-1 1 0 0,0 1-1 0 0,-1 0 0 0 0,0 0 0 0 0,-324 201 444 0 0,156-103-4504 0 0,145-82 1781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7.2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165 10 5332 0 0,'0'0'-159'0'0,"0"-1"181"0"0,0 1 1 0 0,0 0-1 0 0,0-1 0 0 0,0 1 1 0 0,0 0-1 0 0,0-1 0 0 0,0 1 1 0 0,-1 0-1 0 0,1-1 0 0 0,0 1 1 0 0,0 0-1 0 0,0-1 0 0 0,0 1 1 0 0,0 0-1 0 0,-1-1 0 0 0,1 1 1 0 0,0 0-1 0 0,0 0 0 0 0,0-1 1 0 0,-1 1-1 0 0,1 0 0 0 0,0 0 1 0 0,0-1-1 0 0,-1 1 0 0 0,1 0 1 0 0,0 0-1 0 0,-1 0 0 0 0,1-1 1 0 0,0 1-1 0 0,-1 0 0 0 0,1 0 1 0 0,0 0-1 0 0,-1 0 0 0 0,1 0 1 0 0,0 0-1 0 0,-1 0 0 0 0,1 0 1 0 0,0 0-1 0 0,-1 0 0 0 0,1 0 1 0 0,0 0-1 0 0,-1 0 0 0 0,1 0 1 0 0,0 0-1 0 0,-1 0 0 0 0,0 1 1 0 0,-12 4-91 0 0,0 0 0 0 0,1 2 0 0 0,0 0 0 0 0,0 0 0 0 0,0 1 0 0 0,1 0 0 0 0,0 1 0 0 0,0 0 0 0 0,1 1 0 0 0,1 0 0 0 0,-17 23-1 0 0,25-32-68 0 0,9-4-257 0 0,111-65 545 0 0,-83 46 451 0 0,-34 21-439 0 0,-3 5-121 0 0,0 3-32 0 0,-1 0 0 0 0,0 0 0 0 0,-1-1 0 0 0,1 1 0 0 0,-1-1 0 0 0,0 0 0 0 0,-1 0 0 0 0,-5 7 0 0 0,-37 47 199 0 0,45-58-220 0 0,-6 4-68 0 0,3-29-4107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0.1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3738 4048 0 0,'0'0'-162'0'0,"-3"13"3897"0"0,37-62-3187 0 0,45-89 0 0 0,-27 44-445 0 0,117-169 49 0 0,-8 14-65 0 0,115-272 247 0 0,-102 208 164 0 0,-69 135-53 0 0,43-51-76 0 0,-37 63-209 0 0,42-104 406 0 0,-90 154-401 0 0,162-247-13 0 0,-68 100 144 0 0,-10 8-244 0 0,-79 135 47 0 0,-67 119-85 0 0,12-30 9 0 0,-1-4-35 0 0,-2 18 0 0 0,-10 16 10 0 0,1-1 7 0 0,1-6 7 0 0,-1 4-5 0 0,0-1 5 0 0,0 4 48 0 0,-1 0-92 0 0,0 1 23 0 0,0 0 0 0 0,0 0 0 0 0,0 0 0 0 0,0 0 0 0 0,-1 0 1 0 0,1 0-1 0 0,0 0 0 0 0,0 0 0 0 0,0 0 0 0 0,0 0 0 0 0,-1 0 0 0 0,1 0 0 0 0,0 0 0 0 0,0 0 1 0 0,0 0-1 0 0,0 0 0 0 0,-1 0 0 0 0,1 0 0 0 0,0 0 0 0 0,0 0 0 0 0,0 0 0 0 0,0 0 0 0 0,0 0 1 0 0,-1 0-1 0 0,1 0 0 0 0,0-1 0 0 0,0 1 0 0 0,0 0 0 0 0,0 0 0 0 0,0 0 0 0 0,0 0 0 0 0,0 0 1 0 0,-1 0-1 0 0,1-1 0 0 0,0 1 0 0 0,0 0 0 0 0,0 0 0 0 0,0 0 0 0 0,0 0 0 0 0,0 0 1 0 0,0-1-1 0 0,0 1 0 0 0,0 0 0 0 0,0 0 0 0 0,0 0 0 0 0,0 0 0 0 0,0-1 0 0 0,0 1 0 0 0,0 0 1 0 0,0 0-1 0 0,0 0 0 0 0,0 0 0 0 0,0-1 0 0 0,0 1 0 0 0,0 0 0 0 0,0 0 0 0 0,0 0 0 0 0,-49 25-128 0 0,-62 42 0 0 0,-24 16-38 0 0,118-75 192 0 0,16-7 83 0 0,1-3-101 0 0,1-1 1 0 0,0 1-1 0 0,0-1 0 0 0,0 1 0 0 0,0 0 0 0 0,0 0 0 0 0,0-1 0 0 0,1 1 0 0 0,-1 0 0 0 0,1 0 0 0 0,-1 0 0 0 0,1 1 0 0 0,0-1 0 0 0,0 0 0 0 0,2-2 0 0 0,40-29-24 0 0,-25 21 17 0 0,24-22-9 0 0,2 3 0 0 0,58-30-1 0 0,-61 39-107 0 0,-40 21 94 0 0,6-1-147 0 0,-8 1 130 0 0,1 1 1 0 0,0-1 0 0 0,0 1-1 0 0,0 0 1 0 0,0-1-1 0 0,-1 1 1 0 0,1 0 0 0 0,0-1-1 0 0,0 1 1 0 0,0 0-1 0 0,0 0 1 0 0,0 0-1 0 0,0 0 1 0 0,0 0 0 0 0,0 0-1 0 0,-1 0 1 0 0,1 0-1 0 0,0 0 1 0 0,2 1 0 0 0,1 3-11 0 0,1 0 0 0 0,-1 1 0 0 0,1 0-1 0 0,-1 0 1 0 0,-1 0 0 0 0,1 0 0 0 0,-1 1 0 0 0,0-1 0 0 0,0 1 0 0 0,0 0 0 0 0,-1 0 0 0 0,0 0 0 0 0,0 0 0 0 0,-1 1 0 0 0,1-1 0 0 0,-1 7 0 0 0,3 3-23 0 0,0 0 0 0 0,1-1 0 0 0,8 21 0 0 0,-3-13-404 0 0,-7 3-4559 0 0,-5-16 3700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2.9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2102 4228 0 0,'-1'-2'-9'0'0,"0"-1"0"0"0,0 1-1 0 0,1-1 1 0 0,-1 1-1 0 0,1 0 1 0 0,-1-1 0 0 0,1 1-1 0 0,0-1 1 0 0,0 1 0 0 0,0-1-1 0 0,1-3 1 0 0,22-20 238 0 0,-19 23-223 0 0,167-167 1194 0 0,2 0-853 0 0,250-228 816 0 0,-128 146-839 0 0,47-53 707 0 0,-176 153-822 0 0,95-60-109 0 0,-177 137-82 0 0,166-163 241 0 0,-215 199 527 0 0,-34 38-94 0 0,-5 0-678 0 0,-7-2-16 0 0,1 1-1 0 0,-2 1 0 0 0,1-1 0 0 0,0 2 1 0 0,0 0-1 0 0,0 0 0 0 0,0 1 1 0 0,-18 4-1 0 0,-98 25-110 0 0,111-25 98 0 0,-143 51-205 0 0,157-55 242 0 0,-12 3 41 0 0,8-3-124 0 0,8-2-401 0 0,336-95 326 0 0,-270 77 84 0 0,-67 19 44 0 0,32-6-733 0 0,-31 9 725 0 0,0-1 0 0 0,0 1 0 0 0,-1 0 0 0 0,1-1-1 0 0,-1 1 1 0 0,1 0 0 0 0,-1 0 0 0 0,0 0 0 0 0,0 0-1 0 0,-1 0 1 0 0,1 0 0 0 0,-1 0 0 0 0,1 1 0 0 0,-1-1-1 0 0,0 0 1 0 0,0 0 0 0 0,0 0 0 0 0,-1 0 0 0 0,1 0-1 0 0,-1 1 1 0 0,0-1 0 0 0,-1 3 0 0 0,-27 89-5 0 0,19-66-6 0 0,-38 97 12 0 0,38-102-110 0 0,-6 14 53 0 0,4-9-3901 0 0,7-19 1687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4.7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8 299 5481 0 0,'0'0'-247'0'0,"-1"-2"-198"0"0,-4-4 424 0 0,3 4 426 0 0,21-6-594 0 0,2 1 164 0 0,0 2 1 0 0,1 0 0 0 0,-1 2-1 0 0,1 0 1 0 0,0 2 0 0 0,38 1-1 0 0,30-2 5 0 0,338-66 162 0 0,-290 42-135 0 0,164-10-116 0 0,-105 15 185 0 0,114-28 610 0 0,-309 49-656 0 0,1-1-4 0 0,38-5 74 0 0,-38 5-54 0 0,13-2 154 0 0,140-11 77 0 0,-153 14-220 0 0,17 0 209 0 0,-15 0-274 0 0,-4 0 7 0 0,0 1 0 0 0,0-1 0 0 0,0 0 1 0 0,0 0-1 0 0,0 0 0 0 0,0 0 0 0 0,0 0 0 0 0,0 0 0 0 0,0 0 0 0 0,0 0 0 0 0,-1 0 0 0 0,1-1 0 0 0,0 1 0 0 0,0 0 0 0 0,0 0 0 0 0,0-1 1 0 0,0 1-1 0 0,0-1 0 0 0,0 1 0 0 0,0-1 0 0 0,-1 1 0 0 0,1-1 0 0 0,0 0 0 0 0,0 1 0 0 0,-1-1 0 0 0,1 0 0 0 0,-1 1 0 0 0,1-1 0 0 0,0 0 1 0 0,0-1-1 0 0,-12-17-4704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5.6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3 4556 0 0,'0'0'-246'0'0,"-17"-3"23"0"0,17 4 225 0 0,1-1 1 0 0,-1 0-1 0 0,0 0 1 0 0,0 0-1 0 0,0 0 0 0 0,0 0 1 0 0,0 0-1 0 0,0 1 0 0 0,0-1 1 0 0,0 0-1 0 0,0 0 1 0 0,1 0-1 0 0,-1 0 0 0 0,0 0 1 0 0,0 1-1 0 0,0-1 0 0 0,0 0 1 0 0,0 0-1 0 0,0 0 1 0 0,0 0-1 0 0,0 1 0 0 0,0-1 1 0 0,0 0-1 0 0,0 0 0 0 0,0 0 1 0 0,0 0-1 0 0,0 0 1 0 0,-1 1-1 0 0,1-1 0 0 0,0 0 1 0 0,0 0-1 0 0,0 0 0 0 0,0 0 1 0 0,0 0-1 0 0,0 1 1 0 0,0-1-1 0 0,0 0 0 0 0,0 0 1 0 0,0 0-1 0 0,-1 0 0 0 0,1 0 1 0 0,0 0-1 0 0,0 0 1 0 0,0 0-1 0 0,0 1 0 0 0,0-1 1 0 0,-1 0-1 0 0,1 0 0 0 0,0 0 1 0 0,0 0-1 0 0,0 0 1 0 0,0 0-1 0 0,0 0 0 0 0,-1 0 1 0 0,1 0-1 0 0,0 0 0 0 0,0 0 1 0 0,0 0-1 0 0,0 0 1 0 0,-1 0-1 0 0,1 0 0 0 0,20 18-12 0 0,33 18-58 0 0,334 106 310 0 0,-349-127-114 0 0,-36-15-110 0 0,3 5 14 0 0,-4-5-28 0 0,-1 0 1 0 0,1 0-1 0 0,0 1 0 0 0,-1-1 1 0 0,1 0-1 0 0,-1 1 1 0 0,1-1-1 0 0,-1 0 0 0 0,1 1 1 0 0,0-1-1 0 0,-1 1 0 0 0,0-1 1 0 0,1 1-1 0 0,-1-1 0 0 0,1 1 1 0 0,-1-1-1 0 0,0 1 0 0 0,1-1 1 0 0,-1 1-1 0 0,0 0 0 0 0,0-1 1 0 0,1 1-1 0 0,-1-1 0 0 0,0 1 1 0 0,0 0-1 0 0,0 4 14 0 0,-1-1-1 0 0,0 1 1 0 0,0-1 0 0 0,0 0 0 0 0,0 0-1 0 0,-1 0 1 0 0,0 1 0 0 0,1-1-1 0 0,-2-1 1 0 0,1 1 0 0 0,-3 4-1 0 0,-38 45 192 0 0,20-27-128 0 0,-65 78 658 0 0,-153 140 0 0 0,235-239-810 0 0,-10 9 611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9.8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20 2612 0 0,'0'0'1928'0'0,"1"-18"722"0"0,1 17-2639 0 0,65 8-113 0 0,-16 2 59 0 0,85 20-1 0 0,-120-24 1 0 0,-1 0 0 0 0,0 0 0 0 0,0 2 1 0 0,0 0-1 0 0,-1 0 0 0 0,17 13 0 0 0,-29-19 38 0 0,0 1-1 0 0,-1-1 1 0 0,1 0 0 0 0,0 1 0 0 0,-1-1-1 0 0,0 1 1 0 0,1 0 0 0 0,-1 0 0 0 0,0-1-1 0 0,0 1 1 0 0,0 0 0 0 0,0 0 0 0 0,0 0-1 0 0,-1 0 1 0 0,1 0 0 0 0,0 0 0 0 0,-1 0-1 0 0,0 0 1 0 0,1 0 0 0 0,-1 0 0 0 0,0 3-1 0 0,-1-1 4 0 0,1 0-1 0 0,-1 0 1 0 0,0 1-1 0 0,0-1 1 0 0,-1 0-1 0 0,1 0 1 0 0,-1 0-1 0 0,0 0 1 0 0,-4 6-1 0 0,-6 7 11 0 0,0-2-1 0 0,-1 0 0 0 0,-23 21 1 0 0,28-28-13 0 0,-24 18 155 0 0,-2-1-1 0 0,0-1 1 0 0,-1-2 0 0 0,-59 27 0 0 0,92-48-129 0 0,-53 24 498 0 0,53-24-456 0 0,2-1-83 0 0,0 0 0 0 0,0 0 0 0 0,0 1 1 0 0,-1-1-1 0 0,1 0 0 0 0,0 0 0 0 0,0 1 0 0 0,0-1 0 0 0,0 0 0 0 0,0 0 1 0 0,0 0-1 0 0,0 0 0 0 0,0 1 0 0 0,-1-1 0 0 0,1 0 0 0 0,0 0 0 0 0,0 0 1 0 0,0 0-1 0 0,0 1 0 0 0,-1-1 0 0 0,1 0 0 0 0,0 0 0 0 0,0 0 0 0 0,0 0 1 0 0,-1 0-1 0 0,1 0 0 0 0,0 0 0 0 0,0 0 0 0 0,0 0 0 0 0,-1 0 0 0 0,1 0 1 0 0,0 1-1 0 0,0-1 0 0 0,0 0 0 0 0,-1-1 0 0 0,1 1 0 0 0,0 0 0 0 0,0 0 1 0 0,-1 0-1 0 0,1 0 0 0 0,0 0 0 0 0,0 0 0 0 0,0 0 0 0 0,-1 0 0 0 0,1 0 1 0 0,0 0-1 0 0,0 0 0 0 0,0 0 0 0 0,0-1 0 0 0,-1 1 0 0 0,1 0 0 0 0,0 0 0 0 0,0 0 1 0 0,0 0-1 0 0,0-1 0 0 0,-1 1 0 0 0,-11-9-2489 0 0,11 8 2314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0.4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328 25 5412 0 0,'0'0'-234'0'0,"0"-1"334"0"0,0 0 0 0 0,1 0 0 0 0,-1 0 0 0 0,0 0 0 0 0,0 0 0 0 0,1-1 0 0 0,-1 1 0 0 0,0 0 0 0 0,0 0 0 0 0,0 0 0 0 0,-1 0 0 0 0,1-1 0 0 0,0 1 0 0 0,0 0 0 0 0,-1 0 0 0 0,1-1 0 0 0,-8 0-47 0 0,1 1 0 0 0,-1 0 0 0 0,1 1 1 0 0,-1 0-1 0 0,0 0 0 0 0,1 0 0 0 0,-1 1 0 0 0,1 0 0 0 0,-1 1 1 0 0,1 0-1 0 0,0 0 0 0 0,0 0 0 0 0,-9 5 0 0 0,-5 3-86 0 0,0 1-1 0 0,0 0 1 0 0,-23 19 0 0 0,32-21-6 0 0,0 1 0 0 0,0 0 0 0 0,1 1 0 0 0,0 1 0 0 0,-9 13 0 0 0,16-21 13 0 0,1 0 1 0 0,0 1 0 0 0,0-1 0 0 0,1 1 0 0 0,-1-1 0 0 0,1 1 0 0 0,0 0-1 0 0,0 0 1 0 0,1 1 0 0 0,-1-1 0 0 0,1 0 0 0 0,0 0 0 0 0,1 1 0 0 0,-1-1-1 0 0,1 0 1 0 0,0 1 0 0 0,2 8 0 0 0,-1-10 22 0 0,1-1 1 0 0,-1 0-1 0 0,1 1 0 0 0,0-1 0 0 0,0 0 1 0 0,0 0-1 0 0,0 0 0 0 0,1-1 1 0 0,-1 1-1 0 0,1 0 0 0 0,0-1 0 0 0,0 0 1 0 0,0 0-1 0 0,0 0 0 0 0,0 0 0 0 0,0 0 1 0 0,0 0-1 0 0,7 1 0 0 0,64 19 61 0 0,-70-21-52 0 0,58 9 45 0 0,76 3 0 0 0,33 6 308 0 0,-169-19-325 0 0,4 1 44 0 0,2 1-389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0.8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27 5809 0 0,'3'-27'2639'0'0,"5"61"-2397"0"0,3 15-397 0 0,-5-36 138 0 0,-1 1 0 0 0,-1 1 0 0 0,0-1-1 0 0,-1 1 1 0 0,-1-1 0 0 0,0 1-1 0 0,-1 0 1 0 0,0 0 0 0 0,-1 0 0 0 0,-1-1-1 0 0,0 1 1 0 0,-5 19 0 0 0,-3-8-4513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2.1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2 4812 0 0,'0'0'-288'0'0,"-14"4"-420"0"0,7-2 657 0 0,12-2 634 0 0,50-6-537 0 0,-20 4-72 0 0,1 3 0 0 0,-1 1 0 0 0,0 2 0 0 0,0 1 0 0 0,0 1 0 0 0,51 18 0 0 0,-83-23 20 0 0,0-1-1 0 0,0 1 1 0 0,0 0 0 0 0,0 1 0 0 0,0-1 0 0 0,-1 0 0 0 0,1 1 0 0 0,0 0-1 0 0,-1 0 1 0 0,1 0 0 0 0,-1 0 0 0 0,1 0 0 0 0,-1 0 0 0 0,0 0 0 0 0,0 1-1 0 0,0-1 1 0 0,0 1 0 0 0,-1 0 0 0 0,1-1 0 0 0,-1 1 0 0 0,1 0 0 0 0,-1 0-1 0 0,0 0 1 0 0,0 0 0 0 0,0 0 0 0 0,-1 0 0 0 0,1 0 0 0 0,0 5 0 0 0,-2-3 23 0 0,1 1-1 0 0,-1-1 1 0 0,-1 0 0 0 0,1 1 0 0 0,-1-1 0 0 0,0 0 0 0 0,0 0 0 0 0,0 0 0 0 0,-1-1 0 0 0,1 1 0 0 0,-1 0 0 0 0,0-1 0 0 0,-1 0 0 0 0,1 1-1 0 0,-8 6 1 0 0,-28 22 237 0 0,-1-1 0 0 0,-2-2-1 0 0,-72 40 1 0 0,67-42 205 0 0,9-3 480 0 0,36-24-877 0 0,7-6-2003 0 0,14-21 410 0 0,1 5 80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2.8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371 25 4252 0 0,'-1'-1'29'0'0,"1"0"-1"0"0,0 0 1 0 0,-1-1 0 0 0,1 1-1 0 0,-1 0 1 0 0,1 0-1 0 0,-1 0 1 0 0,0 0-1 0 0,1 0 1 0 0,-1-1-1 0 0,0 1 1 0 0,0 0-1 0 0,0 1 1 0 0,1-1 0 0 0,-1 0-1 0 0,0 0 1 0 0,-1 0-1 0 0,1 0 1 0 0,0 1-1 0 0,0-1 1 0 0,0 0-1 0 0,0 1 1 0 0,0-1-1 0 0,-1 1 1 0 0,1 0 0 0 0,0-1-1 0 0,-3 1 1 0 0,0-1-4 0 0,-1 1 1 0 0,0 0 0 0 0,1 1-1 0 0,-1-1 1 0 0,0 1 0 0 0,1 0-1 0 0,-1 0 1 0 0,-5 2 0 0 0,-7 4-43 0 0,1 0-1 0 0,-1 1 1 0 0,-19 13 0 0 0,4 3-34 0 0,0 1 1 0 0,2 1-1 0 0,-29 32 1 0 0,52-49 28 0 0,1-1 1 0 0,-1 1 0 0 0,2 0-1 0 0,-1 1 1 0 0,-5 14 0 0 0,-4 5-162 0 0,15-28 181 0 0,-1 0 0 0 0,1 0 1 0 0,0 1-1 0 0,0-1 0 0 0,0 0 0 0 0,0 0 0 0 0,0 0 0 0 0,1 0 0 0 0,-1 0 1 0 0,0 0-1 0 0,0 0 0 0 0,1 0 0 0 0,-1 0 0 0 0,0 0 0 0 0,1-1 0 0 0,-1 1 1 0 0,1 0-1 0 0,-1 0 0 0 0,1 0 0 0 0,0 0 0 0 0,-1 0 0 0 0,1-1 0 0 0,0 1 1 0 0,0 0-1 0 0,-1-1 0 0 0,1 1 0 0 0,0-1 0 0 0,0 1 0 0 0,0 0 0 0 0,0-1 1 0 0,0 0-1 0 0,0 1 0 0 0,2 0 0 0 0,31 13 57 0 0,0-7-21 0 0,0-1 0 0 0,0-2 0 0 0,44 0 0 0 0,40 5 135 0 0,-27 1-189 0 0,-87-19-2221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3.4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89 3612 0 0,'-16'-23'2385'0'0,"16"21"-2165"0"0,26-21 136 0 0,-17 17-373 0 0,1 0 0 0 0,0 1 0 0 0,0 1 1 0 0,0 0-1 0 0,1 0 0 0 0,-1 1 1 0 0,1 0-1 0 0,0 1 0 0 0,-1 0 1 0 0,1 1-1 0 0,0 0 0 0 0,0 1 0 0 0,0 0 1 0 0,0 1-1 0 0,18 3 0 0 0,-28-4 6 0 0,1 0-1 0 0,0 1 0 0 0,0-1 0 0 0,0 1 1 0 0,-1 0-1 0 0,1 0 0 0 0,0-1 1 0 0,-1 1-1 0 0,1 0 0 0 0,-1 0 1 0 0,1 0-1 0 0,-1 1 0 0 0,1-1 0 0 0,-1 0 1 0 0,0 1-1 0 0,0-1 0 0 0,1 0 1 0 0,-1 1-1 0 0,0 0 0 0 0,0-1 0 0 0,0 1 1 0 0,-1-1-1 0 0,1 1 0 0 0,0 0 1 0 0,-1 0-1 0 0,1-1 0 0 0,-1 1 1 0 0,1 0-1 0 0,-1 0 0 0 0,0 0 0 0 0,0 0 1 0 0,0-1-1 0 0,0 1 0 0 0,0 0 1 0 0,0 0-1 0 0,-1 0 0 0 0,1 0 1 0 0,-1-1-1 0 0,1 1 0 0 0,-1 0 0 0 0,1 0 1 0 0,-1-1-1 0 0,-2 4 0 0 0,-1 5-2 0 0,-1 0 0 0 0,0 0-1 0 0,-1-1 1 0 0,0 1-1 0 0,-14 16 1 0 0,-36 32-49 0 0,-91 73-1 0 0,85-76 146 0 0,60-54 109 0 0,7 0-102 0 0,17-1 57 0 0,0-2 1 0 0,0 0 0 0 0,0-1 0 0 0,21-6 0 0 0,-15 3-1371 0 0,1 2 0 0 0,39-3 1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4.8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 82 4020 0 0,'0'0'10'0'0,"-16"-7"533"0"0,16 7-470 0 0,-1 0-1 0 0,1 0 1 0 0,-1 0 0 0 0,1 0-1 0 0,-1 0 1 0 0,1 0-1 0 0,-1 0 1 0 0,1-1-1 0 0,-1 1 1 0 0,1 0 0 0 0,-1 0-1 0 0,1-1 1 0 0,0 1-1 0 0,-1 0 1 0 0,1 0-1 0 0,-1-1 1 0 0,1 1-1 0 0,0-1 1 0 0,-1 1 0 0 0,1 0-1 0 0,0-1 1 0 0,0 1-1 0 0,-1-1 1 0 0,1 1-1 0 0,0 0 1 0 0,0-1-1 0 0,0 1 1 0 0,-1-1 0 0 0,1 1-1 0 0,0-1 1 0 0,0 0-1 0 0,11-6-59 0 0,1 1-1 0 0,0 0 1 0 0,0 0-1 0 0,0 1 1 0 0,1 1-1 0 0,-1 0 1 0 0,25-3-1 0 0,99-9-44 0 0,-122 15 56 0 0,75-1-280 0 0,-81 2 204 0 0,0 1 1 0 0,0 0-1 0 0,0 0 1 0 0,0 1 0 0 0,-1 0-1 0 0,1 0 1 0 0,-1 1-1 0 0,13 6 1 0 0,-18-8 46 0 0,-1 0 1 0 0,0 0-1 0 0,0 0 1 0 0,0 1-1 0 0,0-1 1 0 0,0 0-1 0 0,0 0 1 0 0,0 1-1 0 0,-1-1 1 0 0,1 0-1 0 0,0 1 1 0 0,-1-1-1 0 0,1 1 0 0 0,-1-1 1 0 0,0 1-1 0 0,1-1 1 0 0,-1 1-1 0 0,0-1 1 0 0,0 1-1 0 0,0-1 1 0 0,0 1-1 0 0,0 0 1 0 0,0-1-1 0 0,0 1 1 0 0,-1-1-1 0 0,1 1 1 0 0,0-1-1 0 0,-1 1 1 0 0,0-1-1 0 0,1 0 0 0 0,-1 1 1 0 0,-1 2-1 0 0,-27 42-9 0 0,1-12 270 0 0,-2-1 0 0 0,-1-2 1 0 0,-1-1-1 0 0,-2-1 0 0 0,-1-2 0 0 0,-1-2 1 0 0,-1-1-1 0 0,-65 31 0 0 0,100-54 15 0 0,-6 3-27 0 0,11-28-7313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5.4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349 16 6121 0 0,'-2'-1'-95'0'0,"0"-1"1"0"0,1 1 0 0 0,-1 0-1 0 0,0-1 1 0 0,0 1-1 0 0,0 0 1 0 0,0 0 0 0 0,0 0-1 0 0,0 0 1 0 0,0 1 0 0 0,0-1-1 0 0,0 0 1 0 0,0 1 0 0 0,0-1-1 0 0,0 1 1 0 0,-1 0 0 0 0,1 0-1 0 0,0 0 1 0 0,-3 0 0 0 0,0 0 147 0 0,-1 1 1 0 0,1-1 0 0 0,0 1-1 0 0,-1 0 1 0 0,1 0-1 0 0,0 0 1 0 0,0 1 0 0 0,0 0-1 0 0,0 0 1 0 0,-5 3 0 0 0,-8 7-75 0 0,0 1 1 0 0,1 1-1 0 0,0 0 1 0 0,1 1-1 0 0,-26 33 1 0 0,15-13-132 0 0,-42 75 0 0 0,66-106 141 0 0,1 1-1 0 0,-1-1 1 0 0,1 1 0 0 0,0-1-1 0 0,1 1 1 0 0,-1 0-1 0 0,1 0 1 0 0,0-1 0 0 0,0 1-1 0 0,0 0 1 0 0,1 0-1 0 0,0 0 1 0 0,0 0 0 0 0,0 0-1 0 0,0 0 1 0 0,1 0-1 0 0,0 0 1 0 0,0 0 0 0 0,3 8-1 0 0,-2-9 16 0 0,1 1-1 0 0,0-1 1 0 0,0 0-1 0 0,0 0 0 0 0,0 0 1 0 0,1 0-1 0 0,0-1 1 0 0,0 1-1 0 0,0-1 1 0 0,0 0-1 0 0,0 0 0 0 0,1-1 1 0 0,-1 1-1 0 0,1-1 1 0 0,0 0-1 0 0,0 0 1 0 0,0 0-1 0 0,8 1 0 0 0,21 4 87 0 0,0-2-1 0 0,0-2 0 0 0,40 0 1 0 0,-4 0 438 0 0,5 3 429 0 0,-73-5-781 0 0,3-3-586 0 0,7-3-2329 0 0,-9-6 1491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6.3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187 32 3988 0 0,'-19'-8'872'0'0,"14"-1"537"0"0,23 0-1137 0 0,-15 8-286 0 0,17-2-22 0 0,2 3-12 0 0,-13-1-4 0 0,0 1-1 0 0,0 0 1 0 0,0 0-1 0 0,0 1 1 0 0,0 0 0 0 0,0 0-1 0 0,16 6 1 0 0,-23-6-23 0 0,-1-1 67 0 0,-1 0 0 0 0,1 0 0 0 0,-1 0 0 0 0,1 0 0 0 0,-1 0 0 0 0,1 0 0 0 0,-1 0 0 0 0,1 0 0 0 0,0 0 0 0 0,-1 0 0 0 0,1 0 0 0 0,-1 0 0 0 0,1 1 0 0 0,-1-1 0 0 0,1 0-1 0 0,-1 0 1 0 0,1 1 0 0 0,-1-1 0 0 0,1 0 0 0 0,-1 0 0 0 0,1 1 0 0 0,-1-1 0 0 0,0 1 0 0 0,1-1 0 0 0,-1 0 0 0 0,0 1 0 0 0,1-1 0 0 0,-1 1 0 0 0,0-1 0 0 0,1 1 0 0 0,-1 0 0 0 0,-5 18-104 0 0,-21 13 56 0 0,-143 100-116 0 0,169-131 172 0 0,-1-1-1 0 0,1 0 0 0 0,-1 0 0 0 0,1 1 0 0 0,0-1 0 0 0,0 0 1 0 0,-1 1-1 0 0,1-1 0 0 0,0 0 0 0 0,-1 1 0 0 0,1-1 0 0 0,0 0 1 0 0,0 1-1 0 0,0-1 0 0 0,0 0 0 0 0,-1 1 0 0 0,1-1 0 0 0,0 1 1 0 0,0-1-1 0 0,0 1 0 0 0,0-1 0 0 0,0 0 0 0 0,0 1 0 0 0,0-1 1 0 0,0 1-1 0 0,0-1 0 0 0,0 1 0 0 0,0-1 0 0 0,0 0 0 0 0,0 1 1 0 0,0-1-1 0 0,1 1 0 0 0,-1-1 0 0 0,0 0 0 0 0,0 1 0 0 0,17 10-8 0 0,46 5-15 0 0,-24-7-76 0 0,3 11-56 0 0,-41-19 181 0 0,-2 0-16 0 0,1 1-1 0 0,-1-1 1 0 0,0 0-1 0 0,1 1 1 0 0,-1-1-1 0 0,0 0 1 0 0,0 0-1 0 0,0 0 1 0 0,0 1-1 0 0,0-1 1 0 0,0 0-1 0 0,0 0 1 0 0,0 0-1 0 0,0-1 1 0 0,0 1-1 0 0,-1 0 1 0 0,1 0-1 0 0,-2 0 1 0 0,-32 16 105 0 0,26-13-84 0 0,-15 7 88 0 0,0-2 0 0 0,-1-1 1 0 0,0-1-1 0 0,0-1 0 0 0,-34 4 0 0 0,57-9-271 0 0,1-1 0 0 0,-1 0 0 0 0,0 0 0 0 0,0 0-1 0 0,1 0 1 0 0,-1 0 0 0 0,0 0 0 0 0,0 0 0 0 0,1-1 0 0 0,-1 1-1 0 0,0-1 1 0 0,1 1 0 0 0,-1-1 0 0 0,0 0 0 0 0,1 1 0 0 0,-1-1-1 0 0,1 0 1 0 0,-1 0 0 0 0,1 0 0 0 0,-1 0 0 0 0,-1-2 0 0 0,-1-8-695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43.9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238 29 3156 0 0,'-1'-1'80'0'0,"-8"-27"3238"0"0,5 30-2837 0 0,0 14-792 0 0,1 2 270 0 0,1 0-1 0 0,1 0 1 0 0,0 1 0 0 0,2-1 0 0 0,2 21-1 0 0,1 24-15 0 0,2 212-16 0 0,-3-215 63 0 0,21 117 1 0 0,1 3 15 0 0,-15-81 13 0 0,3 86 14 0 0,-4-83 9 0 0,-5-74-22 0 0,-2 21 5 0 0,-2-27-27 0 0,2-1 0 0 0,0 0 0 0 0,5 20-1 0 0,-4-1 111 0 0,-3-38 4 0 0,-1-1 10 0 0,1 0 0 0 0,0-1 0 0 0,-1 1 0 0 0,1 0 0 0 0,-1 0 0 0 0,1 0 0 0 0,-1 0-1 0 0,1-1 1 0 0,-1 1 0 0 0,0 0 0 0 0,0-1 0 0 0,1 1 0 0 0,-1 0 0 0 0,0-1 0 0 0,0 1 0 0 0,1-1 0 0 0,-1 1-1 0 0,0-1 1 0 0,0 0 0 0 0,0 1 0 0 0,0-1 0 0 0,0 0 0 0 0,-2 1 0 0 0,-23-14 313 0 0,1-2 0 0 0,0 0 0 0 0,-34-28 1 0 0,-68-67 662 0 0,105 89-788 0 0,-5-2-624 0 0,43 38-1088 0 0,43 39 350 0 0,136 101 355 0 0,-190-150 678 0 0,1 0 1 0 0,0-1 0 0 0,0 0-1 0 0,0 0 1 0 0,9 3-1 0 0,-13-6 23 0 0,-1 0 48 0 0,-1 0 0 0 0,1 0 0 0 0,-1 0 0 0 0,1 0 0 0 0,0 0 0 0 0,0-1 0 0 0,0 1 0 0 0,-1 0 0 0 0,1-1 0 0 0,0 1 0 0 0,0 0 0 0 0,0-1 0 0 0,0 1 0 0 0,0-1 0 0 0,0 1 0 0 0,0-1 0 0 0,0 0 0 0 0,0 1 0 0 0,0-1 0 0 0,0 0 0 0 0,0 0 0 0 0,0 0 0 0 0,1 0 0 0 0,-1 0 0 0 0,0 0 0 0 0,0 0 0 0 0,0 0 0 0 0,0 0 0 0 0,0-1 0 0 0,1 1 0 0 0,29-40 472 0 0,28-52-1 0 0,2-2-49 0 0,-47 72-312 0 0,-1 0 0 0 0,12-27 0 0 0,-3 19-251 0 0,-22 29 21 0 0,-1-13-5131 0 0,-5 7 2641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48.6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 51 1376 0 0,'-22'-8'2948'0'0,"4"10"1885"0"0,11 5-4838 0 0,5-6-2 0 0,50 0-273 0 0,-1-3 251 0 0,73-12 1 0 0,5 0 23 0 0,-22 4 15 0 0,52-3 258 0 0,-152 13-218 0 0,15-1 161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4.5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296 26 5953 0 0,'0'0'-265'0'0,"-4"-15"-143"0"0,4 14 419 0 0,0 1 0 0 0,0 0 0 0 0,0-1 0 0 0,1 1 0 0 0,-1 0 0 0 0,0-1 1 0 0,0 1-1 0 0,0 0 0 0 0,0-1 0 0 0,0 1 0 0 0,0 0 0 0 0,-1-1 0 0 0,1 1 0 0 0,0 0 0 0 0,0 0 0 0 0,0-1 0 0 0,0 1 1 0 0,0 0-1 0 0,0-1 0 0 0,0 1 0 0 0,-1 0 0 0 0,1 0 0 0 0,0-1 0 0 0,0 1 0 0 0,0 0 0 0 0,-1 0 0 0 0,1-1 1 0 0,0 1-1 0 0,0 0 0 0 0,-1 0 0 0 0,1 0 0 0 0,0-1 0 0 0,0 1 0 0 0,-1 0 0 0 0,1 0 0 0 0,0 0 0 0 0,-1 0 0 0 0,1 0 1 0 0,0 0-1 0 0,-1 0 0 0 0,1-1 0 0 0,-209 456-91 0 0,203-442 113 0 0,0 1 150 0 0,-1 1 0 0 0,0-2 1 0 0,-1 1-1 0 0,0-1 0 0 0,-18 21 0 0 0,25-33-92 0 0,-3 8 490 0 0,0-5-1500 0 0,6-39-3776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5.0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93 67 4168 0 0,'3'-65'945'0'0,"-3"63"-376"0"0,-2 7-550 0 0,-17 38-13 0 0,3 1 0 0 0,1 0 1 0 0,3 2-1 0 0,-9 56 1 0 0,17-81-20 0 0,2-14 16 0 0,0 0 0 0 0,1 0 0 0 0,0 0 0 0 0,1 0 0 0 0,-1 1 0 0 0,1-1 0 0 0,0 0 0 0 0,2 10 0 0 0,-1-16 36 0 0,-1-1-35 0 0,0 1 1 0 0,0-1-1 0 0,0 0 0 0 0,0 1 0 0 0,0-1 0 0 0,0 0 0 0 0,1 1 0 0 0,-1-1 0 0 0,0 0 1 0 0,0 0-1 0 0,0 1 0 0 0,1-1 0 0 0,-1 0 0 0 0,0 0 0 0 0,1 1 0 0 0,-1-1 1 0 0,0 0-1 0 0,0 0 0 0 0,1 0 0 0 0,-1 0 0 0 0,0 1 0 0 0,1-1 0 0 0,-1 0 0 0 0,0 0 1 0 0,1 0-1 0 0,-1 0 0 0 0,0 0 0 0 0,1 0 0 0 0,-1 0 0 0 0,0 0 0 0 0,1 0 1 0 0,-1 0-1 0 0,0 0 0 0 0,1 0 0 0 0,-1 0 0 0 0,0 0 0 0 0,1 0 0 0 0,-1 0 0 0 0,0 0 1 0 0,0-1-1 0 0,1 1 0 0 0,-1 0 0 0 0,0 0 0 0 0,1 0 0 0 0,-1 0 0 0 0,1-1 1 0 0,47-13 130 0 0,0-2 0 0 0,47-24 0 0 0,19-6 394 0 0,-111 45-551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5.3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34 5741 0 0,'8'-29'1238'0'0,"-8"29"-1222"0"0,0 0 1 0 0,0 0 0 0 0,0 0 0 0 0,0-1 0 0 0,0 1-1 0 0,0 0 1 0 0,0 0 0 0 0,0 0 0 0 0,0 0-1 0 0,0 0 1 0 0,0 0 0 0 0,0-1 0 0 0,0 1-1 0 0,0 0 1 0 0,0 0 0 0 0,0 0 0 0 0,0 0 0 0 0,0 0-1 0 0,0 0 1 0 0,0 0 0 0 0,0-1 0 0 0,0 1-1 0 0,0 0 1 0 0,0 0 0 0 0,0 0 0 0 0,1 0 0 0 0,-1 0-1 0 0,0 0 1 0 0,0 0 0 0 0,0 0 0 0 0,0 0-1 0 0,0-1 1 0 0,0 1 0 0 0,0 0 0 0 0,0 0-1 0 0,1 0 1 0 0,-1 0 0 0 0,0 0 0 0 0,0 0 0 0 0,0 0-1 0 0,0 0 1 0 0,0 0 0 0 0,0 0 0 0 0,0 0-1 0 0,1 0 1 0 0,-1 0 0 0 0,0 0 0 0 0,0 0 0 0 0,0 0-1 0 0,0 0 1 0 0,0 0 0 0 0,0 0 0 0 0,1 0-1 0 0,-1 0 1 0 0,0 0 0 0 0,0 0 0 0 0,0 0-1 0 0,0 0 1 0 0,0 0 0 0 0,0 0 0 0 0,0 0 0 0 0,1 1-1 0 0,-1-1 1 0 0,0 0 0 0 0,0 0 0 0 0,0 0-1 0 0,0 0 1 0 0,0 0 0 0 0,0 0 0 0 0,6 16 393 0 0,8 42-736 0 0,-4-16 274 0 0,45 113-120 0 0,-49-134 165 0 0,-1 6 142 0 0,-5-25-63 0 0,0-2-41 0 0,0 0 0 0 0,0 0 1 0 0,0 0-1 0 0,0 0 0 0 0,-1 0 1 0 0,1 0-1 0 0,0 0 0 0 0,0 0 0 0 0,0 0 1 0 0,0 0-1 0 0,0 0 0 0 0,-1 0 1 0 0,1 0-1 0 0,0 0 0 0 0,0 0 0 0 0,0 0 1 0 0,0 0-1 0 0,0 0 0 0 0,0 0 1 0 0,-1 0-1 0 0,1 0 0 0 0,0 0 1 0 0,0 0-1 0 0,0 1 0 0 0,0-1 0 0 0,0 0 1 0 0,0 0-1 0 0,0 0 0 0 0,0 0 1 0 0,-1 0-1 0 0,1 0 0 0 0,0 1 1 0 0,0-1-1 0 0,0 0 0 0 0,0 0 0 0 0,0 0 1 0 0,0 0-1 0 0,0 0 0 0 0,0 1 1 0 0,0-1-1 0 0,0 0 0 0 0,0 0 0 0 0,0 0 1 0 0,0 0-1 0 0,0 0 0 0 0,0 1 1 0 0,0-1-1 0 0,0 0 0 0 0,0 0 1 0 0,0 0-1 0 0,0 0 0 0 0,0 0 0 0 0,0 0 1 0 0,1 1-1 0 0,-1-1 0 0 0,0 0 1 0 0,0 0-1 0 0,0 0 0 0 0,0 0 1 0 0,0 0-1 0 0,0 0 0 0 0,0 0 0 0 0,0 1 1 0 0,1-1-1 0 0,-1 0 0 0 0,0 0 1 0 0,-3-3-3 0 0,0 1 1 0 0,0-1-1 0 0,0 0 1 0 0,0 0-1 0 0,0 0 1 0 0,1 0-1 0 0,-1 0 1 0 0,1 0-1 0 0,0-1 1 0 0,0 0-1 0 0,0 1 1 0 0,1-1-1 0 0,-1 0 1 0 0,1 0-1 0 0,0 1 1 0 0,0-1-1 0 0,0 0 1 0 0,1 0-1 0 0,-1 0 1 0 0,1-6-1 0 0,0 8-36 0 0,8-19-351 0 0,10 18 228 0 0,-1 1 0 0 0,1 1 1 0 0,0 0-1 0 0,0 2 0 0 0,-1 0 1 0 0,1 0-1 0 0,-1 2 0 0 0,22 5 1 0 0,6 0-607 0 0,-43-8 706 0 0,-1 0 1 0 0,1 0-1 0 0,-1 1 1 0 0,1-1-1 0 0,0 0 1 0 0,-1 0-1 0 0,1 1 0 0 0,-1-1 1 0 0,0 1-1 0 0,1 0 1 0 0,-1-1-1 0 0,1 1 1 0 0,-1 0-1 0 0,0 0 1 0 0,1 0-1 0 0,-1 0 1 0 0,0 0-1 0 0,0 0 1 0 0,0 0-1 0 0,0 0 0 0 0,0 0 1 0 0,0 0-1 0 0,0 1 1 0 0,0-1-1 0 0,0 2 1 0 0,-1-1 12 0 0,1 0 1 0 0,-1 0 0 0 0,0 0-1 0 0,-1 0 1 0 0,1 0-1 0 0,0 0 1 0 0,-1-1 0 0 0,1 1-1 0 0,-1 0 1 0 0,1 0-1 0 0,-1 0 1 0 0,0 0 0 0 0,0-1-1 0 0,1 1 1 0 0,-2 0-1 0 0,-1 2 1 0 0,-2 3 7 0 0,-1 0-1 0 0,0 0 1 0 0,0-1-1 0 0,-1 1 1 0 0,1-1-1 0 0,-15 8 1 0 0,-5-2 340 0 0,0-2 0 0 0,-1 0 0 0 0,0-2 0 0 0,-56 9 1 0 0,80-17-204 0 0,1 1-232 0 0,0-1 0 0 0,-1 0 0 0 0,1 1 0 0 0,0-1 1 0 0,-1 0-1 0 0,1-1 0 0 0,0 1 0 0 0,-1 0 0 0 0,1 0 1 0 0,0-1-1 0 0,-1 0 0 0 0,1 1 0 0 0,0-1 1 0 0,-3-1-1 0 0,9-9-3401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5.6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5969 0 0,'28'-1'-82'0'0,"-24"9"67"0"0,0 0 1 0 0,-1 0 0 0 0,0 0 0 0 0,0 1 0 0 0,-1-1 0 0 0,-1 1 0 0 0,1-1 0 0 0,-1 1-1 0 0,0 12 1 0 0,-4 85 62 0 0,-1-72-772 0 0,-18 67 1 0 0,18-82-467 0 0,-2 4-110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6.4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240 34 4588 0 0,'-3'-33'1795'0'0,"-65"160"-1461"0"0,46-86-368 0 0,-33 45 1 0 0,-5 9 65 0 0,33-57-74 0 0,27-38 19 0 0,0 0 0 0 0,0 0 0 0 0,0 0 0 0 0,0 0 0 0 0,0-1 0 0 0,0 1 0 0 0,0 0 1 0 0,0 0-1 0 0,0 0 0 0 0,0 0 0 0 0,0 0 0 0 0,0 0 0 0 0,0 0 0 0 0,0 0 0 0 0,0 0 1 0 0,0-1-1 0 0,-1 1 0 0 0,1 0 0 0 0,0 0 0 0 0,0 0 0 0 0,0 0 0 0 0,0 0 0 0 0,0 0 1 0 0,0 0-1 0 0,0 0 0 0 0,0 0 0 0 0,0 0 0 0 0,0 0 0 0 0,0 0 0 0 0,0-1 0 0 0,-1 1 1 0 0,1 0-1 0 0,0 0 0 0 0,0 0 0 0 0,0 0 0 0 0,0 0 0 0 0,0 0 0 0 0,0 0 0 0 0,0 0 1 0 0,0 0-1 0 0,0 0 0 0 0,-1 0 0 0 0,1 0 0 0 0,0 0 0 0 0,0 0 0 0 0,0 0 0 0 0,0 0 1 0 0,0 0-1 0 0,0 0 0 0 0,0 0 0 0 0,0 0 0 0 0,0 1 0 0 0,-1-1 0 0 0,1 0 0 0 0,0 0 1 0 0,0 0-1 0 0,0 0 0 0 0,0 0 0 0 0,0 0 0 0 0,0 0 0 0 0,0 0 0 0 0,0 0 0 0 0,0 0 1 0 0,8-21-1553 0 0,3 4-170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7.1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63 4872 0 0,'8'-43'422'0'0,"-7"41"-133"0"0,-2-10 436 0 0,2 7 1042 0 0,4 43-1831 0 0,0 52-1 0 0,1 23-26 0 0,-4-93 82 0 0,-2-15 11 0 0,0 0 1 0 0,0 0-1 0 0,1 0 0 0 0,0 0 0 0 0,0 0 1 0 0,0 0-1 0 0,0-1 0 0 0,1 1 0 0 0,0 0 0 0 0,3 5 1 0 0,-5-9 9 0 0,1-1-10 0 0,-1 1 0 0 0,0-1 0 0 0,1 1-1 0 0,-1-1 1 0 0,1 1 0 0 0,-1-1 0 0 0,0 0 0 0 0,1 1 0 0 0,-1-1 0 0 0,1 1 0 0 0,-1-1 0 0 0,1 0 0 0 0,-1 0 0 0 0,1 1 0 0 0,-1-1 0 0 0,1 0 0 0 0,-1 0 0 0 0,1 0-1 0 0,0 1 1 0 0,-1-1 0 0 0,1 0 0 0 0,-1 0 0 0 0,1 0 0 0 0,-1 0 0 0 0,1 0 0 0 0,0 0 0 0 0,-1 0 0 0 0,1 0 0 0 0,-1-1 0 0 0,1 1 0 0 0,-1 0 0 0 0,1 0 0 0 0,0-1-1 0 0,22-5 31 0 0,-22 6-30 0 0,435-144 387 0 0,-425 140-418 0 0,9-3 239 0 0,-10 5-4348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7.2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0 122 4176 0 0,'9'-60'342'0'0,"-4"16"1690"0"0,-5 42-1711 0 0,1-9 196 0 0,0 6-403 0 0,0 7-349 0 0,2 59 184 0 0,3 0-1 0 0,3 0 1 0 0,3-1-1 0 0,26 83 1 0 0,-32-126 81 0 0,-2-5 82 0 0,0 0-1 0 0,-1 0 0 0 0,0 1 1 0 0,2 22-1 0 0,-5-34 99 0 0,-2 4 80 0 0,2-5-277 0 0,0 0-1 0 0,0 1 0 0 0,0-1 1 0 0,0 0-1 0 0,0 1 1 0 0,0-1-1 0 0,0 0 0 0 0,0 1 1 0 0,-1-1-1 0 0,1 0 1 0 0,0 0-1 0 0,0 1 0 0 0,0-1 1 0 0,0 0-1 0 0,0 1 1 0 0,0-1-1 0 0,-1 0 0 0 0,1 0 1 0 0,0 1-1 0 0,0-1 1 0 0,0 0-1 0 0,-1 0 0 0 0,1 1 1 0 0,0-1-1 0 0,0 0 1 0 0,-1 0-1 0 0,1 0 0 0 0,0 0 1 0 0,-1 1-1 0 0,1-1 1 0 0,0 0-1 0 0,0 0 0 0 0,-1 0 1 0 0,-50 0 778 0 0,47 0-691 0 0,-1-4 41 0 0,3 4-123 0 0,1-1-1 0 0,0 1 0 0 0,0-1 0 0 0,0 0 0 0 0,0 1 0 0 0,0-1 0 0 0,0 0 0 0 0,0 0 0 0 0,0 1 0 0 0,0-1 0 0 0,0 0 1 0 0,0 0-1 0 0,0 0 0 0 0,0 0 0 0 0,1 0 0 0 0,-1 0 0 0 0,1-1 0 0 0,-1 1 0 0 0,0 0 0 0 0,1 0 0 0 0,-1-2 1 0 0,2 0-32 0 0,0 0 0 0 0,0 1 1 0 0,0-1-1 0 0,0 0 0 0 0,0 0 0 0 0,0 0 1 0 0,1 1-1 0 0,0-1 0 0 0,-1 1 1 0 0,1-1-1 0 0,0 1 0 0 0,0 0 1 0 0,0 0-1 0 0,1 0 0 0 0,-1 0 1 0 0,0 0-1 0 0,1 0 0 0 0,-1 0 1 0 0,1 1-1 0 0,0 0 0 0 0,4-3 1 0 0,68-26-380 0 0,-69 28 376 0 0,15-4-147 0 0,-1 0 0 0 0,1 2 0 0 0,-1 1 0 0 0,37-2 0 0 0,-46 4 33 0 0,0 1 0 0 0,0 1-1 0 0,0 0 1 0 0,0 0 0 0 0,0 1 0 0 0,0 0 0 0 0,0 1 0 0 0,-1 1 0 0 0,1-1 0 0 0,14 9 0 0 0,-23-11 116 0 0,-1-1 0 0 0,0 1 0 0 0,0-1 0 0 0,0 1 0 0 0,0 0 0 0 0,0 0 0 0 0,0-1 0 0 0,0 1 1 0 0,0 0-1 0 0,0 0 0 0 0,0 0 0 0 0,0 0 0 0 0,0 0 0 0 0,-1 0 0 0 0,1 1 0 0 0,0-1 0 0 0,-1 0 1 0 0,1 0-1 0 0,-1 0 0 0 0,1 1 0 0 0,-1-1 0 0 0,0 0 0 0 0,1 1 0 0 0,-1-1 0 0 0,0 0 0 0 0,0 0 0 0 0,0 1 1 0 0,0-1-1 0 0,0 2 0 0 0,-1 0 8 0 0,-1 0-1 0 0,1-1 1 0 0,0 1 0 0 0,-1-1 0 0 0,0 1-1 0 0,1-1 1 0 0,-1 1 0 0 0,0-1 0 0 0,0 0 0 0 0,0 0-1 0 0,-1 0 1 0 0,-3 2 0 0 0,-6 5 40 0 0,-1-1 0 0 0,0-1-1 0 0,-28 12 1 0 0,-10-1 408 0 0,-1-2-1 0 0,-89 14 0 0 0,138-29-373 0 0,-1-1-146 0 0,3 1-34 0 0,1-1 1 0 0,-1 0-1 0 0,0 0 1 0 0,0 1-1 0 0,1-1 1 0 0,-1 0-1 0 0,0 0 1 0 0,0 0-1 0 0,1 0 0 0 0,-1 0 1 0 0,0 0-1 0 0,0 0 1 0 0,1 0-1 0 0,-1 0 1 0 0,0 0-1 0 0,0-1 1 0 0,1 1-1 0 0,-1 0 1 0 0,0 0-1 0 0,0-1 1 0 0,-3-9-1686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7.9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27 4724 0 0,'0'0'1561'0'0,"4"-3"-1495"0"0,4-1-57 0 0,0 0-1 0 0,1 1 1 0 0,-1 0-1 0 0,1 1 1 0 0,0 0-1 0 0,0 0 1 0 0,-1 1-1 0 0,1 0 1 0 0,12 0 0 0 0,-18 1-22 0 0,1-1 0 0 0,-1 1 0 0 0,1 0 0 0 0,-1 1 0 0 0,1-1 0 0 0,-1 0 0 0 0,1 1 0 0 0,-1 0 0 0 0,1 0 0 0 0,-1 0 0 0 0,0 0 0 0 0,0 1 1 0 0,1-1-1 0 0,-1 1 0 0 0,0 0 0 0 0,0-1 0 0 0,-1 1 0 0 0,1 1 0 0 0,0-1 0 0 0,-1 0 0 0 0,1 1 0 0 0,-1-1 0 0 0,0 1 0 0 0,0 0 1 0 0,0 0-1 0 0,0 0 0 0 0,0 0 0 0 0,2 5 0 0 0,-3-3 5 0 0,-1 0 1 0 0,1 0-1 0 0,-1-1 0 0 0,0 1 1 0 0,0 0-1 0 0,0-1 0 0 0,-1 1 1 0 0,0 0-1 0 0,0-1 1 0 0,0 1-1 0 0,0 0 0 0 0,-1-1 1 0 0,0 0-1 0 0,0 1 0 0 0,0-1 1 0 0,-5 7-1 0 0,-6 8 0 0 0,0-1 0 0 0,-22 21-1 0 0,8-7 17 0 0,17-16 43 0 0,12-8 19 0 0,31-10 13 0 0,-21 0-95 0 0,218-46-1219 0 0,-175 34-717 0 0,-37 9 876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8.4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326 65 5805 0 0,'29'-63'-40'0'0,"-28"61"459"0"0,-13 18-284 0 0,0-1 0 0 0,1 1 0 0 0,-16 31 1 0 0,12-22-100 0 0,-76 133-119 0 0,-77 117 655 0 0,148-252-862 0 0,28-48-2091 0 0,3 6-342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9.0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79 41 6057 0 0,'6'-40'213'0'0,"-84"445"-497"0"0,73-373 280 0 0,4-31 6 0 0,1 1 0 0 0,0-1 0 0 0,0 0 0 0 0,0 0 0 0 0,-1 0 0 0 0,1 0 0 0 0,0 0 0 0 0,1 1 0 0 0,-1-1 0 0 0,0 0 0 0 0,0 0 0 0 0,0 0-1 0 0,1 0 1 0 0,-1 0 0 0 0,0 0 0 0 0,1 1 0 0 0,-1-1 0 0 0,1 0 0 0 0,0 0 0 0 0,-1 0 0 0 0,1-1 0 0 0,0 1 0 0 0,-1 0 0 0 0,1 0 0 0 0,0 0 0 0 0,0 0 0 0 0,0-1 0 0 0,0 1 0 0 0,0 0 0 0 0,0-1 0 0 0,0 1 0 0 0,0-1 0 0 0,0 1 0 0 0,0-1 0 0 0,0 1 0 0 0,0-1 0 0 0,0 0 0 0 0,0 1 0 0 0,0-1 0 0 0,1 0 0 0 0,-1 0 0 0 0,0 0 0 0 0,0 0 0 0 0,0 0-1 0 0,0 0 1 0 0,1 0 0 0 0,-1-1 0 0 0,0 1 0 0 0,0 0 0 0 0,2-1 0 0 0,11-2 36 0 0,0-1 0 0 0,0 0 0 0 0,19-8-1 0 0,-15 5-14 0 0,235-86 362 0 0,-235 86-359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9.4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40 3912 0 0,'2'-31'1490'0'0,"-4"24"-1450"0"0,2 6-13 0 0,1 10-216 0 0,2 1 156 0 0,-1 0 0 0 0,1 0 0 0 0,1-1 0 0 0,5 10 0 0 0,4 16-25 0 0,48 130-26 0 0,19 64 23 0 0,-71-203 84 0 0,-7-21-10 0 0,0 0 0 0 0,0 0 0 0 0,0 0 0 0 0,-1 0 0 0 0,0 0 0 0 0,1 9 0 0 0,-1-10 82 0 0,6 21 312 0 0,-6-24-368 0 0,-1-1 1 0 0,0 0-1 0 0,0 1 0 0 0,0-1 0 0 0,0 1 0 0 0,0-1 1 0 0,0 1-1 0 0,0-1 0 0 0,0 0 0 0 0,0 1 0 0 0,0-1 1 0 0,0 1-1 0 0,0-1 0 0 0,0 1 0 0 0,0-1 0 0 0,0 0 1 0 0,0 1-1 0 0,-1-1 0 0 0,1 1 0 0 0,0-1 0 0 0,0 0 1 0 0,0 1-1 0 0,-1-1 0 0 0,1 0 0 0 0,0 1 0 0 0,0-1 1 0 0,-1 0-1 0 0,1 1 0 0 0,0-1 0 0 0,-1 0 0 0 0,1 1 1 0 0,-1-1-1 0 0,1 0 0 0 0,0 0 0 0 0,-1 0 0 0 0,1 1 1 0 0,-1-1-1 0 0,1 0 0 0 0,0 0 0 0 0,-1 0 0 0 0,1 0 1 0 0,-1 0-1 0 0,1 0 0 0 0,-1 0 0 0 0,1 0 0 0 0,0 0 1 0 0,-1 0-1 0 0,1 0 0 0 0,-1 0 0 0 0,1 0 0 0 0,-1 0 1 0 0,-3-1-11 0 0,0 0 0 0 0,0 0 0 0 0,0 0 0 0 0,0-1 0 0 0,1 1 0 0 0,-1-1 0 0 0,0 0 0 0 0,1 0 0 0 0,0 0 0 0 0,-1 0 0 0 0,1-1 0 0 0,0 1 0 0 0,0-1 0 0 0,0 0 0 0 0,0 0 0 0 0,1 0 0 0 0,-1 0 0 0 0,1 0 0 0 0,0-1 0 0 0,0 1 0 0 0,0-1 0 0 0,0 1 0 0 0,1-1 0 0 0,-1 0 0 0 0,1 0 0 0 0,0 0 0 0 0,0 0 0 0 0,0 0 0 0 0,1 0 0 0 0,-1 0 0 0 0,1 0 0 0 0,0 0 0 0 0,0 0 0 0 0,1 0 0 0 0,-1 0 0 0 0,1 0 0 0 0,0 0 0 0 0,0 0 0 0 0,0 0 0 0 0,0 1 0 0 0,1-1 0 0 0,0 0 0 0 0,-1 1 0 0 0,1-1 0 0 0,1 1 0 0 0,-1-1 0 0 0,3-2 0 0 0,5-5-100 0 0,-1 1-1 0 0,2 1 0 0 0,-1-1 0 0 0,1 2 0 0 0,15-10 0 0 0,-20 15 14 0 0,1-1 0 0 0,0 1 0 0 0,0 1 0 0 0,0-1 0 0 0,0 1 0 0 0,0 0 0 0 0,0 1 0 0 0,1 0-1 0 0,-1 0 1 0 0,0 1 0 0 0,15 0 0 0 0,0 2-75 0 0,0 1-1 0 0,0 1 0 0 0,0 1 0 0 0,-1 1 0 0 0,1 1 1 0 0,-1 1-1 0 0,-1 1 0 0 0,28 16 0 0 0,-46-25 123 0 0,-1 1 0 0 0,0-1 0 0 0,0 1 0 0 0,0-1 0 0 0,0 1 0 0 0,0 0 0 0 0,0 0 0 0 0,-1 0 0 0 0,1-1 0 0 0,0 1 0 0 0,0 0 0 0 0,0 0 0 0 0,-1 0 0 0 0,1 0 0 0 0,-1 0 0 0 0,1 0 0 0 0,0 1 0 0 0,-1-1 0 0 0,0 0 0 0 0,1 0 0 0 0,-1 0 0 0 0,0 0 0 0 0,0 0 0 0 0,1 1 0 0 0,-1-1 0 0 0,0 2 0 0 0,-1-1 5 0 0,0 1 0 0 0,0-1 1 0 0,1 0-1 0 0,-1 0 0 0 0,-1 0 1 0 0,1 0-1 0 0,0 0 1 0 0,0 0-1 0 0,-1 0 0 0 0,1 0 1 0 0,-1 0-1 0 0,-3 2 0 0 0,-5 5 11 0 0,-1-1 0 0 0,0 0 0 0 0,-18 9 0 0 0,28-17-7 0 0,-45 23 88 0 0,-2-3 1 0 0,-85 25-1 0 0,50-19 343 0 0,59-21-300 0 0,24-5-177 0 0,-1 1-1 0 0,1-1 0 0 0,-1 0 1 0 0,1 0-1 0 0,-1 0 0 0 0,1 0 1 0 0,-1 0-1 0 0,1 0 0 0 0,-1 0 0 0 0,1 0 1 0 0,-1 0-1 0 0,1 0 0 0 0,-1 0 1 0 0,1 0-1 0 0,-1 0 0 0 0,1-1 0 0 0,-1 1 1 0 0,1 0-1 0 0,-1 0 0 0 0,1 0 1 0 0,0-1-1 0 0,-1 1 0 0 0,1 0 1 0 0,-1 0-1 0 0,1-1 0 0 0,0 1 0 0 0,-1 0 1 0 0,1-1-1 0 0,0 1 0 0 0,-1-1 1 0 0,1 1-1 0 0,0 0 0 0 0,0-1 0 0 0,-1 1 1 0 0,1-1-1 0 0,0 1 0 0 0,0-1 1 0 0,0 1-1 0 0,0-1 0 0 0,-1 1 1 0 0,1-1-1 0 0,0 0 0 0 0,4-3-1516 0 0,14-17-11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0.5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302 12 4356 0 0,'-35'8'1851'0'0,"45"-12"-1863"0"0,0 0-1 0 0,1 1 1 0 0,-1 1-1 0 0,1 0 1 0 0,0 0-1 0 0,17 0 1 0 0,-22 2-13 0 0,0 0 1 0 0,0 0-1 0 0,0 0 1 0 0,0 1-1 0 0,0 0 1 0 0,0 0 0 0 0,0 1-1 0 0,-1 0 1 0 0,1-1-1 0 0,0 2 1 0 0,-1-1-1 0 0,1 1 1 0 0,-1 0 0 0 0,8 6-1 0 0,-12-8 21 0 0,0 0-1 0 0,0 0 0 0 0,0 0 0 0 0,0 0 1 0 0,0 0-1 0 0,0 0 0 0 0,0 0 1 0 0,0 1-1 0 0,-1-1 0 0 0,1 0 1 0 0,-1 1-1 0 0,1-1 0 0 0,-1 0 1 0 0,1 1-1 0 0,-1-1 0 0 0,0 1 1 0 0,1-1-1 0 0,-1 0 0 0 0,0 1 1 0 0,0-1-1 0 0,0 1 0 0 0,0-1 0 0 0,-1 1 1 0 0,1-1-1 0 0,0 1 0 0 0,0-1 1 0 0,-1 0-1 0 0,1 1 0 0 0,-1-1 1 0 0,1 0-1 0 0,-1 1 0 0 0,0-1 1 0 0,0 0-1 0 0,1 0 0 0 0,-1 0 1 0 0,0 1-1 0 0,0-1 0 0 0,-1 1 1 0 0,-5 5 4 0 0,-1 0 0 0 0,1-1 1 0 0,-1 1-1 0 0,-12 6 1 0 0,9-5-6 0 0,-12 7 8 0 0,0 0 0 0 0,-30 12 0 0 0,-11 7 233 0 0,62-33-200 0 0,0 1-23 0 0,1-3-13 0 0,1 1-1 0 0,0 0 1 0 0,0 0-1 0 0,0 0 0 0 0,0 0 1 0 0,-1 1-1 0 0,1-1 1 0 0,0 0-1 0 0,0 0 1 0 0,0 0-1 0 0,-1 0 0 0 0,1 0 1 0 0,0 0-1 0 0,0 0 1 0 0,0 0-1 0 0,-1 0 0 0 0,1 0 1 0 0,0 0-1 0 0,0 1 1 0 0,0-1-1 0 0,0 0 1 0 0,0 0-1 0 0,-1 0 0 0 0,1 0 1 0 0,0 0-1 0 0,0 1 1 0 0,0-1-1 0 0,0 0 1 0 0,0 0-1 0 0,0 0 0 0 0,0 0 1 0 0,0 1-1 0 0,0-1 1 0 0,0 0-1 0 0,0 0 0 0 0,-1 0 1 0 0,1 1-1 0 0,0-1 1 0 0,0 0-1 0 0,0 0 1 0 0,0 0-1 0 0,0 1 0 0 0,1-1 1 0 0,-1 0-1 0 0,0 0 1 0 0,0 0-1 0 0,0 1 1 0 0,0-1-1 0 0,0 0 0 0 0,0 0 1 0 0,0 0-1 0 0,0 0 1 0 0,0 1-1 0 0,0-1 0 0 0,1 0 1 0 0,37 14-29 0 0,-28-11-12 0 0,-1 0 0 0 0,1 1-1 0 0,-1 0 1 0 0,0 0 0 0 0,0 1 0 0 0,0 0-1 0 0,8 7 1 0 0,-16-11 30 0 0,0-1 11 0 0,-1 0-1 0 0,0 0 1 0 0,0 0 0 0 0,0 0 0 0 0,0 0-1 0 0,0 0 1 0 0,1 0 0 0 0,-1 0 0 0 0,0 0-1 0 0,0 0 1 0 0,0 0 0 0 0,0 0 0 0 0,0 0 0 0 0,1 0-1 0 0,-1 0 1 0 0,0 0 0 0 0,0 0 0 0 0,0 0-1 0 0,0 0 1 0 0,0 0 0 0 0,1 0 0 0 0,-1 1-1 0 0,0-1 1 0 0,0 0 0 0 0,0 0 0 0 0,0 0-1 0 0,0 0 1 0 0,0 0 0 0 0,0 0 0 0 0,0 0 0 0 0,1 1-1 0 0,-1-1 1 0 0,0 0 0 0 0,0 0 0 0 0,0 0-1 0 0,0 0 1 0 0,0 0 0 0 0,0 1 0 0 0,0-1-1 0 0,0 0 1 0 0,0 0 0 0 0,0 0 0 0 0,0 0-1 0 0,0 0 1 0 0,0 1 0 0 0,0-1 0 0 0,0 0-1 0 0,0 0 1 0 0,0 0 0 0 0,0 0 0 0 0,0 0 0 0 0,0 1-1 0 0,0-1 1 0 0,-1 0 0 0 0,-6 11 91 0 0,-11 7 99 0 0,-2-9-77 0 0,-1 0 1 0 0,0-2-1 0 0,0 0 0 0 0,-1-1 1 0 0,0-2-1 0 0,0 0 0 0 0,0-1 1 0 0,0-1-1 0 0,-1-1 0 0 0,-28-3 1 0 0,48 2-391 0 0,-1-1 1 0 0,0 0-1 0 0,1 0 1 0 0,-1 0-1 0 0,1 0 1 0 0,-1-1-1 0 0,1 1 1 0 0,0-1 0 0 0,0 0-1 0 0,-1 0 1 0 0,1 0-1 0 0,0 0 1 0 0,-4-5-1 0 0,4 0-971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5.6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40 4040 0 0,'0'0'3377'0'0,"6"1"-3438"0"0,65 5 69 0 0,130-6 0 0 0,-113-2 3 0 0,459-12 28 0 0,144-1 38 0 0,-575 10 363 0 0,-113 5-396 0 0,10 0 24 0 0,19 0 229 0 0,-22-2-3327 0 0,-10-6 1262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6.3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39 4736 0 0,'-40'-21'530'0'0,"39"20"-177"0"0,-22-16 2913 0 0,79 23-3315 0 0,0 2 0 0 0,0 2 1 0 0,0 3-1 0 0,90 34 0 0 0,-128-41-31 0 0,-13-4 53 0 0,1 0-1 0 0,-1 0 1 0 0,0 0 0 0 0,0 1-1 0 0,0 0 1 0 0,0 0-1 0 0,6 5 1 0 0,-10-7 27 0 0,-1-1 0 0 0,1 1 1 0 0,-1 0-1 0 0,1 0 0 0 0,-1 0 0 0 0,0 0 0 0 0,0 0 0 0 0,1 0 0 0 0,-1 0 0 0 0,0-1 1 0 0,0 1-1 0 0,0 0 0 0 0,0 0 0 0 0,0 0 0 0 0,0 0 0 0 0,0 0 0 0 0,0 0 1 0 0,0 0-1 0 0,-1 0 0 0 0,1 0 0 0 0,0 0 0 0 0,-1 0 0 0 0,1-1 0 0 0,0 1 1 0 0,-1 0-1 0 0,1 0 0 0 0,-1 0 0 0 0,0-1 0 0 0,1 1 0 0 0,-1 0 0 0 0,1 0 1 0 0,-1-1-1 0 0,0 1 0 0 0,0-1 0 0 0,1 1 0 0 0,-1-1 0 0 0,-2 2 0 0 0,3-2 1 0 0,-17 14 18 0 0,0 0 0 0 0,0-1 1 0 0,-2-2-1 0 0,1 1 0 0 0,-2-2 0 0 0,1-1 0 0 0,-31 11 1 0 0,-6 4 17 0 0,-133 57-83 0 0,106-51-4163 0 0,72-27 1781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7.8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 38 5733 0 0,'0'0'-234'0'0,"-30"7"3093"0"0,35-6-2859 0 0,-1 0 1 0 0,1 0-1 0 0,0-1 0 0 0,0 0 0 0 0,0 0 0 0 0,-1 0 1 0 0,1 0-1 0 0,8-2 0 0 0,7-1 0 0 0,1083-6-17 0 0,-760 8 258 0 0,-343 1-372 0 0,1 0 0 0 0,0-1-1 0 0,0 1 1 0 0,-1 0 0 0 0,1-1 0 0 0,0 1 0 0 0,0 0-1 0 0,-1-1 1 0 0,1 1 0 0 0,-1-1 0 0 0,1 1 0 0 0,0-1-1 0 0,-1 0 1 0 0,1 1 0 0 0,-1-1 0 0 0,1 1 0 0 0,-1-1-1 0 0,1 0 1 0 0,-1 1 0 0 0,0-1 0 0 0,1 0 0 0 0,-1 0-1 0 0,0 1 1 0 0,0-1 0 0 0,1 0 0 0 0,-1 0 0 0 0,0 0-1 0 0,0 1 1 0 0,0-1 0 0 0,0 0 0 0 0,0 0-1 0 0,0 0 1 0 0,0 0 0 0 0,2-10-2136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8.3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359 60 5304 0 0,'-2'-5'5'0'0,"-1"0"0"0"0,0-1 0 0 0,0 1-1 0 0,0 1 1 0 0,-1-1 0 0 0,1 0 0 0 0,-1 1-1 0 0,-5-5 1 0 0,8 8 568 0 0,-8-5 30 0 0,9 6-578 0 0,0 0 0 0 0,0 0 1 0 0,0 0-1 0 0,0 0 0 0 0,0 0 0 0 0,1 0 0 0 0,-1 0 1 0 0,0-1-1 0 0,0 1 0 0 0,0 0 0 0 0,0 0 0 0 0,0 0 1 0 0,0 0-1 0 0,0 0 0 0 0,0 0 0 0 0,0 0 0 0 0,0 0 1 0 0,0-1-1 0 0,0 1 0 0 0,0 0 0 0 0,0 0 1 0 0,0 0-1 0 0,0 0 0 0 0,0 0 0 0 0,0 0 0 0 0,0 0 1 0 0,0-1-1 0 0,0 1 0 0 0,0 0 0 0 0,0 0 0 0 0,0 0 1 0 0,0 0-1 0 0,0 0 0 0 0,0 0 0 0 0,0 0 0 0 0,0-1 1 0 0,0 1-1 0 0,0 0 0 0 0,0 0 0 0 0,-1 0 1 0 0,1 0-1 0 0,0 0 0 0 0,0 0 0 0 0,0 0 0 0 0,108 31-110 0 0,-2 5-1 0 0,146 70 1 0 0,-249-105 76 0 0,-1 0 0 0 0,1 0 0 0 0,-1 0 1 0 0,0 1-1 0 0,1-1 0 0 0,-1 1 1 0 0,0-1-1 0 0,0 1 0 0 0,0 0 0 0 0,0-1 1 0 0,0 1-1 0 0,-1 0 0 0 0,1 0 0 0 0,0 0 1 0 0,-1 1-1 0 0,1-1 0 0 0,-1 0 0 0 0,0 1 1 0 0,0-1-1 0 0,1 3 0 0 0,-2-2 7 0 0,-1 0 0 0 0,1 0-1 0 0,-1-1 1 0 0,0 1 0 0 0,1 0-1 0 0,-1 0 1 0 0,0-1 0 0 0,-1 1 0 0 0,1-1-1 0 0,0 1 1 0 0,-1-1 0 0 0,0 1-1 0 0,1-1 1 0 0,-1 0 0 0 0,0 0 0 0 0,0 0-1 0 0,0 0 1 0 0,0 0 0 0 0,-4 2-1 0 0,-46 37 10 0 0,-2-3 0 0 0,-1-2 0 0 0,-2-2-1 0 0,-64 26 1 0 0,-45 28-52 0 0,103-52-1298 0 0,2 2 0 0 0,-70 58-1 0 0,100-69 70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9.5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21 132 4416 0 0,'0'0'300'0'0,"-20"0"1698"0"0,186 2-1223 0 0,447-59-699 0 0,-218 16 22 0 0,-276 29 1298 0 0,-114 12-1049 0 0,22 0 632 0 0,18-7 67 0 0,-43 6-1263 0 0,13-14-6451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30.1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35 5985 0 0,'-29'-21'146'0'0,"28"21"-183"0"0,-2-2 96 0 0,-7-5 734 0 0,-2 3 1176 0 0,27 6-2111 0 0,0 1 134 0 0,-1 1 0 0 0,0 0-1 0 0,1 1 1 0 0,-2 0 0 0 0,17 9-1 0 0,13 4-9 0 0,312 148-117 0 0,-355-166 139 0 0,1 0 0 0 0,0 0 0 0 0,-1 1 0 0 0,1-1 0 0 0,0 0 0 0 0,-1 1-1 0 0,1-1 1 0 0,0 1 0 0 0,-1-1 0 0 0,1 1 0 0 0,-1-1 0 0 0,1 1 0 0 0,-1-1 0 0 0,1 1 0 0 0,-1 0 0 0 0,0-1 0 0 0,1 1-1 0 0,-1-1 1 0 0,0 1 0 0 0,1 0 0 0 0,-1-1 0 0 0,0 1 0 0 0,0 0 0 0 0,1 0 0 0 0,-1-1 0 0 0,0 1 0 0 0,0 0 0 0 0,0 0-1 0 0,0-1 1 0 0,0 1 0 0 0,0 0 0 0 0,0-1 0 0 0,0 1 0 0 0,-1 0 0 0 0,1 0 0 0 0,0-1 0 0 0,0 1 0 0 0,-1 0 0 0 0,1-1-1 0 0,0 1 1 0 0,-1 0 0 0 0,1-1 0 0 0,0 1 0 0 0,-1-1 0 0 0,1 1 0 0 0,-1 0 0 0 0,1-1 0 0 0,-1 1 0 0 0,-1 0 0 0 0,-31 23 22 0 0,30-22-11 0 0,-285 155-362 0 0,160-100-3593 0 0,101-47 1276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39.0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160 0 1976 0 0,'0'0'1868'0'0,"4"1"-1579"0"0,9 4 453 0 0,-13 0 1074 0 0,-22 1-956 0 0,15-5-855 0 0,0 0-1 0 0,1 1 1 0 0,-1-1-1 0 0,1 1 1 0 0,-1 1-1 0 0,1-1 1 0 0,0 1-1 0 0,0 0 1 0 0,0 1-1 0 0,0-1 1 0 0,1 1 0 0 0,-1 0-1 0 0,1 1 1 0 0,-9 8-1 0 0,8-6-35 0 0,0-1-1 0 0,1 1 1 0 0,0 1 0 0 0,0-1 0 0 0,0 1-1 0 0,1 0 1 0 0,0 0 0 0 0,1 0-1 0 0,-6 18 1 0 0,8-21 17 0 0,0 0 0 0 0,1 0 0 0 0,-1 0 0 0 0,1 1-1 0 0,0-1 1 0 0,1 0 0 0 0,-1 0 0 0 0,1 1 0 0 0,0-1 0 0 0,0 0 0 0 0,0 0 0 0 0,1 0 0 0 0,0 0 0 0 0,0 0-1 0 0,4 7 1 0 0,-1-5 5 0 0,0 0 1 0 0,1 0-1 0 0,-1 0 0 0 0,1-1 0 0 0,1 0 0 0 0,-1 0 0 0 0,1 0 0 0 0,13 8 0 0 0,-6-6 36 0 0,-1-1-1 0 0,2 0 1 0 0,-1-1-1 0 0,1 0 1 0 0,-1-1-1 0 0,2-1 1 0 0,-1 0-1 0 0,0-1 1 0 0,31 2-1 0 0,-36-6 45 0 0,0 0 0 0 0,0-1 0 0 0,0 0 0 0 0,-1 0 0 0 0,1-1 0 0 0,-1 0 0 0 0,1-1 0 0 0,-1 0-1 0 0,0 0 1 0 0,-1-1 0 0 0,1 0 0 0 0,-1-1 0 0 0,0 0 0 0 0,12-11 0 0 0,-6 4 185 0 0,-1-1 0 0 0,0 0 0 0 0,-1-1 0 0 0,-1 0 0 0 0,0-1 0 0 0,13-25 1 0 0,-22 38-177 0 0,-1-1 1 0 0,1 1 0 0 0,0-1 0 0 0,-1 1 0 0 0,0-1 0 0 0,1 0 0 0 0,-2 0 0 0 0,1 0-1 0 0,0 0 1 0 0,-1 1 0 0 0,0-1 0 0 0,1 0 0 0 0,-2 0 0 0 0,1 0 0 0 0,0 0-1 0 0,-1 0 1 0 0,-2-8 0 0 0,1 9-40 0 0,1 0 0 0 0,-2-1-1 0 0,1 1 1 0 0,0 0 0 0 0,-1 0 0 0 0,1 0-1 0 0,-1 0 1 0 0,0 0 0 0 0,0 1 0 0 0,0 0-1 0 0,0-1 1 0 0,0 1 0 0 0,-1 0 0 0 0,1 0-1 0 0,-4-1 1 0 0,-14-4 4 0 0,1 0 0 0 0,-1 2 0 0 0,-1 0 0 0 0,1 1 0 0 0,-26 0 0 0 0,21 1 44 0 0,-61-6-1040 0 0,55 8-6125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39.3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10 7305 0 0,'2'-1'188'0'0,"-1"0"0"0"0,0 0 0 0 0,0 0 0 0 0,1 0 0 0 0,-1 0 0 0 0,1 1-1 0 0,-1-1 1 0 0,1 0 0 0 0,-1 1 0 0 0,1-1 0 0 0,-1 1 0 0 0,1 0 0 0 0,-1-1 0 0 0,1 1 0 0 0,1 0 0 0 0,1 5-224 0 0,0 1 1 0 0,-1-1-1 0 0,1 1 0 0 0,-1 0 0 0 0,0 0 0 0 0,-1 0 0 0 0,0 1 0 0 0,0-1 0 0 0,0 0 1 0 0,-1 1-1 0 0,1 6 0 0 0,10 81-473 0 0,-13-22-553 0 0,-11-28-2971 0 0,6-29 1611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0.7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223 18 5857 0 0,'0'0'-152'0'0,"-28"-17"-97"0"0,22 17 237 0 0,0 0 0 0 0,0 1 0 0 0,-1 0 0 0 0,1 0 0 0 0,0 0 0 0 0,0 1-1 0 0,0 0 1 0 0,0 0 0 0 0,0 0 0 0 0,1 1 0 0 0,-1 0 0 0 0,1 0 0 0 0,-1 0-1 0 0,1 1 1 0 0,0 0 0 0 0,1 0 0 0 0,-1 0 0 0 0,0 1 0 0 0,-3 4 0 0 0,-1 1-22 0 0,1 0 1 0 0,0 0 0 0 0,0 0-1 0 0,1 1 1 0 0,0 1 0 0 0,1-1-1 0 0,0 1 1 0 0,-6 19 0 0 0,10-24 13 0 0,0 1 1 0 0,1 0 0 0 0,-1-1-1 0 0,1 1 1 0 0,1 0 0 0 0,0 0-1 0 0,0 0 1 0 0,0 0 0 0 0,1 0-1 0 0,0 0 1 0 0,1-1 0 0 0,0 1-1 0 0,0 0 1 0 0,1-1 0 0 0,-1 1-1 0 0,2-1 1 0 0,-1 0 0 0 0,1 0-1 0 0,7 10 1 0 0,-5-10 28 0 0,-1-1 1 0 0,2 0-1 0 0,-1 0 1 0 0,1 0-1 0 0,-1-1 1 0 0,2 0-1 0 0,-1-1 1 0 0,0 1-1 0 0,1-1 1 0 0,0-1-1 0 0,0 1 0 0 0,0-1 1 0 0,0-1-1 0 0,1 1 1 0 0,-1-2-1 0 0,1 1 1 0 0,14 0-1 0 0,-10-1 124 0 0,0-1 0 0 0,0 0-1 0 0,0-1 1 0 0,0-1 0 0 0,-1 0 0 0 0,1 0-1 0 0,0-1 1 0 0,-1-1 0 0 0,0 0 0 0 0,0-1 0 0 0,0 0-1 0 0,0-1 1 0 0,13-9 0 0 0,-13 6 51 0 0,0 0 0 0 0,-1-1 0 0 0,0-1 0 0 0,0 0 0 0 0,-1 0 0 0 0,-1-1 0 0 0,0 0 1 0 0,0-1-1 0 0,-1 0 0 0 0,11-27 0 0 0,-17 37-146 0 0,0 0 1 0 0,-1-1-1 0 0,1 1 1 0 0,-1-1 0 0 0,0 0-1 0 0,0 1 1 0 0,-1-1-1 0 0,1 0 1 0 0,-1 0-1 0 0,0 1 1 0 0,0-1-1 0 0,0 0 1 0 0,0 0 0 0 0,0 0-1 0 0,-1 1 1 0 0,0-1-1 0 0,0 0 1 0 0,0 1-1 0 0,0-1 1 0 0,-1 1-1 0 0,1-1 1 0 0,-1 1 0 0 0,0 0-1 0 0,0-1 1 0 0,0 1-1 0 0,0 0 1 0 0,-1 0-1 0 0,1 0 1 0 0,-1 1-1 0 0,0-1 1 0 0,1 1 0 0 0,-1-1-1 0 0,-1 1 1 0 0,1 0-1 0 0,0 0 1 0 0,0 0-1 0 0,-1 1 1 0 0,-5-3-1 0 0,-11-4-10 0 0,0 1-1 0 0,0 1 0 0 0,-1 1 1 0 0,0 1-1 0 0,-25-2 0 0 0,-16 2 19 0 0,32 2 29 0 0,-7-3-1927 0 0,35 4 996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1.4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91 5745 0 0,'0'0'-178'0'0,"-5"0"45"0"0,-31 0 96 0 0,33 0 235 0 0,-22-16 2708 0 0,25 14-2669 0 0,22-22 41 0 0,-8 16-282 0 0,1 1 0 0 0,-1 0 0 0 0,2 1 0 0 0,-1 1-1 0 0,20-5 1 0 0,-31 8-58 0 0,1 1 1 0 0,0 0-1 0 0,-1 0 0 0 0,1 1 0 0 0,0-1 0 0 0,0 1 0 0 0,0 0 0 0 0,0 1 0 0 0,0-1 1 0 0,-1 1-1 0 0,1 0 0 0 0,0 0 0 0 0,0 0 0 0 0,-1 0 0 0 0,1 1 0 0 0,-1 0 0 0 0,1 0 1 0 0,-1 0-1 0 0,0 1 0 0 0,0-1 0 0 0,7 6 0 0 0,-10-6 40 0 0,0-1 0 0 0,0 1 0 0 0,0 0 0 0 0,1 0-1 0 0,-2-1 1 0 0,1 1 0 0 0,0 0 0 0 0,0 0 0 0 0,-1 0 0 0 0,1 0 0 0 0,-1 0 0 0 0,1 0 0 0 0,-1 0 0 0 0,0 0-1 0 0,0 0 1 0 0,0 0 0 0 0,0 0 0 0 0,0 4 0 0 0,-1 0-5 0 0,-1-1 0 0 0,1 1-1 0 0,-1 0 1 0 0,0-1 0 0 0,0 1 0 0 0,-5 7 0 0 0,-4 4-19 0 0,0-1 0 0 0,-25 28 1 0 0,-28 21-63 0 0,40-43 5 0 0,-40 49 0 0 0,64-71 102 0 0,0 0 1 0 0,0 0-1 0 0,-1 0 0 0 0,1 1 0 0 0,0-1 1 0 0,0 0-1 0 0,0 0 0 0 0,-1 1 0 0 0,1-1 1 0 0,0 0-1 0 0,0 1 0 0 0,0-1 0 0 0,0 0 0 0 0,0 0 1 0 0,-1 1-1 0 0,1-1 0 0 0,0 0 0 0 0,0 1 1 0 0,0-1-1 0 0,0 0 0 0 0,0 1 0 0 0,0-1 1 0 0,0 0-1 0 0,0 1 0 0 0,0-1 0 0 0,0 0 0 0 0,1 0 1 0 0,-1 1-1 0 0,0-1 0 0 0,0 0 0 0 0,0 1 1 0 0,0-1-1 0 0,0 0 0 0 0,0 0 0 0 0,1 1 1 0 0,-1-1-1 0 0,0 0 0 0 0,0 0 0 0 0,0 1 0 0 0,1-1 1 0 0,-1 0-1 0 0,0 0 0 0 0,0 0 0 0 0,1 1 1 0 0,19 2 0 0 0,31-7 7 0 0,-47 3-13 0 0,234-39-971 0 0,-143 22-1202 0 0,-49 10 655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2.7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166 95 4396 0 0,'0'-1'23'0'0,"1"1"-1"0"0,-1 0 1 0 0,1 0-1 0 0,-1-1 1 0 0,1 1 0 0 0,-1 0-1 0 0,1-1 1 0 0,-1 1-1 0 0,1 0 1 0 0,-1-1-1 0 0,1 1 1 0 0,-1-1-1 0 0,0 1 1 0 0,1-1-1 0 0,-1 1 1 0 0,0-1-1 0 0,1 1 1 0 0,-1-1-1 0 0,0 1 1 0 0,0-1-1 0 0,0 1 1 0 0,1-1-1 0 0,-1 0 1 0 0,0 1-1 0 0,0-1 1 0 0,0 1 0 0 0,0-1-1 0 0,0-1 1 0 0,-13 1 921 0 0,6 2-1223 0 0,1-1 307 0 0,-24 15 8 0 0,20-7-60 0 0,-1 1 1 0 0,1 0 0 0 0,1 0 0 0 0,0 1-1 0 0,0 1 1 0 0,1-1 0 0 0,1 1 0 0 0,-1 1 0 0 0,2-1-1 0 0,0 1 1 0 0,0 1 0 0 0,-6 19 0 0 0,10-25 10 0 0,0 0 0 0 0,1 0 1 0 0,0 0-1 0 0,0 1 0 0 0,1-1 0 0 0,0 0 1 0 0,0 1-1 0 0,0-1 0 0 0,1 0 0 0 0,0 1 1 0 0,1-1-1 0 0,-1 0 0 0 0,1 0 1 0 0,1 0-1 0 0,-1 0 0 0 0,1 0 0 0 0,1-1 1 0 0,-1 1-1 0 0,1-1 0 0 0,0 0 0 0 0,1 0 1 0 0,-1 0-1 0 0,1-1 0 0 0,10 9 0 0 0,-8-7 25 0 0,0-2-1 0 0,0 1 0 0 0,1-1 0 0 0,0 0 0 0 0,0 0 0 0 0,0-1 0 0 0,0 0 0 0 0,1-1 1 0 0,0 1-1 0 0,-1-2 0 0 0,1 1 0 0 0,1-1 0 0 0,-1-1 0 0 0,0 0 0 0 0,13 0 0 0 0,-10-1 11 0 0,1-2 0 0 0,-1 1 0 0 0,0-2 0 0 0,0 0 0 0 0,0 0-1 0 0,-1-1 1 0 0,1 0 0 0 0,-1-1 0 0 0,0 0 0 0 0,0-1 0 0 0,13-9 0 0 0,36-28 382 0 0,-1-3 1 0 0,78-79 0 0 0,-134 122-302 0 0,0 0-1 0 0,0 0 0 0 0,0 0 0 0 0,0-1 0 0 0,0 1 1 0 0,-1-1-1 0 0,0 1 0 0 0,0-1 0 0 0,0 0 1 0 0,0 0-1 0 0,0 0 0 0 0,-1 0 0 0 0,0 0 0 0 0,0 0 1 0 0,0 0-1 0 0,0-1 0 0 0,0-4 0 0 0,-2 6-58 0 0,1-1 0 0 0,-1 1 0 0 0,0 0 0 0 0,0-1 0 0 0,-1 1-1 0 0,1 0 1 0 0,-1 0 0 0 0,1 0 0 0 0,-1 0 0 0 0,0 0 0 0 0,0 0 0 0 0,-1 0-1 0 0,1 1 1 0 0,0-1 0 0 0,-1 1 0 0 0,1 0 0 0 0,-1-1 0 0 0,0 1 0 0 0,0 1-1 0 0,-6-4 1 0 0,-9-5 33 0 0,-1 1 0 0 0,0 1 0 0 0,0 1 0 0 0,-33-8 0 0 0,-82-11 108 0 0,126 25-169 0 0,-74-9 65 0 0,79 9-76 0 0,-5 0-227 0 0,0 0-1 0 0,0 1 1 0 0,0 0-1 0 0,0 0 1 0 0,-15 3-1 0 0,-3 9-4389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3.8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69 5368 0 0,'0'0'-496'0'0,"32"-19"-2143"0"0,-11 11 2673 0 0,0 1 0 0 0,43-8 0 0 0,-19 5 5 0 0,-6 4-1 0 0,-1 4-23 0 0,-33 1-28 0 0,1 1 0 0 0,-1-1 1 0 0,1 1-1 0 0,-1 0 0 0 0,0 1 1 0 0,1-1-1 0 0,-1 1 0 0 0,1 0 0 0 0,-1 0 1 0 0,0 1-1 0 0,9 3 0 0 0,-13-4 3 0 0,0-1 11 0 0,-1 0 1 0 0,0 0 0 0 0,0 0 0 0 0,1 0-1 0 0,-1 0 1 0 0,0 0 0 0 0,0 0 0 0 0,1 0 0 0 0,-1 0-1 0 0,0 0 1 0 0,1 0 0 0 0,-1 0 0 0 0,0 0 0 0 0,0 0-1 0 0,1 0 1 0 0,-1 1 0 0 0,0-1 0 0 0,0 0 0 0 0,0 0-1 0 0,1 0 1 0 0,-1 0 0 0 0,0 1 0 0 0,0-1 0 0 0,0 0-1 0 0,1 0 1 0 0,-1 0 0 0 0,0 1 0 0 0,0-1-1 0 0,0 0 1 0 0,0 0 0 0 0,0 1 0 0 0,0-1 0 0 0,1 0-1 0 0,-1 1 1 0 0,0-1 0 0 0,0 0 0 0 0,0 0 0 0 0,0 1-1 0 0,-7 10 89 0 0,-12 6 73 0 0,-51 20 361 0 0,9-6 94 0 0,59-30-586 0 0,-12 11 228 0 0,23-9-239 0 0,0-2-6 0 0,35 7 78 0 0,-23-6-118 0 0,-2 2-1 0 0,1 0 0 0 0,0 1 0 0 0,-1 1 0 0 0,35 15 0 0 0,-54-21 34 0 0,1 0 1 0 0,-1 0-1 0 0,1 1 1 0 0,-1-1-1 0 0,0 0 1 0 0,1 0-1 0 0,-1 1 1 0 0,0-1-1 0 0,1 0 0 0 0,-1 0 1 0 0,0 1-1 0 0,1-1 1 0 0,-1 0-1 0 0,0 1 1 0 0,0-1-1 0 0,0 1 1 0 0,1-1-1 0 0,-1 0 1 0 0,0 1-1 0 0,0-1 1 0 0,0 1-1 0 0,0-1 1 0 0,0 0-1 0 0,1 1 1 0 0,-1-1-1 0 0,0 1 1 0 0,0-1-1 0 0,0 0 1 0 0,0 1-1 0 0,0-1 0 0 0,-1 1 1 0 0,1-1-1 0 0,0 1 1 0 0,0-1-1 0 0,0 1 1 0 0,-14 15 304 0 0,-17 5 118 0 0,-4-6-150 0 0,-1-1 0 0 0,0-1 0 0 0,-1-3 0 0 0,0-1 0 0 0,-40 5 0 0 0,72-14-331 0 0,-1 1 0 0 0,0-1 0 0 0,0 0 0 0 0,1 0 0 0 0,-1-1 0 0 0,-10-2 0 0 0,14 3-152 0 0,1-1-1 0 0,-1 1 1 0 0,0-1 0 0 0,0 0-1 0 0,0 0 1 0 0,1 0-1 0 0,-1 0 1 0 0,0 0 0 0 0,1 0-1 0 0,-1 0 1 0 0,1 0 0 0 0,-1-1-1 0 0,1 1 1 0 0,-2-4 0 0 0,-3-4-1286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0.4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172 65 5136 0 0,'0'0'-338'0'0,"-9"-48"-154"0"0,8 46 551 0 0,0 1 0 0 0,-1 0 0 0 0,1 0 0 0 0,0-1 0 0 0,0 1-1 0 0,-1 0 1 0 0,1 0 0 0 0,0 0 0 0 0,-1 0 0 0 0,1 1 0 0 0,-1-1 0 0 0,1 0-1 0 0,-1 1 1 0 0,1-1 0 0 0,-1 0 0 0 0,0 1 0 0 0,1 0 0 0 0,-1-1 0 0 0,0 1-1 0 0,1 0 1 0 0,-1 0 0 0 0,0 0 0 0 0,-2 0 0 0 0,0 1-29 0 0,0 0 0 0 0,0 0 0 0 0,0 1 0 0 0,-1-1 1 0 0,1 1-1 0 0,1 0 0 0 0,-1 0 0 0 0,0 0 0 0 0,-4 4 0 0 0,0 0-50 0 0,0 0-1 0 0,0 1 1 0 0,1 0 0 0 0,0 0-1 0 0,0 1 1 0 0,1 0-1 0 0,0 0 1 0 0,-5 10 0 0 0,9-14-7 0 0,0-1 0 0 0,0 1 0 0 0,1 0 0 0 0,0 0 0 0 0,0 0 0 0 0,0 0 0 0 0,0 0 0 0 0,0 0 0 0 0,1 0 0 0 0,0 0 0 0 0,0 0 0 0 0,0 0 0 0 0,0 0 0 0 0,1 0 0 0 0,1 8 1 0 0,-2-11 14 0 0,1 0 0 0 0,0 0 0 0 0,-1 1 0 0 0,1-1 0 0 0,0 0 0 0 0,-1 0 0 0 0,1 0 0 0 0,0 0 0 0 0,0 0 0 0 0,0 0 0 0 0,0 0 0 0 0,0-1 1 0 0,0 1-1 0 0,0 0 0 0 0,0 0 0 0 0,0-1 0 0 0,1 1 0 0 0,-1-1 0 0 0,0 1 0 0 0,2 0 0 0 0,0-1 9 0 0,0 0 1 0 0,0 0-1 0 0,0 1 0 0 0,0-2 0 0 0,1 1 0 0 0,-1 0 0 0 0,0-1 1 0 0,0 1-1 0 0,0-1 0 0 0,0 0 0 0 0,-1 0 0 0 0,5-2 0 0 0,5-2 282 0 0,0-1-1 0 0,-1-1 0 0 0,1 0 0 0 0,-2 0 0 0 0,1-1 0 0 0,-1-1 0 0 0,0 1 0 0 0,17-21 839 0 0,-33 33-1070 0 0,-4 2-198 0 0,1 0 0 0 0,0 1 0 0 0,1 0 0 0 0,0 1 0 0 0,0 0 0 0 0,0 0 0 0 0,1 1-1 0 0,0 0 1 0 0,1 0 0 0 0,0 0 0 0 0,-9 21 0 0 0,15-29-45 0 0,7-4-235 0 0,7-4 937 0 0,0-2 1 0 0,0 1-1 0 0,0-2 0 0 0,15-13 0 0 0,-28 21-217 0 0,-6 3-406 0 0,0 0 0 0 0,1 0 0 0 0,-1 1 0 0 0,1-1 0 0 0,-1 1 0 0 0,1 0 0 0 0,-9 5 0 0 0,-24 18-3744 0 0,26-15 1627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7:57.5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 0 7141 0 0,'0'0'1098'0'0,"-35"30"-1010"0"0,31-27-117 0 0,1 1 0 0 0,0 0-1 0 0,-1-1 1 0 0,1 2-1 0 0,1-1 1 0 0,-1 0 0 0 0,1 0-1 0 0,-1 1 1 0 0,1-1 0 0 0,-2 7-1 0 0,4-9 17 0 0,-1 0 0 0 0,1 0 0 0 0,-1 0 0 0 0,1 0 0 0 0,0 0 0 0 0,-1 0 0 0 0,1 0 0 0 0,0 0 0 0 0,0 0 0 0 0,1 0 0 0 0,-1 0 0 0 0,0 0-1 0 0,1 0 1 0 0,-1 0 0 0 0,1-1 0 0 0,0 1 0 0 0,-1 0 0 0 0,1 0 0 0 0,0 0 0 0 0,0-1 0 0 0,0 1 0 0 0,0 0 0 0 0,1-1 0 0 0,-1 1 0 0 0,0-1 0 0 0,1 0 0 0 0,1 2 0 0 0,-3 0 6 0 0,3 0 4 0 0,20 1-23 0 0,-19-3 26 0 0,0-1 0 0 0,-1 1 0 0 0,1-1-1 0 0,0 1 1 0 0,0-1 0 0 0,0 0 0 0 0,-1-1 0 0 0,1 1-1 0 0,0-1 1 0 0,0 1 0 0 0,-1-1 0 0 0,1 0 0 0 0,-1-1-1 0 0,1 1 1 0 0,-1 0 0 0 0,1-1 0 0 0,-1 0-1 0 0,4-2 1 0 0,7-5 10 0 0,-11 8 12 0 0,0 0 1 0 0,0-1 0 0 0,0 1 0 0 0,0-1 0 0 0,-1 0-1 0 0,1 0 1 0 0,0 0 0 0 0,-1 0 0 0 0,0 0 0 0 0,1 0-1 0 0,-1-1 1 0 0,0 1 0 0 0,0-1 0 0 0,0 0 0 0 0,-1 1-1 0 0,1-1 1 0 0,-1 0 0 0 0,1 0 0 0 0,-1 0 0 0 0,0 0-1 0 0,0 0 1 0 0,0-1 0 0 0,-1 1 0 0 0,1 0 0 0 0,-1 0-1 0 0,0-6 1 0 0,0 8-17 0 0,-1 0-1 0 0,1 0 1 0 0,-1 0-1 0 0,0 0 1 0 0,1 0-1 0 0,-1 0 1 0 0,0 0-1 0 0,0 0 1 0 0,0 0-1 0 0,0 0 1 0 0,0 0-1 0 0,0 0 1 0 0,0 1-1 0 0,0-1 1 0 0,0 0-1 0 0,0 1 1 0 0,-1-1-1 0 0,1 1 1 0 0,0-1-1 0 0,0 1 1 0 0,-1 0 0 0 0,1 0-1 0 0,0-1 1 0 0,0 1-1 0 0,-1 0 1 0 0,1 0-1 0 0,-2 0 1 0 0,-20-1-13 0 0,17 2-23 0 0,-1 0 1 0 0,1 0-1 0 0,-1 0 0 0 0,1 1 1 0 0,-1 0-1 0 0,1 1 0 0 0,0 0 1 0 0,0-1-1 0 0,0 2 0 0 0,0-1 1 0 0,1 1-1 0 0,-1 0 0 0 0,1 0 1 0 0,0 0-1 0 0,0 1 0 0 0,1 0 0 0 0,-1 0 1 0 0,1 0-1 0 0,0 0 0 0 0,-6 11 1 0 0,10-15 9 0 0,-1 0 0 0 0,1-1 0 0 0,-1 1 0 0 0,1 0 0 0 0,0 0 0 0 0,-1 0 0 0 0,1 0 0 0 0,0 0 0 0 0,0 0 0 0 0,-1 0 0 0 0,1-1 0 0 0,0 1 0 0 0,0 0 0 0 0,0 0 0 0 0,0 0 0 0 0,0 0 0 0 0,0 0 0 0 0,1 0 0 0 0,-1 0 0 0 0,0 0 0 0 0,0 0 0 0 0,1 0 0 0 0,-1 0 0 0 0,0-1 0 0 0,1 1 0 0 0,-1 0 0 0 0,1 0 0 0 0,-1 0 0 0 0,1-1 0 0 0,-1 1 0 0 0,1 0 0 0 0,0-1 0 0 0,-1 1 0 0 0,1 0 0 0 0,1 0 0 0 0,0-1 18 0 0,-1 1 0 0 0,1-1-1 0 0,-1 0 1 0 0,1 0 0 0 0,0 0 0 0 0,-1 0-1 0 0,1-1 1 0 0,-1 1 0 0 0,1 0 0 0 0,-1-1-1 0 0,1 1 1 0 0,-1-1 0 0 0,1 1-1 0 0,-1-1 1 0 0,0 0 0 0 0,1 1 0 0 0,-1-1-1 0 0,0 0 1 0 0,1 0 0 0 0,-1 0 0 0 0,2-2-1 0 0,-1 0 152 0 0,1 0 0 0 0,-1 1 0 0 0,0-1 0 0 0,0 0-1 0 0,0 0 1 0 0,0-1 0 0 0,0 1 0 0 0,1-5 0 0 0,-3 7 420 0 0,-1 0-955 0 0,-26 0 1370 0 0,12 3-2061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7:59.1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253 26 4840 0 0,'0'0'-232'0'0,"1"-21"935"0"0,-2 20-69 0 0,-18-2-83 0 0,13 2-539 0 0,0 1 1 0 0,1 0-1 0 0,-1 1 1 0 0,1 0-1 0 0,-1-1 1 0 0,1 2-1 0 0,-1-1 0 0 0,1 1 1 0 0,0-1-1 0 0,-1 2 1 0 0,1-1-1 0 0,0 0 1 0 0,0 1-1 0 0,-6 5 0 0 0,-9 6-52 0 0,-36 34 0 0 0,40-34 27 0 0,12-9-29 0 0,-1-1 0 0 0,0 1-1 0 0,1 0 1 0 0,0 0 0 0 0,0 1 0 0 0,1-1-1 0 0,-1 1 1 0 0,1 0 0 0 0,1 0-1 0 0,-1 0 1 0 0,-2 8 0 0 0,5-13-13 0 0,12 13-131 0 0,-11-13 189 0 0,52-28 62 0 0,-47 21 43 0 0,1 1 0 0 0,-1-2 0 0 0,0 1 0 0 0,0-1 0 0 0,-1 0 0 0 0,0 0 0 0 0,0 0 0 0 0,-1-1 0 0 0,0 1 0 0 0,0-1 0 0 0,-1 0 0 0 0,4-11 0 0 0,-7 17-12 0 0,-1-2 18 0 0,1 3-109 0 0,0 1 0 0 0,0-1-1 0 0,0 1 1 0 0,0-1 0 0 0,0 1-1 0 0,0-1 1 0 0,0 1-1 0 0,0-1 1 0 0,0 0 0 0 0,0 1-1 0 0,-1-1 1 0 0,1 1 0 0 0,0-1-1 0 0,0 1 1 0 0,0-1-1 0 0,-1 1 1 0 0,1 0 0 0 0,0-1-1 0 0,-1 1 1 0 0,1-1 0 0 0,0 1-1 0 0,-1-1 1 0 0,1 1 0 0 0,-1 0-1 0 0,1-1 1 0 0,0 1-1 0 0,-1 0 1 0 0,1 0 0 0 0,-1-1-1 0 0,1 1 1 0 0,-1 0 0 0 0,1 0-1 0 0,-1-1 1 0 0,1 1-1 0 0,-1 0 1 0 0,0 0 0 0 0,-7 2-26 0 0,1 0 0 0 0,0 0 1 0 0,0 0-1 0 0,0 1 0 0 0,0 1 1 0 0,1-1-1 0 0,-1 1 0 0 0,1 0 1 0 0,0 0-1 0 0,0 1 0 0 0,0 0 1 0 0,0 0-1 0 0,1 0 0 0 0,0 1 1 0 0,-5 6-1 0 0,7-9-37 0 0,1 0 0 0 0,-1 0 0 0 0,1 0 0 0 0,0 0 0 0 0,0 1-1 0 0,0-1 1 0 0,1 1 0 0 0,-1-1 0 0 0,1 1 0 0 0,0-1 0 0 0,0 1 0 0 0,0 0 0 0 0,0 0 0 0 0,1-1 0 0 0,-1 1 0 0 0,1 0 0 0 0,0 0-1 0 0,0 0 1 0 0,1 0 0 0 0,-1-1 0 0 0,1 1 0 0 0,0 0 0 0 0,0 0 0 0 0,0-1 0 0 0,0 1 0 0 0,1-1 0 0 0,-1 1 0 0 0,1-1 0 0 0,0 1-1 0 0,0-1 1 0 0,0 0 0 0 0,3 3 0 0 0,-3-4 41 0 0,0-1 1 0 0,0 1-1 0 0,0-1 0 0 0,0 0 1 0 0,0 1-1 0 0,0-1 0 0 0,0 0 1 0 0,1 0-1 0 0,-1-1 0 0 0,0 1 1 0 0,1 0-1 0 0,-1-1 0 0 0,0 0 1 0 0,1 1-1 0 0,-1-1 0 0 0,1 0 1 0 0,-1 0-1 0 0,0 0 0 0 0,1-1 1 0 0,-1 1-1 0 0,1 0 0 0 0,-1-1 1 0 0,0 0-1 0 0,1 0 0 0 0,-1 1 1 0 0,0-1-1 0 0,0 0 0 0 0,0-1 1 0 0,0 1-1 0 0,1 0 0 0 0,2-3 1 0 0,4-3 154 0 0,-1 1 1 0 0,1-1 0 0 0,-1 0-1 0 0,0-1 1 0 0,13-17 0 0 0,-15 17 102 0 0,-3 5-13 0 0,-1 0 0 0 0,0 0 0 0 0,1 1 0 0 0,-1-1 0 0 0,-1-1 0 0 0,1 1 0 0 0,0 0 0 0 0,-1 0 0 0 0,0-1 0 0 0,0 1 0 0 0,0 0 0 0 0,0-1 0 0 0,1-6 0 0 0,-3 9-222 0 0,1 1 0 0 0,-1 0 1 0 0,0-1-1 0 0,0 1 0 0 0,1 0 0 0 0,-1-1 1 0 0,0 1-1 0 0,1 0 0 0 0,-1 0 1 0 0,0 0-1 0 0,0 0 0 0 0,1 0 0 0 0,-1 0 1 0 0,0 0-1 0 0,0 0 0 0 0,0 0 0 0 0,1 0 1 0 0,-1 0-1 0 0,0 0 0 0 0,1 0 0 0 0,-1 1 1 0 0,0-1-1 0 0,0 0 0 0 0,1 1 1 0 0,-1-1-1 0 0,0 0 0 0 0,1 1 0 0 0,-2 0 1 0 0,-25 10-86 0 0,25-10 75 0 0,-7 4-161 0 0,1 0 1 0 0,0 1 0 0 0,0 0-1 0 0,0 0 1 0 0,-9 10 0 0 0,-10 17-4152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2.6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8 228 1248 0 0,'-7'-6'5768'0'0,"6"6"-5718"0"0,258-26 26 0 0,-87 5-89 0 0,240-35 156 0 0,-387 52-141 0 0,192-25 47 0 0,110-5-60 0 0,-161 21 15 0 0,180-6-37 0 0,-303 19 14 0 0,185-5 22 0 0,-31 3-7 0 0,-193 2 1 0 0,21 1 439 0 0,-2 1-1146 0 0,-13-18-4420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3.5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211 35 4884 0 0,'0'0'-96'0'0,"-22"-34"5384"0"0,33 35-5934 0 0,0 1 622 0 0,0 0 0 0 0,0 1 1 0 0,15 6-1 0 0,4 1-12 0 0,83 14-30 0 0,-75-18 35 0 0,0 2 1 0 0,-1 1 0 0 0,67 27-1 0 0,-103-35 29 0 0,-1-1 0 0 0,1 0 0 0 0,0 1 0 0 0,-1-1 0 0 0,1 0 0 0 0,-1 1 0 0 0,1-1 0 0 0,-1 1 0 0 0,1-1 0 0 0,0 1 0 0 0,-1-1 0 0 0,0 1 0 0 0,1 0 0 0 0,-1-1 0 0 0,1 1 0 0 0,-1 0 0 0 0,0-1 0 0 0,0 1 0 0 0,1 0 0 0 0,-1-1 0 0 0,0 1 0 0 0,0 0 0 0 0,0 0 0 0 0,0-1 0 0 0,1 1 0 0 0,-1 0 0 0 0,0-1 0 0 0,0 1 0 0 0,-1 0 0 0 0,1 0 0 0 0,0-1-1 0 0,0 1 1 0 0,0 0 0 0 0,0 0 0 0 0,-1-1 0 0 0,1 1 0 0 0,0 0 0 0 0,-1-1 0 0 0,1 1 0 0 0,0-1 0 0 0,-1 1 0 0 0,1 0 0 0 0,-1-1 0 0 0,1 1 0 0 0,-1-1 0 0 0,1 1 0 0 0,-1-1 0 0 0,0 1 0 0 0,0 0 0 0 0,-31 26-23 0 0,32-27 25 0 0,-420 248-596 0 0,283-174-3159 0 0,105-56 977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5.8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20 6189 0 0,'0'0'-204'0'0,"-12"-20"1295"0"0,25 38-1126 0 0,0-1-1 0 0,1-1 1 0 0,0 0 0 0 0,2-1 0 0 0,-1 0-1 0 0,2-2 1 0 0,20 14 0 0 0,11 11 2 0 0,117 93-4 0 0,208 127 0 0 0,-245-172-8 0 0,39 23 16 0 0,54 29 40 0 0,-148-87-40 0 0,7 4 55 0 0,145 84-42 0 0,-168-107 22 0 0,325 194 68 0 0,-286-165-52 0 0,-55-33 3491 0 0,-41-37-3227 0 0,1 6-219 0 0,-1 0-1 0 0,0 0 1 0 0,0 0-1 0 0,0 0 1 0 0,-1 0-1 0 0,1 0 1 0 0,-1 0-1 0 0,1 0 0 0 0,-1 0 1 0 0,0 0-1 0 0,0 0 1 0 0,0 0-1 0 0,-1 0 1 0 0,1 1-1 0 0,-4-6 1 0 0,-44-69 387 0 0,-96-101-274 0 0,119 153-2488 0 0,56 61 2078 0 0,1-1 0 0 0,1-1 0 0 0,41 31 1 0 0,46 47-132 0 0,-118-110 359 0 0,0-1 0 0 0,1 1 0 0 0,-1 0 0 0 0,0 0 0 0 0,0 0 0 0 0,0 0 0 0 0,-1 0 0 0 0,1 0 0 0 0,0 0 0 0 0,-1 0 0 0 0,1 0 0 0 0,-1 0 0 0 0,0 0 0 0 0,0 0 0 0 0,0 0 0 0 0,0 0 0 0 0,0 1 0 0 0,0-1 0 0 0,0 0 0 0 0,-1 0 0 0 0,1 0 0 0 0,-1 0 0 0 0,1 0 0 0 0,-1 0 0 0 0,0 0 0 0 0,0 0 0 0 0,0 0 0 0 0,0 0 0 0 0,0-1 0 0 0,0 1 0 0 0,-1 0 0 0 0,1-1 0 0 0,-1 1 0 0 0,1-1 0 0 0,-3 3 0 0 0,-5 5 12 0 0,-1 0 0 0 0,0-1 0 0 0,-1 0 0 0 0,-14 9-1 0 0,-27 12 117 0 0,0-2 0 0 0,-98 35 0 0 0,-120 21-4299 0 0,253-78 3410 0 0,-8 0-1416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7.8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33 5408 0 0,'-18'-31'1389'0'0,"17"30"-1048"0"0,3 6-833 0 0,21 39 392 0 0,2-1 0 0 0,2-2-1 0 0,38 47 1 0 0,-15-21 66 0 0,276 351-76 0 0,-131-174 111 0 0,-116-130 9 0 0,-4 3 1 0 0,63 137 0 0 0,-41-72-20 0 0,-25-46 5 0 0,81 133-41 0 0,3-63 86 0 0,-92-125-29 0 0,21 28 24 0 0,6-3 1 0 0,108 98-1 0 0,12-1 86 0 0,-176-166-109 0 0,6 6-1 0 0,55 43 0 0 0,-33-14-2 0 0,-62-71-3 0 0,0 1 20 0 0,0-1 0 0 0,0 1 0 0 0,0 0 0 0 0,1-1 0 0 0,-1 0 0 0 0,0 1 0 0 0,1-1 0 0 0,-1 0 0 0 0,1 0 0 0 0,-1 0 0 0 0,1 0 0 0 0,3 2 0 0 0,10 10-3217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8.8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259 99 4688 0 0,'-13'-33'-541'0'0,"1"-16"2213"0"0,12 47-1233 0 0,-3-13 1172 0 0,18 48-1641 0 0,1-2 1 0 0,1 0-1 0 0,2-1 1 0 0,1-1-1 0 0,25 27 1 0 0,46 30 42 0 0,-66-65 14 0 0,-1 0 1 0 0,41 50-1 0 0,-64-70-16 0 0,-1 0 0 0 0,1 0 0 0 0,0 0 0 0 0,-1 0 0 0 0,1 0 0 0 0,0 0 0 0 0,-1 0 0 0 0,1 1 0 0 0,-1-1 0 0 0,0 0-1 0 0,1 0 1 0 0,-1 0 0 0 0,0 1 0 0 0,0-1 0 0 0,0 0 0 0 0,0 0 0 0 0,0 1 0 0 0,0-1 0 0 0,0 0 0 0 0,0 0 0 0 0,0 1-1 0 0,-1-1 1 0 0,1 0 0 0 0,-1 2 0 0 0,-1-1 8 0 0,1 1-1 0 0,-1-1 0 0 0,1 0 1 0 0,-1 0-1 0 0,0 0 1 0 0,0 0-1 0 0,0-1 0 0 0,0 1 1 0 0,0-1-1 0 0,0 1 0 0 0,-4 1 1 0 0,-8 4 59 0 0,-1-1-1 0 0,1 0 1 0 0,-21 4-1 0 0,22-6-23 0 0,-354 97-493 0 0,310-86-974 0 0,40-10-798 0 0,3 2-515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1.1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82 1766 5849 0 0,'-34'16'-2716'0'0,"-14"13"3019"0"0,63-47 3521 0 0,77-59-3444 0 0,-89 76-263 0 0,600-534 1192 0 0,-457 389-1053 0 0,185-167 491 0 0,-56 96-679 0 0,-83 67-26 0 0,-24 30-57 0 0,-67 50 28 0 0,-62 39 11 0 0,26-16 70 0 0,-35 21 471 0 0,-31 25-565 0 0,1 0 0 0 0,-1-1 0 0 0,0 1 0 0 0,0 0 0 0 0,0 0 0 0 0,1 0 0 0 0,-1 0 1 0 0,0 0-1 0 0,-1 0 0 0 0,1 0 0 0 0,0 0 0 0 0,0 0 0 0 0,0 0 0 0 0,0 1 0 0 0,-1-1 0 0 0,1 0 0 0 0,0 1 0 0 0,-1-1 0 0 0,1 1 0 0 0,0-1 0 0 0,-1 1 0 0 0,1 0 0 0 0,-3-1 0 0 0,-31-5-33 0 0,-10 4-43 0 0,1 2 0 0 0,-1 1 0 0 0,-85 16 0 0 0,39-5-55 0 0,55-8-168 0 0,51-9-160 0 0,10-1 555 0 0,52-11-165 0 0,157-15 0 0 0,-125 27-374 0 0,-107 5 433 0 0,-1 0-1 0 0,0 1 1 0 0,0-1-1 0 0,0 1 0 0 0,0-1 1 0 0,1 1-1 0 0,-1-1 1 0 0,0 1-1 0 0,0-1 1 0 0,0 1-1 0 0,0 0 1 0 0,0 0-1 0 0,0-1 1 0 0,0 1-1 0 0,-1 0 0 0 0,1 0 1 0 0,0 0-1 0 0,0 0 1 0 0,-1 0-1 0 0,1 0 1 0 0,-1 0-1 0 0,1 0 1 0 0,-1 1-1 0 0,1-1 1 0 0,-1 0-1 0 0,1 0 1 0 0,-1 0-1 0 0,0 2 0 0 0,6 39-131 0 0,-5-33 103 0 0,0 5 27 0 0,-2 0-1 0 0,1 0 0 0 0,-2 0 0 0 0,0 0 0 0 0,0-1 1 0 0,-1 1-1 0 0,-8 20 0 0 0,4-8-173 0 0,7-20-56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2.6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1 195 5120 0 0,'0'0'-280'0'0,"8"0"-590"0"0,277-24 819 0 0,-92 3 26 0 0,688-87 407 0 0,-732 84 1083 0 0,-146 23-1286 0 0,1 1-130 0 0,10-1 60 0 0,-1 0 0 0 0,1-1 0 0 0,16-5 0 0 0,-28 6-44 0 0,4-3 38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3.4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5 4272 0 0,'-13'-4'878'0'0,"8"3"1034"0"0,224 57-1961 0 0,0-3 19 0 0,-172-36-176 0 0,-47-16 205 0 0,0-1-1 0 0,0 1 0 0 0,0-1 1 0 0,0 0-1 0 0,1 1 1 0 0,-1-1-1 0 0,0 1 0 0 0,0-1 1 0 0,0 0-1 0 0,0 1 0 0 0,0-1 1 0 0,0 1-1 0 0,0-1 1 0 0,0 0-1 0 0,-1 1 0 0 0,1-1 1 0 0,0 1-1 0 0,0-1 1 0 0,0 1-1 0 0,0-1 0 0 0,0 0 1 0 0,-1 1-1 0 0,1-1 0 0 0,0 0 1 0 0,0 1-1 0 0,-1-1 1 0 0,1 0-1 0 0,0 1 0 0 0,0-1 1 0 0,-1 0-1 0 0,1 0 0 0 0,0 1 1 0 0,-2-1-1 0 0,-9 13 1 0 0,11-13 2 0 0,-26 23 37 0 0,-1-2 0 0 0,-1-1 0 0 0,-1-1 0 0 0,-40 19 0 0 0,-8 6 60 0 0,19-13-133 0 0,-24 17-3560 0 0,69-39 2071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5.0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4 4468 0 0,'0'0'-124'0'0,"-18"-2"69"0"0,17 2 48 0 0,1 0 1 0 0,0-1 0 0 0,-1 1-1 0 0,1 0 1 0 0,-1 0-1 0 0,1 0 1 0 0,-1 0-1 0 0,1 0 1 0 0,-1 0-1 0 0,1 0 1 0 0,-1 0 0 0 0,1 0-1 0 0,0 0 1 0 0,-1 0-1 0 0,1 0 1 0 0,-1 0-1 0 0,1 0 1 0 0,-1 0-1 0 0,1 0 1 0 0,-1 0 0 0 0,1 0-1 0 0,-1 1 1 0 0,1-1-1 0 0,0 0 1 0 0,-1 0-1 0 0,1 1 1 0 0,-1-1-1 0 0,1 0 1 0 0,0 0-1 0 0,-1 1 1 0 0,1-1 0 0 0,0 0-1 0 0,-1 2 1 0 0,10 7-38 0 0,0 1 0 0 0,0-1 1 0 0,1-1-1 0 0,0 0 0 0 0,1 0 0 0 0,22 12 1 0 0,17 13-5 0 0,27 19 16 0 0,88 45 1 0 0,-68-42 59 0 0,-79-44-33 0 0,351 215 53 0 0,-86-43-14 0 0,-215-146 10 0 0,92 35 0 0 0,9 4 6 0 0,-53-17-97 0 0,-114-58 64 0 0,4 2 271 0 0,4 2 698 0 0,2-26-4270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5.7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286 49 3772 0 0,'-45'-25'432'0'0,"11"1"3667"0"0,31 27-4403 0 0,2-3 295 0 0,0 1-1 0 0,1 0 0 0 0,-1 0 0 0 0,1 0 0 0 0,-1 0 0 0 0,0 0 1 0 0,1 0-1 0 0,0 0 0 0 0,-1 0 0 0 0,1 0 0 0 0,-1 0 0 0 0,1 0 1 0 0,0 0-1 0 0,0 0 0 0 0,0 0 0 0 0,0 0 0 0 0,0 0 0 0 0,0 1 1 0 0,0-1-1 0 0,0 0 0 0 0,0 0 0 0 0,0 0 0 0 0,1 0 0 0 0,-1 1 1 0 0,18 34-130 0 0,41 33 28 0 0,-51-60 94 0 0,32 30-21 0 0,61 47 1 0 0,-11-11-12 0 0,-89-74 45 0 0,2 1 14 0 0,0 0-1 0 0,0 1 1 0 0,0 0 0 0 0,-1-1 0 0 0,1 1 0 0 0,-1 0 0 0 0,0 0 0 0 0,0 0 0 0 0,2 4 0 0 0,-4-6-1 0 0,0 1 1 0 0,0-1-1 0 0,0 1 0 0 0,0-1 0 0 0,0 0 0 0 0,-1 1 0 0 0,1-1 1 0 0,0 0-1 0 0,-1 1 0 0 0,1-1 0 0 0,-1 0 0 0 0,1 0 0 0 0,-1 1 1 0 0,0-1-1 0 0,1 0 0 0 0,-1 0 0 0 0,0 0 0 0 0,0 0 0 0 0,0 0 1 0 0,0 0-1 0 0,0 0 0 0 0,0 0 0 0 0,0 0 0 0 0,0 0 0 0 0,0-1 1 0 0,0 1-1 0 0,-1 0 0 0 0,0 0 0 0 0,-324 201 444 0 0,156-103-4504 0 0,145-82 1781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7.2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165 10 5332 0 0,'0'0'-159'0'0,"0"-1"181"0"0,0 1 1 0 0,0 0-1 0 0,0-1 0 0 0,0 1 1 0 0,0 0-1 0 0,0-1 0 0 0,0 1 1 0 0,-1 0-1 0 0,1-1 0 0 0,0 1 1 0 0,0 0-1 0 0,0-1 0 0 0,0 1 1 0 0,0 0-1 0 0,-1-1 0 0 0,1 1 1 0 0,0 0-1 0 0,0 0 0 0 0,0-1 1 0 0,-1 1-1 0 0,1 0 0 0 0,0 0 1 0 0,0-1-1 0 0,-1 1 0 0 0,1 0 1 0 0,0 0-1 0 0,-1 0 0 0 0,1-1 1 0 0,0 1-1 0 0,-1 0 0 0 0,1 0 1 0 0,0 0-1 0 0,-1 0 0 0 0,1 0 1 0 0,0 0-1 0 0,-1 0 0 0 0,1 0 1 0 0,0 0-1 0 0,-1 0 0 0 0,1 0 1 0 0,0 0-1 0 0,-1 0 0 0 0,1 0 1 0 0,0 0-1 0 0,-1 0 0 0 0,0 1 1 0 0,-12 4-91 0 0,0 0 0 0 0,1 2 0 0 0,0 0 0 0 0,0 0 0 0 0,0 1 0 0 0,1 0 0 0 0,0 1 0 0 0,0 0 0 0 0,1 1 0 0 0,1 0 0 0 0,-17 23-1 0 0,25-32-68 0 0,9-4-257 0 0,111-65 545 0 0,-83 46 451 0 0,-34 21-439 0 0,-3 5-121 0 0,0 3-32 0 0,-1 0 0 0 0,0 0 0 0 0,-1-1 0 0 0,1 1 0 0 0,-1-1 0 0 0,0 0 0 0 0,-1 0 0 0 0,-5 7 0 0 0,-37 47 199 0 0,45-58-220 0 0,-6 4-68 0 0,3-29-4107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0.1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3738 4048 0 0,'0'0'-162'0'0,"-3"13"3897"0"0,37-62-3187 0 0,45-89 0 0 0,-27 44-445 0 0,117-169 49 0 0,-8 14-65 0 0,115-272 247 0 0,-102 208 164 0 0,-69 135-53 0 0,43-51-76 0 0,-37 63-209 0 0,42-104 406 0 0,-90 154-401 0 0,162-247-13 0 0,-68 100 144 0 0,-10 8-244 0 0,-79 135 47 0 0,-67 119-85 0 0,12-30 9 0 0,-1-4-35 0 0,-2 18 0 0 0,-10 16 10 0 0,1-1 7 0 0,1-6 7 0 0,-1 4-5 0 0,0-1 5 0 0,0 4 48 0 0,-1 0-92 0 0,0 1 23 0 0,0 0 0 0 0,0 0 0 0 0,0 0 0 0 0,0 0 0 0 0,-1 0 1 0 0,1 0-1 0 0,0 0 0 0 0,0 0 0 0 0,0 0 0 0 0,0 0 0 0 0,-1 0 0 0 0,1 0 0 0 0,0 0 0 0 0,0 0 1 0 0,0 0-1 0 0,0 0 0 0 0,-1 0 0 0 0,1 0 0 0 0,0 0 0 0 0,0 0 0 0 0,0 0 0 0 0,0 0 0 0 0,0 0 1 0 0,-1 0-1 0 0,1 0 0 0 0,0-1 0 0 0,0 1 0 0 0,0 0 0 0 0,0 0 0 0 0,0 0 0 0 0,0 0 0 0 0,0 0 1 0 0,-1 0-1 0 0,1-1 0 0 0,0 1 0 0 0,0 0 0 0 0,0 0 0 0 0,0 0 0 0 0,0 0 0 0 0,0 0 1 0 0,0-1-1 0 0,0 1 0 0 0,0 0 0 0 0,0 0 0 0 0,0 0 0 0 0,0 0 0 0 0,0-1 0 0 0,0 1 0 0 0,0 0 1 0 0,0 0-1 0 0,0 0 0 0 0,0 0 0 0 0,0-1 0 0 0,0 1 0 0 0,0 0 0 0 0,0 0 0 0 0,0 0 0 0 0,-49 25-128 0 0,-62 42 0 0 0,-24 16-38 0 0,118-75 192 0 0,16-7 83 0 0,1-3-101 0 0,1-1 1 0 0,0 1-1 0 0,0-1 0 0 0,0 1 0 0 0,0 0 0 0 0,0 0 0 0 0,0-1 0 0 0,1 1 0 0 0,-1 0 0 0 0,1 0 0 0 0,-1 0 0 0 0,1 1 0 0 0,0-1 0 0 0,0 0 0 0 0,2-2 0 0 0,40-29-24 0 0,-25 21 17 0 0,24-22-9 0 0,2 3 0 0 0,58-30-1 0 0,-61 39-107 0 0,-40 21 94 0 0,6-1-147 0 0,-8 1 130 0 0,1 1 1 0 0,0-1 0 0 0,0 1-1 0 0,0 0 1 0 0,0-1-1 0 0,-1 1 1 0 0,1 0 0 0 0,0-1-1 0 0,0 1 1 0 0,0 0-1 0 0,0 0 1 0 0,0 0-1 0 0,0 0 1 0 0,0 0 0 0 0,0 0-1 0 0,-1 0 1 0 0,1 0-1 0 0,0 0 1 0 0,2 1 0 0 0,1 3-11 0 0,1 0 0 0 0,-1 1 0 0 0,1 0-1 0 0,-1 0 1 0 0,-1 0 0 0 0,1 0 0 0 0,-1 1 0 0 0,0-1 0 0 0,0 1 0 0 0,0 0 0 0 0,-1 0 0 0 0,0 0 0 0 0,0 0 0 0 0,-1 1 0 0 0,1-1 0 0 0,-1 7 0 0 0,3 3-23 0 0,0 0 0 0 0,1-1 0 0 0,8 21 0 0 0,-3-13-404 0 0,-7 3-4559 0 0,-5-16 3700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2.9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2102 4228 0 0,'-1'-2'-9'0'0,"0"-1"0"0"0,0 1-1 0 0,1-1 1 0 0,-1 1-1 0 0,1 0 1 0 0,-1-1 0 0 0,1 1-1 0 0,0-1 1 0 0,0 1 0 0 0,0-1-1 0 0,1-3 1 0 0,22-20 238 0 0,-19 23-223 0 0,167-167 1194 0 0,2 0-853 0 0,250-228 816 0 0,-128 146-839 0 0,47-53 707 0 0,-176 153-822 0 0,95-60-109 0 0,-177 137-82 0 0,166-163 241 0 0,-215 199 527 0 0,-34 38-94 0 0,-5 0-678 0 0,-7-2-16 0 0,1 1-1 0 0,-2 1 0 0 0,1-1 0 0 0,0 2 1 0 0,0 0-1 0 0,0 0 0 0 0,0 1 1 0 0,-18 4-1 0 0,-98 25-110 0 0,111-25 98 0 0,-143 51-205 0 0,157-55 242 0 0,-12 3 41 0 0,8-3-124 0 0,8-2-401 0 0,336-95 326 0 0,-270 77 84 0 0,-67 19 44 0 0,32-6-733 0 0,-31 9 725 0 0,0-1 0 0 0,0 1 0 0 0,-1 0 0 0 0,1-1-1 0 0,-1 1 1 0 0,1 0 0 0 0,-1 0 0 0 0,0 0 0 0 0,0 0-1 0 0,-1 0 1 0 0,1 0 0 0 0,-1 0 0 0 0,1 1 0 0 0,-1-1-1 0 0,0 0 1 0 0,0 0 0 0 0,0 0 0 0 0,-1 0 0 0 0,1 0-1 0 0,-1 1 1 0 0,0-1 0 0 0,-1 3 0 0 0,-27 89-5 0 0,19-66-6 0 0,-38 97 12 0 0,38-102-110 0 0,-6 14 53 0 0,4-9-3901 0 0,7-19 1687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4.7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8 299 5481 0 0,'0'0'-247'0'0,"-1"-2"-198"0"0,-4-4 424 0 0,3 4 426 0 0,21-6-594 0 0,2 1 164 0 0,0 2 1 0 0,1 0 0 0 0,-1 2-1 0 0,1 0 1 0 0,0 2 0 0 0,38 1-1 0 0,30-2 5 0 0,338-66 162 0 0,-290 42-135 0 0,164-10-116 0 0,-105 15 185 0 0,114-28 610 0 0,-309 49-656 0 0,1-1-4 0 0,38-5 74 0 0,-38 5-54 0 0,13-2 154 0 0,140-11 77 0 0,-153 14-220 0 0,17 0 209 0 0,-15 0-274 0 0,-4 0 7 0 0,0 1 0 0 0,0-1 0 0 0,0 0 1 0 0,0 0-1 0 0,0 0 0 0 0,0 0 0 0 0,0 0 0 0 0,0 0 0 0 0,0 0 0 0 0,0 0 0 0 0,-1 0 0 0 0,1-1 0 0 0,0 1 0 0 0,0 0 0 0 0,0 0 0 0 0,0-1 1 0 0,0 1-1 0 0,0-1 0 0 0,0 1 0 0 0,0-1 0 0 0,-1 1 0 0 0,1-1 0 0 0,0 0 0 0 0,0 1 0 0 0,-1-1 0 0 0,1 0 0 0 0,-1 1 0 0 0,1-1 0 0 0,0 0 1 0 0,0-1-1 0 0,-12-17-4704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5.6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3 4556 0 0,'0'0'-246'0'0,"-17"-3"23"0"0,17 4 225 0 0,1-1 1 0 0,-1 0-1 0 0,0 0 1 0 0,0 0-1 0 0,0 0 0 0 0,0 0 1 0 0,0 0-1 0 0,0 1 0 0 0,0-1 1 0 0,0 0-1 0 0,0 0 1 0 0,1 0-1 0 0,-1 0 0 0 0,0 0 1 0 0,0 1-1 0 0,0-1 0 0 0,0 0 1 0 0,0 0-1 0 0,0 0 1 0 0,0 0-1 0 0,0 1 0 0 0,0-1 1 0 0,0 0-1 0 0,0 0 0 0 0,0 0 1 0 0,0 0-1 0 0,0 0 1 0 0,-1 1-1 0 0,1-1 0 0 0,0 0 1 0 0,0 0-1 0 0,0 0 0 0 0,0 0 1 0 0,0 0-1 0 0,0 1 1 0 0,0-1-1 0 0,0 0 0 0 0,0 0 1 0 0,0 0-1 0 0,-1 0 0 0 0,1 0 1 0 0,0 0-1 0 0,0 0 1 0 0,0 0-1 0 0,0 1 0 0 0,0-1 1 0 0,-1 0-1 0 0,1 0 0 0 0,0 0 1 0 0,0 0-1 0 0,0 0 1 0 0,0 0-1 0 0,0 0 0 0 0,-1 0 1 0 0,1 0-1 0 0,0 0 0 0 0,0 0 1 0 0,0 0-1 0 0,0 0 1 0 0,-1 0-1 0 0,1 0 0 0 0,20 18-12 0 0,33 18-58 0 0,334 106 310 0 0,-349-127-114 0 0,-36-15-110 0 0,3 5 14 0 0,-4-5-28 0 0,-1 0 1 0 0,1 0-1 0 0,0 1 0 0 0,-1-1 1 0 0,1 0-1 0 0,-1 1 1 0 0,1-1-1 0 0,-1 0 0 0 0,1 1 1 0 0,0-1-1 0 0,-1 1 0 0 0,0-1 1 0 0,1 1-1 0 0,-1-1 0 0 0,1 1 1 0 0,-1-1-1 0 0,0 1 0 0 0,1-1 1 0 0,-1 1-1 0 0,0 0 0 0 0,0-1 1 0 0,1 1-1 0 0,-1-1 0 0 0,0 1 1 0 0,0 0-1 0 0,0 4 14 0 0,-1-1-1 0 0,0 1 1 0 0,0-1 0 0 0,0 0 0 0 0,0 0-1 0 0,-1 0 1 0 0,0 1 0 0 0,1-1-1 0 0,-2-1 1 0 0,1 1 0 0 0,-3 4-1 0 0,-38 45 192 0 0,20-27-128 0 0,-65 78 658 0 0,-153 140 0 0 0,235-239-810 0 0,-10 9 611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9.8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20 2612 0 0,'0'0'1928'0'0,"1"-18"722"0"0,1 17-2639 0 0,65 8-113 0 0,-16 2 59 0 0,85 20-1 0 0,-120-24 1 0 0,-1 0 0 0 0,0 0 0 0 0,0 2 1 0 0,0 0-1 0 0,-1 0 0 0 0,17 13 0 0 0,-29-19 38 0 0,0 1-1 0 0,-1-1 1 0 0,1 0 0 0 0,0 1 0 0 0,-1-1-1 0 0,0 1 1 0 0,1 0 0 0 0,-1 0 0 0 0,0-1-1 0 0,0 1 1 0 0,0 0 0 0 0,0 0 0 0 0,0 0-1 0 0,-1 0 1 0 0,1 0 0 0 0,0 0 0 0 0,-1 0-1 0 0,0 0 1 0 0,1 0 0 0 0,-1 0 0 0 0,0 3-1 0 0,-1-1 4 0 0,1 0-1 0 0,-1 0 1 0 0,0 1-1 0 0,0-1 1 0 0,-1 0-1 0 0,1 0 1 0 0,-1 0-1 0 0,0 0 1 0 0,-4 6-1 0 0,-6 7 11 0 0,0-2-1 0 0,-1 0 0 0 0,-23 21 1 0 0,28-28-13 0 0,-24 18 155 0 0,-2-1-1 0 0,0-1 1 0 0,-1-2 0 0 0,-59 27 0 0 0,92-48-129 0 0,-53 24 498 0 0,53-24-456 0 0,2-1-83 0 0,0 0 0 0 0,0 0 0 0 0,0 1 1 0 0,-1-1-1 0 0,1 0 0 0 0,0 0 0 0 0,0 1 0 0 0,0-1 0 0 0,0 0 0 0 0,0 0 1 0 0,0 0-1 0 0,0 0 0 0 0,0 1 0 0 0,-1-1 0 0 0,1 0 0 0 0,0 0 0 0 0,0 0 1 0 0,0 0-1 0 0,0 1 0 0 0,-1-1 0 0 0,1 0 0 0 0,0 0 0 0 0,0 0 0 0 0,0 0 1 0 0,-1 0-1 0 0,1 0 0 0 0,0 0 0 0 0,0 0 0 0 0,0 0 0 0 0,-1 0 0 0 0,1 0 1 0 0,0 1-1 0 0,0-1 0 0 0,0 0 0 0 0,-1-1 0 0 0,1 1 0 0 0,0 0 0 0 0,0 0 1 0 0,-1 0-1 0 0,1 0 0 0 0,0 0 0 0 0,0 0 0 0 0,0 0 0 0 0,-1 0 0 0 0,1 0 1 0 0,0 0-1 0 0,0 0 0 0 0,0 0 0 0 0,0-1 0 0 0,-1 1 0 0 0,1 0 0 0 0,0 0 0 0 0,0 0 1 0 0,0 0-1 0 0,0-1 0 0 0,-1 1 0 0 0,-11-9-2489 0 0,11 8 2314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0.4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328 25 5412 0 0,'0'0'-234'0'0,"0"-1"334"0"0,0 0 0 0 0,1 0 0 0 0,-1 0 0 0 0,0 0 0 0 0,0 0 0 0 0,1-1 0 0 0,-1 1 0 0 0,0 0 0 0 0,0 0 0 0 0,0 0 0 0 0,-1 0 0 0 0,1-1 0 0 0,0 1 0 0 0,0 0 0 0 0,-1 0 0 0 0,1-1 0 0 0,-8 0-47 0 0,1 1 0 0 0,-1 0 0 0 0,1 1 1 0 0,-1 0-1 0 0,0 0 0 0 0,1 0 0 0 0,-1 1 0 0 0,1 0 0 0 0,-1 1 1 0 0,1 0-1 0 0,0 0 0 0 0,0 0 0 0 0,-9 5 0 0 0,-5 3-86 0 0,0 1-1 0 0,0 0 1 0 0,-23 19 0 0 0,32-21-6 0 0,0 1 0 0 0,0 0 0 0 0,1 1 0 0 0,0 1 0 0 0,-9 13 0 0 0,16-21 13 0 0,1 0 1 0 0,0 1 0 0 0,0-1 0 0 0,1 1 0 0 0,-1-1 0 0 0,1 1 0 0 0,0 0-1 0 0,0 0 1 0 0,1 1 0 0 0,-1-1 0 0 0,1 0 0 0 0,0 0 0 0 0,1 1 0 0 0,-1-1-1 0 0,1 0 1 0 0,0 1 0 0 0,2 8 0 0 0,-1-10 22 0 0,1-1 1 0 0,-1 0-1 0 0,1 1 0 0 0,0-1 0 0 0,0 0 1 0 0,0 0-1 0 0,0 0 0 0 0,1-1 1 0 0,-1 1-1 0 0,1 0 0 0 0,0-1 0 0 0,0 0 1 0 0,0 0-1 0 0,0 0 0 0 0,0 0 0 0 0,0 0 1 0 0,0 0-1 0 0,7 1 0 0 0,64 19 61 0 0,-70-21-52 0 0,58 9 45 0 0,76 3 0 0 0,33 6 308 0 0,-169-19-325 0 0,4 1 44 0 0,2 1-389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0.8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27 5809 0 0,'3'-27'2639'0'0,"5"61"-2397"0"0,3 15-397 0 0,-5-36 138 0 0,-1 1 0 0 0,-1 1 0 0 0,0-1-1 0 0,-1 1 1 0 0,-1-1 0 0 0,0 1-1 0 0,-1 0 1 0 0,0 0 0 0 0,-1 0 0 0 0,-1-1-1 0 0,0 1 1 0 0,-5 19 0 0 0,-3-8-4513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2.1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2 4812 0 0,'0'0'-288'0'0,"-14"4"-420"0"0,7-2 657 0 0,12-2 634 0 0,50-6-537 0 0,-20 4-72 0 0,1 3 0 0 0,-1 1 0 0 0,0 2 0 0 0,0 1 0 0 0,0 1 0 0 0,51 18 0 0 0,-83-23 20 0 0,0-1-1 0 0,0 1 1 0 0,0 0 0 0 0,0 1 0 0 0,0-1 0 0 0,-1 0 0 0 0,1 1 0 0 0,0 0-1 0 0,-1 0 1 0 0,1 0 0 0 0,-1 0 0 0 0,1 0 0 0 0,-1 0 0 0 0,0 0 0 0 0,0 1-1 0 0,0-1 1 0 0,0 1 0 0 0,-1 0 0 0 0,1-1 0 0 0,-1 1 0 0 0,1 0 0 0 0,-1 0-1 0 0,0 0 1 0 0,0 0 0 0 0,0 0 0 0 0,-1 0 0 0 0,1 0 0 0 0,0 5 0 0 0,-2-3 23 0 0,1 1-1 0 0,-1-1 1 0 0,-1 0 0 0 0,1 1 0 0 0,-1-1 0 0 0,0 0 0 0 0,0 0 0 0 0,0 0 0 0 0,-1-1 0 0 0,1 1 0 0 0,-1 0 0 0 0,0-1 0 0 0,-1 0 0 0 0,1 1-1 0 0,-8 6 1 0 0,-28 22 237 0 0,-1-1 0 0 0,-2-2-1 0 0,-72 40 1 0 0,67-42 205 0 0,9-3 480 0 0,36-24-877 0 0,7-6-2003 0 0,14-21 410 0 0,1 5 80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2.8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371 25 4252 0 0,'-1'-1'29'0'0,"1"0"-1"0"0,0 0 1 0 0,-1-1 0 0 0,1 1-1 0 0,-1 0 1 0 0,1 0-1 0 0,-1 0 1 0 0,0 0-1 0 0,1 0 1 0 0,-1-1-1 0 0,0 1 1 0 0,0 0-1 0 0,0 1 1 0 0,1-1 0 0 0,-1 0-1 0 0,0 0 1 0 0,-1 0-1 0 0,1 0 1 0 0,0 1-1 0 0,0-1 1 0 0,0 0-1 0 0,0 1 1 0 0,0-1-1 0 0,-1 1 1 0 0,1 0 0 0 0,0-1-1 0 0,-3 1 1 0 0,0-1-4 0 0,-1 1 1 0 0,0 0 0 0 0,1 1-1 0 0,-1-1 1 0 0,0 1 0 0 0,1 0-1 0 0,-1 0 1 0 0,-5 2 0 0 0,-7 4-43 0 0,1 0-1 0 0,-1 1 1 0 0,-19 13 0 0 0,4 3-34 0 0,0 1 1 0 0,2 1-1 0 0,-29 32 1 0 0,52-49 28 0 0,1-1 1 0 0,-1 1 0 0 0,2 0-1 0 0,-1 1 1 0 0,-5 14 0 0 0,-4 5-162 0 0,15-28 181 0 0,-1 0 0 0 0,1 0 1 0 0,0 1-1 0 0,0-1 0 0 0,0 0 0 0 0,0 0 0 0 0,0 0 0 0 0,1 0 0 0 0,-1 0 1 0 0,0 0-1 0 0,0 0 0 0 0,1 0 0 0 0,-1 0 0 0 0,0 0 0 0 0,1-1 0 0 0,-1 1 1 0 0,1 0-1 0 0,-1 0 0 0 0,1 0 0 0 0,0 0 0 0 0,-1 0 0 0 0,1-1 0 0 0,0 1 1 0 0,0 0-1 0 0,-1-1 0 0 0,1 1 0 0 0,0-1 0 0 0,0 1 0 0 0,0 0 0 0 0,0-1 1 0 0,0 0-1 0 0,0 1 0 0 0,2 0 0 0 0,31 13 57 0 0,0-7-21 0 0,0-1 0 0 0,0-2 0 0 0,44 0 0 0 0,40 5 135 0 0,-27 1-189 0 0,-87-19-2221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3.4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89 3612 0 0,'-16'-23'2385'0'0,"16"21"-2165"0"0,26-21 136 0 0,-17 17-373 0 0,1 0 0 0 0,0 1 0 0 0,0 1 1 0 0,0 0-1 0 0,1 0 0 0 0,-1 1 1 0 0,1 0-1 0 0,0 1 0 0 0,-1 0 1 0 0,1 1-1 0 0,0 0 0 0 0,0 1 0 0 0,0 0 1 0 0,0 1-1 0 0,18 3 0 0 0,-28-4 6 0 0,1 0-1 0 0,0 1 0 0 0,0-1 0 0 0,0 1 1 0 0,-1 0-1 0 0,1 0 0 0 0,0-1 1 0 0,-1 1-1 0 0,1 0 0 0 0,-1 0 1 0 0,1 0-1 0 0,-1 1 0 0 0,1-1 0 0 0,-1 0 1 0 0,0 1-1 0 0,0-1 0 0 0,1 0 1 0 0,-1 1-1 0 0,0 0 0 0 0,0-1 0 0 0,0 1 1 0 0,-1-1-1 0 0,1 1 0 0 0,0 0 1 0 0,-1 0-1 0 0,1-1 0 0 0,-1 1 1 0 0,1 0-1 0 0,-1 0 0 0 0,0 0 0 0 0,0 0 1 0 0,0-1-1 0 0,0 1 0 0 0,0 0 1 0 0,0 0-1 0 0,-1 0 0 0 0,1 0 1 0 0,-1-1-1 0 0,1 1 0 0 0,-1 0 0 0 0,1 0 1 0 0,-1-1-1 0 0,-2 4 0 0 0,-1 5-2 0 0,-1 0 0 0 0,0 0-1 0 0,-1-1 1 0 0,0 1-1 0 0,-14 16 1 0 0,-36 32-49 0 0,-91 73-1 0 0,85-76 146 0 0,60-54 109 0 0,7 0-102 0 0,17-1 57 0 0,0-2 1 0 0,0 0 0 0 0,0-1 0 0 0,21-6 0 0 0,-15 3-1371 0 0,1 2 0 0 0,39-3 1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4.8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 82 4020 0 0,'0'0'10'0'0,"-16"-7"533"0"0,16 7-470 0 0,-1 0-1 0 0,1 0 1 0 0,-1 0 0 0 0,1 0-1 0 0,-1 0 1 0 0,1 0-1 0 0,-1 0 1 0 0,1-1-1 0 0,-1 1 1 0 0,1 0 0 0 0,-1 0-1 0 0,1-1 1 0 0,0 1-1 0 0,-1 0 1 0 0,1 0-1 0 0,-1-1 1 0 0,1 1-1 0 0,0-1 1 0 0,-1 1 0 0 0,1 0-1 0 0,0-1 1 0 0,0 1-1 0 0,-1-1 1 0 0,1 1-1 0 0,0 0 1 0 0,0-1-1 0 0,0 1 1 0 0,-1-1 0 0 0,1 1-1 0 0,0-1 1 0 0,0 0-1 0 0,11-6-59 0 0,1 1-1 0 0,0 0 1 0 0,0 0-1 0 0,0 1 1 0 0,1 1-1 0 0,-1 0 1 0 0,25-3-1 0 0,99-9-44 0 0,-122 15 56 0 0,75-1-280 0 0,-81 2 204 0 0,0 1 1 0 0,0 0-1 0 0,0 0 1 0 0,0 1 0 0 0,-1 0-1 0 0,1 0 1 0 0,-1 1-1 0 0,13 6 1 0 0,-18-8 46 0 0,-1 0 1 0 0,0 0-1 0 0,0 0 1 0 0,0 1-1 0 0,0-1 1 0 0,0 0-1 0 0,0 0 1 0 0,0 1-1 0 0,-1-1 1 0 0,1 0-1 0 0,0 1 1 0 0,-1-1-1 0 0,1 1 0 0 0,-1-1 1 0 0,0 1-1 0 0,1-1 1 0 0,-1 1-1 0 0,0-1 1 0 0,0 1-1 0 0,0-1 1 0 0,0 1-1 0 0,0 0 1 0 0,0-1-1 0 0,0 1 1 0 0,-1-1-1 0 0,1 1 1 0 0,0-1-1 0 0,-1 1 1 0 0,0-1-1 0 0,1 0 0 0 0,-1 1 1 0 0,-1 2-1 0 0,-27 42-9 0 0,1-12 270 0 0,-2-1 0 0 0,-1-2 1 0 0,-1-1-1 0 0,-2-1 0 0 0,-1-2 0 0 0,-1-2 1 0 0,-1-1-1 0 0,-65 31 0 0 0,100-54 15 0 0,-6 3-27 0 0,11-28-7313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5.4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349 16 6121 0 0,'-2'-1'-95'0'0,"0"-1"1"0"0,1 1 0 0 0,-1 0-1 0 0,0-1 1 0 0,0 1-1 0 0,0 0 1 0 0,0 0 0 0 0,0 0-1 0 0,0 0 1 0 0,0 1 0 0 0,0-1-1 0 0,0 0 1 0 0,0 1 0 0 0,0-1-1 0 0,0 1 1 0 0,-1 0 0 0 0,1 0-1 0 0,0 0 1 0 0,-3 0 0 0 0,0 0 147 0 0,-1 1 1 0 0,1-1 0 0 0,0 1-1 0 0,-1 0 1 0 0,1 0-1 0 0,0 0 1 0 0,0 1 0 0 0,0 0-1 0 0,0 0 1 0 0,-5 3 0 0 0,-8 7-75 0 0,0 1 1 0 0,1 1-1 0 0,0 0 1 0 0,1 1-1 0 0,-26 33 1 0 0,15-13-132 0 0,-42 75 0 0 0,66-106 141 0 0,1 1-1 0 0,-1-1 1 0 0,1 1 0 0 0,0-1-1 0 0,1 1 1 0 0,-1 0-1 0 0,1 0 1 0 0,0-1 0 0 0,0 1-1 0 0,0 0 1 0 0,1 0-1 0 0,0 0 1 0 0,0 0 0 0 0,0 0-1 0 0,0 0 1 0 0,1 0-1 0 0,0 0 1 0 0,0 0 0 0 0,3 8-1 0 0,-2-9 16 0 0,1 1-1 0 0,0-1 1 0 0,0 0-1 0 0,0 0 0 0 0,0 0 1 0 0,1 0-1 0 0,0-1 1 0 0,0 1-1 0 0,0-1 1 0 0,0 0-1 0 0,0 0 0 0 0,1-1 1 0 0,-1 1-1 0 0,1-1 1 0 0,0 0-1 0 0,0 0 1 0 0,0 0-1 0 0,8 1 0 0 0,21 4 87 0 0,0-2-1 0 0,0-2 0 0 0,40 0 1 0 0,-4 0 438 0 0,5 3 429 0 0,-73-5-781 0 0,3-3-586 0 0,7-3-2329 0 0,-9-6 1491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6.3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187 32 3988 0 0,'-19'-8'872'0'0,"14"-1"537"0"0,23 0-1137 0 0,-15 8-286 0 0,17-2-22 0 0,2 3-12 0 0,-13-1-4 0 0,0 1-1 0 0,0 0 1 0 0,0 0-1 0 0,0 1 1 0 0,0 0 0 0 0,0 0-1 0 0,16 6 1 0 0,-23-6-23 0 0,-1-1 67 0 0,-1 0 0 0 0,1 0 0 0 0,-1 0 0 0 0,1 0 0 0 0,-1 0 0 0 0,1 0 0 0 0,-1 0 0 0 0,1 0 0 0 0,0 0 0 0 0,-1 0 0 0 0,1 0 0 0 0,-1 0 0 0 0,1 1 0 0 0,-1-1 0 0 0,1 0-1 0 0,-1 0 1 0 0,1 1 0 0 0,-1-1 0 0 0,1 0 0 0 0,-1 0 0 0 0,1 1 0 0 0,-1-1 0 0 0,0 1 0 0 0,1-1 0 0 0,-1 0 0 0 0,0 1 0 0 0,1-1 0 0 0,-1 1 0 0 0,0-1 0 0 0,1 1 0 0 0,-1 0 0 0 0,-5 18-104 0 0,-21 13 56 0 0,-143 100-116 0 0,169-131 172 0 0,-1-1-1 0 0,1 0 0 0 0,-1 0 0 0 0,1 1 0 0 0,0-1 0 0 0,0 0 1 0 0,-1 1-1 0 0,1-1 0 0 0,0 0 0 0 0,-1 1 0 0 0,1-1 0 0 0,0 0 1 0 0,0 1-1 0 0,0-1 0 0 0,0 0 0 0 0,-1 1 0 0 0,1-1 0 0 0,0 1 1 0 0,0-1-1 0 0,0 1 0 0 0,0-1 0 0 0,0 0 0 0 0,0 1 0 0 0,0-1 1 0 0,0 1-1 0 0,0-1 0 0 0,0 1 0 0 0,0-1 0 0 0,0 0 0 0 0,0 1 1 0 0,0-1-1 0 0,1 1 0 0 0,-1-1 0 0 0,0 0 0 0 0,0 1 0 0 0,17 10-8 0 0,46 5-15 0 0,-24-7-76 0 0,3 11-56 0 0,-41-19 181 0 0,-2 0-16 0 0,1 1-1 0 0,-1-1 1 0 0,0 0-1 0 0,1 1 1 0 0,-1-1-1 0 0,0 0 1 0 0,0 0-1 0 0,0 0 1 0 0,0 1-1 0 0,0-1 1 0 0,0 0-1 0 0,0 0 1 0 0,0 0-1 0 0,0-1 1 0 0,0 1-1 0 0,-1 0 1 0 0,1 0-1 0 0,-2 0 1 0 0,-32 16 105 0 0,26-13-84 0 0,-15 7 88 0 0,0-2 0 0 0,-1-1 1 0 0,0-1-1 0 0,0-1 0 0 0,-34 4 0 0 0,57-9-271 0 0,1-1 0 0 0,-1 0 0 0 0,0 0 0 0 0,0 0-1 0 0,1 0 1 0 0,-1 0 0 0 0,0 0 0 0 0,0 0 0 0 0,1-1 0 0 0,-1 1-1 0 0,0-1 1 0 0,1 1 0 0 0,-1-1 0 0 0,0 0 0 0 0,1 1 0 0 0,-1-1-1 0 0,1 0 1 0 0,-1 0 0 0 0,1 0 0 0 0,-1 0 0 0 0,-1-2 0 0 0,-1-8-695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43.9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238 29 3156 0 0,'-1'-1'80'0'0,"-8"-27"3238"0"0,5 30-2837 0 0,0 14-792 0 0,1 2 270 0 0,1 0-1 0 0,1 0 1 0 0,0 1 0 0 0,2-1 0 0 0,2 21-1 0 0,1 24-15 0 0,2 212-16 0 0,-3-215 63 0 0,21 117 1 0 0,1 3 15 0 0,-15-81 13 0 0,3 86 14 0 0,-4-83 9 0 0,-5-74-22 0 0,-2 21 5 0 0,-2-27-27 0 0,2-1 0 0 0,0 0 0 0 0,5 20-1 0 0,-4-1 111 0 0,-3-38 4 0 0,-1-1 10 0 0,1 0 0 0 0,0-1 0 0 0,-1 1 0 0 0,1 0 0 0 0,-1 0 0 0 0,1 0 0 0 0,-1 0-1 0 0,1-1 1 0 0,-1 1 0 0 0,0 0 0 0 0,0-1 0 0 0,1 1 0 0 0,-1 0 0 0 0,0-1 0 0 0,0 1 0 0 0,1-1 0 0 0,-1 1-1 0 0,0-1 1 0 0,0 0 0 0 0,0 1 0 0 0,0-1 0 0 0,0 0 0 0 0,-2 1 0 0 0,-23-14 313 0 0,1-2 0 0 0,0 0 0 0 0,-34-28 1 0 0,-68-67 662 0 0,105 89-788 0 0,-5-2-624 0 0,43 38-1088 0 0,43 39 350 0 0,136 101 355 0 0,-190-150 678 0 0,1 0 1 0 0,0-1 0 0 0,0 0-1 0 0,0 0 1 0 0,9 3-1 0 0,-13-6 23 0 0,-1 0 48 0 0,-1 0 0 0 0,1 0 0 0 0,-1 0 0 0 0,1 0 0 0 0,0 0 0 0 0,0-1 0 0 0,0 1 0 0 0,-1 0 0 0 0,1-1 0 0 0,0 1 0 0 0,0 0 0 0 0,0-1 0 0 0,0 1 0 0 0,0-1 0 0 0,0 1 0 0 0,0-1 0 0 0,0 0 0 0 0,0 1 0 0 0,0-1 0 0 0,0 0 0 0 0,0 0 0 0 0,0 0 0 0 0,1 0 0 0 0,-1 0 0 0 0,0 0 0 0 0,0 0 0 0 0,0 0 0 0 0,0 0 0 0 0,0-1 0 0 0,1 1 0 0 0,29-40 472 0 0,28-52-1 0 0,2-2-49 0 0,-47 72-312 0 0,-1 0 0 0 0,12-27 0 0 0,-3 19-251 0 0,-22 29 21 0 0,-1-13-5131 0 0,-5 7 2641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48.6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 51 1376 0 0,'-22'-8'2948'0'0,"4"10"1885"0"0,11 5-4838 0 0,5-6-2 0 0,50 0-273 0 0,-1-3 251 0 0,73-12 1 0 0,5 0 23 0 0,-22 4 15 0 0,52-3 258 0 0,-152 13-218 0 0,15-1 161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4.5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296 26 5953 0 0,'0'0'-265'0'0,"-4"-15"-143"0"0,4 14 419 0 0,0 1 0 0 0,0 0 0 0 0,0-1 0 0 0,1 1 0 0 0,-1 0 0 0 0,0-1 1 0 0,0 1-1 0 0,0 0 0 0 0,0-1 0 0 0,0 1 0 0 0,0 0 0 0 0,-1-1 0 0 0,1 1 0 0 0,0 0 0 0 0,0 0 0 0 0,0-1 0 0 0,0 1 1 0 0,0 0-1 0 0,0-1 0 0 0,0 1 0 0 0,-1 0 0 0 0,1 0 0 0 0,0-1 0 0 0,0 1 0 0 0,0 0 0 0 0,-1 0 0 0 0,1-1 1 0 0,0 1-1 0 0,0 0 0 0 0,-1 0 0 0 0,1 0 0 0 0,0-1 0 0 0,0 1 0 0 0,-1 0 0 0 0,1 0 0 0 0,0 0 0 0 0,-1 0 0 0 0,1 0 1 0 0,0 0-1 0 0,-1 0 0 0 0,1-1 0 0 0,-209 456-91 0 0,203-442 113 0 0,0 1 150 0 0,-1 1 0 0 0,0-2 1 0 0,-1 1-1 0 0,0-1 0 0 0,-18 21 0 0 0,25-33-92 0 0,-3 8 490 0 0,0-5-1500 0 0,6-39-3776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5.0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93 67 4168 0 0,'3'-65'945'0'0,"-3"63"-376"0"0,-2 7-550 0 0,-17 38-13 0 0,3 1 0 0 0,1 0 1 0 0,3 2-1 0 0,-9 56 1 0 0,17-81-20 0 0,2-14 16 0 0,0 0 0 0 0,1 0 0 0 0,0 0 0 0 0,1 0 0 0 0,-1 1 0 0 0,1-1 0 0 0,0 0 0 0 0,2 10 0 0 0,-1-16 36 0 0,-1-1-35 0 0,0 1 1 0 0,0-1-1 0 0,0 0 0 0 0,0 1 0 0 0,0-1 0 0 0,0 0 0 0 0,1 1 0 0 0,-1-1 0 0 0,0 0 1 0 0,0 0-1 0 0,0 1 0 0 0,1-1 0 0 0,-1 0 0 0 0,0 0 0 0 0,1 1 0 0 0,-1-1 1 0 0,0 0-1 0 0,0 0 0 0 0,1 0 0 0 0,-1 0 0 0 0,0 1 0 0 0,1-1 0 0 0,-1 0 0 0 0,0 0 1 0 0,1 0-1 0 0,-1 0 0 0 0,0 0 0 0 0,1 0 0 0 0,-1 0 0 0 0,0 0 0 0 0,1 0 1 0 0,-1 0-1 0 0,0 0 0 0 0,1 0 0 0 0,-1 0 0 0 0,0 0 0 0 0,1 0 0 0 0,-1 0 0 0 0,0 0 1 0 0,0-1-1 0 0,1 1 0 0 0,-1 0 0 0 0,0 0 0 0 0,1 0 0 0 0,-1 0 0 0 0,1-1 1 0 0,47-13 130 0 0,0-2 0 0 0,47-24 0 0 0,19-6 394 0 0,-111 45-551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5.3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34 5741 0 0,'8'-29'1238'0'0,"-8"29"-1222"0"0,0 0 1 0 0,0 0 0 0 0,0 0 0 0 0,0-1 0 0 0,0 1-1 0 0,0 0 1 0 0,0 0 0 0 0,0 0 0 0 0,0 0-1 0 0,0 0 1 0 0,0 0 0 0 0,0-1 0 0 0,0 1-1 0 0,0 0 1 0 0,0 0 0 0 0,0 0 0 0 0,0 0 0 0 0,0 0-1 0 0,0 0 1 0 0,0 0 0 0 0,0-1 0 0 0,0 1-1 0 0,0 0 1 0 0,0 0 0 0 0,0 0 0 0 0,1 0 0 0 0,-1 0-1 0 0,0 0 1 0 0,0 0 0 0 0,0 0 0 0 0,0 0-1 0 0,0-1 1 0 0,0 1 0 0 0,0 0 0 0 0,0 0-1 0 0,1 0 1 0 0,-1 0 0 0 0,0 0 0 0 0,0 0 0 0 0,0 0-1 0 0,0 0 1 0 0,0 0 0 0 0,0 0 0 0 0,0 0-1 0 0,1 0 1 0 0,-1 0 0 0 0,0 0 0 0 0,0 0 0 0 0,0 0-1 0 0,0 0 1 0 0,0 0 0 0 0,0 0 0 0 0,1 0-1 0 0,-1 0 1 0 0,0 0 0 0 0,0 0 0 0 0,0 0-1 0 0,0 0 1 0 0,0 0 0 0 0,0 0 0 0 0,0 0 0 0 0,1 1-1 0 0,-1-1 1 0 0,0 0 0 0 0,0 0 0 0 0,0 0-1 0 0,0 0 1 0 0,0 0 0 0 0,0 0 0 0 0,6 16 393 0 0,8 42-736 0 0,-4-16 274 0 0,45 113-120 0 0,-49-134 165 0 0,-1 6 142 0 0,-5-25-63 0 0,0-2-41 0 0,0 0 0 0 0,0 0 1 0 0,0 0-1 0 0,0 0 0 0 0,-1 0 1 0 0,1 0-1 0 0,0 0 0 0 0,0 0 0 0 0,0 0 1 0 0,0 0-1 0 0,0 0 0 0 0,-1 0 1 0 0,1 0-1 0 0,0 0 0 0 0,0 0 0 0 0,0 0 1 0 0,0 0-1 0 0,0 0 0 0 0,0 0 1 0 0,-1 0-1 0 0,1 0 0 0 0,0 0 1 0 0,0 0-1 0 0,0 1 0 0 0,0-1 0 0 0,0 0 1 0 0,0 0-1 0 0,0 0 0 0 0,0 0 1 0 0,-1 0-1 0 0,1 0 0 0 0,0 1 1 0 0,0-1-1 0 0,0 0 0 0 0,0 0 0 0 0,0 0 1 0 0,0 0-1 0 0,0 0 0 0 0,0 1 1 0 0,0-1-1 0 0,0 0 0 0 0,0 0 0 0 0,0 0 1 0 0,0 0-1 0 0,0 0 0 0 0,0 1 1 0 0,0-1-1 0 0,0 0 0 0 0,0 0 1 0 0,0 0-1 0 0,0 0 0 0 0,0 0 0 0 0,0 0 1 0 0,1 1-1 0 0,-1-1 0 0 0,0 0 1 0 0,0 0-1 0 0,0 0 0 0 0,0 0 1 0 0,0 0-1 0 0,0 0 0 0 0,0 0 0 0 0,0 1 1 0 0,1-1-1 0 0,-1 0 0 0 0,0 0 1 0 0,-3-3-3 0 0,0 1 1 0 0,0-1-1 0 0,0 0 1 0 0,0 0-1 0 0,0 0 1 0 0,1 0-1 0 0,-1 0 1 0 0,1 0-1 0 0,0-1 1 0 0,0 0-1 0 0,0 1 1 0 0,1-1-1 0 0,-1 0 1 0 0,1 0-1 0 0,0 1 1 0 0,0-1-1 0 0,0 0 1 0 0,1 0-1 0 0,-1 0 1 0 0,1-6-1 0 0,0 8-36 0 0,8-19-351 0 0,10 18 228 0 0,-1 1 0 0 0,1 1 1 0 0,0 0-1 0 0,0 2 0 0 0,-1 0 1 0 0,1 0-1 0 0,-1 2 0 0 0,22 5 1 0 0,6 0-607 0 0,-43-8 706 0 0,-1 0 1 0 0,1 0-1 0 0,-1 1 1 0 0,1-1-1 0 0,0 0 1 0 0,-1 0-1 0 0,1 1 0 0 0,-1-1 1 0 0,0 1-1 0 0,1 0 1 0 0,-1-1-1 0 0,1 1 1 0 0,-1 0-1 0 0,0 0 1 0 0,1 0-1 0 0,-1 0 1 0 0,0 0-1 0 0,0 0 1 0 0,0 0-1 0 0,0 0 0 0 0,0 0 1 0 0,0 0-1 0 0,0 1 1 0 0,0-1-1 0 0,0 2 1 0 0,-1-1 12 0 0,1 0 1 0 0,-1 0 0 0 0,0 0-1 0 0,-1 0 1 0 0,1 0-1 0 0,0 0 1 0 0,-1-1 0 0 0,1 1-1 0 0,-1 0 1 0 0,1 0-1 0 0,-1 0 1 0 0,0 0 0 0 0,0-1-1 0 0,1 1 1 0 0,-2 0-1 0 0,-1 2 1 0 0,-2 3 7 0 0,-1 0-1 0 0,0 0 1 0 0,0-1-1 0 0,-1 1 1 0 0,1-1-1 0 0,-15 8 1 0 0,-5-2 340 0 0,0-2 0 0 0,-1 0 0 0 0,0-2 0 0 0,-56 9 1 0 0,80-17-204 0 0,1 1-232 0 0,0-1 0 0 0,-1 0 0 0 0,1 1 0 0 0,0-1 1 0 0,-1 0-1 0 0,1-1 0 0 0,0 1 0 0 0,-1 0 0 0 0,1 0 1 0 0,0-1-1 0 0,-1 0 0 0 0,1 1 0 0 0,0-1 1 0 0,-3-1-1 0 0,9-9-3401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5.6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5969 0 0,'28'-1'-82'0'0,"-24"9"67"0"0,0 0 1 0 0,-1 0 0 0 0,0 0 0 0 0,0 1 0 0 0,-1-1 0 0 0,-1 1 0 0 0,1-1 0 0 0,-1 1-1 0 0,0 12 1 0 0,-4 85 62 0 0,-1-72-772 0 0,-18 67 1 0 0,18-82-467 0 0,-2 4-110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6.4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240 34 4588 0 0,'-3'-33'1795'0'0,"-65"160"-1461"0"0,46-86-368 0 0,-33 45 1 0 0,-5 9 65 0 0,33-57-74 0 0,27-38 19 0 0,0 0 0 0 0,0 0 0 0 0,0 0 0 0 0,0 0 0 0 0,0-1 0 0 0,0 1 0 0 0,0 0 1 0 0,0 0-1 0 0,0 0 0 0 0,0 0 0 0 0,0 0 0 0 0,0 0 0 0 0,0 0 0 0 0,0 0 0 0 0,0 0 1 0 0,0-1-1 0 0,-1 1 0 0 0,1 0 0 0 0,0 0 0 0 0,0 0 0 0 0,0 0 0 0 0,0 0 0 0 0,0 0 1 0 0,0 0-1 0 0,0 0 0 0 0,0 0 0 0 0,0 0 0 0 0,0 0 0 0 0,0 0 0 0 0,0-1 0 0 0,-1 1 1 0 0,1 0-1 0 0,0 0 0 0 0,0 0 0 0 0,0 0 0 0 0,0 0 0 0 0,0 0 0 0 0,0 0 0 0 0,0 0 1 0 0,0 0-1 0 0,0 0 0 0 0,-1 0 0 0 0,1 0 0 0 0,0 0 0 0 0,0 0 0 0 0,0 0 0 0 0,0 0 1 0 0,0 0-1 0 0,0 0 0 0 0,0 0 0 0 0,0 0 0 0 0,0 1 0 0 0,-1-1 0 0 0,1 0 0 0 0,0 0 1 0 0,0 0-1 0 0,0 0 0 0 0,0 0 0 0 0,0 0 0 0 0,0 0 0 0 0,0 0 0 0 0,0 0 0 0 0,0 0 1 0 0,8-21-1553 0 0,3 4-170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7.1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63 4872 0 0,'8'-43'422'0'0,"-7"41"-133"0"0,-2-10 436 0 0,2 7 1042 0 0,4 43-1831 0 0,0 52-1 0 0,1 23-26 0 0,-4-93 82 0 0,-2-15 11 0 0,0 0 1 0 0,0 0-1 0 0,1 0 0 0 0,0 0 0 0 0,0 0 1 0 0,0 0-1 0 0,0-1 0 0 0,1 1 0 0 0,0 0 0 0 0,3 5 1 0 0,-5-9 9 0 0,1-1-10 0 0,-1 1 0 0 0,0-1 0 0 0,1 1-1 0 0,-1-1 1 0 0,1 1 0 0 0,-1-1 0 0 0,0 0 0 0 0,1 1 0 0 0,-1-1 0 0 0,1 1 0 0 0,-1-1 0 0 0,1 0 0 0 0,-1 0 0 0 0,1 1 0 0 0,-1-1 0 0 0,1 0 0 0 0,-1 0 0 0 0,1 0-1 0 0,0 1 1 0 0,-1-1 0 0 0,1 0 0 0 0,-1 0 0 0 0,1 0 0 0 0,-1 0 0 0 0,1 0 0 0 0,0 0 0 0 0,-1 0 0 0 0,1 0 0 0 0,-1-1 0 0 0,1 1 0 0 0,-1 0 0 0 0,1 0 0 0 0,0-1-1 0 0,22-5 31 0 0,-22 6-30 0 0,435-144 387 0 0,-425 140-418 0 0,9-3 239 0 0,-10 5-4348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7.2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0 122 4176 0 0,'9'-60'342'0'0,"-4"16"1690"0"0,-5 42-1711 0 0,1-9 196 0 0,0 6-403 0 0,0 7-349 0 0,2 59 184 0 0,3 0-1 0 0,3 0 1 0 0,3-1-1 0 0,26 83 1 0 0,-32-126 81 0 0,-2-5 82 0 0,0 0-1 0 0,-1 0 0 0 0,0 1 1 0 0,2 22-1 0 0,-5-34 99 0 0,-2 4 80 0 0,2-5-277 0 0,0 0-1 0 0,0 1 0 0 0,0-1 1 0 0,0 0-1 0 0,0 1 1 0 0,0-1-1 0 0,0 0 0 0 0,0 1 1 0 0,-1-1-1 0 0,1 0 1 0 0,0 0-1 0 0,0 1 0 0 0,0-1 1 0 0,0 0-1 0 0,0 1 1 0 0,0-1-1 0 0,-1 0 0 0 0,1 0 1 0 0,0 1-1 0 0,0-1 1 0 0,0 0-1 0 0,-1 0 0 0 0,1 1 1 0 0,0-1-1 0 0,0 0 1 0 0,-1 0-1 0 0,1 0 0 0 0,0 0 1 0 0,-1 1-1 0 0,1-1 1 0 0,0 0-1 0 0,0 0 0 0 0,-1 0 1 0 0,-50 0 778 0 0,47 0-691 0 0,-1-4 41 0 0,3 4-123 0 0,1-1-1 0 0,0 1 0 0 0,0-1 0 0 0,0 0 0 0 0,0 1 0 0 0,0-1 0 0 0,0 0 0 0 0,0 0 0 0 0,0 1 0 0 0,0-1 0 0 0,0 0 1 0 0,0 0-1 0 0,0 0 0 0 0,0 0 0 0 0,1 0 0 0 0,-1 0 0 0 0,1-1 0 0 0,-1 1 0 0 0,0 0 0 0 0,1 0 0 0 0,-1-2 1 0 0,2 0-32 0 0,0 0 0 0 0,0 1 1 0 0,0-1-1 0 0,0 0 0 0 0,0 0 0 0 0,0 0 1 0 0,1 1-1 0 0,0-1 0 0 0,-1 1 1 0 0,1-1-1 0 0,0 1 0 0 0,0 0 1 0 0,0 0-1 0 0,1 0 0 0 0,-1 0 1 0 0,0 0-1 0 0,1 0 0 0 0,-1 0 1 0 0,1 1-1 0 0,0 0 0 0 0,4-3 1 0 0,68-26-380 0 0,-69 28 376 0 0,15-4-147 0 0,-1 0 0 0 0,1 2 0 0 0,-1 1 0 0 0,37-2 0 0 0,-46 4 33 0 0,0 1 0 0 0,0 1-1 0 0,0 0 1 0 0,0 0 0 0 0,0 1 0 0 0,0 0 0 0 0,0 1 0 0 0,-1 1 0 0 0,1-1 0 0 0,14 9 0 0 0,-23-11 116 0 0,-1-1 0 0 0,0 1 0 0 0,0-1 0 0 0,0 1 0 0 0,0 0 0 0 0,0 0 0 0 0,0-1 0 0 0,0 1 1 0 0,0 0-1 0 0,0 0 0 0 0,0 0 0 0 0,0 0 0 0 0,0 0 0 0 0,-1 0 0 0 0,1 1 0 0 0,0-1 0 0 0,-1 0 1 0 0,1 0-1 0 0,-1 0 0 0 0,1 1 0 0 0,-1-1 0 0 0,0 0 0 0 0,1 1 0 0 0,-1-1 0 0 0,0 0 0 0 0,0 0 0 0 0,0 1 1 0 0,0-1-1 0 0,0 2 0 0 0,-1 0 8 0 0,-1 0-1 0 0,1-1 1 0 0,0 1 0 0 0,-1-1 0 0 0,0 1-1 0 0,1-1 1 0 0,-1 1 0 0 0,0-1 0 0 0,0 0 0 0 0,0 0-1 0 0,-1 0 1 0 0,-3 2 0 0 0,-6 5 40 0 0,-1-1 0 0 0,0-1-1 0 0,-28 12 1 0 0,-10-1 408 0 0,-1-2-1 0 0,-89 14 0 0 0,138-29-373 0 0,-1-1-146 0 0,3 1-34 0 0,1-1 1 0 0,-1 0-1 0 0,0 0 1 0 0,0 1-1 0 0,1-1 1 0 0,-1 0-1 0 0,0 0 1 0 0,0 0-1 0 0,1 0 0 0 0,-1 0 1 0 0,0 0-1 0 0,0 0 1 0 0,1 0-1 0 0,-1 0 1 0 0,0 0-1 0 0,0-1 1 0 0,1 1-1 0 0,-1 0 1 0 0,0 0-1 0 0,0-1 1 0 0,-3-9-1686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7.9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27 4724 0 0,'0'0'1561'0'0,"4"-3"-1495"0"0,4-1-57 0 0,0 0-1 0 0,1 1 1 0 0,-1 0-1 0 0,1 1 1 0 0,0 0-1 0 0,0 0 1 0 0,-1 1-1 0 0,1 0 1 0 0,12 0 0 0 0,-18 1-22 0 0,1-1 0 0 0,-1 1 0 0 0,1 0 0 0 0,-1 1 0 0 0,1-1 0 0 0,-1 0 0 0 0,1 1 0 0 0,-1 0 0 0 0,1 0 0 0 0,-1 0 0 0 0,0 0 0 0 0,0 1 1 0 0,1-1-1 0 0,-1 1 0 0 0,0 0 0 0 0,0-1 0 0 0,-1 1 0 0 0,1 1 0 0 0,0-1 0 0 0,-1 0 0 0 0,1 1 0 0 0,-1-1 0 0 0,0 1 0 0 0,0 0 1 0 0,0 0-1 0 0,0 0 0 0 0,0 0 0 0 0,2 5 0 0 0,-3-3 5 0 0,-1 0 1 0 0,1 0-1 0 0,-1-1 0 0 0,0 1 1 0 0,0 0-1 0 0,0-1 0 0 0,-1 1 1 0 0,0 0-1 0 0,0-1 1 0 0,0 1-1 0 0,0 0 0 0 0,-1-1 1 0 0,0 0-1 0 0,0 1 0 0 0,0-1 1 0 0,-5 7-1 0 0,-6 8 0 0 0,0-1 0 0 0,-22 21-1 0 0,8-7 17 0 0,17-16 43 0 0,12-8 19 0 0,31-10 13 0 0,-21 0-95 0 0,218-46-1219 0 0,-175 34-717 0 0,-37 9 876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8.4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326 65 5805 0 0,'29'-63'-40'0'0,"-28"61"459"0"0,-13 18-284 0 0,0-1 0 0 0,1 1 0 0 0,-16 31 1 0 0,12-22-100 0 0,-76 133-119 0 0,-77 117 655 0 0,148-252-862 0 0,28-48-2091 0 0,3 6-342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9.0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79 41 6057 0 0,'6'-40'213'0'0,"-84"445"-497"0"0,73-373 280 0 0,4-31 6 0 0,1 1 0 0 0,0-1 0 0 0,0 0 0 0 0,0 0 0 0 0,-1 0 0 0 0,1 0 0 0 0,0 0 0 0 0,1 1 0 0 0,-1-1 0 0 0,0 0 0 0 0,0 0 0 0 0,0 0-1 0 0,1 0 1 0 0,-1 0 0 0 0,0 0 0 0 0,1 1 0 0 0,-1-1 0 0 0,1 0 0 0 0,0 0 0 0 0,-1 0 0 0 0,1-1 0 0 0,0 1 0 0 0,-1 0 0 0 0,1 0 0 0 0,0 0 0 0 0,0 0 0 0 0,0-1 0 0 0,0 1 0 0 0,0 0 0 0 0,0-1 0 0 0,0 1 0 0 0,0-1 0 0 0,0 1 0 0 0,0-1 0 0 0,0 1 0 0 0,0-1 0 0 0,0 0 0 0 0,0 1 0 0 0,0-1 0 0 0,1 0 0 0 0,-1 0 0 0 0,0 0 0 0 0,0 0 0 0 0,0 0-1 0 0,0 0 1 0 0,1 0 0 0 0,-1-1 0 0 0,0 1 0 0 0,0 0 0 0 0,2-1 0 0 0,11-2 36 0 0,0-1 0 0 0,0 0 0 0 0,19-8-1 0 0,-15 5-14 0 0,235-86 362 0 0,-235 86-359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9.4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40 3912 0 0,'2'-31'1490'0'0,"-4"24"-1450"0"0,2 6-13 0 0,1 10-216 0 0,2 1 156 0 0,-1 0 0 0 0,1 0 0 0 0,1-1 0 0 0,5 10 0 0 0,4 16-25 0 0,48 130-26 0 0,19 64 23 0 0,-71-203 84 0 0,-7-21-10 0 0,0 0 0 0 0,0 0 0 0 0,0 0 0 0 0,-1 0 0 0 0,0 0 0 0 0,1 9 0 0 0,-1-10 82 0 0,6 21 312 0 0,-6-24-368 0 0,-1-1 1 0 0,0 0-1 0 0,0 1 0 0 0,0-1 0 0 0,0 1 0 0 0,0-1 1 0 0,0 1-1 0 0,0-1 0 0 0,0 0 0 0 0,0 1 0 0 0,0-1 1 0 0,0 1-1 0 0,0-1 0 0 0,0 1 0 0 0,0-1 0 0 0,0 0 1 0 0,0 1-1 0 0,-1-1 0 0 0,1 1 0 0 0,0-1 0 0 0,0 0 1 0 0,0 1-1 0 0,-1-1 0 0 0,1 0 0 0 0,0 1 0 0 0,0-1 1 0 0,-1 0-1 0 0,1 1 0 0 0,0-1 0 0 0,-1 0 0 0 0,1 1 1 0 0,-1-1-1 0 0,1 0 0 0 0,0 0 0 0 0,-1 0 0 0 0,1 1 1 0 0,-1-1-1 0 0,1 0 0 0 0,0 0 0 0 0,-1 0 0 0 0,1 0 1 0 0,-1 0-1 0 0,1 0 0 0 0,-1 0 0 0 0,1 0 0 0 0,0 0 1 0 0,-1 0-1 0 0,1 0 0 0 0,-1 0 0 0 0,1 0 0 0 0,-1 0 1 0 0,-3-1-11 0 0,0 0 0 0 0,0 0 0 0 0,0 0 0 0 0,0-1 0 0 0,1 1 0 0 0,-1-1 0 0 0,0 0 0 0 0,1 0 0 0 0,0 0 0 0 0,-1 0 0 0 0,1-1 0 0 0,0 1 0 0 0,0-1 0 0 0,0 0 0 0 0,0 0 0 0 0,1 0 0 0 0,-1 0 0 0 0,1 0 0 0 0,0-1 0 0 0,0 1 0 0 0,0-1 0 0 0,0 1 0 0 0,1-1 0 0 0,-1 0 0 0 0,1 0 0 0 0,0 0 0 0 0,0 0 0 0 0,0 0 0 0 0,1 0 0 0 0,-1 0 0 0 0,1 0 0 0 0,0 0 0 0 0,0 0 0 0 0,1 0 0 0 0,-1 0 0 0 0,1 0 0 0 0,0 0 0 0 0,0 0 0 0 0,0 0 0 0 0,0 1 0 0 0,1-1 0 0 0,0 0 0 0 0,-1 1 0 0 0,1-1 0 0 0,1 1 0 0 0,-1-1 0 0 0,3-2 0 0 0,5-5-100 0 0,-1 1-1 0 0,2 1 0 0 0,-1-1 0 0 0,1 2 0 0 0,15-10 0 0 0,-20 15 14 0 0,1-1 0 0 0,0 1 0 0 0,0 1 0 0 0,0-1 0 0 0,0 1 0 0 0,0 0 0 0 0,0 1 0 0 0,1 0-1 0 0,-1 0 1 0 0,0 1 0 0 0,15 0 0 0 0,0 2-75 0 0,0 1-1 0 0,0 1 0 0 0,0 1 0 0 0,-1 1 0 0 0,1 1 1 0 0,-1 1-1 0 0,-1 1 0 0 0,28 16 0 0 0,-46-25 123 0 0,-1 1 0 0 0,0-1 0 0 0,0 1 0 0 0,0-1 0 0 0,0 1 0 0 0,0 0 0 0 0,0 0 0 0 0,-1 0 0 0 0,1-1 0 0 0,0 1 0 0 0,0 0 0 0 0,0 0 0 0 0,-1 0 0 0 0,1 0 0 0 0,-1 0 0 0 0,1 0 0 0 0,0 1 0 0 0,-1-1 0 0 0,0 0 0 0 0,1 0 0 0 0,-1 0 0 0 0,0 0 0 0 0,0 0 0 0 0,1 1 0 0 0,-1-1 0 0 0,0 2 0 0 0,-1-1 5 0 0,0 1 0 0 0,0-1 1 0 0,1 0-1 0 0,-1 0 0 0 0,-1 0 1 0 0,1 0-1 0 0,0 0 1 0 0,0 0-1 0 0,-1 0 0 0 0,1 0 1 0 0,-1 0-1 0 0,-3 2 0 0 0,-5 5 11 0 0,-1-1 0 0 0,0 0 0 0 0,-18 9 0 0 0,28-17-7 0 0,-45 23 88 0 0,-2-3 1 0 0,-85 25-1 0 0,50-19 343 0 0,59-21-300 0 0,24-5-177 0 0,-1 1-1 0 0,1-1 0 0 0,-1 0 1 0 0,1 0-1 0 0,-1 0 0 0 0,1 0 1 0 0,-1 0-1 0 0,1 0 0 0 0,-1 0 0 0 0,1 0 1 0 0,-1 0-1 0 0,1 0 0 0 0,-1 0 1 0 0,1 0-1 0 0,-1 0 0 0 0,1-1 0 0 0,-1 1 1 0 0,1 0-1 0 0,-1 0 0 0 0,1 0 1 0 0,0-1-1 0 0,-1 1 0 0 0,1 0 1 0 0,-1 0-1 0 0,1-1 0 0 0,0 1 0 0 0,-1 0 1 0 0,1-1-1 0 0,0 1 0 0 0,-1-1 1 0 0,1 1-1 0 0,0 0 0 0 0,0-1 0 0 0,-1 1 1 0 0,1-1-1 0 0,0 1 0 0 0,0-1 1 0 0,0 1-1 0 0,0-1 0 0 0,-1 1 1 0 0,1-1-1 0 0,0 0 0 0 0,4-3-1516 0 0,14-17-11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0.5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302 12 4356 0 0,'-35'8'1851'0'0,"45"-12"-1863"0"0,0 0-1 0 0,1 1 1 0 0,-1 1-1 0 0,1 0 1 0 0,0 0-1 0 0,17 0 1 0 0,-22 2-13 0 0,0 0 1 0 0,0 0-1 0 0,0 0 1 0 0,0 1-1 0 0,0 0 1 0 0,0 0 0 0 0,0 1-1 0 0,-1 0 1 0 0,1-1-1 0 0,0 2 1 0 0,-1-1-1 0 0,1 1 1 0 0,-1 0 0 0 0,8 6-1 0 0,-12-8 21 0 0,0 0-1 0 0,0 0 0 0 0,0 0 0 0 0,0 0 1 0 0,0 0-1 0 0,0 0 0 0 0,0 0 1 0 0,0 1-1 0 0,-1-1 0 0 0,1 0 1 0 0,-1 1-1 0 0,1-1 0 0 0,-1 0 1 0 0,1 1-1 0 0,-1-1 0 0 0,0 1 1 0 0,1-1-1 0 0,-1 0 0 0 0,0 1 1 0 0,0-1-1 0 0,0 1 0 0 0,0-1 0 0 0,-1 1 1 0 0,1-1-1 0 0,0 1 0 0 0,0-1 1 0 0,-1 0-1 0 0,1 1 0 0 0,-1-1 1 0 0,1 0-1 0 0,-1 1 0 0 0,0-1 1 0 0,0 0-1 0 0,1 0 0 0 0,-1 0 1 0 0,0 1-1 0 0,0-1 0 0 0,-1 1 1 0 0,-5 5 4 0 0,-1 0 0 0 0,1-1 1 0 0,-1 1-1 0 0,-12 6 1 0 0,9-5-6 0 0,-12 7 8 0 0,0 0 0 0 0,-30 12 0 0 0,-11 7 233 0 0,62-33-200 0 0,0 1-23 0 0,1-3-13 0 0,1 1-1 0 0,0 0 1 0 0,0 0-1 0 0,0 0 0 0 0,0 0 1 0 0,-1 1-1 0 0,1-1 1 0 0,0 0-1 0 0,0 0 1 0 0,0 0-1 0 0,-1 0 0 0 0,1 0 1 0 0,0 0-1 0 0,0 0 1 0 0,0 0-1 0 0,-1 0 0 0 0,1 0 1 0 0,0 0-1 0 0,0 1 1 0 0,0-1-1 0 0,0 0 1 0 0,0 0-1 0 0,-1 0 0 0 0,1 0 1 0 0,0 0-1 0 0,0 1 1 0 0,0-1-1 0 0,0 0 1 0 0,0 0-1 0 0,0 0 0 0 0,0 0 1 0 0,0 1-1 0 0,0-1 1 0 0,0 0-1 0 0,0 0 0 0 0,-1 0 1 0 0,1 1-1 0 0,0-1 1 0 0,0 0-1 0 0,0 0 1 0 0,0 0-1 0 0,0 1 0 0 0,1-1 1 0 0,-1 0-1 0 0,0 0 1 0 0,0 0-1 0 0,0 1 1 0 0,0-1-1 0 0,0 0 0 0 0,0 0 1 0 0,0 0-1 0 0,0 0 1 0 0,0 1-1 0 0,0-1 0 0 0,1 0 1 0 0,37 14-29 0 0,-28-11-12 0 0,-1 0 0 0 0,1 1-1 0 0,-1 0 1 0 0,0 0 0 0 0,0 1 0 0 0,0 0-1 0 0,8 7 1 0 0,-16-11 30 0 0,0-1 11 0 0,-1 0-1 0 0,0 0 1 0 0,0 0 0 0 0,0 0 0 0 0,0 0-1 0 0,0 0 1 0 0,1 0 0 0 0,-1 0 0 0 0,0 0-1 0 0,0 0 1 0 0,0 0 0 0 0,0 0 0 0 0,0 0 0 0 0,1 0-1 0 0,-1 0 1 0 0,0 0 0 0 0,0 0 0 0 0,0 0-1 0 0,0 0 1 0 0,0 0 0 0 0,1 0 0 0 0,-1 1-1 0 0,0-1 1 0 0,0 0 0 0 0,0 0 0 0 0,0 0-1 0 0,0 0 1 0 0,0 0 0 0 0,0 0 0 0 0,0 0 0 0 0,1 1-1 0 0,-1-1 1 0 0,0 0 0 0 0,0 0 0 0 0,0 0-1 0 0,0 0 1 0 0,0 0 0 0 0,0 1 0 0 0,0-1-1 0 0,0 0 1 0 0,0 0 0 0 0,0 0 0 0 0,0 0-1 0 0,0 0 1 0 0,0 1 0 0 0,0-1 0 0 0,0 0-1 0 0,0 0 1 0 0,0 0 0 0 0,0 0 0 0 0,0 0 0 0 0,0 1-1 0 0,0-1 1 0 0,-1 0 0 0 0,-6 11 91 0 0,-11 7 99 0 0,-2-9-77 0 0,-1 0 1 0 0,0-2-1 0 0,0 0 0 0 0,-1-1 1 0 0,0-2-1 0 0,0 0 0 0 0,0-1 1 0 0,0-1-1 0 0,-1-1 0 0 0,-28-3 1 0 0,48 2-391 0 0,-1-1 1 0 0,0 0-1 0 0,1 0 1 0 0,-1 0-1 0 0,1 0 1 0 0,-1-1-1 0 0,1 1 1 0 0,0-1 0 0 0,0 0-1 0 0,-1 0 1 0 0,1 0-1 0 0,0 0 1 0 0,-4-5-1 0 0,4 0-971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5.6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40 4040 0 0,'0'0'3377'0'0,"6"1"-3438"0"0,65 5 69 0 0,130-6 0 0 0,-113-2 3 0 0,459-12 28 0 0,144-1 38 0 0,-575 10 363 0 0,-113 5-396 0 0,10 0 24 0 0,19 0 229 0 0,-22-2-3327 0 0,-10-6 1262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6.3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39 4736 0 0,'-40'-21'530'0'0,"39"20"-177"0"0,-22-16 2913 0 0,79 23-3315 0 0,0 2 0 0 0,0 2 1 0 0,0 3-1 0 0,90 34 0 0 0,-128-41-31 0 0,-13-4 53 0 0,1 0-1 0 0,-1 0 1 0 0,0 0 0 0 0,0 1-1 0 0,0 0 1 0 0,0 0-1 0 0,6 5 1 0 0,-10-7 27 0 0,-1-1 0 0 0,1 1 1 0 0,-1 0-1 0 0,1 0 0 0 0,-1 0 0 0 0,0 0 0 0 0,0 0 0 0 0,1 0 0 0 0,-1 0 0 0 0,0-1 1 0 0,0 1-1 0 0,0 0 0 0 0,0 0 0 0 0,0 0 0 0 0,0 0 0 0 0,0 0 0 0 0,0 0 1 0 0,0 0-1 0 0,-1 0 0 0 0,1 0 0 0 0,0 0 0 0 0,-1 0 0 0 0,1-1 0 0 0,0 1 1 0 0,-1 0-1 0 0,1 0 0 0 0,-1 0 0 0 0,0-1 0 0 0,1 1 0 0 0,-1 0 0 0 0,1 0 1 0 0,-1-1-1 0 0,0 1 0 0 0,0-1 0 0 0,1 1 0 0 0,-1-1 0 0 0,-2 2 0 0 0,3-2 1 0 0,-17 14 18 0 0,0 0 0 0 0,0-1 1 0 0,-2-2-1 0 0,1 1 0 0 0,-2-2 0 0 0,1-1 0 0 0,-31 11 1 0 0,-6 4 17 0 0,-133 57-83 0 0,106-51-4163 0 0,72-27 1781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7.8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 38 5733 0 0,'0'0'-234'0'0,"-30"7"3093"0"0,35-6-2859 0 0,-1 0 1 0 0,1 0-1 0 0,0-1 0 0 0,0 0 0 0 0,0 0 0 0 0,-1 0 1 0 0,1 0-1 0 0,8-2 0 0 0,7-1 0 0 0,1083-6-17 0 0,-760 8 258 0 0,-343 1-372 0 0,1 0 0 0 0,0-1-1 0 0,0 1 1 0 0,-1 0 0 0 0,1-1 0 0 0,0 1 0 0 0,0 0-1 0 0,-1-1 1 0 0,1 1 0 0 0,-1-1 0 0 0,1 1 0 0 0,0-1-1 0 0,-1 0 1 0 0,1 1 0 0 0,-1-1 0 0 0,1 1 0 0 0,-1-1-1 0 0,1 0 1 0 0,-1 1 0 0 0,0-1 0 0 0,1 0 0 0 0,-1 0-1 0 0,0 1 1 0 0,0-1 0 0 0,1 0 0 0 0,-1 0 0 0 0,0 0-1 0 0,0 1 1 0 0,0-1 0 0 0,0 0 0 0 0,0 0-1 0 0,0 0 1 0 0,0 0 0 0 0,2-10-2136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8.3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359 60 5304 0 0,'-2'-5'5'0'0,"-1"0"0"0"0,0-1 0 0 0,0 1-1 0 0,0 1 1 0 0,-1-1 0 0 0,1 0 0 0 0,-1 1-1 0 0,-5-5 1 0 0,8 8 568 0 0,-8-5 30 0 0,9 6-578 0 0,0 0 0 0 0,0 0 1 0 0,0 0-1 0 0,0 0 0 0 0,0 0 0 0 0,1 0 0 0 0,-1 0 1 0 0,0-1-1 0 0,0 1 0 0 0,0 0 0 0 0,0 0 0 0 0,0 0 1 0 0,0 0-1 0 0,0 0 0 0 0,0 0 0 0 0,0 0 0 0 0,0 0 1 0 0,0-1-1 0 0,0 1 0 0 0,0 0 0 0 0,0 0 1 0 0,0 0-1 0 0,0 0 0 0 0,0 0 0 0 0,0 0 0 0 0,0 0 1 0 0,0-1-1 0 0,0 1 0 0 0,0 0 0 0 0,0 0 0 0 0,0 0 1 0 0,0 0-1 0 0,0 0 0 0 0,0 0 0 0 0,0 0 0 0 0,0-1 1 0 0,0 1-1 0 0,0 0 0 0 0,0 0 0 0 0,-1 0 1 0 0,1 0-1 0 0,0 0 0 0 0,0 0 0 0 0,0 0 0 0 0,108 31-110 0 0,-2 5-1 0 0,146 70 1 0 0,-249-105 76 0 0,-1 0 0 0 0,1 0 0 0 0,-1 0 1 0 0,0 1-1 0 0,1-1 0 0 0,-1 1 1 0 0,0-1-1 0 0,0 1 0 0 0,0 0 0 0 0,0-1 1 0 0,0 1-1 0 0,-1 0 0 0 0,1 0 0 0 0,0 0 1 0 0,-1 1-1 0 0,1-1 0 0 0,-1 0 0 0 0,0 1 1 0 0,0-1-1 0 0,1 3 0 0 0,-2-2 7 0 0,-1 0 0 0 0,1 0-1 0 0,-1-1 1 0 0,0 1 0 0 0,1 0-1 0 0,-1 0 1 0 0,0-1 0 0 0,-1 1 0 0 0,1-1-1 0 0,0 1 1 0 0,-1-1 0 0 0,0 1-1 0 0,1-1 1 0 0,-1 0 0 0 0,0 0 0 0 0,0 0-1 0 0,0 0 1 0 0,0 0 0 0 0,-4 2-1 0 0,-46 37 10 0 0,-2-3 0 0 0,-1-2 0 0 0,-2-2-1 0 0,-64 26 1 0 0,-45 28-52 0 0,103-52-1298 0 0,2 2 0 0 0,-70 58-1 0 0,100-69 70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9.5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21 132 4416 0 0,'0'0'300'0'0,"-20"0"1698"0"0,186 2-1223 0 0,447-59-699 0 0,-218 16 22 0 0,-276 29 1298 0 0,-114 12-1049 0 0,22 0 632 0 0,18-7 67 0 0,-43 6-1263 0 0,13-14-6451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30.1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35 5985 0 0,'-29'-21'146'0'0,"28"21"-183"0"0,-2-2 96 0 0,-7-5 734 0 0,-2 3 1176 0 0,27 6-2111 0 0,0 1 134 0 0,-1 1 0 0 0,0 0-1 0 0,1 1 1 0 0,-2 0 0 0 0,17 9-1 0 0,13 4-9 0 0,312 148-117 0 0,-355-166 139 0 0,1 0 0 0 0,0 0 0 0 0,-1 1 0 0 0,1-1 0 0 0,0 0 0 0 0,-1 1-1 0 0,1-1 1 0 0,0 1 0 0 0,-1-1 0 0 0,1 1 0 0 0,-1-1 0 0 0,1 1 0 0 0,-1-1 0 0 0,1 1 0 0 0,-1 0 0 0 0,0-1 0 0 0,1 1-1 0 0,-1-1 1 0 0,0 1 0 0 0,1 0 0 0 0,-1-1 0 0 0,0 1 0 0 0,0 0 0 0 0,1 0 0 0 0,-1-1 0 0 0,0 1 0 0 0,0 0 0 0 0,0 0-1 0 0,0-1 1 0 0,0 1 0 0 0,0 0 0 0 0,0-1 0 0 0,0 1 0 0 0,-1 0 0 0 0,1 0 0 0 0,0-1 0 0 0,0 1 0 0 0,-1 0 0 0 0,1-1-1 0 0,0 1 1 0 0,-1 0 0 0 0,1-1 0 0 0,0 1 0 0 0,-1-1 0 0 0,1 1 0 0 0,-1 0 0 0 0,1-1 0 0 0,-1 1 0 0 0,-1 0 0 0 0,-31 23 22 0 0,30-22-11 0 0,-285 155-362 0 0,160-100-3593 0 0,101-47 1276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39.0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160 0 1976 0 0,'0'0'1868'0'0,"4"1"-1579"0"0,9 4 453 0 0,-13 0 1074 0 0,-22 1-956 0 0,15-5-855 0 0,0 0-1 0 0,1 1 1 0 0,-1-1-1 0 0,1 1 1 0 0,-1 1-1 0 0,1-1 1 0 0,0 1-1 0 0,0 0 1 0 0,0 1-1 0 0,0-1 1 0 0,1 1 0 0 0,-1 0-1 0 0,1 1 1 0 0,-9 8-1 0 0,8-6-35 0 0,0-1-1 0 0,1 1 1 0 0,0 1 0 0 0,0-1 0 0 0,0 1-1 0 0,1 0 1 0 0,0 0 0 0 0,1 0-1 0 0,-6 18 1 0 0,8-21 17 0 0,0 0 0 0 0,1 0 0 0 0,-1 0 0 0 0,1 1-1 0 0,0-1 1 0 0,1 0 0 0 0,-1 0 0 0 0,1 1 0 0 0,0-1 0 0 0,0 0 0 0 0,0 0 0 0 0,1 0 0 0 0,0 0 0 0 0,0 0-1 0 0,4 7 1 0 0,-1-5 5 0 0,0 0 1 0 0,1 0-1 0 0,-1 0 0 0 0,1-1 0 0 0,1 0 0 0 0,-1 0 0 0 0,1 0 0 0 0,13 8 0 0 0,-6-6 36 0 0,-1-1-1 0 0,2 0 1 0 0,-1-1-1 0 0,1 0 1 0 0,-1-1-1 0 0,2-1 1 0 0,-1 0-1 0 0,0-1 1 0 0,31 2-1 0 0,-36-6 45 0 0,0 0 0 0 0,0-1 0 0 0,0 0 0 0 0,-1 0 0 0 0,1-1 0 0 0,-1 0 0 0 0,1-1 0 0 0,-1 0-1 0 0,0 0 1 0 0,-1-1 0 0 0,1 0 0 0 0,-1-1 0 0 0,0 0 0 0 0,12-11 0 0 0,-6 4 185 0 0,-1-1 0 0 0,0 0 0 0 0,-1-1 0 0 0,-1 0 0 0 0,0-1 0 0 0,13-25 1 0 0,-22 38-177 0 0,-1-1 1 0 0,1 1 0 0 0,0-1 0 0 0,-1 1 0 0 0,0-1 0 0 0,1 0 0 0 0,-2 0 0 0 0,1 0-1 0 0,0 0 1 0 0,-1 1 0 0 0,0-1 0 0 0,1 0 0 0 0,-2 0 0 0 0,1 0 0 0 0,0 0-1 0 0,-1 0 1 0 0,-2-8 0 0 0,1 9-40 0 0,1 0 0 0 0,-2-1-1 0 0,1 1 1 0 0,0 0 0 0 0,-1 0 0 0 0,1 0-1 0 0,-1 0 1 0 0,0 0 0 0 0,0 1 0 0 0,0 0-1 0 0,0-1 1 0 0,0 1 0 0 0,-1 0 0 0 0,1 0-1 0 0,-4-1 1 0 0,-14-4 4 0 0,1 0 0 0 0,-1 2 0 0 0,-1 0 0 0 0,1 1 0 0 0,-26 0 0 0 0,21 1 44 0 0,-61-6-1040 0 0,55 8-6125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39.3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10 7305 0 0,'2'-1'188'0'0,"-1"0"0"0"0,0 0 0 0 0,0 0 0 0 0,1 0 0 0 0,-1 0 0 0 0,1 1-1 0 0,-1-1 1 0 0,1 0 0 0 0,-1 1 0 0 0,1-1 0 0 0,-1 1 0 0 0,1 0 0 0 0,-1-1 0 0 0,1 1 0 0 0,1 0 0 0 0,1 5-224 0 0,0 1 1 0 0,-1-1-1 0 0,1 1 0 0 0,-1 0 0 0 0,0 0 0 0 0,-1 0 0 0 0,0 1 0 0 0,0-1 0 0 0,0 0 1 0 0,-1 1-1 0 0,1 6 0 0 0,10 81-473 0 0,-13-22-553 0 0,-11-28-2971 0 0,6-29 1611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0.7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223 18 5857 0 0,'0'0'-152'0'0,"-28"-17"-97"0"0,22 17 237 0 0,0 0 0 0 0,0 1 0 0 0,-1 0 0 0 0,1 0 0 0 0,0 0 0 0 0,0 1-1 0 0,0 0 1 0 0,0 0 0 0 0,0 0 0 0 0,1 1 0 0 0,-1 0 0 0 0,1 0 0 0 0,-1 0-1 0 0,1 1 1 0 0,0 0 0 0 0,1 0 0 0 0,-1 0 0 0 0,0 1 0 0 0,-3 4 0 0 0,-1 1-22 0 0,1 0 1 0 0,0 0 0 0 0,0 0-1 0 0,1 1 1 0 0,0 1 0 0 0,1-1-1 0 0,0 1 1 0 0,-6 19 0 0 0,10-24 13 0 0,0 1 1 0 0,1 0 0 0 0,-1-1-1 0 0,1 1 1 0 0,1 0 0 0 0,0 0-1 0 0,0 0 1 0 0,0 0 0 0 0,1 0-1 0 0,0 0 1 0 0,1-1 0 0 0,0 1-1 0 0,0 0 1 0 0,1-1 0 0 0,-1 1-1 0 0,2-1 1 0 0,-1 0 0 0 0,1 0-1 0 0,7 10 1 0 0,-5-10 28 0 0,-1-1 1 0 0,2 0-1 0 0,-1 0 1 0 0,1 0-1 0 0,-1-1 1 0 0,2 0-1 0 0,-1-1 1 0 0,0 1-1 0 0,1-1 1 0 0,0-1-1 0 0,0 1 0 0 0,0-1 1 0 0,0-1-1 0 0,1 1 1 0 0,-1-2-1 0 0,1 1 1 0 0,14 0-1 0 0,-10-1 124 0 0,0-1 0 0 0,0 0-1 0 0,0-1 1 0 0,0-1 0 0 0,-1 0 0 0 0,1 0-1 0 0,0-1 1 0 0,-1-1 0 0 0,0 0 0 0 0,0-1 0 0 0,0 0-1 0 0,0-1 1 0 0,13-9 0 0 0,-13 6 51 0 0,0 0 0 0 0,-1-1 0 0 0,0-1 0 0 0,0 0 0 0 0,-1 0 0 0 0,-1-1 0 0 0,0 0 1 0 0,0-1-1 0 0,-1 0 0 0 0,11-27 0 0 0,-17 37-146 0 0,0 0 1 0 0,-1-1-1 0 0,1 1 1 0 0,-1-1 0 0 0,0 0-1 0 0,0 1 1 0 0,-1-1-1 0 0,1 0 1 0 0,-1 0-1 0 0,0 1 1 0 0,0-1-1 0 0,0 0 1 0 0,0 0 0 0 0,0 0-1 0 0,-1 1 1 0 0,0-1-1 0 0,0 0 1 0 0,0 1-1 0 0,0-1 1 0 0,-1 1-1 0 0,1-1 1 0 0,-1 1 0 0 0,0 0-1 0 0,0-1 1 0 0,0 1-1 0 0,0 0 1 0 0,-1 0-1 0 0,1 0 1 0 0,-1 1-1 0 0,0-1 1 0 0,1 1 0 0 0,-1-1-1 0 0,-1 1 1 0 0,1 0-1 0 0,0 0 1 0 0,0 0-1 0 0,-1 1 1 0 0,-5-3-1 0 0,-11-4-10 0 0,0 1-1 0 0,0 1 0 0 0,-1 1 1 0 0,0 1-1 0 0,-25-2 0 0 0,-16 2 19 0 0,32 2 29 0 0,-7-3-1927 0 0,35 4 996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1.4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91 5745 0 0,'0'0'-178'0'0,"-5"0"45"0"0,-31 0 96 0 0,33 0 235 0 0,-22-16 2708 0 0,25 14-2669 0 0,22-22 41 0 0,-8 16-282 0 0,1 1 0 0 0,-1 0 0 0 0,2 1 0 0 0,-1 1-1 0 0,20-5 1 0 0,-31 8-58 0 0,1 1 1 0 0,0 0-1 0 0,-1 0 0 0 0,1 1 0 0 0,0-1 0 0 0,0 1 0 0 0,0 0 0 0 0,0 1 0 0 0,0-1 1 0 0,-1 1-1 0 0,1 0 0 0 0,0 0 0 0 0,0 0 0 0 0,-1 0 0 0 0,1 1 0 0 0,-1 0 0 0 0,1 0 1 0 0,-1 0-1 0 0,0 1 0 0 0,0-1 0 0 0,7 6 0 0 0,-10-6 40 0 0,0-1 0 0 0,0 1 0 0 0,0 0 0 0 0,1 0-1 0 0,-2-1 1 0 0,1 1 0 0 0,0 0 0 0 0,0 0 0 0 0,-1 0 0 0 0,1 0 0 0 0,-1 0 0 0 0,1 0 0 0 0,-1 0 0 0 0,0 0-1 0 0,0 0 1 0 0,0 0 0 0 0,0 0 0 0 0,0 4 0 0 0,-1 0-5 0 0,-1-1 0 0 0,1 1-1 0 0,-1 0 1 0 0,0-1 0 0 0,0 1 0 0 0,-5 7 0 0 0,-4 4-19 0 0,0-1 0 0 0,-25 28 1 0 0,-28 21-63 0 0,40-43 5 0 0,-40 49 0 0 0,64-71 102 0 0,0 0 1 0 0,0 0-1 0 0,-1 0 0 0 0,1 1 0 0 0,0-1 1 0 0,0 0-1 0 0,0 0 0 0 0,-1 1 0 0 0,1-1 1 0 0,0 0-1 0 0,0 1 0 0 0,0-1 0 0 0,0 0 0 0 0,0 0 1 0 0,-1 1-1 0 0,1-1 0 0 0,0 0 0 0 0,0 1 1 0 0,0-1-1 0 0,0 0 0 0 0,0 1 0 0 0,0-1 1 0 0,0 0-1 0 0,0 1 0 0 0,0-1 0 0 0,0 0 0 0 0,1 0 1 0 0,-1 1-1 0 0,0-1 0 0 0,0 0 0 0 0,0 1 1 0 0,0-1-1 0 0,0 0 0 0 0,0 0 0 0 0,1 1 1 0 0,-1-1-1 0 0,0 0 0 0 0,0 0 0 0 0,0 1 0 0 0,1-1 1 0 0,-1 0-1 0 0,0 0 0 0 0,0 0 0 0 0,1 1 1 0 0,19 2 0 0 0,31-7 7 0 0,-47 3-13 0 0,234-39-971 0 0,-143 22-1202 0 0,-49 10 655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2.7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166 95 4396 0 0,'0'-1'23'0'0,"1"1"-1"0"0,-1 0 1 0 0,1 0-1 0 0,-1-1 1 0 0,1 1 0 0 0,-1 0-1 0 0,1-1 1 0 0,-1 1-1 0 0,1 0 1 0 0,-1-1-1 0 0,1 1 1 0 0,-1-1-1 0 0,0 1 1 0 0,1-1-1 0 0,-1 1 1 0 0,0-1-1 0 0,1 1 1 0 0,-1-1-1 0 0,0 1 1 0 0,0-1-1 0 0,0 1 1 0 0,1-1-1 0 0,-1 0 1 0 0,0 1-1 0 0,0-1 1 0 0,0 1 0 0 0,0-1-1 0 0,0-1 1 0 0,-13 1 921 0 0,6 2-1223 0 0,1-1 307 0 0,-24 15 8 0 0,20-7-60 0 0,-1 1 1 0 0,1 0 0 0 0,1 0 0 0 0,0 1-1 0 0,0 1 1 0 0,1-1 0 0 0,1 1 0 0 0,-1 1 0 0 0,2-1-1 0 0,0 1 1 0 0,0 1 0 0 0,-6 19 0 0 0,10-25 10 0 0,0 0 0 0 0,1 0 1 0 0,0 0-1 0 0,0 1 0 0 0,1-1 0 0 0,0 0 1 0 0,0 1-1 0 0,0-1 0 0 0,1 0 0 0 0,0 1 1 0 0,1-1-1 0 0,-1 0 0 0 0,1 0 1 0 0,1 0-1 0 0,-1 0 0 0 0,1 0 0 0 0,1-1 1 0 0,-1 1-1 0 0,1-1 0 0 0,0 0 0 0 0,1 0 1 0 0,-1 0-1 0 0,1-1 0 0 0,10 9 0 0 0,-8-7 25 0 0,0-2-1 0 0,0 1 0 0 0,1-1 0 0 0,0 0 0 0 0,0 0 0 0 0,0-1 0 0 0,0 0 0 0 0,1-1 1 0 0,0 1-1 0 0,-1-2 0 0 0,1 1 0 0 0,1-1 0 0 0,-1-1 0 0 0,0 0 0 0 0,13 0 0 0 0,-10-1 11 0 0,1-2 0 0 0,-1 1 0 0 0,0-2 0 0 0,0 0 0 0 0,0 0-1 0 0,-1-1 1 0 0,1 0 0 0 0,-1-1 0 0 0,0 0 0 0 0,0-1 0 0 0,13-9 0 0 0,36-28 382 0 0,-1-3 1 0 0,78-79 0 0 0,-134 122-302 0 0,0 0-1 0 0,0 0 0 0 0,0 0 0 0 0,0-1 0 0 0,0 1 1 0 0,-1-1-1 0 0,0 1 0 0 0,0-1 0 0 0,0 0 1 0 0,0 0-1 0 0,0 0 0 0 0,-1 0 0 0 0,0 0 0 0 0,0 0 1 0 0,0 0-1 0 0,0-1 0 0 0,0-4 0 0 0,-2 6-58 0 0,1-1 0 0 0,-1 1 0 0 0,0 0 0 0 0,0-1 0 0 0,-1 1-1 0 0,1 0 1 0 0,-1 0 0 0 0,1 0 0 0 0,-1 0 0 0 0,0 0 0 0 0,0 0 0 0 0,-1 0-1 0 0,1 1 1 0 0,0-1 0 0 0,-1 1 0 0 0,1 0 0 0 0,-1-1 0 0 0,0 1 0 0 0,0 1-1 0 0,-6-4 1 0 0,-9-5 33 0 0,-1 1 0 0 0,0 1 0 0 0,0 1 0 0 0,-33-8 0 0 0,-82-11 108 0 0,126 25-169 0 0,-74-9 65 0 0,79 9-76 0 0,-5 0-227 0 0,0 0-1 0 0,0 1 1 0 0,0 0-1 0 0,0 0 1 0 0,-15 3-1 0 0,-3 9-4389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3.8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69 5368 0 0,'0'0'-496'0'0,"32"-19"-2143"0"0,-11 11 2673 0 0,0 1 0 0 0,43-8 0 0 0,-19 5 5 0 0,-6 4-1 0 0,-1 4-23 0 0,-33 1-28 0 0,1 1 0 0 0,-1-1 1 0 0,1 1-1 0 0,-1 0 0 0 0,0 1 1 0 0,1-1-1 0 0,-1 1 0 0 0,1 0 0 0 0,-1 0 1 0 0,0 1-1 0 0,9 3 0 0 0,-13-4 3 0 0,0-1 11 0 0,-1 0 1 0 0,0 0 0 0 0,0 0 0 0 0,1 0-1 0 0,-1 0 1 0 0,0 0 0 0 0,0 0 0 0 0,1 0 0 0 0,-1 0-1 0 0,0 0 1 0 0,1 0 0 0 0,-1 0 0 0 0,0 0 0 0 0,0 0-1 0 0,1 0 1 0 0,-1 1 0 0 0,0-1 0 0 0,0 0 0 0 0,0 0-1 0 0,1 0 1 0 0,-1 0 0 0 0,0 1 0 0 0,0-1 0 0 0,0 0-1 0 0,1 0 1 0 0,-1 0 0 0 0,0 1 0 0 0,0-1-1 0 0,0 0 1 0 0,0 0 0 0 0,0 1 0 0 0,0-1 0 0 0,1 0-1 0 0,-1 1 1 0 0,0-1 0 0 0,0 0 0 0 0,0 0 0 0 0,0 1-1 0 0,-7 10 89 0 0,-12 6 73 0 0,-51 20 361 0 0,9-6 94 0 0,59-30-586 0 0,-12 11 228 0 0,23-9-239 0 0,0-2-6 0 0,35 7 78 0 0,-23-6-118 0 0,-2 2-1 0 0,1 0 0 0 0,0 1 0 0 0,-1 1 0 0 0,35 15 0 0 0,-54-21 34 0 0,1 0 1 0 0,-1 0-1 0 0,1 1 1 0 0,-1-1-1 0 0,0 0 1 0 0,1 0-1 0 0,-1 1 1 0 0,0-1-1 0 0,1 0 0 0 0,-1 0 1 0 0,0 1-1 0 0,1-1 1 0 0,-1 0-1 0 0,0 1 1 0 0,0-1-1 0 0,0 1 1 0 0,1-1-1 0 0,-1 0 1 0 0,0 1-1 0 0,0-1 1 0 0,0 1-1 0 0,0-1 1 0 0,0 0-1 0 0,1 1 1 0 0,-1-1-1 0 0,0 1 1 0 0,0-1-1 0 0,0 0 1 0 0,0 1-1 0 0,0-1 0 0 0,-1 1 1 0 0,1-1-1 0 0,0 1 1 0 0,0-1-1 0 0,0 1 1 0 0,-14 15 304 0 0,-17 5 118 0 0,-4-6-150 0 0,-1-1 0 0 0,0-1 0 0 0,-1-3 0 0 0,0-1 0 0 0,-40 5 0 0 0,72-14-331 0 0,-1 1 0 0 0,0-1 0 0 0,0 0 0 0 0,1 0 0 0 0,-1-1 0 0 0,-10-2 0 0 0,14 3-152 0 0,1-1-1 0 0,-1 1 1 0 0,0-1 0 0 0,0 0-1 0 0,0 0 1 0 0,1 0-1 0 0,-1 0 1 0 0,0 0 0 0 0,1 0-1 0 0,-1 0 1 0 0,1 0 0 0 0,-1-1-1 0 0,1 1 1 0 0,-2-4 0 0 0,-3-4-1286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0.4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172 65 5136 0 0,'0'0'-338'0'0,"-9"-48"-154"0"0,8 46 551 0 0,0 1 0 0 0,-1 0 0 0 0,1 0 0 0 0,0-1 0 0 0,0 1-1 0 0,-1 0 1 0 0,1 0 0 0 0,0 0 0 0 0,-1 0 0 0 0,1 1 0 0 0,-1-1 0 0 0,1 0-1 0 0,-1 1 1 0 0,1-1 0 0 0,-1 0 0 0 0,0 1 0 0 0,1 0 0 0 0,-1-1 0 0 0,0 1-1 0 0,1 0 1 0 0,-1 0 0 0 0,0 0 0 0 0,-2 0 0 0 0,0 1-29 0 0,0 0 0 0 0,0 0 0 0 0,0 1 0 0 0,-1-1 1 0 0,1 1-1 0 0,1 0 0 0 0,-1 0 0 0 0,0 0 0 0 0,-4 4 0 0 0,0 0-50 0 0,0 0-1 0 0,0 1 1 0 0,1 0 0 0 0,0 0-1 0 0,0 1 1 0 0,1 0-1 0 0,0 0 1 0 0,-5 10 0 0 0,9-14-7 0 0,0-1 0 0 0,0 1 0 0 0,1 0 0 0 0,0 0 0 0 0,0 0 0 0 0,0 0 0 0 0,0 0 0 0 0,0 0 0 0 0,1 0 0 0 0,0 0 0 0 0,0 0 0 0 0,0 0 0 0 0,0 0 0 0 0,1 0 0 0 0,1 8 1 0 0,-2-11 14 0 0,1 0 0 0 0,0 0 0 0 0,-1 1 0 0 0,1-1 0 0 0,0 0 0 0 0,-1 0 0 0 0,1 0 0 0 0,0 0 0 0 0,0 0 0 0 0,0 0 0 0 0,0 0 0 0 0,0-1 1 0 0,0 1-1 0 0,0 0 0 0 0,0 0 0 0 0,0-1 0 0 0,1 1 0 0 0,-1-1 0 0 0,0 1 0 0 0,2 0 0 0 0,0-1 9 0 0,0 0 1 0 0,0 0-1 0 0,0 1 0 0 0,0-2 0 0 0,1 1 0 0 0,-1 0 0 0 0,0-1 1 0 0,0 1-1 0 0,0-1 0 0 0,0 0 0 0 0,-1 0 0 0 0,5-2 0 0 0,5-2 282 0 0,0-1-1 0 0,-1-1 0 0 0,1 0 0 0 0,-2 0 0 0 0,1-1 0 0 0,-1-1 0 0 0,0 1 0 0 0,17-21 839 0 0,-33 33-1070 0 0,-4 2-198 0 0,1 0 0 0 0,0 1 0 0 0,1 0 0 0 0,0 1 0 0 0,0 0 0 0 0,0 0 0 0 0,1 1-1 0 0,0 0 1 0 0,1 0 0 0 0,0 0 0 0 0,-9 21 0 0 0,15-29-45 0 0,7-4-235 0 0,7-4 937 0 0,0-2 1 0 0,0 1-1 0 0,0-2 0 0 0,15-13 0 0 0,-28 21-217 0 0,-6 3-406 0 0,0 0 0 0 0,1 0 0 0 0,-1 1 0 0 0,1-1 0 0 0,-1 1 0 0 0,1 0 0 0 0,-9 5 0 0 0,-24 18-3744 0 0,26-15 1627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7:57.5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 0 7141 0 0,'0'0'1098'0'0,"-35"30"-1010"0"0,31-27-117 0 0,1 1 0 0 0,0 0-1 0 0,-1-1 1 0 0,1 2-1 0 0,1-1 1 0 0,-1 0 0 0 0,1 0-1 0 0,-1 1 1 0 0,1-1 0 0 0,-2 7-1 0 0,4-9 17 0 0,-1 0 0 0 0,1 0 0 0 0,-1 0 0 0 0,1 0 0 0 0,0 0 0 0 0,-1 0 0 0 0,1 0 0 0 0,0 0 0 0 0,0 0 0 0 0,1 0 0 0 0,-1 0 0 0 0,0 0-1 0 0,1 0 1 0 0,-1 0 0 0 0,1-1 0 0 0,0 1 0 0 0,-1 0 0 0 0,1 0 0 0 0,0 0 0 0 0,0-1 0 0 0,0 1 0 0 0,0 0 0 0 0,1-1 0 0 0,-1 1 0 0 0,0-1 0 0 0,1 0 0 0 0,1 2 0 0 0,-3 0 6 0 0,3 0 4 0 0,20 1-23 0 0,-19-3 26 0 0,0-1 0 0 0,-1 1 0 0 0,1-1-1 0 0,0 1 1 0 0,0-1 0 0 0,0 0 0 0 0,-1-1 0 0 0,1 1-1 0 0,0-1 1 0 0,0 1 0 0 0,-1-1 0 0 0,1 0 0 0 0,-1-1-1 0 0,1 1 1 0 0,-1 0 0 0 0,1-1 0 0 0,-1 0-1 0 0,4-2 1 0 0,7-5 10 0 0,-11 8 12 0 0,0 0 1 0 0,0-1 0 0 0,0 1 0 0 0,0-1 0 0 0,-1 0-1 0 0,1 0 1 0 0,0 0 0 0 0,-1 0 0 0 0,0 0 0 0 0,1 0-1 0 0,-1-1 1 0 0,0 1 0 0 0,0-1 0 0 0,0 0 0 0 0,-1 1-1 0 0,1-1 1 0 0,-1 0 0 0 0,1 0 0 0 0,-1 0 0 0 0,0 0-1 0 0,0 0 1 0 0,0-1 0 0 0,-1 1 0 0 0,1 0 0 0 0,-1 0-1 0 0,0-6 1 0 0,0 8-17 0 0,-1 0-1 0 0,1 0 1 0 0,-1 0-1 0 0,0 0 1 0 0,1 0-1 0 0,-1 0 1 0 0,0 0-1 0 0,0 0 1 0 0,0 0-1 0 0,0 0 1 0 0,0 0-1 0 0,0 0 1 0 0,0 1-1 0 0,0-1 1 0 0,0 0-1 0 0,0 1 1 0 0,-1-1-1 0 0,1 1 1 0 0,0-1-1 0 0,0 1 1 0 0,-1 0 0 0 0,1 0-1 0 0,0-1 1 0 0,0 1-1 0 0,-1 0 1 0 0,1 0-1 0 0,-2 0 1 0 0,-20-1-13 0 0,17 2-23 0 0,-1 0 1 0 0,1 0-1 0 0,-1 0 0 0 0,1 1 1 0 0,-1 0-1 0 0,1 1 0 0 0,0 0 1 0 0,0-1-1 0 0,0 2 0 0 0,0-1 1 0 0,1 1-1 0 0,-1 0 0 0 0,1 0 1 0 0,0 0-1 0 0,0 1 0 0 0,1 0 0 0 0,-1 0 1 0 0,1 0-1 0 0,0 0 0 0 0,-6 11 1 0 0,10-15 9 0 0,-1 0 0 0 0,1-1 0 0 0,-1 1 0 0 0,1 0 0 0 0,0 0 0 0 0,-1 0 0 0 0,1 0 0 0 0,0 0 0 0 0,0 0 0 0 0,-1 0 0 0 0,1-1 0 0 0,0 1 0 0 0,0 0 0 0 0,0 0 0 0 0,0 0 0 0 0,0 0 0 0 0,0 0 0 0 0,1 0 0 0 0,-1 0 0 0 0,0 0 0 0 0,0 0 0 0 0,1 0 0 0 0,-1 0 0 0 0,0-1 0 0 0,1 1 0 0 0,-1 0 0 0 0,1 0 0 0 0,-1 0 0 0 0,1-1 0 0 0,-1 1 0 0 0,1 0 0 0 0,0-1 0 0 0,-1 1 0 0 0,1 0 0 0 0,1 0 0 0 0,0-1 18 0 0,-1 1 0 0 0,1-1-1 0 0,-1 0 1 0 0,1 0 0 0 0,0 0 0 0 0,-1 0-1 0 0,1-1 1 0 0,-1 1 0 0 0,1 0 0 0 0,-1-1-1 0 0,1 1 1 0 0,-1-1 0 0 0,1 1-1 0 0,-1-1 1 0 0,0 0 0 0 0,1 1 0 0 0,-1-1-1 0 0,0 0 1 0 0,1 0 0 0 0,-1 0 0 0 0,2-2-1 0 0,-1 0 152 0 0,1 0 0 0 0,-1 1 0 0 0,0-1 0 0 0,0 0-1 0 0,0 0 1 0 0,0-1 0 0 0,0 1 0 0 0,1-5 0 0 0,-3 7 420 0 0,-1 0-955 0 0,-26 0 1370 0 0,12 3-2061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7:59.1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253 26 4840 0 0,'0'0'-232'0'0,"1"-21"935"0"0,-2 20-69 0 0,-18-2-83 0 0,13 2-539 0 0,0 1 1 0 0,1 0-1 0 0,-1 1 1 0 0,1 0-1 0 0,-1-1 1 0 0,1 2-1 0 0,-1-1 0 0 0,1 1 1 0 0,0-1-1 0 0,-1 2 1 0 0,1-1-1 0 0,0 0 1 0 0,0 1-1 0 0,-6 5 0 0 0,-9 6-52 0 0,-36 34 0 0 0,40-34 27 0 0,12-9-29 0 0,-1-1 0 0 0,0 1-1 0 0,1 0 1 0 0,0 0 0 0 0,0 1 0 0 0,1-1-1 0 0,-1 1 1 0 0,1 0 0 0 0,1 0-1 0 0,-1 0 1 0 0,-2 8 0 0 0,5-13-13 0 0,12 13-131 0 0,-11-13 189 0 0,52-28 62 0 0,-47 21 43 0 0,1 1 0 0 0,-1-2 0 0 0,0 1 0 0 0,0-1 0 0 0,-1 0 0 0 0,0 0 0 0 0,0 0 0 0 0,-1-1 0 0 0,0 1 0 0 0,0-1 0 0 0,-1 0 0 0 0,4-11 0 0 0,-7 17-12 0 0,-1-2 18 0 0,1 3-109 0 0,0 1 0 0 0,0-1-1 0 0,0 1 1 0 0,0-1 0 0 0,0 1-1 0 0,0-1 1 0 0,0 1-1 0 0,0-1 1 0 0,0 0 0 0 0,0 1-1 0 0,-1-1 1 0 0,1 1 0 0 0,0-1-1 0 0,0 1 1 0 0,0-1-1 0 0,-1 1 1 0 0,1 0 0 0 0,0-1-1 0 0,-1 1 1 0 0,1-1 0 0 0,0 1-1 0 0,-1-1 1 0 0,1 1 0 0 0,-1 0-1 0 0,1-1 1 0 0,0 1-1 0 0,-1 0 1 0 0,1 0 0 0 0,-1-1-1 0 0,1 1 1 0 0,-1 0 0 0 0,1 0-1 0 0,-1-1 1 0 0,1 1-1 0 0,-1 0 1 0 0,0 0 0 0 0,-7 2-26 0 0,1 0 0 0 0,0 0 1 0 0,0 0-1 0 0,0 1 0 0 0,0 1 1 0 0,1-1-1 0 0,-1 1 0 0 0,1 0 1 0 0,0 0-1 0 0,0 1 0 0 0,0 0 1 0 0,0 0-1 0 0,1 0 0 0 0,0 1 1 0 0,-5 6-1 0 0,7-9-37 0 0,1 0 0 0 0,-1 0 0 0 0,1 0 0 0 0,0 0 0 0 0,0 1-1 0 0,0-1 1 0 0,1 1 0 0 0,-1-1 0 0 0,1 1 0 0 0,0-1 0 0 0,0 1 0 0 0,0 0 0 0 0,0 0 0 0 0,1-1 0 0 0,-1 1 0 0 0,1 0 0 0 0,0 0-1 0 0,0 0 1 0 0,1 0 0 0 0,-1-1 0 0 0,1 1 0 0 0,0 0 0 0 0,0 0 0 0 0,0-1 0 0 0,0 1 0 0 0,1-1 0 0 0,-1 1 0 0 0,1-1 0 0 0,0 1-1 0 0,0-1 1 0 0,0 0 0 0 0,3 3 0 0 0,-3-4 41 0 0,0-1 1 0 0,0 1-1 0 0,0-1 0 0 0,0 0 1 0 0,0 1-1 0 0,0-1 0 0 0,0 0 1 0 0,1 0-1 0 0,-1-1 0 0 0,0 1 1 0 0,1 0-1 0 0,-1-1 0 0 0,0 0 1 0 0,1 1-1 0 0,-1-1 0 0 0,1 0 1 0 0,-1 0-1 0 0,0 0 0 0 0,1-1 1 0 0,-1 1-1 0 0,1 0 0 0 0,-1-1 1 0 0,0 0-1 0 0,1 0 0 0 0,-1 1 1 0 0,0-1-1 0 0,0 0 0 0 0,0-1 1 0 0,0 1-1 0 0,1 0 0 0 0,2-3 1 0 0,4-3 154 0 0,-1 1 1 0 0,1-1 0 0 0,-1 0-1 0 0,0-1 1 0 0,13-17 0 0 0,-15 17 102 0 0,-3 5-13 0 0,-1 0 0 0 0,0 0 0 0 0,1 1 0 0 0,-1-1 0 0 0,-1-1 0 0 0,1 1 0 0 0,0 0 0 0 0,-1 0 0 0 0,0-1 0 0 0,0 1 0 0 0,0 0 0 0 0,0-1 0 0 0,1-6 0 0 0,-3 9-222 0 0,1 1 0 0 0,-1 0 1 0 0,0-1-1 0 0,0 1 0 0 0,1 0 0 0 0,-1-1 1 0 0,0 1-1 0 0,1 0 0 0 0,-1 0 1 0 0,0 0-1 0 0,0 0 0 0 0,1 0 0 0 0,-1 0 1 0 0,0 0-1 0 0,0 0 0 0 0,0 0 0 0 0,1 0 1 0 0,-1 0-1 0 0,0 0 0 0 0,1 0 0 0 0,-1 1 1 0 0,0-1-1 0 0,0 0 0 0 0,1 1 1 0 0,-1-1-1 0 0,0 0 0 0 0,1 1 0 0 0,-2 0 1 0 0,-25 10-86 0 0,25-10 75 0 0,-7 4-161 0 0,1 0 1 0 0,0 1 0 0 0,0 0-1 0 0,0 0 1 0 0,-9 10 0 0 0,-10 17-4152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2.6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8 228 1248 0 0,'-7'-6'5768'0'0,"6"6"-5718"0"0,258-26 26 0 0,-87 5-89 0 0,240-35 156 0 0,-387 52-141 0 0,192-25 47 0 0,110-5-60 0 0,-161 21 15 0 0,180-6-37 0 0,-303 19 14 0 0,185-5 22 0 0,-31 3-7 0 0,-193 2 1 0 0,21 1 439 0 0,-2 1-1146 0 0,-13-18-4420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3.5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211 35 4884 0 0,'0'0'-96'0'0,"-22"-34"5384"0"0,33 35-5934 0 0,0 1 622 0 0,0 0 0 0 0,0 1 1 0 0,15 6-1 0 0,4 1-12 0 0,83 14-30 0 0,-75-18 35 0 0,0 2 1 0 0,-1 1 0 0 0,67 27-1 0 0,-103-35 29 0 0,-1-1 0 0 0,1 0 0 0 0,0 1 0 0 0,-1-1 0 0 0,1 0 0 0 0,-1 1 0 0 0,1-1 0 0 0,-1 1 0 0 0,1-1 0 0 0,0 1 0 0 0,-1-1 0 0 0,0 1 0 0 0,1 0 0 0 0,-1-1 0 0 0,1 1 0 0 0,-1 0 0 0 0,0-1 0 0 0,0 1 0 0 0,1 0 0 0 0,-1-1 0 0 0,0 1 0 0 0,0 0 0 0 0,0 0 0 0 0,0-1 0 0 0,1 1 0 0 0,-1 0 0 0 0,0-1 0 0 0,0 1 0 0 0,-1 0 0 0 0,1 0 0 0 0,0-1-1 0 0,0 1 1 0 0,0 0 0 0 0,0 0 0 0 0,-1-1 0 0 0,1 1 0 0 0,0 0 0 0 0,-1-1 0 0 0,1 1 0 0 0,0-1 0 0 0,-1 1 0 0 0,1 0 0 0 0,-1-1 0 0 0,1 1 0 0 0,-1-1 0 0 0,1 1 0 0 0,-1-1 0 0 0,0 1 0 0 0,0 0 0 0 0,-31 26-23 0 0,32-27 25 0 0,-420 248-596 0 0,283-174-3159 0 0,105-56 977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5.8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20 6189 0 0,'0'0'-204'0'0,"-12"-20"1295"0"0,25 38-1126 0 0,0-1-1 0 0,1-1 1 0 0,0 0 0 0 0,2-1 0 0 0,-1 0-1 0 0,2-2 1 0 0,20 14 0 0 0,11 11 2 0 0,117 93-4 0 0,208 127 0 0 0,-245-172-8 0 0,39 23 16 0 0,54 29 40 0 0,-148-87-40 0 0,7 4 55 0 0,145 84-42 0 0,-168-107 22 0 0,325 194 68 0 0,-286-165-52 0 0,-55-33 3491 0 0,-41-37-3227 0 0,1 6-219 0 0,-1 0-1 0 0,0 0 1 0 0,0 0-1 0 0,0 0 1 0 0,-1 0-1 0 0,1 0 1 0 0,-1 0-1 0 0,1 0 0 0 0,-1 0 1 0 0,0 0-1 0 0,0 0 1 0 0,0 0-1 0 0,-1 0 1 0 0,1 1-1 0 0,-4-6 1 0 0,-44-69 387 0 0,-96-101-274 0 0,119 153-2488 0 0,56 61 2078 0 0,1-1 0 0 0,1-1 0 0 0,41 31 1 0 0,46 47-132 0 0,-118-110 359 0 0,0-1 0 0 0,1 1 0 0 0,-1 0 0 0 0,0 0 0 0 0,0 0 0 0 0,0 0 0 0 0,-1 0 0 0 0,1 0 0 0 0,0 0 0 0 0,-1 0 0 0 0,1 0 0 0 0,-1 0 0 0 0,0 0 0 0 0,0 0 0 0 0,0 0 0 0 0,0 0 0 0 0,0 1 0 0 0,0-1 0 0 0,0 0 0 0 0,-1 0 0 0 0,1 0 0 0 0,-1 0 0 0 0,1 0 0 0 0,-1 0 0 0 0,0 0 0 0 0,0 0 0 0 0,0 0 0 0 0,0 0 0 0 0,0-1 0 0 0,0 1 0 0 0,-1 0 0 0 0,1-1 0 0 0,-1 1 0 0 0,1-1 0 0 0,-3 3 0 0 0,-5 5 12 0 0,-1 0 0 0 0,0-1 0 0 0,-1 0 0 0 0,-14 9-1 0 0,-27 12 117 0 0,0-2 0 0 0,-98 35 0 0 0,-120 21-4299 0 0,253-78 3410 0 0,-8 0-1416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7.8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33 5408 0 0,'-18'-31'1389'0'0,"17"30"-1048"0"0,3 6-833 0 0,21 39 392 0 0,2-1 0 0 0,2-2-1 0 0,38 47 1 0 0,-15-21 66 0 0,276 351-76 0 0,-131-174 111 0 0,-116-130 9 0 0,-4 3 1 0 0,63 137 0 0 0,-41-72-20 0 0,-25-46 5 0 0,81 133-41 0 0,3-63 86 0 0,-92-125-29 0 0,21 28 24 0 0,6-3 1 0 0,108 98-1 0 0,12-1 86 0 0,-176-166-109 0 0,6 6-1 0 0,55 43 0 0 0,-33-14-2 0 0,-62-71-3 0 0,0 1 20 0 0,0-1 0 0 0,0 1 0 0 0,0 0 0 0 0,1-1 0 0 0,-1 0 0 0 0,0 1 0 0 0,1-1 0 0 0,-1 0 0 0 0,1 0 0 0 0,-1 0 0 0 0,1 0 0 0 0,3 2 0 0 0,10 10-3217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8.8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259 99 4688 0 0,'-13'-33'-541'0'0,"1"-16"2213"0"0,12 47-1233 0 0,-3-13 1172 0 0,18 48-1641 0 0,1-2 1 0 0,1 0-1 0 0,2-1 1 0 0,1-1-1 0 0,25 27 1 0 0,46 30 42 0 0,-66-65 14 0 0,-1 0 1 0 0,41 50-1 0 0,-64-70-16 0 0,-1 0 0 0 0,1 0 0 0 0,0 0 0 0 0,-1 0 0 0 0,1 0 0 0 0,0 0 0 0 0,-1 0 0 0 0,1 1 0 0 0,-1-1 0 0 0,0 0-1 0 0,1 0 1 0 0,-1 0 0 0 0,0 1 0 0 0,0-1 0 0 0,0 0 0 0 0,0 0 0 0 0,0 1 0 0 0,0-1 0 0 0,0 0 0 0 0,0 0 0 0 0,0 1-1 0 0,-1-1 1 0 0,1 0 0 0 0,-1 2 0 0 0,-1-1 8 0 0,1 1-1 0 0,-1-1 0 0 0,1 0 1 0 0,-1 0-1 0 0,0 0 1 0 0,0 0-1 0 0,0-1 0 0 0,0 1 1 0 0,0-1-1 0 0,0 1 0 0 0,-4 1 1 0 0,-8 4 59 0 0,-1-1-1 0 0,1 0 1 0 0,-21 4-1 0 0,22-6-23 0 0,-354 97-493 0 0,310-86-974 0 0,40-10-798 0 0,3 2-515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1.1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82 1766 5849 0 0,'-34'16'-2716'0'0,"-14"13"3019"0"0,63-47 3521 0 0,77-59-3444 0 0,-89 76-263 0 0,600-534 1192 0 0,-457 389-1053 0 0,185-167 491 0 0,-56 96-679 0 0,-83 67-26 0 0,-24 30-57 0 0,-67 50 28 0 0,-62 39 11 0 0,26-16 70 0 0,-35 21 471 0 0,-31 25-565 0 0,1 0 0 0 0,-1-1 0 0 0,0 1 0 0 0,0 0 0 0 0,0 0 0 0 0,1 0 0 0 0,-1 0 1 0 0,0 0-1 0 0,-1 0 0 0 0,1 0 0 0 0,0 0 0 0 0,0 0 0 0 0,0 0 0 0 0,0 1 0 0 0,-1-1 0 0 0,1 0 0 0 0,0 1 0 0 0,-1-1 0 0 0,1 1 0 0 0,0-1 0 0 0,-1 1 0 0 0,1 0 0 0 0,-3-1 0 0 0,-31-5-33 0 0,-10 4-43 0 0,1 2 0 0 0,-1 1 0 0 0,-85 16 0 0 0,39-5-55 0 0,55-8-168 0 0,51-9-160 0 0,10-1 555 0 0,52-11-165 0 0,157-15 0 0 0,-125 27-374 0 0,-107 5 433 0 0,-1 0-1 0 0,0 1 1 0 0,0-1-1 0 0,0 1 0 0 0,0-1 1 0 0,1 1-1 0 0,-1-1 1 0 0,0 1-1 0 0,0-1 1 0 0,0 1-1 0 0,0 0 1 0 0,0 0-1 0 0,0-1 1 0 0,0 1-1 0 0,-1 0 0 0 0,1 0 1 0 0,0 0-1 0 0,0 0 1 0 0,-1 0-1 0 0,1 0 1 0 0,-1 0-1 0 0,1 0 1 0 0,-1 1-1 0 0,1-1 1 0 0,-1 0-1 0 0,1 0 1 0 0,-1 0-1 0 0,0 2 0 0 0,6 39-131 0 0,-5-33 103 0 0,0 5 27 0 0,-2 0-1 0 0,1 0 0 0 0,-2 0 0 0 0,0 0 0 0 0,0-1 1 0 0,-1 1-1 0 0,-8 20 0 0 0,4-8-173 0 0,7-20-56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2.6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1 195 5120 0 0,'0'0'-280'0'0,"8"0"-590"0"0,277-24 819 0 0,-92 3 26 0 0,688-87 407 0 0,-732 84 1083 0 0,-146 23-1286 0 0,1 1-130 0 0,10-1 60 0 0,-1 0 0 0 0,1-1 0 0 0,16-5 0 0 0,-28 6-44 0 0,4-3 38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3.4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5 4272 0 0,'-13'-4'878'0'0,"8"3"1034"0"0,224 57-1961 0 0,0-3 19 0 0,-172-36-176 0 0,-47-16 205 0 0,0-1-1 0 0,0 1 0 0 0,0-1 1 0 0,0 0-1 0 0,1 1 1 0 0,-1-1-1 0 0,0 1 0 0 0,0-1 1 0 0,0 0-1 0 0,0 1 0 0 0,0-1 1 0 0,0 1-1 0 0,0-1 1 0 0,0 0-1 0 0,-1 1 0 0 0,1-1 1 0 0,0 1-1 0 0,0-1 1 0 0,0 1-1 0 0,0-1 0 0 0,0 0 1 0 0,-1 1-1 0 0,1-1 0 0 0,0 0 1 0 0,0 1-1 0 0,-1-1 1 0 0,1 0-1 0 0,0 1 0 0 0,0-1 1 0 0,-1 0-1 0 0,1 0 0 0 0,0 1 1 0 0,-2-1-1 0 0,-9 13 1 0 0,11-13 2 0 0,-26 23 37 0 0,-1-2 0 0 0,-1-1 0 0 0,-1-1 0 0 0,-40 19 0 0 0,-8 6 60 0 0,19-13-133 0 0,-24 17-3560 0 0,69-39 2071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5.0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4 4468 0 0,'0'0'-124'0'0,"-18"-2"69"0"0,17 2 48 0 0,1 0 1 0 0,0-1 0 0 0,-1 1-1 0 0,1 0 1 0 0,-1 0-1 0 0,1 0 1 0 0,-1 0-1 0 0,1 0 1 0 0,-1 0-1 0 0,1 0 1 0 0,-1 0 0 0 0,1 0-1 0 0,0 0 1 0 0,-1 0-1 0 0,1 0 1 0 0,-1 0-1 0 0,1 0 1 0 0,-1 0-1 0 0,1 0 1 0 0,-1 0 0 0 0,1 0-1 0 0,-1 1 1 0 0,1-1-1 0 0,0 0 1 0 0,-1 0-1 0 0,1 1 1 0 0,-1-1-1 0 0,1 0 1 0 0,0 0-1 0 0,-1 1 1 0 0,1-1 0 0 0,0 0-1 0 0,-1 2 1 0 0,10 7-38 0 0,0 1 0 0 0,0-1 1 0 0,1-1-1 0 0,0 0 0 0 0,1 0 0 0 0,22 12 1 0 0,17 13-5 0 0,27 19 16 0 0,88 45 1 0 0,-68-42 59 0 0,-79-44-33 0 0,351 215 53 0 0,-86-43-14 0 0,-215-146 10 0 0,92 35 0 0 0,9 4 6 0 0,-53-17-97 0 0,-114-58 64 0 0,4 2 271 0 0,4 2 698 0 0,2-26-4270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5.7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286 49 3772 0 0,'-45'-25'432'0'0,"11"1"3667"0"0,31 27-4403 0 0,2-3 295 0 0,0 1-1 0 0,1 0 0 0 0,-1 0 0 0 0,1 0 0 0 0,-1 0 0 0 0,0 0 1 0 0,1 0-1 0 0,0 0 0 0 0,-1 0 0 0 0,1 0 0 0 0,-1 0 0 0 0,1 0 1 0 0,0 0-1 0 0,0 0 0 0 0,0 0 0 0 0,0 0 0 0 0,0 0 0 0 0,0 1 1 0 0,0-1-1 0 0,0 0 0 0 0,0 0 0 0 0,0 0 0 0 0,1 0 0 0 0,-1 1 1 0 0,18 34-130 0 0,41 33 28 0 0,-51-60 94 0 0,32 30-21 0 0,61 47 1 0 0,-11-11-12 0 0,-89-74 45 0 0,2 1 14 0 0,0 0-1 0 0,0 1 1 0 0,0 0 0 0 0,-1-1 0 0 0,1 1 0 0 0,-1 0 0 0 0,0 0 0 0 0,0 0 0 0 0,2 4 0 0 0,-4-6-1 0 0,0 1 1 0 0,0-1-1 0 0,0 1 0 0 0,0-1 0 0 0,0 0 0 0 0,-1 1 0 0 0,1-1 1 0 0,0 0-1 0 0,-1 1 0 0 0,1-1 0 0 0,-1 0 0 0 0,1 0 0 0 0,-1 1 1 0 0,0-1-1 0 0,1 0 0 0 0,-1 0 0 0 0,0 0 0 0 0,0 0 0 0 0,0 0 1 0 0,0 0-1 0 0,0 0 0 0 0,0 0 0 0 0,0 0 0 0 0,0 0 0 0 0,0-1 1 0 0,0 1-1 0 0,-1 0 0 0 0,0 0 0 0 0,-324 201 444 0 0,156-103-4504 0 0,145-82 1781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7.2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165 10 5332 0 0,'0'0'-159'0'0,"0"-1"181"0"0,0 1 1 0 0,0 0-1 0 0,0-1 0 0 0,0 1 1 0 0,0 0-1 0 0,0-1 0 0 0,0 1 1 0 0,-1 0-1 0 0,1-1 0 0 0,0 1 1 0 0,0 0-1 0 0,0-1 0 0 0,0 1 1 0 0,0 0-1 0 0,-1-1 0 0 0,1 1 1 0 0,0 0-1 0 0,0 0 0 0 0,0-1 1 0 0,-1 1-1 0 0,1 0 0 0 0,0 0 1 0 0,0-1-1 0 0,-1 1 0 0 0,1 0 1 0 0,0 0-1 0 0,-1 0 0 0 0,1-1 1 0 0,0 1-1 0 0,-1 0 0 0 0,1 0 1 0 0,0 0-1 0 0,-1 0 0 0 0,1 0 1 0 0,0 0-1 0 0,-1 0 0 0 0,1 0 1 0 0,0 0-1 0 0,-1 0 0 0 0,1 0 1 0 0,0 0-1 0 0,-1 0 0 0 0,1 0 1 0 0,0 0-1 0 0,-1 0 0 0 0,0 1 1 0 0,-12 4-91 0 0,0 0 0 0 0,1 2 0 0 0,0 0 0 0 0,0 0 0 0 0,0 1 0 0 0,1 0 0 0 0,0 1 0 0 0,0 0 0 0 0,1 1 0 0 0,1 0 0 0 0,-17 23-1 0 0,25-32-68 0 0,9-4-257 0 0,111-65 545 0 0,-83 46 451 0 0,-34 21-439 0 0,-3 5-121 0 0,0 3-32 0 0,-1 0 0 0 0,0 0 0 0 0,-1-1 0 0 0,1 1 0 0 0,-1-1 0 0 0,0 0 0 0 0,-1 0 0 0 0,-5 7 0 0 0,-37 47 199 0 0,45-58-220 0 0,-6 4-68 0 0,3-29-4107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0.1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3738 4048 0 0,'0'0'-162'0'0,"-3"13"3897"0"0,37-62-3187 0 0,45-89 0 0 0,-27 44-445 0 0,117-169 49 0 0,-8 14-65 0 0,115-272 247 0 0,-102 208 164 0 0,-69 135-53 0 0,43-51-76 0 0,-37 63-209 0 0,42-104 406 0 0,-90 154-401 0 0,162-247-13 0 0,-68 100 144 0 0,-10 8-244 0 0,-79 135 47 0 0,-67 119-85 0 0,12-30 9 0 0,-1-4-35 0 0,-2 18 0 0 0,-10 16 10 0 0,1-1 7 0 0,1-6 7 0 0,-1 4-5 0 0,0-1 5 0 0,0 4 48 0 0,-1 0-92 0 0,0 1 23 0 0,0 0 0 0 0,0 0 0 0 0,0 0 0 0 0,0 0 0 0 0,-1 0 1 0 0,1 0-1 0 0,0 0 0 0 0,0 0 0 0 0,0 0 0 0 0,0 0 0 0 0,-1 0 0 0 0,1 0 0 0 0,0 0 0 0 0,0 0 1 0 0,0 0-1 0 0,0 0 0 0 0,-1 0 0 0 0,1 0 0 0 0,0 0 0 0 0,0 0 0 0 0,0 0 0 0 0,0 0 0 0 0,0 0 1 0 0,-1 0-1 0 0,1 0 0 0 0,0-1 0 0 0,0 1 0 0 0,0 0 0 0 0,0 0 0 0 0,0 0 0 0 0,0 0 0 0 0,0 0 1 0 0,-1 0-1 0 0,1-1 0 0 0,0 1 0 0 0,0 0 0 0 0,0 0 0 0 0,0 0 0 0 0,0 0 0 0 0,0 0 1 0 0,0-1-1 0 0,0 1 0 0 0,0 0 0 0 0,0 0 0 0 0,0 0 0 0 0,0 0 0 0 0,0-1 0 0 0,0 1 0 0 0,0 0 1 0 0,0 0-1 0 0,0 0 0 0 0,0 0 0 0 0,0-1 0 0 0,0 1 0 0 0,0 0 0 0 0,0 0 0 0 0,0 0 0 0 0,-49 25-128 0 0,-62 42 0 0 0,-24 16-38 0 0,118-75 192 0 0,16-7 83 0 0,1-3-101 0 0,1-1 1 0 0,0 1-1 0 0,0-1 0 0 0,0 1 0 0 0,0 0 0 0 0,0 0 0 0 0,0-1 0 0 0,1 1 0 0 0,-1 0 0 0 0,1 0 0 0 0,-1 0 0 0 0,1 1 0 0 0,0-1 0 0 0,0 0 0 0 0,2-2 0 0 0,40-29-24 0 0,-25 21 17 0 0,24-22-9 0 0,2 3 0 0 0,58-30-1 0 0,-61 39-107 0 0,-40 21 94 0 0,6-1-147 0 0,-8 1 130 0 0,1 1 1 0 0,0-1 0 0 0,0 1-1 0 0,0 0 1 0 0,0-1-1 0 0,-1 1 1 0 0,1 0 0 0 0,0-1-1 0 0,0 1 1 0 0,0 0-1 0 0,0 0 1 0 0,0 0-1 0 0,0 0 1 0 0,0 0 0 0 0,0 0-1 0 0,-1 0 1 0 0,1 0-1 0 0,0 0 1 0 0,2 1 0 0 0,1 3-11 0 0,1 0 0 0 0,-1 1 0 0 0,1 0-1 0 0,-1 0 1 0 0,-1 0 0 0 0,1 0 0 0 0,-1 1 0 0 0,0-1 0 0 0,0 1 0 0 0,0 0 0 0 0,-1 0 0 0 0,0 0 0 0 0,0 0 0 0 0,-1 1 0 0 0,1-1 0 0 0,-1 7 0 0 0,3 3-23 0 0,0 0 0 0 0,1-1 0 0 0,8 21 0 0 0,-3-13-404 0 0,-7 3-4559 0 0,-5-16 3700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2.9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2102 4228 0 0,'-1'-2'-9'0'0,"0"-1"0"0"0,0 1-1 0 0,1-1 1 0 0,-1 1-1 0 0,1 0 1 0 0,-1-1 0 0 0,1 1-1 0 0,0-1 1 0 0,0 1 0 0 0,0-1-1 0 0,1-3 1 0 0,22-20 238 0 0,-19 23-223 0 0,167-167 1194 0 0,2 0-853 0 0,250-228 816 0 0,-128 146-839 0 0,47-53 707 0 0,-176 153-822 0 0,95-60-109 0 0,-177 137-82 0 0,166-163 241 0 0,-215 199 527 0 0,-34 38-94 0 0,-5 0-678 0 0,-7-2-16 0 0,1 1-1 0 0,-2 1 0 0 0,1-1 0 0 0,0 2 1 0 0,0 0-1 0 0,0 0 0 0 0,0 1 1 0 0,-18 4-1 0 0,-98 25-110 0 0,111-25 98 0 0,-143 51-205 0 0,157-55 242 0 0,-12 3 41 0 0,8-3-124 0 0,8-2-401 0 0,336-95 326 0 0,-270 77 84 0 0,-67 19 44 0 0,32-6-733 0 0,-31 9 725 0 0,0-1 0 0 0,0 1 0 0 0,-1 0 0 0 0,1-1-1 0 0,-1 1 1 0 0,1 0 0 0 0,-1 0 0 0 0,0 0 0 0 0,0 0-1 0 0,-1 0 1 0 0,1 0 0 0 0,-1 0 0 0 0,1 1 0 0 0,-1-1-1 0 0,0 0 1 0 0,0 0 0 0 0,0 0 0 0 0,-1 0 0 0 0,1 0-1 0 0,-1 1 1 0 0,0-1 0 0 0,-1 3 0 0 0,-27 89-5 0 0,19-66-6 0 0,-38 97 12 0 0,38-102-110 0 0,-6 14 53 0 0,4-9-3901 0 0,7-19 1687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4.7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8 299 5481 0 0,'0'0'-247'0'0,"-1"-2"-198"0"0,-4-4 424 0 0,3 4 426 0 0,21-6-594 0 0,2 1 164 0 0,0 2 1 0 0,1 0 0 0 0,-1 2-1 0 0,1 0 1 0 0,0 2 0 0 0,38 1-1 0 0,30-2 5 0 0,338-66 162 0 0,-290 42-135 0 0,164-10-116 0 0,-105 15 185 0 0,114-28 610 0 0,-309 49-656 0 0,1-1-4 0 0,38-5 74 0 0,-38 5-54 0 0,13-2 154 0 0,140-11 77 0 0,-153 14-220 0 0,17 0 209 0 0,-15 0-274 0 0,-4 0 7 0 0,0 1 0 0 0,0-1 0 0 0,0 0 1 0 0,0 0-1 0 0,0 0 0 0 0,0 0 0 0 0,0 0 0 0 0,0 0 0 0 0,0 0 0 0 0,0 0 0 0 0,-1 0 0 0 0,1-1 0 0 0,0 1 0 0 0,0 0 0 0 0,0 0 0 0 0,0-1 1 0 0,0 1-1 0 0,0-1 0 0 0,0 1 0 0 0,0-1 0 0 0,-1 1 0 0 0,1-1 0 0 0,0 0 0 0 0,0 1 0 0 0,-1-1 0 0 0,1 0 0 0 0,-1 1 0 0 0,1-1 0 0 0,0 0 1 0 0,0-1-1 0 0,-12-17-4704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5.6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3 4556 0 0,'0'0'-246'0'0,"-17"-3"23"0"0,17 4 225 0 0,1-1 1 0 0,-1 0-1 0 0,0 0 1 0 0,0 0-1 0 0,0 0 0 0 0,0 0 1 0 0,0 0-1 0 0,0 1 0 0 0,0-1 1 0 0,0 0-1 0 0,0 0 1 0 0,1 0-1 0 0,-1 0 0 0 0,0 0 1 0 0,0 1-1 0 0,0-1 0 0 0,0 0 1 0 0,0 0-1 0 0,0 0 1 0 0,0 0-1 0 0,0 1 0 0 0,0-1 1 0 0,0 0-1 0 0,0 0 0 0 0,0 0 1 0 0,0 0-1 0 0,0 0 1 0 0,-1 1-1 0 0,1-1 0 0 0,0 0 1 0 0,0 0-1 0 0,0 0 0 0 0,0 0 1 0 0,0 0-1 0 0,0 1 1 0 0,0-1-1 0 0,0 0 0 0 0,0 0 1 0 0,0 0-1 0 0,-1 0 0 0 0,1 0 1 0 0,0 0-1 0 0,0 0 1 0 0,0 0-1 0 0,0 1 0 0 0,0-1 1 0 0,-1 0-1 0 0,1 0 0 0 0,0 0 1 0 0,0 0-1 0 0,0 0 1 0 0,0 0-1 0 0,0 0 0 0 0,-1 0 1 0 0,1 0-1 0 0,0 0 0 0 0,0 0 1 0 0,0 0-1 0 0,0 0 1 0 0,-1 0-1 0 0,1 0 0 0 0,20 18-12 0 0,33 18-58 0 0,334 106 310 0 0,-349-127-114 0 0,-36-15-110 0 0,3 5 14 0 0,-4-5-28 0 0,-1 0 1 0 0,1 0-1 0 0,0 1 0 0 0,-1-1 1 0 0,1 0-1 0 0,-1 1 1 0 0,1-1-1 0 0,-1 0 0 0 0,1 1 1 0 0,0-1-1 0 0,-1 1 0 0 0,0-1 1 0 0,1 1-1 0 0,-1-1 0 0 0,1 1 1 0 0,-1-1-1 0 0,0 1 0 0 0,1-1 1 0 0,-1 1-1 0 0,0 0 0 0 0,0-1 1 0 0,1 1-1 0 0,-1-1 0 0 0,0 1 1 0 0,0 0-1 0 0,0 4 14 0 0,-1-1-1 0 0,0 1 1 0 0,0-1 0 0 0,0 0 0 0 0,0 0-1 0 0,-1 0 1 0 0,0 1 0 0 0,1-1-1 0 0,-2-1 1 0 0,1 1 0 0 0,-3 4-1 0 0,-38 45 192 0 0,20-27-128 0 0,-65 78 658 0 0,-153 140 0 0 0,235-239-810 0 0,-10 9 611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9.8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20 2612 0 0,'0'0'1928'0'0,"1"-18"722"0"0,1 17-2639 0 0,65 8-113 0 0,-16 2 59 0 0,85 20-1 0 0,-120-24 1 0 0,-1 0 0 0 0,0 0 0 0 0,0 2 1 0 0,0 0-1 0 0,-1 0 0 0 0,17 13 0 0 0,-29-19 38 0 0,0 1-1 0 0,-1-1 1 0 0,1 0 0 0 0,0 1 0 0 0,-1-1-1 0 0,0 1 1 0 0,1 0 0 0 0,-1 0 0 0 0,0-1-1 0 0,0 1 1 0 0,0 0 0 0 0,0 0 0 0 0,0 0-1 0 0,-1 0 1 0 0,1 0 0 0 0,0 0 0 0 0,-1 0-1 0 0,0 0 1 0 0,1 0 0 0 0,-1 0 0 0 0,0 3-1 0 0,-1-1 4 0 0,1 0-1 0 0,-1 0 1 0 0,0 1-1 0 0,0-1 1 0 0,-1 0-1 0 0,1 0 1 0 0,-1 0-1 0 0,0 0 1 0 0,-4 6-1 0 0,-6 7 11 0 0,0-2-1 0 0,-1 0 0 0 0,-23 21 1 0 0,28-28-13 0 0,-24 18 155 0 0,-2-1-1 0 0,0-1 1 0 0,-1-2 0 0 0,-59 27 0 0 0,92-48-129 0 0,-53 24 498 0 0,53-24-456 0 0,2-1-83 0 0,0 0 0 0 0,0 0 0 0 0,0 1 1 0 0,-1-1-1 0 0,1 0 0 0 0,0 0 0 0 0,0 1 0 0 0,0-1 0 0 0,0 0 0 0 0,0 0 1 0 0,0 0-1 0 0,0 0 0 0 0,0 1 0 0 0,-1-1 0 0 0,1 0 0 0 0,0 0 0 0 0,0 0 1 0 0,0 0-1 0 0,0 1 0 0 0,-1-1 0 0 0,1 0 0 0 0,0 0 0 0 0,0 0 0 0 0,0 0 1 0 0,-1 0-1 0 0,1 0 0 0 0,0 0 0 0 0,0 0 0 0 0,0 0 0 0 0,-1 0 0 0 0,1 0 1 0 0,0 1-1 0 0,0-1 0 0 0,0 0 0 0 0,-1-1 0 0 0,1 1 0 0 0,0 0 0 0 0,0 0 1 0 0,-1 0-1 0 0,1 0 0 0 0,0 0 0 0 0,0 0 0 0 0,0 0 0 0 0,-1 0 0 0 0,1 0 1 0 0,0 0-1 0 0,0 0 0 0 0,0 0 0 0 0,0-1 0 0 0,-1 1 0 0 0,1 0 0 0 0,0 0 0 0 0,0 0 1 0 0,0 0-1 0 0,0-1 0 0 0,-1 1 0 0 0,-11-9-2489 0 0,11 8 2314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0.4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328 25 5412 0 0,'0'0'-234'0'0,"0"-1"334"0"0,0 0 0 0 0,1 0 0 0 0,-1 0 0 0 0,0 0 0 0 0,0 0 0 0 0,1-1 0 0 0,-1 1 0 0 0,0 0 0 0 0,0 0 0 0 0,0 0 0 0 0,-1 0 0 0 0,1-1 0 0 0,0 1 0 0 0,0 0 0 0 0,-1 0 0 0 0,1-1 0 0 0,-8 0-47 0 0,1 1 0 0 0,-1 0 0 0 0,1 1 1 0 0,-1 0-1 0 0,0 0 0 0 0,1 0 0 0 0,-1 1 0 0 0,1 0 0 0 0,-1 1 1 0 0,1 0-1 0 0,0 0 0 0 0,0 0 0 0 0,-9 5 0 0 0,-5 3-86 0 0,0 1-1 0 0,0 0 1 0 0,-23 19 0 0 0,32-21-6 0 0,0 1 0 0 0,0 0 0 0 0,1 1 0 0 0,0 1 0 0 0,-9 13 0 0 0,16-21 13 0 0,1 0 1 0 0,0 1 0 0 0,0-1 0 0 0,1 1 0 0 0,-1-1 0 0 0,1 1 0 0 0,0 0-1 0 0,0 0 1 0 0,1 1 0 0 0,-1-1 0 0 0,1 0 0 0 0,0 0 0 0 0,1 1 0 0 0,-1-1-1 0 0,1 0 1 0 0,0 1 0 0 0,2 8 0 0 0,-1-10 22 0 0,1-1 1 0 0,-1 0-1 0 0,1 1 0 0 0,0-1 0 0 0,0 0 1 0 0,0 0-1 0 0,0 0 0 0 0,1-1 1 0 0,-1 1-1 0 0,1 0 0 0 0,0-1 0 0 0,0 0 1 0 0,0 0-1 0 0,0 0 0 0 0,0 0 0 0 0,0 0 1 0 0,0 0-1 0 0,7 1 0 0 0,64 19 61 0 0,-70-21-52 0 0,58 9 45 0 0,76 3 0 0 0,33 6 308 0 0,-169-19-325 0 0,4 1 44 0 0,2 1-389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0.8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27 5809 0 0,'3'-27'2639'0'0,"5"61"-2397"0"0,3 15-397 0 0,-5-36 138 0 0,-1 1 0 0 0,-1 1 0 0 0,0-1-1 0 0,-1 1 1 0 0,-1-1 0 0 0,0 1-1 0 0,-1 0 1 0 0,0 0 0 0 0,-1 0 0 0 0,-1-1-1 0 0,0 1 1 0 0,-5 19 0 0 0,-3-8-4513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2.1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2 4812 0 0,'0'0'-288'0'0,"-14"4"-420"0"0,7-2 657 0 0,12-2 634 0 0,50-6-537 0 0,-20 4-72 0 0,1 3 0 0 0,-1 1 0 0 0,0 2 0 0 0,0 1 0 0 0,0 1 0 0 0,51 18 0 0 0,-83-23 20 0 0,0-1-1 0 0,0 1 1 0 0,0 0 0 0 0,0 1 0 0 0,0-1 0 0 0,-1 0 0 0 0,1 1 0 0 0,0 0-1 0 0,-1 0 1 0 0,1 0 0 0 0,-1 0 0 0 0,1 0 0 0 0,-1 0 0 0 0,0 0 0 0 0,0 1-1 0 0,0-1 1 0 0,0 1 0 0 0,-1 0 0 0 0,1-1 0 0 0,-1 1 0 0 0,1 0 0 0 0,-1 0-1 0 0,0 0 1 0 0,0 0 0 0 0,0 0 0 0 0,-1 0 0 0 0,1 0 0 0 0,0 5 0 0 0,-2-3 23 0 0,1 1-1 0 0,-1-1 1 0 0,-1 0 0 0 0,1 1 0 0 0,-1-1 0 0 0,0 0 0 0 0,0 0 0 0 0,0 0 0 0 0,-1-1 0 0 0,1 1 0 0 0,-1 0 0 0 0,0-1 0 0 0,-1 0 0 0 0,1 1-1 0 0,-8 6 1 0 0,-28 22 237 0 0,-1-1 0 0 0,-2-2-1 0 0,-72 40 1 0 0,67-42 205 0 0,9-3 480 0 0,36-24-877 0 0,7-6-2003 0 0,14-21 410 0 0,1 5 80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2.8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371 25 4252 0 0,'-1'-1'29'0'0,"1"0"-1"0"0,0 0 1 0 0,-1-1 0 0 0,1 1-1 0 0,-1 0 1 0 0,1 0-1 0 0,-1 0 1 0 0,0 0-1 0 0,1 0 1 0 0,-1-1-1 0 0,0 1 1 0 0,0 0-1 0 0,0 1 1 0 0,1-1 0 0 0,-1 0-1 0 0,0 0 1 0 0,-1 0-1 0 0,1 0 1 0 0,0 1-1 0 0,0-1 1 0 0,0 0-1 0 0,0 1 1 0 0,0-1-1 0 0,-1 1 1 0 0,1 0 0 0 0,0-1-1 0 0,-3 1 1 0 0,0-1-4 0 0,-1 1 1 0 0,0 0 0 0 0,1 1-1 0 0,-1-1 1 0 0,0 1 0 0 0,1 0-1 0 0,-1 0 1 0 0,-5 2 0 0 0,-7 4-43 0 0,1 0-1 0 0,-1 1 1 0 0,-19 13 0 0 0,4 3-34 0 0,0 1 1 0 0,2 1-1 0 0,-29 32 1 0 0,52-49 28 0 0,1-1 1 0 0,-1 1 0 0 0,2 0-1 0 0,-1 1 1 0 0,-5 14 0 0 0,-4 5-162 0 0,15-28 181 0 0,-1 0 0 0 0,1 0 1 0 0,0 1-1 0 0,0-1 0 0 0,0 0 0 0 0,0 0 0 0 0,0 0 0 0 0,1 0 0 0 0,-1 0 1 0 0,0 0-1 0 0,0 0 0 0 0,1 0 0 0 0,-1 0 0 0 0,0 0 0 0 0,1-1 0 0 0,-1 1 1 0 0,1 0-1 0 0,-1 0 0 0 0,1 0 0 0 0,0 0 0 0 0,-1 0 0 0 0,1-1 0 0 0,0 1 1 0 0,0 0-1 0 0,-1-1 0 0 0,1 1 0 0 0,0-1 0 0 0,0 1 0 0 0,0 0 0 0 0,0-1 1 0 0,0 0-1 0 0,0 1 0 0 0,2 0 0 0 0,31 13 57 0 0,0-7-21 0 0,0-1 0 0 0,0-2 0 0 0,44 0 0 0 0,40 5 135 0 0,-27 1-189 0 0,-87-19-2221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3.4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89 3612 0 0,'-16'-23'2385'0'0,"16"21"-2165"0"0,26-21 136 0 0,-17 17-373 0 0,1 0 0 0 0,0 1 0 0 0,0 1 1 0 0,0 0-1 0 0,1 0 0 0 0,-1 1 1 0 0,1 0-1 0 0,0 1 0 0 0,-1 0 1 0 0,1 1-1 0 0,0 0 0 0 0,0 1 0 0 0,0 0 1 0 0,0 1-1 0 0,18 3 0 0 0,-28-4 6 0 0,1 0-1 0 0,0 1 0 0 0,0-1 0 0 0,0 1 1 0 0,-1 0-1 0 0,1 0 0 0 0,0-1 1 0 0,-1 1-1 0 0,1 0 0 0 0,-1 0 1 0 0,1 0-1 0 0,-1 1 0 0 0,1-1 0 0 0,-1 0 1 0 0,0 1-1 0 0,0-1 0 0 0,1 0 1 0 0,-1 1-1 0 0,0 0 0 0 0,0-1 0 0 0,0 1 1 0 0,-1-1-1 0 0,1 1 0 0 0,0 0 1 0 0,-1 0-1 0 0,1-1 0 0 0,-1 1 1 0 0,1 0-1 0 0,-1 0 0 0 0,0 0 0 0 0,0 0 1 0 0,0-1-1 0 0,0 1 0 0 0,0 0 1 0 0,0 0-1 0 0,-1 0 0 0 0,1 0 1 0 0,-1-1-1 0 0,1 1 0 0 0,-1 0 0 0 0,1 0 1 0 0,-1-1-1 0 0,-2 4 0 0 0,-1 5-2 0 0,-1 0 0 0 0,0 0-1 0 0,-1-1 1 0 0,0 1-1 0 0,-14 16 1 0 0,-36 32-49 0 0,-91 73-1 0 0,85-76 146 0 0,60-54 109 0 0,7 0-102 0 0,17-1 57 0 0,0-2 1 0 0,0 0 0 0 0,0-1 0 0 0,21-6 0 0 0,-15 3-1371 0 0,1 2 0 0 0,39-3 1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4.8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 82 4020 0 0,'0'0'10'0'0,"-16"-7"533"0"0,16 7-470 0 0,-1 0-1 0 0,1 0 1 0 0,-1 0 0 0 0,1 0-1 0 0,-1 0 1 0 0,1 0-1 0 0,-1 0 1 0 0,1-1-1 0 0,-1 1 1 0 0,1 0 0 0 0,-1 0-1 0 0,1-1 1 0 0,0 1-1 0 0,-1 0 1 0 0,1 0-1 0 0,-1-1 1 0 0,1 1-1 0 0,0-1 1 0 0,-1 1 0 0 0,1 0-1 0 0,0-1 1 0 0,0 1-1 0 0,-1-1 1 0 0,1 1-1 0 0,0 0 1 0 0,0-1-1 0 0,0 1 1 0 0,-1-1 0 0 0,1 1-1 0 0,0-1 1 0 0,0 0-1 0 0,11-6-59 0 0,1 1-1 0 0,0 0 1 0 0,0 0-1 0 0,0 1 1 0 0,1 1-1 0 0,-1 0 1 0 0,25-3-1 0 0,99-9-44 0 0,-122 15 56 0 0,75-1-280 0 0,-81 2 204 0 0,0 1 1 0 0,0 0-1 0 0,0 0 1 0 0,0 1 0 0 0,-1 0-1 0 0,1 0 1 0 0,-1 1-1 0 0,13 6 1 0 0,-18-8 46 0 0,-1 0 1 0 0,0 0-1 0 0,0 0 1 0 0,0 1-1 0 0,0-1 1 0 0,0 0-1 0 0,0 0 1 0 0,0 1-1 0 0,-1-1 1 0 0,1 0-1 0 0,0 1 1 0 0,-1-1-1 0 0,1 1 0 0 0,-1-1 1 0 0,0 1-1 0 0,1-1 1 0 0,-1 1-1 0 0,0-1 1 0 0,0 1-1 0 0,0-1 1 0 0,0 1-1 0 0,0 0 1 0 0,0-1-1 0 0,0 1 1 0 0,-1-1-1 0 0,1 1 1 0 0,0-1-1 0 0,-1 1 1 0 0,0-1-1 0 0,1 0 0 0 0,-1 1 1 0 0,-1 2-1 0 0,-27 42-9 0 0,1-12 270 0 0,-2-1 0 0 0,-1-2 1 0 0,-1-1-1 0 0,-2-1 0 0 0,-1-2 0 0 0,-1-2 1 0 0,-1-1-1 0 0,-65 31 0 0 0,100-54 15 0 0,-6 3-27 0 0,11-28-7313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5.4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349 16 6121 0 0,'-2'-1'-95'0'0,"0"-1"1"0"0,1 1 0 0 0,-1 0-1 0 0,0-1 1 0 0,0 1-1 0 0,0 0 1 0 0,0 0 0 0 0,0 0-1 0 0,0 0 1 0 0,0 1 0 0 0,0-1-1 0 0,0 0 1 0 0,0 1 0 0 0,0-1-1 0 0,0 1 1 0 0,-1 0 0 0 0,1 0-1 0 0,0 0 1 0 0,-3 0 0 0 0,0 0 147 0 0,-1 1 1 0 0,1-1 0 0 0,0 1-1 0 0,-1 0 1 0 0,1 0-1 0 0,0 0 1 0 0,0 1 0 0 0,0 0-1 0 0,0 0 1 0 0,-5 3 0 0 0,-8 7-75 0 0,0 1 1 0 0,1 1-1 0 0,0 0 1 0 0,1 1-1 0 0,-26 33 1 0 0,15-13-132 0 0,-42 75 0 0 0,66-106 141 0 0,1 1-1 0 0,-1-1 1 0 0,1 1 0 0 0,0-1-1 0 0,1 1 1 0 0,-1 0-1 0 0,1 0 1 0 0,0-1 0 0 0,0 1-1 0 0,0 0 1 0 0,1 0-1 0 0,0 0 1 0 0,0 0 0 0 0,0 0-1 0 0,0 0 1 0 0,1 0-1 0 0,0 0 1 0 0,0 0 0 0 0,3 8-1 0 0,-2-9 16 0 0,1 1-1 0 0,0-1 1 0 0,0 0-1 0 0,0 0 0 0 0,0 0 1 0 0,1 0-1 0 0,0-1 1 0 0,0 1-1 0 0,0-1 1 0 0,0 0-1 0 0,0 0 0 0 0,1-1 1 0 0,-1 1-1 0 0,1-1 1 0 0,0 0-1 0 0,0 0 1 0 0,0 0-1 0 0,8 1 0 0 0,21 4 87 0 0,0-2-1 0 0,0-2 0 0 0,40 0 1 0 0,-4 0 438 0 0,5 3 429 0 0,-73-5-781 0 0,3-3-586 0 0,7-3-2329 0 0,-9-6 1491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6.3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187 32 3988 0 0,'-19'-8'872'0'0,"14"-1"537"0"0,23 0-1137 0 0,-15 8-286 0 0,17-2-22 0 0,2 3-12 0 0,-13-1-4 0 0,0 1-1 0 0,0 0 1 0 0,0 0-1 0 0,0 1 1 0 0,0 0 0 0 0,0 0-1 0 0,16 6 1 0 0,-23-6-23 0 0,-1-1 67 0 0,-1 0 0 0 0,1 0 0 0 0,-1 0 0 0 0,1 0 0 0 0,-1 0 0 0 0,1 0 0 0 0,-1 0 0 0 0,1 0 0 0 0,0 0 0 0 0,-1 0 0 0 0,1 0 0 0 0,-1 0 0 0 0,1 1 0 0 0,-1-1 0 0 0,1 0-1 0 0,-1 0 1 0 0,1 1 0 0 0,-1-1 0 0 0,1 0 0 0 0,-1 0 0 0 0,1 1 0 0 0,-1-1 0 0 0,0 1 0 0 0,1-1 0 0 0,-1 0 0 0 0,0 1 0 0 0,1-1 0 0 0,-1 1 0 0 0,0-1 0 0 0,1 1 0 0 0,-1 0 0 0 0,-5 18-104 0 0,-21 13 56 0 0,-143 100-116 0 0,169-131 172 0 0,-1-1-1 0 0,1 0 0 0 0,-1 0 0 0 0,1 1 0 0 0,0-1 0 0 0,0 0 1 0 0,-1 1-1 0 0,1-1 0 0 0,0 0 0 0 0,-1 1 0 0 0,1-1 0 0 0,0 0 1 0 0,0 1-1 0 0,0-1 0 0 0,0 0 0 0 0,-1 1 0 0 0,1-1 0 0 0,0 1 1 0 0,0-1-1 0 0,0 1 0 0 0,0-1 0 0 0,0 0 0 0 0,0 1 0 0 0,0-1 1 0 0,0 1-1 0 0,0-1 0 0 0,0 1 0 0 0,0-1 0 0 0,0 0 0 0 0,0 1 1 0 0,0-1-1 0 0,1 1 0 0 0,-1-1 0 0 0,0 0 0 0 0,0 1 0 0 0,17 10-8 0 0,46 5-15 0 0,-24-7-76 0 0,3 11-56 0 0,-41-19 181 0 0,-2 0-16 0 0,1 1-1 0 0,-1-1 1 0 0,0 0-1 0 0,1 1 1 0 0,-1-1-1 0 0,0 0 1 0 0,0 0-1 0 0,0 0 1 0 0,0 1-1 0 0,0-1 1 0 0,0 0-1 0 0,0 0 1 0 0,0 0-1 0 0,0-1 1 0 0,0 1-1 0 0,-1 0 1 0 0,1 0-1 0 0,-2 0 1 0 0,-32 16 105 0 0,26-13-84 0 0,-15 7 88 0 0,0-2 0 0 0,-1-1 1 0 0,0-1-1 0 0,0-1 0 0 0,-34 4 0 0 0,57-9-271 0 0,1-1 0 0 0,-1 0 0 0 0,0 0 0 0 0,0 0-1 0 0,1 0 1 0 0,-1 0 0 0 0,0 0 0 0 0,0 0 0 0 0,1-1 0 0 0,-1 1-1 0 0,0-1 1 0 0,1 1 0 0 0,-1-1 0 0 0,0 0 0 0 0,1 1 0 0 0,-1-1-1 0 0,1 0 1 0 0,-1 0 0 0 0,1 0 0 0 0,-1 0 0 0 0,-1-2 0 0 0,-1-8-695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43.9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238 29 3156 0 0,'-1'-1'80'0'0,"-8"-27"3238"0"0,5 30-2837 0 0,0 14-792 0 0,1 2 270 0 0,1 0-1 0 0,1 0 1 0 0,0 1 0 0 0,2-1 0 0 0,2 21-1 0 0,1 24-15 0 0,2 212-16 0 0,-3-215 63 0 0,21 117 1 0 0,1 3 15 0 0,-15-81 13 0 0,3 86 14 0 0,-4-83 9 0 0,-5-74-22 0 0,-2 21 5 0 0,-2-27-27 0 0,2-1 0 0 0,0 0 0 0 0,5 20-1 0 0,-4-1 111 0 0,-3-38 4 0 0,-1-1 10 0 0,1 0 0 0 0,0-1 0 0 0,-1 1 0 0 0,1 0 0 0 0,-1 0 0 0 0,1 0 0 0 0,-1 0-1 0 0,1-1 1 0 0,-1 1 0 0 0,0 0 0 0 0,0-1 0 0 0,1 1 0 0 0,-1 0 0 0 0,0-1 0 0 0,0 1 0 0 0,1-1 0 0 0,-1 1-1 0 0,0-1 1 0 0,0 0 0 0 0,0 1 0 0 0,0-1 0 0 0,0 0 0 0 0,-2 1 0 0 0,-23-14 313 0 0,1-2 0 0 0,0 0 0 0 0,-34-28 1 0 0,-68-67 662 0 0,105 89-788 0 0,-5-2-624 0 0,43 38-1088 0 0,43 39 350 0 0,136 101 355 0 0,-190-150 678 0 0,1 0 1 0 0,0-1 0 0 0,0 0-1 0 0,0 0 1 0 0,9 3-1 0 0,-13-6 23 0 0,-1 0 48 0 0,-1 0 0 0 0,1 0 0 0 0,-1 0 0 0 0,1 0 0 0 0,0 0 0 0 0,0-1 0 0 0,0 1 0 0 0,-1 0 0 0 0,1-1 0 0 0,0 1 0 0 0,0 0 0 0 0,0-1 0 0 0,0 1 0 0 0,0-1 0 0 0,0 1 0 0 0,0-1 0 0 0,0 0 0 0 0,0 1 0 0 0,0-1 0 0 0,0 0 0 0 0,0 0 0 0 0,0 0 0 0 0,1 0 0 0 0,-1 0 0 0 0,0 0 0 0 0,0 0 0 0 0,0 0 0 0 0,0 0 0 0 0,0-1 0 0 0,1 1 0 0 0,29-40 472 0 0,28-52-1 0 0,2-2-49 0 0,-47 72-312 0 0,-1 0 0 0 0,12-27 0 0 0,-3 19-251 0 0,-22 29 21 0 0,-1-13-5131 0 0,-5 7 2641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48.6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 51 1376 0 0,'-22'-8'2948'0'0,"4"10"1885"0"0,11 5-4838 0 0,5-6-2 0 0,50 0-273 0 0,-1-3 251 0 0,73-12 1 0 0,5 0 23 0 0,-22 4 15 0 0,52-3 258 0 0,-152 13-218 0 0,15-1 161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48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F35ED-2B5B-D28E-3685-436CB0514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A4F75D-66DD-1457-F1BB-EBCA35627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088119-E49B-3B15-88AD-755E54669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E1EE6-5C56-CD39-B1E4-0F81F59BF5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91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F5A9D-CC27-2B4E-A5CD-E72EEDB35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BA946-4FEE-9D3B-F356-EB5151A59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1F1AF1-420C-9D0B-1729-50EB942D7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3D4C1-A457-CC4C-12D6-E1248D7622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53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460EF-991D-580E-7A02-A5FB9D8D6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6F3F9-7505-91F2-3775-AE77CF9A6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DB714A-2616-98C0-C009-85BEC9D36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800E8-241C-D09A-BC2A-5F04E5B3B2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23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B72BD-7D46-3EF3-2200-397F7C67A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2028FC-AA80-C7A2-C8D2-F470E7CC19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F1723-8E76-4C77-8AC9-453C05707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3B11C-0D93-F4BC-D522-5ACED23C7B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54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9B614-DCB3-2B7A-7D83-FA163C299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6A11F0-1413-14E3-DA83-BD1F443301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BCB0EB-C5F7-28EA-A8FF-24C150E6F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D98BB-6BAF-4399-E8D9-088295CF4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0746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77BAD-64B4-5395-07E3-32F784B25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CFB571-831E-ACF5-9D5F-C23637BED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C3864-054E-C37A-E9FA-83F36ED51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9D875-DABA-FE71-A0D6-162601A30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908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06333-CC45-FCB2-FE78-5996E1CB5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B4C49B-3A65-FA67-CE6A-6038B69697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B382E9-27B4-70DD-599F-58DD623D6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8A0E7-BEFA-1DA3-4C60-41A2D57A3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931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CA3EE-808F-75BF-37B2-1D1A46F19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DF6BD8-E0FD-0567-4932-FB8663B6B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35FE7-0D93-30A4-FC5D-BF02895AF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FBDCE-3338-B555-62F9-F1321C612D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3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12.png"/><Relationship Id="rId26" Type="http://schemas.openxmlformats.org/officeDocument/2006/relationships/image" Target="../media/image16.png"/><Relationship Id="rId39" Type="http://schemas.openxmlformats.org/officeDocument/2006/relationships/customXml" Target="../ink/ink18.xml"/><Relationship Id="rId21" Type="http://schemas.openxmlformats.org/officeDocument/2006/relationships/customXml" Target="../ink/ink9.xml"/><Relationship Id="rId34" Type="http://schemas.openxmlformats.org/officeDocument/2006/relationships/image" Target="../media/image20.png"/><Relationship Id="rId42" Type="http://schemas.openxmlformats.org/officeDocument/2006/relationships/image" Target="../media/image24.png"/><Relationship Id="rId47" Type="http://schemas.openxmlformats.org/officeDocument/2006/relationships/customXml" Target="../ink/ink22.xml"/><Relationship Id="rId50" Type="http://schemas.openxmlformats.org/officeDocument/2006/relationships/image" Target="../media/image28.png"/><Relationship Id="rId55" Type="http://schemas.openxmlformats.org/officeDocument/2006/relationships/image" Target="../media/image31.png"/><Relationship Id="rId63" Type="http://schemas.openxmlformats.org/officeDocument/2006/relationships/image" Target="../media/image35.png"/><Relationship Id="rId68" Type="http://schemas.openxmlformats.org/officeDocument/2006/relationships/customXml" Target="../ink/ink32.xml"/><Relationship Id="rId76" Type="http://schemas.openxmlformats.org/officeDocument/2006/relationships/customXml" Target="../ink/ink36.xml"/><Relationship Id="rId7" Type="http://schemas.openxmlformats.org/officeDocument/2006/relationships/image" Target="../media/image6.png"/><Relationship Id="rId71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1.png"/><Relationship Id="rId29" Type="http://schemas.openxmlformats.org/officeDocument/2006/relationships/customXml" Target="../ink/ink13.xml"/><Relationship Id="rId11" Type="http://schemas.openxmlformats.org/officeDocument/2006/relationships/customXml" Target="../ink/ink4.xml"/><Relationship Id="rId24" Type="http://schemas.openxmlformats.org/officeDocument/2006/relationships/image" Target="../media/image15.png"/><Relationship Id="rId32" Type="http://schemas.openxmlformats.org/officeDocument/2006/relationships/image" Target="../media/image19.png"/><Relationship Id="rId37" Type="http://schemas.openxmlformats.org/officeDocument/2006/relationships/customXml" Target="../ink/ink17.xml"/><Relationship Id="rId40" Type="http://schemas.openxmlformats.org/officeDocument/2006/relationships/image" Target="../media/image23.png"/><Relationship Id="rId45" Type="http://schemas.openxmlformats.org/officeDocument/2006/relationships/customXml" Target="../ink/ink21.xml"/><Relationship Id="rId53" Type="http://schemas.openxmlformats.org/officeDocument/2006/relationships/image" Target="../media/image29.png"/><Relationship Id="rId58" Type="http://schemas.openxmlformats.org/officeDocument/2006/relationships/customXml" Target="../ink/ink27.xml"/><Relationship Id="rId66" Type="http://schemas.openxmlformats.org/officeDocument/2006/relationships/customXml" Target="../ink/ink31.xml"/><Relationship Id="rId74" Type="http://schemas.openxmlformats.org/officeDocument/2006/relationships/customXml" Target="../ink/ink35.xml"/><Relationship Id="rId79" Type="http://schemas.openxmlformats.org/officeDocument/2006/relationships/image" Target="../media/image43.png"/><Relationship Id="rId5" Type="http://schemas.openxmlformats.org/officeDocument/2006/relationships/image" Target="../media/image5.png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17.png"/><Relationship Id="rId36" Type="http://schemas.openxmlformats.org/officeDocument/2006/relationships/image" Target="../media/image21.png"/><Relationship Id="rId49" Type="http://schemas.openxmlformats.org/officeDocument/2006/relationships/customXml" Target="../ink/ink23.xml"/><Relationship Id="rId57" Type="http://schemas.openxmlformats.org/officeDocument/2006/relationships/image" Target="../media/image32.png"/><Relationship Id="rId61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customXml" Target="../ink/ink8.xml"/><Relationship Id="rId31" Type="http://schemas.openxmlformats.org/officeDocument/2006/relationships/customXml" Target="../ink/ink14.xml"/><Relationship Id="rId44" Type="http://schemas.openxmlformats.org/officeDocument/2006/relationships/image" Target="../media/image25.png"/><Relationship Id="rId52" Type="http://schemas.openxmlformats.org/officeDocument/2006/relationships/image" Target="../media/image7.png"/><Relationship Id="rId60" Type="http://schemas.openxmlformats.org/officeDocument/2006/relationships/customXml" Target="../ink/ink28.xml"/><Relationship Id="rId65" Type="http://schemas.openxmlformats.org/officeDocument/2006/relationships/image" Target="../media/image36.png"/><Relationship Id="rId73" Type="http://schemas.openxmlformats.org/officeDocument/2006/relationships/image" Target="../media/image40.png"/><Relationship Id="rId78" Type="http://schemas.openxmlformats.org/officeDocument/2006/relationships/customXml" Target="../ink/ink37.xml"/><Relationship Id="rId4" Type="http://schemas.openxmlformats.org/officeDocument/2006/relationships/customXml" Target="../ink/ink1.xml"/><Relationship Id="rId14" Type="http://schemas.openxmlformats.org/officeDocument/2006/relationships/image" Target="../media/image10.png"/><Relationship Id="rId22" Type="http://schemas.openxmlformats.org/officeDocument/2006/relationships/image" Target="../media/image14.png"/><Relationship Id="rId27" Type="http://schemas.openxmlformats.org/officeDocument/2006/relationships/customXml" Target="../ink/ink12.xml"/><Relationship Id="rId30" Type="http://schemas.openxmlformats.org/officeDocument/2006/relationships/image" Target="../media/image18.png"/><Relationship Id="rId35" Type="http://schemas.openxmlformats.org/officeDocument/2006/relationships/customXml" Target="../ink/ink16.xml"/><Relationship Id="rId43" Type="http://schemas.openxmlformats.org/officeDocument/2006/relationships/customXml" Target="../ink/ink20.xml"/><Relationship Id="rId48" Type="http://schemas.openxmlformats.org/officeDocument/2006/relationships/image" Target="../media/image27.png"/><Relationship Id="rId56" Type="http://schemas.openxmlformats.org/officeDocument/2006/relationships/customXml" Target="../ink/ink26.xml"/><Relationship Id="rId64" Type="http://schemas.openxmlformats.org/officeDocument/2006/relationships/customXml" Target="../ink/ink30.xml"/><Relationship Id="rId69" Type="http://schemas.openxmlformats.org/officeDocument/2006/relationships/image" Target="../media/image38.png"/><Relationship Id="rId77" Type="http://schemas.openxmlformats.org/officeDocument/2006/relationships/image" Target="../media/image42.png"/><Relationship Id="rId8" Type="http://schemas.openxmlformats.org/officeDocument/2006/relationships/customXml" Target="../ink/ink3.xml"/><Relationship Id="rId51" Type="http://schemas.openxmlformats.org/officeDocument/2006/relationships/customXml" Target="../ink/ink24.xml"/><Relationship Id="rId72" Type="http://schemas.openxmlformats.org/officeDocument/2006/relationships/customXml" Target="../ink/ink34.xml"/><Relationship Id="rId3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22.png"/><Relationship Id="rId46" Type="http://schemas.openxmlformats.org/officeDocument/2006/relationships/image" Target="../media/image26.png"/><Relationship Id="rId59" Type="http://schemas.openxmlformats.org/officeDocument/2006/relationships/image" Target="../media/image33.png"/><Relationship Id="rId67" Type="http://schemas.openxmlformats.org/officeDocument/2006/relationships/image" Target="../media/image37.png"/><Relationship Id="rId20" Type="http://schemas.openxmlformats.org/officeDocument/2006/relationships/image" Target="../media/image13.png"/><Relationship Id="rId41" Type="http://schemas.openxmlformats.org/officeDocument/2006/relationships/customXml" Target="../ink/ink19.xml"/><Relationship Id="rId54" Type="http://schemas.openxmlformats.org/officeDocument/2006/relationships/customXml" Target="../ink/ink25.xml"/><Relationship Id="rId62" Type="http://schemas.openxmlformats.org/officeDocument/2006/relationships/customXml" Target="../ink/ink29.xml"/><Relationship Id="rId70" Type="http://schemas.openxmlformats.org/officeDocument/2006/relationships/customXml" Target="../ink/ink33.xml"/><Relationship Id="rId75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6.png"/><Relationship Id="rId21" Type="http://schemas.openxmlformats.org/officeDocument/2006/relationships/customXml" Target="../ink/ink46.xml"/><Relationship Id="rId42" Type="http://schemas.openxmlformats.org/officeDocument/2006/relationships/image" Target="../media/image64.png"/><Relationship Id="rId47" Type="http://schemas.openxmlformats.org/officeDocument/2006/relationships/customXml" Target="../ink/ink59.xml"/><Relationship Id="rId63" Type="http://schemas.openxmlformats.org/officeDocument/2006/relationships/customXml" Target="../ink/ink67.xml"/><Relationship Id="rId68" Type="http://schemas.openxmlformats.org/officeDocument/2006/relationships/image" Target="../media/image77.png"/><Relationship Id="rId84" Type="http://schemas.openxmlformats.org/officeDocument/2006/relationships/image" Target="../media/image85.png"/><Relationship Id="rId89" Type="http://schemas.openxmlformats.org/officeDocument/2006/relationships/customXml" Target="../ink/ink80.xml"/><Relationship Id="rId112" Type="http://schemas.openxmlformats.org/officeDocument/2006/relationships/image" Target="../media/image9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1.png"/><Relationship Id="rId29" Type="http://schemas.openxmlformats.org/officeDocument/2006/relationships/customXml" Target="../ink/ink50.xml"/><Relationship Id="rId107" Type="http://schemas.openxmlformats.org/officeDocument/2006/relationships/customXml" Target="../ink/ink89.xml"/><Relationship Id="rId11" Type="http://schemas.openxmlformats.org/officeDocument/2006/relationships/customXml" Target="../ink/ink41.xml"/><Relationship Id="rId24" Type="http://schemas.openxmlformats.org/officeDocument/2006/relationships/image" Target="../media/image55.png"/><Relationship Id="rId32" Type="http://schemas.openxmlformats.org/officeDocument/2006/relationships/image" Target="../media/image59.png"/><Relationship Id="rId37" Type="http://schemas.openxmlformats.org/officeDocument/2006/relationships/customXml" Target="../ink/ink54.xml"/><Relationship Id="rId40" Type="http://schemas.openxmlformats.org/officeDocument/2006/relationships/image" Target="../media/image63.png"/><Relationship Id="rId45" Type="http://schemas.openxmlformats.org/officeDocument/2006/relationships/customXml" Target="../ink/ink58.xml"/><Relationship Id="rId53" Type="http://schemas.openxmlformats.org/officeDocument/2006/relationships/customXml" Target="../ink/ink62.xml"/><Relationship Id="rId58" Type="http://schemas.openxmlformats.org/officeDocument/2006/relationships/image" Target="../media/image72.png"/><Relationship Id="rId66" Type="http://schemas.openxmlformats.org/officeDocument/2006/relationships/image" Target="../media/image76.png"/><Relationship Id="rId74" Type="http://schemas.openxmlformats.org/officeDocument/2006/relationships/image" Target="../media/image80.png"/><Relationship Id="rId79" Type="http://schemas.openxmlformats.org/officeDocument/2006/relationships/customXml" Target="../ink/ink75.xml"/><Relationship Id="rId87" Type="http://schemas.openxmlformats.org/officeDocument/2006/relationships/customXml" Target="../ink/ink79.xml"/><Relationship Id="rId102" Type="http://schemas.openxmlformats.org/officeDocument/2006/relationships/image" Target="../media/image94.png"/><Relationship Id="rId110" Type="http://schemas.openxmlformats.org/officeDocument/2006/relationships/image" Target="../media/image98.png"/><Relationship Id="rId5" Type="http://schemas.openxmlformats.org/officeDocument/2006/relationships/customXml" Target="../ink/ink38.xml"/><Relationship Id="rId61" Type="http://schemas.openxmlformats.org/officeDocument/2006/relationships/customXml" Target="../ink/ink66.xml"/><Relationship Id="rId82" Type="http://schemas.openxmlformats.org/officeDocument/2006/relationships/image" Target="../media/image84.png"/><Relationship Id="rId90" Type="http://schemas.openxmlformats.org/officeDocument/2006/relationships/image" Target="../media/image88.png"/><Relationship Id="rId95" Type="http://schemas.openxmlformats.org/officeDocument/2006/relationships/customXml" Target="../ink/ink83.xml"/><Relationship Id="rId19" Type="http://schemas.openxmlformats.org/officeDocument/2006/relationships/customXml" Target="../ink/ink45.xml"/><Relationship Id="rId14" Type="http://schemas.openxmlformats.org/officeDocument/2006/relationships/image" Target="../media/image50.png"/><Relationship Id="rId22" Type="http://schemas.openxmlformats.org/officeDocument/2006/relationships/image" Target="../media/image54.png"/><Relationship Id="rId27" Type="http://schemas.openxmlformats.org/officeDocument/2006/relationships/customXml" Target="../ink/ink49.xml"/><Relationship Id="rId30" Type="http://schemas.openxmlformats.org/officeDocument/2006/relationships/image" Target="../media/image58.png"/><Relationship Id="rId35" Type="http://schemas.openxmlformats.org/officeDocument/2006/relationships/customXml" Target="../ink/ink53.xml"/><Relationship Id="rId43" Type="http://schemas.openxmlformats.org/officeDocument/2006/relationships/customXml" Target="../ink/ink57.xml"/><Relationship Id="rId48" Type="http://schemas.openxmlformats.org/officeDocument/2006/relationships/image" Target="../media/image67.png"/><Relationship Id="rId56" Type="http://schemas.openxmlformats.org/officeDocument/2006/relationships/image" Target="../media/image71.png"/><Relationship Id="rId64" Type="http://schemas.openxmlformats.org/officeDocument/2006/relationships/image" Target="../media/image75.png"/><Relationship Id="rId69" Type="http://schemas.openxmlformats.org/officeDocument/2006/relationships/customXml" Target="../ink/ink70.xml"/><Relationship Id="rId77" Type="http://schemas.openxmlformats.org/officeDocument/2006/relationships/customXml" Target="../ink/ink74.xml"/><Relationship Id="rId100" Type="http://schemas.openxmlformats.org/officeDocument/2006/relationships/image" Target="../media/image93.png"/><Relationship Id="rId105" Type="http://schemas.openxmlformats.org/officeDocument/2006/relationships/customXml" Target="../ink/ink88.xml"/><Relationship Id="rId8" Type="http://schemas.openxmlformats.org/officeDocument/2006/relationships/image" Target="../media/image47.png"/><Relationship Id="rId51" Type="http://schemas.openxmlformats.org/officeDocument/2006/relationships/customXml" Target="../ink/ink61.xml"/><Relationship Id="rId72" Type="http://schemas.openxmlformats.org/officeDocument/2006/relationships/image" Target="../media/image79.png"/><Relationship Id="rId80" Type="http://schemas.openxmlformats.org/officeDocument/2006/relationships/image" Target="../media/image83.png"/><Relationship Id="rId85" Type="http://schemas.openxmlformats.org/officeDocument/2006/relationships/customXml" Target="../ink/ink78.xml"/><Relationship Id="rId93" Type="http://schemas.openxmlformats.org/officeDocument/2006/relationships/customXml" Target="../ink/ink82.xml"/><Relationship Id="rId98" Type="http://schemas.openxmlformats.org/officeDocument/2006/relationships/image" Target="../media/image92.png"/><Relationship Id="rId3" Type="http://schemas.openxmlformats.org/officeDocument/2006/relationships/image" Target="../media/image30.png"/><Relationship Id="rId12" Type="http://schemas.openxmlformats.org/officeDocument/2006/relationships/image" Target="../media/image49.png"/><Relationship Id="rId17" Type="http://schemas.openxmlformats.org/officeDocument/2006/relationships/customXml" Target="../ink/ink44.xml"/><Relationship Id="rId25" Type="http://schemas.openxmlformats.org/officeDocument/2006/relationships/customXml" Target="../ink/ink48.xml"/><Relationship Id="rId33" Type="http://schemas.openxmlformats.org/officeDocument/2006/relationships/customXml" Target="../ink/ink52.xml"/><Relationship Id="rId38" Type="http://schemas.openxmlformats.org/officeDocument/2006/relationships/image" Target="../media/image62.png"/><Relationship Id="rId46" Type="http://schemas.openxmlformats.org/officeDocument/2006/relationships/image" Target="../media/image66.png"/><Relationship Id="rId59" Type="http://schemas.openxmlformats.org/officeDocument/2006/relationships/customXml" Target="../ink/ink65.xml"/><Relationship Id="rId67" Type="http://schemas.openxmlformats.org/officeDocument/2006/relationships/customXml" Target="../ink/ink69.xml"/><Relationship Id="rId103" Type="http://schemas.openxmlformats.org/officeDocument/2006/relationships/customXml" Target="../ink/ink87.xml"/><Relationship Id="rId108" Type="http://schemas.openxmlformats.org/officeDocument/2006/relationships/image" Target="../media/image97.png"/><Relationship Id="rId20" Type="http://schemas.openxmlformats.org/officeDocument/2006/relationships/image" Target="../media/image53.png"/><Relationship Id="rId41" Type="http://schemas.openxmlformats.org/officeDocument/2006/relationships/customXml" Target="../ink/ink56.xml"/><Relationship Id="rId54" Type="http://schemas.openxmlformats.org/officeDocument/2006/relationships/image" Target="../media/image70.png"/><Relationship Id="rId62" Type="http://schemas.openxmlformats.org/officeDocument/2006/relationships/image" Target="../media/image74.png"/><Relationship Id="rId70" Type="http://schemas.openxmlformats.org/officeDocument/2006/relationships/image" Target="../media/image78.png"/><Relationship Id="rId75" Type="http://schemas.openxmlformats.org/officeDocument/2006/relationships/customXml" Target="../ink/ink73.xml"/><Relationship Id="rId83" Type="http://schemas.openxmlformats.org/officeDocument/2006/relationships/customXml" Target="../ink/ink77.xml"/><Relationship Id="rId88" Type="http://schemas.openxmlformats.org/officeDocument/2006/relationships/image" Target="../media/image87.png"/><Relationship Id="rId91" Type="http://schemas.openxmlformats.org/officeDocument/2006/relationships/customXml" Target="../ink/ink81.xml"/><Relationship Id="rId96" Type="http://schemas.openxmlformats.org/officeDocument/2006/relationships/image" Target="../media/image91.png"/><Relationship Id="rId111" Type="http://schemas.openxmlformats.org/officeDocument/2006/relationships/customXml" Target="../ink/ink9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5" Type="http://schemas.openxmlformats.org/officeDocument/2006/relationships/customXml" Target="../ink/ink43.xml"/><Relationship Id="rId23" Type="http://schemas.openxmlformats.org/officeDocument/2006/relationships/customXml" Target="../ink/ink47.xml"/><Relationship Id="rId28" Type="http://schemas.openxmlformats.org/officeDocument/2006/relationships/image" Target="../media/image57.png"/><Relationship Id="rId36" Type="http://schemas.openxmlformats.org/officeDocument/2006/relationships/image" Target="../media/image61.png"/><Relationship Id="rId49" Type="http://schemas.openxmlformats.org/officeDocument/2006/relationships/customXml" Target="../ink/ink60.xml"/><Relationship Id="rId57" Type="http://schemas.openxmlformats.org/officeDocument/2006/relationships/customXml" Target="../ink/ink64.xml"/><Relationship Id="rId106" Type="http://schemas.openxmlformats.org/officeDocument/2006/relationships/image" Target="../media/image96.png"/><Relationship Id="rId10" Type="http://schemas.openxmlformats.org/officeDocument/2006/relationships/image" Target="../media/image48.png"/><Relationship Id="rId31" Type="http://schemas.openxmlformats.org/officeDocument/2006/relationships/customXml" Target="../ink/ink51.xml"/><Relationship Id="rId44" Type="http://schemas.openxmlformats.org/officeDocument/2006/relationships/image" Target="../media/image65.png"/><Relationship Id="rId52" Type="http://schemas.openxmlformats.org/officeDocument/2006/relationships/image" Target="../media/image69.png"/><Relationship Id="rId60" Type="http://schemas.openxmlformats.org/officeDocument/2006/relationships/image" Target="../media/image73.png"/><Relationship Id="rId65" Type="http://schemas.openxmlformats.org/officeDocument/2006/relationships/customXml" Target="../ink/ink68.xml"/><Relationship Id="rId73" Type="http://schemas.openxmlformats.org/officeDocument/2006/relationships/customXml" Target="../ink/ink72.xml"/><Relationship Id="rId78" Type="http://schemas.openxmlformats.org/officeDocument/2006/relationships/image" Target="../media/image82.png"/><Relationship Id="rId81" Type="http://schemas.openxmlformats.org/officeDocument/2006/relationships/customXml" Target="../ink/ink76.xml"/><Relationship Id="rId86" Type="http://schemas.openxmlformats.org/officeDocument/2006/relationships/image" Target="../media/image86.png"/><Relationship Id="rId94" Type="http://schemas.openxmlformats.org/officeDocument/2006/relationships/image" Target="../media/image90.png"/><Relationship Id="rId99" Type="http://schemas.openxmlformats.org/officeDocument/2006/relationships/customXml" Target="../ink/ink85.xml"/><Relationship Id="rId101" Type="http://schemas.openxmlformats.org/officeDocument/2006/relationships/customXml" Target="../ink/ink86.xml"/><Relationship Id="rId4" Type="http://schemas.openxmlformats.org/officeDocument/2006/relationships/image" Target="../media/image44.png"/><Relationship Id="rId9" Type="http://schemas.openxmlformats.org/officeDocument/2006/relationships/customXml" Target="../ink/ink40.xml"/><Relationship Id="rId13" Type="http://schemas.openxmlformats.org/officeDocument/2006/relationships/customXml" Target="../ink/ink42.xml"/><Relationship Id="rId18" Type="http://schemas.openxmlformats.org/officeDocument/2006/relationships/image" Target="../media/image52.png"/><Relationship Id="rId39" Type="http://schemas.openxmlformats.org/officeDocument/2006/relationships/customXml" Target="../ink/ink55.xml"/><Relationship Id="rId109" Type="http://schemas.openxmlformats.org/officeDocument/2006/relationships/customXml" Target="../ink/ink90.xml"/><Relationship Id="rId34" Type="http://schemas.openxmlformats.org/officeDocument/2006/relationships/image" Target="../media/image60.png"/><Relationship Id="rId50" Type="http://schemas.openxmlformats.org/officeDocument/2006/relationships/image" Target="../media/image68.png"/><Relationship Id="rId55" Type="http://schemas.openxmlformats.org/officeDocument/2006/relationships/customXml" Target="../ink/ink63.xml"/><Relationship Id="rId76" Type="http://schemas.openxmlformats.org/officeDocument/2006/relationships/image" Target="../media/image81.png"/><Relationship Id="rId97" Type="http://schemas.openxmlformats.org/officeDocument/2006/relationships/customXml" Target="../ink/ink84.xml"/><Relationship Id="rId104" Type="http://schemas.openxmlformats.org/officeDocument/2006/relationships/image" Target="../media/image95.png"/><Relationship Id="rId7" Type="http://schemas.openxmlformats.org/officeDocument/2006/relationships/customXml" Target="../ink/ink39.xml"/><Relationship Id="rId71" Type="http://schemas.openxmlformats.org/officeDocument/2006/relationships/customXml" Target="../ink/ink71.xml"/><Relationship Id="rId92" Type="http://schemas.openxmlformats.org/officeDocument/2006/relationships/image" Target="../media/image89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3.xml"/><Relationship Id="rId21" Type="http://schemas.openxmlformats.org/officeDocument/2006/relationships/image" Target="../media/image107.png"/><Relationship Id="rId42" Type="http://schemas.openxmlformats.org/officeDocument/2006/relationships/customXml" Target="../ink/ink111.xml"/><Relationship Id="rId47" Type="http://schemas.openxmlformats.org/officeDocument/2006/relationships/image" Target="../media/image120.png"/><Relationship Id="rId63" Type="http://schemas.openxmlformats.org/officeDocument/2006/relationships/image" Target="../media/image128.png"/><Relationship Id="rId68" Type="http://schemas.openxmlformats.org/officeDocument/2006/relationships/customXml" Target="../ink/ink124.xml"/><Relationship Id="rId84" Type="http://schemas.openxmlformats.org/officeDocument/2006/relationships/customXml" Target="../ink/ink132.xml"/><Relationship Id="rId89" Type="http://schemas.openxmlformats.org/officeDocument/2006/relationships/image" Target="../media/image141.png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98.xml"/><Relationship Id="rId29" Type="http://schemas.openxmlformats.org/officeDocument/2006/relationships/image" Target="../media/image111.png"/><Relationship Id="rId107" Type="http://schemas.openxmlformats.org/officeDocument/2006/relationships/image" Target="../media/image150.png"/><Relationship Id="rId11" Type="http://schemas.openxmlformats.org/officeDocument/2006/relationships/image" Target="../media/image102.png"/><Relationship Id="rId24" Type="http://schemas.openxmlformats.org/officeDocument/2006/relationships/customXml" Target="../ink/ink102.xml"/><Relationship Id="rId32" Type="http://schemas.openxmlformats.org/officeDocument/2006/relationships/customXml" Target="../ink/ink106.xml"/><Relationship Id="rId37" Type="http://schemas.openxmlformats.org/officeDocument/2006/relationships/image" Target="../media/image115.png"/><Relationship Id="rId40" Type="http://schemas.openxmlformats.org/officeDocument/2006/relationships/customXml" Target="../ink/ink110.xml"/><Relationship Id="rId45" Type="http://schemas.openxmlformats.org/officeDocument/2006/relationships/image" Target="../media/image119.png"/><Relationship Id="rId53" Type="http://schemas.openxmlformats.org/officeDocument/2006/relationships/image" Target="../media/image123.png"/><Relationship Id="rId58" Type="http://schemas.openxmlformats.org/officeDocument/2006/relationships/customXml" Target="../ink/ink119.xml"/><Relationship Id="rId66" Type="http://schemas.openxmlformats.org/officeDocument/2006/relationships/customXml" Target="../ink/ink123.xml"/><Relationship Id="rId74" Type="http://schemas.openxmlformats.org/officeDocument/2006/relationships/customXml" Target="../ink/ink127.xml"/><Relationship Id="rId79" Type="http://schemas.openxmlformats.org/officeDocument/2006/relationships/image" Target="../media/image136.png"/><Relationship Id="rId87" Type="http://schemas.openxmlformats.org/officeDocument/2006/relationships/image" Target="../media/image140.png"/><Relationship Id="rId102" Type="http://schemas.openxmlformats.org/officeDocument/2006/relationships/customXml" Target="../ink/ink141.xml"/><Relationship Id="rId110" Type="http://schemas.openxmlformats.org/officeDocument/2006/relationships/image" Target="../media/image152.png"/><Relationship Id="rId5" Type="http://schemas.openxmlformats.org/officeDocument/2006/relationships/image" Target="../media/image45.png"/><Relationship Id="rId61" Type="http://schemas.openxmlformats.org/officeDocument/2006/relationships/image" Target="../media/image127.png"/><Relationship Id="rId82" Type="http://schemas.openxmlformats.org/officeDocument/2006/relationships/customXml" Target="../ink/ink131.xml"/><Relationship Id="rId90" Type="http://schemas.openxmlformats.org/officeDocument/2006/relationships/customXml" Target="../ink/ink135.xml"/><Relationship Id="rId95" Type="http://schemas.openxmlformats.org/officeDocument/2006/relationships/image" Target="../media/image144.png"/><Relationship Id="rId19" Type="http://schemas.openxmlformats.org/officeDocument/2006/relationships/image" Target="../media/image106.png"/><Relationship Id="rId14" Type="http://schemas.openxmlformats.org/officeDocument/2006/relationships/customXml" Target="../ink/ink97.xml"/><Relationship Id="rId22" Type="http://schemas.openxmlformats.org/officeDocument/2006/relationships/customXml" Target="../ink/ink101.xml"/><Relationship Id="rId27" Type="http://schemas.openxmlformats.org/officeDocument/2006/relationships/image" Target="../media/image110.png"/><Relationship Id="rId30" Type="http://schemas.openxmlformats.org/officeDocument/2006/relationships/customXml" Target="../ink/ink105.xml"/><Relationship Id="rId35" Type="http://schemas.openxmlformats.org/officeDocument/2006/relationships/image" Target="../media/image114.png"/><Relationship Id="rId43" Type="http://schemas.openxmlformats.org/officeDocument/2006/relationships/image" Target="../media/image118.png"/><Relationship Id="rId48" Type="http://schemas.openxmlformats.org/officeDocument/2006/relationships/customXml" Target="../ink/ink114.xml"/><Relationship Id="rId56" Type="http://schemas.openxmlformats.org/officeDocument/2006/relationships/customXml" Target="../ink/ink118.xml"/><Relationship Id="rId64" Type="http://schemas.openxmlformats.org/officeDocument/2006/relationships/customXml" Target="../ink/ink122.xml"/><Relationship Id="rId69" Type="http://schemas.openxmlformats.org/officeDocument/2006/relationships/image" Target="../media/image131.png"/><Relationship Id="rId77" Type="http://schemas.openxmlformats.org/officeDocument/2006/relationships/image" Target="../media/image135.png"/><Relationship Id="rId100" Type="http://schemas.openxmlformats.org/officeDocument/2006/relationships/customXml" Target="../ink/ink140.xml"/><Relationship Id="rId105" Type="http://schemas.openxmlformats.org/officeDocument/2006/relationships/image" Target="../media/image149.png"/><Relationship Id="rId8" Type="http://schemas.openxmlformats.org/officeDocument/2006/relationships/customXml" Target="../ink/ink94.xml"/><Relationship Id="rId51" Type="http://schemas.openxmlformats.org/officeDocument/2006/relationships/image" Target="../media/image122.png"/><Relationship Id="rId72" Type="http://schemas.openxmlformats.org/officeDocument/2006/relationships/customXml" Target="../ink/ink126.xml"/><Relationship Id="rId80" Type="http://schemas.openxmlformats.org/officeDocument/2006/relationships/customXml" Target="../ink/ink130.xml"/><Relationship Id="rId85" Type="http://schemas.openxmlformats.org/officeDocument/2006/relationships/image" Target="../media/image139.png"/><Relationship Id="rId93" Type="http://schemas.openxmlformats.org/officeDocument/2006/relationships/image" Target="../media/image143.png"/><Relationship Id="rId98" Type="http://schemas.openxmlformats.org/officeDocument/2006/relationships/customXml" Target="../ink/ink139.xml"/><Relationship Id="rId3" Type="http://schemas.openxmlformats.org/officeDocument/2006/relationships/image" Target="../media/image30.png"/><Relationship Id="rId12" Type="http://schemas.openxmlformats.org/officeDocument/2006/relationships/customXml" Target="../ink/ink96.xml"/><Relationship Id="rId17" Type="http://schemas.openxmlformats.org/officeDocument/2006/relationships/image" Target="../media/image105.png"/><Relationship Id="rId25" Type="http://schemas.openxmlformats.org/officeDocument/2006/relationships/image" Target="../media/image109.png"/><Relationship Id="rId33" Type="http://schemas.openxmlformats.org/officeDocument/2006/relationships/image" Target="../media/image113.png"/><Relationship Id="rId38" Type="http://schemas.openxmlformats.org/officeDocument/2006/relationships/customXml" Target="../ink/ink109.xml"/><Relationship Id="rId46" Type="http://schemas.openxmlformats.org/officeDocument/2006/relationships/customXml" Target="../ink/ink113.xml"/><Relationship Id="rId59" Type="http://schemas.openxmlformats.org/officeDocument/2006/relationships/image" Target="../media/image126.png"/><Relationship Id="rId67" Type="http://schemas.openxmlformats.org/officeDocument/2006/relationships/image" Target="../media/image130.png"/><Relationship Id="rId103" Type="http://schemas.openxmlformats.org/officeDocument/2006/relationships/image" Target="../media/image148.png"/><Relationship Id="rId108" Type="http://schemas.openxmlformats.org/officeDocument/2006/relationships/customXml" Target="../ink/ink144.xml"/><Relationship Id="rId20" Type="http://schemas.openxmlformats.org/officeDocument/2006/relationships/customXml" Target="../ink/ink100.xml"/><Relationship Id="rId41" Type="http://schemas.openxmlformats.org/officeDocument/2006/relationships/image" Target="../media/image117.png"/><Relationship Id="rId54" Type="http://schemas.openxmlformats.org/officeDocument/2006/relationships/customXml" Target="../ink/ink117.xml"/><Relationship Id="rId62" Type="http://schemas.openxmlformats.org/officeDocument/2006/relationships/customXml" Target="../ink/ink121.xml"/><Relationship Id="rId70" Type="http://schemas.openxmlformats.org/officeDocument/2006/relationships/customXml" Target="../ink/ink125.xml"/><Relationship Id="rId75" Type="http://schemas.openxmlformats.org/officeDocument/2006/relationships/image" Target="../media/image134.png"/><Relationship Id="rId83" Type="http://schemas.openxmlformats.org/officeDocument/2006/relationships/image" Target="../media/image138.png"/><Relationship Id="rId88" Type="http://schemas.openxmlformats.org/officeDocument/2006/relationships/customXml" Target="../ink/ink134.xml"/><Relationship Id="rId91" Type="http://schemas.openxmlformats.org/officeDocument/2006/relationships/image" Target="../media/image142.png"/><Relationship Id="rId96" Type="http://schemas.openxmlformats.org/officeDocument/2006/relationships/customXml" Target="../ink/ink13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3.xml"/><Relationship Id="rId15" Type="http://schemas.openxmlformats.org/officeDocument/2006/relationships/image" Target="../media/image104.png"/><Relationship Id="rId23" Type="http://schemas.openxmlformats.org/officeDocument/2006/relationships/image" Target="../media/image108.png"/><Relationship Id="rId28" Type="http://schemas.openxmlformats.org/officeDocument/2006/relationships/customXml" Target="../ink/ink104.xml"/><Relationship Id="rId36" Type="http://schemas.openxmlformats.org/officeDocument/2006/relationships/customXml" Target="../ink/ink108.xml"/><Relationship Id="rId49" Type="http://schemas.openxmlformats.org/officeDocument/2006/relationships/image" Target="../media/image121.png"/><Relationship Id="rId57" Type="http://schemas.openxmlformats.org/officeDocument/2006/relationships/image" Target="../media/image125.png"/><Relationship Id="rId106" Type="http://schemas.openxmlformats.org/officeDocument/2006/relationships/customXml" Target="../ink/ink143.xml"/><Relationship Id="rId10" Type="http://schemas.openxmlformats.org/officeDocument/2006/relationships/customXml" Target="../ink/ink95.xml"/><Relationship Id="rId31" Type="http://schemas.openxmlformats.org/officeDocument/2006/relationships/image" Target="../media/image112.png"/><Relationship Id="rId44" Type="http://schemas.openxmlformats.org/officeDocument/2006/relationships/customXml" Target="../ink/ink112.xml"/><Relationship Id="rId52" Type="http://schemas.openxmlformats.org/officeDocument/2006/relationships/customXml" Target="../ink/ink116.xml"/><Relationship Id="rId60" Type="http://schemas.openxmlformats.org/officeDocument/2006/relationships/customXml" Target="../ink/ink120.xml"/><Relationship Id="rId65" Type="http://schemas.openxmlformats.org/officeDocument/2006/relationships/image" Target="../media/image129.png"/><Relationship Id="rId73" Type="http://schemas.openxmlformats.org/officeDocument/2006/relationships/image" Target="../media/image133.png"/><Relationship Id="rId78" Type="http://schemas.openxmlformats.org/officeDocument/2006/relationships/customXml" Target="../ink/ink129.xml"/><Relationship Id="rId81" Type="http://schemas.openxmlformats.org/officeDocument/2006/relationships/image" Target="../media/image137.png"/><Relationship Id="rId86" Type="http://schemas.openxmlformats.org/officeDocument/2006/relationships/customXml" Target="../ink/ink133.xml"/><Relationship Id="rId94" Type="http://schemas.openxmlformats.org/officeDocument/2006/relationships/customXml" Target="../ink/ink137.xml"/><Relationship Id="rId99" Type="http://schemas.openxmlformats.org/officeDocument/2006/relationships/image" Target="../media/image146.png"/><Relationship Id="rId101" Type="http://schemas.openxmlformats.org/officeDocument/2006/relationships/image" Target="../media/image147.png"/><Relationship Id="rId4" Type="http://schemas.openxmlformats.org/officeDocument/2006/relationships/customXml" Target="../ink/ink92.xml"/><Relationship Id="rId9" Type="http://schemas.openxmlformats.org/officeDocument/2006/relationships/image" Target="../media/image101.png"/><Relationship Id="rId13" Type="http://schemas.openxmlformats.org/officeDocument/2006/relationships/image" Target="../media/image103.png"/><Relationship Id="rId18" Type="http://schemas.openxmlformats.org/officeDocument/2006/relationships/customXml" Target="../ink/ink99.xml"/><Relationship Id="rId39" Type="http://schemas.openxmlformats.org/officeDocument/2006/relationships/image" Target="../media/image116.png"/><Relationship Id="rId109" Type="http://schemas.openxmlformats.org/officeDocument/2006/relationships/image" Target="../media/image151.png"/><Relationship Id="rId34" Type="http://schemas.openxmlformats.org/officeDocument/2006/relationships/customXml" Target="../ink/ink107.xml"/><Relationship Id="rId50" Type="http://schemas.openxmlformats.org/officeDocument/2006/relationships/customXml" Target="../ink/ink115.xml"/><Relationship Id="rId55" Type="http://schemas.openxmlformats.org/officeDocument/2006/relationships/image" Target="../media/image124.png"/><Relationship Id="rId76" Type="http://schemas.openxmlformats.org/officeDocument/2006/relationships/customXml" Target="../ink/ink128.xml"/><Relationship Id="rId97" Type="http://schemas.openxmlformats.org/officeDocument/2006/relationships/image" Target="../media/image145.png"/><Relationship Id="rId104" Type="http://schemas.openxmlformats.org/officeDocument/2006/relationships/customXml" Target="../ink/ink142.xml"/><Relationship Id="rId7" Type="http://schemas.openxmlformats.org/officeDocument/2006/relationships/image" Target="../media/image100.png"/><Relationship Id="rId71" Type="http://schemas.openxmlformats.org/officeDocument/2006/relationships/image" Target="../media/image132.png"/><Relationship Id="rId92" Type="http://schemas.openxmlformats.org/officeDocument/2006/relationships/customXml" Target="../ink/ink136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56.xml"/><Relationship Id="rId21" Type="http://schemas.openxmlformats.org/officeDocument/2006/relationships/image" Target="../media/image1080.png"/><Relationship Id="rId42" Type="http://schemas.openxmlformats.org/officeDocument/2006/relationships/customXml" Target="../ink/ink164.xml"/><Relationship Id="rId47" Type="http://schemas.openxmlformats.org/officeDocument/2006/relationships/image" Target="../media/image1210.png"/><Relationship Id="rId63" Type="http://schemas.openxmlformats.org/officeDocument/2006/relationships/image" Target="../media/image1290.png"/><Relationship Id="rId68" Type="http://schemas.openxmlformats.org/officeDocument/2006/relationships/customXml" Target="../ink/ink177.xml"/><Relationship Id="rId84" Type="http://schemas.openxmlformats.org/officeDocument/2006/relationships/customXml" Target="../ink/ink185.xml"/><Relationship Id="rId89" Type="http://schemas.openxmlformats.org/officeDocument/2006/relationships/image" Target="../media/image1420.png"/><Relationship Id="rId2" Type="http://schemas.openxmlformats.org/officeDocument/2006/relationships/notesSlide" Target="../notesSlides/notesSlide7.xml"/><Relationship Id="rId16" Type="http://schemas.openxmlformats.org/officeDocument/2006/relationships/customXml" Target="../ink/ink151.xml"/><Relationship Id="rId29" Type="http://schemas.openxmlformats.org/officeDocument/2006/relationships/image" Target="../media/image1120.png"/><Relationship Id="rId107" Type="http://schemas.openxmlformats.org/officeDocument/2006/relationships/image" Target="../media/image1510.png"/><Relationship Id="rId11" Type="http://schemas.openxmlformats.org/officeDocument/2006/relationships/image" Target="../media/image1030.png"/><Relationship Id="rId24" Type="http://schemas.openxmlformats.org/officeDocument/2006/relationships/customXml" Target="../ink/ink155.xml"/><Relationship Id="rId32" Type="http://schemas.openxmlformats.org/officeDocument/2006/relationships/customXml" Target="../ink/ink159.xml"/><Relationship Id="rId37" Type="http://schemas.openxmlformats.org/officeDocument/2006/relationships/image" Target="../media/image1160.png"/><Relationship Id="rId40" Type="http://schemas.openxmlformats.org/officeDocument/2006/relationships/customXml" Target="../ink/ink163.xml"/><Relationship Id="rId45" Type="http://schemas.openxmlformats.org/officeDocument/2006/relationships/image" Target="../media/image1200.png"/><Relationship Id="rId53" Type="http://schemas.openxmlformats.org/officeDocument/2006/relationships/image" Target="../media/image1240.png"/><Relationship Id="rId58" Type="http://schemas.openxmlformats.org/officeDocument/2006/relationships/customXml" Target="../ink/ink172.xml"/><Relationship Id="rId66" Type="http://schemas.openxmlformats.org/officeDocument/2006/relationships/customXml" Target="../ink/ink176.xml"/><Relationship Id="rId74" Type="http://schemas.openxmlformats.org/officeDocument/2006/relationships/customXml" Target="../ink/ink180.xml"/><Relationship Id="rId79" Type="http://schemas.openxmlformats.org/officeDocument/2006/relationships/image" Target="../media/image1370.png"/><Relationship Id="rId87" Type="http://schemas.openxmlformats.org/officeDocument/2006/relationships/image" Target="../media/image1410.png"/><Relationship Id="rId102" Type="http://schemas.openxmlformats.org/officeDocument/2006/relationships/customXml" Target="../ink/ink194.xml"/><Relationship Id="rId110" Type="http://schemas.openxmlformats.org/officeDocument/2006/relationships/image" Target="../media/image153.png"/><Relationship Id="rId5" Type="http://schemas.openxmlformats.org/officeDocument/2006/relationships/image" Target="../media/image1000.png"/><Relationship Id="rId61" Type="http://schemas.openxmlformats.org/officeDocument/2006/relationships/image" Target="../media/image1280.png"/><Relationship Id="rId82" Type="http://schemas.openxmlformats.org/officeDocument/2006/relationships/customXml" Target="../ink/ink184.xml"/><Relationship Id="rId90" Type="http://schemas.openxmlformats.org/officeDocument/2006/relationships/customXml" Target="../ink/ink188.xml"/><Relationship Id="rId95" Type="http://schemas.openxmlformats.org/officeDocument/2006/relationships/image" Target="../media/image1450.png"/><Relationship Id="rId19" Type="http://schemas.openxmlformats.org/officeDocument/2006/relationships/image" Target="../media/image1070.png"/><Relationship Id="rId14" Type="http://schemas.openxmlformats.org/officeDocument/2006/relationships/customXml" Target="../ink/ink150.xml"/><Relationship Id="rId22" Type="http://schemas.openxmlformats.org/officeDocument/2006/relationships/customXml" Target="../ink/ink154.xml"/><Relationship Id="rId27" Type="http://schemas.openxmlformats.org/officeDocument/2006/relationships/image" Target="../media/image1110.png"/><Relationship Id="rId30" Type="http://schemas.openxmlformats.org/officeDocument/2006/relationships/customXml" Target="../ink/ink158.xml"/><Relationship Id="rId35" Type="http://schemas.openxmlformats.org/officeDocument/2006/relationships/image" Target="../media/image1150.png"/><Relationship Id="rId43" Type="http://schemas.openxmlformats.org/officeDocument/2006/relationships/image" Target="../media/image1190.png"/><Relationship Id="rId48" Type="http://schemas.openxmlformats.org/officeDocument/2006/relationships/customXml" Target="../ink/ink167.xml"/><Relationship Id="rId56" Type="http://schemas.openxmlformats.org/officeDocument/2006/relationships/customXml" Target="../ink/ink171.xml"/><Relationship Id="rId64" Type="http://schemas.openxmlformats.org/officeDocument/2006/relationships/customXml" Target="../ink/ink175.xml"/><Relationship Id="rId69" Type="http://schemas.openxmlformats.org/officeDocument/2006/relationships/image" Target="../media/image1320.png"/><Relationship Id="rId77" Type="http://schemas.openxmlformats.org/officeDocument/2006/relationships/image" Target="../media/image1360.png"/><Relationship Id="rId100" Type="http://schemas.openxmlformats.org/officeDocument/2006/relationships/customXml" Target="../ink/ink193.xml"/><Relationship Id="rId105" Type="http://schemas.openxmlformats.org/officeDocument/2006/relationships/image" Target="../media/image1500.png"/><Relationship Id="rId8" Type="http://schemas.openxmlformats.org/officeDocument/2006/relationships/customXml" Target="../ink/ink147.xml"/><Relationship Id="rId51" Type="http://schemas.openxmlformats.org/officeDocument/2006/relationships/image" Target="../media/image1230.png"/><Relationship Id="rId72" Type="http://schemas.openxmlformats.org/officeDocument/2006/relationships/customXml" Target="../ink/ink179.xml"/><Relationship Id="rId80" Type="http://schemas.openxmlformats.org/officeDocument/2006/relationships/customXml" Target="../ink/ink183.xml"/><Relationship Id="rId85" Type="http://schemas.openxmlformats.org/officeDocument/2006/relationships/image" Target="../media/image1400.png"/><Relationship Id="rId93" Type="http://schemas.openxmlformats.org/officeDocument/2006/relationships/image" Target="../media/image1440.png"/><Relationship Id="rId98" Type="http://schemas.openxmlformats.org/officeDocument/2006/relationships/customXml" Target="../ink/ink192.xml"/><Relationship Id="rId3" Type="http://schemas.openxmlformats.org/officeDocument/2006/relationships/image" Target="../media/image30.png"/><Relationship Id="rId12" Type="http://schemas.openxmlformats.org/officeDocument/2006/relationships/customXml" Target="../ink/ink149.xml"/><Relationship Id="rId17" Type="http://schemas.openxmlformats.org/officeDocument/2006/relationships/image" Target="../media/image1060.png"/><Relationship Id="rId25" Type="http://schemas.openxmlformats.org/officeDocument/2006/relationships/image" Target="../media/image1100.png"/><Relationship Id="rId33" Type="http://schemas.openxmlformats.org/officeDocument/2006/relationships/image" Target="../media/image1140.png"/><Relationship Id="rId38" Type="http://schemas.openxmlformats.org/officeDocument/2006/relationships/customXml" Target="../ink/ink162.xml"/><Relationship Id="rId46" Type="http://schemas.openxmlformats.org/officeDocument/2006/relationships/customXml" Target="../ink/ink166.xml"/><Relationship Id="rId59" Type="http://schemas.openxmlformats.org/officeDocument/2006/relationships/image" Target="../media/image1270.png"/><Relationship Id="rId67" Type="http://schemas.openxmlformats.org/officeDocument/2006/relationships/image" Target="../media/image1310.png"/><Relationship Id="rId103" Type="http://schemas.openxmlformats.org/officeDocument/2006/relationships/image" Target="../media/image1490.png"/><Relationship Id="rId108" Type="http://schemas.openxmlformats.org/officeDocument/2006/relationships/customXml" Target="../ink/ink197.xml"/><Relationship Id="rId20" Type="http://schemas.openxmlformats.org/officeDocument/2006/relationships/customXml" Target="../ink/ink153.xml"/><Relationship Id="rId41" Type="http://schemas.openxmlformats.org/officeDocument/2006/relationships/image" Target="../media/image1180.png"/><Relationship Id="rId54" Type="http://schemas.openxmlformats.org/officeDocument/2006/relationships/customXml" Target="../ink/ink170.xml"/><Relationship Id="rId62" Type="http://schemas.openxmlformats.org/officeDocument/2006/relationships/customXml" Target="../ink/ink174.xml"/><Relationship Id="rId70" Type="http://schemas.openxmlformats.org/officeDocument/2006/relationships/customXml" Target="../ink/ink178.xml"/><Relationship Id="rId75" Type="http://schemas.openxmlformats.org/officeDocument/2006/relationships/image" Target="../media/image1350.png"/><Relationship Id="rId83" Type="http://schemas.openxmlformats.org/officeDocument/2006/relationships/image" Target="../media/image1390.png"/><Relationship Id="rId88" Type="http://schemas.openxmlformats.org/officeDocument/2006/relationships/customXml" Target="../ink/ink187.xml"/><Relationship Id="rId91" Type="http://schemas.openxmlformats.org/officeDocument/2006/relationships/image" Target="../media/image1430.png"/><Relationship Id="rId96" Type="http://schemas.openxmlformats.org/officeDocument/2006/relationships/customXml" Target="../ink/ink19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6.xml"/><Relationship Id="rId15" Type="http://schemas.openxmlformats.org/officeDocument/2006/relationships/image" Target="../media/image1050.png"/><Relationship Id="rId23" Type="http://schemas.openxmlformats.org/officeDocument/2006/relationships/image" Target="../media/image1090.png"/><Relationship Id="rId28" Type="http://schemas.openxmlformats.org/officeDocument/2006/relationships/customXml" Target="../ink/ink157.xml"/><Relationship Id="rId36" Type="http://schemas.openxmlformats.org/officeDocument/2006/relationships/customXml" Target="../ink/ink161.xml"/><Relationship Id="rId49" Type="http://schemas.openxmlformats.org/officeDocument/2006/relationships/image" Target="../media/image1220.png"/><Relationship Id="rId57" Type="http://schemas.openxmlformats.org/officeDocument/2006/relationships/image" Target="../media/image1260.png"/><Relationship Id="rId106" Type="http://schemas.openxmlformats.org/officeDocument/2006/relationships/customXml" Target="../ink/ink196.xml"/><Relationship Id="rId10" Type="http://schemas.openxmlformats.org/officeDocument/2006/relationships/customXml" Target="../ink/ink148.xml"/><Relationship Id="rId31" Type="http://schemas.openxmlformats.org/officeDocument/2006/relationships/image" Target="../media/image1130.png"/><Relationship Id="rId44" Type="http://schemas.openxmlformats.org/officeDocument/2006/relationships/customXml" Target="../ink/ink165.xml"/><Relationship Id="rId52" Type="http://schemas.openxmlformats.org/officeDocument/2006/relationships/customXml" Target="../ink/ink169.xml"/><Relationship Id="rId60" Type="http://schemas.openxmlformats.org/officeDocument/2006/relationships/customXml" Target="../ink/ink173.xml"/><Relationship Id="rId65" Type="http://schemas.openxmlformats.org/officeDocument/2006/relationships/image" Target="../media/image1300.png"/><Relationship Id="rId73" Type="http://schemas.openxmlformats.org/officeDocument/2006/relationships/image" Target="../media/image1340.png"/><Relationship Id="rId78" Type="http://schemas.openxmlformats.org/officeDocument/2006/relationships/customXml" Target="../ink/ink182.xml"/><Relationship Id="rId81" Type="http://schemas.openxmlformats.org/officeDocument/2006/relationships/image" Target="../media/image1380.png"/><Relationship Id="rId86" Type="http://schemas.openxmlformats.org/officeDocument/2006/relationships/customXml" Target="../ink/ink186.xml"/><Relationship Id="rId94" Type="http://schemas.openxmlformats.org/officeDocument/2006/relationships/customXml" Target="../ink/ink190.xml"/><Relationship Id="rId99" Type="http://schemas.openxmlformats.org/officeDocument/2006/relationships/image" Target="../media/image1470.png"/><Relationship Id="rId101" Type="http://schemas.openxmlformats.org/officeDocument/2006/relationships/image" Target="../media/image1480.png"/><Relationship Id="rId4" Type="http://schemas.openxmlformats.org/officeDocument/2006/relationships/customXml" Target="../ink/ink145.xml"/><Relationship Id="rId9" Type="http://schemas.openxmlformats.org/officeDocument/2006/relationships/image" Target="../media/image1020.png"/><Relationship Id="rId13" Type="http://schemas.openxmlformats.org/officeDocument/2006/relationships/image" Target="../media/image1040.png"/><Relationship Id="rId18" Type="http://schemas.openxmlformats.org/officeDocument/2006/relationships/customXml" Target="../ink/ink152.xml"/><Relationship Id="rId39" Type="http://schemas.openxmlformats.org/officeDocument/2006/relationships/image" Target="../media/image1170.png"/><Relationship Id="rId109" Type="http://schemas.openxmlformats.org/officeDocument/2006/relationships/image" Target="../media/image1520.png"/><Relationship Id="rId34" Type="http://schemas.openxmlformats.org/officeDocument/2006/relationships/customXml" Target="../ink/ink160.xml"/><Relationship Id="rId50" Type="http://schemas.openxmlformats.org/officeDocument/2006/relationships/customXml" Target="../ink/ink168.xml"/><Relationship Id="rId55" Type="http://schemas.openxmlformats.org/officeDocument/2006/relationships/image" Target="../media/image1250.png"/><Relationship Id="rId76" Type="http://schemas.openxmlformats.org/officeDocument/2006/relationships/customXml" Target="../ink/ink181.xml"/><Relationship Id="rId97" Type="http://schemas.openxmlformats.org/officeDocument/2006/relationships/image" Target="../media/image1460.png"/><Relationship Id="rId104" Type="http://schemas.openxmlformats.org/officeDocument/2006/relationships/customXml" Target="../ink/ink195.xml"/><Relationship Id="rId7" Type="http://schemas.openxmlformats.org/officeDocument/2006/relationships/image" Target="../media/image1010.png"/><Relationship Id="rId71" Type="http://schemas.openxmlformats.org/officeDocument/2006/relationships/image" Target="../media/image1330.png"/><Relationship Id="rId92" Type="http://schemas.openxmlformats.org/officeDocument/2006/relationships/customXml" Target="../ink/ink189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09.xml"/><Relationship Id="rId21" Type="http://schemas.openxmlformats.org/officeDocument/2006/relationships/image" Target="../media/image107.png"/><Relationship Id="rId42" Type="http://schemas.openxmlformats.org/officeDocument/2006/relationships/customXml" Target="../ink/ink217.xml"/><Relationship Id="rId47" Type="http://schemas.openxmlformats.org/officeDocument/2006/relationships/image" Target="../media/image120.png"/><Relationship Id="rId63" Type="http://schemas.openxmlformats.org/officeDocument/2006/relationships/image" Target="../media/image128.png"/><Relationship Id="rId68" Type="http://schemas.openxmlformats.org/officeDocument/2006/relationships/customXml" Target="../ink/ink230.xml"/><Relationship Id="rId84" Type="http://schemas.openxmlformats.org/officeDocument/2006/relationships/customXml" Target="../ink/ink238.xml"/><Relationship Id="rId89" Type="http://schemas.openxmlformats.org/officeDocument/2006/relationships/image" Target="../media/image141.png"/><Relationship Id="rId2" Type="http://schemas.openxmlformats.org/officeDocument/2006/relationships/notesSlide" Target="../notesSlides/notesSlide8.xml"/><Relationship Id="rId16" Type="http://schemas.openxmlformats.org/officeDocument/2006/relationships/customXml" Target="../ink/ink204.xml"/><Relationship Id="rId29" Type="http://schemas.openxmlformats.org/officeDocument/2006/relationships/image" Target="../media/image111.png"/><Relationship Id="rId107" Type="http://schemas.openxmlformats.org/officeDocument/2006/relationships/image" Target="../media/image150.png"/><Relationship Id="rId11" Type="http://schemas.openxmlformats.org/officeDocument/2006/relationships/image" Target="../media/image102.png"/><Relationship Id="rId24" Type="http://schemas.openxmlformats.org/officeDocument/2006/relationships/customXml" Target="../ink/ink208.xml"/><Relationship Id="rId32" Type="http://schemas.openxmlformats.org/officeDocument/2006/relationships/customXml" Target="../ink/ink212.xml"/><Relationship Id="rId37" Type="http://schemas.openxmlformats.org/officeDocument/2006/relationships/image" Target="../media/image115.png"/><Relationship Id="rId40" Type="http://schemas.openxmlformats.org/officeDocument/2006/relationships/customXml" Target="../ink/ink216.xml"/><Relationship Id="rId45" Type="http://schemas.openxmlformats.org/officeDocument/2006/relationships/image" Target="../media/image119.png"/><Relationship Id="rId53" Type="http://schemas.openxmlformats.org/officeDocument/2006/relationships/image" Target="../media/image123.png"/><Relationship Id="rId58" Type="http://schemas.openxmlformats.org/officeDocument/2006/relationships/customXml" Target="../ink/ink225.xml"/><Relationship Id="rId66" Type="http://schemas.openxmlformats.org/officeDocument/2006/relationships/customXml" Target="../ink/ink229.xml"/><Relationship Id="rId74" Type="http://schemas.openxmlformats.org/officeDocument/2006/relationships/customXml" Target="../ink/ink233.xml"/><Relationship Id="rId79" Type="http://schemas.openxmlformats.org/officeDocument/2006/relationships/image" Target="../media/image136.png"/><Relationship Id="rId87" Type="http://schemas.openxmlformats.org/officeDocument/2006/relationships/image" Target="../media/image140.png"/><Relationship Id="rId102" Type="http://schemas.openxmlformats.org/officeDocument/2006/relationships/customXml" Target="../ink/ink247.xml"/><Relationship Id="rId110" Type="http://schemas.openxmlformats.org/officeDocument/2006/relationships/image" Target="../media/image154.png"/><Relationship Id="rId5" Type="http://schemas.openxmlformats.org/officeDocument/2006/relationships/image" Target="../media/image45.png"/><Relationship Id="rId61" Type="http://schemas.openxmlformats.org/officeDocument/2006/relationships/image" Target="../media/image127.png"/><Relationship Id="rId82" Type="http://schemas.openxmlformats.org/officeDocument/2006/relationships/customXml" Target="../ink/ink237.xml"/><Relationship Id="rId90" Type="http://schemas.openxmlformats.org/officeDocument/2006/relationships/customXml" Target="../ink/ink241.xml"/><Relationship Id="rId95" Type="http://schemas.openxmlformats.org/officeDocument/2006/relationships/image" Target="../media/image144.png"/><Relationship Id="rId19" Type="http://schemas.openxmlformats.org/officeDocument/2006/relationships/image" Target="../media/image106.png"/><Relationship Id="rId14" Type="http://schemas.openxmlformats.org/officeDocument/2006/relationships/customXml" Target="../ink/ink203.xml"/><Relationship Id="rId22" Type="http://schemas.openxmlformats.org/officeDocument/2006/relationships/customXml" Target="../ink/ink207.xml"/><Relationship Id="rId27" Type="http://schemas.openxmlformats.org/officeDocument/2006/relationships/image" Target="../media/image110.png"/><Relationship Id="rId30" Type="http://schemas.openxmlformats.org/officeDocument/2006/relationships/customXml" Target="../ink/ink211.xml"/><Relationship Id="rId35" Type="http://schemas.openxmlformats.org/officeDocument/2006/relationships/image" Target="../media/image114.png"/><Relationship Id="rId43" Type="http://schemas.openxmlformats.org/officeDocument/2006/relationships/image" Target="../media/image118.png"/><Relationship Id="rId48" Type="http://schemas.openxmlformats.org/officeDocument/2006/relationships/customXml" Target="../ink/ink220.xml"/><Relationship Id="rId56" Type="http://schemas.openxmlformats.org/officeDocument/2006/relationships/customXml" Target="../ink/ink224.xml"/><Relationship Id="rId64" Type="http://schemas.openxmlformats.org/officeDocument/2006/relationships/customXml" Target="../ink/ink228.xml"/><Relationship Id="rId69" Type="http://schemas.openxmlformats.org/officeDocument/2006/relationships/image" Target="../media/image131.png"/><Relationship Id="rId77" Type="http://schemas.openxmlformats.org/officeDocument/2006/relationships/image" Target="../media/image135.png"/><Relationship Id="rId100" Type="http://schemas.openxmlformats.org/officeDocument/2006/relationships/customXml" Target="../ink/ink246.xml"/><Relationship Id="rId105" Type="http://schemas.openxmlformats.org/officeDocument/2006/relationships/image" Target="../media/image149.png"/><Relationship Id="rId8" Type="http://schemas.openxmlformats.org/officeDocument/2006/relationships/customXml" Target="../ink/ink200.xml"/><Relationship Id="rId51" Type="http://schemas.openxmlformats.org/officeDocument/2006/relationships/image" Target="../media/image122.png"/><Relationship Id="rId72" Type="http://schemas.openxmlformats.org/officeDocument/2006/relationships/customXml" Target="../ink/ink232.xml"/><Relationship Id="rId80" Type="http://schemas.openxmlformats.org/officeDocument/2006/relationships/customXml" Target="../ink/ink236.xml"/><Relationship Id="rId85" Type="http://schemas.openxmlformats.org/officeDocument/2006/relationships/image" Target="../media/image139.png"/><Relationship Id="rId93" Type="http://schemas.openxmlformats.org/officeDocument/2006/relationships/image" Target="../media/image143.png"/><Relationship Id="rId98" Type="http://schemas.openxmlformats.org/officeDocument/2006/relationships/customXml" Target="../ink/ink245.xml"/><Relationship Id="rId3" Type="http://schemas.openxmlformats.org/officeDocument/2006/relationships/image" Target="../media/image30.png"/><Relationship Id="rId12" Type="http://schemas.openxmlformats.org/officeDocument/2006/relationships/customXml" Target="../ink/ink202.xml"/><Relationship Id="rId17" Type="http://schemas.openxmlformats.org/officeDocument/2006/relationships/image" Target="../media/image105.png"/><Relationship Id="rId25" Type="http://schemas.openxmlformats.org/officeDocument/2006/relationships/image" Target="../media/image109.png"/><Relationship Id="rId33" Type="http://schemas.openxmlformats.org/officeDocument/2006/relationships/image" Target="../media/image113.png"/><Relationship Id="rId38" Type="http://schemas.openxmlformats.org/officeDocument/2006/relationships/customXml" Target="../ink/ink215.xml"/><Relationship Id="rId46" Type="http://schemas.openxmlformats.org/officeDocument/2006/relationships/customXml" Target="../ink/ink219.xml"/><Relationship Id="rId59" Type="http://schemas.openxmlformats.org/officeDocument/2006/relationships/image" Target="../media/image126.png"/><Relationship Id="rId67" Type="http://schemas.openxmlformats.org/officeDocument/2006/relationships/image" Target="../media/image130.png"/><Relationship Id="rId103" Type="http://schemas.openxmlformats.org/officeDocument/2006/relationships/image" Target="../media/image148.png"/><Relationship Id="rId108" Type="http://schemas.openxmlformats.org/officeDocument/2006/relationships/customXml" Target="../ink/ink250.xml"/><Relationship Id="rId20" Type="http://schemas.openxmlformats.org/officeDocument/2006/relationships/customXml" Target="../ink/ink206.xml"/><Relationship Id="rId41" Type="http://schemas.openxmlformats.org/officeDocument/2006/relationships/image" Target="../media/image117.png"/><Relationship Id="rId54" Type="http://schemas.openxmlformats.org/officeDocument/2006/relationships/customXml" Target="../ink/ink223.xml"/><Relationship Id="rId62" Type="http://schemas.openxmlformats.org/officeDocument/2006/relationships/customXml" Target="../ink/ink227.xml"/><Relationship Id="rId70" Type="http://schemas.openxmlformats.org/officeDocument/2006/relationships/customXml" Target="../ink/ink231.xml"/><Relationship Id="rId75" Type="http://schemas.openxmlformats.org/officeDocument/2006/relationships/image" Target="../media/image134.png"/><Relationship Id="rId83" Type="http://schemas.openxmlformats.org/officeDocument/2006/relationships/image" Target="../media/image138.png"/><Relationship Id="rId88" Type="http://schemas.openxmlformats.org/officeDocument/2006/relationships/customXml" Target="../ink/ink240.xml"/><Relationship Id="rId91" Type="http://schemas.openxmlformats.org/officeDocument/2006/relationships/image" Target="../media/image142.png"/><Relationship Id="rId96" Type="http://schemas.openxmlformats.org/officeDocument/2006/relationships/customXml" Target="../ink/ink24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9.xml"/><Relationship Id="rId15" Type="http://schemas.openxmlformats.org/officeDocument/2006/relationships/image" Target="../media/image104.png"/><Relationship Id="rId23" Type="http://schemas.openxmlformats.org/officeDocument/2006/relationships/image" Target="../media/image108.png"/><Relationship Id="rId28" Type="http://schemas.openxmlformats.org/officeDocument/2006/relationships/customXml" Target="../ink/ink210.xml"/><Relationship Id="rId36" Type="http://schemas.openxmlformats.org/officeDocument/2006/relationships/customXml" Target="../ink/ink214.xml"/><Relationship Id="rId49" Type="http://schemas.openxmlformats.org/officeDocument/2006/relationships/image" Target="../media/image121.png"/><Relationship Id="rId57" Type="http://schemas.openxmlformats.org/officeDocument/2006/relationships/image" Target="../media/image125.png"/><Relationship Id="rId106" Type="http://schemas.openxmlformats.org/officeDocument/2006/relationships/customXml" Target="../ink/ink249.xml"/><Relationship Id="rId10" Type="http://schemas.openxmlformats.org/officeDocument/2006/relationships/customXml" Target="../ink/ink201.xml"/><Relationship Id="rId31" Type="http://schemas.openxmlformats.org/officeDocument/2006/relationships/image" Target="../media/image112.png"/><Relationship Id="rId44" Type="http://schemas.openxmlformats.org/officeDocument/2006/relationships/customXml" Target="../ink/ink218.xml"/><Relationship Id="rId52" Type="http://schemas.openxmlformats.org/officeDocument/2006/relationships/customXml" Target="../ink/ink222.xml"/><Relationship Id="rId60" Type="http://schemas.openxmlformats.org/officeDocument/2006/relationships/customXml" Target="../ink/ink226.xml"/><Relationship Id="rId65" Type="http://schemas.openxmlformats.org/officeDocument/2006/relationships/image" Target="../media/image129.png"/><Relationship Id="rId73" Type="http://schemas.openxmlformats.org/officeDocument/2006/relationships/image" Target="../media/image133.png"/><Relationship Id="rId78" Type="http://schemas.openxmlformats.org/officeDocument/2006/relationships/customXml" Target="../ink/ink235.xml"/><Relationship Id="rId81" Type="http://schemas.openxmlformats.org/officeDocument/2006/relationships/image" Target="../media/image137.png"/><Relationship Id="rId86" Type="http://schemas.openxmlformats.org/officeDocument/2006/relationships/customXml" Target="../ink/ink239.xml"/><Relationship Id="rId94" Type="http://schemas.openxmlformats.org/officeDocument/2006/relationships/customXml" Target="../ink/ink243.xml"/><Relationship Id="rId99" Type="http://schemas.openxmlformats.org/officeDocument/2006/relationships/image" Target="../media/image146.png"/><Relationship Id="rId101" Type="http://schemas.openxmlformats.org/officeDocument/2006/relationships/image" Target="../media/image147.png"/><Relationship Id="rId4" Type="http://schemas.openxmlformats.org/officeDocument/2006/relationships/customXml" Target="../ink/ink198.xml"/><Relationship Id="rId9" Type="http://schemas.openxmlformats.org/officeDocument/2006/relationships/image" Target="../media/image101.png"/><Relationship Id="rId13" Type="http://schemas.openxmlformats.org/officeDocument/2006/relationships/image" Target="../media/image103.png"/><Relationship Id="rId18" Type="http://schemas.openxmlformats.org/officeDocument/2006/relationships/customXml" Target="../ink/ink205.xml"/><Relationship Id="rId39" Type="http://schemas.openxmlformats.org/officeDocument/2006/relationships/image" Target="../media/image116.png"/><Relationship Id="rId109" Type="http://schemas.openxmlformats.org/officeDocument/2006/relationships/image" Target="../media/image151.png"/><Relationship Id="rId34" Type="http://schemas.openxmlformats.org/officeDocument/2006/relationships/customXml" Target="../ink/ink213.xml"/><Relationship Id="rId50" Type="http://schemas.openxmlformats.org/officeDocument/2006/relationships/customXml" Target="../ink/ink221.xml"/><Relationship Id="rId55" Type="http://schemas.openxmlformats.org/officeDocument/2006/relationships/image" Target="../media/image124.png"/><Relationship Id="rId76" Type="http://schemas.openxmlformats.org/officeDocument/2006/relationships/customXml" Target="../ink/ink234.xml"/><Relationship Id="rId97" Type="http://schemas.openxmlformats.org/officeDocument/2006/relationships/image" Target="../media/image145.png"/><Relationship Id="rId104" Type="http://schemas.openxmlformats.org/officeDocument/2006/relationships/customXml" Target="../ink/ink248.xml"/><Relationship Id="rId7" Type="http://schemas.openxmlformats.org/officeDocument/2006/relationships/image" Target="../media/image100.png"/><Relationship Id="rId71" Type="http://schemas.openxmlformats.org/officeDocument/2006/relationships/image" Target="../media/image132.png"/><Relationship Id="rId92" Type="http://schemas.openxmlformats.org/officeDocument/2006/relationships/customXml" Target="../ink/ink24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8B50C-7798-C7A2-8632-160FC79EE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ABF0DE-C4B5-617B-0F38-AB5B26752D0E}"/>
              </a:ext>
            </a:extLst>
          </p:cNvPr>
          <p:cNvSpPr txBox="1"/>
          <p:nvPr/>
        </p:nvSpPr>
        <p:spPr>
          <a:xfrm>
            <a:off x="283464" y="1139643"/>
            <a:ext cx="917143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NumPy for Neural Networks 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🎯 Objective of this Module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By the end, students should be able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vectorization vs loops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NumPy for fast computation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Implement: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Single neuron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Multi-neuron (layer)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weights, bias, dot product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3601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C2285-C14E-5097-D9E0-B1F288ECA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AEAB82-DFE3-A6C7-FED1-38317BE4972C}"/>
              </a:ext>
            </a:extLst>
          </p:cNvPr>
          <p:cNvSpPr txBox="1"/>
          <p:nvPr/>
        </p:nvSpPr>
        <p:spPr>
          <a:xfrm>
            <a:off x="36576" y="78939"/>
            <a:ext cx="79918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1. Why NumPy in Neural Networks?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Neural Networks =  requires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lot of matrix math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Numpy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perform matrix math fast and provides a clean code: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032E21-5E08-DE71-5601-F5EDBFAB3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293" y="867150"/>
            <a:ext cx="2248214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38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D5598-A684-A0AC-8914-08C5AC746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FBD35F-ABB9-86D6-897A-0662553E8459}"/>
              </a:ext>
            </a:extLst>
          </p:cNvPr>
          <p:cNvSpPr txBox="1"/>
          <p:nvPr/>
        </p:nvSpPr>
        <p:spPr>
          <a:xfrm>
            <a:off x="283464" y="243531"/>
            <a:ext cx="9171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Vectorization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300BF1-C07D-F1FD-A423-24743AAAE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79" y="1589924"/>
            <a:ext cx="6058746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4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69C8E-1646-B254-5E17-39349E533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4A78FE-3BF7-750B-D81F-8A71C84DA344}"/>
              </a:ext>
            </a:extLst>
          </p:cNvPr>
          <p:cNvSpPr txBox="1"/>
          <p:nvPr/>
        </p:nvSpPr>
        <p:spPr>
          <a:xfrm>
            <a:off x="283464" y="97227"/>
            <a:ext cx="9171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Implementing a single NN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CFBF69-83C0-6C0E-D77D-1EFD9315F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809" y="3116752"/>
            <a:ext cx="4618509" cy="280604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FE472001-6E88-95C2-B067-A1385BFE8A1D}"/>
              </a:ext>
            </a:extLst>
          </p:cNvPr>
          <p:cNvSpPr/>
          <p:nvPr/>
        </p:nvSpPr>
        <p:spPr>
          <a:xfrm>
            <a:off x="1619536" y="1226194"/>
            <a:ext cx="1916063" cy="15317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  <a:r>
              <a:rPr lang="en-US" sz="2400" baseline="30000" dirty="0"/>
              <a:t>st</a:t>
            </a:r>
            <a:r>
              <a:rPr lang="en-US" sz="2400" dirty="0"/>
              <a:t> Part of NN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0EC6ECA-5440-08CA-786D-4EC0350B7F81}"/>
                  </a:ext>
                </a:extLst>
              </p14:cNvPr>
              <p14:cNvContentPartPr/>
              <p14:nvPr/>
            </p14:nvContentPartPr>
            <p14:xfrm>
              <a:off x="801039" y="2005339"/>
              <a:ext cx="505800" cy="48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0EC6ECA-5440-08CA-786D-4EC0350B7F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3039" y="1987339"/>
                <a:ext cx="54144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CD1EB52-3A93-31B1-FE68-E569D585266F}"/>
                  </a:ext>
                </a:extLst>
              </p14:cNvPr>
              <p14:cNvContentPartPr/>
              <p14:nvPr/>
            </p14:nvContentPartPr>
            <p14:xfrm>
              <a:off x="1245639" y="1873579"/>
              <a:ext cx="179640" cy="2444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CD1EB52-3A93-31B1-FE68-E569D585266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27639" y="1855579"/>
                <a:ext cx="215280" cy="28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67930205-4506-6CB3-8F78-F94D16AB84D0}"/>
              </a:ext>
            </a:extLst>
          </p:cNvPr>
          <p:cNvGrpSpPr/>
          <p:nvPr/>
        </p:nvGrpSpPr>
        <p:grpSpPr>
          <a:xfrm>
            <a:off x="908679" y="1262659"/>
            <a:ext cx="600120" cy="259200"/>
            <a:chOff x="6434784" y="1458216"/>
            <a:chExt cx="600120" cy="25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347C014-5E33-2700-468D-01FB48FD1B8D}"/>
                    </a:ext>
                  </a:extLst>
                </p14:cNvPr>
                <p14:cNvContentPartPr/>
                <p14:nvPr/>
              </p14:nvContentPartPr>
              <p14:xfrm>
                <a:off x="6434784" y="1499976"/>
                <a:ext cx="572040" cy="102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347C014-5E33-2700-468D-01FB48FD1B8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416784" y="1481976"/>
                  <a:ext cx="6076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F477DBA-5FC7-97F2-6507-86F27EC8EEDD}"/>
                    </a:ext>
                  </a:extLst>
                </p14:cNvPr>
                <p14:cNvContentPartPr/>
                <p14:nvPr/>
              </p14:nvContentPartPr>
              <p14:xfrm>
                <a:off x="6800544" y="1458216"/>
                <a:ext cx="234360" cy="259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F477DBA-5FC7-97F2-6507-86F27EC8EED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82544" y="1440576"/>
                  <a:ext cx="270000" cy="29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B43E03D-F3F6-FF84-7A0D-316F8BC0D9FA}"/>
              </a:ext>
            </a:extLst>
          </p:cNvPr>
          <p:cNvGrpSpPr/>
          <p:nvPr/>
        </p:nvGrpSpPr>
        <p:grpSpPr>
          <a:xfrm>
            <a:off x="215679" y="2030539"/>
            <a:ext cx="498960" cy="221400"/>
            <a:chOff x="5741784" y="2226096"/>
            <a:chExt cx="498960" cy="22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3A6496A-3187-107A-0A22-E625E4D9149F}"/>
                    </a:ext>
                  </a:extLst>
                </p14:cNvPr>
                <p14:cNvContentPartPr/>
                <p14:nvPr/>
              </p14:nvContentPartPr>
              <p14:xfrm>
                <a:off x="5741784" y="2255256"/>
                <a:ext cx="151560" cy="136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3A6496A-3187-107A-0A22-E625E4D9149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723784" y="2237616"/>
                  <a:ext cx="1872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B007098-9FB9-D6F8-0E63-7BE3069783AB}"/>
                    </a:ext>
                  </a:extLst>
                </p14:cNvPr>
                <p14:cNvContentPartPr/>
                <p14:nvPr/>
              </p14:nvContentPartPr>
              <p14:xfrm>
                <a:off x="5845104" y="2226096"/>
                <a:ext cx="206640" cy="149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B007098-9FB9-D6F8-0E63-7BE3069783A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827464" y="2208096"/>
                  <a:ext cx="2422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5945F60-D932-E6B0-E185-D4CDEF0F37FF}"/>
                    </a:ext>
                  </a:extLst>
                </p14:cNvPr>
                <p14:cNvContentPartPr/>
                <p14:nvPr/>
              </p14:nvContentPartPr>
              <p14:xfrm>
                <a:off x="6094224" y="2331936"/>
                <a:ext cx="146520" cy="115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5945F60-D932-E6B0-E185-D4CDEF0F37F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076224" y="2313936"/>
                  <a:ext cx="18216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2CA000-43A9-3133-2EF1-0276F3144760}"/>
              </a:ext>
            </a:extLst>
          </p:cNvPr>
          <p:cNvGrpSpPr/>
          <p:nvPr/>
        </p:nvGrpSpPr>
        <p:grpSpPr>
          <a:xfrm>
            <a:off x="880239" y="1007779"/>
            <a:ext cx="460440" cy="159840"/>
            <a:chOff x="6406344" y="1203336"/>
            <a:chExt cx="460440" cy="15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BD94500-7C41-8611-331F-D6D8D5305CEC}"/>
                    </a:ext>
                  </a:extLst>
                </p14:cNvPr>
                <p14:cNvContentPartPr/>
                <p14:nvPr/>
              </p14:nvContentPartPr>
              <p14:xfrm>
                <a:off x="6406344" y="1203336"/>
                <a:ext cx="316440" cy="105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BD94500-7C41-8611-331F-D6D8D5305CE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388344" y="1185696"/>
                  <a:ext cx="3520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1E16374-9C28-0735-4411-932DAA53DC1B}"/>
                    </a:ext>
                  </a:extLst>
                </p14:cNvPr>
                <p14:cNvContentPartPr/>
                <p14:nvPr/>
              </p14:nvContentPartPr>
              <p14:xfrm>
                <a:off x="6833664" y="1241856"/>
                <a:ext cx="33120" cy="121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1E16374-9C28-0735-4411-932DAA53DC1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816024" y="1224216"/>
                  <a:ext cx="6876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1989C1B-6641-5177-3AF6-7AF77175E614}"/>
              </a:ext>
            </a:extLst>
          </p:cNvPr>
          <p:cNvGrpSpPr/>
          <p:nvPr/>
        </p:nvGrpSpPr>
        <p:grpSpPr>
          <a:xfrm>
            <a:off x="770799" y="1745059"/>
            <a:ext cx="491760" cy="218880"/>
            <a:chOff x="6296904" y="1940616"/>
            <a:chExt cx="491760" cy="21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DAE2D34-1F14-52FC-BA09-2494C51F9C3B}"/>
                    </a:ext>
                  </a:extLst>
                </p14:cNvPr>
                <p14:cNvContentPartPr/>
                <p14:nvPr/>
              </p14:nvContentPartPr>
              <p14:xfrm>
                <a:off x="6296904" y="1940616"/>
                <a:ext cx="331920" cy="142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DAE2D34-1F14-52FC-BA09-2494C51F9C3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279264" y="1922616"/>
                  <a:ext cx="3675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02430E9-434D-698C-93B6-50628B833FD7}"/>
                    </a:ext>
                  </a:extLst>
                </p14:cNvPr>
                <p14:cNvContentPartPr/>
                <p14:nvPr/>
              </p14:nvContentPartPr>
              <p14:xfrm>
                <a:off x="6665184" y="2073816"/>
                <a:ext cx="123480" cy="85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02430E9-434D-698C-93B6-50628B833FD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647184" y="2055816"/>
                  <a:ext cx="15912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F15D5DC-B183-F529-2AB8-5D31D8430ADE}"/>
              </a:ext>
            </a:extLst>
          </p:cNvPr>
          <p:cNvGrpSpPr/>
          <p:nvPr/>
        </p:nvGrpSpPr>
        <p:grpSpPr>
          <a:xfrm>
            <a:off x="374439" y="2440939"/>
            <a:ext cx="1075680" cy="625320"/>
            <a:chOff x="5900544" y="2636496"/>
            <a:chExt cx="1075680" cy="62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A96007A-E0FA-89DA-028C-5FF82788A215}"/>
                    </a:ext>
                  </a:extLst>
                </p14:cNvPr>
                <p14:cNvContentPartPr/>
                <p14:nvPr/>
              </p14:nvContentPartPr>
              <p14:xfrm>
                <a:off x="6467544" y="2818656"/>
                <a:ext cx="480240" cy="235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A96007A-E0FA-89DA-028C-5FF82788A21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449544" y="2801016"/>
                  <a:ext cx="5158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85A3C97-ADA8-EBD2-88BF-36860C6483AE}"/>
                    </a:ext>
                  </a:extLst>
                </p14:cNvPr>
                <p14:cNvContentPartPr/>
                <p14:nvPr/>
              </p14:nvContentPartPr>
              <p14:xfrm>
                <a:off x="6816744" y="2779056"/>
                <a:ext cx="159480" cy="178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85A3C97-ADA8-EBD2-88BF-36860C6483A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798744" y="2761056"/>
                  <a:ext cx="1951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767B95B-29E0-B326-D94A-C81AAE86B4A8}"/>
                    </a:ext>
                  </a:extLst>
                </p14:cNvPr>
                <p14:cNvContentPartPr/>
                <p14:nvPr/>
              </p14:nvContentPartPr>
              <p14:xfrm>
                <a:off x="5900544" y="3036456"/>
                <a:ext cx="182160" cy="174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767B95B-29E0-B326-D94A-C81AAE86B4A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882904" y="3018456"/>
                  <a:ext cx="2178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2B6B7B1-6433-06F8-B8C3-DAE21CF03C47}"/>
                    </a:ext>
                  </a:extLst>
                </p14:cNvPr>
                <p14:cNvContentPartPr/>
                <p14:nvPr/>
              </p14:nvContentPartPr>
              <p14:xfrm>
                <a:off x="6020064" y="3010536"/>
                <a:ext cx="155160" cy="170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2B6B7B1-6433-06F8-B8C3-DAE21CF03C4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002424" y="2992896"/>
                  <a:ext cx="1908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2197171-27FD-E345-357E-6314A76B6B1D}"/>
                    </a:ext>
                  </a:extLst>
                </p14:cNvPr>
                <p14:cNvContentPartPr/>
                <p14:nvPr/>
              </p14:nvContentPartPr>
              <p14:xfrm>
                <a:off x="6195024" y="3104856"/>
                <a:ext cx="155160" cy="156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2197171-27FD-E345-357E-6314A76B6B1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177384" y="3086856"/>
                  <a:ext cx="1908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B28C1CC-CB5A-F0A4-1A6C-EADEFB1D2267}"/>
                    </a:ext>
                  </a:extLst>
                </p14:cNvPr>
                <p14:cNvContentPartPr/>
                <p14:nvPr/>
              </p14:nvContentPartPr>
              <p14:xfrm>
                <a:off x="6386904" y="2636496"/>
                <a:ext cx="313200" cy="115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B28C1CC-CB5A-F0A4-1A6C-EADEFB1D226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368904" y="2618856"/>
                  <a:ext cx="3488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6B405F7-0077-690F-E578-1E3437EA4DF8}"/>
                    </a:ext>
                  </a:extLst>
                </p14:cNvPr>
                <p14:cNvContentPartPr/>
                <p14:nvPr/>
              </p14:nvContentPartPr>
              <p14:xfrm>
                <a:off x="6650784" y="2704536"/>
                <a:ext cx="170280" cy="134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6B405F7-0077-690F-E578-1E3437EA4DF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633144" y="2686536"/>
                  <a:ext cx="20592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D77EB17-18B4-E21A-00FF-BA0AF09BB150}"/>
              </a:ext>
            </a:extLst>
          </p:cNvPr>
          <p:cNvGrpSpPr/>
          <p:nvPr/>
        </p:nvGrpSpPr>
        <p:grpSpPr>
          <a:xfrm>
            <a:off x="2267319" y="597739"/>
            <a:ext cx="484920" cy="524520"/>
            <a:chOff x="7793424" y="793296"/>
            <a:chExt cx="484920" cy="52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C21B5BF-EE74-A463-AECF-D7AB8B117ADF}"/>
                    </a:ext>
                  </a:extLst>
                </p14:cNvPr>
                <p14:cNvContentPartPr/>
                <p14:nvPr/>
              </p14:nvContentPartPr>
              <p14:xfrm>
                <a:off x="7852824" y="995616"/>
                <a:ext cx="68400" cy="267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C21B5BF-EE74-A463-AECF-D7AB8B117AD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835184" y="977976"/>
                  <a:ext cx="1040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D2906A0-EBEA-C87F-6306-A7DDD2D77AAD}"/>
                    </a:ext>
                  </a:extLst>
                </p14:cNvPr>
                <p14:cNvContentPartPr/>
                <p14:nvPr/>
              </p14:nvContentPartPr>
              <p14:xfrm>
                <a:off x="7793424" y="1207296"/>
                <a:ext cx="160560" cy="110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D2906A0-EBEA-C87F-6306-A7DDD2D77AA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775784" y="1189296"/>
                  <a:ext cx="1962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390AC30-F538-C832-CCF6-52477880E458}"/>
                    </a:ext>
                  </a:extLst>
                </p14:cNvPr>
                <p14:cNvContentPartPr/>
                <p14:nvPr/>
              </p14:nvContentPartPr>
              <p14:xfrm>
                <a:off x="8080704" y="793296"/>
                <a:ext cx="197640" cy="242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390AC30-F538-C832-CCF6-52477880E45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063064" y="775296"/>
                  <a:ext cx="23328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E5A44D0-48BC-F7B8-D195-2BE4C0F9B794}"/>
              </a:ext>
            </a:extLst>
          </p:cNvPr>
          <p:cNvGrpSpPr/>
          <p:nvPr/>
        </p:nvGrpSpPr>
        <p:grpSpPr>
          <a:xfrm>
            <a:off x="3674919" y="1934419"/>
            <a:ext cx="432000" cy="145800"/>
            <a:chOff x="9201024" y="2129976"/>
            <a:chExt cx="432000" cy="14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4070C96-85EB-3ACF-DA22-DE7C4773FD4D}"/>
                    </a:ext>
                  </a:extLst>
                </p14:cNvPr>
                <p14:cNvContentPartPr/>
                <p14:nvPr/>
              </p14:nvContentPartPr>
              <p14:xfrm>
                <a:off x="9201024" y="2188656"/>
                <a:ext cx="343800" cy="25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4070C96-85EB-3ACF-DA22-DE7C4773FD4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183384" y="2170656"/>
                  <a:ext cx="3794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5F31C93-6718-FFAF-3381-CC3AE904E7A3}"/>
                    </a:ext>
                  </a:extLst>
                </p14:cNvPr>
                <p14:cNvContentPartPr/>
                <p14:nvPr/>
              </p14:nvContentPartPr>
              <p14:xfrm>
                <a:off x="9450144" y="2129976"/>
                <a:ext cx="182880" cy="145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5F31C93-6718-FFAF-3381-CC3AE904E7A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432504" y="2111976"/>
                  <a:ext cx="218520" cy="18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378BA6C-0BBC-0E5E-5066-E7F635087EE4}"/>
                  </a:ext>
                </a:extLst>
              </p14:cNvPr>
              <p14:cNvContentPartPr/>
              <p14:nvPr/>
            </p14:nvContentPartPr>
            <p14:xfrm>
              <a:off x="3779824" y="1601905"/>
              <a:ext cx="313560" cy="1393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378BA6C-0BBC-0E5E-5066-E7F635087EE4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761845" y="1583905"/>
                <a:ext cx="349159" cy="174960"/>
              </a:xfrm>
              <a:prstGeom prst="rect">
                <a:avLst/>
              </a:prstGeom>
            </p:spPr>
          </p:pic>
        </mc:Fallback>
      </mc:AlternateContent>
      <p:pic>
        <p:nvPicPr>
          <p:cNvPr id="49" name="Picture 48">
            <a:extLst>
              <a:ext uri="{FF2B5EF4-FFF2-40B4-BE49-F238E27FC236}">
                <a16:creationId xmlns:a16="http://schemas.microsoft.com/office/drawing/2014/main" id="{D72476FB-78CB-8A0D-D8B8-CC0CE6831F92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7473351" y="2354768"/>
            <a:ext cx="4144242" cy="2148463"/>
          </a:xfrm>
          <a:prstGeom prst="rect">
            <a:avLst/>
          </a:pr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29DC8EDF-CFCF-AEAE-3522-F92D6B5B568A}"/>
              </a:ext>
            </a:extLst>
          </p:cNvPr>
          <p:cNvSpPr/>
          <p:nvPr/>
        </p:nvSpPr>
        <p:spPr>
          <a:xfrm>
            <a:off x="4223568" y="1167619"/>
            <a:ext cx="1916063" cy="15317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Activation</a:t>
            </a:r>
          </a:p>
          <a:p>
            <a:pPr algn="ctr"/>
            <a:r>
              <a:rPr lang="en-US" sz="2000" dirty="0"/>
              <a:t>Function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9F2077F-29E5-0954-8575-43BADE0DC942}"/>
              </a:ext>
            </a:extLst>
          </p:cNvPr>
          <p:cNvGrpSpPr/>
          <p:nvPr/>
        </p:nvGrpSpPr>
        <p:grpSpPr>
          <a:xfrm>
            <a:off x="6198951" y="1607179"/>
            <a:ext cx="1353960" cy="470520"/>
            <a:chOff x="10646064" y="1802736"/>
            <a:chExt cx="1353960" cy="47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E12CCE7-1689-C064-EDF2-A398BC9773E1}"/>
                    </a:ext>
                  </a:extLst>
                </p14:cNvPr>
                <p14:cNvContentPartPr/>
                <p14:nvPr/>
              </p14:nvContentPartPr>
              <p14:xfrm>
                <a:off x="10646064" y="2168856"/>
                <a:ext cx="354240" cy="10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E12CCE7-1689-C064-EDF2-A398BC9773E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628064" y="2150856"/>
                  <a:ext cx="3898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43CF270-FA56-B096-5C29-7B0A8A9F04A9}"/>
                    </a:ext>
                  </a:extLst>
                </p14:cNvPr>
                <p14:cNvContentPartPr/>
                <p14:nvPr/>
              </p14:nvContentPartPr>
              <p14:xfrm>
                <a:off x="10887624" y="2091096"/>
                <a:ext cx="184320" cy="182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43CF270-FA56-B096-5C29-7B0A8A9F04A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869984" y="2073096"/>
                  <a:ext cx="2199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6E43F14-3420-5B37-BE63-8D466093D6EE}"/>
                    </a:ext>
                  </a:extLst>
                </p14:cNvPr>
                <p14:cNvContentPartPr/>
                <p14:nvPr/>
              </p14:nvContentPartPr>
              <p14:xfrm>
                <a:off x="10884744" y="1897056"/>
                <a:ext cx="148320" cy="133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6E43F14-3420-5B37-BE63-8D466093D6E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866744" y="1879416"/>
                  <a:ext cx="1839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48D2942-D944-2F21-5248-CC90881926FE}"/>
                    </a:ext>
                  </a:extLst>
                </p14:cNvPr>
                <p14:cNvContentPartPr/>
                <p14:nvPr/>
              </p14:nvContentPartPr>
              <p14:xfrm>
                <a:off x="11083464" y="1938456"/>
                <a:ext cx="200520" cy="96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48D2942-D944-2F21-5248-CC90881926F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065464" y="1920816"/>
                  <a:ext cx="2361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C88C63A-0860-4213-1937-9A46233F75EC}"/>
                    </a:ext>
                  </a:extLst>
                </p14:cNvPr>
                <p14:cNvContentPartPr/>
                <p14:nvPr/>
              </p14:nvContentPartPr>
              <p14:xfrm>
                <a:off x="11271744" y="1811736"/>
                <a:ext cx="163440" cy="228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C88C63A-0860-4213-1937-9A46233F75E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253744" y="1793736"/>
                  <a:ext cx="1990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4D8067C-AC23-56DE-BAD0-1BA20ABB5114}"/>
                    </a:ext>
                  </a:extLst>
                </p14:cNvPr>
                <p14:cNvContentPartPr/>
                <p14:nvPr/>
              </p14:nvContentPartPr>
              <p14:xfrm>
                <a:off x="11265624" y="1935216"/>
                <a:ext cx="94680" cy="21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4D8067C-AC23-56DE-BAD0-1BA20ABB511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247624" y="1917216"/>
                  <a:ext cx="1303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5800AD1-5381-11FA-33CF-644CE5615D5F}"/>
                    </a:ext>
                  </a:extLst>
                </p14:cNvPr>
                <p14:cNvContentPartPr/>
                <p14:nvPr/>
              </p14:nvContentPartPr>
              <p14:xfrm>
                <a:off x="11410344" y="1923696"/>
                <a:ext cx="163440" cy="193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5800AD1-5381-11FA-33CF-644CE5615D5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392704" y="1906056"/>
                  <a:ext cx="1990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FEA7A76-6CCA-04E3-92B6-9D5C17B62799}"/>
                    </a:ext>
                  </a:extLst>
                </p14:cNvPr>
                <p14:cNvContentPartPr/>
                <p14:nvPr/>
              </p14:nvContentPartPr>
              <p14:xfrm>
                <a:off x="11634624" y="1916136"/>
                <a:ext cx="213120" cy="59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FEA7A76-6CCA-04E3-92B6-9D5C17B6279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616984" y="1898136"/>
                  <a:ext cx="2487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30675BD-8856-0B3D-DD75-358FE5F4664F}"/>
                    </a:ext>
                  </a:extLst>
                </p14:cNvPr>
                <p14:cNvContentPartPr/>
                <p14:nvPr/>
              </p14:nvContentPartPr>
              <p14:xfrm>
                <a:off x="11847024" y="1802736"/>
                <a:ext cx="153000" cy="1792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30675BD-8856-0B3D-DD75-358FE5F4664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829384" y="1784736"/>
                  <a:ext cx="1886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69AC573-F436-F07A-6C3C-0A42518328E4}"/>
                    </a:ext>
                  </a:extLst>
                </p14:cNvPr>
                <p14:cNvContentPartPr/>
                <p14:nvPr/>
              </p14:nvContentPartPr>
              <p14:xfrm>
                <a:off x="11863584" y="1872936"/>
                <a:ext cx="113760" cy="37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69AC573-F436-F07A-6C3C-0A42518328E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845584" y="1855296"/>
                  <a:ext cx="14940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03C3196-9989-3DCE-1ED9-3F060E4E9DE9}"/>
              </a:ext>
            </a:extLst>
          </p:cNvPr>
          <p:cNvGrpSpPr/>
          <p:nvPr/>
        </p:nvGrpSpPr>
        <p:grpSpPr>
          <a:xfrm>
            <a:off x="306111" y="1233859"/>
            <a:ext cx="423000" cy="197280"/>
            <a:chOff x="4753224" y="1429416"/>
            <a:chExt cx="423000" cy="19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629B9EC-4E52-7A71-CECC-B94747AC22B8}"/>
                    </a:ext>
                  </a:extLst>
                </p14:cNvPr>
                <p14:cNvContentPartPr/>
                <p14:nvPr/>
              </p14:nvContentPartPr>
              <p14:xfrm>
                <a:off x="4753224" y="1444176"/>
                <a:ext cx="148320" cy="138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629B9EC-4E52-7A71-CECC-B94747AC22B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735224" y="1426536"/>
                  <a:ext cx="1839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2F4C962-06AF-032D-A56B-E9266AB4B8B4}"/>
                    </a:ext>
                  </a:extLst>
                </p14:cNvPr>
                <p14:cNvContentPartPr/>
                <p14:nvPr/>
              </p14:nvContentPartPr>
              <p14:xfrm>
                <a:off x="4889664" y="1429416"/>
                <a:ext cx="187920" cy="134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2F4C962-06AF-032D-A56B-E9266AB4B8B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871664" y="1411776"/>
                  <a:ext cx="2235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97C1DA1-7246-FC0D-86C5-2E564978FB28}"/>
                    </a:ext>
                  </a:extLst>
                </p14:cNvPr>
                <p14:cNvContentPartPr/>
                <p14:nvPr/>
              </p14:nvContentPartPr>
              <p14:xfrm>
                <a:off x="5139504" y="1481616"/>
                <a:ext cx="36720" cy="1450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97C1DA1-7246-FC0D-86C5-2E564978FB2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121504" y="1463616"/>
                  <a:ext cx="72360" cy="180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37370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F244C-6157-2A3B-22F6-4F4CFEDDD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5DF2B0-3F42-5BE7-6E88-6B23F044BDF2}"/>
              </a:ext>
            </a:extLst>
          </p:cNvPr>
          <p:cNvSpPr txBox="1"/>
          <p:nvPr/>
        </p:nvSpPr>
        <p:spPr>
          <a:xfrm>
            <a:off x="137160" y="220117"/>
            <a:ext cx="631274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Multi-Neuron Layer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instead of 1 neuron → multiple neurons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neuron has: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its own weights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its own bias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a) 1 input:  (Formula)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3A84AA-2B3F-477B-000D-13A59039C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56" y="3205694"/>
            <a:ext cx="1943362" cy="4466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4768C1A-7E6E-A86E-F886-B068C6BB4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24357"/>
            <a:ext cx="4499528" cy="680928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4CCE5C2C-4643-62F8-8AFA-453BE96A92C7}"/>
              </a:ext>
            </a:extLst>
          </p:cNvPr>
          <p:cNvSpPr/>
          <p:nvPr/>
        </p:nvSpPr>
        <p:spPr>
          <a:xfrm>
            <a:off x="2167128" y="4151376"/>
            <a:ext cx="736390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A77E7AB-73EA-350D-61BC-05EDE8935194}"/>
              </a:ext>
            </a:extLst>
          </p:cNvPr>
          <p:cNvSpPr/>
          <p:nvPr/>
        </p:nvSpPr>
        <p:spPr>
          <a:xfrm>
            <a:off x="2167128" y="4955247"/>
            <a:ext cx="736390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BD114B7-88A5-8F56-2039-03EF7B997F0D}"/>
              </a:ext>
            </a:extLst>
          </p:cNvPr>
          <p:cNvSpPr/>
          <p:nvPr/>
        </p:nvSpPr>
        <p:spPr>
          <a:xfrm>
            <a:off x="2167128" y="5759118"/>
            <a:ext cx="736390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7F7A48A-D6B7-748E-1F64-2CA1BD8DB757}"/>
              </a:ext>
            </a:extLst>
          </p:cNvPr>
          <p:cNvGrpSpPr/>
          <p:nvPr/>
        </p:nvGrpSpPr>
        <p:grpSpPr>
          <a:xfrm>
            <a:off x="2779704" y="3930336"/>
            <a:ext cx="177840" cy="247320"/>
            <a:chOff x="2779704" y="3930336"/>
            <a:chExt cx="177840" cy="24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C561CAA-3D39-FE33-EAAB-15EA944F93A3}"/>
                    </a:ext>
                  </a:extLst>
                </p14:cNvPr>
                <p14:cNvContentPartPr/>
                <p14:nvPr/>
              </p14:nvContentPartPr>
              <p14:xfrm>
                <a:off x="2850984" y="3930336"/>
                <a:ext cx="106560" cy="210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C561CAA-3D39-FE33-EAAB-15EA944F93A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32984" y="3912336"/>
                  <a:ext cx="1422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870DE4A-6F4C-8CC6-A72A-7597C0889605}"/>
                    </a:ext>
                  </a:extLst>
                </p14:cNvPr>
                <p14:cNvContentPartPr/>
                <p14:nvPr/>
              </p14:nvContentPartPr>
              <p14:xfrm>
                <a:off x="2779704" y="4038336"/>
                <a:ext cx="117000" cy="139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870DE4A-6F4C-8CC6-A72A-7597C088960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61704" y="4020336"/>
                  <a:ext cx="15264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1CA68D08-DB93-2FA3-7B2D-5B2AC6319BBC}"/>
              </a:ext>
            </a:extLst>
          </p:cNvPr>
          <p:cNvGrpSpPr/>
          <p:nvPr/>
        </p:nvGrpSpPr>
        <p:grpSpPr>
          <a:xfrm>
            <a:off x="3015504" y="3712536"/>
            <a:ext cx="257040" cy="222120"/>
            <a:chOff x="3015504" y="3712536"/>
            <a:chExt cx="257040" cy="22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B9CC6CE-22D5-084B-EA07-5017E15128A2}"/>
                    </a:ext>
                  </a:extLst>
                </p14:cNvPr>
                <p14:cNvContentPartPr/>
                <p14:nvPr/>
              </p14:nvContentPartPr>
              <p14:xfrm>
                <a:off x="3015504" y="3712536"/>
                <a:ext cx="121320" cy="1479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B9CC6CE-22D5-084B-EA07-5017E15128A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97864" y="3694896"/>
                  <a:ext cx="156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467DB81-EC9E-3853-62F3-A348E36A43FD}"/>
                    </a:ext>
                  </a:extLst>
                </p14:cNvPr>
                <p14:cNvContentPartPr/>
                <p14:nvPr/>
              </p14:nvContentPartPr>
              <p14:xfrm>
                <a:off x="3253464" y="3798216"/>
                <a:ext cx="19080" cy="1364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467DB81-EC9E-3853-62F3-A348E36A43F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235824" y="3780216"/>
                  <a:ext cx="5472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502E3D6-62AF-AE27-7A02-A9CE486FA0F7}"/>
              </a:ext>
            </a:extLst>
          </p:cNvPr>
          <p:cNvGrpSpPr/>
          <p:nvPr/>
        </p:nvGrpSpPr>
        <p:grpSpPr>
          <a:xfrm>
            <a:off x="2809224" y="4685976"/>
            <a:ext cx="561960" cy="363960"/>
            <a:chOff x="2809224" y="4685976"/>
            <a:chExt cx="56196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495055-5033-D84F-26CC-ADF2293BE735}"/>
                    </a:ext>
                  </a:extLst>
                </p14:cNvPr>
                <p14:cNvContentPartPr/>
                <p14:nvPr/>
              </p14:nvContentPartPr>
              <p14:xfrm>
                <a:off x="2848464" y="4861656"/>
                <a:ext cx="86400" cy="139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495055-5033-D84F-26CC-ADF2293BE73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830824" y="4844016"/>
                  <a:ext cx="1220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893C2D7-C85C-17DE-AC88-8AF15E9E7016}"/>
                    </a:ext>
                  </a:extLst>
                </p14:cNvPr>
                <p14:cNvContentPartPr/>
                <p14:nvPr/>
              </p14:nvContentPartPr>
              <p14:xfrm>
                <a:off x="2809224" y="4931496"/>
                <a:ext cx="201960" cy="118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893C2D7-C85C-17DE-AC88-8AF15E9E701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791224" y="4913856"/>
                  <a:ext cx="2376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2E95135-3D54-858F-5B8C-13137ED43631}"/>
                    </a:ext>
                  </a:extLst>
                </p14:cNvPr>
                <p14:cNvContentPartPr/>
                <p14:nvPr/>
              </p14:nvContentPartPr>
              <p14:xfrm>
                <a:off x="3055104" y="4685976"/>
                <a:ext cx="159120" cy="2070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2E95135-3D54-858F-5B8C-13137ED4363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037104" y="4667976"/>
                  <a:ext cx="1947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B8477BB-69F5-C54B-B44C-09BE7C025715}"/>
                    </a:ext>
                  </a:extLst>
                </p14:cNvPr>
                <p14:cNvContentPartPr/>
                <p14:nvPr/>
              </p14:nvContentPartPr>
              <p14:xfrm>
                <a:off x="3218904" y="4912416"/>
                <a:ext cx="152280" cy="96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B8477BB-69F5-C54B-B44C-09BE7C02571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201264" y="4894416"/>
                  <a:ext cx="18792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BFAD398-C6AF-6B8E-5945-B825C9D9C280}"/>
              </a:ext>
            </a:extLst>
          </p:cNvPr>
          <p:cNvGrpSpPr/>
          <p:nvPr/>
        </p:nvGrpSpPr>
        <p:grpSpPr>
          <a:xfrm>
            <a:off x="2897424" y="5516496"/>
            <a:ext cx="592560" cy="484560"/>
            <a:chOff x="2897424" y="5516496"/>
            <a:chExt cx="592560" cy="48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A296F0C-5B58-2A39-3C07-DD6727A9615B}"/>
                    </a:ext>
                  </a:extLst>
                </p14:cNvPr>
                <p14:cNvContentPartPr/>
                <p14:nvPr/>
              </p14:nvContentPartPr>
              <p14:xfrm>
                <a:off x="2915064" y="5736096"/>
                <a:ext cx="128520" cy="207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A296F0C-5B58-2A39-3C07-DD6727A9615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897064" y="5718096"/>
                  <a:ext cx="1641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2FC75C2-05E3-C22B-AC1F-F02B3E7B7CC6}"/>
                    </a:ext>
                  </a:extLst>
                </p14:cNvPr>
                <p14:cNvContentPartPr/>
                <p14:nvPr/>
              </p14:nvContentPartPr>
              <p14:xfrm>
                <a:off x="2897424" y="5830776"/>
                <a:ext cx="144720" cy="1702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2FC75C2-05E3-C22B-AC1F-F02B3E7B7CC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879424" y="5813136"/>
                  <a:ext cx="1803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D2FB6AB-3BAB-7407-45B9-33DC8E831B92}"/>
                    </a:ext>
                  </a:extLst>
                </p14:cNvPr>
                <p14:cNvContentPartPr/>
                <p14:nvPr/>
              </p14:nvContentPartPr>
              <p14:xfrm>
                <a:off x="3184344" y="5516496"/>
                <a:ext cx="198720" cy="2365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D2FB6AB-3BAB-7407-45B9-33DC8E831B9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166704" y="5498856"/>
                  <a:ext cx="2343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58CDF1D-D3DC-CDD7-C11B-F3E9F21074A0}"/>
                    </a:ext>
                  </a:extLst>
                </p14:cNvPr>
                <p14:cNvContentPartPr/>
                <p14:nvPr/>
              </p14:nvContentPartPr>
              <p14:xfrm>
                <a:off x="3322584" y="5765616"/>
                <a:ext cx="167400" cy="1332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58CDF1D-D3DC-CDD7-C11B-F3E9F21074A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304944" y="5747976"/>
                  <a:ext cx="20304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F799C487-88D1-F9AF-C03C-58009BAB7F9D}"/>
              </a:ext>
            </a:extLst>
          </p:cNvPr>
          <p:cNvGrpSpPr/>
          <p:nvPr/>
        </p:nvGrpSpPr>
        <p:grpSpPr>
          <a:xfrm>
            <a:off x="3468744" y="4482936"/>
            <a:ext cx="718200" cy="139680"/>
            <a:chOff x="3468744" y="4482936"/>
            <a:chExt cx="718200" cy="13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99DB739-9E0F-0DD2-4308-D5876F193BDF}"/>
                    </a:ext>
                  </a:extLst>
                </p14:cNvPr>
                <p14:cNvContentPartPr/>
                <p14:nvPr/>
              </p14:nvContentPartPr>
              <p14:xfrm>
                <a:off x="3468744" y="4526136"/>
                <a:ext cx="640080" cy="172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99DB739-9E0F-0DD2-4308-D5876F193BD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450744" y="4508496"/>
                  <a:ext cx="6757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F5A5D06-989C-9766-C85C-0CA50D631160}"/>
                    </a:ext>
                  </a:extLst>
                </p14:cNvPr>
                <p14:cNvContentPartPr/>
                <p14:nvPr/>
              </p14:nvContentPartPr>
              <p14:xfrm>
                <a:off x="3996144" y="4482936"/>
                <a:ext cx="190800" cy="139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F5A5D06-989C-9766-C85C-0CA50D63116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978144" y="4464936"/>
                  <a:ext cx="22644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DE712C3-3D41-ACB5-B360-E4FB61214554}"/>
              </a:ext>
            </a:extLst>
          </p:cNvPr>
          <p:cNvGrpSpPr/>
          <p:nvPr/>
        </p:nvGrpSpPr>
        <p:grpSpPr>
          <a:xfrm>
            <a:off x="3582144" y="5197176"/>
            <a:ext cx="671400" cy="273240"/>
            <a:chOff x="3582144" y="5197176"/>
            <a:chExt cx="671400" cy="27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85CE0CA-7ADF-A0CB-A741-AE0142442AB8}"/>
                    </a:ext>
                  </a:extLst>
                </p14:cNvPr>
                <p14:cNvContentPartPr/>
                <p14:nvPr/>
              </p14:nvContentPartPr>
              <p14:xfrm>
                <a:off x="3582144" y="5306616"/>
                <a:ext cx="552240" cy="176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85CE0CA-7ADF-A0CB-A741-AE0142442AB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564504" y="5288976"/>
                  <a:ext cx="5878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C8D7D78-7DE4-E1D3-F998-352FBBA26B98}"/>
                    </a:ext>
                  </a:extLst>
                </p14:cNvPr>
                <p14:cNvContentPartPr/>
                <p14:nvPr/>
              </p14:nvContentPartPr>
              <p14:xfrm>
                <a:off x="3957624" y="5197176"/>
                <a:ext cx="295920" cy="2732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C8D7D78-7DE4-E1D3-F998-352FBBA26B9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939624" y="5179536"/>
                  <a:ext cx="331560" cy="30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66D5962-2522-49E5-1DD5-4413E2A1D778}"/>
              </a:ext>
            </a:extLst>
          </p:cNvPr>
          <p:cNvGrpSpPr/>
          <p:nvPr/>
        </p:nvGrpSpPr>
        <p:grpSpPr>
          <a:xfrm>
            <a:off x="3591864" y="5973336"/>
            <a:ext cx="580680" cy="180720"/>
            <a:chOff x="3591864" y="5973336"/>
            <a:chExt cx="580680" cy="18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008AEB5-E5BA-AB39-140C-32BC9EDBD12B}"/>
                    </a:ext>
                  </a:extLst>
                </p14:cNvPr>
                <p14:cNvContentPartPr/>
                <p14:nvPr/>
              </p14:nvContentPartPr>
              <p14:xfrm>
                <a:off x="3591864" y="6093936"/>
                <a:ext cx="499680" cy="486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008AEB5-E5BA-AB39-140C-32BC9EDBD12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574224" y="6076296"/>
                  <a:ext cx="5353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DB8A394-13D1-7C91-5DEC-4E3D4DFAC6D5}"/>
                    </a:ext>
                  </a:extLst>
                </p14:cNvPr>
                <p14:cNvContentPartPr/>
                <p14:nvPr/>
              </p14:nvContentPartPr>
              <p14:xfrm>
                <a:off x="3983184" y="5973336"/>
                <a:ext cx="189360" cy="180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DB8A394-13D1-7C91-5DEC-4E3D4DFAC6D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965184" y="5955696"/>
                  <a:ext cx="22500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D46F891-66A9-A892-24CE-E7E9D63A35F9}"/>
              </a:ext>
            </a:extLst>
          </p:cNvPr>
          <p:cNvGrpSpPr/>
          <p:nvPr/>
        </p:nvGrpSpPr>
        <p:grpSpPr>
          <a:xfrm>
            <a:off x="4362264" y="4449096"/>
            <a:ext cx="286560" cy="198720"/>
            <a:chOff x="4362264" y="4449096"/>
            <a:chExt cx="286560" cy="19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21EA73D-EB7A-D4AF-90D5-27F710B751A7}"/>
                    </a:ext>
                  </a:extLst>
                </p14:cNvPr>
                <p14:cNvContentPartPr/>
                <p14:nvPr/>
              </p14:nvContentPartPr>
              <p14:xfrm>
                <a:off x="4362264" y="4449096"/>
                <a:ext cx="187920" cy="1335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21EA73D-EB7A-D4AF-90D5-27F710B751A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344264" y="4431096"/>
                  <a:ext cx="2235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7E7AE40-8326-E750-48C4-6823B021AE5C}"/>
                    </a:ext>
                  </a:extLst>
                </p14:cNvPr>
                <p14:cNvContentPartPr/>
                <p14:nvPr/>
              </p14:nvContentPartPr>
              <p14:xfrm>
                <a:off x="4623984" y="4538016"/>
                <a:ext cx="24840" cy="109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7E7AE40-8326-E750-48C4-6823B021AE5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605984" y="4520016"/>
                  <a:ext cx="6048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248D03F0-B038-E5B6-F8C3-54F0D1A1A383}"/>
              </a:ext>
            </a:extLst>
          </p:cNvPr>
          <p:cNvGrpSpPr/>
          <p:nvPr/>
        </p:nvGrpSpPr>
        <p:grpSpPr>
          <a:xfrm>
            <a:off x="4400784" y="5284296"/>
            <a:ext cx="399240" cy="257400"/>
            <a:chOff x="4400784" y="5284296"/>
            <a:chExt cx="399240" cy="25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3A4AC12-0B16-4E67-5439-2D248E5018ED}"/>
                    </a:ext>
                  </a:extLst>
                </p14:cNvPr>
                <p14:cNvContentPartPr/>
                <p14:nvPr/>
              </p14:nvContentPartPr>
              <p14:xfrm>
                <a:off x="4400784" y="5284296"/>
                <a:ext cx="181800" cy="1472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3A4AC12-0B16-4E67-5439-2D248E5018E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383144" y="5266656"/>
                  <a:ext cx="2174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630D9E7-D675-4D50-A0FD-C47A1669E796}"/>
                    </a:ext>
                  </a:extLst>
                </p14:cNvPr>
                <p14:cNvContentPartPr/>
                <p14:nvPr/>
              </p14:nvContentPartPr>
              <p14:xfrm>
                <a:off x="4627944" y="5410296"/>
                <a:ext cx="172080" cy="131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630D9E7-D675-4D50-A0FD-C47A1669E79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609944" y="5392296"/>
                  <a:ext cx="20772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B594E6A4-1AB2-D32B-D1EB-B60D2EDD6818}"/>
              </a:ext>
            </a:extLst>
          </p:cNvPr>
          <p:cNvGrpSpPr/>
          <p:nvPr/>
        </p:nvGrpSpPr>
        <p:grpSpPr>
          <a:xfrm>
            <a:off x="4421304" y="5973336"/>
            <a:ext cx="381240" cy="264240"/>
            <a:chOff x="4421304" y="5973336"/>
            <a:chExt cx="381240" cy="26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70CD200-C96E-6036-9FF9-2FECD5288881}"/>
                    </a:ext>
                  </a:extLst>
                </p14:cNvPr>
                <p14:cNvContentPartPr/>
                <p14:nvPr/>
              </p14:nvContentPartPr>
              <p14:xfrm>
                <a:off x="4421304" y="5973336"/>
                <a:ext cx="234360" cy="1756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70CD200-C96E-6036-9FF9-2FECD528888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403664" y="5955696"/>
                  <a:ext cx="2700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254D19E-159F-089D-5898-4A197B53CCAF}"/>
                    </a:ext>
                  </a:extLst>
                </p14:cNvPr>
                <p14:cNvContentPartPr/>
                <p14:nvPr/>
              </p14:nvContentPartPr>
              <p14:xfrm>
                <a:off x="4661424" y="6126696"/>
                <a:ext cx="141120" cy="110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254D19E-159F-089D-5898-4A197B53CCA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643784" y="6108696"/>
                  <a:ext cx="176760" cy="14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FDDB226D-D224-4F9E-1C24-84CB0A9129F4}"/>
                  </a:ext>
                </a:extLst>
              </p14:cNvPr>
              <p14:cNvContentPartPr/>
              <p14:nvPr/>
            </p14:nvContentPartPr>
            <p14:xfrm>
              <a:off x="5521824" y="5866776"/>
              <a:ext cx="928080" cy="55872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FDDB226D-D224-4F9E-1C24-84CB0A9129F4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503824" y="5848776"/>
                <a:ext cx="963720" cy="59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oup 170">
            <a:extLst>
              <a:ext uri="{FF2B5EF4-FFF2-40B4-BE49-F238E27FC236}">
                <a16:creationId xmlns:a16="http://schemas.microsoft.com/office/drawing/2014/main" id="{4BBB482B-F82D-78DF-B9B8-E937BF6B927E}"/>
              </a:ext>
            </a:extLst>
          </p:cNvPr>
          <p:cNvGrpSpPr/>
          <p:nvPr/>
        </p:nvGrpSpPr>
        <p:grpSpPr>
          <a:xfrm>
            <a:off x="576144" y="4438296"/>
            <a:ext cx="1647000" cy="1954440"/>
            <a:chOff x="576144" y="4438296"/>
            <a:chExt cx="1647000" cy="195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BBA90CE-B606-7A4D-8B48-10D245355981}"/>
                    </a:ext>
                  </a:extLst>
                </p14:cNvPr>
                <p14:cNvContentPartPr/>
                <p14:nvPr/>
              </p14:nvContentPartPr>
              <p14:xfrm>
                <a:off x="1211184" y="6157296"/>
                <a:ext cx="65880" cy="770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BBA90CE-B606-7A4D-8B48-10D24535598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93544" y="6139296"/>
                  <a:ext cx="1015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037461E-FCC4-2289-4C03-8CE695B5D6E2}"/>
                    </a:ext>
                  </a:extLst>
                </p14:cNvPr>
                <p14:cNvContentPartPr/>
                <p14:nvPr/>
              </p14:nvContentPartPr>
              <p14:xfrm>
                <a:off x="1135944" y="4490856"/>
                <a:ext cx="65160" cy="52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037461E-FCC4-2289-4C03-8CE695B5D6E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17944" y="4472856"/>
                  <a:ext cx="1008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38E9161-89FF-4F2E-8DB1-801A01FB10E0}"/>
                    </a:ext>
                  </a:extLst>
                </p14:cNvPr>
                <p14:cNvContentPartPr/>
                <p14:nvPr/>
              </p14:nvContentPartPr>
              <p14:xfrm>
                <a:off x="1158264" y="5371416"/>
                <a:ext cx="91800" cy="878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38E9161-89FF-4F2E-8DB1-801A01FB10E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40264" y="5353416"/>
                  <a:ext cx="1274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1C5ECFF-C629-8B5B-2E3E-52F580031F93}"/>
                    </a:ext>
                  </a:extLst>
                </p14:cNvPr>
                <p14:cNvContentPartPr/>
                <p14:nvPr/>
              </p14:nvContentPartPr>
              <p14:xfrm>
                <a:off x="1327464" y="4483656"/>
                <a:ext cx="873000" cy="820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1C5ECFF-C629-8B5B-2E3E-52F580031F9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309464" y="4465656"/>
                  <a:ext cx="9086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EC325AC-E65B-2B03-A01F-300934B483ED}"/>
                    </a:ext>
                  </a:extLst>
                </p14:cNvPr>
                <p14:cNvContentPartPr/>
                <p14:nvPr/>
              </p14:nvContentPartPr>
              <p14:xfrm>
                <a:off x="1970064" y="4438296"/>
                <a:ext cx="227160" cy="1836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EC325AC-E65B-2B03-A01F-300934B483E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952064" y="4420656"/>
                  <a:ext cx="2628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19C8768-9027-3AB4-4176-B9B8D2CBD269}"/>
                    </a:ext>
                  </a:extLst>
                </p14:cNvPr>
                <p14:cNvContentPartPr/>
                <p14:nvPr/>
              </p14:nvContentPartPr>
              <p14:xfrm>
                <a:off x="1344744" y="4640976"/>
                <a:ext cx="813240" cy="6350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19C8768-9027-3AB4-4176-B9B8D2CBD26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326744" y="4622976"/>
                  <a:ext cx="848880" cy="67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EC485B1-0FE9-1BE8-9587-2886A2F8367F}"/>
                    </a:ext>
                  </a:extLst>
                </p14:cNvPr>
                <p14:cNvContentPartPr/>
                <p14:nvPr/>
              </p14:nvContentPartPr>
              <p14:xfrm>
                <a:off x="1284624" y="4730616"/>
                <a:ext cx="866160" cy="11530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EC485B1-0FE9-1BE8-9587-2886A2F8367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266984" y="4712976"/>
                  <a:ext cx="901800" cy="11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C80F9AA-F130-588D-0DC6-1704F04DA7E7}"/>
                    </a:ext>
                  </a:extLst>
                </p14:cNvPr>
                <p14:cNvContentPartPr/>
                <p14:nvPr/>
              </p14:nvContentPartPr>
              <p14:xfrm>
                <a:off x="2016144" y="5722776"/>
                <a:ext cx="207000" cy="225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C80F9AA-F130-588D-0DC6-1704F04DA7E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998504" y="5704776"/>
                  <a:ext cx="2426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5D4DE98-5ECD-A8A9-6B0E-01854A668F31}"/>
                    </a:ext>
                  </a:extLst>
                </p14:cNvPr>
                <p14:cNvContentPartPr/>
                <p14:nvPr/>
              </p14:nvContentPartPr>
              <p14:xfrm>
                <a:off x="1313424" y="4713696"/>
                <a:ext cx="754920" cy="6519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5D4DE98-5ECD-A8A9-6B0E-01854A668F3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295424" y="4696056"/>
                  <a:ext cx="790560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35D48BE-BDE2-C92F-0FAB-E76E6203E700}"/>
                    </a:ext>
                  </a:extLst>
                </p14:cNvPr>
                <p14:cNvContentPartPr/>
                <p14:nvPr/>
              </p14:nvContentPartPr>
              <p14:xfrm>
                <a:off x="1364544" y="5345136"/>
                <a:ext cx="577080" cy="702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35D48BE-BDE2-C92F-0FAB-E76E6203E70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346904" y="5327496"/>
                  <a:ext cx="6127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D4FE466-A191-2D70-22C5-51F6BB154520}"/>
                    </a:ext>
                  </a:extLst>
                </p14:cNvPr>
                <p14:cNvContentPartPr/>
                <p14:nvPr/>
              </p14:nvContentPartPr>
              <p14:xfrm>
                <a:off x="1842624" y="5275656"/>
                <a:ext cx="175320" cy="1461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D4FE466-A191-2D70-22C5-51F6BB15452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824984" y="5257656"/>
                  <a:ext cx="2109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74599EF-5184-25BF-8A03-8F6F280230A7}"/>
                    </a:ext>
                  </a:extLst>
                </p14:cNvPr>
                <p14:cNvContentPartPr/>
                <p14:nvPr/>
              </p14:nvContentPartPr>
              <p14:xfrm>
                <a:off x="1319904" y="5522256"/>
                <a:ext cx="609840" cy="3560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74599EF-5184-25BF-8A03-8F6F280230A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302264" y="5504616"/>
                  <a:ext cx="64548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4025CBC-FC04-7009-8ABB-8F164AB73706}"/>
                    </a:ext>
                  </a:extLst>
                </p14:cNvPr>
                <p14:cNvContentPartPr/>
                <p14:nvPr/>
              </p14:nvContentPartPr>
              <p14:xfrm>
                <a:off x="1774224" y="5746896"/>
                <a:ext cx="195120" cy="2617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4025CBC-FC04-7009-8ABB-8F164AB7370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756584" y="5728896"/>
                  <a:ext cx="2307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32097DF-4EAF-0819-C5BD-2DDBCC65107F}"/>
                    </a:ext>
                  </a:extLst>
                </p14:cNvPr>
                <p14:cNvContentPartPr/>
                <p14:nvPr/>
              </p14:nvContentPartPr>
              <p14:xfrm>
                <a:off x="1213704" y="6184296"/>
                <a:ext cx="59760" cy="59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32097DF-4EAF-0819-C5BD-2DDBCC65107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95704" y="6166656"/>
                  <a:ext cx="954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BB85D92-AC1E-992D-21DD-967837E845EA}"/>
                    </a:ext>
                  </a:extLst>
                </p14:cNvPr>
                <p14:cNvContentPartPr/>
                <p14:nvPr/>
              </p14:nvContentPartPr>
              <p14:xfrm>
                <a:off x="1345104" y="4814496"/>
                <a:ext cx="822240" cy="13507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BB85D92-AC1E-992D-21DD-967837E845E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327104" y="4796856"/>
                  <a:ext cx="857880" cy="13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86EAA07-CE0C-1B4F-7032-5227CE0F3534}"/>
                    </a:ext>
                  </a:extLst>
                </p14:cNvPr>
                <p14:cNvContentPartPr/>
                <p14:nvPr/>
              </p14:nvContentPartPr>
              <p14:xfrm>
                <a:off x="1378944" y="5429376"/>
                <a:ext cx="807840" cy="7570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86EAA07-CE0C-1B4F-7032-5227CE0F353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360944" y="5411376"/>
                  <a:ext cx="843480" cy="79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F021614-D33E-0E72-C4E6-DA23E5485BB5}"/>
                    </a:ext>
                  </a:extLst>
                </p14:cNvPr>
                <p14:cNvContentPartPr/>
                <p14:nvPr/>
              </p14:nvContentPartPr>
              <p14:xfrm>
                <a:off x="1382544" y="6103296"/>
                <a:ext cx="702360" cy="1080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F021614-D33E-0E72-C4E6-DA23E5485BB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364544" y="6085296"/>
                  <a:ext cx="7380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BD69458-17A7-DFD4-57EC-3F16E3D8DB11}"/>
                    </a:ext>
                  </a:extLst>
                </p14:cNvPr>
                <p14:cNvContentPartPr/>
                <p14:nvPr/>
              </p14:nvContentPartPr>
              <p14:xfrm>
                <a:off x="1963944" y="6011496"/>
                <a:ext cx="186120" cy="2649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BD69458-17A7-DFD4-57EC-3F16E3D8DB1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945944" y="5993496"/>
                  <a:ext cx="2217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C257A2B-4A61-0F0E-AF52-916BC19F67C8}"/>
                    </a:ext>
                  </a:extLst>
                </p14:cNvPr>
                <p14:cNvContentPartPr/>
                <p14:nvPr/>
              </p14:nvContentPartPr>
              <p14:xfrm>
                <a:off x="589464" y="4438296"/>
                <a:ext cx="147600" cy="1656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C257A2B-4A61-0F0E-AF52-916BC19F67C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71464" y="4420656"/>
                  <a:ext cx="1832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9E068E9-4C75-A723-4F0F-A5689420F851}"/>
                    </a:ext>
                  </a:extLst>
                </p14:cNvPr>
                <p14:cNvContentPartPr/>
                <p14:nvPr/>
              </p14:nvContentPartPr>
              <p14:xfrm>
                <a:off x="694944" y="4451616"/>
                <a:ext cx="187560" cy="1346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9E068E9-4C75-A723-4F0F-A5689420F85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76944" y="4433976"/>
                  <a:ext cx="2232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719A28D-2B86-6677-8D91-B636223418AE}"/>
                    </a:ext>
                  </a:extLst>
                </p14:cNvPr>
                <p14:cNvContentPartPr/>
                <p14:nvPr/>
              </p14:nvContentPartPr>
              <p14:xfrm>
                <a:off x="922464" y="4562856"/>
                <a:ext cx="18360" cy="114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719A28D-2B86-6677-8D91-B636223418A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04464" y="4544856"/>
                  <a:ext cx="54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E9EBFF6-03F3-4E7F-C8A1-C8D16664BFC2}"/>
                    </a:ext>
                  </a:extLst>
                </p14:cNvPr>
                <p14:cNvContentPartPr/>
                <p14:nvPr/>
              </p14:nvContentPartPr>
              <p14:xfrm>
                <a:off x="576144" y="5376456"/>
                <a:ext cx="149400" cy="1494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E9EBFF6-03F3-4E7F-C8A1-C8D16664BFC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58144" y="5358456"/>
                  <a:ext cx="1850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43B926A-8201-85DF-DB7C-DF24A9A8ABC2}"/>
                    </a:ext>
                  </a:extLst>
                </p14:cNvPr>
                <p14:cNvContentPartPr/>
                <p14:nvPr/>
              </p14:nvContentPartPr>
              <p14:xfrm>
                <a:off x="691344" y="5367096"/>
                <a:ext cx="160920" cy="1310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43B926A-8201-85DF-DB7C-DF24A9A8ABC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73344" y="5349096"/>
                  <a:ext cx="1965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BEBADC2-309D-1CDA-0AF6-4A34695272AA}"/>
                    </a:ext>
                  </a:extLst>
                </p14:cNvPr>
                <p14:cNvContentPartPr/>
                <p14:nvPr/>
              </p14:nvContentPartPr>
              <p14:xfrm>
                <a:off x="868104" y="5483736"/>
                <a:ext cx="115560" cy="1411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BEBADC2-309D-1CDA-0AF6-4A34695272A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50104" y="5465736"/>
                  <a:ext cx="1512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403B67A-6BF6-B24B-EEA9-49F904D6C058}"/>
                    </a:ext>
                  </a:extLst>
                </p14:cNvPr>
                <p14:cNvContentPartPr/>
                <p14:nvPr/>
              </p14:nvContentPartPr>
              <p14:xfrm>
                <a:off x="720864" y="6187536"/>
                <a:ext cx="164520" cy="1479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403B67A-6BF6-B24B-EEA9-49F904D6C05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03224" y="6169896"/>
                  <a:ext cx="2001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69F8F56-8724-45FB-539D-12757C8D44E1}"/>
                    </a:ext>
                  </a:extLst>
                </p14:cNvPr>
                <p14:cNvContentPartPr/>
                <p14:nvPr/>
              </p14:nvContentPartPr>
              <p14:xfrm>
                <a:off x="898704" y="6137496"/>
                <a:ext cx="156240" cy="1695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69F8F56-8724-45FB-539D-12757C8D44E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81064" y="6119856"/>
                  <a:ext cx="1918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D1A2B16-FC9A-573F-65B5-B3A9EEEEF04C}"/>
                    </a:ext>
                  </a:extLst>
                </p14:cNvPr>
                <p14:cNvContentPartPr/>
                <p14:nvPr/>
              </p14:nvContentPartPr>
              <p14:xfrm>
                <a:off x="1046664" y="6259896"/>
                <a:ext cx="119520" cy="1328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D1A2B16-FC9A-573F-65B5-B3A9EEEEF04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29024" y="6242256"/>
                  <a:ext cx="155160" cy="16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7E923883-557F-BCEC-9E56-942A3F1CB822}"/>
                  </a:ext>
                </a:extLst>
              </p14:cNvPr>
              <p14:cNvContentPartPr/>
              <p14:nvPr/>
            </p14:nvContentPartPr>
            <p14:xfrm>
              <a:off x="1687104" y="3587256"/>
              <a:ext cx="205920" cy="56016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7E923883-557F-BCEC-9E56-942A3F1CB822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669464" y="3569256"/>
                <a:ext cx="241560" cy="5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B8191BD1-89A5-1922-5D94-93E773F5DFFD}"/>
                  </a:ext>
                </a:extLst>
              </p14:cNvPr>
              <p14:cNvContentPartPr/>
              <p14:nvPr/>
            </p14:nvContentPartPr>
            <p14:xfrm>
              <a:off x="1678464" y="3604176"/>
              <a:ext cx="223560" cy="1944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B8191BD1-89A5-1922-5D94-93E773F5DFFD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660824" y="3586176"/>
                <a:ext cx="259200" cy="5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6549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1B3E4-407E-31E6-9727-5B36E90CD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35663A-9BB4-D1F2-EB61-C2A0C457ACFA}"/>
              </a:ext>
            </a:extLst>
          </p:cNvPr>
          <p:cNvSpPr txBox="1"/>
          <p:nvPr/>
        </p:nvSpPr>
        <p:spPr>
          <a:xfrm>
            <a:off x="137160" y="220117"/>
            <a:ext cx="631274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Multi-Neuron Layer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instead of 1 neuron → multiple neurons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neuron has: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its own weights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its own bias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a) 1 input:  (Formula)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A1B2FD-2C50-A627-A874-16229E373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56" y="3205694"/>
            <a:ext cx="1943362" cy="446611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150DBFFB-686A-9280-F05E-3D2734C3CFF1}"/>
              </a:ext>
            </a:extLst>
          </p:cNvPr>
          <p:cNvSpPr/>
          <p:nvPr/>
        </p:nvSpPr>
        <p:spPr>
          <a:xfrm>
            <a:off x="2167128" y="4151376"/>
            <a:ext cx="736390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A21C8D3-9C64-4642-D0D5-2C4BEA6D9131}"/>
              </a:ext>
            </a:extLst>
          </p:cNvPr>
          <p:cNvSpPr/>
          <p:nvPr/>
        </p:nvSpPr>
        <p:spPr>
          <a:xfrm>
            <a:off x="2167128" y="4955247"/>
            <a:ext cx="736390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30328CA-6D18-05A3-4A50-177B2C9BEAA6}"/>
              </a:ext>
            </a:extLst>
          </p:cNvPr>
          <p:cNvSpPr/>
          <p:nvPr/>
        </p:nvSpPr>
        <p:spPr>
          <a:xfrm>
            <a:off x="2167128" y="5759118"/>
            <a:ext cx="736390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059F01D-7AB1-A249-0C6D-A352DA584DF2}"/>
              </a:ext>
            </a:extLst>
          </p:cNvPr>
          <p:cNvGrpSpPr/>
          <p:nvPr/>
        </p:nvGrpSpPr>
        <p:grpSpPr>
          <a:xfrm>
            <a:off x="2779704" y="3930336"/>
            <a:ext cx="177840" cy="247320"/>
            <a:chOff x="2779704" y="3930336"/>
            <a:chExt cx="177840" cy="24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8B76738-B26B-6DB9-BA83-37C639DB8212}"/>
                    </a:ext>
                  </a:extLst>
                </p14:cNvPr>
                <p14:cNvContentPartPr/>
                <p14:nvPr/>
              </p14:nvContentPartPr>
              <p14:xfrm>
                <a:off x="2850984" y="3930336"/>
                <a:ext cx="106560" cy="210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8B76738-B26B-6DB9-BA83-37C639DB821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33045" y="3912367"/>
                  <a:ext cx="142080" cy="2461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6900B3B-7B3A-FA9F-62E1-947F2E97C241}"/>
                    </a:ext>
                  </a:extLst>
                </p14:cNvPr>
                <p14:cNvContentPartPr/>
                <p14:nvPr/>
              </p14:nvContentPartPr>
              <p14:xfrm>
                <a:off x="2779704" y="4038336"/>
                <a:ext cx="117000" cy="139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6900B3B-7B3A-FA9F-62E1-947F2E97C24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61704" y="4020336"/>
                  <a:ext cx="15264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6C08EB5-215D-2072-38FF-7BC4F981E233}"/>
              </a:ext>
            </a:extLst>
          </p:cNvPr>
          <p:cNvGrpSpPr/>
          <p:nvPr/>
        </p:nvGrpSpPr>
        <p:grpSpPr>
          <a:xfrm>
            <a:off x="3015504" y="3712536"/>
            <a:ext cx="257040" cy="222120"/>
            <a:chOff x="3015504" y="3712536"/>
            <a:chExt cx="257040" cy="22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96C3A1F-B532-8536-FA2A-A330EF8506F7}"/>
                    </a:ext>
                  </a:extLst>
                </p14:cNvPr>
                <p14:cNvContentPartPr/>
                <p14:nvPr/>
              </p14:nvContentPartPr>
              <p14:xfrm>
                <a:off x="3015504" y="3712536"/>
                <a:ext cx="121320" cy="1479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96C3A1F-B532-8536-FA2A-A330EF8506F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97504" y="3694536"/>
                  <a:ext cx="156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788D06E-8133-9C04-8D86-26BA093BB001}"/>
                    </a:ext>
                  </a:extLst>
                </p14:cNvPr>
                <p14:cNvContentPartPr/>
                <p14:nvPr/>
              </p14:nvContentPartPr>
              <p14:xfrm>
                <a:off x="3253464" y="3798216"/>
                <a:ext cx="19080" cy="1364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788D06E-8133-9C04-8D86-26BA093BB00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35464" y="3780263"/>
                  <a:ext cx="54720" cy="17198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149BC2A8-2787-FA7C-F0C9-74933DB6461C}"/>
              </a:ext>
            </a:extLst>
          </p:cNvPr>
          <p:cNvGrpSpPr/>
          <p:nvPr/>
        </p:nvGrpSpPr>
        <p:grpSpPr>
          <a:xfrm>
            <a:off x="2809224" y="4685976"/>
            <a:ext cx="561960" cy="363960"/>
            <a:chOff x="2809224" y="4685976"/>
            <a:chExt cx="561960" cy="36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46D3E87-985E-FBAD-9C03-53FBBB8D18A8}"/>
                    </a:ext>
                  </a:extLst>
                </p14:cNvPr>
                <p14:cNvContentPartPr/>
                <p14:nvPr/>
              </p14:nvContentPartPr>
              <p14:xfrm>
                <a:off x="2848464" y="4861656"/>
                <a:ext cx="86400" cy="139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46D3E87-985E-FBAD-9C03-53FBBB8D18A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30464" y="4843656"/>
                  <a:ext cx="1220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D939A9F-FD07-EFDB-1B14-E3329988C4F6}"/>
                    </a:ext>
                  </a:extLst>
                </p14:cNvPr>
                <p14:cNvContentPartPr/>
                <p14:nvPr/>
              </p14:nvContentPartPr>
              <p14:xfrm>
                <a:off x="2809224" y="4931496"/>
                <a:ext cx="201960" cy="1184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D939A9F-FD07-EFDB-1B14-E3329988C4F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91224" y="4913496"/>
                  <a:ext cx="2376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CDFFC84-F44E-91AA-292F-35CC716EFB43}"/>
                    </a:ext>
                  </a:extLst>
                </p14:cNvPr>
                <p14:cNvContentPartPr/>
                <p14:nvPr/>
              </p14:nvContentPartPr>
              <p14:xfrm>
                <a:off x="3055104" y="4685976"/>
                <a:ext cx="159120" cy="2070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CDFFC84-F44E-91AA-292F-35CC716EFB4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37104" y="4667976"/>
                  <a:ext cx="1947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B2640C7-94E2-D0C0-ABFA-D9FAEB3087EB}"/>
                    </a:ext>
                  </a:extLst>
                </p14:cNvPr>
                <p14:cNvContentPartPr/>
                <p14:nvPr/>
              </p14:nvContentPartPr>
              <p14:xfrm>
                <a:off x="3218904" y="4912416"/>
                <a:ext cx="152280" cy="964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B2640C7-94E2-D0C0-ABFA-D9FAEB3087E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00904" y="4894483"/>
                  <a:ext cx="187920" cy="13198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FEB5A902-6D4B-6F98-4AAF-B6E43262573D}"/>
              </a:ext>
            </a:extLst>
          </p:cNvPr>
          <p:cNvGrpSpPr/>
          <p:nvPr/>
        </p:nvGrpSpPr>
        <p:grpSpPr>
          <a:xfrm>
            <a:off x="2897424" y="5516496"/>
            <a:ext cx="592560" cy="484560"/>
            <a:chOff x="2897424" y="5516496"/>
            <a:chExt cx="592560" cy="48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2154DD8-C333-8237-2B2C-340FBEB01125}"/>
                    </a:ext>
                  </a:extLst>
                </p14:cNvPr>
                <p14:cNvContentPartPr/>
                <p14:nvPr/>
              </p14:nvContentPartPr>
              <p14:xfrm>
                <a:off x="2915064" y="5736096"/>
                <a:ext cx="128520" cy="207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2154DD8-C333-8237-2B2C-340FBEB0112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97064" y="5718096"/>
                  <a:ext cx="1641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AFC743E-F66C-DF5F-7CB1-91F4317F24F2}"/>
                    </a:ext>
                  </a:extLst>
                </p14:cNvPr>
                <p14:cNvContentPartPr/>
                <p14:nvPr/>
              </p14:nvContentPartPr>
              <p14:xfrm>
                <a:off x="2897424" y="5830776"/>
                <a:ext cx="144720" cy="1702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AFC743E-F66C-DF5F-7CB1-91F4317F24F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79469" y="5812776"/>
                  <a:ext cx="180272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22B6A59-6F7E-E4F1-3E03-11FF98FC7771}"/>
                    </a:ext>
                  </a:extLst>
                </p14:cNvPr>
                <p14:cNvContentPartPr/>
                <p14:nvPr/>
              </p14:nvContentPartPr>
              <p14:xfrm>
                <a:off x="3184344" y="5516496"/>
                <a:ext cx="198720" cy="2365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22B6A59-6F7E-E4F1-3E03-11FF98FC777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66344" y="5498469"/>
                  <a:ext cx="234360" cy="2722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AC34246-9FA5-171C-F018-918E642543A7}"/>
                    </a:ext>
                  </a:extLst>
                </p14:cNvPr>
                <p14:cNvContentPartPr/>
                <p14:nvPr/>
              </p14:nvContentPartPr>
              <p14:xfrm>
                <a:off x="3322584" y="5765616"/>
                <a:ext cx="167400" cy="1332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AC34246-9FA5-171C-F018-918E642543A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04584" y="5747616"/>
                  <a:ext cx="20304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DDA5894B-1C05-B2A4-673F-11885774F43E}"/>
              </a:ext>
            </a:extLst>
          </p:cNvPr>
          <p:cNvGrpSpPr/>
          <p:nvPr/>
        </p:nvGrpSpPr>
        <p:grpSpPr>
          <a:xfrm>
            <a:off x="3468744" y="4482936"/>
            <a:ext cx="718200" cy="139680"/>
            <a:chOff x="3468744" y="4482936"/>
            <a:chExt cx="718200" cy="13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D914F95-787D-1B59-2FCE-E1A3E3D53BF3}"/>
                    </a:ext>
                  </a:extLst>
                </p14:cNvPr>
                <p14:cNvContentPartPr/>
                <p14:nvPr/>
              </p14:nvContentPartPr>
              <p14:xfrm>
                <a:off x="3468744" y="4526136"/>
                <a:ext cx="640080" cy="172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D914F95-787D-1B59-2FCE-E1A3E3D53BF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50754" y="4507753"/>
                  <a:ext cx="675700" cy="536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58E3B27-A42A-2AD0-94BB-0F4B42CD2C31}"/>
                    </a:ext>
                  </a:extLst>
                </p14:cNvPr>
                <p14:cNvContentPartPr/>
                <p14:nvPr/>
              </p14:nvContentPartPr>
              <p14:xfrm>
                <a:off x="3996144" y="4482936"/>
                <a:ext cx="190800" cy="1396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58E3B27-A42A-2AD0-94BB-0F4B42CD2C3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78144" y="4464982"/>
                  <a:ext cx="226440" cy="17522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699F9DA-5C65-D700-0970-6C1BC195ECA8}"/>
              </a:ext>
            </a:extLst>
          </p:cNvPr>
          <p:cNvGrpSpPr/>
          <p:nvPr/>
        </p:nvGrpSpPr>
        <p:grpSpPr>
          <a:xfrm>
            <a:off x="3582144" y="5197176"/>
            <a:ext cx="671400" cy="273240"/>
            <a:chOff x="3582144" y="5197176"/>
            <a:chExt cx="671400" cy="27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70DF731-80E9-F4E1-0F56-5ADD051D8D88}"/>
                    </a:ext>
                  </a:extLst>
                </p14:cNvPr>
                <p14:cNvContentPartPr/>
                <p14:nvPr/>
              </p14:nvContentPartPr>
              <p14:xfrm>
                <a:off x="3582144" y="5306616"/>
                <a:ext cx="552240" cy="176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70DF731-80E9-F4E1-0F56-5ADD051D8D8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64144" y="5288241"/>
                  <a:ext cx="587880" cy="540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4CA1437-C673-F421-E71E-F228DB9F81BA}"/>
                    </a:ext>
                  </a:extLst>
                </p14:cNvPr>
                <p14:cNvContentPartPr/>
                <p14:nvPr/>
              </p14:nvContentPartPr>
              <p14:xfrm>
                <a:off x="3957624" y="5197176"/>
                <a:ext cx="295920" cy="273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4CA1437-C673-F421-E71E-F228DB9F81B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39624" y="5179176"/>
                  <a:ext cx="331560" cy="30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CE71FBD-1475-0A0E-7A98-05B9537A8AE1}"/>
              </a:ext>
            </a:extLst>
          </p:cNvPr>
          <p:cNvGrpSpPr/>
          <p:nvPr/>
        </p:nvGrpSpPr>
        <p:grpSpPr>
          <a:xfrm>
            <a:off x="3591864" y="5973336"/>
            <a:ext cx="580680" cy="180720"/>
            <a:chOff x="3591864" y="5973336"/>
            <a:chExt cx="580680" cy="18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8FD9F72-C760-F042-F8F4-BE9F9AFA73BC}"/>
                    </a:ext>
                  </a:extLst>
                </p14:cNvPr>
                <p14:cNvContentPartPr/>
                <p14:nvPr/>
              </p14:nvContentPartPr>
              <p14:xfrm>
                <a:off x="3591864" y="6093936"/>
                <a:ext cx="499680" cy="486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8FD9F72-C760-F042-F8F4-BE9F9AFA73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73864" y="6075802"/>
                  <a:ext cx="535320" cy="845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A0EA106-6309-7702-61B0-CBA9F7302DA2}"/>
                    </a:ext>
                  </a:extLst>
                </p14:cNvPr>
                <p14:cNvContentPartPr/>
                <p14:nvPr/>
              </p14:nvContentPartPr>
              <p14:xfrm>
                <a:off x="3983184" y="5973336"/>
                <a:ext cx="189360" cy="1807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A0EA106-6309-7702-61B0-CBA9F7302DA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65218" y="5955336"/>
                  <a:ext cx="224932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44C8C8BB-1F9E-1991-4FBA-3130FD1CC2B3}"/>
              </a:ext>
            </a:extLst>
          </p:cNvPr>
          <p:cNvGrpSpPr/>
          <p:nvPr/>
        </p:nvGrpSpPr>
        <p:grpSpPr>
          <a:xfrm>
            <a:off x="4362264" y="4449096"/>
            <a:ext cx="286560" cy="198720"/>
            <a:chOff x="4362264" y="4449096"/>
            <a:chExt cx="286560" cy="19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AA62083-FA0D-CF59-C4B3-B5A967F1E9E9}"/>
                    </a:ext>
                  </a:extLst>
                </p14:cNvPr>
                <p14:cNvContentPartPr/>
                <p14:nvPr/>
              </p14:nvContentPartPr>
              <p14:xfrm>
                <a:off x="4362264" y="4449096"/>
                <a:ext cx="187920" cy="1335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AA62083-FA0D-CF59-C4B3-B5A967F1E9E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344298" y="4431144"/>
                  <a:ext cx="223492" cy="1691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B6EBEE0-BA0B-1A6C-59E9-6F0B86DE18E9}"/>
                    </a:ext>
                  </a:extLst>
                </p14:cNvPr>
                <p14:cNvContentPartPr/>
                <p14:nvPr/>
              </p14:nvContentPartPr>
              <p14:xfrm>
                <a:off x="4623984" y="4538016"/>
                <a:ext cx="24840" cy="1098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B6EBEE0-BA0B-1A6C-59E9-6F0B86DE18E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06241" y="4520016"/>
                  <a:ext cx="59971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664587C6-8D9E-A0F9-B1D5-A0FFC842F43C}"/>
              </a:ext>
            </a:extLst>
          </p:cNvPr>
          <p:cNvGrpSpPr/>
          <p:nvPr/>
        </p:nvGrpSpPr>
        <p:grpSpPr>
          <a:xfrm>
            <a:off x="4400784" y="5284296"/>
            <a:ext cx="399240" cy="257400"/>
            <a:chOff x="4400784" y="5284296"/>
            <a:chExt cx="399240" cy="25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1668743-EB31-90B5-3207-A71F5818E748}"/>
                    </a:ext>
                  </a:extLst>
                </p14:cNvPr>
                <p14:cNvContentPartPr/>
                <p14:nvPr/>
              </p14:nvContentPartPr>
              <p14:xfrm>
                <a:off x="4400784" y="5284296"/>
                <a:ext cx="181800" cy="1472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1668743-EB31-90B5-3207-A71F5818E74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82748" y="5266296"/>
                  <a:ext cx="217511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C247609-D67D-6571-B20F-8D4749F54AD5}"/>
                    </a:ext>
                  </a:extLst>
                </p14:cNvPr>
                <p14:cNvContentPartPr/>
                <p14:nvPr/>
              </p14:nvContentPartPr>
              <p14:xfrm>
                <a:off x="4627944" y="5410296"/>
                <a:ext cx="172080" cy="1314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C247609-D67D-6571-B20F-8D4749F54AD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09982" y="5392296"/>
                  <a:ext cx="207646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90554B80-799D-4CFF-0500-7E39D7A1A9CB}"/>
              </a:ext>
            </a:extLst>
          </p:cNvPr>
          <p:cNvGrpSpPr/>
          <p:nvPr/>
        </p:nvGrpSpPr>
        <p:grpSpPr>
          <a:xfrm>
            <a:off x="4421304" y="5973336"/>
            <a:ext cx="381240" cy="264240"/>
            <a:chOff x="4421304" y="5973336"/>
            <a:chExt cx="381240" cy="26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35FDCA4-72BC-1807-702B-E0576796569F}"/>
                    </a:ext>
                  </a:extLst>
                </p14:cNvPr>
                <p14:cNvContentPartPr/>
                <p14:nvPr/>
              </p14:nvContentPartPr>
              <p14:xfrm>
                <a:off x="4421304" y="5973336"/>
                <a:ext cx="234360" cy="1756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35FDCA4-72BC-1807-702B-E0576796569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403304" y="5955336"/>
                  <a:ext cx="2700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46E4858-85D0-D09B-3281-699FC3881115}"/>
                    </a:ext>
                  </a:extLst>
                </p14:cNvPr>
                <p14:cNvContentPartPr/>
                <p14:nvPr/>
              </p14:nvContentPartPr>
              <p14:xfrm>
                <a:off x="4661424" y="6126696"/>
                <a:ext cx="141120" cy="1108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46E4858-85D0-D09B-3281-699FC388111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43424" y="6108696"/>
                  <a:ext cx="17676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25986C30-ECD8-293A-DFCF-E749879BB071}"/>
              </a:ext>
            </a:extLst>
          </p:cNvPr>
          <p:cNvGrpSpPr/>
          <p:nvPr/>
        </p:nvGrpSpPr>
        <p:grpSpPr>
          <a:xfrm>
            <a:off x="576144" y="4438296"/>
            <a:ext cx="1647000" cy="1954440"/>
            <a:chOff x="576144" y="4438296"/>
            <a:chExt cx="1647000" cy="195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2387CBE-08B1-4E2A-A3F1-B1547673A538}"/>
                    </a:ext>
                  </a:extLst>
                </p14:cNvPr>
                <p14:cNvContentPartPr/>
                <p14:nvPr/>
              </p14:nvContentPartPr>
              <p14:xfrm>
                <a:off x="1211184" y="6157296"/>
                <a:ext cx="65880" cy="770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2387CBE-08B1-4E2A-A3F1-B1547673A53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93184" y="6139296"/>
                  <a:ext cx="1015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224B878-37CF-46E0-1087-C89F7A7B74E7}"/>
                    </a:ext>
                  </a:extLst>
                </p14:cNvPr>
                <p14:cNvContentPartPr/>
                <p14:nvPr/>
              </p14:nvContentPartPr>
              <p14:xfrm>
                <a:off x="1135944" y="4490856"/>
                <a:ext cx="65160" cy="525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224B878-37CF-46E0-1087-C89F7A7B74E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17944" y="4472978"/>
                  <a:ext cx="100800" cy="87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3824014-A459-759A-C8A5-343833A301A7}"/>
                    </a:ext>
                  </a:extLst>
                </p14:cNvPr>
                <p14:cNvContentPartPr/>
                <p14:nvPr/>
              </p14:nvContentPartPr>
              <p14:xfrm>
                <a:off x="1158264" y="5371416"/>
                <a:ext cx="91800" cy="878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3824014-A459-759A-C8A5-343833A301A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40264" y="5353416"/>
                  <a:ext cx="1274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31C7594-7091-E025-8421-15EFA6161EE8}"/>
                    </a:ext>
                  </a:extLst>
                </p14:cNvPr>
                <p14:cNvContentPartPr/>
                <p14:nvPr/>
              </p14:nvContentPartPr>
              <p14:xfrm>
                <a:off x="1327464" y="4483656"/>
                <a:ext cx="873000" cy="820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31C7594-7091-E025-8421-15EFA6161EE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309464" y="4465735"/>
                  <a:ext cx="908640" cy="1175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CF1B2C7-B833-B4C4-BBEB-43B49CCCD19F}"/>
                    </a:ext>
                  </a:extLst>
                </p14:cNvPr>
                <p14:cNvContentPartPr/>
                <p14:nvPr/>
              </p14:nvContentPartPr>
              <p14:xfrm>
                <a:off x="1970064" y="4438296"/>
                <a:ext cx="227160" cy="1836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CF1B2C7-B833-B4C4-BBEB-43B49CCCD19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52064" y="4420261"/>
                  <a:ext cx="262800" cy="2193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BEFE059-60D8-0DC2-21CE-9A21B8EAECA7}"/>
                    </a:ext>
                  </a:extLst>
                </p14:cNvPr>
                <p14:cNvContentPartPr/>
                <p14:nvPr/>
              </p14:nvContentPartPr>
              <p14:xfrm>
                <a:off x="1344744" y="4640976"/>
                <a:ext cx="813240" cy="6350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BEFE059-60D8-0DC2-21CE-9A21B8EAECA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326744" y="4622976"/>
                  <a:ext cx="848880" cy="67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017F6A7-A01B-6A08-C6D1-55F46B519D46}"/>
                    </a:ext>
                  </a:extLst>
                </p14:cNvPr>
                <p14:cNvContentPartPr/>
                <p14:nvPr/>
              </p14:nvContentPartPr>
              <p14:xfrm>
                <a:off x="1284624" y="4730616"/>
                <a:ext cx="866160" cy="11530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017F6A7-A01B-6A08-C6D1-55F46B519D4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266624" y="4712616"/>
                  <a:ext cx="901800" cy="11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CC45486-C2A8-D177-AC2A-DF6C0ABD2C1D}"/>
                    </a:ext>
                  </a:extLst>
                </p14:cNvPr>
                <p14:cNvContentPartPr/>
                <p14:nvPr/>
              </p14:nvContentPartPr>
              <p14:xfrm>
                <a:off x="2016144" y="5722776"/>
                <a:ext cx="207000" cy="2253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CC45486-C2A8-D177-AC2A-DF6C0ABD2C1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998144" y="5704776"/>
                  <a:ext cx="2426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C60FE42-3E19-5C5B-1847-30DA08FD472A}"/>
                    </a:ext>
                  </a:extLst>
                </p14:cNvPr>
                <p14:cNvContentPartPr/>
                <p14:nvPr/>
              </p14:nvContentPartPr>
              <p14:xfrm>
                <a:off x="1313424" y="4713696"/>
                <a:ext cx="754920" cy="6519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C60FE42-3E19-5C5B-1847-30DA08FD472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295433" y="4695696"/>
                  <a:ext cx="790543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908633F-9B85-61FE-5A19-616B6B129304}"/>
                    </a:ext>
                  </a:extLst>
                </p14:cNvPr>
                <p14:cNvContentPartPr/>
                <p14:nvPr/>
              </p14:nvContentPartPr>
              <p14:xfrm>
                <a:off x="1364544" y="5345136"/>
                <a:ext cx="577080" cy="702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908633F-9B85-61FE-5A19-616B6B12930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346544" y="5327136"/>
                  <a:ext cx="6127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427DD07-28D3-F0FC-545E-F2036A0F1D7C}"/>
                    </a:ext>
                  </a:extLst>
                </p14:cNvPr>
                <p14:cNvContentPartPr/>
                <p14:nvPr/>
              </p14:nvContentPartPr>
              <p14:xfrm>
                <a:off x="1842624" y="5275656"/>
                <a:ext cx="175320" cy="1461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427DD07-28D3-F0FC-545E-F2036A0F1D7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24624" y="5257656"/>
                  <a:ext cx="2109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401A37C-0AFA-A0C8-BFC3-50A859813094}"/>
                    </a:ext>
                  </a:extLst>
                </p14:cNvPr>
                <p14:cNvContentPartPr/>
                <p14:nvPr/>
              </p14:nvContentPartPr>
              <p14:xfrm>
                <a:off x="1319904" y="5522256"/>
                <a:ext cx="609840" cy="3560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401A37C-0AFA-A0C8-BFC3-50A85981309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301904" y="5504238"/>
                  <a:ext cx="645480" cy="3917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E892B32-F546-F09D-91C3-57B3035E3307}"/>
                    </a:ext>
                  </a:extLst>
                </p14:cNvPr>
                <p14:cNvContentPartPr/>
                <p14:nvPr/>
              </p14:nvContentPartPr>
              <p14:xfrm>
                <a:off x="1774224" y="5746896"/>
                <a:ext cx="195120" cy="2617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E892B32-F546-F09D-91C3-57B3035E330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756224" y="5728896"/>
                  <a:ext cx="2307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BEBDF35-4E6C-2784-6232-A8DB2FCF00C1}"/>
                    </a:ext>
                  </a:extLst>
                </p14:cNvPr>
                <p14:cNvContentPartPr/>
                <p14:nvPr/>
              </p14:nvContentPartPr>
              <p14:xfrm>
                <a:off x="1213704" y="6184296"/>
                <a:ext cx="59760" cy="590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BEBDF35-4E6C-2784-6232-A8DB2FCF00C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95704" y="6166296"/>
                  <a:ext cx="954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9B1C5DC-CE67-B027-A0EA-0976D2BBC5B2}"/>
                    </a:ext>
                  </a:extLst>
                </p14:cNvPr>
                <p14:cNvContentPartPr/>
                <p14:nvPr/>
              </p14:nvContentPartPr>
              <p14:xfrm>
                <a:off x="1345104" y="4814496"/>
                <a:ext cx="822240" cy="13507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9B1C5DC-CE67-B027-A0EA-0976D2BBC5B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327112" y="4796491"/>
                  <a:ext cx="857864" cy="13863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D44CAD7-E96F-FF40-A727-1F532374DE25}"/>
                    </a:ext>
                  </a:extLst>
                </p14:cNvPr>
                <p14:cNvContentPartPr/>
                <p14:nvPr/>
              </p14:nvContentPartPr>
              <p14:xfrm>
                <a:off x="1378944" y="5429376"/>
                <a:ext cx="807840" cy="7570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D44CAD7-E96F-FF40-A727-1F532374DE2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360944" y="5411376"/>
                  <a:ext cx="843480" cy="79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886F0D8-D94A-05C7-94A2-7A0182E48F94}"/>
                    </a:ext>
                  </a:extLst>
                </p14:cNvPr>
                <p14:cNvContentPartPr/>
                <p14:nvPr/>
              </p14:nvContentPartPr>
              <p14:xfrm>
                <a:off x="1382544" y="6103296"/>
                <a:ext cx="702360" cy="1080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886F0D8-D94A-05C7-94A2-7A0182E48F9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364544" y="6085296"/>
                  <a:ext cx="7380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ECB33D7-14F6-CACE-42A9-DD92B1816CB0}"/>
                    </a:ext>
                  </a:extLst>
                </p14:cNvPr>
                <p14:cNvContentPartPr/>
                <p14:nvPr/>
              </p14:nvContentPartPr>
              <p14:xfrm>
                <a:off x="1963944" y="6011496"/>
                <a:ext cx="186120" cy="2649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ECB33D7-14F6-CACE-42A9-DD92B1816CB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945944" y="5993496"/>
                  <a:ext cx="2217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E2E72F3-AB43-5578-D430-90B01091CC5C}"/>
                    </a:ext>
                  </a:extLst>
                </p14:cNvPr>
                <p14:cNvContentPartPr/>
                <p14:nvPr/>
              </p14:nvContentPartPr>
              <p14:xfrm>
                <a:off x="589464" y="4438296"/>
                <a:ext cx="147600" cy="1656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E2E72F3-AB43-5578-D430-90B01091CC5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71464" y="4420296"/>
                  <a:ext cx="1832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2742FC8-7DD4-77C6-150D-3BE2D627783D}"/>
                    </a:ext>
                  </a:extLst>
                </p14:cNvPr>
                <p14:cNvContentPartPr/>
                <p14:nvPr/>
              </p14:nvContentPartPr>
              <p14:xfrm>
                <a:off x="694944" y="4451616"/>
                <a:ext cx="187560" cy="1346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92742FC8-7DD4-77C6-150D-3BE2D627783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76944" y="4433616"/>
                  <a:ext cx="2232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2B2710F-F25B-8FF9-0ACA-595CDC880580}"/>
                    </a:ext>
                  </a:extLst>
                </p14:cNvPr>
                <p14:cNvContentPartPr/>
                <p14:nvPr/>
              </p14:nvContentPartPr>
              <p14:xfrm>
                <a:off x="922464" y="4562856"/>
                <a:ext cx="18360" cy="1144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2B2710F-F25B-8FF9-0ACA-595CDC88058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04464" y="4544856"/>
                  <a:ext cx="54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66CD23D-7012-0315-0B2E-37C0EC9C9957}"/>
                    </a:ext>
                  </a:extLst>
                </p14:cNvPr>
                <p14:cNvContentPartPr/>
                <p14:nvPr/>
              </p14:nvContentPartPr>
              <p14:xfrm>
                <a:off x="576144" y="5376456"/>
                <a:ext cx="149400" cy="1494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66CD23D-7012-0315-0B2E-37C0EC9C995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58187" y="5358456"/>
                  <a:ext cx="184954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860023D-4857-03F7-994B-70B91BA1DDAF}"/>
                    </a:ext>
                  </a:extLst>
                </p14:cNvPr>
                <p14:cNvContentPartPr/>
                <p14:nvPr/>
              </p14:nvContentPartPr>
              <p14:xfrm>
                <a:off x="691344" y="5367096"/>
                <a:ext cx="160920" cy="1310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860023D-4857-03F7-994B-70B91BA1DDA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73344" y="5349145"/>
                  <a:ext cx="196560" cy="1665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AAA93B6-2445-1190-BC7B-FAF592578642}"/>
                    </a:ext>
                  </a:extLst>
                </p14:cNvPr>
                <p14:cNvContentPartPr/>
                <p14:nvPr/>
              </p14:nvContentPartPr>
              <p14:xfrm>
                <a:off x="868104" y="5483736"/>
                <a:ext cx="115560" cy="1411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AAA93B6-2445-1190-BC7B-FAF59257864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0104" y="5465736"/>
                  <a:ext cx="1512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E6DF287-B2D1-F37C-DEEC-99BF31E94212}"/>
                    </a:ext>
                  </a:extLst>
                </p14:cNvPr>
                <p14:cNvContentPartPr/>
                <p14:nvPr/>
              </p14:nvContentPartPr>
              <p14:xfrm>
                <a:off x="720864" y="6187536"/>
                <a:ext cx="164520" cy="1479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E6DF287-B2D1-F37C-DEEC-99BF31E9421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02864" y="6169492"/>
                  <a:ext cx="200160" cy="1836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FE514C2-C1B0-5D90-5850-A8DA515E3F16}"/>
                    </a:ext>
                  </a:extLst>
                </p14:cNvPr>
                <p14:cNvContentPartPr/>
                <p14:nvPr/>
              </p14:nvContentPartPr>
              <p14:xfrm>
                <a:off x="898704" y="6137496"/>
                <a:ext cx="156240" cy="1695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FE514C2-C1B0-5D90-5850-A8DA515E3F1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80704" y="6119496"/>
                  <a:ext cx="1918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936F96C-1BF0-E6C5-74CA-812504FF44E5}"/>
                    </a:ext>
                  </a:extLst>
                </p14:cNvPr>
                <p14:cNvContentPartPr/>
                <p14:nvPr/>
              </p14:nvContentPartPr>
              <p14:xfrm>
                <a:off x="1046664" y="6259896"/>
                <a:ext cx="119520" cy="1328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936F96C-1BF0-E6C5-74CA-812504FF44E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28610" y="6241847"/>
                  <a:ext cx="155268" cy="16857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6BA3A15D-5B2B-8FE8-8570-16C69E15335F}"/>
                  </a:ext>
                </a:extLst>
              </p14:cNvPr>
              <p14:cNvContentPartPr/>
              <p14:nvPr/>
            </p14:nvContentPartPr>
            <p14:xfrm>
              <a:off x="1687104" y="3587256"/>
              <a:ext cx="205920" cy="56016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6BA3A15D-5B2B-8FE8-8570-16C69E15335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669104" y="3569256"/>
                <a:ext cx="241560" cy="5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0EBEF283-22EF-D18A-B559-912D8645D6D0}"/>
                  </a:ext>
                </a:extLst>
              </p14:cNvPr>
              <p14:cNvContentPartPr/>
              <p14:nvPr/>
            </p14:nvContentPartPr>
            <p14:xfrm>
              <a:off x="1678464" y="3604176"/>
              <a:ext cx="223560" cy="1944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0EBEF283-22EF-D18A-B559-912D8645D6D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660435" y="3586503"/>
                <a:ext cx="259257" cy="54432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24A0B394-DEE3-3738-D3B6-8FF93C8BD663}"/>
              </a:ext>
            </a:extLst>
          </p:cNvPr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6745824" y="1789870"/>
            <a:ext cx="4782217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64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A0EE0-DC89-E70F-A183-FD72B1DDF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D4800C-1E31-5738-A2D8-A0AFEE395C9B}"/>
              </a:ext>
            </a:extLst>
          </p:cNvPr>
          <p:cNvSpPr txBox="1"/>
          <p:nvPr/>
        </p:nvSpPr>
        <p:spPr>
          <a:xfrm>
            <a:off x="137160" y="220117"/>
            <a:ext cx="575013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Multi-Neuron Layer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b) With Batch input (2 input)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Formula: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A29215-26F2-BE2D-FDF8-DEA53B3FB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56" y="3205694"/>
            <a:ext cx="1943362" cy="446611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A6C4C87A-EE96-806D-E86C-0DCC3EB28023}"/>
              </a:ext>
            </a:extLst>
          </p:cNvPr>
          <p:cNvSpPr/>
          <p:nvPr/>
        </p:nvSpPr>
        <p:spPr>
          <a:xfrm>
            <a:off x="2167128" y="4151376"/>
            <a:ext cx="736390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22C05C7-F772-58B6-B484-E76344B509DE}"/>
              </a:ext>
            </a:extLst>
          </p:cNvPr>
          <p:cNvSpPr/>
          <p:nvPr/>
        </p:nvSpPr>
        <p:spPr>
          <a:xfrm>
            <a:off x="2167128" y="4955247"/>
            <a:ext cx="736390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714B498-87A2-2AC3-09AB-AA4620D88F17}"/>
              </a:ext>
            </a:extLst>
          </p:cNvPr>
          <p:cNvSpPr/>
          <p:nvPr/>
        </p:nvSpPr>
        <p:spPr>
          <a:xfrm>
            <a:off x="2167128" y="5759118"/>
            <a:ext cx="736390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B5877CD-9D2A-ACB4-DB2E-91AB11409286}"/>
              </a:ext>
            </a:extLst>
          </p:cNvPr>
          <p:cNvGrpSpPr/>
          <p:nvPr/>
        </p:nvGrpSpPr>
        <p:grpSpPr>
          <a:xfrm>
            <a:off x="2779704" y="3930336"/>
            <a:ext cx="177840" cy="247320"/>
            <a:chOff x="2779704" y="3930336"/>
            <a:chExt cx="177840" cy="24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AEAB8AE-E584-F6F8-9A9C-CA5A9880622D}"/>
                    </a:ext>
                  </a:extLst>
                </p14:cNvPr>
                <p14:cNvContentPartPr/>
                <p14:nvPr/>
              </p14:nvContentPartPr>
              <p14:xfrm>
                <a:off x="2850984" y="3930336"/>
                <a:ext cx="106560" cy="210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AEAB8AE-E584-F6F8-9A9C-CA5A9880622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33045" y="3912367"/>
                  <a:ext cx="142080" cy="2461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039FCE9-3EAC-5997-4DB2-091D7BA15A33}"/>
                    </a:ext>
                  </a:extLst>
                </p14:cNvPr>
                <p14:cNvContentPartPr/>
                <p14:nvPr/>
              </p14:nvContentPartPr>
              <p14:xfrm>
                <a:off x="2779704" y="4038336"/>
                <a:ext cx="117000" cy="139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039FCE9-3EAC-5997-4DB2-091D7BA15A3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61704" y="4020336"/>
                  <a:ext cx="15264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EE8BAF1-6748-E17B-5873-F470D021BE61}"/>
              </a:ext>
            </a:extLst>
          </p:cNvPr>
          <p:cNvGrpSpPr/>
          <p:nvPr/>
        </p:nvGrpSpPr>
        <p:grpSpPr>
          <a:xfrm>
            <a:off x="3015504" y="3712536"/>
            <a:ext cx="257040" cy="222120"/>
            <a:chOff x="3015504" y="3712536"/>
            <a:chExt cx="257040" cy="22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81526ED-169F-8F7F-574C-ACF933BC3C1D}"/>
                    </a:ext>
                  </a:extLst>
                </p14:cNvPr>
                <p14:cNvContentPartPr/>
                <p14:nvPr/>
              </p14:nvContentPartPr>
              <p14:xfrm>
                <a:off x="3015504" y="3712536"/>
                <a:ext cx="121320" cy="1479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81526ED-169F-8F7F-574C-ACF933BC3C1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97504" y="3694536"/>
                  <a:ext cx="156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9C3B122-B266-55C9-EC4C-6FC559A44C2C}"/>
                    </a:ext>
                  </a:extLst>
                </p14:cNvPr>
                <p14:cNvContentPartPr/>
                <p14:nvPr/>
              </p14:nvContentPartPr>
              <p14:xfrm>
                <a:off x="3253464" y="3798216"/>
                <a:ext cx="19080" cy="1364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9C3B122-B266-55C9-EC4C-6FC559A44C2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35464" y="3780263"/>
                  <a:ext cx="54720" cy="17198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6DA7F71-FC14-1CCE-6C08-38C0593D1132}"/>
              </a:ext>
            </a:extLst>
          </p:cNvPr>
          <p:cNvGrpSpPr/>
          <p:nvPr/>
        </p:nvGrpSpPr>
        <p:grpSpPr>
          <a:xfrm>
            <a:off x="2809224" y="4685976"/>
            <a:ext cx="561960" cy="363960"/>
            <a:chOff x="2809224" y="4685976"/>
            <a:chExt cx="56196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7397356-40A4-22A6-EA38-1AA54641E98C}"/>
                    </a:ext>
                  </a:extLst>
                </p14:cNvPr>
                <p14:cNvContentPartPr/>
                <p14:nvPr/>
              </p14:nvContentPartPr>
              <p14:xfrm>
                <a:off x="2848464" y="4861656"/>
                <a:ext cx="86400" cy="139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7397356-40A4-22A6-EA38-1AA54641E98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30464" y="4843656"/>
                  <a:ext cx="1220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2EB1ACB-BBE0-272E-67C4-A9238EF5011E}"/>
                    </a:ext>
                  </a:extLst>
                </p14:cNvPr>
                <p14:cNvContentPartPr/>
                <p14:nvPr/>
              </p14:nvContentPartPr>
              <p14:xfrm>
                <a:off x="2809224" y="4931496"/>
                <a:ext cx="201960" cy="118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2EB1ACB-BBE0-272E-67C4-A9238EF5011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91224" y="4913496"/>
                  <a:ext cx="2376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40E6391-C642-65EA-3F8E-A90DBF1226FA}"/>
                    </a:ext>
                  </a:extLst>
                </p14:cNvPr>
                <p14:cNvContentPartPr/>
                <p14:nvPr/>
              </p14:nvContentPartPr>
              <p14:xfrm>
                <a:off x="3055104" y="4685976"/>
                <a:ext cx="159120" cy="2070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40E6391-C642-65EA-3F8E-A90DBF1226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37104" y="4667976"/>
                  <a:ext cx="1947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4D478CB-0B8D-DE5B-EA69-5CAB0E663096}"/>
                    </a:ext>
                  </a:extLst>
                </p14:cNvPr>
                <p14:cNvContentPartPr/>
                <p14:nvPr/>
              </p14:nvContentPartPr>
              <p14:xfrm>
                <a:off x="3218904" y="4912416"/>
                <a:ext cx="152280" cy="96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4D478CB-0B8D-DE5B-EA69-5CAB0E66309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00904" y="4894483"/>
                  <a:ext cx="187920" cy="13198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43B8F840-4092-1E40-F31F-BECB945A482E}"/>
              </a:ext>
            </a:extLst>
          </p:cNvPr>
          <p:cNvGrpSpPr/>
          <p:nvPr/>
        </p:nvGrpSpPr>
        <p:grpSpPr>
          <a:xfrm>
            <a:off x="2897424" y="5516496"/>
            <a:ext cx="592560" cy="484560"/>
            <a:chOff x="2897424" y="5516496"/>
            <a:chExt cx="592560" cy="48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FF1A05F-8813-57B6-ECFA-6F2D25EECDC4}"/>
                    </a:ext>
                  </a:extLst>
                </p14:cNvPr>
                <p14:cNvContentPartPr/>
                <p14:nvPr/>
              </p14:nvContentPartPr>
              <p14:xfrm>
                <a:off x="2915064" y="5736096"/>
                <a:ext cx="128520" cy="207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FF1A05F-8813-57B6-ECFA-6F2D25EECD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97064" y="5718096"/>
                  <a:ext cx="1641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0CE687A-F885-CEBA-9BA2-795B4ED52861}"/>
                    </a:ext>
                  </a:extLst>
                </p14:cNvPr>
                <p14:cNvContentPartPr/>
                <p14:nvPr/>
              </p14:nvContentPartPr>
              <p14:xfrm>
                <a:off x="2897424" y="5830776"/>
                <a:ext cx="144720" cy="1702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0CE687A-F885-CEBA-9BA2-795B4ED5286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79469" y="5812776"/>
                  <a:ext cx="180272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A5B51D9-0841-EEA6-2D60-E6C92FD1A740}"/>
                    </a:ext>
                  </a:extLst>
                </p14:cNvPr>
                <p14:cNvContentPartPr/>
                <p14:nvPr/>
              </p14:nvContentPartPr>
              <p14:xfrm>
                <a:off x="3184344" y="5516496"/>
                <a:ext cx="198720" cy="2365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A5B51D9-0841-EEA6-2D60-E6C92FD1A74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66344" y="5498469"/>
                  <a:ext cx="234360" cy="2722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DEC8FF9-F153-A2DE-C9AB-0C291EF171A5}"/>
                    </a:ext>
                  </a:extLst>
                </p14:cNvPr>
                <p14:cNvContentPartPr/>
                <p14:nvPr/>
              </p14:nvContentPartPr>
              <p14:xfrm>
                <a:off x="3322584" y="5765616"/>
                <a:ext cx="167400" cy="1332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DEC8FF9-F153-A2DE-C9AB-0C291EF171A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04584" y="5747616"/>
                  <a:ext cx="20304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B50426D-2F88-B319-CFAC-7883FE170BBA}"/>
              </a:ext>
            </a:extLst>
          </p:cNvPr>
          <p:cNvGrpSpPr/>
          <p:nvPr/>
        </p:nvGrpSpPr>
        <p:grpSpPr>
          <a:xfrm>
            <a:off x="3468744" y="4482936"/>
            <a:ext cx="718200" cy="139680"/>
            <a:chOff x="3468744" y="4482936"/>
            <a:chExt cx="718200" cy="13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371E4EA-FE8D-8773-F3A8-5E78346794A3}"/>
                    </a:ext>
                  </a:extLst>
                </p14:cNvPr>
                <p14:cNvContentPartPr/>
                <p14:nvPr/>
              </p14:nvContentPartPr>
              <p14:xfrm>
                <a:off x="3468744" y="4526136"/>
                <a:ext cx="640080" cy="172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371E4EA-FE8D-8773-F3A8-5E78346794A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50754" y="4507753"/>
                  <a:ext cx="675700" cy="536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6B542D7-86B9-8E8F-F84A-E46C63DABAB4}"/>
                    </a:ext>
                  </a:extLst>
                </p14:cNvPr>
                <p14:cNvContentPartPr/>
                <p14:nvPr/>
              </p14:nvContentPartPr>
              <p14:xfrm>
                <a:off x="3996144" y="4482936"/>
                <a:ext cx="190800" cy="139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6B542D7-86B9-8E8F-F84A-E46C63DABAB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78144" y="4464982"/>
                  <a:ext cx="226440" cy="17522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790B91B-032C-7847-1900-0FAD4B340979}"/>
              </a:ext>
            </a:extLst>
          </p:cNvPr>
          <p:cNvGrpSpPr/>
          <p:nvPr/>
        </p:nvGrpSpPr>
        <p:grpSpPr>
          <a:xfrm>
            <a:off x="3582144" y="5197176"/>
            <a:ext cx="671400" cy="273240"/>
            <a:chOff x="3582144" y="5197176"/>
            <a:chExt cx="671400" cy="27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3282F8B-43E0-E1E3-E7A1-CEAA0CC86304}"/>
                    </a:ext>
                  </a:extLst>
                </p14:cNvPr>
                <p14:cNvContentPartPr/>
                <p14:nvPr/>
              </p14:nvContentPartPr>
              <p14:xfrm>
                <a:off x="3582144" y="5306616"/>
                <a:ext cx="552240" cy="176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3282F8B-43E0-E1E3-E7A1-CEAA0CC8630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64144" y="5288241"/>
                  <a:ext cx="587880" cy="540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C09172C-4B21-5F40-F861-59A7A55BD7BA}"/>
                    </a:ext>
                  </a:extLst>
                </p14:cNvPr>
                <p14:cNvContentPartPr/>
                <p14:nvPr/>
              </p14:nvContentPartPr>
              <p14:xfrm>
                <a:off x="3957624" y="5197176"/>
                <a:ext cx="295920" cy="2732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C09172C-4B21-5F40-F861-59A7A55BD7B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39624" y="5179176"/>
                  <a:ext cx="331560" cy="30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13E9AE12-022E-BA5D-B870-FE3B900B7B00}"/>
              </a:ext>
            </a:extLst>
          </p:cNvPr>
          <p:cNvGrpSpPr/>
          <p:nvPr/>
        </p:nvGrpSpPr>
        <p:grpSpPr>
          <a:xfrm>
            <a:off x="3591864" y="5973336"/>
            <a:ext cx="580680" cy="180720"/>
            <a:chOff x="3591864" y="5973336"/>
            <a:chExt cx="580680" cy="18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6F83C42-E2F5-8E40-8C32-7D59BBA444E5}"/>
                    </a:ext>
                  </a:extLst>
                </p14:cNvPr>
                <p14:cNvContentPartPr/>
                <p14:nvPr/>
              </p14:nvContentPartPr>
              <p14:xfrm>
                <a:off x="3591864" y="6093936"/>
                <a:ext cx="499680" cy="486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6F83C42-E2F5-8E40-8C32-7D59BBA444E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73864" y="6075802"/>
                  <a:ext cx="535320" cy="845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97BBF0B-9024-63A9-3EAA-613CE76446F5}"/>
                    </a:ext>
                  </a:extLst>
                </p14:cNvPr>
                <p14:cNvContentPartPr/>
                <p14:nvPr/>
              </p14:nvContentPartPr>
              <p14:xfrm>
                <a:off x="3983184" y="5973336"/>
                <a:ext cx="189360" cy="180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97BBF0B-9024-63A9-3EAA-613CE76446F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65218" y="5955336"/>
                  <a:ext cx="224932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1422B8BD-CD01-BC1E-FDE1-6D8775BB2323}"/>
              </a:ext>
            </a:extLst>
          </p:cNvPr>
          <p:cNvGrpSpPr/>
          <p:nvPr/>
        </p:nvGrpSpPr>
        <p:grpSpPr>
          <a:xfrm>
            <a:off x="4362264" y="4449096"/>
            <a:ext cx="286560" cy="198720"/>
            <a:chOff x="4362264" y="4449096"/>
            <a:chExt cx="286560" cy="19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47DEA45-B84C-0930-2FAC-58110A655F6E}"/>
                    </a:ext>
                  </a:extLst>
                </p14:cNvPr>
                <p14:cNvContentPartPr/>
                <p14:nvPr/>
              </p14:nvContentPartPr>
              <p14:xfrm>
                <a:off x="4362264" y="4449096"/>
                <a:ext cx="187920" cy="1335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47DEA45-B84C-0930-2FAC-58110A655F6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344298" y="4431144"/>
                  <a:ext cx="223492" cy="1691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1094731-2E9E-E187-19AA-E582567F3711}"/>
                    </a:ext>
                  </a:extLst>
                </p14:cNvPr>
                <p14:cNvContentPartPr/>
                <p14:nvPr/>
              </p14:nvContentPartPr>
              <p14:xfrm>
                <a:off x="4623984" y="4538016"/>
                <a:ext cx="24840" cy="109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1094731-2E9E-E187-19AA-E582567F371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06241" y="4520016"/>
                  <a:ext cx="59971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964354B-5F06-23F5-F4AB-3D4E417EF747}"/>
              </a:ext>
            </a:extLst>
          </p:cNvPr>
          <p:cNvGrpSpPr/>
          <p:nvPr/>
        </p:nvGrpSpPr>
        <p:grpSpPr>
          <a:xfrm>
            <a:off x="4400784" y="5284296"/>
            <a:ext cx="399240" cy="257400"/>
            <a:chOff x="4400784" y="5284296"/>
            <a:chExt cx="399240" cy="25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E804902-1BC2-928E-35B6-DAA268080B31}"/>
                    </a:ext>
                  </a:extLst>
                </p14:cNvPr>
                <p14:cNvContentPartPr/>
                <p14:nvPr/>
              </p14:nvContentPartPr>
              <p14:xfrm>
                <a:off x="4400784" y="5284296"/>
                <a:ext cx="181800" cy="1472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E804902-1BC2-928E-35B6-DAA268080B3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82748" y="5266296"/>
                  <a:ext cx="217511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7B18A26-644A-8C7D-A36F-335DFD716B9D}"/>
                    </a:ext>
                  </a:extLst>
                </p14:cNvPr>
                <p14:cNvContentPartPr/>
                <p14:nvPr/>
              </p14:nvContentPartPr>
              <p14:xfrm>
                <a:off x="4627944" y="5410296"/>
                <a:ext cx="172080" cy="131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7B18A26-644A-8C7D-A36F-335DFD716B9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09982" y="5392296"/>
                  <a:ext cx="207646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51A08B8-14DC-E8FA-C3B8-4FBF7D3915A2}"/>
              </a:ext>
            </a:extLst>
          </p:cNvPr>
          <p:cNvGrpSpPr/>
          <p:nvPr/>
        </p:nvGrpSpPr>
        <p:grpSpPr>
          <a:xfrm>
            <a:off x="4421304" y="5973336"/>
            <a:ext cx="381240" cy="264240"/>
            <a:chOff x="4421304" y="5973336"/>
            <a:chExt cx="381240" cy="26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94DF2BA-04F5-88B6-11B4-494EDE0FB8C8}"/>
                    </a:ext>
                  </a:extLst>
                </p14:cNvPr>
                <p14:cNvContentPartPr/>
                <p14:nvPr/>
              </p14:nvContentPartPr>
              <p14:xfrm>
                <a:off x="4421304" y="5973336"/>
                <a:ext cx="234360" cy="1756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94DF2BA-04F5-88B6-11B4-494EDE0FB8C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403304" y="5955336"/>
                  <a:ext cx="2700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10C1131-AE15-A31E-BCB7-026CC3A541EE}"/>
                    </a:ext>
                  </a:extLst>
                </p14:cNvPr>
                <p14:cNvContentPartPr/>
                <p14:nvPr/>
              </p14:nvContentPartPr>
              <p14:xfrm>
                <a:off x="4661424" y="6126696"/>
                <a:ext cx="141120" cy="110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10C1131-AE15-A31E-BCB7-026CC3A541E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43424" y="6108696"/>
                  <a:ext cx="17676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677100AA-38D3-84FE-007E-2802D107D09D}"/>
              </a:ext>
            </a:extLst>
          </p:cNvPr>
          <p:cNvGrpSpPr/>
          <p:nvPr/>
        </p:nvGrpSpPr>
        <p:grpSpPr>
          <a:xfrm>
            <a:off x="576144" y="4438296"/>
            <a:ext cx="1647000" cy="1954440"/>
            <a:chOff x="576144" y="4438296"/>
            <a:chExt cx="1647000" cy="195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9184896-4D9F-B34A-AE3D-217B7EB22D70}"/>
                    </a:ext>
                  </a:extLst>
                </p14:cNvPr>
                <p14:cNvContentPartPr/>
                <p14:nvPr/>
              </p14:nvContentPartPr>
              <p14:xfrm>
                <a:off x="1211184" y="6157296"/>
                <a:ext cx="65880" cy="770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9184896-4D9F-B34A-AE3D-217B7EB22D7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93184" y="6139296"/>
                  <a:ext cx="1015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14900DE-C2E2-8198-BE55-59C64F58893E}"/>
                    </a:ext>
                  </a:extLst>
                </p14:cNvPr>
                <p14:cNvContentPartPr/>
                <p14:nvPr/>
              </p14:nvContentPartPr>
              <p14:xfrm>
                <a:off x="1135944" y="4490856"/>
                <a:ext cx="65160" cy="52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14900DE-C2E2-8198-BE55-59C64F58893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17944" y="4472978"/>
                  <a:ext cx="100800" cy="87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F2D234E-2547-F70D-8BA6-74E36E9CF04F}"/>
                    </a:ext>
                  </a:extLst>
                </p14:cNvPr>
                <p14:cNvContentPartPr/>
                <p14:nvPr/>
              </p14:nvContentPartPr>
              <p14:xfrm>
                <a:off x="1158264" y="5371416"/>
                <a:ext cx="91800" cy="878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F2D234E-2547-F70D-8BA6-74E36E9CF04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40264" y="5353416"/>
                  <a:ext cx="1274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221CA2F-359A-AD51-2657-FD0A9578804C}"/>
                    </a:ext>
                  </a:extLst>
                </p14:cNvPr>
                <p14:cNvContentPartPr/>
                <p14:nvPr/>
              </p14:nvContentPartPr>
              <p14:xfrm>
                <a:off x="1327464" y="4483656"/>
                <a:ext cx="873000" cy="820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221CA2F-359A-AD51-2657-FD0A9578804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309464" y="4465735"/>
                  <a:ext cx="908640" cy="1175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3C37BFE-0B3E-5C85-7FB1-59C04D011256}"/>
                    </a:ext>
                  </a:extLst>
                </p14:cNvPr>
                <p14:cNvContentPartPr/>
                <p14:nvPr/>
              </p14:nvContentPartPr>
              <p14:xfrm>
                <a:off x="1970064" y="4438296"/>
                <a:ext cx="227160" cy="1836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3C37BFE-0B3E-5C85-7FB1-59C04D01125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52064" y="4420261"/>
                  <a:ext cx="262800" cy="2193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F54EC53-B697-7852-CD2B-C0697BB89535}"/>
                    </a:ext>
                  </a:extLst>
                </p14:cNvPr>
                <p14:cNvContentPartPr/>
                <p14:nvPr/>
              </p14:nvContentPartPr>
              <p14:xfrm>
                <a:off x="1344744" y="4640976"/>
                <a:ext cx="813240" cy="6350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F54EC53-B697-7852-CD2B-C0697BB8953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326744" y="4622976"/>
                  <a:ext cx="848880" cy="67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4A9A298-EE96-5D8F-368C-64CE3944FE6A}"/>
                    </a:ext>
                  </a:extLst>
                </p14:cNvPr>
                <p14:cNvContentPartPr/>
                <p14:nvPr/>
              </p14:nvContentPartPr>
              <p14:xfrm>
                <a:off x="1284624" y="4730616"/>
                <a:ext cx="866160" cy="11530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4A9A298-EE96-5D8F-368C-64CE3944FE6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266624" y="4712616"/>
                  <a:ext cx="901800" cy="11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D280128-CCA3-D721-976C-992FF2AD9432}"/>
                    </a:ext>
                  </a:extLst>
                </p14:cNvPr>
                <p14:cNvContentPartPr/>
                <p14:nvPr/>
              </p14:nvContentPartPr>
              <p14:xfrm>
                <a:off x="2016144" y="5722776"/>
                <a:ext cx="207000" cy="225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D280128-CCA3-D721-976C-992FF2AD943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998144" y="5704776"/>
                  <a:ext cx="2426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FAB54D3-208C-38E5-7241-D171248ECAD8}"/>
                    </a:ext>
                  </a:extLst>
                </p14:cNvPr>
                <p14:cNvContentPartPr/>
                <p14:nvPr/>
              </p14:nvContentPartPr>
              <p14:xfrm>
                <a:off x="1313424" y="4713696"/>
                <a:ext cx="754920" cy="6519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FAB54D3-208C-38E5-7241-D171248ECAD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295433" y="4695696"/>
                  <a:ext cx="790543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F99A63F-E539-5C79-8FD6-AEF59AE4073F}"/>
                    </a:ext>
                  </a:extLst>
                </p14:cNvPr>
                <p14:cNvContentPartPr/>
                <p14:nvPr/>
              </p14:nvContentPartPr>
              <p14:xfrm>
                <a:off x="1364544" y="5345136"/>
                <a:ext cx="577080" cy="702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F99A63F-E539-5C79-8FD6-AEF59AE4073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346544" y="5327136"/>
                  <a:ext cx="6127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BF147BB-10B5-0202-B019-8E5A35BD451A}"/>
                    </a:ext>
                  </a:extLst>
                </p14:cNvPr>
                <p14:cNvContentPartPr/>
                <p14:nvPr/>
              </p14:nvContentPartPr>
              <p14:xfrm>
                <a:off x="1842624" y="5275656"/>
                <a:ext cx="175320" cy="1461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BF147BB-10B5-0202-B019-8E5A35BD451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24624" y="5257656"/>
                  <a:ext cx="2109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67924F4-4EF4-CC2C-77E4-A1A20861FD57}"/>
                    </a:ext>
                  </a:extLst>
                </p14:cNvPr>
                <p14:cNvContentPartPr/>
                <p14:nvPr/>
              </p14:nvContentPartPr>
              <p14:xfrm>
                <a:off x="1319904" y="5522256"/>
                <a:ext cx="609840" cy="3560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67924F4-4EF4-CC2C-77E4-A1A20861FD5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301904" y="5504238"/>
                  <a:ext cx="645480" cy="3917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0FD4510-C4BE-3D42-9C9F-2EADD1839B46}"/>
                    </a:ext>
                  </a:extLst>
                </p14:cNvPr>
                <p14:cNvContentPartPr/>
                <p14:nvPr/>
              </p14:nvContentPartPr>
              <p14:xfrm>
                <a:off x="1774224" y="5746896"/>
                <a:ext cx="195120" cy="2617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0FD4510-C4BE-3D42-9C9F-2EADD1839B4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756224" y="5728896"/>
                  <a:ext cx="2307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E14F2ED-BA5A-2702-80D4-8FD994708FA6}"/>
                    </a:ext>
                  </a:extLst>
                </p14:cNvPr>
                <p14:cNvContentPartPr/>
                <p14:nvPr/>
              </p14:nvContentPartPr>
              <p14:xfrm>
                <a:off x="1213704" y="6184296"/>
                <a:ext cx="59760" cy="59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E14F2ED-BA5A-2702-80D4-8FD994708FA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95704" y="6166296"/>
                  <a:ext cx="954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A04A7EC-EE02-0806-181A-6782EA94CD98}"/>
                    </a:ext>
                  </a:extLst>
                </p14:cNvPr>
                <p14:cNvContentPartPr/>
                <p14:nvPr/>
              </p14:nvContentPartPr>
              <p14:xfrm>
                <a:off x="1345104" y="4814496"/>
                <a:ext cx="822240" cy="13507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A04A7EC-EE02-0806-181A-6782EA94CD9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327112" y="4796491"/>
                  <a:ext cx="857864" cy="13863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11A266D-07D2-6810-CDD5-048EB02F2C1F}"/>
                    </a:ext>
                  </a:extLst>
                </p14:cNvPr>
                <p14:cNvContentPartPr/>
                <p14:nvPr/>
              </p14:nvContentPartPr>
              <p14:xfrm>
                <a:off x="1378944" y="5429376"/>
                <a:ext cx="807840" cy="7570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11A266D-07D2-6810-CDD5-048EB02F2C1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360944" y="5411376"/>
                  <a:ext cx="843480" cy="79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D9A0770-FD2B-DCB1-0336-3E3FA68EBB0C}"/>
                    </a:ext>
                  </a:extLst>
                </p14:cNvPr>
                <p14:cNvContentPartPr/>
                <p14:nvPr/>
              </p14:nvContentPartPr>
              <p14:xfrm>
                <a:off x="1382544" y="6103296"/>
                <a:ext cx="702360" cy="1080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D9A0770-FD2B-DCB1-0336-3E3FA68EBB0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364544" y="6085296"/>
                  <a:ext cx="7380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DEF4A68-C43A-9240-BE4B-A62D865ECA4B}"/>
                    </a:ext>
                  </a:extLst>
                </p14:cNvPr>
                <p14:cNvContentPartPr/>
                <p14:nvPr/>
              </p14:nvContentPartPr>
              <p14:xfrm>
                <a:off x="1963944" y="6011496"/>
                <a:ext cx="186120" cy="2649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DEF4A68-C43A-9240-BE4B-A62D865ECA4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945944" y="5993496"/>
                  <a:ext cx="2217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FEAB453-30FF-048D-8B6E-C87D260CAF49}"/>
                    </a:ext>
                  </a:extLst>
                </p14:cNvPr>
                <p14:cNvContentPartPr/>
                <p14:nvPr/>
              </p14:nvContentPartPr>
              <p14:xfrm>
                <a:off x="589464" y="4438296"/>
                <a:ext cx="147600" cy="1656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FEAB453-30FF-048D-8B6E-C87D260CAF4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71464" y="4420296"/>
                  <a:ext cx="1832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16A3AF8-33F3-26DC-D637-B87229DFE9E1}"/>
                    </a:ext>
                  </a:extLst>
                </p14:cNvPr>
                <p14:cNvContentPartPr/>
                <p14:nvPr/>
              </p14:nvContentPartPr>
              <p14:xfrm>
                <a:off x="694944" y="4451616"/>
                <a:ext cx="187560" cy="1346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16A3AF8-33F3-26DC-D637-B87229DFE9E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76944" y="4433616"/>
                  <a:ext cx="2232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51A9C69-5593-924C-21F7-B9D2D09C0C99}"/>
                    </a:ext>
                  </a:extLst>
                </p14:cNvPr>
                <p14:cNvContentPartPr/>
                <p14:nvPr/>
              </p14:nvContentPartPr>
              <p14:xfrm>
                <a:off x="922464" y="4562856"/>
                <a:ext cx="18360" cy="114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51A9C69-5593-924C-21F7-B9D2D09C0C9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04464" y="4544856"/>
                  <a:ext cx="54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269A77A-847A-F936-C463-C52B6E19A1FC}"/>
                    </a:ext>
                  </a:extLst>
                </p14:cNvPr>
                <p14:cNvContentPartPr/>
                <p14:nvPr/>
              </p14:nvContentPartPr>
              <p14:xfrm>
                <a:off x="576144" y="5376456"/>
                <a:ext cx="149400" cy="1494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269A77A-847A-F936-C463-C52B6E19A1F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58187" y="5358456"/>
                  <a:ext cx="184954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5FA9FED-05B7-AB0B-0987-2F1DCAE4F2F2}"/>
                    </a:ext>
                  </a:extLst>
                </p14:cNvPr>
                <p14:cNvContentPartPr/>
                <p14:nvPr/>
              </p14:nvContentPartPr>
              <p14:xfrm>
                <a:off x="691344" y="5367096"/>
                <a:ext cx="160920" cy="1310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5FA9FED-05B7-AB0B-0987-2F1DCAE4F2F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73344" y="5349145"/>
                  <a:ext cx="196560" cy="1665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DCD4954-9115-1CBF-0EAB-843AD60599C8}"/>
                    </a:ext>
                  </a:extLst>
                </p14:cNvPr>
                <p14:cNvContentPartPr/>
                <p14:nvPr/>
              </p14:nvContentPartPr>
              <p14:xfrm>
                <a:off x="868104" y="5483736"/>
                <a:ext cx="115560" cy="1411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DCD4954-9115-1CBF-0EAB-843AD60599C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0104" y="5465736"/>
                  <a:ext cx="1512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CCC9DDB-190D-CCBB-4653-BFC0C5AA4835}"/>
                    </a:ext>
                  </a:extLst>
                </p14:cNvPr>
                <p14:cNvContentPartPr/>
                <p14:nvPr/>
              </p14:nvContentPartPr>
              <p14:xfrm>
                <a:off x="720864" y="6187536"/>
                <a:ext cx="164520" cy="1479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CCC9DDB-190D-CCBB-4653-BFC0C5AA483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02864" y="6169492"/>
                  <a:ext cx="200160" cy="1836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6B42103-2E44-0FBA-CA84-D16A2F97A71C}"/>
                    </a:ext>
                  </a:extLst>
                </p14:cNvPr>
                <p14:cNvContentPartPr/>
                <p14:nvPr/>
              </p14:nvContentPartPr>
              <p14:xfrm>
                <a:off x="898704" y="6137496"/>
                <a:ext cx="156240" cy="1695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6B42103-2E44-0FBA-CA84-D16A2F97A71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80704" y="6119496"/>
                  <a:ext cx="1918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A473610-62E8-54C2-1897-1176138AC102}"/>
                    </a:ext>
                  </a:extLst>
                </p14:cNvPr>
                <p14:cNvContentPartPr/>
                <p14:nvPr/>
              </p14:nvContentPartPr>
              <p14:xfrm>
                <a:off x="1046664" y="6259896"/>
                <a:ext cx="119520" cy="1328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A473610-62E8-54C2-1897-1176138AC10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28610" y="6241847"/>
                  <a:ext cx="155268" cy="16857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D0D5F323-9601-9706-E4F9-49B17FE08B4A}"/>
                  </a:ext>
                </a:extLst>
              </p14:cNvPr>
              <p14:cNvContentPartPr/>
              <p14:nvPr/>
            </p14:nvContentPartPr>
            <p14:xfrm>
              <a:off x="1687104" y="3587256"/>
              <a:ext cx="205920" cy="56016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D0D5F323-9601-9706-E4F9-49B17FE08B4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669104" y="3569256"/>
                <a:ext cx="241560" cy="5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B42E8981-A065-C056-FCF7-5DCEEF81A7BF}"/>
                  </a:ext>
                </a:extLst>
              </p14:cNvPr>
              <p14:cNvContentPartPr/>
              <p14:nvPr/>
            </p14:nvContentPartPr>
            <p14:xfrm>
              <a:off x="1678464" y="3604176"/>
              <a:ext cx="223560" cy="1944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B42E8981-A065-C056-FCF7-5DCEEF81A7B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660435" y="3586503"/>
                <a:ext cx="259257" cy="5443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61332E9-4BA2-E0E2-28A8-294551091404}"/>
              </a:ext>
            </a:extLst>
          </p:cNvPr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7041170" y="2352232"/>
            <a:ext cx="3756576" cy="4040504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B2E77DC-EBB1-8ED5-47C7-636515156A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468178"/>
              </p:ext>
            </p:extLst>
          </p:nvPr>
        </p:nvGraphicFramePr>
        <p:xfrm>
          <a:off x="5605334" y="783081"/>
          <a:ext cx="29972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952">
                  <a:extLst>
                    <a:ext uri="{9D8B030D-6E8A-4147-A177-3AD203B41FA5}">
                      <a16:colId xmlns:a16="http://schemas.microsoft.com/office/drawing/2014/main" val="3918328764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138283842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451273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102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017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463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325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6AE84-6DFA-8CCA-540D-B41FD44BE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6AC1DC-FE4F-0FB4-799F-B281E5B0F1D8}"/>
              </a:ext>
            </a:extLst>
          </p:cNvPr>
          <p:cNvSpPr txBox="1"/>
          <p:nvPr/>
        </p:nvSpPr>
        <p:spPr>
          <a:xfrm>
            <a:off x="137160" y="220117"/>
            <a:ext cx="575013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Multi-Neuron Layer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b) With Batch input (2 input)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Formula: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693004-B140-78EC-3907-E5CD6A9C6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56" y="3205694"/>
            <a:ext cx="1943362" cy="446611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31EE4982-0B67-AD98-29B0-C54F6B9F6560}"/>
              </a:ext>
            </a:extLst>
          </p:cNvPr>
          <p:cNvSpPr/>
          <p:nvPr/>
        </p:nvSpPr>
        <p:spPr>
          <a:xfrm>
            <a:off x="2167128" y="4151376"/>
            <a:ext cx="736390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3239B8D-B0E9-47C2-C36F-D2E4AB8D7FC0}"/>
              </a:ext>
            </a:extLst>
          </p:cNvPr>
          <p:cNvSpPr/>
          <p:nvPr/>
        </p:nvSpPr>
        <p:spPr>
          <a:xfrm>
            <a:off x="2167128" y="4955247"/>
            <a:ext cx="736390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C76ED68-C10D-29CC-00D5-3ACE53A7E65A}"/>
              </a:ext>
            </a:extLst>
          </p:cNvPr>
          <p:cNvSpPr/>
          <p:nvPr/>
        </p:nvSpPr>
        <p:spPr>
          <a:xfrm>
            <a:off x="2167128" y="5759118"/>
            <a:ext cx="736390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1FAAEE6-FF83-0854-55E0-CD3910562476}"/>
              </a:ext>
            </a:extLst>
          </p:cNvPr>
          <p:cNvGrpSpPr/>
          <p:nvPr/>
        </p:nvGrpSpPr>
        <p:grpSpPr>
          <a:xfrm>
            <a:off x="2779704" y="3930336"/>
            <a:ext cx="177840" cy="247320"/>
            <a:chOff x="2779704" y="3930336"/>
            <a:chExt cx="177840" cy="24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7A977A6-FB9F-0622-8E99-C0AC5D711658}"/>
                    </a:ext>
                  </a:extLst>
                </p14:cNvPr>
                <p14:cNvContentPartPr/>
                <p14:nvPr/>
              </p14:nvContentPartPr>
              <p14:xfrm>
                <a:off x="2850984" y="3930336"/>
                <a:ext cx="106560" cy="210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7A977A6-FB9F-0622-8E99-C0AC5D71165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33045" y="3912367"/>
                  <a:ext cx="142080" cy="2461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A3BA1BC-C2A3-D274-125C-3014F1B8E6DF}"/>
                    </a:ext>
                  </a:extLst>
                </p14:cNvPr>
                <p14:cNvContentPartPr/>
                <p14:nvPr/>
              </p14:nvContentPartPr>
              <p14:xfrm>
                <a:off x="2779704" y="4038336"/>
                <a:ext cx="117000" cy="139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A3BA1BC-C2A3-D274-125C-3014F1B8E6D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61704" y="4020336"/>
                  <a:ext cx="15264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7CD2CD8-4572-3DD9-4907-1FD6280FB377}"/>
              </a:ext>
            </a:extLst>
          </p:cNvPr>
          <p:cNvGrpSpPr/>
          <p:nvPr/>
        </p:nvGrpSpPr>
        <p:grpSpPr>
          <a:xfrm>
            <a:off x="3015504" y="3712536"/>
            <a:ext cx="257040" cy="222120"/>
            <a:chOff x="3015504" y="3712536"/>
            <a:chExt cx="257040" cy="22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16C0391-949E-174D-9944-FE097E92B47A}"/>
                    </a:ext>
                  </a:extLst>
                </p14:cNvPr>
                <p14:cNvContentPartPr/>
                <p14:nvPr/>
              </p14:nvContentPartPr>
              <p14:xfrm>
                <a:off x="3015504" y="3712536"/>
                <a:ext cx="121320" cy="1479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16C0391-949E-174D-9944-FE097E92B47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97504" y="3694536"/>
                  <a:ext cx="156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AED32D7-3EC5-2BB5-0EAD-283654E724E3}"/>
                    </a:ext>
                  </a:extLst>
                </p14:cNvPr>
                <p14:cNvContentPartPr/>
                <p14:nvPr/>
              </p14:nvContentPartPr>
              <p14:xfrm>
                <a:off x="3253464" y="3798216"/>
                <a:ext cx="19080" cy="1364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AED32D7-3EC5-2BB5-0EAD-283654E724E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35464" y="3780263"/>
                  <a:ext cx="54720" cy="17198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F114D58-F45F-1702-5427-C81CA320E60F}"/>
              </a:ext>
            </a:extLst>
          </p:cNvPr>
          <p:cNvGrpSpPr/>
          <p:nvPr/>
        </p:nvGrpSpPr>
        <p:grpSpPr>
          <a:xfrm>
            <a:off x="2809224" y="4685976"/>
            <a:ext cx="561960" cy="363960"/>
            <a:chOff x="2809224" y="4685976"/>
            <a:chExt cx="561960" cy="36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4DFB038-F518-CFBA-628A-1C4BBFDBD840}"/>
                    </a:ext>
                  </a:extLst>
                </p14:cNvPr>
                <p14:cNvContentPartPr/>
                <p14:nvPr/>
              </p14:nvContentPartPr>
              <p14:xfrm>
                <a:off x="2848464" y="4861656"/>
                <a:ext cx="86400" cy="139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4DFB038-F518-CFBA-628A-1C4BBFDBD84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30464" y="4843656"/>
                  <a:ext cx="1220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14A39B6-813A-5D5E-0E84-425A12B27754}"/>
                    </a:ext>
                  </a:extLst>
                </p14:cNvPr>
                <p14:cNvContentPartPr/>
                <p14:nvPr/>
              </p14:nvContentPartPr>
              <p14:xfrm>
                <a:off x="2809224" y="4931496"/>
                <a:ext cx="201960" cy="1184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14A39B6-813A-5D5E-0E84-425A12B2775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91224" y="4913496"/>
                  <a:ext cx="2376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75CA5A8-803D-8A8E-B861-8B33CB246687}"/>
                    </a:ext>
                  </a:extLst>
                </p14:cNvPr>
                <p14:cNvContentPartPr/>
                <p14:nvPr/>
              </p14:nvContentPartPr>
              <p14:xfrm>
                <a:off x="3055104" y="4685976"/>
                <a:ext cx="159120" cy="2070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75CA5A8-803D-8A8E-B861-8B33CB24668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37104" y="4667976"/>
                  <a:ext cx="1947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886C940-DB29-E43E-65B2-B8134BA4438D}"/>
                    </a:ext>
                  </a:extLst>
                </p14:cNvPr>
                <p14:cNvContentPartPr/>
                <p14:nvPr/>
              </p14:nvContentPartPr>
              <p14:xfrm>
                <a:off x="3218904" y="4912416"/>
                <a:ext cx="152280" cy="964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886C940-DB29-E43E-65B2-B8134BA4438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00904" y="4894483"/>
                  <a:ext cx="187920" cy="13198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75590572-9133-400D-911C-92C1D86E9FEC}"/>
              </a:ext>
            </a:extLst>
          </p:cNvPr>
          <p:cNvGrpSpPr/>
          <p:nvPr/>
        </p:nvGrpSpPr>
        <p:grpSpPr>
          <a:xfrm>
            <a:off x="2897424" y="5516496"/>
            <a:ext cx="592560" cy="484560"/>
            <a:chOff x="2897424" y="5516496"/>
            <a:chExt cx="592560" cy="48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EB357AD-216B-8637-42BA-396FC4115F92}"/>
                    </a:ext>
                  </a:extLst>
                </p14:cNvPr>
                <p14:cNvContentPartPr/>
                <p14:nvPr/>
              </p14:nvContentPartPr>
              <p14:xfrm>
                <a:off x="2915064" y="5736096"/>
                <a:ext cx="128520" cy="207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EB357AD-216B-8637-42BA-396FC4115F9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97064" y="5718096"/>
                  <a:ext cx="1641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017CEDC-1A13-7030-331A-DD92B5D43B2C}"/>
                    </a:ext>
                  </a:extLst>
                </p14:cNvPr>
                <p14:cNvContentPartPr/>
                <p14:nvPr/>
              </p14:nvContentPartPr>
              <p14:xfrm>
                <a:off x="2897424" y="5830776"/>
                <a:ext cx="144720" cy="1702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017CEDC-1A13-7030-331A-DD92B5D43B2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79469" y="5812776"/>
                  <a:ext cx="180272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3AA2883-E108-77CD-E614-DFF2D283E052}"/>
                    </a:ext>
                  </a:extLst>
                </p14:cNvPr>
                <p14:cNvContentPartPr/>
                <p14:nvPr/>
              </p14:nvContentPartPr>
              <p14:xfrm>
                <a:off x="3184344" y="5516496"/>
                <a:ext cx="198720" cy="2365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3AA2883-E108-77CD-E614-DFF2D283E05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66344" y="5498469"/>
                  <a:ext cx="234360" cy="2722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51C796A-8AFC-EFD7-0F4D-A4A386586C5C}"/>
                    </a:ext>
                  </a:extLst>
                </p14:cNvPr>
                <p14:cNvContentPartPr/>
                <p14:nvPr/>
              </p14:nvContentPartPr>
              <p14:xfrm>
                <a:off x="3322584" y="5765616"/>
                <a:ext cx="167400" cy="1332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51C796A-8AFC-EFD7-0F4D-A4A386586C5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04584" y="5747616"/>
                  <a:ext cx="20304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C6CB9C5-3CB9-B0A5-41D6-3BE0DB9E5C81}"/>
              </a:ext>
            </a:extLst>
          </p:cNvPr>
          <p:cNvGrpSpPr/>
          <p:nvPr/>
        </p:nvGrpSpPr>
        <p:grpSpPr>
          <a:xfrm>
            <a:off x="3468744" y="4482936"/>
            <a:ext cx="718200" cy="139680"/>
            <a:chOff x="3468744" y="4482936"/>
            <a:chExt cx="718200" cy="13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CB362E8-54E6-6FD8-BE05-24AFB01655A1}"/>
                    </a:ext>
                  </a:extLst>
                </p14:cNvPr>
                <p14:cNvContentPartPr/>
                <p14:nvPr/>
              </p14:nvContentPartPr>
              <p14:xfrm>
                <a:off x="3468744" y="4526136"/>
                <a:ext cx="640080" cy="172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CB362E8-54E6-6FD8-BE05-24AFB01655A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50754" y="4507753"/>
                  <a:ext cx="675700" cy="536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B13E434-3EA0-50C4-7BB6-96799F315D18}"/>
                    </a:ext>
                  </a:extLst>
                </p14:cNvPr>
                <p14:cNvContentPartPr/>
                <p14:nvPr/>
              </p14:nvContentPartPr>
              <p14:xfrm>
                <a:off x="3996144" y="4482936"/>
                <a:ext cx="190800" cy="1396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B13E434-3EA0-50C4-7BB6-96799F315D1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78144" y="4464982"/>
                  <a:ext cx="226440" cy="17522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9CDC121-3021-82C7-496D-ABDE0A765EB8}"/>
              </a:ext>
            </a:extLst>
          </p:cNvPr>
          <p:cNvGrpSpPr/>
          <p:nvPr/>
        </p:nvGrpSpPr>
        <p:grpSpPr>
          <a:xfrm>
            <a:off x="3582144" y="5197176"/>
            <a:ext cx="671400" cy="273240"/>
            <a:chOff x="3582144" y="5197176"/>
            <a:chExt cx="671400" cy="27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C3F2F20-0926-A53F-A56F-5E67881C3FF9}"/>
                    </a:ext>
                  </a:extLst>
                </p14:cNvPr>
                <p14:cNvContentPartPr/>
                <p14:nvPr/>
              </p14:nvContentPartPr>
              <p14:xfrm>
                <a:off x="3582144" y="5306616"/>
                <a:ext cx="552240" cy="176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C3F2F20-0926-A53F-A56F-5E67881C3FF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64144" y="5288241"/>
                  <a:ext cx="587880" cy="540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BDC9EB7-A3EF-0C96-94F0-3CB5A0A1D367}"/>
                    </a:ext>
                  </a:extLst>
                </p14:cNvPr>
                <p14:cNvContentPartPr/>
                <p14:nvPr/>
              </p14:nvContentPartPr>
              <p14:xfrm>
                <a:off x="3957624" y="5197176"/>
                <a:ext cx="295920" cy="273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BDC9EB7-A3EF-0C96-94F0-3CB5A0A1D36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39624" y="5179176"/>
                  <a:ext cx="331560" cy="30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C97A20B-7233-7616-6ADD-AFA6838E5CCE}"/>
              </a:ext>
            </a:extLst>
          </p:cNvPr>
          <p:cNvGrpSpPr/>
          <p:nvPr/>
        </p:nvGrpSpPr>
        <p:grpSpPr>
          <a:xfrm>
            <a:off x="3591864" y="5973336"/>
            <a:ext cx="580680" cy="180720"/>
            <a:chOff x="3591864" y="5973336"/>
            <a:chExt cx="580680" cy="18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E27B5B2-8EA2-B660-31F8-1B84EDF11CC6}"/>
                    </a:ext>
                  </a:extLst>
                </p14:cNvPr>
                <p14:cNvContentPartPr/>
                <p14:nvPr/>
              </p14:nvContentPartPr>
              <p14:xfrm>
                <a:off x="3591864" y="6093936"/>
                <a:ext cx="499680" cy="486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E27B5B2-8EA2-B660-31F8-1B84EDF11CC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73864" y="6075802"/>
                  <a:ext cx="535320" cy="845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5B7E006-8F84-DBE0-F8C0-6B71A180C365}"/>
                    </a:ext>
                  </a:extLst>
                </p14:cNvPr>
                <p14:cNvContentPartPr/>
                <p14:nvPr/>
              </p14:nvContentPartPr>
              <p14:xfrm>
                <a:off x="3983184" y="5973336"/>
                <a:ext cx="189360" cy="1807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5B7E006-8F84-DBE0-F8C0-6B71A180C36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65218" y="5955336"/>
                  <a:ext cx="224932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4E46184D-FDAA-F812-74A4-BF647DD58912}"/>
              </a:ext>
            </a:extLst>
          </p:cNvPr>
          <p:cNvGrpSpPr/>
          <p:nvPr/>
        </p:nvGrpSpPr>
        <p:grpSpPr>
          <a:xfrm>
            <a:off x="4362264" y="4449096"/>
            <a:ext cx="286560" cy="198720"/>
            <a:chOff x="4362264" y="4449096"/>
            <a:chExt cx="286560" cy="19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630C068-FD7C-11A0-CC5B-537238A21599}"/>
                    </a:ext>
                  </a:extLst>
                </p14:cNvPr>
                <p14:cNvContentPartPr/>
                <p14:nvPr/>
              </p14:nvContentPartPr>
              <p14:xfrm>
                <a:off x="4362264" y="4449096"/>
                <a:ext cx="187920" cy="1335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630C068-FD7C-11A0-CC5B-537238A2159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344298" y="4431144"/>
                  <a:ext cx="223492" cy="1691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7981C9B-2937-7E4F-33D1-08C14D21868B}"/>
                    </a:ext>
                  </a:extLst>
                </p14:cNvPr>
                <p14:cNvContentPartPr/>
                <p14:nvPr/>
              </p14:nvContentPartPr>
              <p14:xfrm>
                <a:off x="4623984" y="4538016"/>
                <a:ext cx="24840" cy="1098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7981C9B-2937-7E4F-33D1-08C14D21868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06241" y="4520016"/>
                  <a:ext cx="59971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AFAE186A-0E05-D7D4-2A0D-26662F9C3F5D}"/>
              </a:ext>
            </a:extLst>
          </p:cNvPr>
          <p:cNvGrpSpPr/>
          <p:nvPr/>
        </p:nvGrpSpPr>
        <p:grpSpPr>
          <a:xfrm>
            <a:off x="4400784" y="5284296"/>
            <a:ext cx="399240" cy="257400"/>
            <a:chOff x="4400784" y="5284296"/>
            <a:chExt cx="399240" cy="25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24DE6E7-8E2D-12A7-91C1-5DB312250C49}"/>
                    </a:ext>
                  </a:extLst>
                </p14:cNvPr>
                <p14:cNvContentPartPr/>
                <p14:nvPr/>
              </p14:nvContentPartPr>
              <p14:xfrm>
                <a:off x="4400784" y="5284296"/>
                <a:ext cx="181800" cy="1472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24DE6E7-8E2D-12A7-91C1-5DB312250C4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82748" y="5266296"/>
                  <a:ext cx="217511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69BC00E-9950-649B-772A-D0C1AFD0E47F}"/>
                    </a:ext>
                  </a:extLst>
                </p14:cNvPr>
                <p14:cNvContentPartPr/>
                <p14:nvPr/>
              </p14:nvContentPartPr>
              <p14:xfrm>
                <a:off x="4627944" y="5410296"/>
                <a:ext cx="172080" cy="1314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69BC00E-9950-649B-772A-D0C1AFD0E47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09982" y="5392296"/>
                  <a:ext cx="207646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81E079C4-EB4C-855C-DC29-2BE65D61E571}"/>
              </a:ext>
            </a:extLst>
          </p:cNvPr>
          <p:cNvGrpSpPr/>
          <p:nvPr/>
        </p:nvGrpSpPr>
        <p:grpSpPr>
          <a:xfrm>
            <a:off x="4421304" y="5973336"/>
            <a:ext cx="381240" cy="264240"/>
            <a:chOff x="4421304" y="5973336"/>
            <a:chExt cx="381240" cy="26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6C99A14-AF72-9B41-E067-1052C105FC05}"/>
                    </a:ext>
                  </a:extLst>
                </p14:cNvPr>
                <p14:cNvContentPartPr/>
                <p14:nvPr/>
              </p14:nvContentPartPr>
              <p14:xfrm>
                <a:off x="4421304" y="5973336"/>
                <a:ext cx="234360" cy="1756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6C99A14-AF72-9B41-E067-1052C105FC0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403304" y="5955336"/>
                  <a:ext cx="2700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D2E6F98-F45B-FE79-1B83-D8ABEB567B64}"/>
                    </a:ext>
                  </a:extLst>
                </p14:cNvPr>
                <p14:cNvContentPartPr/>
                <p14:nvPr/>
              </p14:nvContentPartPr>
              <p14:xfrm>
                <a:off x="4661424" y="6126696"/>
                <a:ext cx="141120" cy="1108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D2E6F98-F45B-FE79-1B83-D8ABEB567B6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43424" y="6108696"/>
                  <a:ext cx="17676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7D252B9A-7A01-9265-B79B-81A6CD778AED}"/>
              </a:ext>
            </a:extLst>
          </p:cNvPr>
          <p:cNvGrpSpPr/>
          <p:nvPr/>
        </p:nvGrpSpPr>
        <p:grpSpPr>
          <a:xfrm>
            <a:off x="576144" y="4438296"/>
            <a:ext cx="1647000" cy="1954440"/>
            <a:chOff x="576144" y="4438296"/>
            <a:chExt cx="1647000" cy="195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A5EE903-4EE5-24A2-C52C-DB209CC06A65}"/>
                    </a:ext>
                  </a:extLst>
                </p14:cNvPr>
                <p14:cNvContentPartPr/>
                <p14:nvPr/>
              </p14:nvContentPartPr>
              <p14:xfrm>
                <a:off x="1211184" y="6157296"/>
                <a:ext cx="65880" cy="770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A5EE903-4EE5-24A2-C52C-DB209CC06A6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93184" y="6139296"/>
                  <a:ext cx="1015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508E334-C154-468C-920E-624FFF163F45}"/>
                    </a:ext>
                  </a:extLst>
                </p14:cNvPr>
                <p14:cNvContentPartPr/>
                <p14:nvPr/>
              </p14:nvContentPartPr>
              <p14:xfrm>
                <a:off x="1135944" y="4490856"/>
                <a:ext cx="65160" cy="525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508E334-C154-468C-920E-624FFF163F4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17944" y="4472978"/>
                  <a:ext cx="100800" cy="87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DE7B00E-CAC7-FC1C-4C96-762A3ECD4F93}"/>
                    </a:ext>
                  </a:extLst>
                </p14:cNvPr>
                <p14:cNvContentPartPr/>
                <p14:nvPr/>
              </p14:nvContentPartPr>
              <p14:xfrm>
                <a:off x="1158264" y="5371416"/>
                <a:ext cx="91800" cy="878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DE7B00E-CAC7-FC1C-4C96-762A3ECD4F9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40264" y="5353416"/>
                  <a:ext cx="1274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68EB778-4186-E54A-0934-520932817D4B}"/>
                    </a:ext>
                  </a:extLst>
                </p14:cNvPr>
                <p14:cNvContentPartPr/>
                <p14:nvPr/>
              </p14:nvContentPartPr>
              <p14:xfrm>
                <a:off x="1327464" y="4483656"/>
                <a:ext cx="873000" cy="820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68EB778-4186-E54A-0934-520932817D4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309464" y="4465735"/>
                  <a:ext cx="908640" cy="1175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1909BF9-D490-D3B1-80A6-69D74F55EAFB}"/>
                    </a:ext>
                  </a:extLst>
                </p14:cNvPr>
                <p14:cNvContentPartPr/>
                <p14:nvPr/>
              </p14:nvContentPartPr>
              <p14:xfrm>
                <a:off x="1970064" y="4438296"/>
                <a:ext cx="227160" cy="1836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1909BF9-D490-D3B1-80A6-69D74F55EAF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52064" y="4420261"/>
                  <a:ext cx="262800" cy="2193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DC17069-FDB5-23C2-15F6-E6BCDC429CE6}"/>
                    </a:ext>
                  </a:extLst>
                </p14:cNvPr>
                <p14:cNvContentPartPr/>
                <p14:nvPr/>
              </p14:nvContentPartPr>
              <p14:xfrm>
                <a:off x="1344744" y="4640976"/>
                <a:ext cx="813240" cy="6350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DC17069-FDB5-23C2-15F6-E6BCDC429CE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326744" y="4622976"/>
                  <a:ext cx="848880" cy="67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1942A2C-FD9E-4169-0A6A-9225B6F396FB}"/>
                    </a:ext>
                  </a:extLst>
                </p14:cNvPr>
                <p14:cNvContentPartPr/>
                <p14:nvPr/>
              </p14:nvContentPartPr>
              <p14:xfrm>
                <a:off x="1284624" y="4730616"/>
                <a:ext cx="866160" cy="11530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1942A2C-FD9E-4169-0A6A-9225B6F396F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266624" y="4712616"/>
                  <a:ext cx="901800" cy="11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25E900F-B824-A6C7-543C-F9A0FF8BF298}"/>
                    </a:ext>
                  </a:extLst>
                </p14:cNvPr>
                <p14:cNvContentPartPr/>
                <p14:nvPr/>
              </p14:nvContentPartPr>
              <p14:xfrm>
                <a:off x="2016144" y="5722776"/>
                <a:ext cx="207000" cy="2253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25E900F-B824-A6C7-543C-F9A0FF8BF29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998144" y="5704776"/>
                  <a:ext cx="2426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C02038F-0076-68C5-75A8-53B63503427A}"/>
                    </a:ext>
                  </a:extLst>
                </p14:cNvPr>
                <p14:cNvContentPartPr/>
                <p14:nvPr/>
              </p14:nvContentPartPr>
              <p14:xfrm>
                <a:off x="1313424" y="4713696"/>
                <a:ext cx="754920" cy="6519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C02038F-0076-68C5-75A8-53B63503427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295433" y="4695696"/>
                  <a:ext cx="790543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778E482-E20E-1FF4-51A0-429329E88CFE}"/>
                    </a:ext>
                  </a:extLst>
                </p14:cNvPr>
                <p14:cNvContentPartPr/>
                <p14:nvPr/>
              </p14:nvContentPartPr>
              <p14:xfrm>
                <a:off x="1364544" y="5345136"/>
                <a:ext cx="577080" cy="702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778E482-E20E-1FF4-51A0-429329E88CF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346544" y="5327136"/>
                  <a:ext cx="6127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82E6367-751D-6992-DB9D-25B882CE840E}"/>
                    </a:ext>
                  </a:extLst>
                </p14:cNvPr>
                <p14:cNvContentPartPr/>
                <p14:nvPr/>
              </p14:nvContentPartPr>
              <p14:xfrm>
                <a:off x="1842624" y="5275656"/>
                <a:ext cx="175320" cy="1461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82E6367-751D-6992-DB9D-25B882CE840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24624" y="5257656"/>
                  <a:ext cx="2109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E297CBF-8C15-6947-3950-68474881FAA1}"/>
                    </a:ext>
                  </a:extLst>
                </p14:cNvPr>
                <p14:cNvContentPartPr/>
                <p14:nvPr/>
              </p14:nvContentPartPr>
              <p14:xfrm>
                <a:off x="1319904" y="5522256"/>
                <a:ext cx="609840" cy="3560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E297CBF-8C15-6947-3950-68474881FAA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301904" y="5504238"/>
                  <a:ext cx="645480" cy="3917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9D3AA6A-6607-2A0F-26DB-0D9FC1B0735F}"/>
                    </a:ext>
                  </a:extLst>
                </p14:cNvPr>
                <p14:cNvContentPartPr/>
                <p14:nvPr/>
              </p14:nvContentPartPr>
              <p14:xfrm>
                <a:off x="1774224" y="5746896"/>
                <a:ext cx="195120" cy="2617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9D3AA6A-6607-2A0F-26DB-0D9FC1B0735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756224" y="5728896"/>
                  <a:ext cx="2307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9CCA131-6CB4-8FA6-6AE2-44392BF074C1}"/>
                    </a:ext>
                  </a:extLst>
                </p14:cNvPr>
                <p14:cNvContentPartPr/>
                <p14:nvPr/>
              </p14:nvContentPartPr>
              <p14:xfrm>
                <a:off x="1213704" y="6184296"/>
                <a:ext cx="59760" cy="590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9CCA131-6CB4-8FA6-6AE2-44392BF074C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95704" y="6166296"/>
                  <a:ext cx="954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1AA7228-8B6B-B56C-BEBB-F0289033D102}"/>
                    </a:ext>
                  </a:extLst>
                </p14:cNvPr>
                <p14:cNvContentPartPr/>
                <p14:nvPr/>
              </p14:nvContentPartPr>
              <p14:xfrm>
                <a:off x="1345104" y="4814496"/>
                <a:ext cx="822240" cy="13507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1AA7228-8B6B-B56C-BEBB-F0289033D10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327112" y="4796491"/>
                  <a:ext cx="857864" cy="13863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8939B86-F3B0-6034-2C74-9EEE643CE5BB}"/>
                    </a:ext>
                  </a:extLst>
                </p14:cNvPr>
                <p14:cNvContentPartPr/>
                <p14:nvPr/>
              </p14:nvContentPartPr>
              <p14:xfrm>
                <a:off x="1378944" y="5429376"/>
                <a:ext cx="807840" cy="7570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8939B86-F3B0-6034-2C74-9EEE643CE5B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360944" y="5411376"/>
                  <a:ext cx="843480" cy="79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49B4B7F-BAB3-2F74-0F27-B443EE591403}"/>
                    </a:ext>
                  </a:extLst>
                </p14:cNvPr>
                <p14:cNvContentPartPr/>
                <p14:nvPr/>
              </p14:nvContentPartPr>
              <p14:xfrm>
                <a:off x="1382544" y="6103296"/>
                <a:ext cx="702360" cy="1080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49B4B7F-BAB3-2F74-0F27-B443EE59140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364544" y="6085296"/>
                  <a:ext cx="7380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AC62297-EEBE-2325-B8B1-AA3BD325A04C}"/>
                    </a:ext>
                  </a:extLst>
                </p14:cNvPr>
                <p14:cNvContentPartPr/>
                <p14:nvPr/>
              </p14:nvContentPartPr>
              <p14:xfrm>
                <a:off x="1963944" y="6011496"/>
                <a:ext cx="186120" cy="2649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AC62297-EEBE-2325-B8B1-AA3BD325A04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945944" y="5993496"/>
                  <a:ext cx="2217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1393B2F-72C7-7550-169C-57494DCD3A80}"/>
                    </a:ext>
                  </a:extLst>
                </p14:cNvPr>
                <p14:cNvContentPartPr/>
                <p14:nvPr/>
              </p14:nvContentPartPr>
              <p14:xfrm>
                <a:off x="589464" y="4438296"/>
                <a:ext cx="147600" cy="1656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1393B2F-72C7-7550-169C-57494DCD3A8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71464" y="4420296"/>
                  <a:ext cx="1832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6BD4B6C-267D-C81F-0792-08490999B1CE}"/>
                    </a:ext>
                  </a:extLst>
                </p14:cNvPr>
                <p14:cNvContentPartPr/>
                <p14:nvPr/>
              </p14:nvContentPartPr>
              <p14:xfrm>
                <a:off x="694944" y="4451616"/>
                <a:ext cx="187560" cy="1346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6BD4B6C-267D-C81F-0792-08490999B1C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76944" y="4433616"/>
                  <a:ext cx="2232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D276FD4-4C30-B78C-3583-3FF2573A9507}"/>
                    </a:ext>
                  </a:extLst>
                </p14:cNvPr>
                <p14:cNvContentPartPr/>
                <p14:nvPr/>
              </p14:nvContentPartPr>
              <p14:xfrm>
                <a:off x="922464" y="4562856"/>
                <a:ext cx="18360" cy="1144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D276FD4-4C30-B78C-3583-3FF2573A950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04464" y="4544856"/>
                  <a:ext cx="54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11E7B93-076B-7F1B-BDC2-8732F24AA431}"/>
                    </a:ext>
                  </a:extLst>
                </p14:cNvPr>
                <p14:cNvContentPartPr/>
                <p14:nvPr/>
              </p14:nvContentPartPr>
              <p14:xfrm>
                <a:off x="576144" y="5376456"/>
                <a:ext cx="149400" cy="1494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11E7B93-076B-7F1B-BDC2-8732F24AA43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58187" y="5358456"/>
                  <a:ext cx="184954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F5EA5CC-E6B9-C543-80D2-0254726F072F}"/>
                    </a:ext>
                  </a:extLst>
                </p14:cNvPr>
                <p14:cNvContentPartPr/>
                <p14:nvPr/>
              </p14:nvContentPartPr>
              <p14:xfrm>
                <a:off x="691344" y="5367096"/>
                <a:ext cx="160920" cy="1310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F5EA5CC-E6B9-C543-80D2-0254726F072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73344" y="5349145"/>
                  <a:ext cx="196560" cy="1665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863CE64-92D4-D3D2-DE4A-D24D51249968}"/>
                    </a:ext>
                  </a:extLst>
                </p14:cNvPr>
                <p14:cNvContentPartPr/>
                <p14:nvPr/>
              </p14:nvContentPartPr>
              <p14:xfrm>
                <a:off x="868104" y="5483736"/>
                <a:ext cx="115560" cy="1411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863CE64-92D4-D3D2-DE4A-D24D5124996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0104" y="5465736"/>
                  <a:ext cx="1512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2279924-935A-ED95-780C-1BDAD6D01F0A}"/>
                    </a:ext>
                  </a:extLst>
                </p14:cNvPr>
                <p14:cNvContentPartPr/>
                <p14:nvPr/>
              </p14:nvContentPartPr>
              <p14:xfrm>
                <a:off x="720864" y="6187536"/>
                <a:ext cx="164520" cy="1479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2279924-935A-ED95-780C-1BDAD6D01F0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02864" y="6169492"/>
                  <a:ext cx="200160" cy="1836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F44F732-48A7-F889-968C-73831F32FDDA}"/>
                    </a:ext>
                  </a:extLst>
                </p14:cNvPr>
                <p14:cNvContentPartPr/>
                <p14:nvPr/>
              </p14:nvContentPartPr>
              <p14:xfrm>
                <a:off x="898704" y="6137496"/>
                <a:ext cx="156240" cy="1695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F44F732-48A7-F889-968C-73831F32FDD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80704" y="6119496"/>
                  <a:ext cx="1918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E2C087D-11E6-027A-BA82-8BDD97B27658}"/>
                    </a:ext>
                  </a:extLst>
                </p14:cNvPr>
                <p14:cNvContentPartPr/>
                <p14:nvPr/>
              </p14:nvContentPartPr>
              <p14:xfrm>
                <a:off x="1046664" y="6259896"/>
                <a:ext cx="119520" cy="1328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E2C087D-11E6-027A-BA82-8BDD97B2765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28610" y="6241847"/>
                  <a:ext cx="155268" cy="16857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6BF25507-00C2-D5A4-877E-F27D8E7F2470}"/>
                  </a:ext>
                </a:extLst>
              </p14:cNvPr>
              <p14:cNvContentPartPr/>
              <p14:nvPr/>
            </p14:nvContentPartPr>
            <p14:xfrm>
              <a:off x="1687104" y="3587256"/>
              <a:ext cx="205920" cy="56016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6BF25507-00C2-D5A4-877E-F27D8E7F2470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669104" y="3569256"/>
                <a:ext cx="241560" cy="5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9CCF89C3-A614-D87B-A007-E0875E17D9C4}"/>
                  </a:ext>
                </a:extLst>
              </p14:cNvPr>
              <p14:cNvContentPartPr/>
              <p14:nvPr/>
            </p14:nvContentPartPr>
            <p14:xfrm>
              <a:off x="1678464" y="3604176"/>
              <a:ext cx="223560" cy="1944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9CCF89C3-A614-D87B-A007-E0875E17D9C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660435" y="3586503"/>
                <a:ext cx="259257" cy="54432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447A90-6C18-8782-8E5A-99ABD87A7CE2}"/>
              </a:ext>
            </a:extLst>
          </p:cNvPr>
          <p:cNvGraphicFramePr>
            <a:graphicFrameLocks noGrp="1"/>
          </p:cNvGraphicFramePr>
          <p:nvPr/>
        </p:nvGraphicFramePr>
        <p:xfrm>
          <a:off x="5605334" y="783081"/>
          <a:ext cx="29972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952">
                  <a:extLst>
                    <a:ext uri="{9D8B030D-6E8A-4147-A177-3AD203B41FA5}">
                      <a16:colId xmlns:a16="http://schemas.microsoft.com/office/drawing/2014/main" val="3918328764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138283842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451273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102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017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46306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DA1B8E3-E9D4-5A61-A3D6-343FF6076F5B}"/>
              </a:ext>
            </a:extLst>
          </p:cNvPr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6193296" y="2666077"/>
            <a:ext cx="4439490" cy="274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945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9F14D-50B7-81FF-3A9B-4940FCF70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048B21-72E8-D284-BAB6-CE30A7478AE2}"/>
              </a:ext>
            </a:extLst>
          </p:cNvPr>
          <p:cNvSpPr txBox="1"/>
          <p:nvPr/>
        </p:nvSpPr>
        <p:spPr>
          <a:xfrm>
            <a:off x="137160" y="933349"/>
            <a:ext cx="98023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are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tensorflow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pytorch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libraries available that would do this for you with lot less code for many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many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neuron layers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453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1737</TotalTime>
  <Words>232</Words>
  <Application>Microsoft Office PowerPoint</Application>
  <PresentationFormat>Widescreen</PresentationFormat>
  <Paragraphs>80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197</cp:revision>
  <dcterms:created xsi:type="dcterms:W3CDTF">2025-09-22T02:44:38Z</dcterms:created>
  <dcterms:modified xsi:type="dcterms:W3CDTF">2026-05-04T13:55:11Z</dcterms:modified>
</cp:coreProperties>
</file>