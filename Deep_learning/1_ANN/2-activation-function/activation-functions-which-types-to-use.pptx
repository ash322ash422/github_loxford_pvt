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95" r:id="rId3"/>
    <p:sldId id="299" r:id="rId4"/>
    <p:sldId id="297" r:id="rId5"/>
    <p:sldId id="296" r:id="rId6"/>
    <p:sldId id="298" r:id="rId7"/>
    <p:sldId id="276" r:id="rId8"/>
    <p:sldId id="277" r:id="rId9"/>
    <p:sldId id="278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1634990"/>
            <a:ext cx="731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C1FEDB0-2282-60F1-A0A6-6A3AC7B46492}"/>
              </a:ext>
            </a:extLst>
          </p:cNvPr>
          <p:cNvSpPr txBox="1"/>
          <p:nvPr/>
        </p:nvSpPr>
        <p:spPr>
          <a:xfrm>
            <a:off x="258924" y="224134"/>
            <a:ext cx="114789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activation unction should be used on output layer?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Choice of activation function in the output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depends directly on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of 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you’re solving with an Artificial Neural Network (ANN).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88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085B5-C85F-F97A-B380-F4C5BA08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1DCA1CB-84AA-1D74-F55D-AACE401028A8}"/>
              </a:ext>
            </a:extLst>
          </p:cNvPr>
          <p:cNvSpPr txBox="1"/>
          <p:nvPr/>
        </p:nvSpPr>
        <p:spPr>
          <a:xfrm>
            <a:off x="286917" y="176164"/>
            <a:ext cx="107407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Regression Problems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continuous values (e.g., house prices, temperature).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(identity)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no activation, just raw output.      f(x)=x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output can’t be negative (e.g., predicting age, distance).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Mean Squared Error (MSE)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Mean Absolute Error (MAE)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you care more about absolute deviations.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house price in dollars.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CA3F0-E5BE-5302-4DEF-3BCF7B1B0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477" y="3428999"/>
            <a:ext cx="2323606" cy="51561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94DCA1-BEB9-B484-C73B-DEDC38E4C24F}"/>
              </a:ext>
            </a:extLst>
          </p:cNvPr>
          <p:cNvCxnSpPr>
            <a:cxnSpLocks/>
          </p:cNvCxnSpPr>
          <p:nvPr/>
        </p:nvCxnSpPr>
        <p:spPr>
          <a:xfrm>
            <a:off x="4471603" y="3745419"/>
            <a:ext cx="45078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51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7CCC-509C-7088-3B6F-214C72B3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04ED676-2D28-CA7E-3D6A-B94611A56BBC}"/>
              </a:ext>
            </a:extLst>
          </p:cNvPr>
          <p:cNvSpPr txBox="1"/>
          <p:nvPr/>
        </p:nvSpPr>
        <p:spPr>
          <a:xfrm>
            <a:off x="100304" y="351056"/>
            <a:ext cx="90802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Binary Classification Problems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classes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(yes/no, spam/not spam).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squashes output to [0,1], interpretable as probability.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 (Log Loss)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if a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tumor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malignant (1) or benign (0).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679ED0-4915-3D25-E519-3AD39E03A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594" y="1765551"/>
            <a:ext cx="1661304" cy="662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5C8941-2330-24BC-0472-E903687A8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3185131"/>
            <a:ext cx="4427604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8F18-A555-F6A6-A772-C8B74BAD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272A3-61FF-EDFE-55F5-39C595FCA59A}"/>
              </a:ext>
            </a:extLst>
          </p:cNvPr>
          <p:cNvSpPr txBox="1"/>
          <p:nvPr/>
        </p:nvSpPr>
        <p:spPr>
          <a:xfrm>
            <a:off x="184278" y="222104"/>
            <a:ext cx="1056906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Multi-class Classification Problems (One-label)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class out of many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(mutually exclusive).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gives a probability distribution across classes, all adding up to 1.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one-hot encoded)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Categorical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integers, not one-hot).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lphaU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lphaU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Example: Handwritten digit recognition (0–9).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7F26F-9BEE-1E04-EA99-257AEB190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972" y="2630553"/>
            <a:ext cx="1752752" cy="815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57198-8072-ED8B-D0D8-88871A2C1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972" y="3717337"/>
            <a:ext cx="2194750" cy="4343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3F6E83-6AA1-40FD-F250-706A32C65AD8}"/>
              </a:ext>
            </a:extLst>
          </p:cNvPr>
          <p:cNvCxnSpPr/>
          <p:nvPr/>
        </p:nvCxnSpPr>
        <p:spPr>
          <a:xfrm>
            <a:off x="6531429" y="1970833"/>
            <a:ext cx="2432704" cy="22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36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8F71-80E7-1A25-7B75-EBCA30E1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CCC2C7-C5C0-E699-9CE3-9BABBB39F9CF}"/>
              </a:ext>
            </a:extLst>
          </p:cNvPr>
          <p:cNvSpPr txBox="1"/>
          <p:nvPr/>
        </p:nvSpPr>
        <p:spPr>
          <a:xfrm>
            <a:off x="314909" y="350826"/>
            <a:ext cx="103287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Multi-label Classification Problems (Multiple labels possible)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independent labels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(not mutually exclusive).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 (per output node)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each output is treated as independent probability.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applied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independently per label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which tags apply to a movie (action, comedy, romance — could be more than one).</a:t>
            </a:r>
          </a:p>
        </p:txBody>
      </p:sp>
    </p:spTree>
    <p:extLst>
      <p:ext uri="{BB962C8B-B14F-4D97-AF65-F5344CB8AC3E}">
        <p14:creationId xmlns:p14="http://schemas.microsoft.com/office/powerpoint/2010/main" val="15037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53BA-6310-651D-8039-948D2D39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D3FED-A032-33B8-E671-72A4051A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3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BDD9-F109-9712-F98E-3C7A40B3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8874-47FC-F37D-712E-E38E6DBD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7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E027-BD30-4147-CCD5-71315A3A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69C1-1C8C-9D4D-2429-D10937B2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8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1645</TotalTime>
  <Words>347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2026-04-01T06:16:45Z</dcterms:modified>
</cp:coreProperties>
</file>