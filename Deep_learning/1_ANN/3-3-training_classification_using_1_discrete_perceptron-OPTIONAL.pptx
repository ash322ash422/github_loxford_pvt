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666589"/>
            <a:ext cx="11700387" cy="404164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Training and classification</a:t>
            </a:r>
            <a:br>
              <a:rPr lang="en-US" b="1" dirty="0"/>
            </a:br>
            <a:r>
              <a:rPr lang="en-US" b="1" dirty="0"/>
              <a:t>using a discrete perceptron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with a </a:t>
            </a:r>
            <a:r>
              <a:rPr lang="en-US" b="1" dirty="0"/>
              <a:t>step-by-step example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B1933-E5DA-968C-486B-4D7D8F10EA05}"/>
              </a:ext>
            </a:extLst>
          </p:cNvPr>
          <p:cNvSpPr txBox="1"/>
          <p:nvPr/>
        </p:nvSpPr>
        <p:spPr>
          <a:xfrm>
            <a:off x="594846" y="179121"/>
            <a:ext cx="6184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1.Quick Recap: Discrete Perceptron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B29AA-BDA4-83D9-F25A-D06FB0F10BAD}"/>
                  </a:ext>
                </a:extLst>
              </p:cNvPr>
              <p:cNvSpPr txBox="1"/>
              <p:nvPr/>
            </p:nvSpPr>
            <p:spPr>
              <a:xfrm>
                <a:off x="275303" y="1595443"/>
                <a:ext cx="10373032" cy="4865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is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single-layer perceptron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that uses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(threshold) activation function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ar-AE" sz="2400" i="1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2400" i="1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ar-AE" sz="2400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ar-AE" sz="2400" i="1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ar-AE" sz="2400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2400" i="1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ar-AE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ar-AE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4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classifies inputs into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two classes (0 or 1)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Training adjusts weights using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Perceptron Learning Rule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true</m:t>
                              </m:r>
                            </m:sub>
                          </m:s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pred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learning rate (often 1 for discrete perceptron)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true</m:t>
                        </m:r>
                      </m:sub>
                    </m:sSub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actual class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pred</m:t>
                        </m:r>
                      </m:sub>
                    </m:sSub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class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B29AA-BDA4-83D9-F25A-D06FB0F10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03" y="1595443"/>
                <a:ext cx="10373032" cy="4865243"/>
              </a:xfrm>
              <a:prstGeom prst="rect">
                <a:avLst/>
              </a:prstGeom>
              <a:blipFill>
                <a:blip r:embed="rId2"/>
                <a:stretch>
                  <a:fillRect l="-881" t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F081-E4E5-3C38-0A87-B5888070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7A021-CBC8-9CA3-15EA-EEE45128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4598154" cy="47374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2. Example Problem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5EB596-517F-60E0-BD65-B11EA8B9C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91" y="2301143"/>
            <a:ext cx="7996599" cy="2604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58AFE9-4E08-B61F-742F-094A53A7DFCE}"/>
              </a:ext>
            </a:extLst>
          </p:cNvPr>
          <p:cNvSpPr txBox="1"/>
          <p:nvPr/>
        </p:nvSpPr>
        <p:spPr>
          <a:xfrm>
            <a:off x="201554" y="1100814"/>
            <a:ext cx="103779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use a simple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gate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as our classification problem. Let's construct a perceptron that can classify output as 0 or 1 depending on the input.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0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EAFD-C305-3E17-F67F-BD3347D5D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D9724-1D52-A9A6-4B19-DE5DAC65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5237251" cy="509311"/>
          </a:xfrm>
        </p:spPr>
        <p:txBody>
          <a:bodyPr>
            <a:normAutofit/>
          </a:bodyPr>
          <a:lstStyle/>
          <a:p>
            <a:r>
              <a:rPr lang="en-US" sz="2800" dirty="0"/>
              <a:t>3. Step-by-Step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930CE9-4EB2-0867-51B9-4206E9E9FD32}"/>
                  </a:ext>
                </a:extLst>
              </p:cNvPr>
              <p:cNvSpPr txBox="1"/>
              <p:nvPr/>
            </p:nvSpPr>
            <p:spPr>
              <a:xfrm>
                <a:off x="29495" y="1134209"/>
                <a:ext cx="10058400" cy="4278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Initial setup: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Weights: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Bias: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Learning rate: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Epoch 1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Go through each training example: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Case 1: (0,0) → Expected = 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Correct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✅ (no update).</a:t>
                </a:r>
              </a:p>
              <a:p>
                <a:pPr marL="0" indent="0">
                  <a:buNone/>
                </a:pPr>
                <a:endParaRPr lang="en-US" sz="3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930CE9-4EB2-0867-51B9-4206E9E9F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5" y="1134209"/>
                <a:ext cx="10058400" cy="4278094"/>
              </a:xfrm>
              <a:prstGeom prst="rect">
                <a:avLst/>
              </a:prstGeom>
              <a:blipFill>
                <a:blip r:embed="rId2"/>
                <a:stretch>
                  <a:fillRect l="-970" t="-11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76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1A6FC-C8E8-1372-EB2F-1BF99308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D6EF707-12D6-4AD5-9BC5-F96E32A4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5237251" cy="509311"/>
          </a:xfrm>
        </p:spPr>
        <p:txBody>
          <a:bodyPr>
            <a:normAutofit/>
          </a:bodyPr>
          <a:lstStyle/>
          <a:p>
            <a:r>
              <a:rPr lang="en-US" sz="2800" dirty="0"/>
              <a:t>3. Step-by-Step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69A848-511B-6C29-2098-28E805747C18}"/>
                  </a:ext>
                </a:extLst>
              </p:cNvPr>
              <p:cNvSpPr txBox="1"/>
              <p:nvPr/>
            </p:nvSpPr>
            <p:spPr>
              <a:xfrm>
                <a:off x="629264" y="1707024"/>
                <a:ext cx="10314039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Case 2: (0,1) → Expected = 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but actual = 1 → Wrong ❌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Update weights: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69A848-511B-6C29-2098-28E805747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64" y="1707024"/>
                <a:ext cx="10314039" cy="3416320"/>
              </a:xfrm>
              <a:prstGeom prst="rect">
                <a:avLst/>
              </a:prstGeom>
              <a:blipFill>
                <a:blip r:embed="rId2"/>
                <a:stretch>
                  <a:fillRect l="-887" t="-1429" b="-3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56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9329-9039-AFDD-4C20-6581AC3F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4111FA0-80D2-7D40-0AF9-BFAFE6D9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5237251" cy="509311"/>
          </a:xfrm>
        </p:spPr>
        <p:txBody>
          <a:bodyPr>
            <a:normAutofit/>
          </a:bodyPr>
          <a:lstStyle/>
          <a:p>
            <a:r>
              <a:rPr lang="en-US" sz="2800" dirty="0"/>
              <a:t>3. Step-by-Step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2D0D89-F66D-7131-FC84-A1E2726F135F}"/>
                  </a:ext>
                </a:extLst>
              </p:cNvPr>
              <p:cNvSpPr txBox="1"/>
              <p:nvPr/>
            </p:nvSpPr>
            <p:spPr>
              <a:xfrm>
                <a:off x="245806" y="1723298"/>
                <a:ext cx="9507794" cy="4647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Case 3: (1,0) → Expected = 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Correct ✅</a:t>
                </a:r>
              </a:p>
              <a:p>
                <a:pPr marL="0" indent="0">
                  <a:buNone/>
                </a:pPr>
                <a:b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Case 4: (1,1) → Expected = 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Predicted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→ Correct ✅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✅ After just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 epoch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the perceptron has already learned the OR function.</a:t>
                </a:r>
              </a:p>
              <a:p>
                <a:pPr marL="0" indent="0">
                  <a:buNone/>
                </a:pPr>
                <a:endParaRPr lang="en-US" sz="32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2D0D89-F66D-7131-FC84-A1E2726F1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6" y="1723298"/>
                <a:ext cx="9507794" cy="4647426"/>
              </a:xfrm>
              <a:prstGeom prst="rect">
                <a:avLst/>
              </a:prstGeom>
              <a:blipFill>
                <a:blip r:embed="rId2"/>
                <a:stretch>
                  <a:fillRect l="-962" t="-1050" r="-5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122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2DEE-1CCA-CB70-54A3-0BBE298A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F32E3-E892-4A72-177E-7F97544451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364" y="1700980"/>
                <a:ext cx="11296072" cy="435133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Now let’s test the perceptron with the learned weights: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 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 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 (0,0):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❌ Wrong → small adjustment needed.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 (0,1):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✅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 (1,0):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✅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 (1,1):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✅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couple more training iterations will fix the (0,0) case. Eventually, the perceptron converges to correct weights, e.g.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 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 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7F32E3-E892-4A72-177E-7F97544451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364" y="1700980"/>
                <a:ext cx="11296072" cy="4351337"/>
              </a:xfrm>
              <a:blipFill>
                <a:blip r:embed="rId2"/>
                <a:stretch>
                  <a:fillRect l="-701" t="-26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36B8854-82F5-19DD-F483-EFE3382F9D8A}"/>
              </a:ext>
            </a:extLst>
          </p:cNvPr>
          <p:cNvSpPr txBox="1"/>
          <p:nvPr/>
        </p:nvSpPr>
        <p:spPr>
          <a:xfrm>
            <a:off x="1086461" y="375767"/>
            <a:ext cx="6184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Classification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5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7333-FDD4-235F-B331-D71C5865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39FB5406-480A-682D-618E-1B3030D251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477" y="1283771"/>
            <a:ext cx="1172005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= adjust weights using perceptron rule until all training samples are classified correctly.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Classification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= compute weighted sum, apply step function, output 0 or 1.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Works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only for linearly separable problems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(like AND, OR).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work for XOR (non-linear).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F8133-D7F5-6961-927E-4EA1AE402AD0}"/>
              </a:ext>
            </a:extLst>
          </p:cNvPr>
          <p:cNvSpPr txBox="1"/>
          <p:nvPr/>
        </p:nvSpPr>
        <p:spPr>
          <a:xfrm>
            <a:off x="909478" y="365933"/>
            <a:ext cx="701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Key Takeaways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52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294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1062</TotalTime>
  <Words>491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Training and classification using a discrete perceptron  with a step-by-step example.</vt:lpstr>
      <vt:lpstr>PowerPoint Presentation</vt:lpstr>
      <vt:lpstr>2. Example Problem</vt:lpstr>
      <vt:lpstr>3. Step-by-Step Training</vt:lpstr>
      <vt:lpstr>3. Step-by-Step Training</vt:lpstr>
      <vt:lpstr>3. Step-by-Step Training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165</cp:revision>
  <dcterms:created xsi:type="dcterms:W3CDTF">2025-09-22T02:44:38Z</dcterms:created>
  <dcterms:modified xsi:type="dcterms:W3CDTF">2026-04-04T12:28:05Z</dcterms:modified>
</cp:coreProperties>
</file>