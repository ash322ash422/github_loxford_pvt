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55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137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76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077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936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31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207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01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9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833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34B6D-CA0B-45CE-8547-C2E74AB56C1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A2DF3-8FDC-459E-8277-D53B29D8AE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611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ANN- </a:t>
            </a:r>
            <a:r>
              <a:rPr lang="en-US" smtClean="0"/>
              <a:t>Unsupervised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895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5067"/>
            <a:ext cx="9337646" cy="759000"/>
          </a:xfrm>
        </p:spPr>
        <p:txBody>
          <a:bodyPr>
            <a:normAutofit/>
          </a:bodyPr>
          <a:lstStyle/>
          <a:p>
            <a:r>
              <a:rPr lang="en-US" sz="3200" dirty="0"/>
              <a:t>Can I use ANN for unsupervised </a:t>
            </a:r>
            <a:r>
              <a:rPr lang="en-US" sz="3200" dirty="0" smtClean="0"/>
              <a:t>learning? 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840" y="813732"/>
            <a:ext cx="5461233" cy="57045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dirty="0"/>
              <a:t>Yes, you can use Artificial Neural Networks (ANNs) for unsupervised learning, but with some important clarifications.</a:t>
            </a:r>
          </a:p>
          <a:p>
            <a:pPr marL="0" indent="0">
              <a:buNone/>
            </a:pPr>
            <a:r>
              <a:rPr lang="en-US" sz="1600" dirty="0"/>
              <a:t>Standard ANNs (like those used for classification/regression) are typically supervised. However, there are variants and architectures of neural networks that are designed for unsupervised learning, such as: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Types </a:t>
            </a:r>
            <a:r>
              <a:rPr lang="en-US" sz="1600" dirty="0"/>
              <a:t>of Neural Networks for Unsupervised Learning:</a:t>
            </a:r>
          </a:p>
          <a:p>
            <a:pPr marL="0" indent="0">
              <a:buNone/>
            </a:pPr>
            <a:r>
              <a:rPr lang="en-US" sz="1600" dirty="0" smtClean="0"/>
              <a:t>1) </a:t>
            </a:r>
            <a:r>
              <a:rPr lang="en-US" sz="1600" dirty="0" err="1" smtClean="0"/>
              <a:t>Autoencoders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Learn to compress input data into a lower-dimensional representation (encoding) and then reconstruct it.</a:t>
            </a:r>
          </a:p>
          <a:p>
            <a:pPr marL="0" indent="0">
              <a:buNone/>
            </a:pPr>
            <a:r>
              <a:rPr lang="en-US" sz="1600" dirty="0"/>
              <a:t>Useful for dimensionality reduction, anomaly detection, and </a:t>
            </a:r>
            <a:r>
              <a:rPr lang="en-US" sz="1600" dirty="0" err="1"/>
              <a:t>denoising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smtClean="0"/>
              <a:t>2) Self-Organizing </a:t>
            </a:r>
            <a:r>
              <a:rPr lang="en-US" sz="1600" dirty="0"/>
              <a:t>Maps (SOMs)</a:t>
            </a:r>
          </a:p>
          <a:p>
            <a:pPr marL="0" indent="0">
              <a:buNone/>
            </a:pPr>
            <a:r>
              <a:rPr lang="en-US" sz="1600" dirty="0"/>
              <a:t>Project high-dimensional data onto a lower-dimensional (usually 2D) space.</a:t>
            </a:r>
          </a:p>
          <a:p>
            <a:pPr marL="0" indent="0">
              <a:buNone/>
            </a:pPr>
            <a:r>
              <a:rPr lang="en-US" sz="1600" dirty="0"/>
              <a:t>Good for clustering and visualization.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477705" y="915798"/>
            <a:ext cx="5461233" cy="57045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3) Restricted Boltzmann Machines (RBMs)</a:t>
            </a:r>
          </a:p>
          <a:p>
            <a:pPr marL="0" indent="0">
              <a:buNone/>
            </a:pPr>
            <a:r>
              <a:rPr lang="en-US" sz="1800" dirty="0"/>
              <a:t>Stochastic neural networks useful for feature learning and dimensionality reduction.</a:t>
            </a:r>
          </a:p>
          <a:p>
            <a:pPr marL="0" indent="0">
              <a:buNone/>
            </a:pPr>
            <a:r>
              <a:rPr lang="en-US" sz="1800" dirty="0"/>
              <a:t>Often used in Deep Belief Networks.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4) Generative Adversarial Networks (GANs)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Consist of a generator and a discriminator in a game-theoretic setup.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Used to generate new data similar to a training set (unsupervised in data labeling sense).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18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5) </a:t>
            </a:r>
            <a:r>
              <a:rPr lang="en-US" sz="1800" dirty="0" err="1" smtClean="0"/>
              <a:t>Hebbian</a:t>
            </a:r>
            <a:r>
              <a:rPr lang="en-US" sz="1800" dirty="0" smtClean="0"/>
              <a:t> Learning Models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Based on the principle: “neurons that fire together, wire together”.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1800" dirty="0" smtClean="0"/>
              <a:t>Learn associations and patterns in an unsupervised fashion.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53020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3129793" cy="582831"/>
          </a:xfrm>
        </p:spPr>
        <p:txBody>
          <a:bodyPr>
            <a:normAutofit fontScale="90000"/>
          </a:bodyPr>
          <a:lstStyle/>
          <a:p>
            <a:r>
              <a:rPr lang="en-US" dirty="0"/>
              <a:t>Use Cases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559" y="1389397"/>
            <a:ext cx="11375471" cy="4351338"/>
          </a:xfrm>
        </p:spPr>
        <p:txBody>
          <a:bodyPr/>
          <a:lstStyle/>
          <a:p>
            <a:r>
              <a:rPr lang="en-US" dirty="0" smtClean="0"/>
              <a:t>Clustering</a:t>
            </a:r>
            <a:endParaRPr lang="en-US" dirty="0"/>
          </a:p>
          <a:p>
            <a:r>
              <a:rPr lang="en-US" dirty="0"/>
              <a:t>Anomaly Detection</a:t>
            </a:r>
          </a:p>
          <a:p>
            <a:r>
              <a:rPr lang="en-US" dirty="0"/>
              <a:t>Data Compression</a:t>
            </a:r>
          </a:p>
          <a:p>
            <a:r>
              <a:rPr lang="en-US" dirty="0"/>
              <a:t>Pattern Recognition</a:t>
            </a:r>
          </a:p>
          <a:p>
            <a:r>
              <a:rPr lang="en-US" dirty="0"/>
              <a:t>Generative Modeling</a:t>
            </a:r>
          </a:p>
        </p:txBody>
      </p:sp>
    </p:spTree>
    <p:extLst>
      <p:ext uri="{BB962C8B-B14F-4D97-AF65-F5344CB8AC3E}">
        <p14:creationId xmlns:p14="http://schemas.microsoft.com/office/powerpoint/2010/main" val="873595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233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AI ANN- Unsupervised Learning</vt:lpstr>
      <vt:lpstr>Can I use ANN for unsupervised learning? </vt:lpstr>
      <vt:lpstr>Use Cases: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ANN- Unsupervised Learning</dc:title>
  <dc:creator>hi</dc:creator>
  <cp:lastModifiedBy>hi</cp:lastModifiedBy>
  <cp:revision>4</cp:revision>
  <dcterms:created xsi:type="dcterms:W3CDTF">2025-05-06T09:34:11Z</dcterms:created>
  <dcterms:modified xsi:type="dcterms:W3CDTF">2025-05-06T09:42:24Z</dcterms:modified>
</cp:coreProperties>
</file>