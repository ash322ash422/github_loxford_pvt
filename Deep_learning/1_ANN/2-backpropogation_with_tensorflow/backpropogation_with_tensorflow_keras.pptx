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6" r:id="rId3"/>
    <p:sldId id="277" r:id="rId4"/>
    <p:sldId id="278" r:id="rId5"/>
    <p:sldId id="282" r:id="rId6"/>
    <p:sldId id="279" r:id="rId7"/>
    <p:sldId id="280" r:id="rId8"/>
    <p:sldId id="281" r:id="rId9"/>
    <p:sldId id="283" r:id="rId10"/>
    <p:sldId id="284" r:id="rId11"/>
    <p:sldId id="285" r:id="rId12"/>
    <p:sldId id="286" r:id="rId13"/>
    <p:sldId id="287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7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28 5573 0 0,'-13'-7'-147'0'0,"-7"-3"568"0"0,6 7 3556 0 0,110-5-3873 0 0,-48 10-80 0 0,-18-1-20 0 0,0 1 1 0 0,-1 1-1 0 0,48 12 1 0 0,-76-15-3 0 0,1 1 1 0 0,-1-1 0 0 0,1 0 0 0 0,-1 1 0 0 0,1-1-1 0 0,-1 1 1 0 0,1 0 0 0 0,-1-1 0 0 0,1 1 0 0 0,-1 0 0 0 0,0 0-1 0 0,1 0 1 0 0,-1 0 0 0 0,0 0 0 0 0,0 0 0 0 0,0 0-1 0 0,0 0 1 0 0,0 0 0 0 0,0 1 0 0 0,0-1 0 0 0,0 0-1 0 0,-1 1 1 0 0,1-1 0 0 0,0 1 0 0 0,-1-1 0 0 0,1 3 0 0 0,-1-2 1 0 0,0 1 1 0 0,0-1-1 0 0,-1 1 1 0 0,0-1 0 0 0,1 1-1 0 0,-1-1 1 0 0,0 0 0 0 0,0 1-1 0 0,0-1 1 0 0,0 0 0 0 0,-1 0-1 0 0,1 1 1 0 0,0-1-1 0 0,-4 3 1 0 0,-8 9 14 0 0,-1-1 0 0 0,0 0 0 0 0,-22 14 0 0 0,30-22-18 0 0,-202 127 124 0 0,154-99-30 0 0,53-33-112 0 0,0 1 0 0 0,0 0 1 0 0,0 0-1 0 0,0-1 1 0 0,0 1-1 0 0,0-1 1 0 0,0 1-1 0 0,-1-1 1 0 0,1 1-1 0 0,0-1 0 0 0,0 0 1 0 0,0 1-1 0 0,0-1 1 0 0,-1 0-1 0 0,1 0 1 0 0,0 0-1 0 0,0 0 0 0 0,-2 0 1 0 0,3-1-42 0 0,0 1 0 0 0,-1-1 0 0 0,1 1 0 0 0,0-1 0 0 0,0 1 0 0 0,-1-1 0 0 0,1 1-1 0 0,0-1 1 0 0,0 1 0 0 0,0-1 0 0 0,0 1 0 0 0,0-1 0 0 0,0 1 0 0 0,0-1 0 0 0,0 0 0 0 0,0 1 0 0 0,0-1 0 0 0,0 1 0 0 0,1-1 0 0 0,-1 1 0 0 0,0-1 0 0 0,0 1 0 0 0,0-1-1 0 0,1 1 1 0 0,-1-2 0 0 0,25-39-4215 0 0,-12 26 1815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318 30 5733 0 0,'0'-1'-6'0'0,"1"0"0"0"0,-1 0 1 0 0,1 0-1 0 0,-1 0 1 0 0,0 0-1 0 0,1 0 1 0 0,-1 0-1 0 0,0 0 1 0 0,0 0-1 0 0,0 0 1 0 0,0 0-1 0 0,0 0 1 0 0,0 0-1 0 0,0 0 1 0 0,0-1-1 0 0,0 0 1 0 0,-23-8 225 0 0,21 10-146 0 0,-3 0-2 0 0,-12 3-52 0 0,0 2 1 0 0,1-1-1 0 0,-1 2 1 0 0,1 0 0 0 0,0 1-1 0 0,1 1 1 0 0,-1 0 0 0 0,2 1-1 0 0,-1 1 1 0 0,1 0 0 0 0,1 1-1 0 0,0 1 1 0 0,0 0-1 0 0,1 0 1 0 0,1 1 0 0 0,0 1-1 0 0,1 0 1 0 0,-11 19 0 0 0,19-30-17 0 0,0 0 0 0 0,1 0 0 0 0,-1 1 0 0 0,1-1 0 0 0,0 1 0 0 0,0-1 0 0 0,0 1 0 0 0,0 0 0 0 0,1-1 1 0 0,-1 1-1 0 0,1 0 0 0 0,0 0 0 0 0,0-1 0 0 0,0 1 0 0 0,1 0 0 0 0,-1-1 0 0 0,1 1 0 0 0,0 0 0 0 0,0-1 0 0 0,0 1 1 0 0,3 4-1 0 0,-1-4 29 0 0,0 1-1 0 0,0-1 1 0 0,1-1 0 0 0,-1 1 0 0 0,1 0 0 0 0,0-1 0 0 0,0 0 0 0 0,1 0 0 0 0,-1 0-1 0 0,0-1 1 0 0,1 1 0 0 0,0-1 0 0 0,-1 0 0 0 0,1 0 0 0 0,6 1 0 0 0,28 7 154 0 0,1-2 0 0 0,1-2 0 0 0,42 1 0 0 0,8 2 620 0 0,-88-9-702 0 0,1 1 497 0 0,11-10-6379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 4740 0 0,'1'-2'305'0'0,"0"1"0"0"0,0-1 0 0 0,1 1-1 0 0,-1 0 1 0 0,0 0 0 0 0,1-1-1 0 0,-1 1 1 0 0,1 0 0 0 0,-1 0-1 0 0,1 0 1 0 0,0 1 0 0 0,-1-1-1 0 0,4-1 1 0 0,3 32-227 0 0,1-2 198 0 0,-2 1 0 0 0,5 40 0 0 0,-11-60-378 0 0,0 0 0 0 0,-1 0 1 0 0,0 0-1 0 0,-1 1 1 0 0,0-1-1 0 0,0 0 0 0 0,-1 0 1 0 0,0 0-1 0 0,-1 0 1 0 0,0-1-1 0 0,0 1 0 0 0,-5 8 1 0 0,2-2-769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3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23 5220 0 0,'-16'0'-68'0'0,"13"0"324"0"0,-7-2-94 0 0,10 2-130 0 0,1-1 1 0 0,-1 1-1 0 0,0 0 0 0 0,0 0 1 0 0,0 0-1 0 0,0 0 0 0 0,0 0 0 0 0,0 0 1 0 0,0 0-1 0 0,0 0 0 0 0,0 0 1 0 0,0-1-1 0 0,1 1 0 0 0,-1 0 1 0 0,0 0-1 0 0,0 0 0 0 0,0 0 0 0 0,0 0 1 0 0,0 0-1 0 0,0 0 0 0 0,0-1 1 0 0,0 1-1 0 0,0 0 0 0 0,0 0 1 0 0,0 0-1 0 0,0 0 0 0 0,0 0 0 0 0,0 0 1 0 0,0 0-1 0 0,0-1 0 0 0,0 1 1 0 0,0 0-1 0 0,0 0 0 0 0,0 0 1 0 0,0 0-1 0 0,-1 0 0 0 0,1 0 0 0 0,0 0 1 0 0,0-1-1 0 0,0 1 0 0 0,0 0 1 0 0,0 0-1 0 0,0 0 0 0 0,0 0 1 0 0,0 0-1 0 0,0 0 0 0 0,0 0 0 0 0,-1 0 1 0 0,1 0-1 0 0,0 0 0 0 0,16-5 22 0 0,1 2 1 0 0,0 0-1 0 0,-1 1 0 0 0,27-1 0 0 0,-8 3-17 0 0,0 2 0 0 0,-1 1-1 0 0,1 1 1 0 0,0 2 0 0 0,-1 1 0 0 0,43 16-1 0 0,-75-22-22 0 0,-1-1-1 0 0,1 1 0 0 0,0-1 1 0 0,0 1-1 0 0,0 0 0 0 0,-1 0 0 0 0,1 0 1 0 0,0 0-1 0 0,-1 0 0 0 0,1 0 1 0 0,-1 0-1 0 0,1 1 0 0 0,-1-1 1 0 0,1 1-1 0 0,-1-1 0 0 0,0 1 0 0 0,0-1 1 0 0,0 1-1 0 0,0 0 0 0 0,0-1 1 0 0,0 1-1 0 0,0 0 0 0 0,-1 0 0 0 0,1 0 1 0 0,-1 0-1 0 0,1 2 0 0 0,-1-1 0 0 0,-1 0 0 0 0,0 1-1 0 0,0-1 1 0 0,0-1-1 0 0,0 1 1 0 0,0 0 0 0 0,0 0-1 0 0,-1 0 1 0 0,0-1-1 0 0,1 1 1 0 0,-1-1 0 0 0,0 1-1 0 0,0-1 1 0 0,-4 4-1 0 0,-9 7 22 0 0,0-1-1 0 0,-1 0 0 0 0,0-1 0 0 0,-18 9 0 0 0,-17 7 336 0 0,-68 26 0 0 0,116-52-276 0 0,3-1-123 0 0,0 0-1 0 0,0 0 1 0 0,0 0 0 0 0,0 1 0 0 0,-1-1 0 0 0,1 0 0 0 0,0 0 0 0 0,0 0 0 0 0,0 0 0 0 0,0 0 0 0 0,-1 0 0 0 0,1 0 0 0 0,0 1 0 0 0,0-1 0 0 0,0 0 0 0 0,-1 0 0 0 0,1 0 0 0 0,0 0 0 0 0,0 0 0 0 0,0 0 0 0 0,-1 0 0 0 0,1 0 0 0 0,0 0 0 0 0,0 0 0 0 0,-1 0 0 0 0,1 0 0 0 0,0 0 0 0 0,0 0 0 0 0,0-1 0 0 0,-1 1 0 0 0,1 0 0 0 0,0 0 0 0 0,0 0 0 0 0,0 0 0 0 0,0 0 0 0 0,-1 0 0 0 0,1 0 0 0 0,0-1 0 0 0,0 1 0 0 0,0 0 0 0 0,0 0 0 0 0,-1 0 0 0 0,1 0 0 0 0,0-1 0 0 0,0 1 0 0 0,0 0 0 0 0,0 0 0 0 0,0 0 0 0 0,0 0 0 0 0,0-1 0 0 0,0 1 0 0 0,1-3-183 0 0,1-1-176 0 0,0 1 0 0 0,-1-1 0 0 0,2 1-1 0 0,-1 0 1 0 0,0 0 0 0 0,0 0 0 0 0,6-5-1 0 0,7-6-2156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8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308 20 5941 0 0,'8'-7'-353'0'0,"-8"7"355"0"0,0 0 0 0 0,0 0 0 0 0,1 0 0 0 0,-1 0 0 0 0,0 0 0 0 0,0 0-1 0 0,0 0 1 0 0,1 0 0 0 0,-1-1 0 0 0,0 1 0 0 0,0 0 0 0 0,0 0 0 0 0,0 0 0 0 0,0 0 0 0 0,0 0 0 0 0,1 0 0 0 0,-1-1 0 0 0,0 1-1 0 0,0 0 1 0 0,0 0 0 0 0,0 0 0 0 0,0 0 0 0 0,0-1 0 0 0,0 1 0 0 0,0 0 0 0 0,0 0 0 0 0,0 0 0 0 0,0-1 0 0 0,0 1 0 0 0,0 0-1 0 0,0 0 1 0 0,0 0 0 0 0,0-1 0 0 0,0 1 0 0 0,0 0 0 0 0,0 0 0 0 0,0 0 0 0 0,0 0 0 0 0,0-1 0 0 0,0 1 0 0 0,0 0 0 0 0,0 0 0 0 0,0 0-1 0 0,0 0 1 0 0,0-1 0 0 0,0 1 0 0 0,-1 0 0 0 0,1 0 0 0 0,0 0 0 0 0,0 0 0 0 0,0 0 0 0 0,0-1 0 0 0,0 1 0 0 0,-1 0 0 0 0,1 0-1 0 0,0 0 1 0 0,0 0 0 0 0,-1 0 0 0 0,-19-4 23 0 0,15 4 6 0 0,-1 1 1 0 0,-12 4 17 0 0,0 1 1 0 0,0 0-1 0 0,1 1 1 0 0,0 1 0 0 0,1 1-1 0 0,-1 0 1 0 0,1 1-1 0 0,1 1 1 0 0,0 0 0 0 0,1 1-1 0 0,0 0 1 0 0,1 2-1 0 0,0-1 1 0 0,1 2 0 0 0,1-1-1 0 0,-15 25 1 0 0,24-35-35 0 0,0-1 1 0 0,0 1 0 0 0,0 0-1 0 0,1 0 1 0 0,0 0-1 0 0,-1 0 1 0 0,1 0-1 0 0,1 1 1 0 0,-1-1-1 0 0,1 0 1 0 0,-1 0-1 0 0,1 1 1 0 0,0-1-1 0 0,1 0 1 0 0,-1 0-1 0 0,1 0 1 0 0,0 1-1 0 0,0-1 1 0 0,0 0 0 0 0,0 0-1 0 0,1 0 1 0 0,0 0-1 0 0,0 0 1 0 0,0-1-1 0 0,0 1 1 0 0,0-1-1 0 0,1 1 1 0 0,-1-1-1 0 0,1 0 1 0 0,0 0-1 0 0,0 0 1 0 0,0 0-1 0 0,1 0 1 0 0,6 4 0 0 0,2 0 28 0 0,0 0 0 0 0,0 0 0 0 0,0-1 0 0 0,1-1 0 0 0,0 0 0 0 0,0-1 0 0 0,0 0 0 0 0,1-1 0 0 0,20 3 0 0 0,32 1 191 0 0,-62-7-269 0 0,27-9-1022 0 0,-7-7-2270 0 0,-16 11 1747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0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12 4496 0 0,'-20'-2'2093'0'0,"19"2"-2048"0"0,25-6 219 0 0,-15 5-262 0 0,1 0-1 0 0,-1 0 1 0 0,1 1 0 0 0,18 1 0 0 0,-24-1 1 0 0,0 1-1 0 0,0 0 1 0 0,0 0-1 0 0,0 0 1 0 0,0 1-1 0 0,-1-1 0 0 0,1 1 1 0 0,0 0-1 0 0,-1 0 1 0 0,0 0-1 0 0,1 0 1 0 0,-1 0-1 0 0,5 6 0 0 0,-6-6 1 0 0,-1 0 0 0 0,0 0 0 0 0,0 0 0 0 0,0 0-1 0 0,0 0 1 0 0,0 0 0 0 0,0 0 0 0 0,-1 1 0 0 0,1-1-1 0 0,-1 0 1 0 0,1 0 0 0 0,-1 1 0 0 0,0-1-1 0 0,0 0 1 0 0,0 1 0 0 0,0-1 0 0 0,-1 5 0 0 0,-3 7 8 0 0,-1-1 0 0 0,0 1 1 0 0,-1-1-1 0 0,-1 0 1 0 0,0-1-1 0 0,-11 16 0 0 0,9-15-16 0 0,2 0 0 0 0,-1 0 0 0 0,-4 14 0 0 0,11-26 7 0 0,1-1-1 0 0,0 1 1 0 0,0-1-1 0 0,0 0 0 0 0,0 1 1 0 0,0-1-1 0 0,0 1 1 0 0,0-1-1 0 0,0 1 1 0 0,0-1-1 0 0,0 0 0 0 0,0 1 1 0 0,0-1-1 0 0,1 1 1 0 0,-1-1-1 0 0,0 0 1 0 0,0 1-1 0 0,0-1 0 0 0,0 1 1 0 0,1-1-1 0 0,-1 0 1 0 0,0 1-1 0 0,0-1 1 0 0,1 0-1 0 0,-1 1 0 0 0,0-1 1 0 0,1 0-1 0 0,-1 0 1 0 0,0 1-1 0 0,1-1 1 0 0,-1 0-1 0 0,0 0 0 0 0,1 0 1 0 0,0 1-1 0 0,21 4 34 0 0,29-7 8 0 0,-47 2-38 0 0,203-26-122 0 0,-73-5-3559 0 0,-114 26 2141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1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63 4748 0 0,'0'-2'57'0'0,"0"0"-1"0"0,0-1 1 0 0,-1 1-1 0 0,1 0 0 0 0,1-1 1 0 0,-1 1-1 0 0,0 0 1 0 0,1-1-1 0 0,-1 1 0 0 0,1 0 1 0 0,0 0-1 0 0,-1-1 0 0 0,1 1 1 0 0,0 0-1 0 0,0 0 1 0 0,1 0-1 0 0,-1 0 0 0 0,0 0 1 0 0,1 0-1 0 0,1-2 1 0 0,-1 3 41 0 0,52-6 87 0 0,-45 6-169 0 0,17-2-4 0 0,0 2-1 0 0,1 0 1 0 0,-1 1 0 0 0,0 2-1 0 0,51 10 1 0 0,-74-12-14 0 0,1 1 0 0 0,-1 0 0 0 0,1 0 0 0 0,-1 0 0 0 0,1 1 0 0 0,-1-1 1 0 0,0 1-1 0 0,0 0 0 0 0,0 0 0 0 0,0 0 0 0 0,0 0 0 0 0,0 0 0 0 0,0 1 0 0 0,-1-1 0 0 0,1 1 0 0 0,-1 0 1 0 0,0 0-1 0 0,0 0 0 0 0,0 0 0 0 0,0 0 0 0 0,0 0 0 0 0,-1 0 0 0 0,0 1 0 0 0,2 4 0 0 0,-3-4 8 0 0,0 1-1 0 0,0-1 1 0 0,-1 0-1 0 0,1 0 1 0 0,-1 1-1 0 0,0-1 0 0 0,0 0 1 0 0,-1 0-1 0 0,1 0 1 0 0,-1 0-1 0 0,0-1 1 0 0,0 1-1 0 0,0 0 1 0 0,-1-1-1 0 0,1 1 0 0 0,-1-1 1 0 0,0 0-1 0 0,0 0 1 0 0,0 0-1 0 0,-5 4 1 0 0,-26 22 261 0 0,-2-2 1 0 0,-1-1-1 0 0,-1-1 1 0 0,-74 34-1 0 0,87-50-1120 0 0,39-19-1946 0 0,-4 3 2647 0 0,10-6-1894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1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17 5056 0 0,'2'-1'-81'0'0,"6"-6"-180"0"0,-9 6 251 0 0,0 0 1 0 0,0 0-1 0 0,0 1 0 0 0,-1-1 1 0 0,1 0-1 0 0,0 0 1 0 0,-1 1-1 0 0,1-1 0 0 0,0 1 1 0 0,-1-1-1 0 0,1 1 1 0 0,-1 0-1 0 0,1 0 0 0 0,-1-1 1 0 0,1 1-1 0 0,0 0 1 0 0,-3 1-1 0 0,-3-2 11 0 0,0 1 0 0 0,-1 1 0 0 0,1-1 1 0 0,0 2-1 0 0,0-1 0 0 0,-1 1 0 0 0,1-1 0 0 0,0 2 0 0 0,-11 4 0 0 0,-53 32 40 0 0,60-31-39 0 0,-106 77 18 0 0,104-74-18 0 0,0 1-1 0 0,1 0 1 0 0,0 1 0 0 0,1 0 0 0 0,1 1-1 0 0,-12 18 1 0 0,21-29 4 0 0,-1-1 1 0 0,0 1-1 0 0,1-1 0 0 0,-1 1 1 0 0,1-1-1 0 0,0 1 0 0 0,0 0 0 0 0,0-1 1 0 0,0 1-1 0 0,1 0 0 0 0,-1 0 1 0 0,1 0-1 0 0,0 0 0 0 0,-1 0 0 0 0,1 0 1 0 0,1-1-1 0 0,-1 1 0 0 0,0 0 0 0 0,1 0 1 0 0,-1 0-1 0 0,1 0 0 0 0,0-1 1 0 0,0 1-1 0 0,1 3 0 0 0,1-3 28 0 0,1 0-1 0 0,-1 0 1 0 0,0 0-1 0 0,1-1 0 0 0,0 1 1 0 0,-1-1-1 0 0,1 0 1 0 0,0 0-1 0 0,0 0 1 0 0,0 0-1 0 0,1-1 0 0 0,-1 0 1 0 0,0 0-1 0 0,0 0 1 0 0,6 0-1 0 0,20 3 93 0 0,0-2 0 0 0,0-1 0 0 0,39-3-1 0 0,-37 0 24 0 0,-1 2 0 0 0,43 4 0 0 0,-56-3-181 0 0,-1-2 0 0 0,1 0 0 0 0,-1-1-1 0 0,18-4 1 0 0,-35 6-14 0 0,9-6-2430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22 4676 0 0,'-7'0'51'0'0,"5"0"45"0"0,1 0 1 0 0,-1 0-1 0 0,0 0 0 0 0,1 0 0 0 0,-1 0 0 0 0,1 0 0 0 0,-1 0 0 0 0,0 0 0 0 0,1 0 0 0 0,-1-1 0 0 0,1 1 0 0 0,-1-1 1 0 0,1 1-1 0 0,-1-1 0 0 0,1 0 0 0 0,-1 1 0 0 0,1-1 0 0 0,0 0 0 0 0,-1 0 0 0 0,-1-2 0 0 0,9 2-83 0 0,9-2-25 0 0,-1 0-1 0 0,1 1 1 0 0,0 1-1 0 0,0 0 1 0 0,0 1-1 0 0,-1 0 1 0 0,22 5 0 0 0,-35-5 11 0 0,0 0 1 0 0,0 1 0 0 0,0-1 0 0 0,0 1 0 0 0,0-1 0 0 0,0 1 0 0 0,0 0 0 0 0,0-1-1 0 0,0 1 1 0 0,0 0 0 0 0,-1-1 0 0 0,1 1 0 0 0,0 0 0 0 0,0 0 0 0 0,-1 0-1 0 0,1 0 1 0 0,-1 0 0 0 0,1 0 0 0 0,-1 0 0 0 0,1 0 0 0 0,-1 0 0 0 0,0 0-1 0 0,1 0 1 0 0,-1 0 0 0 0,0 0 0 0 0,0 0 0 0 0,0 0 0 0 0,0 1 0 0 0,0-1 0 0 0,0 0-1 0 0,0 0 1 0 0,0 0 0 0 0,0 0 0 0 0,0 0 0 0 0,-1 0 0 0 0,1 0 0 0 0,0 0-1 0 0,-1 0 1 0 0,1 0 0 0 0,-1 0 0 0 0,0 2 0 0 0,-28 40 7 0 0,26-39-12 0 0,1-3-1 0 0,1 0 0 0 0,0 1 0 0 0,-1-1 0 0 0,1 1-1 0 0,0 0 1 0 0,0 0 0 0 0,0-1 0 0 0,0 1 0 0 0,0 0-1 0 0,0 0 1 0 0,0 0 0 0 0,1 0 0 0 0,-1 0 0 0 0,1 0-1 0 0,-1 0 1 0 0,1 0 0 0 0,0 0 0 0 0,0 0 0 0 0,0 0-1 0 0,0 0 1 0 0,0 0 0 0 0,0 0 0 0 0,1 4 0 0 0,1-4 3 0 0,0 0 0 0 0,0 1 1 0 0,0-1-1 0 0,0 0 0 0 0,0 0 1 0 0,1 0-1 0 0,-1-1 0 0 0,0 1 1 0 0,1 0-1 0 0,-1-1 0 0 0,1 0 1 0 0,0 0-1 0 0,-1 0 0 0 0,1 0 1 0 0,0 0-1 0 0,4 1 0 0 0,20 6-9 0 0,0 1 0 0 0,0 1 0 0 0,33 19 0 0 0,-60-29 14 0 0,1 0 0 0 0,-1 1 0 0 0,0-1 0 0 0,1 1 1 0 0,-1-1-1 0 0,0 0 0 0 0,1 1 0 0 0,-1-1 0 0 0,0 1 1 0 0,0-1-1 0 0,1 1 0 0 0,-1-1 0 0 0,0 1 0 0 0,0-1 1 0 0,0 1-1 0 0,0-1 0 0 0,0 1 0 0 0,0-1 0 0 0,0 1 0 0 0,1-1 1 0 0,-2 1-1 0 0,1-1 0 0 0,0 1 0 0 0,0-1 0 0 0,0 1 1 0 0,0-1-1 0 0,0 1 0 0 0,0-1 0 0 0,0 1 0 0 0,-1-1 1 0 0,1 1-1 0 0,0-1 0 0 0,0 1 0 0 0,-1-1 0 0 0,1 1 1 0 0,0-1-1 0 0,-1 0 0 0 0,1 1 0 0 0,-1-1 0 0 0,1 1 1 0 0,-1-1-1 0 0,-17 16 72 0 0,-18-1 1 0 0,-1-2 0 0 0,0-2-1 0 0,-64 12 1 0 0,46-11-20 0 0,53-12-240 0 0,-2-1-163 0 0,2 0 482 0 0,1 1-199 0 0,1 0 0 0 0,-1 0 0 0 0,1 0 0 0 0,-1 0 0 0 0,1 0 1 0 0,-1 0-1 0 0,1 0 0 0 0,-1 0 0 0 0,1 0 0 0 0,-1 0 0 0 0,1 0 1 0 0,0 0-1 0 0,-1-1 0 0 0,1 1 0 0 0,-1 0 0 0 0,1 0 0 0 0,-1-1 0 0 0,1 1 1 0 0,0 0-1 0 0,-1-1 0 0 0,1 1 0 0 0,-1 0 0 0 0,1-1 0 0 0,0 1 1 0 0,-1 0-1 0 0,1-1 0 0 0,0 1 0 0 0,0-1 0 0 0,-1 1 0 0 0,1-1 1 0 0,0 1-1 0 0,0-1 0 0 0,0 1 0 0 0,0 0 0 0 0,0-1 0 0 0,-1 1 0 0 0,1-1 1 0 0,0 1-1 0 0,0-1 0 0 0,0 1 0 0 0,0-1 0 0 0,0 1 0 0 0,1-1 1 0 0,-1 1-1 0 0,0-1 0 0 0,0 1 0 0 0,0-1 0 0 0,0 1 0 0 0,0-1 0 0 0,1 1 1 0 0,-1-1-1 0 0,0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4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89 113 3792 0 0,'0'0'-216'0'0,"-23"-36"1593"0"0,23 35-1341 0 0,0 0-1 0 0,0 1 1 0 0,0-1-1 0 0,-1 0 0 0 0,1 1 1 0 0,0-1-1 0 0,-1 0 1 0 0,1 1-1 0 0,0-1 1 0 0,-1 1-1 0 0,1-1 1 0 0,-1 0-1 0 0,1 1 1 0 0,-1-1-1 0 0,1 1 1 0 0,-1-1-1 0 0,1 1 1 0 0,-1 0-1 0 0,0-1 1 0 0,1 1-1 0 0,-1 0 1 0 0,0-1-1 0 0,1 1 0 0 0,-1 0 1 0 0,0 0-1 0 0,1-1 1 0 0,-1 1-1 0 0,0 0 1 0 0,0 0-1 0 0,1 0 1 0 0,-1 0-1 0 0,0 0 1 0 0,0 0-1 0 0,1 0 1 0 0,-1 0-1 0 0,0 0 1 0 0,1 0-1 0 0,-2 1 1 0 0,0 1-23 0 0,0 0 0 0 0,0 0 1 0 0,0 0-1 0 0,0 0 1 0 0,0 0-1 0 0,1 0 1 0 0,-1 0-1 0 0,1 1 0 0 0,0-1 1 0 0,0 1-1 0 0,-1 2 1 0 0,-4 10-75 0 0,1 0 1 0 0,1 0 0 0 0,-3 19 0 0 0,6-31 59 0 0,1 0 1 0 0,0 0-1 0 0,-1 0 1 0 0,1 0-1 0 0,1 0 1 0 0,-1 0-1 0 0,0 1 1 0 0,1-1-1 0 0,-1 0 1 0 0,1 0-1 0 0,0 0 1 0 0,0-1-1 0 0,0 1 1 0 0,0 0-1 0 0,1 0 0 0 0,-1 0 1 0 0,1-1-1 0 0,0 1 1 0 0,-1-1-1 0 0,1 1 1 0 0,0-1-1 0 0,4 3 1 0 0,-2-2 8 0 0,1 0-1 0 0,-1-1 1 0 0,1 1 0 0 0,0-1-1 0 0,0 0 1 0 0,0 0-1 0 0,0-1 1 0 0,0 1 0 0 0,0-1-1 0 0,1-1 1 0 0,-1 1 0 0 0,6 0-1 0 0,4-1 25 0 0,0-1 0 0 0,-1 0 0 0 0,1-1 0 0 0,-1 0 0 0 0,1-1 0 0 0,-1-1 0 0 0,0 0 0 0 0,22-10 0 0 0,-27 9 68 0 0,-2 0 1 0 0,1-1-1 0 0,-1 0 1 0 0,0-1-1 0 0,0 0 1 0 0,0 0-1 0 0,-1 0 1 0 0,8-13-1 0 0,-11 17-25 0 0,-3 2-23 0 0,0-1-4 0 0,1 2-47 0 0,-1 0-1 0 0,0-1 0 0 0,0 1 1 0 0,0 0-1 0 0,0 0 1 0 0,0 0-1 0 0,0 0 1 0 0,0 0-1 0 0,0-1 1 0 0,0 1-1 0 0,0 0 1 0 0,0 0-1 0 0,0 0 1 0 0,0 0-1 0 0,0 0 1 0 0,1-1-1 0 0,-1 1 0 0 0,0 0 1 0 0,-1 0-1 0 0,1 0 1 0 0,0 0-1 0 0,0-1 1 0 0,0 1-1 0 0,0 0 1 0 0,0 0-1 0 0,0 0 1 0 0,0 0-1 0 0,0 0 1 0 0,0-1-1 0 0,0 1 1 0 0,0 0-1 0 0,0 0 1 0 0,0 0-1 0 0,0 0 0 0 0,-1 0 1 0 0,1 0-1 0 0,0-1 1 0 0,0 1-1 0 0,0 0 1 0 0,0 0-1 0 0,0 0 1 0 0,0 0-1 0 0,-1 0 1 0 0,1 0-1 0 0,0 0 1 0 0,0 0-1 0 0,0 0 1 0 0,0 0-1 0 0,-1 0 0 0 0,1 0 1 0 0,0 0-1 0 0,0 0 1 0 0,0 0-1 0 0,0 0 1 0 0,0 0-1 0 0,-1 0 1 0 0,1 0-1 0 0,0 0 1 0 0,0 0-1 0 0,0 0 1 0 0,0 0-1 0 0,-1 0 1 0 0,1 0-1 0 0,0 0 1 0 0,0 0-1 0 0,0 0 0 0 0,0 0 1 0 0,-1 1-1 0 0,-5 2-7 0 0,4-3 3 0 0,0 1 0 0 0,0 0 0 0 0,1 0 0 0 0,-1 0 0 0 0,0 0 0 0 0,1 0 0 0 0,-1 0 0 0 0,0 0-1 0 0,1 1 1 0 0,0-1 0 0 0,-1 1 0 0 0,-1 2 0 0 0,2-3 1 0 0,0 1 0 0 0,1-1 0 0 0,-1 0 0 0 0,0 1 0 0 0,1-1 0 0 0,0 0 0 0 0,-1 1 0 0 0,1-1 0 0 0,0 1-1 0 0,0-1 1 0 0,-1 1 0 0 0,1-1 0 0 0,0 1 0 0 0,0-1 0 0 0,1 0 0 0 0,-1 1 0 0 0,0-1 0 0 0,0 1 0 0 0,1-1 0 0 0,-1 1-1 0 0,1-1 1 0 0,-1 0 0 0 0,1 1 0 0 0,0-1 0 0 0,0 0 0 0 0,-1 0 0 0 0,1 1 0 0 0,0-1 0 0 0,0 0 0 0 0,0 0 0 0 0,0 0 0 0 0,0 0-1 0 0,0 0 1 0 0,1 0 0 0 0,0 0 0 0 0,4 4 1 0 0,1 0 0 0 0,-1-1 0 0 0,1 0 0 0 0,13 6 0 0 0,2-2 19 0 0,0-1 0 0 0,0-1 0 0 0,1-1 0 0 0,-1-1 0 0 0,1 0 0 0 0,0-2 1 0 0,0-1-1 0 0,1-1 0 0 0,37-5 0 0 0,-54 4 1 0 0,-1 0 1 0 0,1-1-1 0 0,-1 1 0 0 0,0-1 1 0 0,1-1-1 0 0,-1 1 1 0 0,0-1-1 0 0,-1 0 0 0 0,1-1 1 0 0,0 1-1 0 0,-1-1 1 0 0,0 0-1 0 0,0-1 0 0 0,7-6 1 0 0,-9 6 16 0 0,0 0 1 0 0,0-1-1 0 0,0 1 0 0 0,0-1 1 0 0,-1 0-1 0 0,0 0 0 0 0,0 0 0 0 0,-1 0 1 0 0,0 0-1 0 0,0 0 0 0 0,0 0 1 0 0,-1 0-1 0 0,1 0 0 0 0,-2 0 1 0 0,0-11-1 0 0,0 5 88 0 0,-1 0 0 0 0,0 0-1 0 0,-1 1 1 0 0,0-1 0 0 0,-1 1 0 0 0,0 0-1 0 0,-7-12 1 0 0,2 3 13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5.1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16 5493 0 0,'0'0'225'0'0,"-4"-2"-59"0"0,-5-3-129 0 0,-15-3 1123 0 0,23 8-1146 0 0,0 0 0 0 0,0 1 0 0 0,0-1 0 0 0,0 0-1 0 0,0 1 1 0 0,0-1 0 0 0,0 1 0 0 0,0-1 0 0 0,0 1-1 0 0,0 0 1 0 0,1-1 0 0 0,-1 1 0 0 0,0 0 0 0 0,0 0 0 0 0,1-1-1 0 0,-1 1 1 0 0,0 0 0 0 0,1 0 0 0 0,-1 0 0 0 0,1 0-1 0 0,-1 0 1 0 0,1 0 0 0 0,-1 0 0 0 0,1 0 0 0 0,0 0-1 0 0,0 0 1 0 0,-1 2 0 0 0,-2 10-6 0 0,0 0 1 0 0,1 0-1 0 0,0 0 1 0 0,1 0-1 0 0,0 0 0 0 0,1 0 1 0 0,2 16-1 0 0,4 10 38 0 0,11 40-1 0 0,5 29-1803 0 0,-22-96-796 0 0,-2-4 1096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2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26 6917 0 0,'-5'-3'2332'0'0,"44"13"-2350"0"0,51 6 1 0 0,3 0 30 0 0,236 41-6 0 0,-231-43 5 0 0,-30-3-10 0 0,395 50 54 0 0,-433-59-46 0 0,-25-2 2 0 0,0 0-1 0 0,1 0 0 0 0,-1 1 1 0 0,0 0-1 0 0,0 0 1 0 0,10 4-1 0 0,-13-5 77 0 0,-141-73 1906 0 0,100 50-1946 0 0,-5-3-26 0 0,-2 2 0 0 0,-73-29 0 0 0,80 35-593 0 0,456 134 440 0 0,-397-111 132 0 0,-9-2 22 0 0,1 0 0 0 0,-1 1-1 0 0,1 0 1 0 0,15 8 0 0 0,-26-11-12 0 0,3 5 23 0 0,-3-5-33 0 0,-1-1 0 0 0,0 0 0 0 0,1 0 1 0 0,-1 1-1 0 0,0-1 0 0 0,1 0 0 0 0,-1 0 1 0 0,0 1-1 0 0,1-1 0 0 0,-1 0 0 0 0,0 1 1 0 0,0-1-1 0 0,1 0 0 0 0,-1 1 0 0 0,0-1 1 0 0,0 0-1 0 0,0 1 0 0 0,0-1 1 0 0,0 1-1 0 0,1-1 0 0 0,-1 0 0 0 0,0 1 1 0 0,0-1-1 0 0,0 1 0 0 0,0-1 0 0 0,0 0 1 0 0,0 1-1 0 0,0-1 0 0 0,0 1 0 0 0,-1-1 1 0 0,1 0-1 0 0,0 1 0 0 0,0-1 0 0 0,0 1 1 0 0,0-1-1 0 0,0 0 0 0 0,-1 1 0 0 0,1-1 1 0 0,0 0-1 0 0,0 1 0 0 0,-1-1 1 0 0,1 0-1 0 0,-1 1 0 0 0,-19 19 42 0 0,-1 0 0 0 0,0-1-1 0 0,-45 28 1 0 0,-85 42 17 0 0,116-69-46 0 0,-49 32 15 0 0,42-25-110 0 0,-57 27 1 0 0,97-53-200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3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28 411 6117 0 0,'-16'0'-166'0'0,"5"0"3549"0"0,510-145-2409 0 0,-238 75-666 0 0,6 7-122 0 0,28-7 275 0 0,-226 55 448 0 0,-67 15-659 0 0,1-2-335 0 0,-3 2 32 0 0,0 0 1 0 0,1 0-1 0 0,-1 0 0 0 0,0 0 1 0 0,0 0-1 0 0,0 0 0 0 0,1 0 1 0 0,-1 0-1 0 0,0 0 1 0 0,0 0-1 0 0,0 0 0 0 0,1 0 1 0 0,-1 0-1 0 0,0 0 0 0 0,0 0 1 0 0,0 0-1 0 0,1-1 1 0 0,-1 1-1 0 0,0 0 0 0 0,0 0 1 0 0,0 0-1 0 0,0 0 0 0 0,1 0 1 0 0,-1-1-1 0 0,0 1 1 0 0,0 0-1 0 0,0 0 0 0 0,0 0 1 0 0,0-1-1 0 0,0 1 0 0 0,0 0 1 0 0,1 0-1 0 0,-1 0 1 0 0,0-1-1 0 0,0 1 0 0 0,0 0 1 0 0,0 0-1 0 0,0 0 0 0 0,0-1 1 0 0,0 1-1 0 0,0 0 1 0 0,0 0-1 0 0,0 0 0 0 0,0-1 1 0 0,0 1-1 0 0,0 0 1 0 0,-1-1-1 0 0,-15-29-4838 0 0,13 22 1827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4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3 6493 0 0,'-92'1'-791'0'0,"56"-2"1566"0"0,33 1-387 0 0,-9-2-246 0 0,8 2 137 0 0,9 1 1428 0 0,65 8-1649 0 0,-21-4-12 0 0,0 2 0 0 0,-1 2 0 0 0,-1 3 0 0 0,65 23 1 0 0,-110-34-39 0 0,0-1 0 0 0,0 1 0 0 0,0 0 1 0 0,0-1-1 0 0,-1 1 0 0 0,1 0 1 0 0,0 0-1 0 0,-1 0 0 0 0,1 0 1 0 0,-1 0-1 0 0,1 1 0 0 0,-1-1 1 0 0,1 0-1 0 0,-1 1 0 0 0,0-1 1 0 0,0 1-1 0 0,0 0 0 0 0,1-1 1 0 0,-2 1-1 0 0,1 0 0 0 0,0-1 1 0 0,0 1-1 0 0,0 0 0 0 0,-1 0 1 0 0,1 0-1 0 0,-1 0 0 0 0,0 0 1 0 0,0-1-1 0 0,1 1 0 0 0,-1 0 1 0 0,0 0-1 0 0,0 0 0 0 0,-1 0 1 0 0,1 0-1 0 0,0 0 0 0 0,-1 0 1 0 0,1 0-1 0 0,-1-1 0 0 0,0 1 0 0 0,1 0 1 0 0,-1 0-1 0 0,0 0 0 0 0,0-1 1 0 0,0 1-1 0 0,-3 2 0 0 0,-5 8 28 0 0,-1 0 0 0 0,-1-1 0 0 0,0 0 0 0 0,-21 16 0 0 0,23-20-36 0 0,-105 80 179 0 0,-33 28-1221 0 0,125-88-3110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6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36 209 4372 0 0,'-1'-23'822'0'0,"0"-1"1"0"0,-10-43-1 0 0,10 65-618 0 0,1 0-120 0 0,0 2-83 0 0,0 0 0 0 0,0 0 0 0 0,0 0 0 0 0,0-1 0 0 0,0 1 0 0 0,0 0 0 0 0,0 0 0 0 0,0 0 0 0 0,0 0 1 0 0,1 0-1 0 0,-1 0 0 0 0,0-1 0 0 0,0 1 0 0 0,0 0 0 0 0,0 0 0 0 0,0 0 0 0 0,0 0 0 0 0,0 0 0 0 0,0 0 0 0 0,0-1 0 0 0,-1 1 0 0 0,1 0 1 0 0,0 0-1 0 0,0 0 0 0 0,0 0 0 0 0,0 0 0 0 0,0 0 0 0 0,0-1 0 0 0,0 1 0 0 0,0 0 0 0 0,0 0 0 0 0,0 0 0 0 0,0 0 0 0 0,0 0 1 0 0,0 0-1 0 0,-1 0 0 0 0,1 0 0 0 0,0-1 0 0 0,0 1 0 0 0,0 0 0 0 0,0 0 0 0 0,0 0 0 0 0,0 0 0 0 0,-1 0 0 0 0,1 0 0 0 0,0 0 1 0 0,0 0-1 0 0,0 0 0 0 0,0 0 0 0 0,0 0 0 0 0,0 0 0 0 0,-1 0 0 0 0,1 0 0 0 0,0 0 0 0 0,0 0 0 0 0,0 0 0 0 0,0 0 0 0 0,0 0 1 0 0,0 0-1 0 0,-1 0 0 0 0,1 0 0 0 0,0 0 0 0 0,0 0 0 0 0,0 0 0 0 0,0 0 0 0 0,0 1 0 0 0,0-1 0 0 0,-1 0 0 0 0,-2 6-9 0 0,1 0 0 0 0,-1 1 0 0 0,1-1 0 0 0,0 1 0 0 0,1 0 0 0 0,-1-1 0 0 0,2 1 0 0 0,-1 0 0 0 0,0 0-1 0 0,1 0 1 0 0,1 0 0 0 0,-1 0 0 0 0,1-1 0 0 0,0 1 0 0 0,1 0 0 0 0,-1-1 0 0 0,1 1 0 0 0,1 0 0 0 0,3 8 0 0 0,-4-12 16 0 0,0 1 1 0 0,0-1 0 0 0,0 0 0 0 0,0 0 0 0 0,1 0 0 0 0,-1 0 0 0 0,1 0 0 0 0,0 0 0 0 0,0-1 0 0 0,0 1 0 0 0,0-1 0 0 0,0 0 0 0 0,0 0 0 0 0,1 0 0 0 0,-1 0 0 0 0,1-1 0 0 0,-1 1 0 0 0,1-1 0 0 0,0 0 0 0 0,0 0-1 0 0,-1 0 1 0 0,1-1 0 0 0,0 1 0 0 0,0-1 0 0 0,0 0 0 0 0,0 0 0 0 0,-1 0 0 0 0,1-1 0 0 0,0 1 0 0 0,0-1 0 0 0,0 0 0 0 0,-1 0 0 0 0,1 0 0 0 0,0-1 0 0 0,-1 1 0 0 0,5-3 0 0 0,0-2 59 0 0,0 1 0 0 0,0-1 1 0 0,0 0-1 0 0,-1-1 0 0 0,0 0 1 0 0,-1 0-1 0 0,1 0 1 0 0,-1-1-1 0 0,-1 0 0 0 0,0 0 1 0 0,0-1-1 0 0,0 1 0 0 0,-1-1 1 0 0,0 0-1 0 0,-1 0 0 0 0,5-19 1 0 0,-7 26-40 0 0,3-3-14 0 0,-3 3-17 0 0,-2 8-60 0 0,0-3 62 0 0,1 1-1 0 0,0-1 0 0 0,0 1 0 0 0,0-1 0 0 0,1 0 1 0 0,-1 1-1 0 0,1-1 0 0 0,0 1 0 0 0,0-1 1 0 0,0 0-1 0 0,0 0 0 0 0,0 1 0 0 0,1-1 0 0 0,0 0 1 0 0,-1 0-1 0 0,1 0 0 0 0,0-1 0 0 0,1 1 0 0 0,-1 0 1 0 0,0-1-1 0 0,1 1 0 0 0,-1-1 0 0 0,1 0 0 0 0,0 0 1 0 0,0 0-1 0 0,3 2 0 0 0,6 2 16 0 0,-1 0 0 0 0,1 0-1 0 0,0-1 1 0 0,0-1 0 0 0,1 0 0 0 0,-1-1 0 0 0,1 0-1 0 0,14 1 1 0 0,-24-3-6 0 0,0-1 0 0 0,0 0 0 0 0,1 0 0 0 0,-1 0 0 0 0,0 0 0 0 0,0 0 0 0 0,0 0 0 0 0,0-1 0 0 0,0 1 0 0 0,0-1 0 0 0,0 0-1 0 0,0 0 1 0 0,0 0 0 0 0,0-1 0 0 0,0 1 0 0 0,0-1 0 0 0,-1 1 0 0 0,1-1 0 0 0,-1 0 0 0 0,1 0 0 0 0,-1 0 0 0 0,0-1 0 0 0,0 1 0 0 0,1 0 0 0 0,-2-1 0 0 0,1 1 0 0 0,0-1-1 0 0,0 0 1 0 0,-1 1 0 0 0,0-1 0 0 0,1 0 0 0 0,-1 0 0 0 0,0 0 0 0 0,-1 0 0 0 0,1 0 0 0 0,0 0 0 0 0,0-7 0 0 0,0-2 49 0 0,-1 1 1 0 0,0-1 0 0 0,0 0 0 0 0,-2 0-1 0 0,1 0 1 0 0,-1 1 0 0 0,-1-1-1 0 0,0 1 1 0 0,-1-1 0 0 0,0 1-1 0 0,-7-13 1 0 0,10 22-82 0 0,-1 0 1 0 0,0 1-1 0 0,0-1 1 0 0,0 1-1 0 0,0-1 1 0 0,0 1-1 0 0,0 0 1 0 0,0 0-1 0 0,0 0 1 0 0,-1 0-1 0 0,1 0 1 0 0,0 0-1 0 0,-1 1 1 0 0,1-1-1 0 0,0 1 1 0 0,-1 0-1 0 0,1 0 1 0 0,-1-1-1 0 0,1 1 1 0 0,0 1-1 0 0,-3-1 1 0 0,2 0-43 0 0,0 0-203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7.2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 5124 0 0,'-16'3'-479'0'0,"9"0"682"0"0,12-3 876 0 0,2 0-1081 0 0,1-1 0 0 0,0 1 0 0 0,-1 1 0 0 0,1 0 0 0 0,0 0 0 0 0,-1 0 0 0 0,13 5 0 0 0,-18-6 2 0 0,0 1 1 0 0,0 0-1 0 0,0 0 0 0 0,0 0 1 0 0,-1 0-1 0 0,1 0 0 0 0,0 0 1 0 0,-1 0-1 0 0,1 1 0 0 0,0-1 1 0 0,-1 1-1 0 0,0-1 0 0 0,1 1 1 0 0,-1 0-1 0 0,0-1 0 0 0,0 1 1 0 0,0 0-1 0 0,0 0 0 0 0,0 0 1 0 0,0 0-1 0 0,0 0 1 0 0,-1 0-1 0 0,1 0 0 0 0,-1 0 1 0 0,0 0-1 0 0,1 0 0 0 0,-1 0 1 0 0,0 0-1 0 0,0 0 0 0 0,0 0 1 0 0,0 0-1 0 0,-1 0 0 0 0,1 0 1 0 0,-1 0-1 0 0,1 0 0 0 0,-1 0 1 0 0,0 0-1 0 0,1 0 1 0 0,-1 0-1 0 0,-2 2 0 0 0,-13 27 15 0 0,13-26 5 0 0,0 0 0 0 0,0 1-1 0 0,0-1 1 0 0,1 0 0 0 0,-1 1 0 0 0,1-1-1 0 0,1 1 1 0 0,-1 0 0 0 0,0 6-1 0 0,2-10 45 0 0,5-2 8 0 0,43-4 0 0 0,1-1 1 0 0,-1-3-1 0 0,51-15 0 0 0,-2 1-265 0 0,-60 15-86 0 0,-18 2-763 0 0,0 1 0 0 0,34-2 0 0 0,-50 6-66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5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42 753 6781 0 0,'0'0'-162'0'0,"-4"0"-40"0"0,0-1 263 0 0,2 2 4 0 0,1-1-1 0 0,-1 0 1 0 0,0-1 0 0 0,1 1-1 0 0,-1 0 1 0 0,1 0-1 0 0,-1-1 1 0 0,1 1 0 0 0,-1-1-1 0 0,1 1 1 0 0,-1-1 0 0 0,1 0-1 0 0,-1 1 1 0 0,1-1 0 0 0,0 0-1 0 0,-1 0 1 0 0,1 0 0 0 0,0 0-1 0 0,0 0 1 0 0,0-1-1 0 0,-1 0 1 0 0,1 0 343 0 0,3-1-263 0 0,11-9-1 0 0,0 1 0 0 0,1 0 1 0 0,0 1-1 0 0,0 1 1 0 0,1 0-1 0 0,20-9 0 0 0,109-38 128 0 0,-43 17-46 0 0,33-23 69 0 0,-3-6-1 0 0,176-122 1 0 0,-301 186-282 0 0,269-169 530 0 0,-236 150-118 0 0,-37 22 79 0 0,-12-12-2440 0 0,0-3-4346 0 0,10 8 4026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6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35 5641 0 0,'-52'-9'-110'0'0,"49"8"280"0"0,0 1 273 0 0,0-1 0 0 0,1 1 0 0 0,-1-1 0 0 0,0 0 0 0 0,0 1 0 0 0,1-1 0 0 0,-1-1-1 0 0,0 1 1 0 0,-3-3 0 0 0,96-4-307 0 0,0 3 0 0 0,1 4 0 0 0,108 14 0 0 0,-196-13-124 0 0,1 0 1 0 0,0 1-1 0 0,-1-1 0 0 0,1 1 0 0 0,-1 0 0 0 0,1 0 0 0 0,-1 1 0 0 0,1-1 0 0 0,-1 1 1 0 0,0-1-1 0 0,0 1 0 0 0,4 3 0 0 0,-6-4-6 0 0,0 0-1 0 0,-1 1 1 0 0,1-1 0 0 0,0 0-1 0 0,-1 1 1 0 0,0-1 0 0 0,1 0-1 0 0,-1 1 1 0 0,0-1 0 0 0,1 0-1 0 0,-1 1 1 0 0,0-1 0 0 0,0 1 0 0 0,0-1-1 0 0,0 1 1 0 0,0-1 0 0 0,-1 0-1 0 0,1 1 1 0 0,0-1 0 0 0,-1 1-1 0 0,1-1 1 0 0,-1 0 0 0 0,1 1-1 0 0,-1-1 1 0 0,1 0 0 0 0,-1 0-1 0 0,0 1 1 0 0,0-1 0 0 0,0 0 0 0 0,0 0-1 0 0,0 0 1 0 0,0 0 0 0 0,0 0-1 0 0,-1 1 1 0 0,-41 43 64 0 0,-2-2 0 0 0,-1-2 0 0 0,-99 67 0 0 0,53-41-1 0 0,61-46-169 0 0,-26 22-191 0 0,29-11-2695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8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37 207 4084 0 0,'-24'-68'2549'0'0,"24"66"-2383"0"0,-2 1 4 0 0,2 1-168 0 0,0 0 1 0 0,0-1-1 0 0,0 1 1 0 0,0 0-1 0 0,0 0 0 0 0,0 0 1 0 0,0 0-1 0 0,0 0 1 0 0,0 0-1 0 0,0-1 0 0 0,0 1 1 0 0,0 0-1 0 0,0 0 1 0 0,0 0-1 0 0,0 0 0 0 0,0 0 1 0 0,0 0-1 0 0,0-1 0 0 0,0 1 1 0 0,-1 0-1 0 0,1 0 1 0 0,0 0-1 0 0,0 0 0 0 0,0 0 1 0 0,0 0-1 0 0,0 0 1 0 0,0 0-1 0 0,0 0 0 0 0,0 0 1 0 0,-1 0-1 0 0,1-1 1 0 0,0 1-1 0 0,0 0 0 0 0,0 0 1 0 0,0 0-1 0 0,0 0 1 0 0,-1 0-1 0 0,1 0 0 0 0,0 0 1 0 0,0 0-1 0 0,0 0 0 0 0,0 0 1 0 0,0 0-1 0 0,0 0 1 0 0,-1 0-1 0 0,1 0 0 0 0,0 1 1 0 0,0-1-1 0 0,0 0 1 0 0,0 0-1 0 0,0 0 0 0 0,0 0 1 0 0,0 0-1 0 0,-1 0 1 0 0,1 0-1 0 0,0 0 0 0 0,0 0 1 0 0,0 0-1 0 0,0 0 1 0 0,0 1-1 0 0,0-1 0 0 0,-1 2-5 0 0,0 0-1 0 0,0 0 0 0 0,1 0 0 0 0,-1 1 0 0 0,1-1 0 0 0,-1 0 1 0 0,1 1-1 0 0,0-1 0 0 0,0 0 0 0 0,0 0 0 0 0,0 1 1 0 0,1-1-1 0 0,-1 0 0 0 0,0 1 0 0 0,1-1 0 0 0,0 0 1 0 0,-1 0-1 0 0,1 0 0 0 0,0 0 0 0 0,0 0 0 0 0,0 0 1 0 0,1 0-1 0 0,1 4 0 0 0,1-3 6 0 0,0 0 1 0 0,0 1-1 0 0,0-1 0 0 0,0 0 1 0 0,0-1-1 0 0,0 1 0 0 0,1-1 1 0 0,-1 0-1 0 0,1 0 0 0 0,8 2 1 0 0,0 0 21 0 0,1-1 0 0 0,-1-1 0 0 0,1 0 0 0 0,0-1 0 0 0,0 0-1 0 0,0-1 1 0 0,24-3 0 0 0,-31 1 5 0 0,0 1 1 0 0,0-1-1 0 0,0-1 0 0 0,0 0 0 0 0,-1 0 0 0 0,1 0 0 0 0,-1 0 1 0 0,1-1-1 0 0,-1 0 0 0 0,9-9 0 0 0,-1 0 455 0 0,-1-2 0 0 0,19-26-1 0 0,-29 37-330 0 0,-2 2-77 0 0,-1 1-92 0 0,1 1 1 0 0,-1-1-1 0 0,0 0 1 0 0,1 0 0 0 0,-1 1-1 0 0,0-1 1 0 0,1 0-1 0 0,-1 1 1 0 0,1-1 0 0 0,-1 0-1 0 0,1 1 1 0 0,-1-1-1 0 0,1 1 1 0 0,0-1 0 0 0,-1 1-1 0 0,1-1 1 0 0,0 1-1 0 0,-1-1 1 0 0,1 1 0 0 0,0 0-1 0 0,-1-1 1 0 0,2 1-1 0 0,5 8-5 0 0,1 0 0 0 0,-1 0 0 0 0,1 0-1 0 0,1-1 1 0 0,-1 0 0 0 0,1-1-1 0 0,0 0 1 0 0,1-1 0 0 0,-1 1-1 0 0,1-2 1 0 0,0 1 0 0 0,1-2-1 0 0,18 6 1 0 0,17 3 19 0 0,85 10-1 0 0,-125-21 27 0 0,-1 0-1 0 0,1-1 0 0 0,0 1 1 0 0,0-1-1 0 0,-1-1 1 0 0,1 1-1 0 0,0-1 1 0 0,-1 0-1 0 0,1-1 0 0 0,0 1 1 0 0,-1-1-1 0 0,1 0 1 0 0,-1 0-1 0 0,8-5 1 0 0,-10 5 1 0 0,0-1 1 0 0,-1 1-1 0 0,0 0 0 0 0,0-1 1 0 0,0 1-1 0 0,0-1 1 0 0,0 0-1 0 0,0 0 1 0 0,-1 0-1 0 0,1 1 1 0 0,-1-1-1 0 0,0-1 1 0 0,0 1-1 0 0,0 0 0 0 0,0 0 1 0 0,0 0-1 0 0,-1-1 1 0 0,1 1-1 0 0,-1 0 1 0 0,0 0-1 0 0,0-1 1 0 0,0 1-1 0 0,-1 0 1 0 0,1-1-1 0 0,-1 1 0 0 0,-1-5 1 0 0,-38-99 668 0 0,40 106-728 0 0,-4-5-2378 0 0,4 6 2261 0 0,0-1 0 0 0,0 1 0 0 0,0-1 0 0 0,0 1 1 0 0,0 0-1 0 0,0-1 0 0 0,0 1 0 0 0,0-1 1 0 0,0 1-1 0 0,1 0 0 0 0,-1-1 0 0 0,0 1 0 0 0,0-1 1 0 0,0 1-1 0 0,0 0 0 0 0,1-1 0 0 0,2-2-1075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9.6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25 5344 0 0,'0'0'-285'0'0,"-22"-3"-88"0"0,4 0 3555 0 0,46-4-2706 0 0,56-4-830 0 0,4 11 278 0 0,-80 0 29 0 0,1 1-1 0 0,0 0 1 0 0,0 1-1 0 0,-1 0 1 0 0,1 1-1 0 0,-1-1 1 0 0,15 8-1 0 0,-22-9 43 0 0,0-1 0 0 0,0 1 0 0 0,0-1-1 0 0,-1 1 1 0 0,1 0 0 0 0,0-1 0 0 0,0 1 0 0 0,-1 0 0 0 0,1-1 0 0 0,0 1-1 0 0,-1 0 1 0 0,1 0 0 0 0,-1 0 0 0 0,1-1 0 0 0,-1 1 0 0 0,0 0 0 0 0,1 0-1 0 0,-1 0 1 0 0,0 0 0 0 0,1 0 0 0 0,-1 0 0 0 0,0 0 0 0 0,0 0-1 0 0,0 0 1 0 0,0 0 0 0 0,0 1 0 0 0,-1 0-1 0 0,1 1 0 0 0,-1-1 0 0 0,0 1 0 0 0,0-1 0 0 0,0 0 0 0 0,0 1-1 0 0,0-1 1 0 0,-1 0 0 0 0,1 0 0 0 0,-2 3 0 0 0,-49 45-36 0 0,42-42 25 0 0,-15 12-8 0 0,20-17 2 0 0,0 1-1 0 0,0 0 0 0 0,0 1 0 0 0,0-1 1 0 0,0 1-1 0 0,1 0 0 0 0,-7 10 1 0 0,10-13 4 0 0,27 19-11 0 0,134 46-143 0 0,-157-65 158 0 0,1-1 0 0 0,-1 1 1 0 0,1 0-1 0 0,-1-1 1 0 0,0 2-1 0 0,0-1 1 0 0,0 0-1 0 0,0 1 0 0 0,-1-1 1 0 0,1 1-1 0 0,0 0 1 0 0,-1 0-1 0 0,0 0 0 0 0,4 6 1 0 0,-6-8 11 0 0,0 0 0 0 0,0 0 0 0 0,1 0 0 0 0,-1 0 0 0 0,0 0-1 0 0,0 0 1 0 0,0 0 0 0 0,0 0 0 0 0,0 0 0 0 0,0 0 0 0 0,-1 0 0 0 0,1 0 0 0 0,0 0 0 0 0,-1 0 0 0 0,1 0 0 0 0,0 0 0 0 0,-1 0 0 0 0,1 0-1 0 0,-1-1 1 0 0,1 1 0 0 0,-2 1 0 0 0,0 1 5 0 0,0-1-1 0 0,-1 0 0 0 0,1 0 0 0 0,-1 0 1 0 0,0 0-1 0 0,0 0 0 0 0,1-1 1 0 0,-1 1-1 0 0,-5 1 0 0 0,-15 6 55 0 0,-1-1-1 0 0,0-2 1 0 0,0 0 0 0 0,-47 5-1 0 0,-98-6 785 0 0,148-5-666 0 0,19 0-198 0 0,0 0 0 0 0,0 0-1 0 0,0 0 1 0 0,0 0 0 0 0,0-1-1 0 0,0 1 1 0 0,0-1-1 0 0,1 1 1 0 0,-1-1 0 0 0,0 0-1 0 0,0 0 1 0 0,0 1 0 0 0,1-1-1 0 0,-1 0 1 0 0,1-1-1 0 0,-1 1 1 0 0,-2-2 0 0 0,3 2-85 0 0,1 0 0 0 0,-1 0 0 0 0,1 0 0 0 0,0 0 0 0 0,-1 1 0 0 0,1-1 0 0 0,0 0 0 0 0,-1 0 0 0 0,1 0 0 0 0,0 0 0 0 0,0 0 0 0 0,0 0 0 0 0,0 0 0 0 0,0 0 0 0 0,0 0 0 0 0,0 0 0 0 0,0 0 0 0 0,0 0 0 0 0,0 0 0 0 0,1 0 0 0 0,-1 0 0 0 0,0 1 0 0 0,1-1 0 0 0,-1 0 0 0 0,1 0 0 0 0,-1 0 0 0 0,1 0 1 0 0,-1 0-1 0 0,1 1 0 0 0,-1-1 0 0 0,1 0 0 0 0,0 1 0 0 0,1-2 0 0 0,6-6-1743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0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45 4736 0 0,'0'0'-238'0'0,"-6"1"72"0"0,-54 8 2732 0 0,69-9-2572 0 0,519-15 19 0 0,-466 14 12 0 0,152-7 352 0 0,-138 10 1510 0 0,-73-2-1583 0 0,27-5-2294 0 0,-30 3 1728 0 0,0-2 30 0 0,-3-17-4926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1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9 4932 0 0,'0'0'-236'0'0,"-20"-7"367"0"0,4 5 2933 0 0,22 6-3065 0 0,-1 1 0 0 0,1-2 0 0 0,0 1 0 0 0,0 0 0 0 0,0-1 0 0 0,0 0 0 0 0,0-1 0 0 0,1 0 0 0 0,9 3 0 0 0,75 14-9 0 0,-47-12 8 0 0,56 13 88 0 0,186 43 352 0 0,-285-62-350 0 0,0-1-83 0 0,-1 1 0 0 0,0 0 1 0 0,0-1-1 0 0,0 1 0 0 0,0-1 0 0 0,0 1 1 0 0,0 0-1 0 0,0-1 0 0 0,0 1 0 0 0,0-1 1 0 0,0 1-1 0 0,0 0 0 0 0,0-1 0 0 0,0 1 1 0 0,-1-1-1 0 0,1 1 0 0 0,0-1 0 0 0,0 1 1 0 0,-1-1-1 0 0,1 1 0 0 0,0-1 0 0 0,-1 1 1 0 0,1-1-1 0 0,-1 1 0 0 0,-284 167 233 0 0,82-51-285 0 0,158-96-1265 0 0,44-20 748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7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28 5573 0 0,'-13'-7'-147'0'0,"-7"-3"568"0"0,6 7 3556 0 0,110-5-3873 0 0,-48 10-80 0 0,-18-1-20 0 0,0 1 1 0 0,-1 1-1 0 0,48 12 1 0 0,-76-15-3 0 0,1 1 1 0 0,-1-1 0 0 0,1 0 0 0 0,-1 1 0 0 0,1-1-1 0 0,-1 1 1 0 0,1 0 0 0 0,-1-1 0 0 0,1 1 0 0 0,-1 0 0 0 0,0 0-1 0 0,1 0 1 0 0,-1 0 0 0 0,0 0 0 0 0,0 0 0 0 0,0 0-1 0 0,0 0 1 0 0,0 0 0 0 0,0 1 0 0 0,0-1 0 0 0,0 0-1 0 0,-1 1 1 0 0,1-1 0 0 0,0 1 0 0 0,-1-1 0 0 0,1 3 0 0 0,-1-2 1 0 0,0 1 1 0 0,0-1-1 0 0,-1 1 1 0 0,0-1 0 0 0,1 1-1 0 0,-1-1 1 0 0,0 0 0 0 0,0 1-1 0 0,0-1 1 0 0,0 0 0 0 0,-1 0-1 0 0,1 1 1 0 0,0-1-1 0 0,-4 3 1 0 0,-8 9 14 0 0,-1-1 0 0 0,0 0 0 0 0,-22 14 0 0 0,30-22-18 0 0,-202 127 124 0 0,154-99-30 0 0,53-33-112 0 0,0 1 0 0 0,0 0 1 0 0,0 0-1 0 0,0-1 1 0 0,0 1-1 0 0,0-1 1 0 0,0 1-1 0 0,-1-1 1 0 0,1 1-1 0 0,0-1 0 0 0,0 0 1 0 0,0 1-1 0 0,0-1 1 0 0,-1 0-1 0 0,1 0 1 0 0,0 0-1 0 0,0 0 0 0 0,-2 0 1 0 0,3-1-42 0 0,0 1 0 0 0,-1-1 0 0 0,1 1 0 0 0,0-1 0 0 0,0 1 0 0 0,-1-1 0 0 0,1 1-1 0 0,0-1 1 0 0,0 1 0 0 0,0-1 0 0 0,0 1 0 0 0,0-1 0 0 0,0 1 0 0 0,0-1 0 0 0,0 0 0 0 0,0 1 0 0 0,0-1 0 0 0,0 1 0 0 0,1-1 0 0 0,-1 1 0 0 0,0-1 0 0 0,0 1 0 0 0,0-1-1 0 0,1 1 1 0 0,-1-2 0 0 0,25-39-4215 0 0,-12 26 1815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318 30 5733 0 0,'0'-1'-6'0'0,"1"0"0"0"0,-1 0 1 0 0,1 0-1 0 0,-1 0 1 0 0,0 0-1 0 0,1 0 1 0 0,-1 0-1 0 0,0 0 1 0 0,0 0-1 0 0,0 0 1 0 0,0 0-1 0 0,0 0 1 0 0,0 0-1 0 0,0 0 1 0 0,0-1-1 0 0,0 0 1 0 0,-23-8 225 0 0,21 10-146 0 0,-3 0-2 0 0,-12 3-52 0 0,0 2 1 0 0,1-1-1 0 0,-1 2 1 0 0,1 0 0 0 0,0 1-1 0 0,1 1 1 0 0,-1 0 0 0 0,2 1-1 0 0,-1 1 1 0 0,1 0 0 0 0,1 1-1 0 0,0 1 1 0 0,0 0-1 0 0,1 0 1 0 0,1 1 0 0 0,0 1-1 0 0,1 0 1 0 0,-11 19 0 0 0,19-30-17 0 0,0 0 0 0 0,1 0 0 0 0,-1 1 0 0 0,1-1 0 0 0,0 1 0 0 0,0-1 0 0 0,0 1 0 0 0,0 0 0 0 0,1-1 1 0 0,-1 1-1 0 0,1 0 0 0 0,0 0 0 0 0,0-1 0 0 0,0 1 0 0 0,1 0 0 0 0,-1-1 0 0 0,1 1 0 0 0,0 0 0 0 0,0-1 0 0 0,0 1 1 0 0,3 4-1 0 0,-1-4 29 0 0,0 1-1 0 0,0-1 1 0 0,1-1 0 0 0,-1 1 0 0 0,1 0 0 0 0,0-1 0 0 0,0 0 0 0 0,1 0 0 0 0,-1 0-1 0 0,0-1 1 0 0,1 1 0 0 0,0-1 0 0 0,-1 0 0 0 0,1 0 0 0 0,6 1 0 0 0,28 7 154 0 0,1-2 0 0 0,1-2 0 0 0,42 1 0 0 0,8 2 620 0 0,-88-9-702 0 0,1 1 497 0 0,11-10-6379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 4740 0 0,'1'-2'305'0'0,"0"1"0"0"0,0-1 0 0 0,1 1-1 0 0,-1 0 1 0 0,0 0 0 0 0,1-1-1 0 0,-1 1 1 0 0,1 0 0 0 0,-1 0-1 0 0,1 0 1 0 0,0 1 0 0 0,-1-1-1 0 0,4-1 1 0 0,3 32-227 0 0,1-2 198 0 0,-2 1 0 0 0,5 40 0 0 0,-11-60-378 0 0,0 0 0 0 0,-1 0 1 0 0,0 0-1 0 0,-1 1 1 0 0,0-1-1 0 0,0 0 0 0 0,-1 0 1 0 0,0 0-1 0 0,-1 0 1 0 0,0-1-1 0 0,0 1 0 0 0,-5 8 1 0 0,2-2-769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3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23 5220 0 0,'-16'0'-68'0'0,"13"0"324"0"0,-7-2-94 0 0,10 2-130 0 0,1-1 1 0 0,-1 1-1 0 0,0 0 0 0 0,0 0 1 0 0,0 0-1 0 0,0 0 0 0 0,0 0 0 0 0,0 0 1 0 0,0 0-1 0 0,0 0 0 0 0,0 0 1 0 0,0-1-1 0 0,1 1 0 0 0,-1 0 1 0 0,0 0-1 0 0,0 0 0 0 0,0 0 0 0 0,0 0 1 0 0,0 0-1 0 0,0 0 0 0 0,0-1 1 0 0,0 1-1 0 0,0 0 0 0 0,0 0 1 0 0,0 0-1 0 0,0 0 0 0 0,0 0 0 0 0,0 0 1 0 0,0 0-1 0 0,0-1 0 0 0,0 1 1 0 0,0 0-1 0 0,0 0 0 0 0,0 0 1 0 0,0 0-1 0 0,-1 0 0 0 0,1 0 0 0 0,0 0 1 0 0,0-1-1 0 0,0 1 0 0 0,0 0 1 0 0,0 0-1 0 0,0 0 0 0 0,0 0 1 0 0,0 0-1 0 0,0 0 0 0 0,0 0 0 0 0,-1 0 1 0 0,1 0-1 0 0,0 0 0 0 0,16-5 22 0 0,1 2 1 0 0,0 0-1 0 0,-1 1 0 0 0,27-1 0 0 0,-8 3-17 0 0,0 2 0 0 0,-1 1-1 0 0,1 1 1 0 0,0 2 0 0 0,-1 1 0 0 0,43 16-1 0 0,-75-22-22 0 0,-1-1-1 0 0,1 1 0 0 0,0-1 1 0 0,0 1-1 0 0,0 0 0 0 0,-1 0 0 0 0,1 0 1 0 0,0 0-1 0 0,-1 0 0 0 0,1 0 1 0 0,-1 0-1 0 0,1 1 0 0 0,-1-1 1 0 0,1 1-1 0 0,-1-1 0 0 0,0 1 0 0 0,0-1 1 0 0,0 1-1 0 0,0 0 0 0 0,0-1 1 0 0,0 1-1 0 0,0 0 0 0 0,-1 0 0 0 0,1 0 1 0 0,-1 0-1 0 0,1 2 0 0 0,-1-1 0 0 0,-1 0 0 0 0,0 1-1 0 0,0-1 1 0 0,0-1-1 0 0,0 1 1 0 0,0 0 0 0 0,0 0-1 0 0,-1 0 1 0 0,0-1-1 0 0,1 1 1 0 0,-1-1 0 0 0,0 1-1 0 0,0-1 1 0 0,-4 4-1 0 0,-9 7 22 0 0,0-1-1 0 0,-1 0 0 0 0,0-1 0 0 0,-18 9 0 0 0,-17 7 336 0 0,-68 26 0 0 0,116-52-276 0 0,3-1-123 0 0,0 0-1 0 0,0 0 1 0 0,0 0 0 0 0,0 1 0 0 0,-1-1 0 0 0,1 0 0 0 0,0 0 0 0 0,0 0 0 0 0,0 0 0 0 0,0 0 0 0 0,-1 0 0 0 0,1 0 0 0 0,0 1 0 0 0,0-1 0 0 0,0 0 0 0 0,-1 0 0 0 0,1 0 0 0 0,0 0 0 0 0,0 0 0 0 0,0 0 0 0 0,-1 0 0 0 0,1 0 0 0 0,0 0 0 0 0,0 0 0 0 0,-1 0 0 0 0,1 0 0 0 0,0 0 0 0 0,0 0 0 0 0,0-1 0 0 0,-1 1 0 0 0,1 0 0 0 0,0 0 0 0 0,0 0 0 0 0,0 0 0 0 0,0 0 0 0 0,-1 0 0 0 0,1 0 0 0 0,0-1 0 0 0,0 1 0 0 0,0 0 0 0 0,0 0 0 0 0,-1 0 0 0 0,1 0 0 0 0,0-1 0 0 0,0 1 0 0 0,0 0 0 0 0,0 0 0 0 0,0 0 0 0 0,0 0 0 0 0,0-1 0 0 0,0 1 0 0 0,1-3-183 0 0,1-1-176 0 0,0 1 0 0 0,-1-1 0 0 0,2 1-1 0 0,-1 0 1 0 0,0 0 0 0 0,0 0 0 0 0,6-5-1 0 0,7-6-2156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8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308 20 5941 0 0,'8'-7'-353'0'0,"-8"7"355"0"0,0 0 0 0 0,0 0 0 0 0,1 0 0 0 0,-1 0 0 0 0,0 0 0 0 0,0 0-1 0 0,0 0 1 0 0,1 0 0 0 0,-1-1 0 0 0,0 1 0 0 0,0 0 0 0 0,0 0 0 0 0,0 0 0 0 0,0 0 0 0 0,0 0 0 0 0,1 0 0 0 0,-1-1 0 0 0,0 1-1 0 0,0 0 1 0 0,0 0 0 0 0,0 0 0 0 0,0 0 0 0 0,0-1 0 0 0,0 1 0 0 0,0 0 0 0 0,0 0 0 0 0,0 0 0 0 0,0-1 0 0 0,0 1 0 0 0,0 0-1 0 0,0 0 1 0 0,0 0 0 0 0,0-1 0 0 0,0 1 0 0 0,0 0 0 0 0,0 0 0 0 0,0 0 0 0 0,0 0 0 0 0,0-1 0 0 0,0 1 0 0 0,0 0 0 0 0,0 0 0 0 0,0 0-1 0 0,0 0 1 0 0,0-1 0 0 0,0 1 0 0 0,-1 0 0 0 0,1 0 0 0 0,0 0 0 0 0,0 0 0 0 0,0 0 0 0 0,0-1 0 0 0,0 1 0 0 0,-1 0 0 0 0,1 0-1 0 0,0 0 1 0 0,0 0 0 0 0,-1 0 0 0 0,-19-4 23 0 0,15 4 6 0 0,-1 1 1 0 0,-12 4 17 0 0,0 1 1 0 0,0 0-1 0 0,1 1 1 0 0,0 1 0 0 0,1 1-1 0 0,-1 0 1 0 0,1 1-1 0 0,1 1 1 0 0,0 0 0 0 0,1 1-1 0 0,0 0 1 0 0,1 2-1 0 0,0-1 1 0 0,1 2 0 0 0,1-1-1 0 0,-15 25 1 0 0,24-35-35 0 0,0-1 1 0 0,0 1 0 0 0,0 0-1 0 0,1 0 1 0 0,0 0-1 0 0,-1 0 1 0 0,1 0-1 0 0,1 1 1 0 0,-1-1-1 0 0,1 0 1 0 0,-1 0-1 0 0,1 1 1 0 0,0-1-1 0 0,1 0 1 0 0,-1 0-1 0 0,1 0 1 0 0,0 1-1 0 0,0-1 1 0 0,0 0 0 0 0,0 0-1 0 0,1 0 1 0 0,0 0-1 0 0,0 0 1 0 0,0-1-1 0 0,0 1 1 0 0,0-1-1 0 0,1 1 1 0 0,-1-1-1 0 0,1 0 1 0 0,0 0-1 0 0,0 0 1 0 0,0 0-1 0 0,1 0 1 0 0,6 4 0 0 0,2 0 28 0 0,0 0 0 0 0,0 0 0 0 0,0-1 0 0 0,1-1 0 0 0,0 0 0 0 0,0-1 0 0 0,0 0 0 0 0,1-1 0 0 0,20 3 0 0 0,32 1 191 0 0,-62-7-269 0 0,27-9-1022 0 0,-7-7-2270 0 0,-16 11 1747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0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12 4496 0 0,'-20'-2'2093'0'0,"19"2"-2048"0"0,25-6 219 0 0,-15 5-262 0 0,1 0-1 0 0,-1 0 1 0 0,1 1 0 0 0,18 1 0 0 0,-24-1 1 0 0,0 1-1 0 0,0 0 1 0 0,0 0-1 0 0,0 0 1 0 0,0 1-1 0 0,-1-1 0 0 0,1 1 1 0 0,0 0-1 0 0,-1 0 1 0 0,0 0-1 0 0,1 0 1 0 0,-1 0-1 0 0,5 6 0 0 0,-6-6 1 0 0,-1 0 0 0 0,0 0 0 0 0,0 0 0 0 0,0 0-1 0 0,0 0 1 0 0,0 0 0 0 0,0 0 0 0 0,-1 1 0 0 0,1-1-1 0 0,-1 0 1 0 0,1 0 0 0 0,-1 1 0 0 0,0-1-1 0 0,0 0 1 0 0,0 1 0 0 0,0-1 0 0 0,-1 5 0 0 0,-3 7 8 0 0,-1-1 0 0 0,0 1 1 0 0,-1-1-1 0 0,-1 0 1 0 0,0-1-1 0 0,-11 16 0 0 0,9-15-16 0 0,2 0 0 0 0,-1 0 0 0 0,-4 14 0 0 0,11-26 7 0 0,1-1-1 0 0,0 1 1 0 0,0-1-1 0 0,0 0 0 0 0,0 1 1 0 0,0-1-1 0 0,0 1 1 0 0,0-1-1 0 0,0 1 1 0 0,0-1-1 0 0,0 0 0 0 0,0 1 1 0 0,0-1-1 0 0,1 1 1 0 0,-1-1-1 0 0,0 0 1 0 0,0 1-1 0 0,0-1 0 0 0,0 1 1 0 0,1-1-1 0 0,-1 0 1 0 0,0 1-1 0 0,0-1 1 0 0,1 0-1 0 0,-1 1 0 0 0,0-1 1 0 0,1 0-1 0 0,-1 0 1 0 0,0 1-1 0 0,1-1 1 0 0,-1 0-1 0 0,0 0 0 0 0,1 0 1 0 0,0 1-1 0 0,21 4 34 0 0,29-7 8 0 0,-47 2-38 0 0,203-26-122 0 0,-73-5-3559 0 0,-114 26 2141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1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63 4748 0 0,'0'-2'57'0'0,"0"0"-1"0"0,0-1 1 0 0,-1 1-1 0 0,1 0 0 0 0,1-1 1 0 0,-1 1-1 0 0,0 0 1 0 0,1-1-1 0 0,-1 1 0 0 0,1 0 1 0 0,0 0-1 0 0,-1-1 0 0 0,1 1 1 0 0,0 0-1 0 0,0 0 1 0 0,1 0-1 0 0,-1 0 0 0 0,0 0 1 0 0,1 0-1 0 0,1-2 1 0 0,-1 3 41 0 0,52-6 87 0 0,-45 6-169 0 0,17-2-4 0 0,0 2-1 0 0,1 0 1 0 0,-1 1 0 0 0,0 2-1 0 0,51 10 1 0 0,-74-12-14 0 0,1 1 0 0 0,-1 0 0 0 0,1 0 0 0 0,-1 0 0 0 0,1 1 0 0 0,-1-1 1 0 0,0 1-1 0 0,0 0 0 0 0,0 0 0 0 0,0 0 0 0 0,0 0 0 0 0,0 0 0 0 0,0 1 0 0 0,-1-1 0 0 0,1 1 0 0 0,-1 0 1 0 0,0 0-1 0 0,0 0 0 0 0,0 0 0 0 0,0 0 0 0 0,0 0 0 0 0,-1 0 0 0 0,0 1 0 0 0,2 4 0 0 0,-3-4 8 0 0,0 1-1 0 0,0-1 1 0 0,-1 0-1 0 0,1 0 1 0 0,-1 1-1 0 0,0-1 0 0 0,0 0 1 0 0,-1 0-1 0 0,1 0 1 0 0,-1 0-1 0 0,0-1 1 0 0,0 1-1 0 0,0 0 1 0 0,-1-1-1 0 0,1 1 0 0 0,-1-1 1 0 0,0 0-1 0 0,0 0 1 0 0,0 0-1 0 0,-5 4 1 0 0,-26 22 261 0 0,-2-2 1 0 0,-1-1-1 0 0,-1-1 1 0 0,-74 34-1 0 0,87-50-1120 0 0,39-19-1946 0 0,-4 3 2647 0 0,10-6-1894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1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17 5056 0 0,'2'-1'-81'0'0,"6"-6"-180"0"0,-9 6 251 0 0,0 0 1 0 0,0 0-1 0 0,0 1 0 0 0,-1-1 1 0 0,1 0-1 0 0,0 0 1 0 0,-1 1-1 0 0,1-1 0 0 0,0 1 1 0 0,-1-1-1 0 0,1 1 1 0 0,-1 0-1 0 0,1 0 0 0 0,-1-1 1 0 0,1 1-1 0 0,0 0 1 0 0,-3 1-1 0 0,-3-2 11 0 0,0 1 0 0 0,-1 1 0 0 0,1-1 1 0 0,0 2-1 0 0,0-1 0 0 0,-1 1 0 0 0,1-1 0 0 0,0 2 0 0 0,-11 4 0 0 0,-53 32 40 0 0,60-31-39 0 0,-106 77 18 0 0,104-74-18 0 0,0 1-1 0 0,1 0 1 0 0,0 1 0 0 0,1 0 0 0 0,1 1-1 0 0,-12 18 1 0 0,21-29 4 0 0,-1-1 1 0 0,0 1-1 0 0,1-1 0 0 0,-1 1 1 0 0,1-1-1 0 0,0 1 0 0 0,0 0 0 0 0,0-1 1 0 0,0 1-1 0 0,1 0 0 0 0,-1 0 1 0 0,1 0-1 0 0,0 0 0 0 0,-1 0 0 0 0,1 0 1 0 0,1-1-1 0 0,-1 1 0 0 0,0 0 0 0 0,1 0 1 0 0,-1 0-1 0 0,1 0 0 0 0,0-1 1 0 0,0 1-1 0 0,1 3 0 0 0,1-3 28 0 0,1 0-1 0 0,-1 0 1 0 0,0 0-1 0 0,1-1 0 0 0,0 1 1 0 0,-1-1-1 0 0,1 0 1 0 0,0 0-1 0 0,0 0 1 0 0,0 0-1 0 0,1-1 0 0 0,-1 0 1 0 0,0 0-1 0 0,0 0 1 0 0,6 0-1 0 0,20 3 93 0 0,0-2 0 0 0,0-1 0 0 0,39-3-1 0 0,-37 0 24 0 0,-1 2 0 0 0,43 4 0 0 0,-56-3-181 0 0,-1-2 0 0 0,1 0 0 0 0,-1-1-1 0 0,18-4 1 0 0,-35 6-14 0 0,9-6-2430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22 4676 0 0,'-7'0'51'0'0,"5"0"45"0"0,1 0 1 0 0,-1 0-1 0 0,0 0 0 0 0,1 0 0 0 0,-1 0 0 0 0,1 0 0 0 0,-1 0 0 0 0,0 0 0 0 0,1 0 0 0 0,-1-1 0 0 0,1 1 0 0 0,-1-1 1 0 0,1 1-1 0 0,-1-1 0 0 0,1 0 0 0 0,-1 1 0 0 0,1-1 0 0 0,0 0 0 0 0,-1 0 0 0 0,-1-2 0 0 0,9 2-83 0 0,9-2-25 0 0,-1 0-1 0 0,1 1 1 0 0,0 1-1 0 0,0 0 1 0 0,0 1-1 0 0,-1 0 1 0 0,22 5 0 0 0,-35-5 11 0 0,0 0 1 0 0,0 1 0 0 0,0-1 0 0 0,0 1 0 0 0,0-1 0 0 0,0 1 0 0 0,0 0 0 0 0,0-1-1 0 0,0 1 1 0 0,0 0 0 0 0,-1-1 0 0 0,1 1 0 0 0,0 0 0 0 0,0 0 0 0 0,-1 0-1 0 0,1 0 1 0 0,-1 0 0 0 0,1 0 0 0 0,-1 0 0 0 0,1 0 0 0 0,-1 0 0 0 0,0 0-1 0 0,1 0 1 0 0,-1 0 0 0 0,0 0 0 0 0,0 0 0 0 0,0 0 0 0 0,0 1 0 0 0,0-1 0 0 0,0 0-1 0 0,0 0 1 0 0,0 0 0 0 0,0 0 0 0 0,0 0 0 0 0,-1 0 0 0 0,1 0 0 0 0,0 0-1 0 0,-1 0 1 0 0,1 0 0 0 0,-1 0 0 0 0,0 2 0 0 0,-28 40 7 0 0,26-39-12 0 0,1-3-1 0 0,1 0 0 0 0,0 1 0 0 0,-1-1 0 0 0,1 1-1 0 0,0 0 1 0 0,0 0 0 0 0,0-1 0 0 0,0 1 0 0 0,0 0-1 0 0,0 0 1 0 0,0 0 0 0 0,1 0 0 0 0,-1 0 0 0 0,1 0-1 0 0,-1 0 1 0 0,1 0 0 0 0,0 0 0 0 0,0 0 0 0 0,0 0-1 0 0,0 0 1 0 0,0 0 0 0 0,0 0 0 0 0,1 4 0 0 0,1-4 3 0 0,0 0 0 0 0,0 1 1 0 0,0-1-1 0 0,0 0 0 0 0,0 0 1 0 0,1 0-1 0 0,-1-1 0 0 0,0 1 1 0 0,1 0-1 0 0,-1-1 0 0 0,1 0 1 0 0,0 0-1 0 0,-1 0 0 0 0,1 0 1 0 0,0 0-1 0 0,4 1 0 0 0,20 6-9 0 0,0 1 0 0 0,0 1 0 0 0,33 19 0 0 0,-60-29 14 0 0,1 0 0 0 0,-1 1 0 0 0,0-1 0 0 0,1 1 1 0 0,-1-1-1 0 0,0 0 0 0 0,1 1 0 0 0,-1-1 0 0 0,0 1 1 0 0,0-1-1 0 0,1 1 0 0 0,-1-1 0 0 0,0 1 0 0 0,0-1 1 0 0,0 1-1 0 0,0-1 0 0 0,0 1 0 0 0,0-1 0 0 0,0 1 0 0 0,1-1 1 0 0,-2 1-1 0 0,1-1 0 0 0,0 1 0 0 0,0-1 0 0 0,0 1 1 0 0,0-1-1 0 0,0 1 0 0 0,0-1 0 0 0,0 1 0 0 0,-1-1 1 0 0,1 1-1 0 0,0-1 0 0 0,0 1 0 0 0,-1-1 0 0 0,1 1 1 0 0,0-1-1 0 0,-1 0 0 0 0,1 1 0 0 0,-1-1 0 0 0,1 1 1 0 0,-1-1-1 0 0,-17 16 72 0 0,-18-1 1 0 0,-1-2 0 0 0,0-2-1 0 0,-64 12 1 0 0,46-11-20 0 0,53-12-240 0 0,-2-1-163 0 0,2 0 482 0 0,1 1-199 0 0,1 0 0 0 0,-1 0 0 0 0,1 0 0 0 0,-1 0 0 0 0,1 0 1 0 0,-1 0-1 0 0,1 0 0 0 0,-1 0 0 0 0,1 0 0 0 0,-1 0 0 0 0,1 0 1 0 0,0 0-1 0 0,-1-1 0 0 0,1 1 0 0 0,-1 0 0 0 0,1 0 0 0 0,-1-1 0 0 0,1 1 1 0 0,0 0-1 0 0,-1-1 0 0 0,1 1 0 0 0,-1 0 0 0 0,1-1 0 0 0,0 1 1 0 0,-1 0-1 0 0,1-1 0 0 0,0 1 0 0 0,0-1 0 0 0,-1 1 0 0 0,1-1 1 0 0,0 1-1 0 0,0-1 0 0 0,0 1 0 0 0,0 0 0 0 0,0-1 0 0 0,-1 1 0 0 0,1-1 1 0 0,0 1-1 0 0,0-1 0 0 0,0 1 0 0 0,0-1 0 0 0,0 1 0 0 0,1-1 1 0 0,-1 1-1 0 0,0-1 0 0 0,0 1 0 0 0,0-1 0 0 0,0 1 0 0 0,0-1 0 0 0,1 1 1 0 0,-1-1-1 0 0,0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4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89 113 3792 0 0,'0'0'-216'0'0,"-23"-36"1593"0"0,23 35-1341 0 0,0 0-1 0 0,0 1 1 0 0,0-1-1 0 0,-1 0 0 0 0,1 1 1 0 0,0-1-1 0 0,-1 0 1 0 0,1 1-1 0 0,0-1 1 0 0,-1 1-1 0 0,1-1 1 0 0,-1 0-1 0 0,1 1 1 0 0,-1-1-1 0 0,1 1 1 0 0,-1-1-1 0 0,1 1 1 0 0,-1 0-1 0 0,0-1 1 0 0,1 1-1 0 0,-1 0 1 0 0,0-1-1 0 0,1 1 0 0 0,-1 0 1 0 0,0 0-1 0 0,1-1 1 0 0,-1 1-1 0 0,0 0 1 0 0,0 0-1 0 0,1 0 1 0 0,-1 0-1 0 0,0 0 1 0 0,0 0-1 0 0,1 0 1 0 0,-1 0-1 0 0,0 0 1 0 0,1 0-1 0 0,-2 1 1 0 0,0 1-23 0 0,0 0 0 0 0,0 0 1 0 0,0 0-1 0 0,0 0 1 0 0,0 0-1 0 0,1 0 1 0 0,-1 0-1 0 0,1 1 0 0 0,0-1 1 0 0,0 1-1 0 0,-1 2 1 0 0,-4 10-75 0 0,1 0 1 0 0,1 0 0 0 0,-3 19 0 0 0,6-31 59 0 0,1 0 1 0 0,0 0-1 0 0,-1 0 1 0 0,1 0-1 0 0,1 0 1 0 0,-1 0-1 0 0,0 1 1 0 0,1-1-1 0 0,-1 0 1 0 0,1 0-1 0 0,0 0 1 0 0,0-1-1 0 0,0 1 1 0 0,0 0-1 0 0,1 0 0 0 0,-1 0 1 0 0,1-1-1 0 0,0 1 1 0 0,-1-1-1 0 0,1 1 1 0 0,0-1-1 0 0,4 3 1 0 0,-2-2 8 0 0,1 0-1 0 0,-1-1 1 0 0,1 1 0 0 0,0-1-1 0 0,0 0 1 0 0,0 0-1 0 0,0-1 1 0 0,0 1 0 0 0,0-1-1 0 0,1-1 1 0 0,-1 1 0 0 0,6 0-1 0 0,4-1 25 0 0,0-1 0 0 0,-1 0 0 0 0,1-1 0 0 0,-1 0 0 0 0,1-1 0 0 0,-1-1 0 0 0,0 0 0 0 0,22-10 0 0 0,-27 9 68 0 0,-2 0 1 0 0,1-1-1 0 0,-1 0 1 0 0,0-1-1 0 0,0 0 1 0 0,0 0-1 0 0,-1 0 1 0 0,8-13-1 0 0,-11 17-25 0 0,-3 2-23 0 0,0-1-4 0 0,1 2-47 0 0,-1 0-1 0 0,0-1 0 0 0,0 1 1 0 0,0 0-1 0 0,0 0 1 0 0,0 0-1 0 0,0 0 1 0 0,0 0-1 0 0,0-1 1 0 0,0 1-1 0 0,0 0 1 0 0,0 0-1 0 0,0 0 1 0 0,0 0-1 0 0,0 0 1 0 0,1-1-1 0 0,-1 1 0 0 0,0 0 1 0 0,-1 0-1 0 0,1 0 1 0 0,0 0-1 0 0,0-1 1 0 0,0 1-1 0 0,0 0 1 0 0,0 0-1 0 0,0 0 1 0 0,0 0-1 0 0,0 0 1 0 0,0-1-1 0 0,0 1 1 0 0,0 0-1 0 0,0 0 1 0 0,0 0-1 0 0,0 0 0 0 0,-1 0 1 0 0,1 0-1 0 0,0-1 1 0 0,0 1-1 0 0,0 0 1 0 0,0 0-1 0 0,0 0 1 0 0,0 0-1 0 0,-1 0 1 0 0,1 0-1 0 0,0 0 1 0 0,0 0-1 0 0,0 0 1 0 0,0 0-1 0 0,-1 0 0 0 0,1 0 1 0 0,0 0-1 0 0,0 0 1 0 0,0 0-1 0 0,0 0 1 0 0,0 0-1 0 0,-1 0 1 0 0,1 0-1 0 0,0 0 1 0 0,0 0-1 0 0,0 0 1 0 0,0 0-1 0 0,-1 0 1 0 0,1 0-1 0 0,0 0 1 0 0,0 0-1 0 0,0 0 0 0 0,0 0 1 0 0,-1 1-1 0 0,-5 2-7 0 0,4-3 3 0 0,0 1 0 0 0,0 0 0 0 0,1 0 0 0 0,-1 0 0 0 0,0 0 0 0 0,1 0 0 0 0,-1 0 0 0 0,0 0-1 0 0,1 1 1 0 0,0-1 0 0 0,-1 1 0 0 0,-1 2 0 0 0,2-3 1 0 0,0 1 0 0 0,1-1 0 0 0,-1 0 0 0 0,0 1 0 0 0,1-1 0 0 0,0 0 0 0 0,-1 1 0 0 0,1-1 0 0 0,0 1-1 0 0,0-1 1 0 0,-1 1 0 0 0,1-1 0 0 0,0 1 0 0 0,0-1 0 0 0,1 0 0 0 0,-1 1 0 0 0,0-1 0 0 0,0 1 0 0 0,1-1 0 0 0,-1 1-1 0 0,1-1 1 0 0,-1 0 0 0 0,1 1 0 0 0,0-1 0 0 0,0 0 0 0 0,-1 0 0 0 0,1 1 0 0 0,0-1 0 0 0,0 0 0 0 0,0 0 0 0 0,0 0 0 0 0,0 0-1 0 0,0 0 1 0 0,1 0 0 0 0,0 0 0 0 0,4 4 1 0 0,1 0 0 0 0,-1-1 0 0 0,1 0 0 0 0,13 6 0 0 0,2-2 19 0 0,0-1 0 0 0,0-1 0 0 0,1-1 0 0 0,-1-1 0 0 0,1 0 0 0 0,0-2 1 0 0,0-1-1 0 0,1-1 0 0 0,37-5 0 0 0,-54 4 1 0 0,-1 0 1 0 0,1-1-1 0 0,-1 1 0 0 0,0-1 1 0 0,1-1-1 0 0,-1 1 1 0 0,0-1-1 0 0,-1 0 0 0 0,1-1 1 0 0,0 1-1 0 0,-1-1 1 0 0,0 0-1 0 0,0-1 0 0 0,7-6 1 0 0,-9 6 16 0 0,0 0 1 0 0,0-1-1 0 0,0 1 0 0 0,0-1 1 0 0,-1 0-1 0 0,0 0 0 0 0,0 0 0 0 0,-1 0 1 0 0,0 0-1 0 0,0 0 0 0 0,0 0 1 0 0,-1 0-1 0 0,1 0 0 0 0,-2 0 1 0 0,0-11-1 0 0,0 5 88 0 0,-1 0 0 0 0,0 0-1 0 0,-1 1 1 0 0,0-1 0 0 0,-1 1 0 0 0,0 0-1 0 0,-7-12 1 0 0,2 3 13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5.1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16 5493 0 0,'0'0'225'0'0,"-4"-2"-59"0"0,-5-3-129 0 0,-15-3 1123 0 0,23 8-1146 0 0,0 0 0 0 0,0 1 0 0 0,0-1 0 0 0,0 0-1 0 0,0 1 1 0 0,0-1 0 0 0,0 1 0 0 0,0-1 0 0 0,0 1-1 0 0,0 0 1 0 0,1-1 0 0 0,-1 1 0 0 0,0 0 0 0 0,0 0 0 0 0,1-1-1 0 0,-1 1 1 0 0,0 0 0 0 0,1 0 0 0 0,-1 0 0 0 0,1 0-1 0 0,-1 0 1 0 0,1 0 0 0 0,-1 0 0 0 0,1 0 0 0 0,0 0-1 0 0,0 0 1 0 0,-1 2 0 0 0,-2 10-6 0 0,0 0 1 0 0,1 0-1 0 0,0 0 1 0 0,1 0-1 0 0,0 0 0 0 0,1 0 1 0 0,2 16-1 0 0,4 10 38 0 0,11 40-1 0 0,5 29-1803 0 0,-22-96-796 0 0,-2-4 1096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2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26 6917 0 0,'-5'-3'2332'0'0,"44"13"-2350"0"0,51 6 1 0 0,3 0 30 0 0,236 41-6 0 0,-231-43 5 0 0,-30-3-10 0 0,395 50 54 0 0,-433-59-46 0 0,-25-2 2 0 0,0 0-1 0 0,1 0 0 0 0,-1 1 1 0 0,0 0-1 0 0,0 0 1 0 0,10 4-1 0 0,-13-5 77 0 0,-141-73 1906 0 0,100 50-1946 0 0,-5-3-26 0 0,-2 2 0 0 0,-73-29 0 0 0,80 35-593 0 0,456 134 440 0 0,-397-111 132 0 0,-9-2 22 0 0,1 0 0 0 0,-1 1-1 0 0,1 0 1 0 0,15 8 0 0 0,-26-11-12 0 0,3 5 23 0 0,-3-5-33 0 0,-1-1 0 0 0,0 0 0 0 0,1 0 1 0 0,-1 1-1 0 0,0-1 0 0 0,1 0 0 0 0,-1 0 1 0 0,0 1-1 0 0,1-1 0 0 0,-1 0 0 0 0,0 1 1 0 0,0-1-1 0 0,1 0 0 0 0,-1 1 0 0 0,0-1 1 0 0,0 0-1 0 0,0 1 0 0 0,0-1 1 0 0,0 1-1 0 0,1-1 0 0 0,-1 0 0 0 0,0 1 1 0 0,0-1-1 0 0,0 1 0 0 0,0-1 0 0 0,0 0 1 0 0,0 1-1 0 0,0-1 0 0 0,0 1 0 0 0,-1-1 1 0 0,1 0-1 0 0,0 1 0 0 0,0-1 0 0 0,0 1 1 0 0,0-1-1 0 0,0 0 0 0 0,-1 1 0 0 0,1-1 1 0 0,0 0-1 0 0,0 1 0 0 0,-1-1 1 0 0,1 0-1 0 0,-1 1 0 0 0,-19 19 42 0 0,-1 0 0 0 0,0-1-1 0 0,-45 28 1 0 0,-85 42 17 0 0,116-69-46 0 0,-49 32 15 0 0,42-25-110 0 0,-57 27 1 0 0,97-53-200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3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28 411 6117 0 0,'-16'0'-166'0'0,"5"0"3549"0"0,510-145-2409 0 0,-238 75-666 0 0,6 7-122 0 0,28-7 275 0 0,-226 55 448 0 0,-67 15-659 0 0,1-2-335 0 0,-3 2 32 0 0,0 0 1 0 0,1 0-1 0 0,-1 0 0 0 0,0 0 1 0 0,0 0-1 0 0,0 0 0 0 0,1 0 1 0 0,-1 0-1 0 0,0 0 1 0 0,0 0-1 0 0,0 0 0 0 0,1 0 1 0 0,-1 0-1 0 0,0 0 0 0 0,0 0 1 0 0,0 0-1 0 0,1-1 1 0 0,-1 1-1 0 0,0 0 0 0 0,0 0 1 0 0,0 0-1 0 0,0 0 0 0 0,1 0 1 0 0,-1-1-1 0 0,0 1 1 0 0,0 0-1 0 0,0 0 0 0 0,0 0 1 0 0,0-1-1 0 0,0 1 0 0 0,0 0 1 0 0,1 0-1 0 0,-1 0 1 0 0,0-1-1 0 0,0 1 0 0 0,0 0 1 0 0,0 0-1 0 0,0 0 0 0 0,0-1 1 0 0,0 1-1 0 0,0 0 1 0 0,0 0-1 0 0,0 0 0 0 0,0-1 1 0 0,0 1-1 0 0,0 0 1 0 0,-1-1-1 0 0,-15-29-4838 0 0,13 22 1827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4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3 6493 0 0,'-92'1'-791'0'0,"56"-2"1566"0"0,33 1-387 0 0,-9-2-246 0 0,8 2 137 0 0,9 1 1428 0 0,65 8-1649 0 0,-21-4-12 0 0,0 2 0 0 0,-1 2 0 0 0,-1 3 0 0 0,65 23 1 0 0,-110-34-39 0 0,0-1 0 0 0,0 1 0 0 0,0 0 1 0 0,0-1-1 0 0,-1 1 0 0 0,1 0 1 0 0,0 0-1 0 0,-1 0 0 0 0,1 0 1 0 0,-1 0-1 0 0,1 1 0 0 0,-1-1 1 0 0,1 0-1 0 0,-1 1 0 0 0,0-1 1 0 0,0 1-1 0 0,0 0 0 0 0,1-1 1 0 0,-2 1-1 0 0,1 0 0 0 0,0-1 1 0 0,0 1-1 0 0,0 0 0 0 0,-1 0 1 0 0,1 0-1 0 0,-1 0 0 0 0,0 0 1 0 0,0-1-1 0 0,1 1 0 0 0,-1 0 1 0 0,0 0-1 0 0,0 0 0 0 0,-1 0 1 0 0,1 0-1 0 0,0 0 0 0 0,-1 0 1 0 0,1 0-1 0 0,-1-1 0 0 0,0 1 0 0 0,1 0 1 0 0,-1 0-1 0 0,0 0 0 0 0,0-1 1 0 0,0 1-1 0 0,-3 2 0 0 0,-5 8 28 0 0,-1 0 0 0 0,-1-1 0 0 0,0 0 0 0 0,-21 16 0 0 0,23-20-36 0 0,-105 80 179 0 0,-33 28-1221 0 0,125-88-3110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6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36 209 4372 0 0,'-1'-23'822'0'0,"0"-1"1"0"0,-10-43-1 0 0,10 65-618 0 0,1 0-120 0 0,0 2-83 0 0,0 0 0 0 0,0 0 0 0 0,0 0 0 0 0,0-1 0 0 0,0 1 0 0 0,0 0 0 0 0,0 0 0 0 0,0 0 0 0 0,0 0 1 0 0,1 0-1 0 0,-1 0 0 0 0,0-1 0 0 0,0 1 0 0 0,0 0 0 0 0,0 0 0 0 0,0 0 0 0 0,0 0 0 0 0,0 0 0 0 0,0 0 0 0 0,0-1 0 0 0,-1 1 0 0 0,1 0 1 0 0,0 0-1 0 0,0 0 0 0 0,0 0 0 0 0,0 0 0 0 0,0 0 0 0 0,0-1 0 0 0,0 1 0 0 0,0 0 0 0 0,0 0 0 0 0,0 0 0 0 0,0 0 0 0 0,0 0 1 0 0,0 0-1 0 0,-1 0 0 0 0,1 0 0 0 0,0-1 0 0 0,0 1 0 0 0,0 0 0 0 0,0 0 0 0 0,0 0 0 0 0,0 0 0 0 0,-1 0 0 0 0,1 0 0 0 0,0 0 1 0 0,0 0-1 0 0,0 0 0 0 0,0 0 0 0 0,0 0 0 0 0,0 0 0 0 0,-1 0 0 0 0,1 0 0 0 0,0 0 0 0 0,0 0 0 0 0,0 0 0 0 0,0 0 0 0 0,0 0 1 0 0,0 0-1 0 0,-1 0 0 0 0,1 0 0 0 0,0 0 0 0 0,0 0 0 0 0,0 0 0 0 0,0 0 0 0 0,0 1 0 0 0,0-1 0 0 0,-1 0 0 0 0,-2 6-9 0 0,1 0 0 0 0,-1 1 0 0 0,1-1 0 0 0,0 1 0 0 0,1 0 0 0 0,-1-1 0 0 0,2 1 0 0 0,-1 0 0 0 0,0 0-1 0 0,1 0 1 0 0,1 0 0 0 0,-1 0 0 0 0,1-1 0 0 0,0 1 0 0 0,1 0 0 0 0,-1-1 0 0 0,1 1 0 0 0,1 0 0 0 0,3 8 0 0 0,-4-12 16 0 0,0 1 1 0 0,0-1 0 0 0,0 0 0 0 0,0 0 0 0 0,1 0 0 0 0,-1 0 0 0 0,1 0 0 0 0,0 0 0 0 0,0-1 0 0 0,0 1 0 0 0,0-1 0 0 0,0 0 0 0 0,0 0 0 0 0,1 0 0 0 0,-1 0 0 0 0,1-1 0 0 0,-1 1 0 0 0,1-1 0 0 0,0 0 0 0 0,0 0-1 0 0,-1 0 1 0 0,1-1 0 0 0,0 1 0 0 0,0-1 0 0 0,0 0 0 0 0,0 0 0 0 0,-1 0 0 0 0,1-1 0 0 0,0 1 0 0 0,0-1 0 0 0,0 0 0 0 0,-1 0 0 0 0,1 0 0 0 0,0-1 0 0 0,-1 1 0 0 0,5-3 0 0 0,0-2 59 0 0,0 1 0 0 0,0-1 1 0 0,0 0-1 0 0,-1-1 0 0 0,0 0 1 0 0,-1 0-1 0 0,1 0 1 0 0,-1-1-1 0 0,-1 0 0 0 0,0 0 1 0 0,0-1-1 0 0,0 1 0 0 0,-1-1 1 0 0,0 0-1 0 0,-1 0 0 0 0,5-19 1 0 0,-7 26-40 0 0,3-3-14 0 0,-3 3-17 0 0,-2 8-60 0 0,0-3 62 0 0,1 1-1 0 0,0-1 0 0 0,0 1 0 0 0,0-1 0 0 0,1 0 1 0 0,-1 1-1 0 0,1-1 0 0 0,0 1 0 0 0,0-1 1 0 0,0 0-1 0 0,0 0 0 0 0,0 1 0 0 0,1-1 0 0 0,0 0 1 0 0,-1 0-1 0 0,1 0 0 0 0,0-1 0 0 0,1 1 0 0 0,-1 0 1 0 0,0-1-1 0 0,1 1 0 0 0,-1-1 0 0 0,1 0 0 0 0,0 0 1 0 0,0 0-1 0 0,3 2 0 0 0,6 2 16 0 0,-1 0 0 0 0,1 0-1 0 0,0-1 1 0 0,0-1 0 0 0,1 0 0 0 0,-1-1 0 0 0,1 0-1 0 0,14 1 1 0 0,-24-3-6 0 0,0-1 0 0 0,0 0 0 0 0,1 0 0 0 0,-1 0 0 0 0,0 0 0 0 0,0 0 0 0 0,0 0 0 0 0,0-1 0 0 0,0 1 0 0 0,0-1 0 0 0,0 0-1 0 0,0 0 1 0 0,0 0 0 0 0,0-1 0 0 0,0 1 0 0 0,0-1 0 0 0,-1 1 0 0 0,1-1 0 0 0,-1 0 0 0 0,1 0 0 0 0,-1 0 0 0 0,0-1 0 0 0,0 1 0 0 0,1 0 0 0 0,-2-1 0 0 0,1 1 0 0 0,0-1-1 0 0,0 0 1 0 0,-1 1 0 0 0,0-1 0 0 0,1 0 0 0 0,-1 0 0 0 0,0 0 0 0 0,-1 0 0 0 0,1 0 0 0 0,0 0 0 0 0,0-7 0 0 0,0-2 49 0 0,-1 1 1 0 0,0-1 0 0 0,0 0 0 0 0,-2 0-1 0 0,1 0 1 0 0,-1 1 0 0 0,-1-1-1 0 0,0 1 1 0 0,-1-1 0 0 0,0 1-1 0 0,-7-13 1 0 0,10 22-82 0 0,-1 0 1 0 0,0 1-1 0 0,0-1 1 0 0,0 1-1 0 0,0-1 1 0 0,0 1-1 0 0,0 0 1 0 0,0 0-1 0 0,0 0 1 0 0,-1 0-1 0 0,1 0 1 0 0,0 0-1 0 0,-1 1 1 0 0,1-1-1 0 0,0 1 1 0 0,-1 0-1 0 0,1 0 1 0 0,-1-1-1 0 0,1 1 1 0 0,0 1-1 0 0,-3-1 1 0 0,2 0-43 0 0,0 0-203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7.2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 5124 0 0,'-16'3'-479'0'0,"9"0"682"0"0,12-3 876 0 0,2 0-1081 0 0,1-1 0 0 0,0 1 0 0 0,-1 1 0 0 0,1 0 0 0 0,0 0 0 0 0,-1 0 0 0 0,13 5 0 0 0,-18-6 2 0 0,0 1 1 0 0,0 0-1 0 0,0 0 0 0 0,0 0 1 0 0,-1 0-1 0 0,1 0 0 0 0,0 0 1 0 0,-1 0-1 0 0,1 1 0 0 0,0-1 1 0 0,-1 1-1 0 0,0-1 0 0 0,1 1 1 0 0,-1 0-1 0 0,0-1 0 0 0,0 1 1 0 0,0 0-1 0 0,0 0 0 0 0,0 0 1 0 0,0 0-1 0 0,0 0 1 0 0,-1 0-1 0 0,1 0 0 0 0,-1 0 1 0 0,0 0-1 0 0,1 0 0 0 0,-1 0 1 0 0,0 0-1 0 0,0 0 0 0 0,0 0 1 0 0,0 0-1 0 0,-1 0 0 0 0,1 0 1 0 0,-1 0-1 0 0,1 0 0 0 0,-1 0 1 0 0,0 0-1 0 0,1 0 1 0 0,-1 0-1 0 0,-2 2 0 0 0,-13 27 15 0 0,13-26 5 0 0,0 0 0 0 0,0 1-1 0 0,0-1 1 0 0,1 0 0 0 0,-1 1 0 0 0,1-1-1 0 0,1 1 1 0 0,-1 0 0 0 0,0 6-1 0 0,2-10 45 0 0,5-2 8 0 0,43-4 0 0 0,1-1 1 0 0,-1-3-1 0 0,51-15 0 0 0,-2 1-265 0 0,-60 15-86 0 0,-18 2-763 0 0,0 1 0 0 0,34-2 0 0 0,-50 6-66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5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42 753 6781 0 0,'0'0'-162'0'0,"-4"0"-40"0"0,0-1 263 0 0,2 2 4 0 0,1-1-1 0 0,-1 0 1 0 0,0-1 0 0 0,1 1-1 0 0,-1 0 1 0 0,1 0-1 0 0,-1-1 1 0 0,1 1 0 0 0,-1-1-1 0 0,1 1 1 0 0,-1-1 0 0 0,1 0-1 0 0,-1 1 1 0 0,1-1 0 0 0,0 0-1 0 0,-1 0 1 0 0,1 0 0 0 0,0 0-1 0 0,0 0 1 0 0,0-1-1 0 0,-1 0 1 0 0,1 0 343 0 0,3-1-263 0 0,11-9-1 0 0,0 1 0 0 0,1 0 1 0 0,0 1-1 0 0,0 1 1 0 0,1 0-1 0 0,20-9 0 0 0,109-38 128 0 0,-43 17-46 0 0,33-23 69 0 0,-3-6-1 0 0,176-122 1 0 0,-301 186-282 0 0,269-169 530 0 0,-236 150-118 0 0,-37 22 79 0 0,-12-12-2440 0 0,0-3-4346 0 0,10 8 4026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6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35 5641 0 0,'-52'-9'-110'0'0,"49"8"280"0"0,0 1 273 0 0,0-1 0 0 0,1 1 0 0 0,-1-1 0 0 0,0 0 0 0 0,0 1 0 0 0,1-1 0 0 0,-1-1-1 0 0,0 1 1 0 0,-3-3 0 0 0,96-4-307 0 0,0 3 0 0 0,1 4 0 0 0,108 14 0 0 0,-196-13-124 0 0,1 0 1 0 0,0 1-1 0 0,-1-1 0 0 0,1 1 0 0 0,-1 0 0 0 0,1 0 0 0 0,-1 1 0 0 0,1-1 0 0 0,-1 1 1 0 0,0-1-1 0 0,0 1 0 0 0,4 3 0 0 0,-6-4-6 0 0,0 0-1 0 0,-1 1 1 0 0,1-1 0 0 0,0 0-1 0 0,-1 1 1 0 0,0-1 0 0 0,1 0-1 0 0,-1 1 1 0 0,0-1 0 0 0,1 0-1 0 0,-1 1 1 0 0,0-1 0 0 0,0 1 0 0 0,0-1-1 0 0,0 1 1 0 0,0-1 0 0 0,-1 0-1 0 0,1 1 1 0 0,0-1 0 0 0,-1 1-1 0 0,1-1 1 0 0,-1 0 0 0 0,1 1-1 0 0,-1-1 1 0 0,1 0 0 0 0,-1 0-1 0 0,0 1 1 0 0,0-1 0 0 0,0 0 0 0 0,0 0-1 0 0,0 0 1 0 0,0 0 0 0 0,0 0-1 0 0,-1 1 1 0 0,-41 43 64 0 0,-2-2 0 0 0,-1-2 0 0 0,-99 67 0 0 0,53-41-1 0 0,61-46-169 0 0,-26 22-191 0 0,29-11-2695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8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37 207 4084 0 0,'-24'-68'2549'0'0,"24"66"-2383"0"0,-2 1 4 0 0,2 1-168 0 0,0 0 1 0 0,0-1-1 0 0,0 1 1 0 0,0 0-1 0 0,0 0 0 0 0,0 0 1 0 0,0 0-1 0 0,0 0 1 0 0,0 0-1 0 0,0-1 0 0 0,0 1 1 0 0,0 0-1 0 0,0 0 1 0 0,0 0-1 0 0,0 0 0 0 0,0 0 1 0 0,0 0-1 0 0,0-1 0 0 0,0 1 1 0 0,-1 0-1 0 0,1 0 1 0 0,0 0-1 0 0,0 0 0 0 0,0 0 1 0 0,0 0-1 0 0,0 0 1 0 0,0 0-1 0 0,0 0 0 0 0,0 0 1 0 0,-1 0-1 0 0,1-1 1 0 0,0 1-1 0 0,0 0 0 0 0,0 0 1 0 0,0 0-1 0 0,0 0 1 0 0,-1 0-1 0 0,1 0 0 0 0,0 0 1 0 0,0 0-1 0 0,0 0 0 0 0,0 0 1 0 0,0 0-1 0 0,0 0 1 0 0,-1 0-1 0 0,1 0 0 0 0,0 1 1 0 0,0-1-1 0 0,0 0 1 0 0,0 0-1 0 0,0 0 0 0 0,0 0 1 0 0,0 0-1 0 0,-1 0 1 0 0,1 0-1 0 0,0 0 0 0 0,0 0 1 0 0,0 0-1 0 0,0 0 1 0 0,0 1-1 0 0,0-1 0 0 0,-1 2-5 0 0,0 0-1 0 0,0 0 0 0 0,1 0 0 0 0,-1 1 0 0 0,1-1 0 0 0,-1 0 1 0 0,1 1-1 0 0,0-1 0 0 0,0 0 0 0 0,0 0 0 0 0,0 1 1 0 0,1-1-1 0 0,-1 0 0 0 0,0 1 0 0 0,1-1 0 0 0,0 0 1 0 0,-1 0-1 0 0,1 0 0 0 0,0 0 0 0 0,0 0 0 0 0,0 0 1 0 0,1 0-1 0 0,1 4 0 0 0,1-3 6 0 0,0 0 1 0 0,0 1-1 0 0,0-1 0 0 0,0 0 1 0 0,0-1-1 0 0,0 1 0 0 0,1-1 1 0 0,-1 0-1 0 0,1 0 0 0 0,8 2 1 0 0,0 0 21 0 0,1-1 0 0 0,-1-1 0 0 0,1 0 0 0 0,0-1 0 0 0,0 0-1 0 0,0-1 1 0 0,24-3 0 0 0,-31 1 5 0 0,0 1 1 0 0,0-1-1 0 0,0-1 0 0 0,0 0 0 0 0,-1 0 0 0 0,1 0 0 0 0,-1 0 1 0 0,1-1-1 0 0,-1 0 0 0 0,9-9 0 0 0,-1 0 455 0 0,-1-2 0 0 0,19-26-1 0 0,-29 37-330 0 0,-2 2-77 0 0,-1 1-92 0 0,1 1 1 0 0,-1-1-1 0 0,0 0 1 0 0,1 0 0 0 0,-1 1-1 0 0,0-1 1 0 0,1 0-1 0 0,-1 1 1 0 0,1-1 0 0 0,-1 0-1 0 0,1 1 1 0 0,-1-1-1 0 0,1 1 1 0 0,0-1 0 0 0,-1 1-1 0 0,1-1 1 0 0,0 1-1 0 0,-1-1 1 0 0,1 1 0 0 0,0 0-1 0 0,-1-1 1 0 0,2 1-1 0 0,5 8-5 0 0,1 0 0 0 0,-1 0 0 0 0,1 0-1 0 0,1-1 1 0 0,-1 0 0 0 0,1-1-1 0 0,0 0 1 0 0,1-1 0 0 0,-1 1-1 0 0,1-2 1 0 0,0 1 0 0 0,1-2-1 0 0,18 6 1 0 0,17 3 19 0 0,85 10-1 0 0,-125-21 27 0 0,-1 0-1 0 0,1-1 0 0 0,0 1 1 0 0,0-1-1 0 0,-1-1 1 0 0,1 1-1 0 0,0-1 1 0 0,-1 0-1 0 0,1-1 0 0 0,0 1 1 0 0,-1-1-1 0 0,1 0 1 0 0,-1 0-1 0 0,8-5 1 0 0,-10 5 1 0 0,0-1 1 0 0,-1 1-1 0 0,0 0 0 0 0,0-1 1 0 0,0 1-1 0 0,0-1 1 0 0,0 0-1 0 0,0 0 1 0 0,-1 0-1 0 0,1 1 1 0 0,-1-1-1 0 0,0-1 1 0 0,0 1-1 0 0,0 0 0 0 0,0 0 1 0 0,0 0-1 0 0,-1-1 1 0 0,1 1-1 0 0,-1 0 1 0 0,0 0-1 0 0,0-1 1 0 0,0 1-1 0 0,-1 0 1 0 0,1-1-1 0 0,-1 1 0 0 0,-1-5 1 0 0,-38-99 668 0 0,40 106-728 0 0,-4-5-2378 0 0,4 6 2261 0 0,0-1 0 0 0,0 1 0 0 0,0-1 0 0 0,0 1 1 0 0,0 0-1 0 0,0-1 0 0 0,0 1 0 0 0,0-1 1 0 0,0 1-1 0 0,1 0 0 0 0,-1-1 0 0 0,0 1 0 0 0,0-1 1 0 0,0 1-1 0 0,0 0 0 0 0,1-1 0 0 0,2-2-1075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9.6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25 5344 0 0,'0'0'-285'0'0,"-22"-3"-88"0"0,4 0 3555 0 0,46-4-2706 0 0,56-4-830 0 0,4 11 278 0 0,-80 0 29 0 0,1 1-1 0 0,0 0 1 0 0,0 1-1 0 0,-1 0 1 0 0,1 1-1 0 0,-1-1 1 0 0,15 8-1 0 0,-22-9 43 0 0,0-1 0 0 0,0 1 0 0 0,0-1-1 0 0,-1 1 1 0 0,1 0 0 0 0,0-1 0 0 0,0 1 0 0 0,-1 0 0 0 0,1-1 0 0 0,0 1-1 0 0,-1 0 1 0 0,1 0 0 0 0,-1 0 0 0 0,1-1 0 0 0,-1 1 0 0 0,0 0 0 0 0,1 0-1 0 0,-1 0 1 0 0,0 0 0 0 0,1 0 0 0 0,-1 0 0 0 0,0 0 0 0 0,0 0-1 0 0,0 0 1 0 0,0 0 0 0 0,0 1 0 0 0,-1 0-1 0 0,1 1 0 0 0,-1-1 0 0 0,0 1 0 0 0,0-1 0 0 0,0 0 0 0 0,0 1-1 0 0,0-1 1 0 0,-1 0 0 0 0,1 0 0 0 0,-2 3 0 0 0,-49 45-36 0 0,42-42 25 0 0,-15 12-8 0 0,20-17 2 0 0,0 1-1 0 0,0 0 0 0 0,0 1 0 0 0,0-1 1 0 0,0 1-1 0 0,1 0 0 0 0,-7 10 1 0 0,10-13 4 0 0,27 19-11 0 0,134 46-143 0 0,-157-65 158 0 0,1-1 0 0 0,-1 1 1 0 0,1 0-1 0 0,-1-1 1 0 0,0 2-1 0 0,0-1 1 0 0,0 0-1 0 0,0 1 0 0 0,-1-1 1 0 0,1 1-1 0 0,0 0 1 0 0,-1 0-1 0 0,0 0 0 0 0,4 6 1 0 0,-6-8 11 0 0,0 0 0 0 0,0 0 0 0 0,1 0 0 0 0,-1 0 0 0 0,0 0-1 0 0,0 0 1 0 0,0 0 0 0 0,0 0 0 0 0,0 0 0 0 0,0 0 0 0 0,-1 0 0 0 0,1 0 0 0 0,0 0 0 0 0,-1 0 0 0 0,1 0 0 0 0,0 0 0 0 0,-1 0 0 0 0,1 0-1 0 0,-1-1 1 0 0,1 1 0 0 0,-2 1 0 0 0,0 1 5 0 0,0-1-1 0 0,-1 0 0 0 0,1 0 0 0 0,-1 0 1 0 0,0 0-1 0 0,0 0 0 0 0,1-1 1 0 0,-1 1-1 0 0,-5 1 0 0 0,-15 6 55 0 0,-1-1-1 0 0,0-2 1 0 0,0 0 0 0 0,-47 5-1 0 0,-98-6 785 0 0,148-5-666 0 0,19 0-198 0 0,0 0 0 0 0,0 0-1 0 0,0 0 1 0 0,0 0 0 0 0,0-1-1 0 0,0 1 1 0 0,0-1-1 0 0,1 1 1 0 0,-1-1 0 0 0,0 0-1 0 0,0 0 1 0 0,0 1 0 0 0,1-1-1 0 0,-1 0 1 0 0,1-1-1 0 0,-1 1 1 0 0,-2-2 0 0 0,3 2-85 0 0,1 0 0 0 0,-1 0 0 0 0,1 0 0 0 0,0 0 0 0 0,-1 1 0 0 0,1-1 0 0 0,0 0 0 0 0,-1 0 0 0 0,1 0 0 0 0,0 0 0 0 0,0 0 0 0 0,0 0 0 0 0,0 0 0 0 0,0 0 0 0 0,0 0 0 0 0,0 0 0 0 0,0 0 0 0 0,0 0 0 0 0,0 0 0 0 0,1 0 0 0 0,-1 0 0 0 0,0 1 0 0 0,1-1 0 0 0,-1 0 0 0 0,1 0 0 0 0,-1 0 0 0 0,1 0 1 0 0,-1 0-1 0 0,1 1 0 0 0,-1-1 0 0 0,1 0 0 0 0,0 1 0 0 0,1-2 0 0 0,6-6-1743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0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45 4736 0 0,'0'0'-238'0'0,"-6"1"72"0"0,-54 8 2732 0 0,69-9-2572 0 0,519-15 19 0 0,-466 14 12 0 0,152-7 352 0 0,-138 10 1510 0 0,-73-2-1583 0 0,27-5-2294 0 0,-30 3 1728 0 0,0-2 30 0 0,-3-17-4926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1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9 4932 0 0,'0'0'-236'0'0,"-20"-7"367"0"0,4 5 2933 0 0,22 6-3065 0 0,-1 1 0 0 0,1-2 0 0 0,0 1 0 0 0,0 0 0 0 0,0-1 0 0 0,0 0 0 0 0,0-1 0 0 0,1 0 0 0 0,9 3 0 0 0,75 14-9 0 0,-47-12 8 0 0,56 13 88 0 0,186 43 352 0 0,-285-62-350 0 0,0-1-83 0 0,-1 1 0 0 0,0 0 1 0 0,0-1-1 0 0,0 1 0 0 0,0-1 0 0 0,0 1 1 0 0,0 0-1 0 0,0-1 0 0 0,0 1 0 0 0,0-1 1 0 0,0 1-1 0 0,0 0 0 0 0,0-1 0 0 0,0 1 1 0 0,-1-1-1 0 0,1 1 0 0 0,0-1 0 0 0,0 1 1 0 0,-1-1-1 0 0,1 1 0 0 0,0-1 0 0 0,-1 1 1 0 0,1-1-1 0 0,-1 1 0 0 0,-284 167 233 0 0,82-51-285 0 0,158-96-1265 0 0,44-20 748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7.4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28 5573 0 0,'-13'-7'-147'0'0,"-7"-3"568"0"0,6 7 3556 0 0,110-5-3873 0 0,-48 10-80 0 0,-18-1-20 0 0,0 1 1 0 0,-1 1-1 0 0,48 12 1 0 0,-76-15-3 0 0,1 1 1 0 0,-1-1 0 0 0,1 0 0 0 0,-1 1 0 0 0,1-1-1 0 0,-1 1 1 0 0,1 0 0 0 0,-1-1 0 0 0,1 1 0 0 0,-1 0 0 0 0,0 0-1 0 0,1 0 1 0 0,-1 0 0 0 0,0 0 0 0 0,0 0 0 0 0,0 0-1 0 0,0 0 1 0 0,0 0 0 0 0,0 1 0 0 0,0-1 0 0 0,0 0-1 0 0,-1 1 1 0 0,1-1 0 0 0,0 1 0 0 0,-1-1 0 0 0,1 3 0 0 0,-1-2 1 0 0,0 1 1 0 0,0-1-1 0 0,-1 1 1 0 0,0-1 0 0 0,1 1-1 0 0,-1-1 1 0 0,0 0 0 0 0,0 1-1 0 0,0-1 1 0 0,0 0 0 0 0,-1 0-1 0 0,1 1 1 0 0,0-1-1 0 0,-4 3 1 0 0,-8 9 14 0 0,-1-1 0 0 0,0 0 0 0 0,-22 14 0 0 0,30-22-18 0 0,-202 127 124 0 0,154-99-30 0 0,53-33-112 0 0,0 1 0 0 0,0 0 1 0 0,0 0-1 0 0,0-1 1 0 0,0 1-1 0 0,0-1 1 0 0,0 1-1 0 0,-1-1 1 0 0,1 1-1 0 0,0-1 0 0 0,0 0 1 0 0,0 1-1 0 0,0-1 1 0 0,-1 0-1 0 0,1 0 1 0 0,0 0-1 0 0,0 0 0 0 0,-2 0 1 0 0,3-1-42 0 0,0 1 0 0 0,-1-1 0 0 0,1 1 0 0 0,0-1 0 0 0,0 1 0 0 0,-1-1 0 0 0,1 1-1 0 0,0-1 1 0 0,0 1 0 0 0,0-1 0 0 0,0 1 0 0 0,0-1 0 0 0,0 1 0 0 0,0-1 0 0 0,0 0 0 0 0,0 1 0 0 0,0-1 0 0 0,0 1 0 0 0,1-1 0 0 0,-1 1 0 0 0,0-1 0 0 0,0 1 0 0 0,0-1-1 0 0,1 1 1 0 0,-1-2 0 0 0,25-39-4215 0 0,-12 26 1815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0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318 30 5733 0 0,'0'-1'-6'0'0,"1"0"0"0"0,-1 0 1 0 0,1 0-1 0 0,-1 0 1 0 0,0 0-1 0 0,1 0 1 0 0,-1 0-1 0 0,0 0 1 0 0,0 0-1 0 0,0 0 1 0 0,0 0-1 0 0,0 0 1 0 0,0 0-1 0 0,0 0 1 0 0,0-1-1 0 0,0 0 1 0 0,-23-8 225 0 0,21 10-146 0 0,-3 0-2 0 0,-12 3-52 0 0,0 2 1 0 0,1-1-1 0 0,-1 2 1 0 0,1 0 0 0 0,0 1-1 0 0,1 1 1 0 0,-1 0 0 0 0,2 1-1 0 0,-1 1 1 0 0,1 0 0 0 0,1 1-1 0 0,0 1 1 0 0,0 0-1 0 0,1 0 1 0 0,1 1 0 0 0,0 1-1 0 0,1 0 1 0 0,-11 19 0 0 0,19-30-17 0 0,0 0 0 0 0,1 0 0 0 0,-1 1 0 0 0,1-1 0 0 0,0 1 0 0 0,0-1 0 0 0,0 1 0 0 0,0 0 0 0 0,1-1 1 0 0,-1 1-1 0 0,1 0 0 0 0,0 0 0 0 0,0-1 0 0 0,0 1 0 0 0,1 0 0 0 0,-1-1 0 0 0,1 1 0 0 0,0 0 0 0 0,0-1 0 0 0,0 1 1 0 0,3 4-1 0 0,-1-4 29 0 0,0 1-1 0 0,0-1 1 0 0,1-1 0 0 0,-1 1 0 0 0,1 0 0 0 0,0-1 0 0 0,0 0 0 0 0,1 0 0 0 0,-1 0-1 0 0,0-1 1 0 0,1 1 0 0 0,0-1 0 0 0,-1 0 0 0 0,1 0 0 0 0,6 1 0 0 0,28 7 154 0 0,1-2 0 0 0,1-2 0 0 0,42 1 0 0 0,8 2 620 0 0,-88-9-702 0 0,1 1 497 0 0,11-10-6379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8.3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 4740 0 0,'1'-2'305'0'0,"0"1"0"0"0,0-1 0 0 0,1 1-1 0 0,-1 0 1 0 0,0 0 0 0 0,1-1-1 0 0,-1 1 1 0 0,1 0 0 0 0,-1 0-1 0 0,1 0 1 0 0,0 1 0 0 0,-1-1-1 0 0,4-1 1 0 0,3 32-227 0 0,1-2 198 0 0,-2 1 0 0 0,5 40 0 0 0,-11-60-378 0 0,0 0 0 0 0,-1 0 1 0 0,0 0-1 0 0,-1 1 1 0 0,0-1-1 0 0,0 0 0 0 0,-1 0 1 0 0,0 0-1 0 0,-1 0 1 0 0,0-1-1 0 0,0 1 0 0 0,-5 8 1 0 0,2-2-769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3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23 5220 0 0,'-16'0'-68'0'0,"13"0"324"0"0,-7-2-94 0 0,10 2-130 0 0,1-1 1 0 0,-1 1-1 0 0,0 0 0 0 0,0 0 1 0 0,0 0-1 0 0,0 0 0 0 0,0 0 0 0 0,0 0 1 0 0,0 0-1 0 0,0 0 0 0 0,0 0 1 0 0,0-1-1 0 0,1 1 0 0 0,-1 0 1 0 0,0 0-1 0 0,0 0 0 0 0,0 0 0 0 0,0 0 1 0 0,0 0-1 0 0,0 0 0 0 0,0-1 1 0 0,0 1-1 0 0,0 0 0 0 0,0 0 1 0 0,0 0-1 0 0,0 0 0 0 0,0 0 0 0 0,0 0 1 0 0,0 0-1 0 0,0-1 0 0 0,0 1 1 0 0,0 0-1 0 0,0 0 0 0 0,0 0 1 0 0,0 0-1 0 0,-1 0 0 0 0,1 0 0 0 0,0 0 1 0 0,0-1-1 0 0,0 1 0 0 0,0 0 1 0 0,0 0-1 0 0,0 0 0 0 0,0 0 1 0 0,0 0-1 0 0,0 0 0 0 0,0 0 0 0 0,-1 0 1 0 0,1 0-1 0 0,0 0 0 0 0,16-5 22 0 0,1 2 1 0 0,0 0-1 0 0,-1 1 0 0 0,27-1 0 0 0,-8 3-17 0 0,0 2 0 0 0,-1 1-1 0 0,1 1 1 0 0,0 2 0 0 0,-1 1 0 0 0,43 16-1 0 0,-75-22-22 0 0,-1-1-1 0 0,1 1 0 0 0,0-1 1 0 0,0 1-1 0 0,0 0 0 0 0,-1 0 0 0 0,1 0 1 0 0,0 0-1 0 0,-1 0 0 0 0,1 0 1 0 0,-1 0-1 0 0,1 1 0 0 0,-1-1 1 0 0,1 1-1 0 0,-1-1 0 0 0,0 1 0 0 0,0-1 1 0 0,0 1-1 0 0,0 0 0 0 0,0-1 1 0 0,0 1-1 0 0,0 0 0 0 0,-1 0 0 0 0,1 0 1 0 0,-1 0-1 0 0,1 2 0 0 0,-1-1 0 0 0,-1 0 0 0 0,0 1-1 0 0,0-1 1 0 0,0-1-1 0 0,0 1 1 0 0,0 0 0 0 0,0 0-1 0 0,-1 0 1 0 0,0-1-1 0 0,1 1 1 0 0,-1-1 0 0 0,0 1-1 0 0,0-1 1 0 0,-4 4-1 0 0,-9 7 22 0 0,0-1-1 0 0,-1 0 0 0 0,0-1 0 0 0,-18 9 0 0 0,-17 7 336 0 0,-68 26 0 0 0,116-52-276 0 0,3-1-123 0 0,0 0-1 0 0,0 0 1 0 0,0 0 0 0 0,0 1 0 0 0,-1-1 0 0 0,1 0 0 0 0,0 0 0 0 0,0 0 0 0 0,0 0 0 0 0,0 0 0 0 0,-1 0 0 0 0,1 0 0 0 0,0 1 0 0 0,0-1 0 0 0,0 0 0 0 0,-1 0 0 0 0,1 0 0 0 0,0 0 0 0 0,0 0 0 0 0,0 0 0 0 0,-1 0 0 0 0,1 0 0 0 0,0 0 0 0 0,0 0 0 0 0,-1 0 0 0 0,1 0 0 0 0,0 0 0 0 0,0 0 0 0 0,0-1 0 0 0,-1 1 0 0 0,1 0 0 0 0,0 0 0 0 0,0 0 0 0 0,0 0 0 0 0,0 0 0 0 0,-1 0 0 0 0,1 0 0 0 0,0-1 0 0 0,0 1 0 0 0,0 0 0 0 0,0 0 0 0 0,-1 0 0 0 0,1 0 0 0 0,0-1 0 0 0,0 1 0 0 0,0 0 0 0 0,0 0 0 0 0,0 0 0 0 0,0 0 0 0 0,0-1 0 0 0,0 1 0 0 0,1-3-183 0 0,1-1-176 0 0,0 1 0 0 0,-1-1 0 0 0,2 1-1 0 0,-1 0 1 0 0,0 0 0 0 0,0 0 0 0 0,6-5-1 0 0,7-6-2156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9.8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308 20 5941 0 0,'8'-7'-353'0'0,"-8"7"355"0"0,0 0 0 0 0,0 0 0 0 0,1 0 0 0 0,-1 0 0 0 0,0 0 0 0 0,0 0-1 0 0,0 0 1 0 0,1 0 0 0 0,-1-1 0 0 0,0 1 0 0 0,0 0 0 0 0,0 0 0 0 0,0 0 0 0 0,0 0 0 0 0,0 0 0 0 0,1 0 0 0 0,-1-1 0 0 0,0 1-1 0 0,0 0 1 0 0,0 0 0 0 0,0 0 0 0 0,0 0 0 0 0,0-1 0 0 0,0 1 0 0 0,0 0 0 0 0,0 0 0 0 0,0 0 0 0 0,0-1 0 0 0,0 1 0 0 0,0 0-1 0 0,0 0 1 0 0,0 0 0 0 0,0-1 0 0 0,0 1 0 0 0,0 0 0 0 0,0 0 0 0 0,0 0 0 0 0,0 0 0 0 0,0-1 0 0 0,0 1 0 0 0,0 0 0 0 0,0 0 0 0 0,0 0-1 0 0,0 0 1 0 0,0-1 0 0 0,0 1 0 0 0,-1 0 0 0 0,1 0 0 0 0,0 0 0 0 0,0 0 0 0 0,0 0 0 0 0,0-1 0 0 0,0 1 0 0 0,-1 0 0 0 0,1 0-1 0 0,0 0 1 0 0,0 0 0 0 0,-1 0 0 0 0,-19-4 23 0 0,15 4 6 0 0,-1 1 1 0 0,-12 4 17 0 0,0 1 1 0 0,0 0-1 0 0,1 1 1 0 0,0 1 0 0 0,1 1-1 0 0,-1 0 1 0 0,1 1-1 0 0,1 1 1 0 0,0 0 0 0 0,1 1-1 0 0,0 0 1 0 0,1 2-1 0 0,0-1 1 0 0,1 2 0 0 0,1-1-1 0 0,-15 25 1 0 0,24-35-35 0 0,0-1 1 0 0,0 1 0 0 0,0 0-1 0 0,1 0 1 0 0,0 0-1 0 0,-1 0 1 0 0,1 0-1 0 0,1 1 1 0 0,-1-1-1 0 0,1 0 1 0 0,-1 0-1 0 0,1 1 1 0 0,0-1-1 0 0,1 0 1 0 0,-1 0-1 0 0,1 0 1 0 0,0 1-1 0 0,0-1 1 0 0,0 0 0 0 0,0 0-1 0 0,1 0 1 0 0,0 0-1 0 0,0 0 1 0 0,0-1-1 0 0,0 1 1 0 0,0-1-1 0 0,1 1 1 0 0,-1-1-1 0 0,1 0 1 0 0,0 0-1 0 0,0 0 1 0 0,0 0-1 0 0,1 0 1 0 0,6 4 0 0 0,2 0 28 0 0,0 0 0 0 0,0 0 0 0 0,0-1 0 0 0,1-1 0 0 0,0 0 0 0 0,0-1 0 0 0,0 0 0 0 0,1-1 0 0 0,20 3 0 0 0,32 1 191 0 0,-62-7-269 0 0,27-9-1022 0 0,-7-7-2270 0 0,-16 11 1747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0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12 4496 0 0,'-20'-2'2093'0'0,"19"2"-2048"0"0,25-6 219 0 0,-15 5-262 0 0,1 0-1 0 0,-1 0 1 0 0,1 1 0 0 0,18 1 0 0 0,-24-1 1 0 0,0 1-1 0 0,0 0 1 0 0,0 0-1 0 0,0 0 1 0 0,0 1-1 0 0,-1-1 0 0 0,1 1 1 0 0,0 0-1 0 0,-1 0 1 0 0,0 0-1 0 0,1 0 1 0 0,-1 0-1 0 0,5 6 0 0 0,-6-6 1 0 0,-1 0 0 0 0,0 0 0 0 0,0 0 0 0 0,0 0-1 0 0,0 0 1 0 0,0 0 0 0 0,0 0 0 0 0,-1 1 0 0 0,1-1-1 0 0,-1 0 1 0 0,1 0 0 0 0,-1 1 0 0 0,0-1-1 0 0,0 0 1 0 0,0 1 0 0 0,0-1 0 0 0,-1 5 0 0 0,-3 7 8 0 0,-1-1 0 0 0,0 1 1 0 0,-1-1-1 0 0,-1 0 1 0 0,0-1-1 0 0,-11 16 0 0 0,9-15-16 0 0,2 0 0 0 0,-1 0 0 0 0,-4 14 0 0 0,11-26 7 0 0,1-1-1 0 0,0 1 1 0 0,0-1-1 0 0,0 0 0 0 0,0 1 1 0 0,0-1-1 0 0,0 1 1 0 0,0-1-1 0 0,0 1 1 0 0,0-1-1 0 0,0 0 0 0 0,0 1 1 0 0,0-1-1 0 0,1 1 1 0 0,-1-1-1 0 0,0 0 1 0 0,0 1-1 0 0,0-1 0 0 0,0 1 1 0 0,1-1-1 0 0,-1 0 1 0 0,0 1-1 0 0,0-1 1 0 0,1 0-1 0 0,-1 1 0 0 0,0-1 1 0 0,1 0-1 0 0,-1 0 1 0 0,0 1-1 0 0,1-1 1 0 0,-1 0-1 0 0,0 0 0 0 0,1 0 1 0 0,0 1-1 0 0,21 4 34 0 0,29-7 8 0 0,-47 2-38 0 0,203-26-122 0 0,-73-5-3559 0 0,-114 26 2141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1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63 4748 0 0,'0'-2'57'0'0,"0"0"-1"0"0,0-1 1 0 0,-1 1-1 0 0,1 0 0 0 0,1-1 1 0 0,-1 1-1 0 0,0 0 1 0 0,1-1-1 0 0,-1 1 0 0 0,1 0 1 0 0,0 0-1 0 0,-1-1 0 0 0,1 1 1 0 0,0 0-1 0 0,0 0 1 0 0,1 0-1 0 0,-1 0 0 0 0,0 0 1 0 0,1 0-1 0 0,1-2 1 0 0,-1 3 41 0 0,52-6 87 0 0,-45 6-169 0 0,17-2-4 0 0,0 2-1 0 0,1 0 1 0 0,-1 1 0 0 0,0 2-1 0 0,51 10 1 0 0,-74-12-14 0 0,1 1 0 0 0,-1 0 0 0 0,1 0 0 0 0,-1 0 0 0 0,1 1 0 0 0,-1-1 1 0 0,0 1-1 0 0,0 0 0 0 0,0 0 0 0 0,0 0 0 0 0,0 0 0 0 0,0 0 0 0 0,0 1 0 0 0,-1-1 0 0 0,1 1 0 0 0,-1 0 1 0 0,0 0-1 0 0,0 0 0 0 0,0 0 0 0 0,0 0 0 0 0,0 0 0 0 0,-1 0 0 0 0,0 1 0 0 0,2 4 0 0 0,-3-4 8 0 0,0 1-1 0 0,0-1 1 0 0,-1 0-1 0 0,1 0 1 0 0,-1 1-1 0 0,0-1 0 0 0,0 0 1 0 0,-1 0-1 0 0,1 0 1 0 0,-1 0-1 0 0,0-1 1 0 0,0 1-1 0 0,0 0 1 0 0,-1-1-1 0 0,1 1 0 0 0,-1-1 1 0 0,0 0-1 0 0,0 0 1 0 0,0 0-1 0 0,-5 4 1 0 0,-26 22 261 0 0,-2-2 1 0 0,-1-1-1 0 0,-1-1 1 0 0,-74 34-1 0 0,87-50-1120 0 0,39-19-1946 0 0,-4 3 2647 0 0,10-6-1894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1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17 5056 0 0,'2'-1'-81'0'0,"6"-6"-180"0"0,-9 6 251 0 0,0 0 1 0 0,0 0-1 0 0,0 1 0 0 0,-1-1 1 0 0,1 0-1 0 0,0 0 1 0 0,-1 1-1 0 0,1-1 0 0 0,0 1 1 0 0,-1-1-1 0 0,1 1 1 0 0,-1 0-1 0 0,1 0 0 0 0,-1-1 1 0 0,1 1-1 0 0,0 0 1 0 0,-3 1-1 0 0,-3-2 11 0 0,0 1 0 0 0,-1 1 0 0 0,1-1 1 0 0,0 2-1 0 0,0-1 0 0 0,-1 1 0 0 0,1-1 0 0 0,0 2 0 0 0,-11 4 0 0 0,-53 32 40 0 0,60-31-39 0 0,-106 77 18 0 0,104-74-18 0 0,0 1-1 0 0,1 0 1 0 0,0 1 0 0 0,1 0 0 0 0,1 1-1 0 0,-12 18 1 0 0,21-29 4 0 0,-1-1 1 0 0,0 1-1 0 0,1-1 0 0 0,-1 1 1 0 0,1-1-1 0 0,0 1 0 0 0,0 0 0 0 0,0-1 1 0 0,0 1-1 0 0,1 0 0 0 0,-1 0 1 0 0,1 0-1 0 0,0 0 0 0 0,-1 0 0 0 0,1 0 1 0 0,1-1-1 0 0,-1 1 0 0 0,0 0 0 0 0,1 0 1 0 0,-1 0-1 0 0,1 0 0 0 0,0-1 1 0 0,0 1-1 0 0,1 3 0 0 0,1-3 28 0 0,1 0-1 0 0,-1 0 1 0 0,0 0-1 0 0,1-1 0 0 0,0 1 1 0 0,-1-1-1 0 0,1 0 1 0 0,0 0-1 0 0,0 0 1 0 0,0 0-1 0 0,1-1 0 0 0,-1 0 1 0 0,0 0-1 0 0,0 0 1 0 0,6 0-1 0 0,20 3 93 0 0,0-2 0 0 0,0-1 0 0 0,39-3-1 0 0,-37 0 24 0 0,-1 2 0 0 0,43 4 0 0 0,-56-3-181 0 0,-1-2 0 0 0,1 0 0 0 0,-1-1-1 0 0,18-4 1 0 0,-35 6-14 0 0,9-6-2430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2.8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22 4676 0 0,'-7'0'51'0'0,"5"0"45"0"0,1 0 1 0 0,-1 0-1 0 0,0 0 0 0 0,1 0 0 0 0,-1 0 0 0 0,1 0 0 0 0,-1 0 0 0 0,0 0 0 0 0,1 0 0 0 0,-1-1 0 0 0,1 1 0 0 0,-1-1 1 0 0,1 1-1 0 0,-1-1 0 0 0,1 0 0 0 0,-1 1 0 0 0,1-1 0 0 0,0 0 0 0 0,-1 0 0 0 0,-1-2 0 0 0,9 2-83 0 0,9-2-25 0 0,-1 0-1 0 0,1 1 1 0 0,0 1-1 0 0,0 0 1 0 0,0 1-1 0 0,-1 0 1 0 0,22 5 0 0 0,-35-5 11 0 0,0 0 1 0 0,0 1 0 0 0,0-1 0 0 0,0 1 0 0 0,0-1 0 0 0,0 1 0 0 0,0 0 0 0 0,0-1-1 0 0,0 1 1 0 0,0 0 0 0 0,-1-1 0 0 0,1 1 0 0 0,0 0 0 0 0,0 0 0 0 0,-1 0-1 0 0,1 0 1 0 0,-1 0 0 0 0,1 0 0 0 0,-1 0 0 0 0,1 0 0 0 0,-1 0 0 0 0,0 0-1 0 0,1 0 1 0 0,-1 0 0 0 0,0 0 0 0 0,0 0 0 0 0,0 0 0 0 0,0 1 0 0 0,0-1 0 0 0,0 0-1 0 0,0 0 1 0 0,0 0 0 0 0,0 0 0 0 0,0 0 0 0 0,-1 0 0 0 0,1 0 0 0 0,0 0-1 0 0,-1 0 1 0 0,1 0 0 0 0,-1 0 0 0 0,0 2 0 0 0,-28 40 7 0 0,26-39-12 0 0,1-3-1 0 0,1 0 0 0 0,0 1 0 0 0,-1-1 0 0 0,1 1-1 0 0,0 0 1 0 0,0 0 0 0 0,0-1 0 0 0,0 1 0 0 0,0 0-1 0 0,0 0 1 0 0,0 0 0 0 0,1 0 0 0 0,-1 0 0 0 0,1 0-1 0 0,-1 0 1 0 0,1 0 0 0 0,0 0 0 0 0,0 0 0 0 0,0 0-1 0 0,0 0 1 0 0,0 0 0 0 0,0 0 0 0 0,1 4 0 0 0,1-4 3 0 0,0 0 0 0 0,0 1 1 0 0,0-1-1 0 0,0 0 0 0 0,0 0 1 0 0,1 0-1 0 0,-1-1 0 0 0,0 1 1 0 0,1 0-1 0 0,-1-1 0 0 0,1 0 1 0 0,0 0-1 0 0,-1 0 0 0 0,1 0 1 0 0,0 0-1 0 0,4 1 0 0 0,20 6-9 0 0,0 1 0 0 0,0 1 0 0 0,33 19 0 0 0,-60-29 14 0 0,1 0 0 0 0,-1 1 0 0 0,0-1 0 0 0,1 1 1 0 0,-1-1-1 0 0,0 0 0 0 0,1 1 0 0 0,-1-1 0 0 0,0 1 1 0 0,0-1-1 0 0,1 1 0 0 0,-1-1 0 0 0,0 1 0 0 0,0-1 1 0 0,0 1-1 0 0,0-1 0 0 0,0 1 0 0 0,0-1 0 0 0,0 1 0 0 0,1-1 1 0 0,-2 1-1 0 0,1-1 0 0 0,0 1 0 0 0,0-1 0 0 0,0 1 1 0 0,0-1-1 0 0,0 1 0 0 0,0-1 0 0 0,0 1 0 0 0,-1-1 1 0 0,1 1-1 0 0,0-1 0 0 0,0 1 0 0 0,-1-1 0 0 0,1 1 1 0 0,0-1-1 0 0,-1 0 0 0 0,1 1 0 0 0,-1-1 0 0 0,1 1 1 0 0,-1-1-1 0 0,-17 16 72 0 0,-18-1 1 0 0,-1-2 0 0 0,0-2-1 0 0,-64 12 1 0 0,46-11-20 0 0,53-12-240 0 0,-2-1-163 0 0,2 0 482 0 0,1 1-199 0 0,1 0 0 0 0,-1 0 0 0 0,1 0 0 0 0,-1 0 0 0 0,1 0 1 0 0,-1 0-1 0 0,1 0 0 0 0,-1 0 0 0 0,1 0 0 0 0,-1 0 0 0 0,1 0 1 0 0,0 0-1 0 0,-1-1 0 0 0,1 1 0 0 0,-1 0 0 0 0,1 0 0 0 0,-1-1 0 0 0,1 1 1 0 0,0 0-1 0 0,-1-1 0 0 0,1 1 0 0 0,-1 0 0 0 0,1-1 0 0 0,0 1 1 0 0,-1 0-1 0 0,1-1 0 0 0,0 1 0 0 0,0-1 0 0 0,-1 1 0 0 0,1-1 1 0 0,0 1-1 0 0,0-1 0 0 0,0 1 0 0 0,0 0 0 0 0,0-1 0 0 0,-1 1 0 0 0,1-1 1 0 0,0 1-1 0 0,0-1 0 0 0,0 1 0 0 0,0-1 0 0 0,0 1 0 0 0,1-1 1 0 0,-1 1-1 0 0,0-1 0 0 0,0 1 0 0 0,0-1 0 0 0,0 1 0 0 0,0-1 0 0 0,1 1 1 0 0,-1-1-1 0 0,0 0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4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89 113 3792 0 0,'0'0'-216'0'0,"-23"-36"1593"0"0,23 35-1341 0 0,0 0-1 0 0,0 1 1 0 0,0-1-1 0 0,-1 0 0 0 0,1 1 1 0 0,0-1-1 0 0,-1 0 1 0 0,1 1-1 0 0,0-1 1 0 0,-1 1-1 0 0,1-1 1 0 0,-1 0-1 0 0,1 1 1 0 0,-1-1-1 0 0,1 1 1 0 0,-1-1-1 0 0,1 1 1 0 0,-1 0-1 0 0,0-1 1 0 0,1 1-1 0 0,-1 0 1 0 0,0-1-1 0 0,1 1 0 0 0,-1 0 1 0 0,0 0-1 0 0,1-1 1 0 0,-1 1-1 0 0,0 0 1 0 0,0 0-1 0 0,1 0 1 0 0,-1 0-1 0 0,0 0 1 0 0,0 0-1 0 0,1 0 1 0 0,-1 0-1 0 0,0 0 1 0 0,1 0-1 0 0,-2 1 1 0 0,0 1-23 0 0,0 0 0 0 0,0 0 1 0 0,0 0-1 0 0,0 0 1 0 0,0 0-1 0 0,1 0 1 0 0,-1 0-1 0 0,1 1 0 0 0,0-1 1 0 0,0 1-1 0 0,-1 2 1 0 0,-4 10-75 0 0,1 0 1 0 0,1 0 0 0 0,-3 19 0 0 0,6-31 59 0 0,1 0 1 0 0,0 0-1 0 0,-1 0 1 0 0,1 0-1 0 0,1 0 1 0 0,-1 0-1 0 0,0 1 1 0 0,1-1-1 0 0,-1 0 1 0 0,1 0-1 0 0,0 0 1 0 0,0-1-1 0 0,0 1 1 0 0,0 0-1 0 0,1 0 0 0 0,-1 0 1 0 0,1-1-1 0 0,0 1 1 0 0,-1-1-1 0 0,1 1 1 0 0,0-1-1 0 0,4 3 1 0 0,-2-2 8 0 0,1 0-1 0 0,-1-1 1 0 0,1 1 0 0 0,0-1-1 0 0,0 0 1 0 0,0 0-1 0 0,0-1 1 0 0,0 1 0 0 0,0-1-1 0 0,1-1 1 0 0,-1 1 0 0 0,6 0-1 0 0,4-1 25 0 0,0-1 0 0 0,-1 0 0 0 0,1-1 0 0 0,-1 0 0 0 0,1-1 0 0 0,-1-1 0 0 0,0 0 0 0 0,22-10 0 0 0,-27 9 68 0 0,-2 0 1 0 0,1-1-1 0 0,-1 0 1 0 0,0-1-1 0 0,0 0 1 0 0,0 0-1 0 0,-1 0 1 0 0,8-13-1 0 0,-11 17-25 0 0,-3 2-23 0 0,0-1-4 0 0,1 2-47 0 0,-1 0-1 0 0,0-1 0 0 0,0 1 1 0 0,0 0-1 0 0,0 0 1 0 0,0 0-1 0 0,0 0 1 0 0,0 0-1 0 0,0-1 1 0 0,0 1-1 0 0,0 0 1 0 0,0 0-1 0 0,0 0 1 0 0,0 0-1 0 0,0 0 1 0 0,1-1-1 0 0,-1 1 0 0 0,0 0 1 0 0,-1 0-1 0 0,1 0 1 0 0,0 0-1 0 0,0-1 1 0 0,0 1-1 0 0,0 0 1 0 0,0 0-1 0 0,0 0 1 0 0,0 0-1 0 0,0 0 1 0 0,0-1-1 0 0,0 1 1 0 0,0 0-1 0 0,0 0 1 0 0,0 0-1 0 0,0 0 0 0 0,-1 0 1 0 0,1 0-1 0 0,0-1 1 0 0,0 1-1 0 0,0 0 1 0 0,0 0-1 0 0,0 0 1 0 0,0 0-1 0 0,-1 0 1 0 0,1 0-1 0 0,0 0 1 0 0,0 0-1 0 0,0 0 1 0 0,0 0-1 0 0,-1 0 0 0 0,1 0 1 0 0,0 0-1 0 0,0 0 1 0 0,0 0-1 0 0,0 0 1 0 0,0 0-1 0 0,-1 0 1 0 0,1 0-1 0 0,0 0 1 0 0,0 0-1 0 0,0 0 1 0 0,0 0-1 0 0,-1 0 1 0 0,1 0-1 0 0,0 0 1 0 0,0 0-1 0 0,0 0 0 0 0,0 0 1 0 0,-1 1-1 0 0,-5 2-7 0 0,4-3 3 0 0,0 1 0 0 0,0 0 0 0 0,1 0 0 0 0,-1 0 0 0 0,0 0 0 0 0,1 0 0 0 0,-1 0 0 0 0,0 0-1 0 0,1 1 1 0 0,0-1 0 0 0,-1 1 0 0 0,-1 2 0 0 0,2-3 1 0 0,0 1 0 0 0,1-1 0 0 0,-1 0 0 0 0,0 1 0 0 0,1-1 0 0 0,0 0 0 0 0,-1 1 0 0 0,1-1 0 0 0,0 1-1 0 0,0-1 1 0 0,-1 1 0 0 0,1-1 0 0 0,0 1 0 0 0,0-1 0 0 0,1 0 0 0 0,-1 1 0 0 0,0-1 0 0 0,0 1 0 0 0,1-1 0 0 0,-1 1-1 0 0,1-1 1 0 0,-1 0 0 0 0,1 1 0 0 0,0-1 0 0 0,0 0 0 0 0,-1 0 0 0 0,1 1 0 0 0,0-1 0 0 0,0 0 0 0 0,0 0 0 0 0,0 0 0 0 0,0 0-1 0 0,0 0 1 0 0,1 0 0 0 0,0 0 0 0 0,4 4 1 0 0,1 0 0 0 0,-1-1 0 0 0,1 0 0 0 0,13 6 0 0 0,2-2 19 0 0,0-1 0 0 0,0-1 0 0 0,1-1 0 0 0,-1-1 0 0 0,1 0 0 0 0,0-2 1 0 0,0-1-1 0 0,1-1 0 0 0,37-5 0 0 0,-54 4 1 0 0,-1 0 1 0 0,1-1-1 0 0,-1 1 0 0 0,0-1 1 0 0,1-1-1 0 0,-1 1 1 0 0,0-1-1 0 0,-1 0 0 0 0,1-1 1 0 0,0 1-1 0 0,-1-1 1 0 0,0 0-1 0 0,0-1 0 0 0,7-6 1 0 0,-9 6 16 0 0,0 0 1 0 0,0-1-1 0 0,0 1 0 0 0,0-1 1 0 0,-1 0-1 0 0,0 0 0 0 0,0 0 0 0 0,-1 0 1 0 0,0 0-1 0 0,0 0 0 0 0,0 0 1 0 0,-1 0-1 0 0,1 0 0 0 0,-2 0 1 0 0,0-11-1 0 0,0 5 88 0 0,-1 0 0 0 0,0 0-1 0 0,-1 1 1 0 0,0-1 0 0 0,-1 1 0 0 0,0 0-1 0 0,-7-12 1 0 0,2 3 13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5.1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16 5493 0 0,'0'0'225'0'0,"-4"-2"-59"0"0,-5-3-129 0 0,-15-3 1123 0 0,23 8-1146 0 0,0 0 0 0 0,0 1 0 0 0,0-1 0 0 0,0 0-1 0 0,0 1 1 0 0,0-1 0 0 0,0 1 0 0 0,0-1 0 0 0,0 1-1 0 0,0 0 1 0 0,1-1 0 0 0,-1 1 0 0 0,0 0 0 0 0,0 0 0 0 0,1-1-1 0 0,-1 1 1 0 0,0 0 0 0 0,1 0 0 0 0,-1 0 0 0 0,1 0-1 0 0,-1 0 1 0 0,1 0 0 0 0,-1 0 0 0 0,1 0 0 0 0,0 0-1 0 0,0 0 1 0 0,-1 2 0 0 0,-2 10-6 0 0,0 0 1 0 0,1 0-1 0 0,0 0 1 0 0,1 0-1 0 0,0 0 0 0 0,1 0 1 0 0,2 16-1 0 0,4 10 38 0 0,11 40-1 0 0,5 29-1803 0 0,-22-96-796 0 0,-2-4 1096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2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26 6917 0 0,'-5'-3'2332'0'0,"44"13"-2350"0"0,51 6 1 0 0,3 0 30 0 0,236 41-6 0 0,-231-43 5 0 0,-30-3-10 0 0,395 50 54 0 0,-433-59-46 0 0,-25-2 2 0 0,0 0-1 0 0,1 0 0 0 0,-1 1 1 0 0,0 0-1 0 0,0 0 1 0 0,10 4-1 0 0,-13-5 77 0 0,-141-73 1906 0 0,100 50-1946 0 0,-5-3-26 0 0,-2 2 0 0 0,-73-29 0 0 0,80 35-593 0 0,456 134 440 0 0,-397-111 132 0 0,-9-2 22 0 0,1 0 0 0 0,-1 1-1 0 0,1 0 1 0 0,15 8 0 0 0,-26-11-12 0 0,3 5 23 0 0,-3-5-33 0 0,-1-1 0 0 0,0 0 0 0 0,1 0 1 0 0,-1 1-1 0 0,0-1 0 0 0,1 0 0 0 0,-1 0 1 0 0,0 1-1 0 0,1-1 0 0 0,-1 0 0 0 0,0 1 1 0 0,0-1-1 0 0,1 0 0 0 0,-1 1 0 0 0,0-1 1 0 0,0 0-1 0 0,0 1 0 0 0,0-1 1 0 0,0 1-1 0 0,1-1 0 0 0,-1 0 0 0 0,0 1 1 0 0,0-1-1 0 0,0 1 0 0 0,0-1 0 0 0,0 0 1 0 0,0 1-1 0 0,0-1 0 0 0,0 1 0 0 0,-1-1 1 0 0,1 0-1 0 0,0 1 0 0 0,0-1 0 0 0,0 1 1 0 0,0-1-1 0 0,0 0 0 0 0,-1 1 0 0 0,1-1 1 0 0,0 0-1 0 0,0 1 0 0 0,-1-1 1 0 0,1 0-1 0 0,-1 1 0 0 0,-19 19 42 0 0,-1 0 0 0 0,0-1-1 0 0,-45 28 1 0 0,-85 42 17 0 0,116-69-46 0 0,-49 32 15 0 0,42-25-110 0 0,-57 27 1 0 0,97-53-200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3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28 411 6117 0 0,'-16'0'-166'0'0,"5"0"3549"0"0,510-145-2409 0 0,-238 75-666 0 0,6 7-122 0 0,28-7 275 0 0,-226 55 448 0 0,-67 15-659 0 0,1-2-335 0 0,-3 2 32 0 0,0 0 1 0 0,1 0-1 0 0,-1 0 0 0 0,0 0 1 0 0,0 0-1 0 0,0 0 0 0 0,1 0 1 0 0,-1 0-1 0 0,0 0 1 0 0,0 0-1 0 0,0 0 0 0 0,1 0 1 0 0,-1 0-1 0 0,0 0 0 0 0,0 0 1 0 0,0 0-1 0 0,1-1 1 0 0,-1 1-1 0 0,0 0 0 0 0,0 0 1 0 0,0 0-1 0 0,0 0 0 0 0,1 0 1 0 0,-1-1-1 0 0,0 1 1 0 0,0 0-1 0 0,0 0 0 0 0,0 0 1 0 0,0-1-1 0 0,0 1 0 0 0,0 0 1 0 0,1 0-1 0 0,-1 0 1 0 0,0-1-1 0 0,0 1 0 0 0,0 0 1 0 0,0 0-1 0 0,0 0 0 0 0,0-1 1 0 0,0 1-1 0 0,0 0 1 0 0,0 0-1 0 0,0 0 0 0 0,0-1 1 0 0,0 1-1 0 0,0 0 1 0 0,-1-1-1 0 0,-15-29-4838 0 0,13 22 1827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4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3 6493 0 0,'-92'1'-791'0'0,"56"-2"1566"0"0,33 1-387 0 0,-9-2-246 0 0,8 2 137 0 0,9 1 1428 0 0,65 8-1649 0 0,-21-4-12 0 0,0 2 0 0 0,-1 2 0 0 0,-1 3 0 0 0,65 23 1 0 0,-110-34-39 0 0,0-1 0 0 0,0 1 0 0 0,0 0 1 0 0,0-1-1 0 0,-1 1 0 0 0,1 0 1 0 0,0 0-1 0 0,-1 0 0 0 0,1 0 1 0 0,-1 0-1 0 0,1 1 0 0 0,-1-1 1 0 0,1 0-1 0 0,-1 1 0 0 0,0-1 1 0 0,0 1-1 0 0,0 0 0 0 0,1-1 1 0 0,-2 1-1 0 0,1 0 0 0 0,0-1 1 0 0,0 1-1 0 0,0 0 0 0 0,-1 0 1 0 0,1 0-1 0 0,-1 0 0 0 0,0 0 1 0 0,0-1-1 0 0,1 1 0 0 0,-1 0 1 0 0,0 0-1 0 0,0 0 0 0 0,-1 0 1 0 0,1 0-1 0 0,0 0 0 0 0,-1 0 1 0 0,1 0-1 0 0,-1-1 0 0 0,0 1 0 0 0,1 0 1 0 0,-1 0-1 0 0,0 0 0 0 0,0-1 1 0 0,0 1-1 0 0,-3 2 0 0 0,-5 8 28 0 0,-1 0 0 0 0,-1-1 0 0 0,0 0 0 0 0,-21 16 0 0 0,23-20-36 0 0,-105 80 179 0 0,-33 28-1221 0 0,125-88-3110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6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36 209 4372 0 0,'-1'-23'822'0'0,"0"-1"1"0"0,-10-43-1 0 0,10 65-618 0 0,1 0-120 0 0,0 2-83 0 0,0 0 0 0 0,0 0 0 0 0,0 0 0 0 0,0-1 0 0 0,0 1 0 0 0,0 0 0 0 0,0 0 0 0 0,0 0 0 0 0,0 0 1 0 0,1 0-1 0 0,-1 0 0 0 0,0-1 0 0 0,0 1 0 0 0,0 0 0 0 0,0 0 0 0 0,0 0 0 0 0,0 0 0 0 0,0 0 0 0 0,0 0 0 0 0,0-1 0 0 0,-1 1 0 0 0,1 0 1 0 0,0 0-1 0 0,0 0 0 0 0,0 0 0 0 0,0 0 0 0 0,0 0 0 0 0,0-1 0 0 0,0 1 0 0 0,0 0 0 0 0,0 0 0 0 0,0 0 0 0 0,0 0 0 0 0,0 0 1 0 0,0 0-1 0 0,-1 0 0 0 0,1 0 0 0 0,0-1 0 0 0,0 1 0 0 0,0 0 0 0 0,0 0 0 0 0,0 0 0 0 0,0 0 0 0 0,-1 0 0 0 0,1 0 0 0 0,0 0 1 0 0,0 0-1 0 0,0 0 0 0 0,0 0 0 0 0,0 0 0 0 0,0 0 0 0 0,-1 0 0 0 0,1 0 0 0 0,0 0 0 0 0,0 0 0 0 0,0 0 0 0 0,0 0 0 0 0,0 0 1 0 0,0 0-1 0 0,-1 0 0 0 0,1 0 0 0 0,0 0 0 0 0,0 0 0 0 0,0 0 0 0 0,0 0 0 0 0,0 1 0 0 0,0-1 0 0 0,-1 0 0 0 0,-2 6-9 0 0,1 0 0 0 0,-1 1 0 0 0,1-1 0 0 0,0 1 0 0 0,1 0 0 0 0,-1-1 0 0 0,2 1 0 0 0,-1 0 0 0 0,0 0-1 0 0,1 0 1 0 0,1 0 0 0 0,-1 0 0 0 0,1-1 0 0 0,0 1 0 0 0,1 0 0 0 0,-1-1 0 0 0,1 1 0 0 0,1 0 0 0 0,3 8 0 0 0,-4-12 16 0 0,0 1 1 0 0,0-1 0 0 0,0 0 0 0 0,0 0 0 0 0,1 0 0 0 0,-1 0 0 0 0,1 0 0 0 0,0 0 0 0 0,0-1 0 0 0,0 1 0 0 0,0-1 0 0 0,0 0 0 0 0,0 0 0 0 0,1 0 0 0 0,-1 0 0 0 0,1-1 0 0 0,-1 1 0 0 0,1-1 0 0 0,0 0 0 0 0,0 0-1 0 0,-1 0 1 0 0,1-1 0 0 0,0 1 0 0 0,0-1 0 0 0,0 0 0 0 0,0 0 0 0 0,-1 0 0 0 0,1-1 0 0 0,0 1 0 0 0,0-1 0 0 0,0 0 0 0 0,-1 0 0 0 0,1 0 0 0 0,0-1 0 0 0,-1 1 0 0 0,5-3 0 0 0,0-2 59 0 0,0 1 0 0 0,0-1 1 0 0,0 0-1 0 0,-1-1 0 0 0,0 0 1 0 0,-1 0-1 0 0,1 0 1 0 0,-1-1-1 0 0,-1 0 0 0 0,0 0 1 0 0,0-1-1 0 0,0 1 0 0 0,-1-1 1 0 0,0 0-1 0 0,-1 0 0 0 0,5-19 1 0 0,-7 26-40 0 0,3-3-14 0 0,-3 3-17 0 0,-2 8-60 0 0,0-3 62 0 0,1 1-1 0 0,0-1 0 0 0,0 1 0 0 0,0-1 0 0 0,1 0 1 0 0,-1 1-1 0 0,1-1 0 0 0,0 1 0 0 0,0-1 1 0 0,0 0-1 0 0,0 0 0 0 0,0 1 0 0 0,1-1 0 0 0,0 0 1 0 0,-1 0-1 0 0,1 0 0 0 0,0-1 0 0 0,1 1 0 0 0,-1 0 1 0 0,0-1-1 0 0,1 1 0 0 0,-1-1 0 0 0,1 0 0 0 0,0 0 1 0 0,0 0-1 0 0,3 2 0 0 0,6 2 16 0 0,-1 0 0 0 0,1 0-1 0 0,0-1 1 0 0,0-1 0 0 0,1 0 0 0 0,-1-1 0 0 0,1 0-1 0 0,14 1 1 0 0,-24-3-6 0 0,0-1 0 0 0,0 0 0 0 0,1 0 0 0 0,-1 0 0 0 0,0 0 0 0 0,0 0 0 0 0,0 0 0 0 0,0-1 0 0 0,0 1 0 0 0,0-1 0 0 0,0 0-1 0 0,0 0 1 0 0,0 0 0 0 0,0-1 0 0 0,0 1 0 0 0,0-1 0 0 0,-1 1 0 0 0,1-1 0 0 0,-1 0 0 0 0,1 0 0 0 0,-1 0 0 0 0,0-1 0 0 0,0 1 0 0 0,1 0 0 0 0,-2-1 0 0 0,1 1 0 0 0,0-1-1 0 0,0 0 1 0 0,-1 1 0 0 0,0-1 0 0 0,1 0 0 0 0,-1 0 0 0 0,0 0 0 0 0,-1 0 0 0 0,1 0 0 0 0,0 0 0 0 0,0-7 0 0 0,0-2 49 0 0,-1 1 1 0 0,0-1 0 0 0,0 0 0 0 0,-2 0-1 0 0,1 0 1 0 0,-1 1 0 0 0,-1-1-1 0 0,0 1 1 0 0,-1-1 0 0 0,0 1-1 0 0,-7-13 1 0 0,10 22-82 0 0,-1 0 1 0 0,0 1-1 0 0,0-1 1 0 0,0 1-1 0 0,0-1 1 0 0,0 1-1 0 0,0 0 1 0 0,0 0-1 0 0,0 0 1 0 0,-1 0-1 0 0,1 0 1 0 0,0 0-1 0 0,-1 1 1 0 0,1-1-1 0 0,0 1 1 0 0,-1 0-1 0 0,1 0 1 0 0,-1-1-1 0 0,1 1 1 0 0,0 1-1 0 0,-3-1 1 0 0,2 0-43 0 0,0 0-203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7.2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 5124 0 0,'-16'3'-479'0'0,"9"0"682"0"0,12-3 876 0 0,2 0-1081 0 0,1-1 0 0 0,0 1 0 0 0,-1 1 0 0 0,1 0 0 0 0,0 0 0 0 0,-1 0 0 0 0,13 5 0 0 0,-18-6 2 0 0,0 1 1 0 0,0 0-1 0 0,0 0 0 0 0,0 0 1 0 0,-1 0-1 0 0,1 0 0 0 0,0 0 1 0 0,-1 0-1 0 0,1 1 0 0 0,0-1 1 0 0,-1 1-1 0 0,0-1 0 0 0,1 1 1 0 0,-1 0-1 0 0,0-1 0 0 0,0 1 1 0 0,0 0-1 0 0,0 0 0 0 0,0 0 1 0 0,0 0-1 0 0,0 0 1 0 0,-1 0-1 0 0,1 0 0 0 0,-1 0 1 0 0,0 0-1 0 0,1 0 0 0 0,-1 0 1 0 0,0 0-1 0 0,0 0 0 0 0,0 0 1 0 0,0 0-1 0 0,-1 0 0 0 0,1 0 1 0 0,-1 0-1 0 0,1 0 0 0 0,-1 0 1 0 0,0 0-1 0 0,1 0 1 0 0,-1 0-1 0 0,-2 2 0 0 0,-13 27 15 0 0,13-26 5 0 0,0 0 0 0 0,0 1-1 0 0,0-1 1 0 0,1 0 0 0 0,-1 1 0 0 0,1-1-1 0 0,1 1 1 0 0,-1 0 0 0 0,0 6-1 0 0,2-10 45 0 0,5-2 8 0 0,43-4 0 0 0,1-1 1 0 0,-1-3-1 0 0,51-15 0 0 0,-2 1-265 0 0,-60 15-86 0 0,-18 2-763 0 0,0 1 0 0 0,34-2 0 0 0,-50 6-66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5.5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42 753 6781 0 0,'0'0'-162'0'0,"-4"0"-40"0"0,0-1 263 0 0,2 2 4 0 0,1-1-1 0 0,-1 0 1 0 0,0-1 0 0 0,1 1-1 0 0,-1 0 1 0 0,1 0-1 0 0,-1-1 1 0 0,1 1 0 0 0,-1-1-1 0 0,1 1 1 0 0,-1-1 0 0 0,1 0-1 0 0,-1 1 1 0 0,1-1 0 0 0,0 0-1 0 0,-1 0 1 0 0,1 0 0 0 0,0 0-1 0 0,0 0 1 0 0,0-1-1 0 0,-1 0 1 0 0,1 0 343 0 0,3-1-263 0 0,11-9-1 0 0,0 1 0 0 0,1 0 1 0 0,0 1-1 0 0,0 1 1 0 0,1 0-1 0 0,20-9 0 0 0,109-38 128 0 0,-43 17-46 0 0,33-23 69 0 0,-3-6-1 0 0,176-122 1 0 0,-301 186-282 0 0,269-169 530 0 0,-236 150-118 0 0,-37 22 79 0 0,-12-12-2440 0 0,0-3-4346 0 0,10 8 4026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26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35 5641 0 0,'-52'-9'-110'0'0,"49"8"280"0"0,0 1 273 0 0,0-1 0 0 0,1 1 0 0 0,-1-1 0 0 0,0 0 0 0 0,0 1 0 0 0,1-1 0 0 0,-1-1-1 0 0,0 1 1 0 0,-3-3 0 0 0,96-4-307 0 0,0 3 0 0 0,1 4 0 0 0,108 14 0 0 0,-196-13-124 0 0,1 0 1 0 0,0 1-1 0 0,-1-1 0 0 0,1 1 0 0 0,-1 0 0 0 0,1 0 0 0 0,-1 1 0 0 0,1-1 0 0 0,-1 1 1 0 0,0-1-1 0 0,0 1 0 0 0,4 3 0 0 0,-6-4-6 0 0,0 0-1 0 0,-1 1 1 0 0,1-1 0 0 0,0 0-1 0 0,-1 1 1 0 0,0-1 0 0 0,1 0-1 0 0,-1 1 1 0 0,0-1 0 0 0,1 0-1 0 0,-1 1 1 0 0,0-1 0 0 0,0 1 0 0 0,0-1-1 0 0,0 1 1 0 0,0-1 0 0 0,-1 0-1 0 0,1 1 1 0 0,0-1 0 0 0,-1 1-1 0 0,1-1 1 0 0,-1 0 0 0 0,1 1-1 0 0,-1-1 1 0 0,1 0 0 0 0,-1 0-1 0 0,0 1 1 0 0,0-1 0 0 0,0 0 0 0 0,0 0-1 0 0,0 0 1 0 0,0 0 0 0 0,0 0-1 0 0,-1 1 1 0 0,-41 43 64 0 0,-2-2 0 0 0,-1-2 0 0 0,-99 67 0 0 0,53-41-1 0 0,61-46-169 0 0,-26 22-191 0 0,29-11-2695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8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37 207 4084 0 0,'-24'-68'2549'0'0,"24"66"-2383"0"0,-2 1 4 0 0,2 1-168 0 0,0 0 1 0 0,0-1-1 0 0,0 1 1 0 0,0 0-1 0 0,0 0 0 0 0,0 0 1 0 0,0 0-1 0 0,0 0 1 0 0,0 0-1 0 0,0-1 0 0 0,0 1 1 0 0,0 0-1 0 0,0 0 1 0 0,0 0-1 0 0,0 0 0 0 0,0 0 1 0 0,0 0-1 0 0,0-1 0 0 0,0 1 1 0 0,-1 0-1 0 0,1 0 1 0 0,0 0-1 0 0,0 0 0 0 0,0 0 1 0 0,0 0-1 0 0,0 0 1 0 0,0 0-1 0 0,0 0 0 0 0,0 0 1 0 0,-1 0-1 0 0,1-1 1 0 0,0 1-1 0 0,0 0 0 0 0,0 0 1 0 0,0 0-1 0 0,0 0 1 0 0,-1 0-1 0 0,1 0 0 0 0,0 0 1 0 0,0 0-1 0 0,0 0 0 0 0,0 0 1 0 0,0 0-1 0 0,0 0 1 0 0,-1 0-1 0 0,1 0 0 0 0,0 1 1 0 0,0-1-1 0 0,0 0 1 0 0,0 0-1 0 0,0 0 0 0 0,0 0 1 0 0,0 0-1 0 0,-1 0 1 0 0,1 0-1 0 0,0 0 0 0 0,0 0 1 0 0,0 0-1 0 0,0 0 1 0 0,0 1-1 0 0,0-1 0 0 0,-1 2-5 0 0,0 0-1 0 0,0 0 0 0 0,1 0 0 0 0,-1 1 0 0 0,1-1 0 0 0,-1 0 1 0 0,1 1-1 0 0,0-1 0 0 0,0 0 0 0 0,0 0 0 0 0,0 1 1 0 0,1-1-1 0 0,-1 0 0 0 0,0 1 0 0 0,1-1 0 0 0,0 0 1 0 0,-1 0-1 0 0,1 0 0 0 0,0 0 0 0 0,0 0 0 0 0,0 0 1 0 0,1 0-1 0 0,1 4 0 0 0,1-3 6 0 0,0 0 1 0 0,0 1-1 0 0,0-1 0 0 0,0 0 1 0 0,0-1-1 0 0,0 1 0 0 0,1-1 1 0 0,-1 0-1 0 0,1 0 0 0 0,8 2 1 0 0,0 0 21 0 0,1-1 0 0 0,-1-1 0 0 0,1 0 0 0 0,0-1 0 0 0,0 0-1 0 0,0-1 1 0 0,24-3 0 0 0,-31 1 5 0 0,0 1 1 0 0,0-1-1 0 0,0-1 0 0 0,0 0 0 0 0,-1 0 0 0 0,1 0 0 0 0,-1 0 1 0 0,1-1-1 0 0,-1 0 0 0 0,9-9 0 0 0,-1 0 455 0 0,-1-2 0 0 0,19-26-1 0 0,-29 37-330 0 0,-2 2-77 0 0,-1 1-92 0 0,1 1 1 0 0,-1-1-1 0 0,0 0 1 0 0,1 0 0 0 0,-1 1-1 0 0,0-1 1 0 0,1 0-1 0 0,-1 1 1 0 0,1-1 0 0 0,-1 0-1 0 0,1 1 1 0 0,-1-1-1 0 0,1 1 1 0 0,0-1 0 0 0,-1 1-1 0 0,1-1 1 0 0,0 1-1 0 0,-1-1 1 0 0,1 1 0 0 0,0 0-1 0 0,-1-1 1 0 0,2 1-1 0 0,5 8-5 0 0,1 0 0 0 0,-1 0 0 0 0,1 0-1 0 0,1-1 1 0 0,-1 0 0 0 0,1-1-1 0 0,0 0 1 0 0,1-1 0 0 0,-1 1-1 0 0,1-2 1 0 0,0 1 0 0 0,1-2-1 0 0,18 6 1 0 0,17 3 19 0 0,85 10-1 0 0,-125-21 27 0 0,-1 0-1 0 0,1-1 0 0 0,0 1 1 0 0,0-1-1 0 0,-1-1 1 0 0,1 1-1 0 0,0-1 1 0 0,-1 0-1 0 0,1-1 0 0 0,0 1 1 0 0,-1-1-1 0 0,1 0 1 0 0,-1 0-1 0 0,8-5 1 0 0,-10 5 1 0 0,0-1 1 0 0,-1 1-1 0 0,0 0 0 0 0,0-1 1 0 0,0 1-1 0 0,0-1 1 0 0,0 0-1 0 0,0 0 1 0 0,-1 0-1 0 0,1 1 1 0 0,-1-1-1 0 0,0-1 1 0 0,0 1-1 0 0,0 0 0 0 0,0 0 1 0 0,0 0-1 0 0,-1-1 1 0 0,1 1-1 0 0,-1 0 1 0 0,0 0-1 0 0,0-1 1 0 0,0 1-1 0 0,-1 0 1 0 0,1-1-1 0 0,-1 1 0 0 0,-1-5 1 0 0,-38-99 668 0 0,40 106-728 0 0,-4-5-2378 0 0,4 6 2261 0 0,0-1 0 0 0,0 1 0 0 0,0-1 0 0 0,0 1 1 0 0,0 0-1 0 0,0-1 0 0 0,0 1 0 0 0,0-1 1 0 0,0 1-1 0 0,1 0 0 0 0,-1-1 0 0 0,0 1 0 0 0,0-1 1 0 0,0 1-1 0 0,0 0 0 0 0,1-1 0 0 0,2-2-1075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39.6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25 5344 0 0,'0'0'-285'0'0,"-22"-3"-88"0"0,4 0 3555 0 0,46-4-2706 0 0,56-4-830 0 0,4 11 278 0 0,-80 0 29 0 0,1 1-1 0 0,0 0 1 0 0,0 1-1 0 0,-1 0 1 0 0,1 1-1 0 0,-1-1 1 0 0,15 8-1 0 0,-22-9 43 0 0,0-1 0 0 0,0 1 0 0 0,0-1-1 0 0,-1 1 1 0 0,1 0 0 0 0,0-1 0 0 0,0 1 0 0 0,-1 0 0 0 0,1-1 0 0 0,0 1-1 0 0,-1 0 1 0 0,1 0 0 0 0,-1 0 0 0 0,1-1 0 0 0,-1 1 0 0 0,0 0 0 0 0,1 0-1 0 0,-1 0 1 0 0,0 0 0 0 0,1 0 0 0 0,-1 0 0 0 0,0 0 0 0 0,0 0-1 0 0,0 0 1 0 0,0 0 0 0 0,0 1 0 0 0,-1 0-1 0 0,1 1 0 0 0,-1-1 0 0 0,0 1 0 0 0,0-1 0 0 0,0 0 0 0 0,0 1-1 0 0,0-1 1 0 0,-1 0 0 0 0,1 0 0 0 0,-2 3 0 0 0,-49 45-36 0 0,42-42 25 0 0,-15 12-8 0 0,20-17 2 0 0,0 1-1 0 0,0 0 0 0 0,0 1 0 0 0,0-1 1 0 0,0 1-1 0 0,1 0 0 0 0,-7 10 1 0 0,10-13 4 0 0,27 19-11 0 0,134 46-143 0 0,-157-65 158 0 0,1-1 0 0 0,-1 1 1 0 0,1 0-1 0 0,-1-1 1 0 0,0 2-1 0 0,0-1 1 0 0,0 0-1 0 0,0 1 0 0 0,-1-1 1 0 0,1 1-1 0 0,0 0 1 0 0,-1 0-1 0 0,0 0 0 0 0,4 6 1 0 0,-6-8 11 0 0,0 0 0 0 0,0 0 0 0 0,1 0 0 0 0,-1 0 0 0 0,0 0-1 0 0,0 0 1 0 0,0 0 0 0 0,0 0 0 0 0,0 0 0 0 0,0 0 0 0 0,-1 0 0 0 0,1 0 0 0 0,0 0 0 0 0,-1 0 0 0 0,1 0 0 0 0,0 0 0 0 0,-1 0 0 0 0,1 0-1 0 0,-1-1 1 0 0,1 1 0 0 0,-2 1 0 0 0,0 1 5 0 0,0-1-1 0 0,-1 0 0 0 0,1 0 0 0 0,-1 0 1 0 0,0 0-1 0 0,0 0 0 0 0,1-1 1 0 0,-1 1-1 0 0,-5 1 0 0 0,-15 6 55 0 0,-1-1-1 0 0,0-2 1 0 0,0 0 0 0 0,-47 5-1 0 0,-98-6 785 0 0,148-5-666 0 0,19 0-198 0 0,0 0 0 0 0,0 0-1 0 0,0 0 1 0 0,0 0 0 0 0,0-1-1 0 0,0 1 1 0 0,0-1-1 0 0,1 1 1 0 0,-1-1 0 0 0,0 0-1 0 0,0 0 1 0 0,0 1 0 0 0,1-1-1 0 0,-1 0 1 0 0,1-1-1 0 0,-1 1 1 0 0,-2-2 0 0 0,3 2-85 0 0,1 0 0 0 0,-1 0 0 0 0,1 0 0 0 0,0 0 0 0 0,-1 1 0 0 0,1-1 0 0 0,0 0 0 0 0,-1 0 0 0 0,1 0 0 0 0,0 0 0 0 0,0 0 0 0 0,0 0 0 0 0,0 0 0 0 0,0 0 0 0 0,0 0 0 0 0,0 0 0 0 0,0 0 0 0 0,0 0 0 0 0,0 0 0 0 0,1 0 0 0 0,-1 0 0 0 0,0 1 0 0 0,1-1 0 0 0,-1 0 0 0 0,1 0 0 0 0,-1 0 0 0 0,1 0 1 0 0,-1 0-1 0 0,1 1 0 0 0,-1-1 0 0 0,1 0 0 0 0,0 1 0 0 0,1-2 0 0 0,6-6-1743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0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45 4736 0 0,'0'0'-238'0'0,"-6"1"72"0"0,-54 8 2732 0 0,69-9-2572 0 0,519-15 19 0 0,-466 14 12 0 0,152-7 352 0 0,-138 10 1510 0 0,-73-2-1583 0 0,27-5-2294 0 0,-30 3 1728 0 0,0-2 30 0 0,-3-17-4926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26:41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9 4932 0 0,'0'0'-236'0'0,"-20"-7"367"0"0,4 5 2933 0 0,22 6-3065 0 0,-1 1 0 0 0,1-2 0 0 0,0 1 0 0 0,0 0 0 0 0,0-1 0 0 0,0 0 0 0 0,0-1 0 0 0,1 0 0 0 0,9 3 0 0 0,75 14-9 0 0,-47-12 8 0 0,56 13 88 0 0,186 43 352 0 0,-285-62-350 0 0,0-1-83 0 0,-1 1 0 0 0,0 0 1 0 0,0-1-1 0 0,0 1 0 0 0,0-1 0 0 0,0 1 1 0 0,0 0-1 0 0,0-1 0 0 0,0 1 0 0 0,0-1 1 0 0,0 1-1 0 0,0 0 0 0 0,0-1 0 0 0,0 1 1 0 0,-1-1-1 0 0,1 1 0 0 0,0-1 0 0 0,0 1 1 0 0,-1-1-1 0 0,1 1 0 0 0,0-1 0 0 0,-1 1 1 0 0,1-1-1 0 0,-1 1 0 0 0,-284 167 233 0 0,82-51-285 0 0,158-96-1265 0 0,44-20 748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36:27.4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1566 1883 1808 0 0,'0'0'587'0'0,"19"-14"6663"0"0,-52 15-6821 0 0,0-1 0 0 0,0-1 0 0 0,-64-11 0 0 0,-108-34 686 0 0,142 30-746 0 0,33 8-159 0 0,-1-3 0 0 0,1 0 0 0 0,-49-28 0 0 0,-79-56 437 0 0,90 48-352 0 0,41 22-175 0 0,-2 2 44 0 0,1-2 0 0 0,2-1 0 0 0,0-1-1 0 0,2-1 1 0 0,1-2 0 0 0,-34-56-1 0 0,15-3 20 0 0,22 34-97 0 0,-2-32 24 0 0,-9-50-48 0 0,-10-74 40 0 0,13-47-7 0 0,10 58-418 0 0,14 165 332 0 0,-22-135-124 0 0,13 123 48 0 0,12 45 52 0 0,1 2-22 0 0,0 0 28 0 0,0 0 0 0 0,-1 0 0 0 0,1-1 0 0 0,0 1 0 0 0,0 0 0 0 0,0 0 0 0 0,0-1 0 0 0,0 1-1 0 0,0 0 1 0 0,0 0 0 0 0,-1 0 0 0 0,1-1 0 0 0,0 1 0 0 0,0 0 0 0 0,0 0 0 0 0,0 0 0 0 0,-1 0 0 0 0,1 0 0 0 0,0-1 0 0 0,0 1 0 0 0,0 0 0 0 0,-1 0 0 0 0,1 0-1 0 0,0 0 1 0 0,0 0 0 0 0,-1 0 0 0 0,1 0 0 0 0,0 0 0 0 0,0 0 0 0 0,0 0 0 0 0,-1 0 0 0 0,1 0 0 0 0,0 0 0 0 0,0 0 0 0 0,-1 0 0 0 0,1 0 0 0 0,0 0 0 0 0,0 0-1 0 0,-1 0 1 0 0,1 0 0 0 0,0 0 0 0 0,0 0 0 0 0,0 0 0 0 0,-1 1 0 0 0,1-1 0 0 0,0 0 0 0 0,0 0 0 0 0,0 0 0 0 0,-1 0 0 0 0,1 0 0 0 0,0 1 0 0 0,0-1 0 0 0,0 0-1 0 0,-51 36-154 0 0,-72 67 0 0 0,75-51 266 0 0,47-50-78 0 0,-4 3 185 0 0,5-5-197 0 0,0 0-1 0 0,0 0 1 0 0,0-1 0 0 0,0 1-1 0 0,0 0 1 0 0,0 0-1 0 0,0 0 1 0 0,0 0 0 0 0,0 0-1 0 0,0 0 1 0 0,0 0-1 0 0,0 0 1 0 0,0 0 0 0 0,0 0-1 0 0,0 0 1 0 0,0 0-1 0 0,8-13-24 0 0,2 1 0 0 0,0 0 0 0 0,0 1 0 0 0,1 0 0 0 0,0 0 0 0 0,1 1-1 0 0,0 1 1 0 0,1 0 0 0 0,14-8 0 0 0,134-62-168 0 0,-122 62 165 0 0,-37 16-3 0 0,1 0-1 0 0,0 0 1 0 0,0 0-1 0 0,0 0 1 0 0,0 1-1 0 0,0-1 1 0 0,0 1-1 0 0,0 0 1 0 0,0 0 0 0 0,0 0-1 0 0,0 0 1 0 0,0 0-1 0 0,1 1 1 0 0,-2-1-1 0 0,1 1 1 0 0,0 0-1 0 0,0 0 1 0 0,0 0-1 0 0,0 0 1 0 0,0 1-1 0 0,-1-1 1 0 0,1 1-1 0 0,-1 0 1 0 0,1 0-1 0 0,-1-1 1 0 0,1 1-1 0 0,-1 1 1 0 0,4 3-1 0 0,4 8-3 0 0,1 0-1 0 0,-2 0 1 0 0,1 1 0 0 0,7 18-1 0 0,4 5-17 0 0,71 86 25 0 0,-39-56 25 0 0,-52-67-152 0 0,-21-34-9535 0 0,7 17 6716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36:29.1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14 6293 0 0,'0'0'-352'0'0,"-1"0"-289"0"0,1-1 653 0 0,-1 1 0 0 0,1 0 0 0 0,0 0 0 0 0,-1 0 0 0 0,1-1 0 0 0,0 1 0 0 0,0 0 0 0 0,-1 0 0 0 0,1-1 0 0 0,0 1-1 0 0,0 0 1 0 0,0-1 0 0 0,-1 1 0 0 0,1 0 0 0 0,0 0 0 0 0,0-1 0 0 0,0 1 0 0 0,0 0 0 0 0,0-1 0 0 0,0 1 0 0 0,0 0 0 0 0,-1-1 0 0 0,1 1 0 0 0,0-1 0 0 0,1 1 0 0 0,2-2 6 0 0,1 2 1 0 0,-1-1-1 0 0,1 0 0 0 0,-1 1 1 0 0,1-1-1 0 0,0 1 0 0 0,-1 0 1 0 0,5 0-1 0 0,-3 1 23 0 0,51 10 166 0 0,64 4 0 0 0,-46-7-121 0 0,176 11 589 0 0,-226-17-601 0 0,165 5 585 0 0,147 5 323 0 0,203 13-678 0 0,-29 7-177 0 0,314 10 649 0 0,-450-30 2167 0 0,-370-12-2794 0 0,15 3 179 0 0,15 1-8694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6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126 45 6145 0 0,'0'0'-328'0'0,"16"-17"-281"0"0,-17 15 644 0 0,1 1 0 0 0,-1-1 0 0 0,0 1-1 0 0,1-1 1 0 0,-1 1 0 0 0,0 0-1 0 0,0-1 1 0 0,0 1 0 0 0,0 0-1 0 0,0-1 1 0 0,0 1 0 0 0,0 0-1 0 0,-1 0 1 0 0,1 0 0 0 0,0 0 0 0 0,-1 0-1 0 0,1 0 1 0 0,0 1 0 0 0,-1-1-1 0 0,1 0 1 0 0,-1 1 0 0 0,1-1-1 0 0,-1 1 1 0 0,0-1 0 0 0,1 1-1 0 0,-1 0 1 0 0,1 0 0 0 0,-4 0 0 0 0,2-1 10 0 0,-21 8-33 0 0,19-4-10 0 0,-1-1 0 0 0,1 1 0 0 0,0 0 0 0 0,0 0 0 0 0,0 0 1 0 0,1 1-1 0 0,-1 0 0 0 0,1 0 0 0 0,0 0 0 0 0,-5 6 0 0 0,6-7-4 0 0,1 0 1 0 0,0-1-1 0 0,1 1 1 0 0,-1 0-1 0 0,1 0 1 0 0,-1 0-1 0 0,1 0 0 0 0,0 0 1 0 0,0 0-1 0 0,0 1 1 0 0,0-1-1 0 0,1 0 0 0 0,-1 0 1 0 0,1 1-1 0 0,0-1 1 0 0,0 0-1 0 0,1 7 1 0 0,-1-9 1 0 0,1-1 1 0 0,-1 1-1 0 0,1 0 1 0 0,-1 0-1 0 0,1 0 1 0 0,-1-1 0 0 0,1 1-1 0 0,0 0 1 0 0,-1-1-1 0 0,1 1 1 0 0,0-1-1 0 0,0 1 1 0 0,-1-1 0 0 0,1 1-1 0 0,0-1 1 0 0,0 1-1 0 0,0-1 1 0 0,0 0-1 0 0,0 0 1 0 0,-1 1 0 0 0,1-1-1 0 0,0 0 1 0 0,2 0-1 0 0,27 2 47 0 0,-21-2 12 0 0,0-1 1 0 0,0 0-1 0 0,1-1 0 0 0,-1 1 0 0 0,0-2 0 0 0,0 0 0 0 0,-1 0 1 0 0,1 0-1 0 0,-1-1 0 0 0,1 0 0 0 0,-1-1 0 0 0,0 0 0 0 0,-1 0 1 0 0,1-1-1 0 0,13-12 0 0 0,-21 17-47 0 0,0 1-1 0 0,1-1 1 0 0,-1 1-1 0 0,1 0 1 0 0,-1-1-1 0 0,0 1 1 0 0,1-1 0 0 0,-1 1-1 0 0,0-1 1 0 0,1 0-1 0 0,-1 1 1 0 0,0-1-1 0 0,0 1 1 0 0,0-1-1 0 0,0 1 1 0 0,1-1 0 0 0,-1 0-1 0 0,0 1 1 0 0,0-1-1 0 0,0 1 1 0 0,0-1-1 0 0,0 1 1 0 0,0-1 0 0 0,-1 0-1 0 0,1 1 1 0 0,0-1-1 0 0,0 1 1 0 0,0-1-1 0 0,0 0 1 0 0,-1 1-1 0 0,1-1 1 0 0,0 1 0 0 0,-1-1-1 0 0,1 1 1 0 0,0-1-1 0 0,-1 1 1 0 0,1 0-1 0 0,0-1 1 0 0,-1 1 0 0 0,1-1-1 0 0,-1 1 1 0 0,1 0-1 0 0,-1-1 1 0 0,1 1-1 0 0,-1 0 1 0 0,1-1-1 0 0,-1 1 1 0 0,0 0 0 0 0,1 0-1 0 0,-1 0 1 0 0,1 0-1 0 0,-1-1 1 0 0,1 1-1 0 0,-2 0 1 0 0,-3-1 15 0 0,0 0 0 0 0,0 0 0 0 0,0 0 0 0 0,0 1 0 0 0,0-1 0 0 0,-9 2 0 0 0,11-1-30 0 0,-1 0 0 0 0,0 0 0 0 0,1 0 0 0 0,-1 1 0 0 0,0-1 0 0 0,1 1 0 0 0,-1 0-1 0 0,1 0 1 0 0,-1 1 0 0 0,1-1 0 0 0,0 1 0 0 0,-1-1 0 0 0,1 1 0 0 0,0 0 0 0 0,0 0-1 0 0,0 0 1 0 0,0 1 0 0 0,1-1 0 0 0,-1 1 0 0 0,1 0 0 0 0,-1-1 0 0 0,1 1-1 0 0,0 0 1 0 0,0 1 0 0 0,0-1 0 0 0,0 0 0 0 0,1 0 0 0 0,-3 6 0 0 0,4-7 0 0 0,0 0 0 0 0,0-1 0 0 0,0 1 0 0 0,0-1 0 0 0,0 1 0 0 0,0 0 0 0 0,0-1-1 0 0,0 1 1 0 0,1-1 0 0 0,-1 1 0 0 0,0-1 0 0 0,1 1 0 0 0,-1-1 0 0 0,1 1 0 0 0,0-1 0 0 0,0 1 0 0 0,-1-1 0 0 0,1 0 0 0 0,0 1 0 0 0,0-1 0 0 0,0 0 0 0 0,0 0 0 0 0,1 0 0 0 0,-1 0 0 0 0,0 0 0 0 0,0 0 0 0 0,1 0 0 0 0,-1 0 0 0 0,0 0 0 0 0,1-1 0 0 0,-1 1 0 0 0,3 0 0 0 0,-2 0 13 0 0,3-3-2 0 0,1 0 7 0 0,-1 1 0 0 0,0-2 0 0 0,0 1 0 0 0,0 0-1 0 0,0-1 1 0 0,0 0 0 0 0,-1 0 0 0 0,1-1-1 0 0,-1 1 1 0 0,0-1 0 0 0,0 0 0 0 0,0 0 0 0 0,-1 0-1 0 0,1-1 1 0 0,-1 1 0 0 0,3-6 0 0 0,-6 9 77 0 0,-2 0-89 0 0,-1 0-1 0 0,1 0 1 0 0,-1 0-1 0 0,1 0 0 0 0,-1 0 1 0 0,1 1-1 0 0,-1-1 1 0 0,1 1-1 0 0,-1 0 0 0 0,0 0 1 0 0,1 0-1 0 0,-1 0 0 0 0,0 0 1 0 0,1 1-1 0 0,-1-1 1 0 0,1 1-1 0 0,-1 0 0 0 0,1-1 1 0 0,-1 1-1 0 0,1 0 1 0 0,-1 1-1 0 0,-3 1 0 0 0,-40 13-10 0 0,44-15-63 0 0,-18-1-4285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7.8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19 5004 0 0,'0'0'-174'0'0,"0"-1"22"0"0,0 0 219 0 0,-1 0-1 0 0,1 0 0 0 0,0 0 1 0 0,-1 0-1 0 0,1 0 0 0 0,-1 0 1 0 0,1 0-1 0 0,-1 0 1 0 0,0 1-1 0 0,1-1 0 0 0,-1 0 1 0 0,0 0-1 0 0,1 0 0 0 0,-1 1 1 0 0,0-1-1 0 0,0 0 1 0 0,0 1-1 0 0,0-1 0 0 0,0 1 1 0 0,0-1-1 0 0,-1 0 1 0 0,-18 5-29 0 0,15-4 53 0 0,-43 35 42 0 0,45-32-130 0 0,0 0 1 0 0,0 1-1 0 0,1-1 0 0 0,-1 1 1 0 0,1 0-1 0 0,0 0 1 0 0,0 0-1 0 0,1 0 1 0 0,-1 0-1 0 0,1 0 1 0 0,0 0-1 0 0,0 0 1 0 0,0 1-1 0 0,0 4 1 0 0,1-7-2 0 0,0-1 0 0 0,0 1 0 0 0,1-1 0 0 0,-1 0-1 0 0,0 1 1 0 0,1-1 0 0 0,-1 1 0 0 0,1-1 0 0 0,-1 0 0 0 0,1 1 0 0 0,0-1 0 0 0,0 0 0 0 0,-1 1 0 0 0,1-1 0 0 0,0 0 0 0 0,0 0 0 0 0,0 0 0 0 0,0 0 0 0 0,2 1 0 0 0,0 0 0 0 0,0-1-1 0 0,0 1 1 0 0,0-1 0 0 0,0 0 0 0 0,0 0 0 0 0,0 0 0 0 0,1 0 0 0 0,-1-1-1 0 0,0 1 1 0 0,1-1 0 0 0,-1 0 0 0 0,5 0 0 0 0,-6 0 18 0 0,22-7 28 0 0,-20 6-19 0 0,0 0-1 0 0,0 0 1 0 0,0 0 0 0 0,0-1 0 0 0,-1 0-1 0 0,1 0 1 0 0,-1 0 0 0 0,1 0 0 0 0,-1 0-1 0 0,0-1 1 0 0,0 1 0 0 0,0-1 0 0 0,0 0-1 0 0,0 0 1 0 0,-1 0 0 0 0,1 0-1 0 0,-1-1 1 0 0,0 1 0 0 0,3-7 0 0 0,-4 9 94 0 0,-2-1-110 0 0,-1 1 0 0 0,1 0 0 0 0,-1-1 0 0 0,1 1-1 0 0,0 0 1 0 0,-1 0 0 0 0,0 0 0 0 0,1 0 0 0 0,-1 1 0 0 0,0-1 0 0 0,1 0 0 0 0,-1 1 0 0 0,0-1-1 0 0,-3 0 1 0 0,2 1 14 0 0,-3 1-9 0 0,-5 3-9 0 0,0 0 0 0 0,1 0 0 0 0,-1 1 0 0 0,-14 9 0 0 0,21-11-12 0 0,0-1-1 0 0,1 1 0 0 0,0-1 1 0 0,-1 1-1 0 0,1 0 0 0 0,0 0 1 0 0,0 0-1 0 0,1 1 0 0 0,-1-1 1 0 0,1 1-1 0 0,0 0 1 0 0,-1-1-1 0 0,2 1 0 0 0,-1 0 1 0 0,0 0-1 0 0,-1 6 0 0 0,4-9 6 0 0,-1 0-1 0 0,1 1 1 0 0,-1-1-1 0 0,1 1 0 0 0,-1-1 1 0 0,1 0-1 0 0,0 1 0 0 0,-1-1 1 0 0,1 0-1 0 0,0 0 1 0 0,0 0-1 0 0,0 1 0 0 0,0-1 1 0 0,0 0-1 0 0,0 0 1 0 0,1 0-1 0 0,-1-1 0 0 0,0 1 1 0 0,0 0-1 0 0,1 0 0 0 0,-1-1 1 0 0,0 1-1 0 0,1-1 1 0 0,-1 1-1 0 0,1-1 0 0 0,-1 1 1 0 0,1-1-1 0 0,-1 0 1 0 0,1 0-1 0 0,-1 0 0 0 0,1 0 1 0 0,-1 0-1 0 0,1 0 0 0 0,-1 0 1 0 0,1 0-1 0 0,-1-1 1 0 0,3 0-1 0 0,4-1 61 0 0,28-10 376 0 0,-35 11-371 0 0,1 1 1 0 0,-1-1 0 0 0,0 1 0 0 0,1-1 0 0 0,-1 0 0 0 0,0 1 0 0 0,0-1 0 0 0,0 0 0 0 0,0 0 0 0 0,0 0 0 0 0,0 0 0 0 0,0 0 0 0 0,0 0 0 0 0,0 0 0 0 0,0-1 0 0 0,-1 1 0 0 0,1 0 0 0 0,0 0 0 0 0,-1-1 0 0 0,1 1 0 0 0,-1 0 0 0 0,1-1 0 0 0,-1-1 0 0 0,-1 1-84 0 0,0 1 1 0 0,0 0-1 0 0,0 0 0 0 0,0 0 1 0 0,-1 0-1 0 0,1 0 1 0 0,0 0-1 0 0,-1 0 0 0 0,1 0 1 0 0,0 1-1 0 0,-1-1 0 0 0,1 0 1 0 0,-1 1-1 0 0,0-1 1 0 0,1 1-1 0 0,-1 0 0 0 0,1-1 1 0 0,-1 1-1 0 0,0 0 1 0 0,1 0-1 0 0,-1 0 0 0 0,0 0 1 0 0,1 0-1 0 0,-3 1 0 0 0,-47 1-5168 0 0,31 0 2928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29.1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223 57 5589 0 0,'0'0'-184'0'0,"-12"-33"-33"0"0,9 30 258 0 0,0 0 0 0 0,-1 1 0 0 0,1 0 0 0 0,0-1-1 0 0,-1 1 1 0 0,0 1 0 0 0,1-1 0 0 0,-1 0 0 0 0,-8-1 0 0 0,9 2 17 0 0,-9 1 75 0 0,-1 1-1 0 0,0 0 1 0 0,-16 4-1 0 0,19-1-78 0 0,0 1 1 0 0,0-1-1 0 0,1 1 0 0 0,-16 11 0 0 0,23-14-48 0 0,-1-1 0 0 0,1 1 0 0 0,-1 0 0 0 0,1 0-1 0 0,0 1 1 0 0,0-1 0 0 0,0 0 0 0 0,0 1-1 0 0,0-1 1 0 0,0 1 0 0 0,1 0 0 0 0,-1 0-1 0 0,1-1 1 0 0,0 1 0 0 0,0 0 0 0 0,0 0 0 0 0,0 0-1 0 0,1 0 1 0 0,-1 4 0 0 0,1-6-3 0 0,1 0 0 0 0,-1 1 0 0 0,1-1 0 0 0,-1 0 0 0 0,1 0-1 0 0,0 0 1 0 0,-1 0 0 0 0,1 0 0 0 0,0 0 0 0 0,0 0 0 0 0,0 0 0 0 0,0 0 0 0 0,0 0 0 0 0,0 0 0 0 0,0 0 0 0 0,0-1 0 0 0,1 1 0 0 0,-1 0-1 0 0,0-1 1 0 0,0 1 0 0 0,1-1 0 0 0,-1 1 0 0 0,0-1 0 0 0,0 0 0 0 0,1 0 0 0 0,-1 1 0 0 0,0-1 0 0 0,1 0 0 0 0,-1 0 0 0 0,0 0-1 0 0,1-1 1 0 0,-1 1 0 0 0,0 0 0 0 0,3-1 0 0 0,48-8 71 0 0,-42 5 66 0 0,0 0 1 0 0,0 0-1 0 0,-1-1 0 0 0,1 0 0 0 0,-1-1 1 0 0,0 0-1 0 0,-1-1 0 0 0,1 1 0 0 0,9-12 1 0 0,-17 17 302 0 0,-4-1-327 0 0,-2 1-98 0 0,0 0-1 0 0,0 0 0 0 0,-1 1 1 0 0,1-1-1 0 0,0 1 0 0 0,-1 1 1 0 0,1-1-1 0 0,0 1 1 0 0,0 0-1 0 0,-1 0 0 0 0,1 0 1 0 0,0 1-1 0 0,0 0 1 0 0,0 0-1 0 0,1 0 0 0 0,-1 0 1 0 0,0 1-1 0 0,1 0 0 0 0,-1 0 1 0 0,1 0-1 0 0,0 1 1 0 0,0-1-1 0 0,1 1 0 0 0,-1 0 1 0 0,-4 6-1 0 0,8-10-22 0 0,0 1-1 0 0,-1-1 1 0 0,1 1-1 0 0,0 0 1 0 0,0-1-1 0 0,-1 1 1 0 0,1-1-1 0 0,0 1 1 0 0,0 0 0 0 0,0-1-1 0 0,0 1 1 0 0,0 0-1 0 0,0-1 1 0 0,0 1-1 0 0,0 0 1 0 0,0-1-1 0 0,0 1 1 0 0,1 0-1 0 0,-1-1 1 0 0,0 1-1 0 0,0-1 1 0 0,0 1 0 0 0,1 0-1 0 0,-1-1 1 0 0,0 1-1 0 0,1-1 1 0 0,-1 1-1 0 0,1-1 1 0 0,-1 1-1 0 0,0-1 1 0 0,1 1-1 0 0,-1-1 1 0 0,1 0-1 0 0,0 1 1 0 0,-1-1 0 0 0,1 1-1 0 0,-1-1 1 0 0,1 0-1 0 0,-1 0 1 0 0,1 1-1 0 0,0-1 1 0 0,-1 0-1 0 0,1 0 1 0 0,0 0-1 0 0,-1 0 1 0 0,1 0-1 0 0,-1 0 1 0 0,1 0 0 0 0,0 0-1 0 0,3 1 7 0 0,-1-1 0 0 0,0 1 0 0 0,0-1 0 0 0,1 0 0 0 0,-1 0 0 0 0,0 0 0 0 0,0-1 0 0 0,7-1 0 0 0,32-13 860 0 0,-41 14-512 0 0,11-3 344 0 0,-12 5-664 0 0,0-1 0 0 0,1 0 0 0 0,-1 0 0 0 0,0 0 0 0 0,0 0 0 0 0,0 0 1 0 0,1 0-1 0 0,-1 0 0 0 0,0 0 0 0 0,0 0 0 0 0,1 0 0 0 0,-1 0 0 0 0,0 0 0 0 0,0 0 0 0 0,0-1 0 0 0,1 1 0 0 0,-1 0 0 0 0,0 0 1 0 0,0 0-1 0 0,0 0 0 0 0,0 0 0 0 0,1 0 0 0 0,-1 0 0 0 0,0-1 0 0 0,0 1 0 0 0,0 0 0 0 0,0 0 0 0 0,0 0 0 0 0,1 0 0 0 0,-1-1 1 0 0,0 1-1 0 0,0 0 0 0 0,0 0 0 0 0,0 0 0 0 0,0 0 0 0 0,0-1 0 0 0,0 1 0 0 0,0 0 0 0 0,0 0 0 0 0,0 0 0 0 0,0-1 0 0 0,0 1 1 0 0,0 0-1 0 0,0 0 0 0 0,0-1 0 0 0,0 1 0 0 0,0 0 0 0 0,0 0 0 0 0,0 0 0 0 0,0-1 0 0 0,0 1 0 0 0,0 0 0 0 0,0 0 0 0 0,0 0 1 0 0,0-1-1 0 0,0 1 0 0 0,-1 0 0 0 0,-41-8-1043 0 0,23 8-5704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0.5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13 6425 0 0,'0'0'-204'0'0,"-1"0"56"0"0,1 0 172 0 0,0-1 1 0 0,0 1 0 0 0,-1 0-1 0 0,1 0 1 0 0,0 0-1 0 0,0 0 1 0 0,0 0-1 0 0,0 0 1 0 0,-1 0-1 0 0,1 0 1 0 0,0-1 0 0 0,0 1-1 0 0,0 0 1 0 0,0 0-1 0 0,0 0 1 0 0,0 0-1 0 0,-1 0 1 0 0,1-1-1 0 0,0 1 1 0 0,0 0 0 0 0,0 0-1 0 0,0 0 1 0 0,0 0-1 0 0,0-1 1 0 0,0 1-1 0 0,0 0 1 0 0,0 0-1 0 0,0 0 1 0 0,0-1-1 0 0,0 1 1 0 0,0 0 0 0 0,0 0-1 0 0,0 0 1 0 0,0-1-1 0 0,0 1 1 0 0,0 0-1 0 0,0 0 1 0 0,0 0-1 0 0,0 0 1 0 0,0-1 0 0 0,0 1-1 0 0,0 0 1 0 0,1 0-1 0 0,-1 0 1 0 0,0 0-1 0 0,0-1 1 0 0,0 1-1 0 0,0 0 1 0 0,0 0 0 0 0,0 0-1 0 0,1 0 1 0 0,-1 0-1 0 0,0 0 1 0 0,0-1-1 0 0,17-2-6 0 0,-13 2-2 0 0,0 1 4 0 0,23 0 14 0 0,0 2 0 0 0,42 6-1 0 0,-59-6-34 0 0,-1 0 1 0 0,1 1-1 0 0,0 0 0 0 0,-1 1 0 0 0,1 0 0 0 0,-1 1 1 0 0,0-1-1 0 0,-1 2 0 0 0,1-1 0 0 0,9 9 0 0 0,-16-12 1 0 0,0 0 1 0 0,0 0-1 0 0,0 0 0 0 0,-1 0 0 0 0,1 0 0 0 0,0 0 0 0 0,-1 0 0 0 0,1 1 0 0 0,-1-1 0 0 0,0 0 0 0 0,0 1 1 0 0,0 0-1 0 0,0-1 0 0 0,0 1 0 0 0,-1-1 0 0 0,1 1 0 0 0,-1 0 0 0 0,0 0 0 0 0,1-1 0 0 0,-2 4 0 0 0,1-1 6 0 0,-1-1 1 0 0,0 1-1 0 0,-1-1 0 0 0,1 1 0 0 0,-1-1 0 0 0,0 0 0 0 0,0 0 0 0 0,0 0 0 0 0,-1 0 0 0 0,1 0 0 0 0,-4 3 0 0 0,-9 9 35 0 0,0 0 1 0 0,-1-2-1 0 0,0 0 0 0 0,-20 13 1 0 0,28-21-24 0 0,-13 7 117 0 0,0 0 0 0 0,-1-2 1 0 0,-36 14-1 0 0,15-6 242 0 0,41-18-329 0 0,1-1-6 0 0,-5 4-24 0 0,5-4-59 0 0,31-21-4863 0 0,-13 10 2810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55 5256 0 0,'1'-1'23'0'0,"-1"0"0"0"0,1 0-1 0 0,0 1 1 0 0,0-1-1 0 0,-1 0 1 0 0,1 0-1 0 0,-1 0 1 0 0,1 0-1 0 0,-1 1 1 0 0,1-1-1 0 0,-1 0 1 0 0,1 0-1 0 0,-1 0 1 0 0,0 0-1 0 0,0 0 1 0 0,1 0-1 0 0,-1-2 1 0 0,-2 0 42 0 0,-1 0 0 0 0,0 0 0 0 0,1 1 0 0 0,-1-1 0 0 0,0 0 0 0 0,0 1 0 0 0,-1 0 0 0 0,1 0 0 0 0,0 0 0 0 0,-1 0 0 0 0,1 0 0 0 0,-1 1 0 0 0,0 0 0 0 0,1-1 0 0 0,-1 1 0 0 0,0 1 0 0 0,0-1 0 0 0,-4 0 0 0 0,-1 1-16 0 0,1 0 0 0 0,0 0 1 0 0,-1 1-1 0 0,1 1 0 0 0,0-1 0 0 0,0 1 0 0 0,0 0 0 0 0,-11 5 0 0 0,6-1-37 0 0,0 0 0 0 0,0 1 0 0 0,0 0 1 0 0,1 0-1 0 0,0 2 0 0 0,1-1 0 0 0,0 2 0 0 0,0-1 0 0 0,1 2 0 0 0,-9 11 0 0 0,16-19-12 0 0,1 0 0 0 0,0 0 0 0 0,0 0 0 0 0,0 0 0 0 0,1 1 0 0 0,-1-1 0 0 0,1 0 0 0 0,0 1 0 0 0,0 0 0 0 0,0-1 0 0 0,0 1 0 0 0,0-1 0 0 0,1 1 0 0 0,0 0 0 0 0,0 0 0 0 0,0-1 0 0 0,0 1-1 0 0,0 0 1 0 0,1-1 0 0 0,0 1 0 0 0,1 5 0 0 0,0-5 3 0 0,0 0-1 0 0,1-1 0 0 0,-1 1 0 0 0,1-1 1 0 0,0 1-1 0 0,0-1 0 0 0,0 0 0 0 0,0 0 1 0 0,0 0-1 0 0,1 0 0 0 0,-1-1 0 0 0,1 0 1 0 0,0 1-1 0 0,0-1 0 0 0,0-1 1 0 0,0 1-1 0 0,6 1 0 0 0,19 5 140 0 0,0-2-1 0 0,0-1 1 0 0,1-1-1 0 0,-1-2 1 0 0,55-2 0 0 0,-48 0 643 0 0,-11 3-207 0 0,-4-1-447 0 0,-9-8-2996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1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7 7029 0 0,'0'0'465'0'0,"-6"-7"1178"0"0,6 7-1604 0 0,13 158 149 0 0,-7-101-81 0 0,-6-50-208 0 0,0 0 0 0 0,0 0 0 0 0,0 0 0 0 0,-1 0 0 0 0,0-1 0 0 0,-1 1 1 0 0,1 0-1 0 0,-4 7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2.5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 6605 0 0,'0'0'156'0'0,"32"-2"1810"0"0,-18 1-1955 0 0,0 1-1 0 0,0 0 0 0 0,0 1 1 0 0,-1 0-1 0 0,1 1 0 0 0,0 1 0 0 0,-1 0 1 0 0,1 1-1 0 0,-1 1 0 0 0,16 7 0 0 0,-19-7-10 0 0,-1 0 0 0 0,0 0 0 0 0,0 1-1 0 0,-1 0 1 0 0,1 0 0 0 0,-1 1-1 0 0,-1 0 1 0 0,1 1 0 0 0,-1 0-1 0 0,0 0 1 0 0,-1 0 0 0 0,0 1-1 0 0,5 10 1 0 0,-10-17 4 0 0,0 0-1 0 0,0 1 1 0 0,0-1-1 0 0,0 0 1 0 0,-1 0-1 0 0,1 1 1 0 0,-1-1-1 0 0,1 1 1 0 0,-1-1-1 0 0,0 0 1 0 0,0 1-1 0 0,0-1 1 0 0,0 0-1 0 0,-1 1 1 0 0,1-1-1 0 0,-1 1 1 0 0,1-1-1 0 0,-1 0 1 0 0,-1 4-1 0 0,-1-2 4 0 0,1 0-1 0 0,-1 0 1 0 0,0 0 0 0 0,0 0-1 0 0,0-1 1 0 0,-1 1 0 0 0,1-1-1 0 0,-1 0 1 0 0,-6 4 0 0 0,-9 5 23 0 0,0-1-1 0 0,-1-2 1 0 0,-32 12 0 0 0,36-15-10 0 0,-121 42 491 0 0,135-47-505 0 0,2-16-1788 0 0,6 7-1192 0 0,15-6-43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0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281 21 6553 0 0,'13'-16'810'0'0,"-13"16"-772"0"0,0 0 1 0 0,0 0-1 0 0,0-1 1 0 0,0 1 0 0 0,0 0-1 0 0,0 0 1 0 0,0 0-1 0 0,0-1 1 0 0,0 1-1 0 0,0 0 1 0 0,-1 0 0 0 0,1 0-1 0 0,0-1 1 0 0,0 1-1 0 0,0 0 1 0 0,0 0 0 0 0,0 0-1 0 0,-1 0 1 0 0,1-1-1 0 0,0 1 1 0 0,0 0-1 0 0,0 0 1 0 0,0 0 0 0 0,-1 0-1 0 0,1 0 1 0 0,0 0-1 0 0,0-1 1 0 0,0 1 0 0 0,-1 0-1 0 0,1 0 1 0 0,0 0-1 0 0,0 0 1 0 0,0 0-1 0 0,-1 0 1 0 0,1 0 0 0 0,0 0-1 0 0,0 0 1 0 0,-1 0-1 0 0,1 0 1 0 0,0 0-1 0 0,0 0 1 0 0,-1 0 0 0 0,-41 12 859 0 0,15-1-800 0 0,1 2 0 0 0,0 0 1 0 0,-39 29-1 0 0,56-35-103 0 0,0-1 1 0 0,0 1-1 0 0,1 1 1 0 0,0 0-1 0 0,1 0 0 0 0,0 0 1 0 0,0 1-1 0 0,1 0 0 0 0,0 0 1 0 0,1 1-1 0 0,-1 0 1 0 0,-6 19-1 0 0,12-27 1 0 0,-1 0-1 0 0,1 0 1 0 0,0 0 0 0 0,0 0-1 0 0,-1 0 1 0 0,1 0 0 0 0,0 0 0 0 0,1 0-1 0 0,-1 0 1 0 0,0 0 0 0 0,1-1-1 0 0,-1 1 1 0 0,1 0 0 0 0,-1 0-1 0 0,1 0 1 0 0,0 0 0 0 0,0 0-1 0 0,0-1 1 0 0,0 1 0 0 0,1 2 0 0 0,1-1 1 0 0,0 0 0 0 0,1 0 0 0 0,-1 0 0 0 0,1 0 0 0 0,-1 0 0 0 0,1-1 0 0 0,0 1 0 0 0,7 2 0 0 0,3 1 4 0 0,-1-1-1 0 0,2-1 1 0 0,-1 0-1 0 0,22 3 1 0 0,269 10 244 0 0,-282-21-985 0 0,-11-5-3755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3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32 6885 0 0,'-28'-3'-727'0'0,"-12"-1"3050"0"0,56-6-2191 0 0,-15 9-119 0 0,0 0-1 0 0,1 0 1 0 0,-1 0-1 0 0,0-1 1 0 0,1 1-1 0 0,-1 1 1 0 0,1-1 0 0 0,0 0-1 0 0,-1 0 1 0 0,1 0-1 0 0,0 1 1 0 0,3-2-1 0 0,8 1 18 0 0,1 1 1 0 0,0 0-1 0 0,0 0 0 0 0,0 2 0 0 0,20 3 1 0 0,-30-4-34 0 0,0-1 1 0 0,0 1 0 0 0,-1 0-1 0 0,1 0 1 0 0,-1 0 0 0 0,1 0 0 0 0,-1 1-1 0 0,1 0 1 0 0,-1-1 0 0 0,0 1-1 0 0,0 0 1 0 0,1 1 0 0 0,-2-1-1 0 0,1 0 1 0 0,0 1 0 0 0,0 0 0 0 0,-1 0-1 0 0,1-1 1 0 0,-1 2 0 0 0,0-1-1 0 0,0 0 1 0 0,0 0 0 0 0,-1 1-1 0 0,1-1 1 0 0,-1 0 0 0 0,2 5-1 0 0,-3-4 2 0 0,0-1 0 0 0,0 0-1 0 0,-1 0 1 0 0,1 0 0 0 0,-1 0-1 0 0,1 0 1 0 0,-1 0-1 0 0,0 0 1 0 0,0 0 0 0 0,-1 0-1 0 0,1 0 1 0 0,0 0-1 0 0,-1-1 1 0 0,0 1 0 0 0,0-1-1 0 0,-2 4 1 0 0,-43 40 34 0 0,12-13 54 0 0,35-33-85 0 0,0 0-1 0 0,0 1 0 0 0,0-1 1 0 0,0 0-1 0 0,0 0 1 0 0,0 1-1 0 0,-1-1 1 0 0,1 0-1 0 0,0 0 1 0 0,0 0-1 0 0,0 1 0 0 0,0-1 1 0 0,0 0-1 0 0,0 0 1 0 0,0 1-1 0 0,0-1 1 0 0,0 0-1 0 0,0 0 1 0 0,1 0-1 0 0,-1 1 0 0 0,0-1 1 0 0,0 0-1 0 0,0 0 1 0 0,0 1-1 0 0,0-1 1 0 0,0 0-1 0 0,0 0 1 0 0,0 0-1 0 0,1 1 0 0 0,-1-1 1 0 0,0 0-1 0 0,0 0 1 0 0,0 0-1 0 0,0 0 1 0 0,1 0-1 0 0,-1 1 0 0 0,0-1 1 0 0,0 0-1 0 0,0 0 1 0 0,1 0-1 0 0,-1 0 1 0 0,0 0-1 0 0,0 0 1 0 0,1 0-1 0 0,-1 0 0 0 0,0 0 1 0 0,0 0-1 0 0,0 0 1 0 0,1 0-1 0 0,-1 0 1 0 0,24 4 18 0 0,32-2-19 0 0,-50-2 8 0 0,12 0-215 0 0,22-1 369 0 0,40 6 1 0 0,-69-3-869 0 0,1 0-1 0 0,-1 0 1 0 0,0 1 0 0 0,17 8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4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5064 0 0,'0'0'-11'0'0,"0"0"0"0"0,0 0-1 0 0,0 0 1 0 0,0 0-1 0 0,0-1 1 0 0,1 1 0 0 0,-1 0-1 0 0,0 0 1 0 0,0 0-1 0 0,0 0 1 0 0,0 0 0 0 0,0 0-1 0 0,1 0 1 0 0,-1 0 0 0 0,0 0-1 0 0,0 0 1 0 0,0 0-1 0 0,0 0 1 0 0,0-1 0 0 0,0 1-1 0 0,0 0 1 0 0,1 0-1 0 0,-1 0 1 0 0,0 0 0 0 0,0 0-1 0 0,0 0 1 0 0,0-1-1 0 0,0 1 1 0 0,0 0 0 0 0,0 0-1 0 0,0 0 1 0 0,0 0-1 0 0,0-1 1 0 0,0 1 0 0 0,0 0-1 0 0,0 0 1 0 0,0 0-1 0 0,0 0 1 0 0,0 0 0 0 0,0-1-1 0 0,0 1 1 0 0,0 0-1 0 0,0 0 1 0 0,0 0 0 0 0,0 0-1 0 0,0 0 1 0 0,0-1-1 0 0,0 1 1 0 0,0 0 0 0 0,0 0-1 0 0,-1 0 1 0 0,1 0-1 0 0,0 0 1 0 0,0 0 0 0 0,0-1-1 0 0,0 1 1 0 0,0 0-1 0 0,0 0 1 0 0,-1 0 0 0 0,28-11-27 0 0,37-4 397 0 0,-53 15-329 0 0,-1 0-1 0 0,1 1 0 0 0,0 0 0 0 0,-1 0 0 0 0,0 1 0 0 0,1 1 0 0 0,-1 0 1 0 0,0 0-1 0 0,0 1 0 0 0,0 0 0 0 0,-1 1 0 0 0,1 0 0 0 0,-1 0 0 0 0,-1 1 1 0 0,1 0-1 0 0,-1 1 0 0 0,0 0 0 0 0,0 0 0 0 0,-1 0 0 0 0,11 15 0 0 0,-14-17-7 0 0,0 0 0 0 0,0 0-1 0 0,0 0 1 0 0,-1 0-1 0 0,0 1 1 0 0,0 0-1 0 0,-1 0 1 0 0,1 0-1 0 0,-1 0 1 0 0,1 7-1 0 0,-2-10 5 0 0,-1 0 0 0 0,0 0 0 0 0,0 0 0 0 0,-1 0 0 0 0,1 0 0 0 0,-1 0 0 0 0,1 0 0 0 0,-1 0 0 0 0,0 0 0 0 0,0 0 0 0 0,0-1 0 0 0,0 1-1 0 0,-1 0 1 0 0,1-1 0 0 0,-1 1 0 0 0,0-1 0 0 0,0 0 0 0 0,1 1 0 0 0,-1-1 0 0 0,-1 0 0 0 0,1 0 0 0 0,0 0 0 0 0,-5 3 0 0 0,-27 16 154 0 0,0 0 0 0 0,-2-3 0 0 0,0-1 0 0 0,-1-1 1 0 0,-45 12-1 0 0,55-22-1704 0 0,47-22-573 0 0,-3 6 319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1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27 4760 0 0,'0'0'-156'0'0,"-25"-21"122"0"0,19 20 91 0 0,-1-1 0 0 0,0 1 0 0 0,0 0 0 0 0,1 1 0 0 0,-1 0 0 0 0,0 0 0 0 0,0 0 0 0 0,0 1 0 0 0,0 0 0 0 0,1 0 0 0 0,-1 1 0 0 0,0 0 0 0 0,1 0 0 0 0,-1 1 0 0 0,1-1 0 0 0,0 1 0 0 0,0 1 0 0 0,0-1 0 0 0,0 1 0 0 0,1 0 0 0 0,-10 8 0 0 0,10-7-36 0 0,-1 0 0 0 0,1 0 0 0 0,-1 1 0 0 0,2-1 1 0 0,-1 1-1 0 0,1 0 0 0 0,-1 0 0 0 0,2 1 1 0 0,-1-1-1 0 0,1 1 0 0 0,0 0 0 0 0,0 0 0 0 0,1 0 1 0 0,0 0-1 0 0,0 1 0 0 0,1-1 0 0 0,0 0 1 0 0,0 1-1 0 0,1-1 0 0 0,0 11 0 0 0,1-12-12 0 0,0-1-1 0 0,0 1 1 0 0,1-1-1 0 0,0 0 1 0 0,0 1-1 0 0,0-1 1 0 0,1 0 0 0 0,-1 0-1 0 0,1-1 1 0 0,0 1-1 0 0,1-1 1 0 0,-1 1-1 0 0,1-1 1 0 0,0 0-1 0 0,0 0 1 0 0,0-1-1 0 0,1 1 1 0 0,-1-1 0 0 0,1 0-1 0 0,0 0 1 0 0,0 0-1 0 0,0-1 1 0 0,0 0-1 0 0,0 0 1 0 0,1 0-1 0 0,-1 0 1 0 0,0-1-1 0 0,7 1 1 0 0,18 2 29 0 0,-1-1 0 0 0,1-1 0 0 0,0-1 0 0 0,35-5 0 0 0,-7 2 58 0 0,-4-3 324 0 0,-51 5-324 0 0,11-6-110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5.8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4564 0 0,'-22'-6'-133'0'0,"10"2"665"0"0,11 1 618 0 0,17-1-1136 0 0,0 0 1 0 0,0 2-1 0 0,0 0 1 0 0,1 1-1 0 0,-1 1 1 0 0,1 0-1 0 0,-1 1 1 0 0,1 1-1 0 0,-1 1 1 0 0,30 8 0 0 0,-45-11-15 0 0,0 0 1 0 0,0 1 0 0 0,0-1 0 0 0,0 0 0 0 0,0 1 0 0 0,0-1 0 0 0,0 0 0 0 0,0 1 0 0 0,0 0 0 0 0,0-1 0 0 0,0 1 0 0 0,0-1-1 0 0,0 1 1 0 0,0 0 0 0 0,0 0 0 0 0,-1 0 0 0 0,1-1 0 0 0,0 1 0 0 0,-1 0 0 0 0,1 0 0 0 0,0 0 0 0 0,-1 0 0 0 0,1 0 0 0 0,-1 0-1 0 0,0 0 1 0 0,1 0 0 0 0,-1 0 0 0 0,0 0 0 0 0,1 1 0 0 0,-1-1 0 0 0,0 1 0 0 0,-1 3 6 0 0,0-1 1 0 0,0 0-1 0 0,-1-1 1 0 0,1 1 0 0 0,-1 0-1 0 0,0 0 1 0 0,-3 4-1 0 0,-11 28 47 0 0,16-34-53 0 0,0-1 0 0 0,0 0 0 0 0,-1 1 0 0 0,1-1 0 0 0,0 0-1 0 0,0 1 1 0 0,0-1 0 0 0,1 1 0 0 0,-1-1 0 0 0,0 0 0 0 0,0 1 0 0 0,1-1 0 0 0,-1 1 0 0 0,1-1 0 0 0,-1 0 0 0 0,1 0 0 0 0,0 1 0 0 0,-1-1 0 0 0,1 0 0 0 0,0 0 0 0 0,0 0 0 0 0,0 0 0 0 0,2 2 0 0 0,34 23-7 0 0,-32-24 5 0 0,1 1 0 0 0,-1 0 1 0 0,0 1-1 0 0,0-1 1 0 0,0 1-1 0 0,-1 0 0 0 0,1 0 1 0 0,-1 0-1 0 0,0 1 0 0 0,0 0 1 0 0,0-1-1 0 0,-1 1 1 0 0,4 6-1 0 0,-7-10 5 0 0,-1 1 1 0 0,1-1-1 0 0,0 0 0 0 0,0 0 1 0 0,-1 0-1 0 0,1 0 0 0 0,-1 0 0 0 0,1 0 1 0 0,-1 0-1 0 0,1 0 0 0 0,-1 0 1 0 0,0 0-1 0 0,0 0 0 0 0,1 0 1 0 0,-1 0-1 0 0,0 0 0 0 0,0-1 1 0 0,0 1-1 0 0,0 0 0 0 0,0-1 1 0 0,0 1-1 0 0,0 0 0 0 0,0-1 1 0 0,-2 1-1 0 0,-25 12 105 0 0,27-13-117 0 0,-30 11 232 0 0,-47 10 0 0 0,70-19-423 0 0,-1-1 0 0 0,1 0 0 0 0,0 0 0 0 0,-1-1 0 0 0,1 0 0 0 0,0 0 0 0 0,-1-1 0 0 0,1 0 0 0 0,0-1 0 0 0,0 1 0 0 0,-13-6 0 0 0,11 1-1298 0 0,4-3 157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8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1561 4256 0 0,'0'0'1652'0'0,"6"-4"-1543"0"0,433-246 1611 0 0,-99 84-1369 0 0,-52 30 148 0 0,-134 59-246 0 0,113-68 201 0 0,-52 30-232 0 0,-207 111-216 0 0,222-126 203 0 0,28-14-9 0 0,19 1 18 0 0,-174 91-126 0 0,49-20-5 0 0,-91 50-73 0 0,109-46 140 0 0,-145 56-51 0 0,3-4 365 0 0,-33 12-302 0 0,-17 3-179 0 0,-33 3-5 0 0,-70 13 0 0 0,-7 0-2 0 0,93-14 20 0 0,-76 8 0 0 0,89-7-22 0 0,47-9-25 0 0,53-7-32 0 0,294-2-107 0 0,-291 18-156 0 0,-76-1 336 0 0,-1-1 1 0 0,1 1-1 0 0,-1-1 1 0 0,1 0 0 0 0,-1 1-1 0 0,0-1 1 0 0,1 1-1 0 0,-1-1 1 0 0,0 1-1 0 0,1-1 1 0 0,-1 1 0 0 0,0-1-1 0 0,1 1 1 0 0,-1-1-1 0 0,0 1 1 0 0,0-1 0 0 0,0 1-1 0 0,0 0 1 0 0,1-1-1 0 0,-1 1 1 0 0,0-1 0 0 0,0 1-1 0 0,0-1 1 0 0,0 1-1 0 0,0 0 1 0 0,-1-1-1 0 0,1 1 1 0 0,0-1 0 0 0,0 1-1 0 0,0 0 1 0 0,0-1-1 0 0,-1 1 1 0 0,-5 18-62 0 0,-5-2 40 0 0,-2 0 1 0 0,0-1 0 0 0,-1 0-1 0 0,0-1 1 0 0,-21 16 0 0 0,-10 11-445 0 0,20-20-658 0 0,7-9-2361 0 0,9-6 352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39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17 6665 0 0,'-1'-1'-11'0'0,"1"1"1"0"0,0-1 0 0 0,0 1-1 0 0,0-1 1 0 0,0 1 0 0 0,0-1 0 0 0,0 0-1 0 0,0 1 1 0 0,0-1 0 0 0,0 1-1 0 0,0-1 1 0 0,0 1 0 0 0,1-1 0 0 0,-1 0-1 0 0,0 1 1 0 0,0-1 0 0 0,0 1-1 0 0,1-1 1 0 0,-1 1 0 0 0,0-1-1 0 0,1 1 1 0 0,-1-1 0 0 0,0 1 0 0 0,1-1-1 0 0,-1 1 1 0 0,1 0 0 0 0,-1-1-1 0 0,1 1 1 0 0,-1 0 0 0 0,1-1 0 0 0,15 6 870 0 0,-5-1-1105 0 0,338 75 386 0 0,-284-67-120 0 0,954 117 261 0 0,-830-110-169 0 0,-172-18-111 0 0,173 13 539 0 0,-174-13-496 0 0,-1 1-1 0 0,1 0 1 0 0,16 5 0 0 0,29 3 94 0 0,-1 0 387 0 0,-57-10-498 0 0,25 0 34 0 0,226 3 81 0 0,-251-3-142 0 0,1 0-6 0 0,10 2 0 0 0,-10-2 1 0 0,-1 0 1 0 0,8 0 1 0 0,-9 0-2 0 0,15 2 56 0 0,-8-2-161 0 0,-9-3-575 0 0,-47-30-3737 0 0,36 25 2323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0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 87 5256 0 0,'-3'-6'8'0'0,"-1"0"0"0"0,1 1 0 0 0,-1 0 0 0 0,-1-1 0 0 0,1 2 0 0 0,-1-1 0 0 0,0 0 0 0 0,0 1 0 0 0,0 0 0 0 0,-1 0 0 0 0,0 1 0 0 0,1 0 0 0 0,-1 0 0 0 0,-10-4 0 0 0,-10-7 557 0 0,25 14-459 0 0,-5-3 447 0 0,47 27-495 0 0,67 36 45 0 0,192 145 1 0 0,-298-204-91 0 0,0 0 0 0 0,0 1 1 0 0,0-1-1 0 0,-1 1 1 0 0,1 0-1 0 0,0-1 0 0 0,0 1 1 0 0,-1 0-1 0 0,0 0 0 0 0,1 0 1 0 0,-1 0-1 0 0,0 0 1 0 0,0 0-1 0 0,0 0 0 0 0,0 0 1 0 0,0 1-1 0 0,0-1 1 0 0,-1 0-1 0 0,1 1 0 0 0,-1-1 1 0 0,1 0-1 0 0,-1 1 1 0 0,0-1-1 0 0,0 1 0 0 0,-1 2 1 0 0,0-2 10 0 0,-1 0 0 0 0,0 0 0 0 0,0 0 0 0 0,0 0 1 0 0,0 0-1 0 0,0 0 0 0 0,-1 0 0 0 0,1-1 0 0 0,-1 1 0 0 0,0-1 1 0 0,0 0-1 0 0,0 0 0 0 0,0 0 0 0 0,0 0 0 0 0,-7 2 0 0 0,-34 18 52 0 0,-2-3 0 0 0,0-2 0 0 0,-1-1-1 0 0,-58 10 1 0 0,-23-5-4512 0 0,109-20 2750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1.8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4736 0 0,'34'23'2065'0'0,"-6"12"-2029"0"0,1-2 0 0 0,2-1 0 0 0,1-1 0 0 0,54 39 0 0 0,158 94 53 0 0,-117-82-44 0 0,112 61-32 0 0,19 13 31 0 0,-65-31-3 0 0,70 50-26 0 0,39 18 47 0 0,-75-53-53 0 0,-161-95-6 0 0,235 147 31 0 0,-108-102-25 0 0,-45-22-1 0 0,-103-44-9 0 0,-1 3-1 0 0,66 53 0 0 0,-82-58 9 0 0,9 7 362 0 0,-35-28-206 0 0,8 6 325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2.4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445 94 5821 0 0,'-11'-43'850'0'0,"10"40"-681"0"0,0 0 0 0 0,-1 1 0 0 0,0-1 0 0 0,0 0 0 0 0,1 0 0 0 0,-2 1 0 0 0,1-1 0 0 0,0 1 1 0 0,0 0-1 0 0,-6-5 0 0 0,7 7 21 0 0,-2-11 297 0 0,1 5-49 0 0,1 8 34 0 0,1 3-471 0 0,-1 0 1 0 0,1 1 0 0 0,0-1-1 0 0,1 0 1 0 0,0 1 0 0 0,-1-1 0 0 0,2 0-1 0 0,-1 0 1 0 0,0 0 0 0 0,1 0-1 0 0,0 0 1 0 0,0 0 0 0 0,1 0 0 0 0,3 5-1 0 0,2 2 5 0 0,27 48 21 0 0,-18-34-11 0 0,-2 1 0 0 0,0 1 0 0 0,18 51 0 0 0,-32-76-9 0 0,-1 0 1 0 0,0 0-1 0 0,0 0 1 0 0,0 0-1 0 0,0 0 1 0 0,0 0 0 0 0,0 0-1 0 0,-1 0 1 0 0,0 0-1 0 0,1-1 1 0 0,-1 1 0 0 0,0 0-1 0 0,0 0 1 0 0,-1 0-1 0 0,1-1 1 0 0,-1 1-1 0 0,1-1 1 0 0,-1 1 0 0 0,0-1-1 0 0,0 1 1 0 0,0-1-1 0 0,0 0 1 0 0,0 0-1 0 0,0 0 1 0 0,-1 0 0 0 0,1-1-1 0 0,-1 1 1 0 0,1-1-1 0 0,-1 1 1 0 0,-3 0 0 0 0,-13 8 15 0 0,0-1 1 0 0,-1-1-1 0 0,-24 6 1 0 0,30-9-15 0 0,-60 18-110 0 0,-105 20 1 0 0,67-30-5297 0 0,93-11 2273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3.3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8 6661 0 0,'0'0'-343'0'0,"0"-1"-458"0"0,-2-5 958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5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18 2852 0 0,'-17'-18'3763'0'0,"44"62"-3666"0"0,2-1 0 0 0,50 58 1 0 0,85 76 156 0 0,-126-136-236 0 0,276 334 252 0 0,-274-323-244 0 0,181 249 78 0 0,-23-29-84 0 0,6-35 16 0 0,21 27 14 0 0,-155-164-23 0 0,-38-51-25 0 0,2-2 1 0 0,67 71-1 0 0,-9-25 29 0 0,41 38-9 0 0,-80-78-24 0 0,-2 3-1 0 0,69 98 1 0 0,-76-93 17 0 0,2-3 1 0 0,86 84-1 0 0,-21-48 9 0 0,-68-61-19 0 0,-2 3-1 0 0,-1 1 0 0 0,-2 2 0 0 0,54 70 1 0 0,-27-24 12 0 0,4-2-1 0 0,3-4 1 0 0,119 101 0 0 0,-16 8-15 0 0,-97-100 15 0 0,39 31 70 0 0,-110-109-119 0 0,5 6 92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6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347 77 5256 0 0,'-19'-38'144'0'0,"11"19"833"0"0,3 9-84 0 0,4 0 1149 0 0,1 20-2038 0 0,1-1-1 0 0,0 1 0 0 0,1-1 0 0 0,0 0 1 0 0,1 0-1 0 0,-1 0 0 0 0,9 17 1 0 0,38 60 12 0 0,-33-62-5 0 0,20 45 0 0 0,-33-61-14 0 0,1-1 12 0 0,-1 0-1 0 0,0 0 0 0 0,-1 0 1 0 0,0 0-1 0 0,0 1 0 0 0,0-1 1 0 0,0 10-1 0 0,-3-14-1 0 0,1 0 0 0 0,-1 0 0 0 0,1-1 0 0 0,-1 1 0 0 0,0 0-1 0 0,0-1 1 0 0,0 1 0 0 0,0 0 0 0 0,-1-1 0 0 0,1 1 0 0 0,-1-1 0 0 0,1 0 0 0 0,-1 0-1 0 0,0 1 1 0 0,0-1 0 0 0,0 0 0 0 0,0 0 0 0 0,0-1 0 0 0,-1 1 0 0 0,1 0 0 0 0,-1-1-1 0 0,1 1 1 0 0,-4 0 0 0 0,-9 6 15 0 0,-1-2 0 0 0,1 0 0 0 0,-1-1-1 0 0,0-1 1 0 0,0 0 0 0 0,-19 2 0 0 0,-100 4-13 0 0,54-13-949 0 0,28-6-3018 0 0,33 4 944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8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2598 6773 0 0,'0'0'-234'0'0,"3"-3"-244"0"0,189-168 868 0 0,-31 32 449 0 0,224-239-141 0 0,-248 255-534 0 0,205-140-1 0 0,-126 103 297 0 0,-130 86-162 0 0,-3-3-1 0 0,75-92 0 0 0,-89 94-168 0 0,67-64 18 0 0,31-34-13 0 0,54-58-112 0 0,-171 179-33 0 0,3 2 0 0 0,2 3-1 0 0,116-76 1 0 0,6-5 110 0 0,-160 113 199 0 0,-17 15-296 0 0,0-1 1 0 0,0 1 0 0 0,0 0 0 0 0,0-1-1 0 0,0 1 1 0 0,-1 0 0 0 0,1-1 0 0 0,0 1-1 0 0,0 0 1 0 0,0-1 0 0 0,-1 1 0 0 0,1 0-1 0 0,0 0 1 0 0,0-1 0 0 0,0 1 0 0 0,-1 0-1 0 0,1 0 1 0 0,0-1 0 0 0,-1 1 0 0 0,1 0 0 0 0,0 0-1 0 0,-1 0 1 0 0,1 0 0 0 0,0-1 0 0 0,-1 1-1 0 0,1 0 1 0 0,0 0 0 0 0,-1 0 0 0 0,1 0-1 0 0,0 0 1 0 0,-1 0 0 0 0,1 0 0 0 0,-1 0-1 0 0,-42-1-20 0 0,37 2 36 0 0,-263 21 10 0 0,115-7-70 0 0,90-9-4 0 0,61-5 26 0 0,13-3-38 0 0,129-14 29 0 0,189 3 1 0 0,-185 10-4 0 0,-106 1 22 0 0,-16 0-37 0 0,1 2 1 0 0,-1 0 0 0 0,0 1-1 0 0,21 4 1 0 0,-41-5 44 0 0,-1 0 0 0 0,1 1 0 0 0,-1-1 0 0 0,1 0 0 0 0,-1 0 0 0 0,0 1 0 0 0,1-1 0 0 0,-1 0 0 0 0,1 1 0 0 0,-1-1 0 0 0,0 0-1 0 0,1 1 1 0 0,-1-1 0 0 0,0 0 0 0 0,1 1 0 0 0,-1-1 0 0 0,0 1 0 0 0,0-1 0 0 0,1 1 0 0 0,-1-1 0 0 0,0 1 0 0 0,0-1 0 0 0,0 1 0 0 0,0-1 0 0 0,0 1 0 0 0,0-1 0 0 0,0 1 0 0 0,0-1 0 0 0,0 1 0 0 0,0-1 0 0 0,0 1 0 0 0,0-1 0 0 0,0 1 0 0 0,0-1 0 0 0,0 1 0 0 0,0-1 0 0 0,0 1 0 0 0,-1-1-1 0 0,1 0 1 0 0,0 1 0 0 0,0-1 0 0 0,-1 1 0 0 0,1-1 0 0 0,0 1 0 0 0,-1-1 0 0 0,1 0 0 0 0,0 1 0 0 0,-1-1 0 0 0,1 0 0 0 0,0 1 0 0 0,-1-1 0 0 0,1 0 0 0 0,-1 0 0 0 0,0 1 0 0 0,-27 26-30 0 0,22-21 19 0 0,-66 61 187 0 0,19-20-1422 0 0,21-14-2745 0 0,25-25 998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49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1102 6565 0 0,'0'0'-188'0'0,"7"-3"-424"0"0,125-66 748 0 0,150-54 1 0 0,8-2 261 0 0,-25 4 191 0 0,287-90 1 0 0,-354 139-174 0 0,-95 33-89 0 0,140-35 0 0 0,4 0-194 0 0,-109 29-58 0 0,-69 23 9 0 0,64-17 379 0 0,51-15 328 0 0,-183 54-747 0 0,38-14-611 0 0,-36-2-4945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0.0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57 5661 0 0,'-11'-9'-360'0'0,"-7"-4"842"0"0,-1 1 0 0 0,-22-10 0 0 0,39 21-232 0 0,13 2-186 0 0,75 5 67 0 0,-1 4 0 0 0,0 3 1 0 0,160 48-1 0 0,-242-60-110 0 0,0 0-1 0 0,0 0 1 0 0,0 0-1 0 0,0 0 1 0 0,0 0-1 0 0,0 1 1 0 0,-1-1-1 0 0,1 1 1 0 0,0 0-1 0 0,-1 0 1 0 0,0 0-1 0 0,4 4 1 0 0,-5-5-9 0 0,-1 0 1 0 0,1 1 0 0 0,-1-1 0 0 0,0 0-1 0 0,0 0 1 0 0,1 0 0 0 0,-1 1-1 0 0,0-1 1 0 0,0 0 0 0 0,0 0 0 0 0,-1 1-1 0 0,1-1 1 0 0,0 0 0 0 0,0 0-1 0 0,-1 1 1 0 0,1-1 0 0 0,0 0-1 0 0,-1 0 1 0 0,1 0 0 0 0,-1 0 0 0 0,0 0-1 0 0,1 0 1 0 0,-1 0 0 0 0,0 0-1 0 0,0 0 1 0 0,0 0 0 0 0,1 0 0 0 0,-1 0-1 0 0,0 0 1 0 0,-2 1 0 0 0,-14 12 41 0 0,-1-1 0 0 0,0 0 0 0 0,0-1 1 0 0,-2-2-1 0 0,1 1 0 0 0,-24 7 0 0 0,-16 10 1 0 0,-26 11-525 0 0,26-19-3644 0 0,40-17 1873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5352 0 0,'-3'0'-5'0'0,"0"1"0"0"0,0-1 0 0 0,1 1-1 0 0,-1 0 1 0 0,0 0 0 0 0,1 0-1 0 0,-1 1 1 0 0,1-1 0 0 0,-1 1 0 0 0,1-1-1 0 0,-1 1 1 0 0,1 0 0 0 0,-4 4-1 0 0,5-5 330 0 0,4 0-292 0 0,16 7 10 0 0,1-2-1 0 0,-1-1 1 0 0,1 0 0 0 0,1-1-1 0 0,25 1 1 0 0,27 6 30 0 0,1147 199 549 0 0,-1029-183-520 0 0,241 26 522 0 0,-351-40-84 0 0,-79-13-498 0 0,49 5 237 0 0,-14 2-46 0 0,42 1 1 0 0,29 4-127 0 0,-72-4 1 0 0,0-3 0 0 0,40 2 0 0 0,-74-7-89 0 0,47 8 85 0 0,40 13 823 0 0,-89-21-929 0 0,-31-23-549 0 0,15-3-4022 0 0,13 16 1461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1.9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206 40 6781 0 0,'-32'-24'-241'0'0,"31"23"380"0"0,-18-9 540 0 0,8 5-288 0 0,11 5-389 0 0,0 0 1 0 0,0 0-1 0 0,0 1 1 0 0,0-1-1 0 0,0 0 1 0 0,0 0-1 0 0,0 0 0 0 0,0 0 1 0 0,0 0-1 0 0,0 0 1 0 0,0 0-1 0 0,0 0 1 0 0,0 0-1 0 0,0 0 0 0 0,0 0 1 0 0,0 0-1 0 0,0 0 1 0 0,0 0-1 0 0,0 0 1 0 0,0 0-1 0 0,0 0 0 0 0,0 0 1 0 0,0 0-1 0 0,0 1 1 0 0,0-1-1 0 0,0 0 1 0 0,0 0-1 0 0,-1 0 0 0 0,30 19 34 0 0,0-1 0 0 0,1-1-1 0 0,64 25 1 0 0,-20-9-6 0 0,-38-17-14 0 0,78 41 16 0 0,-100-49-23 0 0,-1 1-1 0 0,1 0 1 0 0,-2 1-1 0 0,1 0 1 0 0,17 19-1 0 0,-28-27 2 0 0,-1 0 0 0 0,0 0 0 0 0,1-1 0 0 0,-1 1-1 0 0,0 0 1 0 0,0 0 0 0 0,0 0 0 0 0,0 0 0 0 0,0 1 0 0 0,0-1-1 0 0,0 0 1 0 0,-1 0 0 0 0,1 0 0 0 0,-1 1 0 0 0,0-1-1 0 0,0 0 1 0 0,1 1 0 0 0,-1-1 0 0 0,-1 0 0 0 0,1 0 0 0 0,-1 5-1 0 0,0-3 5 0 0,-1-1-1 0 0,0 1 0 0 0,0-1 1 0 0,0 1-1 0 0,0-1 0 0 0,0 0 1 0 0,-1 1-1 0 0,0-1 0 0 0,1 0 1 0 0,-1-1-1 0 0,-5 5 0 0 0,-8 4 33 0 0,-1 0 0 0 0,0-1 0 0 0,-35 15 0 0 0,52-25-46 0 0,-81 32 60 0 0,-169 44-1 0 0,105-46-2596 0 0,120-26 474 0 0,2-3-251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3.6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 5717 0 0,'0'0'-65'0'0,"0"-1"81"0"0,0 1 1 0 0,0 0 0 0 0,0 0-1 0 0,0 0 1 0 0,0 0 0 0 0,-1-1-1 0 0,1 1 1 0 0,0 0 0 0 0,0 0-1 0 0,0 0 1 0 0,0 0-1 0 0,0-1 1 0 0,0 1 0 0 0,0 0-1 0 0,0 0 1 0 0,0 0 0 0 0,0 0-1 0 0,1-1 1 0 0,-1 1-1 0 0,0 0 1 0 0,0 0 0 0 0,0 0-1 0 0,0 0 1 0 0,0 0 0 0 0,0-1-1 0 0,0 1 1 0 0,0 0-1 0 0,0 0 1 0 0,0 0 0 0 0,1 0-1 0 0,-1 0 1 0 0,0 0 0 0 0,0-1-1 0 0,0 1 1 0 0,0 0 0 0 0,0 0-1 0 0,1 0 1 0 0,-1 0-1 0 0,0 0 1 0 0,0 0 0 0 0,0 0-1 0 0,0 0 1 0 0,0 0 0 0 0,1 0-1 0 0,-1 0 1 0 0,0 0-1 0 0,0 0 1 0 0,0 0 0 0 0,0 0-1 0 0,1 0 1 0 0,-1 0 0 0 0,0 0-1 0 0,0 0 1 0 0,0 0-1 0 0,0 0 1 0 0,1 0 0 0 0,-1 0-1 0 0,0 0 1 0 0,0 0 0 0 0,0 0-1 0 0,0 0 1 0 0,0 1 0 0 0,1-1-1 0 0,-1 0 1 0 0,0 0-1 0 0,0 0 1 0 0,0 0 0 0 0,0 0-1 0 0,656 504 289 0 0,-594-460-277 0 0,-10-7-15 0 0,94 66 39 0 0,237 216 0 0 0,-300-242-31 0 0,4-3 1 0 0,3-4 0 0 0,149 89 0 0 0,-84-54 35 0 0,-31-21 307 0 0,61 44-209 0 0,-108-65-141 0 0,76 82 1 0 0,106 133-21 0 0,-181-193 47 0 0,131 111 0 0 0,-141-135-37 0 0,-51-47 19 0 0,-10-8-13 0 0,1 0 1 0 0,-1 1-1 0 0,-1 0 0 0 0,1 0 1 0 0,9 15-1 0 0,-16-21-27 0 0,1 1 0 0 0,0-1 0 0 0,0 1 0 0 0,0-1 0 0 0,0 0 0 0 0,1 0 0 0 0,-1 1 0 0 0,0-1 0 0 0,0 0 0 0 0,1 0 0 0 0,-1 0 1 0 0,0 0-1 0 0,1-1 0 0 0,1 2 0 0 0,-2-2-116 0 0,0 0 1 0 0,0-1 0 0 0,0 1-1 0 0,-1-1 1 0 0,1 1-1 0 0,0-1 1 0 0,0 1 0 0 0,-1-1-1 0 0,1 1 1 0 0,-1-1 0 0 0,1 0-1 0 0,0 1 1 0 0,-1-1-1 0 0,1 0 1 0 0,-1 1 0 0 0,1-1-1 0 0,-1 0 1 0 0,0 0 0 0 0,1 0-1 0 0,-1 1 1 0 0,0-1 0 0 0,0 0-1 0 0,1 0 1 0 0,-1-1-1 0 0,4-13-2553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4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503 75 6129 0 0,'-1'-48'995'0'0,"-6"21"1973"0"0,11 43-1965 0 0,1 1-1012 0 0,1 0 1 0 0,1-1-1 0 0,0 1 1 0 0,1-1-1 0 0,1 0 0 0 0,0-1 1 0 0,1 0-1 0 0,16 17 1 0 0,3 9-6 0 0,-28-40 14 0 0,9 14 2 0 0,0 0-1 0 0,-1 1 1 0 0,-1 0-1 0 0,8 19 1 0 0,-15-32 4 0 0,0 0-1 0 0,1 0 1 0 0,-1 0 0 0 0,-1 0-1 0 0,1 0 1 0 0,0 1 0 0 0,-1-1 0 0 0,0 0-1 0 0,0 0 1 0 0,0 1 0 0 0,0-1-1 0 0,0 0 1 0 0,0 0 0 0 0,-1 0 0 0 0,0 1-1 0 0,0-1 1 0 0,0 0 0 0 0,0 0-1 0 0,0 0 1 0 0,0 0 0 0 0,-1 0 0 0 0,1 0-1 0 0,-1-1 1 0 0,0 1 0 0 0,0 0-1 0 0,0-1 1 0 0,0 0 0 0 0,-1 1 0 0 0,1-1-1 0 0,-5 3 1 0 0,-12 7 30 0 0,-1-2 0 0 0,0 0 1 0 0,0-1-1 0 0,-1-1 0 0 0,-22 5 0 0 0,-116 21 85 0 0,90-20-82 0 0,13-2-336 0 0,-57 11 403 0 0,33-17-6491 0 0,57-6 3251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7.6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4617 6601 0 0,'0'0'-364'0'0,"5"-2"-871"0"0,8-8 1446 0 0,0 0 0 0 0,-1 0 0 0 0,-1-1-1 0 0,1-1 1 0 0,-2 1 0 0 0,0-2-1 0 0,13-19 1 0 0,19-22 204 0 0,98-137 543 0 0,-42 50-407 0 0,36-51-88 0 0,19-25-179 0 0,-31 60-111 0 0,156-180 391 0 0,-130 185-361 0 0,139-152 108 0 0,-124 83-46 0 0,-74 96-146 0 0,4 3-37 0 0,67-95 339 0 0,-116 158-287 0 0,99-102-1 0 0,-41 51-21 0 0,-78 84-85 0 0,47-37 0 0 0,-45 41 20 0 0,-1 0-1 0 0,23-28 1 0 0,69-105 345 0 0,-23 28-234 0 0,-50 66-154 0 0,-31 40-1 0 0,1 1 0 0 0,2 0 0 0 0,26-25 0 0 0,1 1 31 0 0,-1-2 0 0 0,51-73 1 0 0,22-53 43 0 0,-4-48-88 0 0,-23 35 169 0 0,-79 163-170 0 0,2 0 0 0 0,0 0 1 0 0,2 1-1 0 0,0 1 0 0 0,1 0 0 0 0,1 0 1 0 0,1 2-1 0 0,1 0 0 0 0,25-21 1 0 0,34-29-94 0 0,-75 67 82 0 0,10-11-1709 0 0,-203 111 1168 0 0,63-34 420 0 0,97-47 108 0 0,18-9 99 0 0,-1-1 0 0 0,-30 12 0 0 0,44-20 33 0 0,-5 1 751 0 0,16-12-839 0 0,0 0 1 0 0,1 1-1 0 0,0 0 0 0 0,0 0 1 0 0,1 1-1 0 0,0 1 1 0 0,22-12-1 0 0,108-45-164 0 0,-74 36 101 0 0,-52 22 27 0 0,112-45-320 0 0,-126 51 264 0 0,18 0-664 0 0,-4 2 65 0 0,1 19 341 0 0,-6-3 183 0 0,-1 0 1 0 0,14 37 0 0 0,-24-53 139 0 0,0 0-135 0 0,0 1 1 0 0,0-1-1 0 0,0 1 1 0 0,0-1-1 0 0,1 1 1 0 0,-1-1 0 0 0,0 1-1 0 0,1-1 1 0 0,-1 1-1 0 0,1-1 1 0 0,-1 1-1 0 0,1-1 1 0 0,-1 0-1 0 0,1 1 1 0 0,0-1-1 0 0,0 0 1 0 0,0 0-1 0 0,0 1 1 0 0,0-1-1 0 0,0 0 1 0 0,0 0 0 0 0,0 0-1 0 0,0 0 1 0 0,1 0-1 0 0,-1-1 1 0 0,0 1-1 0 0,3 1 1 0 0,10 1-2270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0:59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2569 5709 0 0,'0'0'780'0'0,"3"-4"-721"0"0,9-9 10 0 0,1 0 0 0 0,0 2 1 0 0,1-1-1 0 0,28-16 0 0 0,29-24 115 0 0,238-208 309 0 0,-93 60-318 0 0,262-219 154 0 0,-86 75 193 0 0,-349 303-442 0 0,62-62 82 0 0,210-160 0 0 0,-277 234 25 0 0,-2-2 0 0 0,41-44 0 0 0,38-32 187 0 0,-107 101-360 0 0,54-45 57 0 0,132-81 0 0 0,11 9 113 0 0,23-44 57 0 0,-122 84-81 0 0,-105 82-125 0 0,-24 3-26 0 0,-1 2 0 0 0,1 0 1 0 0,-23 8-1 0 0,-30 5-36 0 0,-138 23-11 0 0,211-40 42 0 0,-8 0-16 0 0,6 0 2 0 0,9-2 2 0 0,75-13-24 0 0,2 4 0 0 0,84-2 0 0 0,-83 7 2 0 0,-74 6 18 0 0,0-1-28 0 0,0 0 0 0 0,0 1 0 0 0,0 0 0 0 0,0 0 0 0 0,0 1 0 0 0,0 0 0 0 0,14 3 0 0 0,-21-3 31 0 0,0 0 0 0 0,1 0 0 0 0,-1 0 0 0 0,0-1 1 0 0,0 1-1 0 0,0 1 0 0 0,0-1 0 0 0,0 0 1 0 0,0 0-1 0 0,-1 0 0 0 0,1 0 0 0 0,0 1 0 0 0,-1-1 1 0 0,1 0-1 0 0,0 1 0 0 0,-1-1 0 0 0,0 0 1 0 0,1 1-1 0 0,-1-1 0 0 0,0 1 0 0 0,0-1 0 0 0,1 3 1 0 0,-2 38-83 0 0,1-30 64 0 0,0 6-14 0 0,-1-1-1 0 0,0 1 0 0 0,-6 29 1 0 0,-9-10-5032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1.4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1 699 6169 0 0,'0'0'-266'0'0,"6"-4"-160"0"0,21-11 479 0 0,2 0 1 0 0,0 2-1 0 0,1 1 1 0 0,59-15-1 0 0,140-18 25 0 0,-87 20-11 0 0,7-5 51 0 0,450-103 499 0 0,-208 49-367 0 0,-52 13 66 0 0,-33 7-76 0 0,-77 17-102 0 0,35-5 470 0 0,-262 52-541 0 0,36-6 73 0 0,65-12 267 0 0,-101 17-214 0 0,0 1-243 0 0,0 0-1 0 0,0 0 1 0 0,0 0-1 0 0,1-1 1 0 0,-1 1-1 0 0,0-1 1 0 0,0 0-1 0 0,0 1 1 0 0,0-1-1 0 0,0 0 1 0 0,1-1-1 0 0,-4-1-353 0 0,-3-9-2942 0 0,-1-3 575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2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12 6173 0 0,'-28'-5'-626'0'0,"26"5"558"0"0,-22-4 671 0 0,13 2 1804 0 0,78 14-2401 0 0,6 0 2 0 0,-1 4 1 0 0,96 33 0 0 0,-146-41 9 0 0,-12-5 15 0 0,0 0 0 0 0,0 1 0 0 0,-1 0 0 0 0,1 1 0 0 0,14 9 0 0 0,-23-13-28 0 0,0 0 1 0 0,0 0-1 0 0,0 0 0 0 0,0 0 0 0 0,0 0 1 0 0,0 0-1 0 0,0 0 0 0 0,0 0 0 0 0,-1 0 1 0 0,1 0-1 0 0,-1 0 0 0 0,1 1 1 0 0,-1-1-1 0 0,1 0 0 0 0,-1 0 0 0 0,1 1 1 0 0,-1-1-1 0 0,0 0 0 0 0,0 1 0 0 0,0 1 1 0 0,0 0-2 0 0,-1-1 0 0 0,0 0 1 0 0,0 0-1 0 0,0 1 0 0 0,0-1 1 0 0,0 0-1 0 0,0 0 0 0 0,-1 0 1 0 0,1 0-1 0 0,-1 0 0 0 0,1 0 1 0 0,-1-1-1 0 0,0 1 0 0 0,0 0 0 0 0,-3 1 1 0 0,-14 12 56 0 0,-1-2 1 0 0,0 0-1 0 0,-1-1 0 0 0,-38 15 1 0 0,-96 27 103 0 0,109-39-106 0 0,14-4-202 0 0,-16 5-247 0 0,11-8-4170 0 0,24-6 2061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0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6001 0 0,'0'0'2231'0'0,"21"34"-2028"0"0,64 48-141 0 0,-47-43-50 0 0,2-2 0 0 0,54 39 0 0 0,-7-22 19 0 0,126 58-1 0 0,-6-4-23 0 0,-15-10-6 0 0,0 0-18 0 0,29 12 30 0 0,-53-30-10 0 0,60 27 41 0 0,178 63 0 0 0,-290-125-41 0 0,-17-9-13 0 0,84 36-6 0 0,-181-72 24 0 0,0 1 41 0 0,0-1-1 0 0,0 0 1 0 0,0 0-1 0 0,0 1 1 0 0,0-1-1 0 0,0 1 1 0 0,0 0 0 0 0,0-1-1 0 0,0 1 1 0 0,0 0-1 0 0,2 2 1 0 0,-4-3-56 0 0,1 1 0 0 0,0-1 0 0 0,-1 1 0 0 0,1-1 0 0 0,0 1 0 0 0,0-1 0 0 0,0 0 0 0 0,-1 1 0 0 0,1-1 0 0 0,0 0 0 0 0,0 0 0 0 0,0 0 0 0 0,-1 1 0 0 0,1-1 0 0 0,0 0 0 0 0,0 0 0 0 0,0 0 0 0 0,0 0 0 0 0,0 0 0 0 0,-1-1 0 0 0,1 1 0 0 0,0 0 0 0 0,0 0 0 0 0,0 0 0 0 0,0-1 0 0 0,-1 1 0 0 0,1-1 0 0 0,0 1 0 0 0,0 0 0 0 0,-1-1 0 0 0,1 1 0 0 0,0-1 0 0 0,-1 1 0 0 0,1-1 0 0 0,0 0-1 0 0,-1 1 1 0 0,1-1 0 0 0,0-1 0 0 0,17-16-4008 0 0,-7 8 903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71 6781 0 0,'-27'-26'-221'0'0,"-30"-11"1310"0"0,56 36-967 0 0,-21-6 194 0 0,28 18-312 0 0,1-1 0 0 0,1 0 0 0 0,0 0 0 0 0,0-1 0 0 0,1 0 0 0 0,0 0-1 0 0,18 12 1 0 0,86 55 1 0 0,-50-37 0 0 0,-29-17-3 0 0,-17-12 9 0 0,-1 1 0 0 0,0 0 0 0 0,0 1 0 0 0,25 26 0 0 0,-41-37 3 0 0,1 0 0 0 0,0 0-1 0 0,-1 0 1 0 0,1 0-1 0 0,-1-1 1 0 0,1 1 0 0 0,-1 0-1 0 0,0 0 1 0 0,1 0-1 0 0,-1 0 1 0 0,0 0 0 0 0,1 0-1 0 0,-1 0 1 0 0,0 0 0 0 0,0 0-1 0 0,0 0 1 0 0,0 1-1 0 0,0-1 1 0 0,0 0 0 0 0,0 0-1 0 0,-1 0 1 0 0,1 0-1 0 0,0 0 1 0 0,0 0 0 0 0,-1 0-1 0 0,0 1 1 0 0,-1 1 19 0 0,0 0 1 0 0,0 0 0 0 0,0 0-1 0 0,0-1 1 0 0,-1 1 0 0 0,1-1-1 0 0,-1 0 1 0 0,-4 3 0 0 0,-59 31 348 0 0,-16-3-195 0 0,-2-4 0 0 0,-133 29 0 0 0,209-56-535 0 0,-17 3-73 0 0,4-4-3817 0 0,3-1 1302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2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23 6561 0 0,'-11'-23'375'0'0,"19"40"-371"0"0,1 0 1 0 0,1-1-1 0 0,1 0 0 0 0,0-1 1 0 0,1 0-1 0 0,1-1 0 0 0,18 18 0 0 0,112 87 45 0 0,-142-119-48 0 0,601 441 340 0 0,-99-116-118 0 0,-388-244-148 0 0,159 146 1 0 0,-228-186 47 0 0,2-2 0 0 0,1-3 0 0 0,2-1 0 0 0,71 35 0 0 0,-63-33 2045 0 0,-81-64-10830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6.8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74 120 6461 0 0,'-6'-8'-55'0'0,"1"-1"0"0"0,-1 1 1 0 0,2-1-1 0 0,-1 0 0 0 0,1-1 1 0 0,-6-17-1 0 0,4 9 712 0 0,6 17-461 0 0,-10-12 591 0 0,6 5-330 0 0,6 9-147 0 0,80 76-260 0 0,73 64 11 0 0,-98-98-34 0 0,-25-20-1 0 0,-1 2 0 0 0,-1 1 0 0 0,41 46 0 0 0,-70-71-18 0 0,0 0 0 0 0,-1-1 0 0 0,1 1-1 0 0,-1 0 1 0 0,1 0 0 0 0,-1-1 0 0 0,0 1-1 0 0,1 0 1 0 0,-1 0 0 0 0,0-1 0 0 0,1 1 0 0 0,-1 0-1 0 0,0 0 1 0 0,0 0 0 0 0,0 0 0 0 0,0 0-1 0 0,0 0 1 0 0,0-1 0 0 0,0 1 0 0 0,0 0-1 0 0,0 0 1 0 0,0 0 0 0 0,0 0 0 0 0,0 0-1 0 0,-1-1 1 0 0,1 1 0 0 0,0 0 0 0 0,-1 1-1 0 0,0-1 5 0 0,-1 1 0 0 0,0 0-1 0 0,1 0 1 0 0,-1-1 0 0 0,0 1-1 0 0,0-1 1 0 0,1 0 0 0 0,-1 1 0 0 0,0-1-1 0 0,-4 2 1 0 0,-61 17 114 0 0,57-18-96 0 0,-65 16-267 0 0,-1-4 1 0 0,-93 5-1 0 0,129-21-3296 0 0,22 0 395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7.6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 7089 0 0,'0'0'-148'0'0,"-3"0"189"0"0,-1 1 0 0 0,1-1 0 0 0,-1 1 0 0 0,1 0 0 0 0,-1 0 0 0 0,1 0 0 0 0,0 0 0 0 0,0 1 0 0 0,-5 2 0 0 0,23 4-33 0 0,1-1 0 0 0,-1 0 0 0 0,2-1 1 0 0,-1-1-1 0 0,0 0 0 0 0,1-2 0 0 0,26 4 0 0 0,5 2 1 0 0,702 185 82 0 0,-251-60 62 0 0,-442-119-59 0 0,107 22 2037 0 0,-162-37-2101 0 0,-1-4-1646 0 0,0 1 1112 0 0,-1 1 0 0 0,0 0 0 0 0,0-1 0 0 0,0 1 1 0 0,0 0-1 0 0,0-1 0 0 0,-1-3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43 5701 0 0,'-42'-31'-124'0'0,"40"30"268"0"0,-10-6 114 0 0,6 3-14 0 0,9 5 431 0 0,64 24-532 0 0,98 41 40 0 0,-141-54-144 0 0,0 0-1 0 0,-1 2 0 0 0,0 1 1 0 0,34 29-1 0 0,-56-43-23 0 0,1 0 0 0 0,-1 0 0 0 0,1 1 0 0 0,-1-1 1 0 0,0 0-1 0 0,1 1 0 0 0,-1 0 0 0 0,0-1 0 0 0,0 1 0 0 0,0 0 0 0 0,0-1 0 0 0,0 1 0 0 0,-1 0 0 0 0,1 0 1 0 0,0 0-1 0 0,-1 0 0 0 0,1 0 0 0 0,-1 0 0 0 0,0-1 0 0 0,0 1 0 0 0,0 0 0 0 0,0 0 0 0 0,0 3 0 0 0,-1-2 6 0 0,0 0-1 0 0,-1 0 0 0 0,1 0 0 0 0,-1 0 1 0 0,1-1-1 0 0,-1 1 0 0 0,0-1 0 0 0,0 1 0 0 0,0-1 1 0 0,0 0-1 0 0,0 0 0 0 0,-1 0 0 0 0,-3 3 1 0 0,-10 5 28 0 0,0 0 0 0 0,-1-2 0 0 0,-33 14 0 0 0,44-20-61 0 0,-19 6-978 0 0,-1 0-1 0 0,1-2 1 0 0,-30 4-1 0 0,24-5-1437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8.9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1 484 5877 0 0,'0'0'-26'0'0,"27"-6"1703"0"0,487-190-1256 0 0,-360 147-401 0 0,218-37 0 0 0,81 19 2084 0 0,-451 66-1874 0 0,-1 2-195 0 0,1 0 0 0 0,-1-1 0 0 0,1 0 0 0 0,-1 1 0 0 0,1-1 0 0 0,-1 0 0 0 0,1 0 1 0 0,-1 0-1 0 0,1 0 0 0 0,-1 0 0 0 0,1 0 0 0 0,-1 0 0 0 0,1 0 0 0 0,-1-1 0 0 0,1 1 0 0 0,-1-1 0 0 0,1 1 0 0 0,-1-1 0 0 0,1 1 0 0 0,-1-1 1 0 0,0 0-1 0 0,1 0 0 0 0,-1 0 0 0 0,0 0 0 0 0,0 0 0 0 0,0 0 0 0 0,0 0 0 0 0,2-1 0 0 0,-1-2-522 0 0,0 0-1 0 0,0-1 0 0 0,-1 1 1 0 0,1 0-1 0 0,-1-1 0 0 0,0 1 1 0 0,1-8-1 0 0,0-2-2575 0 0,1 1 543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09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10 5945 0 0,'-74'-4'-122'0'0,"71"4"477"0"0,0-1-87 0 0,-5 0-316 0 0,13-1 1104 0 0,59 1-986 0 0,1 2 1 0 0,-1 4-1 0 0,0 2 0 0 0,0 2 0 0 0,-1 4 1 0 0,115 38-1 0 0,-176-50-61 0 0,0-1 0 0 0,0 1 0 0 0,-1-1 1 0 0,1 1-1 0 0,0-1 0 0 0,-1 1 0 0 0,1 0 0 0 0,0 0 0 0 0,-1 0 0 0 0,1 0 1 0 0,-1 0-1 0 0,1 0 0 0 0,-1 0 0 0 0,0 0 0 0 0,1 1 0 0 0,-1-1 0 0 0,0 1 1 0 0,0-1-1 0 0,0 1 0 0 0,0-1 0 0 0,0 1 0 0 0,1 2 0 0 0,-2-2 7 0 0,0-1-1 0 0,-1 1 0 0 0,1-1 1 0 0,0 1-1 0 0,-1-1 0 0 0,1 1 1 0 0,-1-1-1 0 0,0 1 0 0 0,1-1 1 0 0,-1 1-1 0 0,0-1 0 0 0,0 0 1 0 0,0 1-1 0 0,0-1 1 0 0,0 0-1 0 0,0 0 0 0 0,0 0 1 0 0,-1 0-1 0 0,1 0 0 0 0,-2 1 1 0 0,-10 7 75 0 0,-1 0 1 0 0,0-1 0 0 0,-25 10 0 0 0,35-17-107 0 0,-257 94-668 0 0,183-69-2971 0 0,58-18 1016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0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448 48 5937 0 0,'38'-47'1018'0'0,"-40"48"-890"0"0,0-1 1 0 0,0 1-1 0 0,0 0 0 0 0,0 1 0 0 0,0-1 0 0 0,0 0 1 0 0,0 0-1 0 0,1 1 0 0 0,-1-1 0 0 0,0 1 0 0 0,1-1 1 0 0,-1 1-1 0 0,1 0 0 0 0,-2 2 0 0 0,-35 36-154 0 0,-92 122 260 0 0,-42 44-315 0 0,158-192-133 0 0,-38 39-677 0 0,17-20-2812 0 0,19-20 1362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2.7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2238 5785 0 0,'0'0'-72'0'0,"-5"4"-41"0"0,3-3 309 0 0,4-4 987 0 0,19-18-1071 0 0,1 1 0 0 0,1 1-1 0 0,1 2 1 0 0,50-29 0 0 0,11-8-14 0 0,227-158 434 0 0,-65 41-232 0 0,54-41 209 0 0,142-151 375 0 0,-231 186-549 0 0,1 0-5 0 0,-87 46 35 0 0,-69 68-224 0 0,41-34 13 0 0,44-51-42 0 0,-40 35-34 0 0,17-20-23 0 0,-96 109 90 0 0,3-5 257 0 0,-25 27-296 0 0,6-5 387 0 0,-5 4-175 0 0,-10 4-174 0 0,-173 74-167 0 0,-63 22-4 0 0,213-90 193 0 0,30-9-109 0 0,6-2-18 0 0,45-24-47 0 0,-22 15-52 0 0,1 1 0 0 0,0 2 0 0 0,1 0 0 0 0,0 2 0 0 0,0 1 0 0 0,56-5 0 0 0,-72 11 20 0 0,0 0-1 0 0,0 1 0 0 0,-1 0 1 0 0,1 1-1 0 0,0 1 0 0 0,-1 0 1 0 0,1 1-1 0 0,-1 0 1 0 0,0 1-1 0 0,0 1 0 0 0,0 0 1 0 0,0 1-1 0 0,-1 0 0 0 0,0 1 1 0 0,0 0-1 0 0,-1 1 0 0 0,18 15 1 0 0,-22-15-55 0 0,-1 1-1 0 0,0 0 1 0 0,-1 0 0 0 0,0 1 0 0 0,0-1 0 0 0,-1 1 0 0 0,0 0 0 0 0,-1 1-1 0 0,3 13 1 0 0,-5-22 11 0 0,-1-1-203 0 0,1 0 0 0 0,-1 0 1 0 0,1 0-1 0 0,-1-1 0 0 0,1 1 0 0 0,0 0 1 0 0,-1 0-1 0 0,1-1 0 0 0,0 1 0 0 0,0 0 1 0 0,-1-1-1 0 0,1 1 0 0 0,0-1 1 0 0,0 1-1 0 0,0-1 0 0 0,0 0 0 0 0,0 1 1 0 0,0-1-1 0 0,0 0 0 0 0,1 1 0 0 0,14 3-2891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5.4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6613 0 0,'0'0'326'0'0,"-7"5"-188"0"0,7-5-113 0 0,0 0 0 0 0,0 0 0 0 0,0 0 0 0 0,0 0 0 0 0,0 0 0 0 0,1 0 1 0 0,-1 0-1 0 0,0 0 0 0 0,0 0 0 0 0,0 0 0 0 0,0 0 0 0 0,0 0 0 0 0,1 0 0 0 0,-1 0 0 0 0,0 0 0 0 0,0 0 0 0 0,0 0 0 0 0,0 0 0 0 0,0 0 1 0 0,1 0-1 0 0,-1 0 0 0 0,0 0 0 0 0,0 0 0 0 0,0 0 0 0 0,0 0 0 0 0,0 1 0 0 0,1-1 0 0 0,-1 0 0 0 0,0 0 0 0 0,0 0 0 0 0,0 0 0 0 0,0 0 1 0 0,0 0-1 0 0,0 0 0 0 0,0 1 0 0 0,0-1 0 0 0,0 0 0 0 0,0 0 0 0 0,0 0 0 0 0,0 0 0 0 0,1 0 0 0 0,-1 1 0 0 0,0-1 0 0 0,0 0 1 0 0,0 0-1 0 0,0 0 0 0 0,0 0 0 0 0,0 1 0 0 0,0-1 0 0 0,0 0 0 0 0,-1 0 0 0 0,1 0 0 0 0,0 0 0 0 0,0 0 0 0 0,0 1 0 0 0,0-1 0 0 0,0 0 1 0 0,0 0-1 0 0,0 0 0 0 0,0 0 0 0 0,0 0 0 0 0,0 0 0 0 0,0 1 0 0 0,-1-1 0 0 0,1 0 0 0 0,607 31 392 0 0,-498-23 702 0 0,-105-8-1059 0 0,28-7-2697 0 0,-21-1 98 0 0,1 0-757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5:41:16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18 6877 0 0,'-7'-4'-254'0'0,"0"1"1"0"0,0 1 0 0 0,0-1 0 0 0,0 1-1 0 0,-11-1 1 0 0,16 2 782 0 0,-12 4 2014 0 0,124 43-2406 0 0,-70-31-105 0 0,0 2-1 0 0,57 33 1 0 0,-94-49-34 0 0,-1 0-2 0 0,-1-1 1 0 0,0 1-1 0 0,1-1 1 0 0,-1 1-1 0 0,1 0 1 0 0,-1-1 0 0 0,0 1-1 0 0,0 0 1 0 0,1 0-1 0 0,-1 0 1 0 0,0 0 0 0 0,0 0-1 0 0,0 0 1 0 0,0 1-1 0 0,0-1 1 0 0,0 0 0 0 0,-1 0-1 0 0,1 1 1 0 0,0-1-1 0 0,-1 0 1 0 0,2 3-1 0 0,-2-3 4 0 0,0 1 0 0 0,0-1 0 0 0,1 0 0 0 0,-1 1 0 0 0,0-1 0 0 0,0 0 0 0 0,0 1 0 0 0,0-1 0 0 0,-1 0 0 0 0,1 0 0 0 0,0 1 0 0 0,-1-1 0 0 0,1 0-1 0 0,0 0 1 0 0,-1 1 0 0 0,0-1 0 0 0,1 0 0 0 0,-1 0 0 0 0,0 0 0 0 0,1 0 0 0 0,-1 0 0 0 0,0 0 0 0 0,0 0 0 0 0,0 0 0 0 0,0 0 0 0 0,0 0 0 0 0,0 0-1 0 0,0-1 1 0 0,-2 2 0 0 0,0 0 0 0 0,-36 30-82 0 0,-1-2-1 0 0,-2-2 0 0 0,0-2 1 0 0,-2-1-1 0 0,-1-2 0 0 0,-51 17 1 0 0,45-25-3967 0 0,39-14 1951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6:02:45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1172 228 1680 0 0,'11'-26'2767'0'0,"-11"26"-2670"0"0,0 0 0 0 0,-1 0 0 0 0,1 0-1 0 0,0 0 1 0 0,-1 0 0 0 0,1 0 0 0 0,0 0 0 0 0,-1 0 0 0 0,1 0 0 0 0,0 0-1 0 0,-1 0 1 0 0,1 0 0 0 0,0 0 0 0 0,-1 0 0 0 0,1 0 0 0 0,0-1 0 0 0,-1 1-1 0 0,1 0 1 0 0,0 0 0 0 0,-1 0 0 0 0,1-1 0 0 0,0 1 0 0 0,0 0-1 0 0,-1 0 1 0 0,1-1 0 0 0,0 1 0 0 0,0 0 0 0 0,-1 0 0 0 0,1-1 0 0 0,0 1-1 0 0,0 0 1 0 0,0-1 0 0 0,0 1 0 0 0,-1 0 0 0 0,1-1 0 0 0,0 1-1 0 0,0 0 1 0 0,0-1 0 0 0,0 1 0 0 0,0-1 0 0 0,0 1 0 0 0,0 0 0 0 0,0-1-1 0 0,0 1 1 0 0,0 0 0 0 0,0-1 0 0 0,0 1 0 0 0,0 0 0 0 0,1-1 0 0 0,-1 1-1 0 0,0 0 1 0 0,0-1 0 0 0,0 1 0 0 0,0 0 0 0 0,1-1 0 0 0,-1 1-1 0 0,0 0 1 0 0,0 0 0 0 0,1-1 0 0 0,-1 1 0 0 0,0 0 0 0 0,0 0 0 0 0,1-1-1 0 0,-1 1 1 0 0,1 0 0 0 0,-6-1-924 0 0,1 1 1551 0 0,3 1-705 0 0,0 0-1 0 0,0 0 0 0 0,0 0 1 0 0,0 0-1 0 0,0 0 0 0 0,0 0 1 0 0,0 0-1 0 0,0 0 1 0 0,0 0-1 0 0,-1 0 0 0 0,1-1 1 0 0,0 1-1 0 0,0-1 0 0 0,-1 1 1 0 0,1-1-1 0 0,-1 1 0 0 0,1-1 1 0 0,0 0-1 0 0,-1 0 1 0 0,1 1-1 0 0,-1-1 0 0 0,1 0 1 0 0,0 0-1 0 0,-1-1 0 0 0,-2 1 1 0 0,-31-1 145 0 0,-273-41 188 0 0,146 22-143 0 0,-27-13 63 0 0,-77-8 131 0 0,156 29-111 0 0,107 11-258 0 0,-16 1 131 0 0,15-1-260 0 0,-25-5-398 0 0,20-4-2059 0 0,14-8-3287 0 0,4 4 3569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1T16:02:46.2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644 18 5525 0 0,'0'0'-170'0'0,"6"-9"89"0"0,-5 2 848 0 0,-5 6 368 0 0,-56 7-872 0 0,-112 28 0 0 0,-63 33 55 0 0,206-58-254 0 0,-75 27 197 0 0,103-35-243 0 0,-36 11 324 0 0,36-12-296 0 0,-7 9 157 0 0,15 9-168 0 0,0-1-1 0 0,2 0 1 0 0,0-1 0 0 0,0 0-1 0 0,1 0 1 0 0,1-1 0 0 0,22 23-1 0 0,7 12-3 0 0,35 42 472 0 0,4-3 0 0 0,165 144 1 0 0,-238-228-488 0 0,1 2 97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1.png"/><Relationship Id="rId18" Type="http://schemas.openxmlformats.org/officeDocument/2006/relationships/customXml" Target="../ink/ink31.xml"/><Relationship Id="rId26" Type="http://schemas.openxmlformats.org/officeDocument/2006/relationships/customXml" Target="../ink/ink35.xml"/><Relationship Id="rId39" Type="http://schemas.openxmlformats.org/officeDocument/2006/relationships/image" Target="../media/image44.png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34" Type="http://schemas.openxmlformats.org/officeDocument/2006/relationships/customXml" Target="../ink/ink39.xml"/><Relationship Id="rId42" Type="http://schemas.openxmlformats.org/officeDocument/2006/relationships/customXml" Target="../ink/ink43.xml"/><Relationship Id="rId7" Type="http://schemas.openxmlformats.org/officeDocument/2006/relationships/image" Target="../media/image28.png"/><Relationship Id="rId12" Type="http://schemas.openxmlformats.org/officeDocument/2006/relationships/customXml" Target="../ink/ink28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41.xml"/><Relationship Id="rId46" Type="http://schemas.openxmlformats.org/officeDocument/2006/relationships/image" Target="../media/image48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29" Type="http://schemas.openxmlformats.org/officeDocument/2006/relationships/image" Target="../media/image39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5.xml"/><Relationship Id="rId11" Type="http://schemas.openxmlformats.org/officeDocument/2006/relationships/image" Target="../media/image30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43.png"/><Relationship Id="rId40" Type="http://schemas.openxmlformats.org/officeDocument/2006/relationships/customXml" Target="../ink/ink42.xml"/><Relationship Id="rId45" Type="http://schemas.openxmlformats.org/officeDocument/2006/relationships/image" Target="../media/image47.png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10" Type="http://schemas.openxmlformats.org/officeDocument/2006/relationships/customXml" Target="../ink/ink27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4" Type="http://schemas.openxmlformats.org/officeDocument/2006/relationships/customXml" Target="../ink/ink44.xml"/><Relationship Id="rId4" Type="http://schemas.openxmlformats.org/officeDocument/2006/relationships/customXml" Target="../ink/ink24.xml"/><Relationship Id="rId9" Type="http://schemas.openxmlformats.org/officeDocument/2006/relationships/image" Target="../media/image29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38.png"/><Relationship Id="rId30" Type="http://schemas.openxmlformats.org/officeDocument/2006/relationships/customXml" Target="../ink/ink37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53.xml"/><Relationship Id="rId26" Type="http://schemas.openxmlformats.org/officeDocument/2006/relationships/customXml" Target="../ink/ink57.xml"/><Relationship Id="rId39" Type="http://schemas.openxmlformats.org/officeDocument/2006/relationships/image" Target="../media/image44.png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34" Type="http://schemas.openxmlformats.org/officeDocument/2006/relationships/customXml" Target="../ink/ink61.xml"/><Relationship Id="rId42" Type="http://schemas.openxmlformats.org/officeDocument/2006/relationships/customXml" Target="../ink/ink65.xml"/><Relationship Id="rId47" Type="http://schemas.openxmlformats.org/officeDocument/2006/relationships/image" Target="../media/image50.png"/><Relationship Id="rId50" Type="http://schemas.openxmlformats.org/officeDocument/2006/relationships/customXml" Target="../ink/ink68.xml"/><Relationship Id="rId7" Type="http://schemas.openxmlformats.org/officeDocument/2006/relationships/image" Target="../media/image28.png"/><Relationship Id="rId12" Type="http://schemas.openxmlformats.org/officeDocument/2006/relationships/customXml" Target="../ink/ink50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63.xml"/><Relationship Id="rId46" Type="http://schemas.openxmlformats.org/officeDocument/2006/relationships/image" Target="../media/image49.png"/><Relationship Id="rId2" Type="http://schemas.openxmlformats.org/officeDocument/2006/relationships/customXml" Target="../ink/ink45.xml"/><Relationship Id="rId16" Type="http://schemas.openxmlformats.org/officeDocument/2006/relationships/customXml" Target="../ink/ink52.xml"/><Relationship Id="rId20" Type="http://schemas.openxmlformats.org/officeDocument/2006/relationships/customXml" Target="../ink/ink54.xml"/><Relationship Id="rId29" Type="http://schemas.openxmlformats.org/officeDocument/2006/relationships/image" Target="../media/image39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7.xml"/><Relationship Id="rId11" Type="http://schemas.openxmlformats.org/officeDocument/2006/relationships/image" Target="../media/image30.png"/><Relationship Id="rId24" Type="http://schemas.openxmlformats.org/officeDocument/2006/relationships/customXml" Target="../ink/ink56.xml"/><Relationship Id="rId32" Type="http://schemas.openxmlformats.org/officeDocument/2006/relationships/customXml" Target="../ink/ink60.xml"/><Relationship Id="rId37" Type="http://schemas.openxmlformats.org/officeDocument/2006/relationships/image" Target="../media/image43.png"/><Relationship Id="rId40" Type="http://schemas.openxmlformats.org/officeDocument/2006/relationships/customXml" Target="../ink/ink64.xml"/><Relationship Id="rId45" Type="http://schemas.openxmlformats.org/officeDocument/2006/relationships/image" Target="../media/image47.png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58.xml"/><Relationship Id="rId36" Type="http://schemas.openxmlformats.org/officeDocument/2006/relationships/customXml" Target="../ink/ink62.xml"/><Relationship Id="rId49" Type="http://schemas.openxmlformats.org/officeDocument/2006/relationships/image" Target="../media/image51.png"/><Relationship Id="rId10" Type="http://schemas.openxmlformats.org/officeDocument/2006/relationships/customXml" Target="../ink/ink49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4" Type="http://schemas.openxmlformats.org/officeDocument/2006/relationships/customXml" Target="../ink/ink66.xml"/><Relationship Id="rId4" Type="http://schemas.openxmlformats.org/officeDocument/2006/relationships/customXml" Target="../ink/ink46.xml"/><Relationship Id="rId9" Type="http://schemas.openxmlformats.org/officeDocument/2006/relationships/image" Target="../media/image29.png"/><Relationship Id="rId14" Type="http://schemas.openxmlformats.org/officeDocument/2006/relationships/customXml" Target="../ink/ink51.xml"/><Relationship Id="rId22" Type="http://schemas.openxmlformats.org/officeDocument/2006/relationships/customXml" Target="../ink/ink55.xml"/><Relationship Id="rId27" Type="http://schemas.openxmlformats.org/officeDocument/2006/relationships/image" Target="../media/image38.png"/><Relationship Id="rId30" Type="http://schemas.openxmlformats.org/officeDocument/2006/relationships/customXml" Target="../ink/ink59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customXml" Target="../ink/ink67.xml"/><Relationship Id="rId8" Type="http://schemas.openxmlformats.org/officeDocument/2006/relationships/customXml" Target="../ink/ink48.xml"/><Relationship Id="rId51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customXml" Target="../ink/ink77.xml"/><Relationship Id="rId26" Type="http://schemas.openxmlformats.org/officeDocument/2006/relationships/customXml" Target="../ink/ink81.xml"/><Relationship Id="rId39" Type="http://schemas.openxmlformats.org/officeDocument/2006/relationships/image" Target="../media/image71.png"/><Relationship Id="rId21" Type="http://schemas.openxmlformats.org/officeDocument/2006/relationships/image" Target="../media/image62.png"/><Relationship Id="rId34" Type="http://schemas.openxmlformats.org/officeDocument/2006/relationships/customXml" Target="../ink/ink85.xml"/><Relationship Id="rId42" Type="http://schemas.openxmlformats.org/officeDocument/2006/relationships/customXml" Target="../ink/ink89.xml"/><Relationship Id="rId47" Type="http://schemas.openxmlformats.org/officeDocument/2006/relationships/image" Target="../media/image75.png"/><Relationship Id="rId50" Type="http://schemas.openxmlformats.org/officeDocument/2006/relationships/customXml" Target="../ink/ink93.xml"/><Relationship Id="rId55" Type="http://schemas.openxmlformats.org/officeDocument/2006/relationships/image" Target="../media/image79.png"/><Relationship Id="rId63" Type="http://schemas.openxmlformats.org/officeDocument/2006/relationships/image" Target="../media/image83.png"/><Relationship Id="rId68" Type="http://schemas.openxmlformats.org/officeDocument/2006/relationships/customXml" Target="../ink/ink102.xml"/><Relationship Id="rId76" Type="http://schemas.openxmlformats.org/officeDocument/2006/relationships/customXml" Target="../ink/ink106.xml"/><Relationship Id="rId84" Type="http://schemas.openxmlformats.org/officeDocument/2006/relationships/customXml" Target="../ink/ink110.xml"/><Relationship Id="rId7" Type="http://schemas.openxmlformats.org/officeDocument/2006/relationships/image" Target="../media/image55.png"/><Relationship Id="rId71" Type="http://schemas.openxmlformats.org/officeDocument/2006/relationships/image" Target="../media/image87.png"/><Relationship Id="rId2" Type="http://schemas.openxmlformats.org/officeDocument/2006/relationships/customXml" Target="../ink/ink69.xml"/><Relationship Id="rId16" Type="http://schemas.openxmlformats.org/officeDocument/2006/relationships/customXml" Target="../ink/ink76.xml"/><Relationship Id="rId29" Type="http://schemas.openxmlformats.org/officeDocument/2006/relationships/image" Target="../media/image66.png"/><Relationship Id="rId11" Type="http://schemas.openxmlformats.org/officeDocument/2006/relationships/image" Target="../media/image57.png"/><Relationship Id="rId24" Type="http://schemas.openxmlformats.org/officeDocument/2006/relationships/customXml" Target="../ink/ink80.xml"/><Relationship Id="rId32" Type="http://schemas.openxmlformats.org/officeDocument/2006/relationships/customXml" Target="../ink/ink84.xml"/><Relationship Id="rId37" Type="http://schemas.openxmlformats.org/officeDocument/2006/relationships/image" Target="../media/image70.png"/><Relationship Id="rId40" Type="http://schemas.openxmlformats.org/officeDocument/2006/relationships/customXml" Target="../ink/ink88.xml"/><Relationship Id="rId45" Type="http://schemas.openxmlformats.org/officeDocument/2006/relationships/image" Target="../media/image74.png"/><Relationship Id="rId53" Type="http://schemas.openxmlformats.org/officeDocument/2006/relationships/image" Target="../media/image78.png"/><Relationship Id="rId58" Type="http://schemas.openxmlformats.org/officeDocument/2006/relationships/customXml" Target="../ink/ink97.xml"/><Relationship Id="rId66" Type="http://schemas.openxmlformats.org/officeDocument/2006/relationships/customXml" Target="../ink/ink101.xml"/><Relationship Id="rId74" Type="http://schemas.openxmlformats.org/officeDocument/2006/relationships/customXml" Target="../ink/ink105.xml"/><Relationship Id="rId79" Type="http://schemas.openxmlformats.org/officeDocument/2006/relationships/image" Target="../media/image91.png"/><Relationship Id="rId87" Type="http://schemas.openxmlformats.org/officeDocument/2006/relationships/image" Target="../media/image95.png"/><Relationship Id="rId5" Type="http://schemas.openxmlformats.org/officeDocument/2006/relationships/image" Target="../media/image54.png"/><Relationship Id="rId61" Type="http://schemas.openxmlformats.org/officeDocument/2006/relationships/image" Target="../media/image82.png"/><Relationship Id="rId82" Type="http://schemas.openxmlformats.org/officeDocument/2006/relationships/customXml" Target="../ink/ink109.xml"/><Relationship Id="rId19" Type="http://schemas.openxmlformats.org/officeDocument/2006/relationships/image" Target="../media/image61.png"/><Relationship Id="rId4" Type="http://schemas.openxmlformats.org/officeDocument/2006/relationships/customXml" Target="../ink/ink70.xml"/><Relationship Id="rId9" Type="http://schemas.openxmlformats.org/officeDocument/2006/relationships/image" Target="../media/image56.png"/><Relationship Id="rId14" Type="http://schemas.openxmlformats.org/officeDocument/2006/relationships/customXml" Target="../ink/ink75.xml"/><Relationship Id="rId22" Type="http://schemas.openxmlformats.org/officeDocument/2006/relationships/customXml" Target="../ink/ink79.xml"/><Relationship Id="rId27" Type="http://schemas.openxmlformats.org/officeDocument/2006/relationships/image" Target="../media/image65.png"/><Relationship Id="rId30" Type="http://schemas.openxmlformats.org/officeDocument/2006/relationships/customXml" Target="../ink/ink83.xml"/><Relationship Id="rId35" Type="http://schemas.openxmlformats.org/officeDocument/2006/relationships/image" Target="../media/image69.png"/><Relationship Id="rId43" Type="http://schemas.openxmlformats.org/officeDocument/2006/relationships/image" Target="../media/image73.png"/><Relationship Id="rId48" Type="http://schemas.openxmlformats.org/officeDocument/2006/relationships/customXml" Target="../ink/ink92.xml"/><Relationship Id="rId56" Type="http://schemas.openxmlformats.org/officeDocument/2006/relationships/customXml" Target="../ink/ink96.xml"/><Relationship Id="rId64" Type="http://schemas.openxmlformats.org/officeDocument/2006/relationships/customXml" Target="../ink/ink100.xml"/><Relationship Id="rId69" Type="http://schemas.openxmlformats.org/officeDocument/2006/relationships/image" Target="../media/image86.png"/><Relationship Id="rId77" Type="http://schemas.openxmlformats.org/officeDocument/2006/relationships/image" Target="../media/image90.png"/><Relationship Id="rId8" Type="http://schemas.openxmlformats.org/officeDocument/2006/relationships/customXml" Target="../ink/ink72.xml"/><Relationship Id="rId51" Type="http://schemas.openxmlformats.org/officeDocument/2006/relationships/image" Target="../media/image77.png"/><Relationship Id="rId72" Type="http://schemas.openxmlformats.org/officeDocument/2006/relationships/customXml" Target="../ink/ink104.xml"/><Relationship Id="rId80" Type="http://schemas.openxmlformats.org/officeDocument/2006/relationships/customXml" Target="../ink/ink108.xml"/><Relationship Id="rId85" Type="http://schemas.openxmlformats.org/officeDocument/2006/relationships/image" Target="../media/image94.png"/><Relationship Id="rId3" Type="http://schemas.openxmlformats.org/officeDocument/2006/relationships/image" Target="../media/image53.png"/><Relationship Id="rId12" Type="http://schemas.openxmlformats.org/officeDocument/2006/relationships/customXml" Target="../ink/ink74.xml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33" Type="http://schemas.openxmlformats.org/officeDocument/2006/relationships/image" Target="../media/image68.png"/><Relationship Id="rId38" Type="http://schemas.openxmlformats.org/officeDocument/2006/relationships/customXml" Target="../ink/ink87.xml"/><Relationship Id="rId46" Type="http://schemas.openxmlformats.org/officeDocument/2006/relationships/customXml" Target="../ink/ink91.xml"/><Relationship Id="rId59" Type="http://schemas.openxmlformats.org/officeDocument/2006/relationships/image" Target="../media/image81.png"/><Relationship Id="rId67" Type="http://schemas.openxmlformats.org/officeDocument/2006/relationships/image" Target="../media/image85.png"/><Relationship Id="rId20" Type="http://schemas.openxmlformats.org/officeDocument/2006/relationships/customXml" Target="../ink/ink78.xml"/><Relationship Id="rId41" Type="http://schemas.openxmlformats.org/officeDocument/2006/relationships/image" Target="../media/image72.png"/><Relationship Id="rId54" Type="http://schemas.openxmlformats.org/officeDocument/2006/relationships/customXml" Target="../ink/ink95.xml"/><Relationship Id="rId62" Type="http://schemas.openxmlformats.org/officeDocument/2006/relationships/customXml" Target="../ink/ink99.xml"/><Relationship Id="rId70" Type="http://schemas.openxmlformats.org/officeDocument/2006/relationships/customXml" Target="../ink/ink103.xml"/><Relationship Id="rId75" Type="http://schemas.openxmlformats.org/officeDocument/2006/relationships/image" Target="../media/image89.png"/><Relationship Id="rId83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1.xml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28" Type="http://schemas.openxmlformats.org/officeDocument/2006/relationships/customXml" Target="../ink/ink82.xml"/><Relationship Id="rId36" Type="http://schemas.openxmlformats.org/officeDocument/2006/relationships/customXml" Target="../ink/ink86.xml"/><Relationship Id="rId49" Type="http://schemas.openxmlformats.org/officeDocument/2006/relationships/image" Target="../media/image76.png"/><Relationship Id="rId57" Type="http://schemas.openxmlformats.org/officeDocument/2006/relationships/image" Target="../media/image80.png"/><Relationship Id="rId10" Type="http://schemas.openxmlformats.org/officeDocument/2006/relationships/customXml" Target="../ink/ink73.xml"/><Relationship Id="rId31" Type="http://schemas.openxmlformats.org/officeDocument/2006/relationships/image" Target="../media/image67.png"/><Relationship Id="rId44" Type="http://schemas.openxmlformats.org/officeDocument/2006/relationships/customXml" Target="../ink/ink90.xml"/><Relationship Id="rId52" Type="http://schemas.openxmlformats.org/officeDocument/2006/relationships/customXml" Target="../ink/ink94.xml"/><Relationship Id="rId60" Type="http://schemas.openxmlformats.org/officeDocument/2006/relationships/customXml" Target="../ink/ink98.xml"/><Relationship Id="rId65" Type="http://schemas.openxmlformats.org/officeDocument/2006/relationships/image" Target="../media/image84.png"/><Relationship Id="rId73" Type="http://schemas.openxmlformats.org/officeDocument/2006/relationships/image" Target="../media/image88.png"/><Relationship Id="rId78" Type="http://schemas.openxmlformats.org/officeDocument/2006/relationships/customXml" Target="../ink/ink107.xml"/><Relationship Id="rId81" Type="http://schemas.openxmlformats.org/officeDocument/2006/relationships/image" Target="../media/image92.png"/><Relationship Id="rId86" Type="http://schemas.openxmlformats.org/officeDocument/2006/relationships/customXml" Target="../ink/ink11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120.xml"/><Relationship Id="rId26" Type="http://schemas.openxmlformats.org/officeDocument/2006/relationships/customXml" Target="../ink/ink124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128.xml"/><Relationship Id="rId42" Type="http://schemas.openxmlformats.org/officeDocument/2006/relationships/customXml" Target="../ink/ink132.xml"/><Relationship Id="rId47" Type="http://schemas.openxmlformats.org/officeDocument/2006/relationships/image" Target="../media/image118.png"/><Relationship Id="rId50" Type="http://schemas.openxmlformats.org/officeDocument/2006/relationships/customXml" Target="../ink/ink136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145.xml"/><Relationship Id="rId76" Type="http://schemas.openxmlformats.org/officeDocument/2006/relationships/customXml" Target="../ink/ink149.xml"/><Relationship Id="rId84" Type="http://schemas.openxmlformats.org/officeDocument/2006/relationships/customXml" Target="../ink/ink153.xml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112.xml"/><Relationship Id="rId16" Type="http://schemas.openxmlformats.org/officeDocument/2006/relationships/customXml" Target="../ink/ink119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123.xml"/><Relationship Id="rId32" Type="http://schemas.openxmlformats.org/officeDocument/2006/relationships/customXml" Target="../ink/ink127.xml"/><Relationship Id="rId37" Type="http://schemas.openxmlformats.org/officeDocument/2006/relationships/image" Target="../media/image113.png"/><Relationship Id="rId40" Type="http://schemas.openxmlformats.org/officeDocument/2006/relationships/customXml" Target="../ink/ink131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140.xml"/><Relationship Id="rId66" Type="http://schemas.openxmlformats.org/officeDocument/2006/relationships/customXml" Target="../ink/ink144.xml"/><Relationship Id="rId74" Type="http://schemas.openxmlformats.org/officeDocument/2006/relationships/customXml" Target="../ink/ink148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152.xml"/><Relationship Id="rId19" Type="http://schemas.openxmlformats.org/officeDocument/2006/relationships/image" Target="../media/image104.png"/><Relationship Id="rId4" Type="http://schemas.openxmlformats.org/officeDocument/2006/relationships/customXml" Target="../ink/ink113.xml"/><Relationship Id="rId9" Type="http://schemas.openxmlformats.org/officeDocument/2006/relationships/image" Target="../media/image99.png"/><Relationship Id="rId14" Type="http://schemas.openxmlformats.org/officeDocument/2006/relationships/customXml" Target="../ink/ink118.xml"/><Relationship Id="rId22" Type="http://schemas.openxmlformats.org/officeDocument/2006/relationships/customXml" Target="../ink/ink122.xml"/><Relationship Id="rId27" Type="http://schemas.openxmlformats.org/officeDocument/2006/relationships/image" Target="../media/image108.png"/><Relationship Id="rId30" Type="http://schemas.openxmlformats.org/officeDocument/2006/relationships/customXml" Target="../ink/ink126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135.xml"/><Relationship Id="rId56" Type="http://schemas.openxmlformats.org/officeDocument/2006/relationships/customXml" Target="../ink/ink139.xml"/><Relationship Id="rId64" Type="http://schemas.openxmlformats.org/officeDocument/2006/relationships/customXml" Target="../ink/ink143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115.xml"/><Relationship Id="rId51" Type="http://schemas.openxmlformats.org/officeDocument/2006/relationships/image" Target="../media/image120.png"/><Relationship Id="rId72" Type="http://schemas.openxmlformats.org/officeDocument/2006/relationships/customXml" Target="../ink/ink147.xml"/><Relationship Id="rId80" Type="http://schemas.openxmlformats.org/officeDocument/2006/relationships/customXml" Target="../ink/ink151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117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130.xml"/><Relationship Id="rId46" Type="http://schemas.openxmlformats.org/officeDocument/2006/relationships/customXml" Target="../ink/ink134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121.xml"/><Relationship Id="rId41" Type="http://schemas.openxmlformats.org/officeDocument/2006/relationships/image" Target="../media/image115.png"/><Relationship Id="rId54" Type="http://schemas.openxmlformats.org/officeDocument/2006/relationships/customXml" Target="../ink/ink138.xml"/><Relationship Id="rId62" Type="http://schemas.openxmlformats.org/officeDocument/2006/relationships/customXml" Target="../ink/ink142.xml"/><Relationship Id="rId70" Type="http://schemas.openxmlformats.org/officeDocument/2006/relationships/customXml" Target="../ink/ink146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4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125.xml"/><Relationship Id="rId36" Type="http://schemas.openxmlformats.org/officeDocument/2006/relationships/customXml" Target="../ink/ink129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116.xml"/><Relationship Id="rId31" Type="http://schemas.openxmlformats.org/officeDocument/2006/relationships/image" Target="../media/image110.png"/><Relationship Id="rId44" Type="http://schemas.openxmlformats.org/officeDocument/2006/relationships/customXml" Target="../ink/ink133.xml"/><Relationship Id="rId52" Type="http://schemas.openxmlformats.org/officeDocument/2006/relationships/customXml" Target="../ink/ink137.xml"/><Relationship Id="rId60" Type="http://schemas.openxmlformats.org/officeDocument/2006/relationships/customXml" Target="../ink/ink141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150.xml"/><Relationship Id="rId81" Type="http://schemas.openxmlformats.org/officeDocument/2006/relationships/image" Target="../media/image135.png"/><Relationship Id="rId86" Type="http://schemas.openxmlformats.org/officeDocument/2006/relationships/customXml" Target="../ink/ink15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163.xml"/><Relationship Id="rId26" Type="http://schemas.openxmlformats.org/officeDocument/2006/relationships/customXml" Target="../ink/ink167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171.xml"/><Relationship Id="rId42" Type="http://schemas.openxmlformats.org/officeDocument/2006/relationships/customXml" Target="../ink/ink175.xml"/><Relationship Id="rId47" Type="http://schemas.openxmlformats.org/officeDocument/2006/relationships/image" Target="../media/image118.png"/><Relationship Id="rId50" Type="http://schemas.openxmlformats.org/officeDocument/2006/relationships/customXml" Target="../ink/ink179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188.xml"/><Relationship Id="rId76" Type="http://schemas.openxmlformats.org/officeDocument/2006/relationships/customXml" Target="../ink/ink192.xml"/><Relationship Id="rId84" Type="http://schemas.openxmlformats.org/officeDocument/2006/relationships/customXml" Target="../ink/ink196.xml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155.xml"/><Relationship Id="rId16" Type="http://schemas.openxmlformats.org/officeDocument/2006/relationships/customXml" Target="../ink/ink162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166.xml"/><Relationship Id="rId32" Type="http://schemas.openxmlformats.org/officeDocument/2006/relationships/customXml" Target="../ink/ink170.xml"/><Relationship Id="rId37" Type="http://schemas.openxmlformats.org/officeDocument/2006/relationships/image" Target="../media/image113.png"/><Relationship Id="rId40" Type="http://schemas.openxmlformats.org/officeDocument/2006/relationships/customXml" Target="../ink/ink174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183.xml"/><Relationship Id="rId66" Type="http://schemas.openxmlformats.org/officeDocument/2006/relationships/customXml" Target="../ink/ink187.xml"/><Relationship Id="rId74" Type="http://schemas.openxmlformats.org/officeDocument/2006/relationships/customXml" Target="../ink/ink191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195.xml"/><Relationship Id="rId19" Type="http://schemas.openxmlformats.org/officeDocument/2006/relationships/image" Target="../media/image104.png"/><Relationship Id="rId4" Type="http://schemas.openxmlformats.org/officeDocument/2006/relationships/customXml" Target="../ink/ink156.xml"/><Relationship Id="rId9" Type="http://schemas.openxmlformats.org/officeDocument/2006/relationships/image" Target="../media/image99.png"/><Relationship Id="rId14" Type="http://schemas.openxmlformats.org/officeDocument/2006/relationships/customXml" Target="../ink/ink161.xml"/><Relationship Id="rId22" Type="http://schemas.openxmlformats.org/officeDocument/2006/relationships/customXml" Target="../ink/ink165.xml"/><Relationship Id="rId27" Type="http://schemas.openxmlformats.org/officeDocument/2006/relationships/image" Target="../media/image108.png"/><Relationship Id="rId30" Type="http://schemas.openxmlformats.org/officeDocument/2006/relationships/customXml" Target="../ink/ink169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178.xml"/><Relationship Id="rId56" Type="http://schemas.openxmlformats.org/officeDocument/2006/relationships/customXml" Target="../ink/ink182.xml"/><Relationship Id="rId64" Type="http://schemas.openxmlformats.org/officeDocument/2006/relationships/customXml" Target="../ink/ink186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158.xml"/><Relationship Id="rId51" Type="http://schemas.openxmlformats.org/officeDocument/2006/relationships/image" Target="../media/image120.png"/><Relationship Id="rId72" Type="http://schemas.openxmlformats.org/officeDocument/2006/relationships/customXml" Target="../ink/ink190.xml"/><Relationship Id="rId80" Type="http://schemas.openxmlformats.org/officeDocument/2006/relationships/customXml" Target="../ink/ink194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160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173.xml"/><Relationship Id="rId46" Type="http://schemas.openxmlformats.org/officeDocument/2006/relationships/customXml" Target="../ink/ink177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164.xml"/><Relationship Id="rId41" Type="http://schemas.openxmlformats.org/officeDocument/2006/relationships/image" Target="../media/image115.png"/><Relationship Id="rId54" Type="http://schemas.openxmlformats.org/officeDocument/2006/relationships/customXml" Target="../ink/ink181.xml"/><Relationship Id="rId62" Type="http://schemas.openxmlformats.org/officeDocument/2006/relationships/customXml" Target="../ink/ink185.xml"/><Relationship Id="rId70" Type="http://schemas.openxmlformats.org/officeDocument/2006/relationships/customXml" Target="../ink/ink189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7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168.xml"/><Relationship Id="rId36" Type="http://schemas.openxmlformats.org/officeDocument/2006/relationships/customXml" Target="../ink/ink172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159.xml"/><Relationship Id="rId31" Type="http://schemas.openxmlformats.org/officeDocument/2006/relationships/image" Target="../media/image110.png"/><Relationship Id="rId44" Type="http://schemas.openxmlformats.org/officeDocument/2006/relationships/customXml" Target="../ink/ink176.xml"/><Relationship Id="rId52" Type="http://schemas.openxmlformats.org/officeDocument/2006/relationships/customXml" Target="../ink/ink180.xml"/><Relationship Id="rId60" Type="http://schemas.openxmlformats.org/officeDocument/2006/relationships/customXml" Target="../ink/ink184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193.xml"/><Relationship Id="rId81" Type="http://schemas.openxmlformats.org/officeDocument/2006/relationships/image" Target="../media/image135.png"/><Relationship Id="rId86" Type="http://schemas.openxmlformats.org/officeDocument/2006/relationships/customXml" Target="../ink/ink19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206.xml"/><Relationship Id="rId26" Type="http://schemas.openxmlformats.org/officeDocument/2006/relationships/customXml" Target="../ink/ink210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214.xml"/><Relationship Id="rId42" Type="http://schemas.openxmlformats.org/officeDocument/2006/relationships/customXml" Target="../ink/ink218.xml"/><Relationship Id="rId47" Type="http://schemas.openxmlformats.org/officeDocument/2006/relationships/image" Target="../media/image118.png"/><Relationship Id="rId50" Type="http://schemas.openxmlformats.org/officeDocument/2006/relationships/customXml" Target="../ink/ink222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231.xml"/><Relationship Id="rId76" Type="http://schemas.openxmlformats.org/officeDocument/2006/relationships/customXml" Target="../ink/ink235.xml"/><Relationship Id="rId84" Type="http://schemas.openxmlformats.org/officeDocument/2006/relationships/customXml" Target="../ink/ink239.xml"/><Relationship Id="rId89" Type="http://schemas.openxmlformats.org/officeDocument/2006/relationships/image" Target="../media/image142.png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198.xml"/><Relationship Id="rId16" Type="http://schemas.openxmlformats.org/officeDocument/2006/relationships/customXml" Target="../ink/ink205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209.xml"/><Relationship Id="rId32" Type="http://schemas.openxmlformats.org/officeDocument/2006/relationships/customXml" Target="../ink/ink213.xml"/><Relationship Id="rId37" Type="http://schemas.openxmlformats.org/officeDocument/2006/relationships/image" Target="../media/image113.png"/><Relationship Id="rId40" Type="http://schemas.openxmlformats.org/officeDocument/2006/relationships/customXml" Target="../ink/ink217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226.xml"/><Relationship Id="rId66" Type="http://schemas.openxmlformats.org/officeDocument/2006/relationships/customXml" Target="../ink/ink230.xml"/><Relationship Id="rId74" Type="http://schemas.openxmlformats.org/officeDocument/2006/relationships/customXml" Target="../ink/ink234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238.xml"/><Relationship Id="rId19" Type="http://schemas.openxmlformats.org/officeDocument/2006/relationships/image" Target="../media/image104.png"/><Relationship Id="rId4" Type="http://schemas.openxmlformats.org/officeDocument/2006/relationships/customXml" Target="../ink/ink199.xml"/><Relationship Id="rId9" Type="http://schemas.openxmlformats.org/officeDocument/2006/relationships/image" Target="../media/image99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108.png"/><Relationship Id="rId30" Type="http://schemas.openxmlformats.org/officeDocument/2006/relationships/customXml" Target="../ink/ink212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221.xml"/><Relationship Id="rId56" Type="http://schemas.openxmlformats.org/officeDocument/2006/relationships/customXml" Target="../ink/ink225.xml"/><Relationship Id="rId64" Type="http://schemas.openxmlformats.org/officeDocument/2006/relationships/customXml" Target="../ink/ink229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201.xml"/><Relationship Id="rId51" Type="http://schemas.openxmlformats.org/officeDocument/2006/relationships/image" Target="../media/image120.png"/><Relationship Id="rId72" Type="http://schemas.openxmlformats.org/officeDocument/2006/relationships/customXml" Target="../ink/ink233.xml"/><Relationship Id="rId80" Type="http://schemas.openxmlformats.org/officeDocument/2006/relationships/customXml" Target="../ink/ink237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203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216.xml"/><Relationship Id="rId46" Type="http://schemas.openxmlformats.org/officeDocument/2006/relationships/customXml" Target="../ink/ink220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207.xml"/><Relationship Id="rId41" Type="http://schemas.openxmlformats.org/officeDocument/2006/relationships/image" Target="../media/image115.png"/><Relationship Id="rId54" Type="http://schemas.openxmlformats.org/officeDocument/2006/relationships/customXml" Target="../ink/ink224.xml"/><Relationship Id="rId62" Type="http://schemas.openxmlformats.org/officeDocument/2006/relationships/customXml" Target="../ink/ink228.xml"/><Relationship Id="rId70" Type="http://schemas.openxmlformats.org/officeDocument/2006/relationships/customXml" Target="../ink/ink232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0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202.xml"/><Relationship Id="rId31" Type="http://schemas.openxmlformats.org/officeDocument/2006/relationships/image" Target="../media/image110.png"/><Relationship Id="rId44" Type="http://schemas.openxmlformats.org/officeDocument/2006/relationships/customXml" Target="../ink/ink219.xml"/><Relationship Id="rId52" Type="http://schemas.openxmlformats.org/officeDocument/2006/relationships/customXml" Target="../ink/ink223.xml"/><Relationship Id="rId60" Type="http://schemas.openxmlformats.org/officeDocument/2006/relationships/customXml" Target="../ink/ink227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236.xml"/><Relationship Id="rId81" Type="http://schemas.openxmlformats.org/officeDocument/2006/relationships/image" Target="../media/image135.png"/><Relationship Id="rId86" Type="http://schemas.openxmlformats.org/officeDocument/2006/relationships/customXml" Target="../ink/ink240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249.xml"/><Relationship Id="rId26" Type="http://schemas.openxmlformats.org/officeDocument/2006/relationships/customXml" Target="../ink/ink253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257.xml"/><Relationship Id="rId42" Type="http://schemas.openxmlformats.org/officeDocument/2006/relationships/customXml" Target="../ink/ink261.xml"/><Relationship Id="rId47" Type="http://schemas.openxmlformats.org/officeDocument/2006/relationships/image" Target="../media/image118.png"/><Relationship Id="rId50" Type="http://schemas.openxmlformats.org/officeDocument/2006/relationships/customXml" Target="../ink/ink265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274.xml"/><Relationship Id="rId76" Type="http://schemas.openxmlformats.org/officeDocument/2006/relationships/customXml" Target="../ink/ink278.xml"/><Relationship Id="rId84" Type="http://schemas.openxmlformats.org/officeDocument/2006/relationships/customXml" Target="../ink/ink282.xml"/><Relationship Id="rId89" Type="http://schemas.openxmlformats.org/officeDocument/2006/relationships/image" Target="../media/image144.png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241.xml"/><Relationship Id="rId16" Type="http://schemas.openxmlformats.org/officeDocument/2006/relationships/customXml" Target="../ink/ink248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252.xml"/><Relationship Id="rId32" Type="http://schemas.openxmlformats.org/officeDocument/2006/relationships/customXml" Target="../ink/ink256.xml"/><Relationship Id="rId37" Type="http://schemas.openxmlformats.org/officeDocument/2006/relationships/image" Target="../media/image113.png"/><Relationship Id="rId40" Type="http://schemas.openxmlformats.org/officeDocument/2006/relationships/customXml" Target="../ink/ink260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269.xml"/><Relationship Id="rId66" Type="http://schemas.openxmlformats.org/officeDocument/2006/relationships/customXml" Target="../ink/ink273.xml"/><Relationship Id="rId74" Type="http://schemas.openxmlformats.org/officeDocument/2006/relationships/customXml" Target="../ink/ink277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281.xml"/><Relationship Id="rId19" Type="http://schemas.openxmlformats.org/officeDocument/2006/relationships/image" Target="../media/image104.png"/><Relationship Id="rId4" Type="http://schemas.openxmlformats.org/officeDocument/2006/relationships/customXml" Target="../ink/ink242.xml"/><Relationship Id="rId9" Type="http://schemas.openxmlformats.org/officeDocument/2006/relationships/image" Target="../media/image99.png"/><Relationship Id="rId14" Type="http://schemas.openxmlformats.org/officeDocument/2006/relationships/customXml" Target="../ink/ink247.xml"/><Relationship Id="rId22" Type="http://schemas.openxmlformats.org/officeDocument/2006/relationships/customXml" Target="../ink/ink251.xml"/><Relationship Id="rId27" Type="http://schemas.openxmlformats.org/officeDocument/2006/relationships/image" Target="../media/image108.png"/><Relationship Id="rId30" Type="http://schemas.openxmlformats.org/officeDocument/2006/relationships/customXml" Target="../ink/ink255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264.xml"/><Relationship Id="rId56" Type="http://schemas.openxmlformats.org/officeDocument/2006/relationships/customXml" Target="../ink/ink268.xml"/><Relationship Id="rId64" Type="http://schemas.openxmlformats.org/officeDocument/2006/relationships/customXml" Target="../ink/ink272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244.xml"/><Relationship Id="rId51" Type="http://schemas.openxmlformats.org/officeDocument/2006/relationships/image" Target="../media/image120.png"/><Relationship Id="rId72" Type="http://schemas.openxmlformats.org/officeDocument/2006/relationships/customXml" Target="../ink/ink276.xml"/><Relationship Id="rId80" Type="http://schemas.openxmlformats.org/officeDocument/2006/relationships/customXml" Target="../ink/ink280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246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259.xml"/><Relationship Id="rId46" Type="http://schemas.openxmlformats.org/officeDocument/2006/relationships/customXml" Target="../ink/ink263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250.xml"/><Relationship Id="rId41" Type="http://schemas.openxmlformats.org/officeDocument/2006/relationships/image" Target="../media/image115.png"/><Relationship Id="rId54" Type="http://schemas.openxmlformats.org/officeDocument/2006/relationships/customXml" Target="../ink/ink267.xml"/><Relationship Id="rId62" Type="http://schemas.openxmlformats.org/officeDocument/2006/relationships/customXml" Target="../ink/ink271.xml"/><Relationship Id="rId70" Type="http://schemas.openxmlformats.org/officeDocument/2006/relationships/customXml" Target="../ink/ink275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43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254.xml"/><Relationship Id="rId36" Type="http://schemas.openxmlformats.org/officeDocument/2006/relationships/customXml" Target="../ink/ink258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245.xml"/><Relationship Id="rId31" Type="http://schemas.openxmlformats.org/officeDocument/2006/relationships/image" Target="../media/image110.png"/><Relationship Id="rId44" Type="http://schemas.openxmlformats.org/officeDocument/2006/relationships/customXml" Target="../ink/ink262.xml"/><Relationship Id="rId52" Type="http://schemas.openxmlformats.org/officeDocument/2006/relationships/customXml" Target="../ink/ink266.xml"/><Relationship Id="rId60" Type="http://schemas.openxmlformats.org/officeDocument/2006/relationships/customXml" Target="../ink/ink270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279.xml"/><Relationship Id="rId81" Type="http://schemas.openxmlformats.org/officeDocument/2006/relationships/image" Target="../media/image135.png"/><Relationship Id="rId86" Type="http://schemas.openxmlformats.org/officeDocument/2006/relationships/customXml" Target="../ink/ink283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292.xml"/><Relationship Id="rId26" Type="http://schemas.openxmlformats.org/officeDocument/2006/relationships/customXml" Target="../ink/ink296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300.xml"/><Relationship Id="rId42" Type="http://schemas.openxmlformats.org/officeDocument/2006/relationships/customXml" Target="../ink/ink304.xml"/><Relationship Id="rId47" Type="http://schemas.openxmlformats.org/officeDocument/2006/relationships/image" Target="../media/image118.png"/><Relationship Id="rId50" Type="http://schemas.openxmlformats.org/officeDocument/2006/relationships/customXml" Target="../ink/ink308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317.xml"/><Relationship Id="rId76" Type="http://schemas.openxmlformats.org/officeDocument/2006/relationships/customXml" Target="../ink/ink321.xml"/><Relationship Id="rId84" Type="http://schemas.openxmlformats.org/officeDocument/2006/relationships/customXml" Target="../ink/ink325.xml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284.xml"/><Relationship Id="rId16" Type="http://schemas.openxmlformats.org/officeDocument/2006/relationships/customXml" Target="../ink/ink291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295.xml"/><Relationship Id="rId32" Type="http://schemas.openxmlformats.org/officeDocument/2006/relationships/customXml" Target="../ink/ink299.xml"/><Relationship Id="rId37" Type="http://schemas.openxmlformats.org/officeDocument/2006/relationships/image" Target="../media/image113.png"/><Relationship Id="rId40" Type="http://schemas.openxmlformats.org/officeDocument/2006/relationships/customXml" Target="../ink/ink303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312.xml"/><Relationship Id="rId66" Type="http://schemas.openxmlformats.org/officeDocument/2006/relationships/customXml" Target="../ink/ink316.xml"/><Relationship Id="rId74" Type="http://schemas.openxmlformats.org/officeDocument/2006/relationships/customXml" Target="../ink/ink320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324.xml"/><Relationship Id="rId19" Type="http://schemas.openxmlformats.org/officeDocument/2006/relationships/image" Target="../media/image104.png"/><Relationship Id="rId4" Type="http://schemas.openxmlformats.org/officeDocument/2006/relationships/customXml" Target="../ink/ink285.xml"/><Relationship Id="rId9" Type="http://schemas.openxmlformats.org/officeDocument/2006/relationships/image" Target="../media/image99.png"/><Relationship Id="rId14" Type="http://schemas.openxmlformats.org/officeDocument/2006/relationships/customXml" Target="../ink/ink290.xml"/><Relationship Id="rId22" Type="http://schemas.openxmlformats.org/officeDocument/2006/relationships/customXml" Target="../ink/ink294.xml"/><Relationship Id="rId27" Type="http://schemas.openxmlformats.org/officeDocument/2006/relationships/image" Target="../media/image108.png"/><Relationship Id="rId30" Type="http://schemas.openxmlformats.org/officeDocument/2006/relationships/customXml" Target="../ink/ink298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307.xml"/><Relationship Id="rId56" Type="http://schemas.openxmlformats.org/officeDocument/2006/relationships/customXml" Target="../ink/ink311.xml"/><Relationship Id="rId64" Type="http://schemas.openxmlformats.org/officeDocument/2006/relationships/customXml" Target="../ink/ink315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287.xml"/><Relationship Id="rId51" Type="http://schemas.openxmlformats.org/officeDocument/2006/relationships/image" Target="../media/image120.png"/><Relationship Id="rId72" Type="http://schemas.openxmlformats.org/officeDocument/2006/relationships/customXml" Target="../ink/ink319.xml"/><Relationship Id="rId80" Type="http://schemas.openxmlformats.org/officeDocument/2006/relationships/customXml" Target="../ink/ink323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289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302.xml"/><Relationship Id="rId46" Type="http://schemas.openxmlformats.org/officeDocument/2006/relationships/customXml" Target="../ink/ink306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293.xml"/><Relationship Id="rId41" Type="http://schemas.openxmlformats.org/officeDocument/2006/relationships/image" Target="../media/image115.png"/><Relationship Id="rId54" Type="http://schemas.openxmlformats.org/officeDocument/2006/relationships/customXml" Target="../ink/ink310.xml"/><Relationship Id="rId62" Type="http://schemas.openxmlformats.org/officeDocument/2006/relationships/customXml" Target="../ink/ink314.xml"/><Relationship Id="rId70" Type="http://schemas.openxmlformats.org/officeDocument/2006/relationships/customXml" Target="../ink/ink318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86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297.xml"/><Relationship Id="rId36" Type="http://schemas.openxmlformats.org/officeDocument/2006/relationships/customXml" Target="../ink/ink301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288.xml"/><Relationship Id="rId31" Type="http://schemas.openxmlformats.org/officeDocument/2006/relationships/image" Target="../media/image110.png"/><Relationship Id="rId44" Type="http://schemas.openxmlformats.org/officeDocument/2006/relationships/customXml" Target="../ink/ink305.xml"/><Relationship Id="rId52" Type="http://schemas.openxmlformats.org/officeDocument/2006/relationships/customXml" Target="../ink/ink309.xml"/><Relationship Id="rId60" Type="http://schemas.openxmlformats.org/officeDocument/2006/relationships/customXml" Target="../ink/ink313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322.xml"/><Relationship Id="rId81" Type="http://schemas.openxmlformats.org/officeDocument/2006/relationships/image" Target="../media/image135.png"/><Relationship Id="rId86" Type="http://schemas.openxmlformats.org/officeDocument/2006/relationships/customXml" Target="../ink/ink326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335.xml"/><Relationship Id="rId26" Type="http://schemas.openxmlformats.org/officeDocument/2006/relationships/customXml" Target="../ink/ink339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343.xml"/><Relationship Id="rId42" Type="http://schemas.openxmlformats.org/officeDocument/2006/relationships/customXml" Target="../ink/ink347.xml"/><Relationship Id="rId47" Type="http://schemas.openxmlformats.org/officeDocument/2006/relationships/image" Target="../media/image118.png"/><Relationship Id="rId50" Type="http://schemas.openxmlformats.org/officeDocument/2006/relationships/customXml" Target="../ink/ink351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360.xml"/><Relationship Id="rId76" Type="http://schemas.openxmlformats.org/officeDocument/2006/relationships/customXml" Target="../ink/ink364.xml"/><Relationship Id="rId84" Type="http://schemas.openxmlformats.org/officeDocument/2006/relationships/customXml" Target="../ink/ink368.xml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2" Type="http://schemas.openxmlformats.org/officeDocument/2006/relationships/customXml" Target="../ink/ink327.xml"/><Relationship Id="rId16" Type="http://schemas.openxmlformats.org/officeDocument/2006/relationships/customXml" Target="../ink/ink334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338.xml"/><Relationship Id="rId32" Type="http://schemas.openxmlformats.org/officeDocument/2006/relationships/customXml" Target="../ink/ink342.xml"/><Relationship Id="rId37" Type="http://schemas.openxmlformats.org/officeDocument/2006/relationships/image" Target="../media/image113.png"/><Relationship Id="rId40" Type="http://schemas.openxmlformats.org/officeDocument/2006/relationships/customXml" Target="../ink/ink346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355.xml"/><Relationship Id="rId66" Type="http://schemas.openxmlformats.org/officeDocument/2006/relationships/customXml" Target="../ink/ink359.xml"/><Relationship Id="rId74" Type="http://schemas.openxmlformats.org/officeDocument/2006/relationships/customXml" Target="../ink/ink363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367.xml"/><Relationship Id="rId19" Type="http://schemas.openxmlformats.org/officeDocument/2006/relationships/image" Target="../media/image104.png"/><Relationship Id="rId4" Type="http://schemas.openxmlformats.org/officeDocument/2006/relationships/customXml" Target="../ink/ink328.xml"/><Relationship Id="rId9" Type="http://schemas.openxmlformats.org/officeDocument/2006/relationships/image" Target="../media/image99.png"/><Relationship Id="rId14" Type="http://schemas.openxmlformats.org/officeDocument/2006/relationships/customXml" Target="../ink/ink333.xml"/><Relationship Id="rId22" Type="http://schemas.openxmlformats.org/officeDocument/2006/relationships/customXml" Target="../ink/ink337.xml"/><Relationship Id="rId27" Type="http://schemas.openxmlformats.org/officeDocument/2006/relationships/image" Target="../media/image108.png"/><Relationship Id="rId30" Type="http://schemas.openxmlformats.org/officeDocument/2006/relationships/customXml" Target="../ink/ink341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350.xml"/><Relationship Id="rId56" Type="http://schemas.openxmlformats.org/officeDocument/2006/relationships/customXml" Target="../ink/ink354.xml"/><Relationship Id="rId64" Type="http://schemas.openxmlformats.org/officeDocument/2006/relationships/customXml" Target="../ink/ink358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330.xml"/><Relationship Id="rId51" Type="http://schemas.openxmlformats.org/officeDocument/2006/relationships/image" Target="../media/image120.png"/><Relationship Id="rId72" Type="http://schemas.openxmlformats.org/officeDocument/2006/relationships/customXml" Target="../ink/ink362.xml"/><Relationship Id="rId80" Type="http://schemas.openxmlformats.org/officeDocument/2006/relationships/customXml" Target="../ink/ink366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332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345.xml"/><Relationship Id="rId46" Type="http://schemas.openxmlformats.org/officeDocument/2006/relationships/customXml" Target="../ink/ink349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336.xml"/><Relationship Id="rId41" Type="http://schemas.openxmlformats.org/officeDocument/2006/relationships/image" Target="../media/image115.png"/><Relationship Id="rId54" Type="http://schemas.openxmlformats.org/officeDocument/2006/relationships/customXml" Target="../ink/ink353.xml"/><Relationship Id="rId62" Type="http://schemas.openxmlformats.org/officeDocument/2006/relationships/customXml" Target="../ink/ink357.xml"/><Relationship Id="rId70" Type="http://schemas.openxmlformats.org/officeDocument/2006/relationships/customXml" Target="../ink/ink361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9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340.xml"/><Relationship Id="rId36" Type="http://schemas.openxmlformats.org/officeDocument/2006/relationships/customXml" Target="../ink/ink344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331.xml"/><Relationship Id="rId31" Type="http://schemas.openxmlformats.org/officeDocument/2006/relationships/image" Target="../media/image110.png"/><Relationship Id="rId44" Type="http://schemas.openxmlformats.org/officeDocument/2006/relationships/customXml" Target="../ink/ink348.xml"/><Relationship Id="rId52" Type="http://schemas.openxmlformats.org/officeDocument/2006/relationships/customXml" Target="../ink/ink352.xml"/><Relationship Id="rId60" Type="http://schemas.openxmlformats.org/officeDocument/2006/relationships/customXml" Target="../ink/ink356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365.xml"/><Relationship Id="rId81" Type="http://schemas.openxmlformats.org/officeDocument/2006/relationships/image" Target="../media/image135.png"/><Relationship Id="rId86" Type="http://schemas.openxmlformats.org/officeDocument/2006/relationships/customXml" Target="../ink/ink369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customXml" Target="../ink/ink378.xml"/><Relationship Id="rId26" Type="http://schemas.openxmlformats.org/officeDocument/2006/relationships/customXml" Target="../ink/ink382.xml"/><Relationship Id="rId39" Type="http://schemas.openxmlformats.org/officeDocument/2006/relationships/image" Target="../media/image114.png"/><Relationship Id="rId21" Type="http://schemas.openxmlformats.org/officeDocument/2006/relationships/image" Target="../media/image105.png"/><Relationship Id="rId34" Type="http://schemas.openxmlformats.org/officeDocument/2006/relationships/customXml" Target="../ink/ink386.xml"/><Relationship Id="rId42" Type="http://schemas.openxmlformats.org/officeDocument/2006/relationships/customXml" Target="../ink/ink390.xml"/><Relationship Id="rId47" Type="http://schemas.openxmlformats.org/officeDocument/2006/relationships/image" Target="../media/image118.png"/><Relationship Id="rId50" Type="http://schemas.openxmlformats.org/officeDocument/2006/relationships/customXml" Target="../ink/ink394.xml"/><Relationship Id="rId55" Type="http://schemas.openxmlformats.org/officeDocument/2006/relationships/image" Target="../media/image122.png"/><Relationship Id="rId63" Type="http://schemas.openxmlformats.org/officeDocument/2006/relationships/image" Target="../media/image126.png"/><Relationship Id="rId68" Type="http://schemas.openxmlformats.org/officeDocument/2006/relationships/customXml" Target="../ink/ink403.xml"/><Relationship Id="rId76" Type="http://schemas.openxmlformats.org/officeDocument/2006/relationships/customXml" Target="../ink/ink407.xml"/><Relationship Id="rId84" Type="http://schemas.openxmlformats.org/officeDocument/2006/relationships/customXml" Target="../ink/ink411.xml"/><Relationship Id="rId89" Type="http://schemas.openxmlformats.org/officeDocument/2006/relationships/customXml" Target="../ink/ink413.xml"/><Relationship Id="rId7" Type="http://schemas.openxmlformats.org/officeDocument/2006/relationships/image" Target="../media/image98.png"/><Relationship Id="rId71" Type="http://schemas.openxmlformats.org/officeDocument/2006/relationships/image" Target="../media/image130.png"/><Relationship Id="rId92" Type="http://schemas.openxmlformats.org/officeDocument/2006/relationships/image" Target="../media/image148.png"/><Relationship Id="rId2" Type="http://schemas.openxmlformats.org/officeDocument/2006/relationships/customXml" Target="../ink/ink370.xml"/><Relationship Id="rId16" Type="http://schemas.openxmlformats.org/officeDocument/2006/relationships/customXml" Target="../ink/ink377.xml"/><Relationship Id="rId29" Type="http://schemas.openxmlformats.org/officeDocument/2006/relationships/image" Target="../media/image109.png"/><Relationship Id="rId11" Type="http://schemas.openxmlformats.org/officeDocument/2006/relationships/image" Target="../media/image100.png"/><Relationship Id="rId24" Type="http://schemas.openxmlformats.org/officeDocument/2006/relationships/customXml" Target="../ink/ink381.xml"/><Relationship Id="rId32" Type="http://schemas.openxmlformats.org/officeDocument/2006/relationships/customXml" Target="../ink/ink385.xml"/><Relationship Id="rId37" Type="http://schemas.openxmlformats.org/officeDocument/2006/relationships/image" Target="../media/image113.png"/><Relationship Id="rId40" Type="http://schemas.openxmlformats.org/officeDocument/2006/relationships/customXml" Target="../ink/ink389.xml"/><Relationship Id="rId45" Type="http://schemas.openxmlformats.org/officeDocument/2006/relationships/image" Target="../media/image117.png"/><Relationship Id="rId53" Type="http://schemas.openxmlformats.org/officeDocument/2006/relationships/image" Target="../media/image121.png"/><Relationship Id="rId58" Type="http://schemas.openxmlformats.org/officeDocument/2006/relationships/customXml" Target="../ink/ink398.xml"/><Relationship Id="rId66" Type="http://schemas.openxmlformats.org/officeDocument/2006/relationships/customXml" Target="../ink/ink402.xml"/><Relationship Id="rId74" Type="http://schemas.openxmlformats.org/officeDocument/2006/relationships/customXml" Target="../ink/ink406.xml"/><Relationship Id="rId79" Type="http://schemas.openxmlformats.org/officeDocument/2006/relationships/image" Target="../media/image134.png"/><Relationship Id="rId87" Type="http://schemas.openxmlformats.org/officeDocument/2006/relationships/image" Target="../media/image138.png"/><Relationship Id="rId5" Type="http://schemas.openxmlformats.org/officeDocument/2006/relationships/image" Target="../media/image97.png"/><Relationship Id="rId61" Type="http://schemas.openxmlformats.org/officeDocument/2006/relationships/image" Target="../media/image125.png"/><Relationship Id="rId82" Type="http://schemas.openxmlformats.org/officeDocument/2006/relationships/customXml" Target="../ink/ink410.xml"/><Relationship Id="rId90" Type="http://schemas.openxmlformats.org/officeDocument/2006/relationships/image" Target="../media/image147.png"/><Relationship Id="rId19" Type="http://schemas.openxmlformats.org/officeDocument/2006/relationships/image" Target="../media/image104.png"/><Relationship Id="rId14" Type="http://schemas.openxmlformats.org/officeDocument/2006/relationships/customXml" Target="../ink/ink376.xml"/><Relationship Id="rId22" Type="http://schemas.openxmlformats.org/officeDocument/2006/relationships/customXml" Target="../ink/ink380.xml"/><Relationship Id="rId27" Type="http://schemas.openxmlformats.org/officeDocument/2006/relationships/image" Target="../media/image108.png"/><Relationship Id="rId30" Type="http://schemas.openxmlformats.org/officeDocument/2006/relationships/customXml" Target="../ink/ink384.xml"/><Relationship Id="rId35" Type="http://schemas.openxmlformats.org/officeDocument/2006/relationships/image" Target="../media/image112.png"/><Relationship Id="rId43" Type="http://schemas.openxmlformats.org/officeDocument/2006/relationships/image" Target="../media/image116.png"/><Relationship Id="rId48" Type="http://schemas.openxmlformats.org/officeDocument/2006/relationships/customXml" Target="../ink/ink393.xml"/><Relationship Id="rId56" Type="http://schemas.openxmlformats.org/officeDocument/2006/relationships/customXml" Target="../ink/ink397.xml"/><Relationship Id="rId64" Type="http://schemas.openxmlformats.org/officeDocument/2006/relationships/customXml" Target="../ink/ink401.xml"/><Relationship Id="rId69" Type="http://schemas.openxmlformats.org/officeDocument/2006/relationships/image" Target="../media/image129.png"/><Relationship Id="rId77" Type="http://schemas.openxmlformats.org/officeDocument/2006/relationships/image" Target="../media/image133.png"/><Relationship Id="rId8" Type="http://schemas.openxmlformats.org/officeDocument/2006/relationships/customXml" Target="../ink/ink373.xml"/><Relationship Id="rId51" Type="http://schemas.openxmlformats.org/officeDocument/2006/relationships/image" Target="../media/image120.png"/><Relationship Id="rId72" Type="http://schemas.openxmlformats.org/officeDocument/2006/relationships/customXml" Target="../ink/ink405.xml"/><Relationship Id="rId80" Type="http://schemas.openxmlformats.org/officeDocument/2006/relationships/customXml" Target="../ink/ink409.xml"/><Relationship Id="rId85" Type="http://schemas.openxmlformats.org/officeDocument/2006/relationships/image" Target="../media/image137.png"/><Relationship Id="rId3" Type="http://schemas.openxmlformats.org/officeDocument/2006/relationships/image" Target="../media/image96.png"/><Relationship Id="rId12" Type="http://schemas.openxmlformats.org/officeDocument/2006/relationships/customXml" Target="../ink/ink375.xml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33" Type="http://schemas.openxmlformats.org/officeDocument/2006/relationships/image" Target="../media/image111.png"/><Relationship Id="rId38" Type="http://schemas.openxmlformats.org/officeDocument/2006/relationships/customXml" Target="../ink/ink388.xml"/><Relationship Id="rId46" Type="http://schemas.openxmlformats.org/officeDocument/2006/relationships/customXml" Target="../ink/ink392.xml"/><Relationship Id="rId59" Type="http://schemas.openxmlformats.org/officeDocument/2006/relationships/image" Target="../media/image124.png"/><Relationship Id="rId67" Type="http://schemas.openxmlformats.org/officeDocument/2006/relationships/image" Target="../media/image128.png"/><Relationship Id="rId20" Type="http://schemas.openxmlformats.org/officeDocument/2006/relationships/customXml" Target="../ink/ink379.xml"/><Relationship Id="rId41" Type="http://schemas.openxmlformats.org/officeDocument/2006/relationships/image" Target="../media/image115.png"/><Relationship Id="rId54" Type="http://schemas.openxmlformats.org/officeDocument/2006/relationships/customXml" Target="../ink/ink396.xml"/><Relationship Id="rId62" Type="http://schemas.openxmlformats.org/officeDocument/2006/relationships/customXml" Target="../ink/ink400.xml"/><Relationship Id="rId70" Type="http://schemas.openxmlformats.org/officeDocument/2006/relationships/customXml" Target="../ink/ink404.xml"/><Relationship Id="rId75" Type="http://schemas.openxmlformats.org/officeDocument/2006/relationships/image" Target="../media/image132.png"/><Relationship Id="rId83" Type="http://schemas.openxmlformats.org/officeDocument/2006/relationships/image" Target="../media/image136.png"/><Relationship Id="rId88" Type="http://schemas.openxmlformats.org/officeDocument/2006/relationships/image" Target="../media/image146.png"/><Relationship Id="rId91" Type="http://schemas.openxmlformats.org/officeDocument/2006/relationships/customXml" Target="../ink/ink4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2.xml"/><Relationship Id="rId15" Type="http://schemas.openxmlformats.org/officeDocument/2006/relationships/image" Target="../media/image102.png"/><Relationship Id="rId23" Type="http://schemas.openxmlformats.org/officeDocument/2006/relationships/image" Target="../media/image106.png"/><Relationship Id="rId28" Type="http://schemas.openxmlformats.org/officeDocument/2006/relationships/customXml" Target="../ink/ink383.xml"/><Relationship Id="rId36" Type="http://schemas.openxmlformats.org/officeDocument/2006/relationships/customXml" Target="../ink/ink387.xml"/><Relationship Id="rId49" Type="http://schemas.openxmlformats.org/officeDocument/2006/relationships/image" Target="../media/image119.png"/><Relationship Id="rId57" Type="http://schemas.openxmlformats.org/officeDocument/2006/relationships/image" Target="../media/image123.png"/><Relationship Id="rId10" Type="http://schemas.openxmlformats.org/officeDocument/2006/relationships/customXml" Target="../ink/ink374.xml"/><Relationship Id="rId31" Type="http://schemas.openxmlformats.org/officeDocument/2006/relationships/image" Target="../media/image110.png"/><Relationship Id="rId44" Type="http://schemas.openxmlformats.org/officeDocument/2006/relationships/customXml" Target="../ink/ink391.xml"/><Relationship Id="rId52" Type="http://schemas.openxmlformats.org/officeDocument/2006/relationships/customXml" Target="../ink/ink395.xml"/><Relationship Id="rId60" Type="http://schemas.openxmlformats.org/officeDocument/2006/relationships/customXml" Target="../ink/ink399.xml"/><Relationship Id="rId65" Type="http://schemas.openxmlformats.org/officeDocument/2006/relationships/image" Target="../media/image127.png"/><Relationship Id="rId73" Type="http://schemas.openxmlformats.org/officeDocument/2006/relationships/image" Target="../media/image131.png"/><Relationship Id="rId78" Type="http://schemas.openxmlformats.org/officeDocument/2006/relationships/customXml" Target="../ink/ink408.xml"/><Relationship Id="rId81" Type="http://schemas.openxmlformats.org/officeDocument/2006/relationships/image" Target="../media/image135.png"/><Relationship Id="rId86" Type="http://schemas.openxmlformats.org/officeDocument/2006/relationships/customXml" Target="../ink/ink412.xml"/><Relationship Id="rId4" Type="http://schemas.openxmlformats.org/officeDocument/2006/relationships/customXml" Target="../ink/ink371.xml"/><Relationship Id="rId9" Type="http://schemas.openxmlformats.org/officeDocument/2006/relationships/image" Target="../media/image9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90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9470-BA8C-D817-E7B2-605D7475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D598C3-56D9-B009-59D8-450741C2DF40}"/>
              </a:ext>
            </a:extLst>
          </p:cNvPr>
          <p:cNvSpPr txBox="1"/>
          <p:nvPr/>
        </p:nvSpPr>
        <p:spPr>
          <a:xfrm>
            <a:off x="100584" y="272534"/>
            <a:ext cx="790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 Implementation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Single Neuron Training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9E3FCC-633D-BD03-7975-626B5030CB94}"/>
              </a:ext>
            </a:extLst>
          </p:cNvPr>
          <p:cNvSpPr/>
          <p:nvPr/>
        </p:nvSpPr>
        <p:spPr>
          <a:xfrm>
            <a:off x="9701784" y="1097280"/>
            <a:ext cx="1042416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23021-9D2C-4127-CC1D-A066C7D6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67" y="1316737"/>
            <a:ext cx="5216061" cy="3131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CB0AA9-AFD6-D584-548B-A522DC0D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67" y="4791457"/>
            <a:ext cx="9175405" cy="189456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85E8CC-4684-1C72-D9D9-9C240E972B51}"/>
              </a:ext>
            </a:extLst>
          </p:cNvPr>
          <p:cNvGrpSpPr/>
          <p:nvPr/>
        </p:nvGrpSpPr>
        <p:grpSpPr>
          <a:xfrm>
            <a:off x="8315064" y="1097856"/>
            <a:ext cx="285480" cy="197640"/>
            <a:chOff x="8315064" y="1097856"/>
            <a:chExt cx="2854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64F3B7-CBB6-A43B-1D25-5946EA453F8A}"/>
                    </a:ext>
                  </a:extLst>
                </p14:cNvPr>
                <p14:cNvContentPartPr/>
                <p14:nvPr/>
              </p14:nvContentPartPr>
              <p14:xfrm>
                <a:off x="8315064" y="1129896"/>
                <a:ext cx="139320" cy="120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64F3B7-CBB6-A43B-1D25-5946EA453F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97424" y="1111896"/>
                  <a:ext cx="174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70CE2F-9A80-2E1C-2771-2BC2F5FA1F88}"/>
                    </a:ext>
                  </a:extLst>
                </p14:cNvPr>
                <p14:cNvContentPartPr/>
                <p14:nvPr/>
              </p14:nvContentPartPr>
              <p14:xfrm>
                <a:off x="8403984" y="1097856"/>
                <a:ext cx="142920" cy="13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70CE2F-9A80-2E1C-2771-2BC2F5FA1F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6344" y="1080216"/>
                  <a:ext cx="178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610A91-09C2-7E73-CFA9-43B2C3DC1FB2}"/>
                    </a:ext>
                  </a:extLst>
                </p14:cNvPr>
                <p14:cNvContentPartPr/>
                <p14:nvPr/>
              </p14:nvContentPartPr>
              <p14:xfrm>
                <a:off x="8578224" y="1188936"/>
                <a:ext cx="22320" cy="10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610A91-09C2-7E73-CFA9-43B2C3DC1F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60584" y="1170936"/>
                  <a:ext cx="5796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87FF76-B3B8-DA40-0607-B22A47020174}"/>
              </a:ext>
            </a:extLst>
          </p:cNvPr>
          <p:cNvGrpSpPr/>
          <p:nvPr/>
        </p:nvGrpSpPr>
        <p:grpSpPr>
          <a:xfrm>
            <a:off x="8378424" y="1772496"/>
            <a:ext cx="477000" cy="232200"/>
            <a:chOff x="8378424" y="1772496"/>
            <a:chExt cx="47700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522C8E-3A69-4CD0-23E2-1A5B75903AAD}"/>
                    </a:ext>
                  </a:extLst>
                </p14:cNvPr>
                <p14:cNvContentPartPr/>
                <p14:nvPr/>
              </p14:nvContentPartPr>
              <p14:xfrm>
                <a:off x="8378424" y="1781496"/>
                <a:ext cx="154800" cy="10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522C8E-3A69-4CD0-23E2-1A5B75903AA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60424" y="1763496"/>
                  <a:ext cx="190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898570-F572-EDB7-2331-EC90C63C31D8}"/>
                    </a:ext>
                  </a:extLst>
                </p14:cNvPr>
                <p14:cNvContentPartPr/>
                <p14:nvPr/>
              </p14:nvContentPartPr>
              <p14:xfrm>
                <a:off x="8522064" y="1772496"/>
                <a:ext cx="118800" cy="144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898570-F572-EDB7-2331-EC90C63C31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04064" y="1754856"/>
                  <a:ext cx="154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18DD68-C4F8-3415-1AD3-74D5D06B12CD}"/>
                    </a:ext>
                  </a:extLst>
                </p14:cNvPr>
                <p14:cNvContentPartPr/>
                <p14:nvPr/>
              </p14:nvContentPartPr>
              <p14:xfrm>
                <a:off x="8670744" y="1909656"/>
                <a:ext cx="184680" cy="9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18DD68-C4F8-3415-1AD3-74D5D06B12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52744" y="1892016"/>
                  <a:ext cx="2203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4CD5A1-D827-0011-A062-F3CFD7888152}"/>
              </a:ext>
            </a:extLst>
          </p:cNvPr>
          <p:cNvGrpSpPr/>
          <p:nvPr/>
        </p:nvGrpSpPr>
        <p:grpSpPr>
          <a:xfrm>
            <a:off x="8526744" y="2360376"/>
            <a:ext cx="485640" cy="203400"/>
            <a:chOff x="8526744" y="2360376"/>
            <a:chExt cx="4856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579FE7-99C2-B6E1-ADC3-25DDEA13A547}"/>
                    </a:ext>
                  </a:extLst>
                </p14:cNvPr>
                <p14:cNvContentPartPr/>
                <p14:nvPr/>
              </p14:nvContentPartPr>
              <p14:xfrm>
                <a:off x="8526744" y="2372976"/>
                <a:ext cx="128520" cy="1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579FE7-99C2-B6E1-ADC3-25DDEA13A5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08744" y="2355336"/>
                  <a:ext cx="164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2C99A6-8121-95AF-DAEB-A72B28CCE0A8}"/>
                    </a:ext>
                  </a:extLst>
                </p14:cNvPr>
                <p14:cNvContentPartPr/>
                <p14:nvPr/>
              </p14:nvContentPartPr>
              <p14:xfrm>
                <a:off x="8642664" y="2360376"/>
                <a:ext cx="174600" cy="13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2C99A6-8121-95AF-DAEB-A72B28CCE0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24664" y="2342376"/>
                  <a:ext cx="210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E678AAA-5B78-06A5-B87E-9E87E23D043A}"/>
                    </a:ext>
                  </a:extLst>
                </p14:cNvPr>
                <p14:cNvContentPartPr/>
                <p14:nvPr/>
              </p14:nvContentPartPr>
              <p14:xfrm>
                <a:off x="8900064" y="2443896"/>
                <a:ext cx="112320" cy="11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E678AAA-5B78-06A5-B87E-9E87E23D04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82064" y="2426256"/>
                  <a:ext cx="14796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26BBA09-3607-583C-9DA1-15FBF101FCF1}"/>
              </a:ext>
            </a:extLst>
          </p:cNvPr>
          <p:cNvGrpSpPr/>
          <p:nvPr/>
        </p:nvGrpSpPr>
        <p:grpSpPr>
          <a:xfrm>
            <a:off x="9174384" y="925776"/>
            <a:ext cx="378000" cy="195480"/>
            <a:chOff x="9174384" y="925776"/>
            <a:chExt cx="37800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77DA8C-4878-90B8-007E-2AE2D6A17B7B}"/>
                    </a:ext>
                  </a:extLst>
                </p14:cNvPr>
                <p14:cNvContentPartPr/>
                <p14:nvPr/>
              </p14:nvContentPartPr>
              <p14:xfrm>
                <a:off x="9174384" y="925776"/>
                <a:ext cx="263160" cy="10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77DA8C-4878-90B8-007E-2AE2D6A17B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56384" y="908136"/>
                  <a:ext cx="298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A83CAAA-865E-2010-CFCB-79E80FEA8DB9}"/>
                    </a:ext>
                  </a:extLst>
                </p14:cNvPr>
                <p14:cNvContentPartPr/>
                <p14:nvPr/>
              </p14:nvContentPartPr>
              <p14:xfrm>
                <a:off x="9527184" y="981216"/>
                <a:ext cx="25200" cy="140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A83CAAA-865E-2010-CFCB-79E80FEA8D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09184" y="963576"/>
                  <a:ext cx="608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BD5BEC-92F6-1382-B545-FDB6B25AC910}"/>
              </a:ext>
            </a:extLst>
          </p:cNvPr>
          <p:cNvGrpSpPr/>
          <p:nvPr/>
        </p:nvGrpSpPr>
        <p:grpSpPr>
          <a:xfrm>
            <a:off x="8991144" y="1227456"/>
            <a:ext cx="542160" cy="575640"/>
            <a:chOff x="8991144" y="1227456"/>
            <a:chExt cx="54216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AF1352-2C44-2A72-6113-0C3CC051A324}"/>
                    </a:ext>
                  </a:extLst>
                </p14:cNvPr>
                <p14:cNvContentPartPr/>
                <p14:nvPr/>
              </p14:nvContentPartPr>
              <p14:xfrm>
                <a:off x="9031104" y="1227456"/>
                <a:ext cx="487440" cy="18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AF1352-2C44-2A72-6113-0C3CC051A3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13104" y="1209816"/>
                  <a:ext cx="523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6CF38F-E8D7-8938-FED3-09ED6139A47D}"/>
                    </a:ext>
                  </a:extLst>
                </p14:cNvPr>
                <p14:cNvContentPartPr/>
                <p14:nvPr/>
              </p14:nvContentPartPr>
              <p14:xfrm>
                <a:off x="9013824" y="1655136"/>
                <a:ext cx="50508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6CF38F-E8D7-8938-FED3-09ED6139A4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96184" y="1637496"/>
                  <a:ext cx="540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0C23CD-D41E-2C50-1992-4EBB4EAE0446}"/>
                    </a:ext>
                  </a:extLst>
                </p14:cNvPr>
                <p14:cNvContentPartPr/>
                <p14:nvPr/>
              </p14:nvContentPartPr>
              <p14:xfrm>
                <a:off x="9383184" y="1607256"/>
                <a:ext cx="150120" cy="165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0C23CD-D41E-2C50-1992-4EBB4EAE04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65544" y="1589616"/>
                  <a:ext cx="185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FC4995-D544-CC8B-8BB4-4FAA21F5E60F}"/>
                    </a:ext>
                  </a:extLst>
                </p14:cNvPr>
                <p14:cNvContentPartPr/>
                <p14:nvPr/>
              </p14:nvContentPartPr>
              <p14:xfrm>
                <a:off x="8991144" y="1493136"/>
                <a:ext cx="182520" cy="10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FC4995-D544-CC8B-8BB4-4FAA21F5E6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73144" y="1475136"/>
                  <a:ext cx="218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B0E26B-B2F7-3C09-C6D3-C41456D163BD}"/>
                    </a:ext>
                  </a:extLst>
                </p14:cNvPr>
                <p14:cNvContentPartPr/>
                <p14:nvPr/>
              </p14:nvContentPartPr>
              <p14:xfrm>
                <a:off x="9261144" y="1529856"/>
                <a:ext cx="195480" cy="65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B0E26B-B2F7-3C09-C6D3-C41456D163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43504" y="1512216"/>
                  <a:ext cx="2311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F6111F9-E9DF-A787-08C0-BE597860A482}"/>
              </a:ext>
            </a:extLst>
          </p:cNvPr>
          <p:cNvGrpSpPr/>
          <p:nvPr/>
        </p:nvGrpSpPr>
        <p:grpSpPr>
          <a:xfrm>
            <a:off x="9193464" y="2010816"/>
            <a:ext cx="897120" cy="442800"/>
            <a:chOff x="9193464" y="2010816"/>
            <a:chExt cx="89712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EA39CB-1831-C0D6-1E1E-59B637741C05}"/>
                    </a:ext>
                  </a:extLst>
                </p14:cNvPr>
                <p14:cNvContentPartPr/>
                <p14:nvPr/>
              </p14:nvContentPartPr>
              <p14:xfrm>
                <a:off x="9193464" y="2027736"/>
                <a:ext cx="453600" cy="27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EA39CB-1831-C0D6-1E1E-59B637741C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75824" y="2009736"/>
                  <a:ext cx="489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D7E00C-87E1-E6B8-B35F-5669AEC99DC2}"/>
                    </a:ext>
                  </a:extLst>
                </p14:cNvPr>
                <p14:cNvContentPartPr/>
                <p14:nvPr/>
              </p14:nvContentPartPr>
              <p14:xfrm>
                <a:off x="9517824" y="2010816"/>
                <a:ext cx="189000" cy="17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D7E00C-87E1-E6B8-B35F-5669AEC99D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00184" y="1992816"/>
                  <a:ext cx="224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950A47-88CF-C17F-3160-B170CA21AB91}"/>
                    </a:ext>
                  </a:extLst>
                </p14:cNvPr>
                <p14:cNvContentPartPr/>
                <p14:nvPr/>
              </p14:nvContentPartPr>
              <p14:xfrm>
                <a:off x="9542664" y="2230776"/>
                <a:ext cx="28908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950A47-88CF-C17F-3160-B170CA21AB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25024" y="2213136"/>
                  <a:ext cx="32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C7673C-2E8C-BD4A-DE1B-9BBD0D3B28EF}"/>
                    </a:ext>
                  </a:extLst>
                </p14:cNvPr>
                <p14:cNvContentPartPr/>
                <p14:nvPr/>
              </p14:nvContentPartPr>
              <p14:xfrm>
                <a:off x="9934704" y="2304216"/>
                <a:ext cx="155880" cy="149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C7673C-2E8C-BD4A-DE1B-9BBD0D3B28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17064" y="2286576"/>
                  <a:ext cx="1915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3C1F01-200F-2CA7-C955-5E59C97646D6}"/>
              </a:ext>
            </a:extLst>
          </p:cNvPr>
          <p:cNvGrpSpPr/>
          <p:nvPr/>
        </p:nvGrpSpPr>
        <p:grpSpPr>
          <a:xfrm>
            <a:off x="10856304" y="1497456"/>
            <a:ext cx="411480" cy="168120"/>
            <a:chOff x="10856304" y="1497456"/>
            <a:chExt cx="41148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983D4F-A993-5174-B8B4-62C823E11AFE}"/>
                    </a:ext>
                  </a:extLst>
                </p14:cNvPr>
                <p14:cNvContentPartPr/>
                <p14:nvPr/>
              </p14:nvContentPartPr>
              <p14:xfrm>
                <a:off x="10856304" y="1551096"/>
                <a:ext cx="33228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983D4F-A993-5174-B8B4-62C823E11A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38304" y="1533456"/>
                  <a:ext cx="367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B18810-E504-5DE3-4BC6-4F8527B76818}"/>
                    </a:ext>
                  </a:extLst>
                </p14:cNvPr>
                <p14:cNvContentPartPr/>
                <p14:nvPr/>
              </p14:nvContentPartPr>
              <p14:xfrm>
                <a:off x="11053944" y="1497456"/>
                <a:ext cx="213840" cy="168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B18810-E504-5DE3-4BC6-4F8527B768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35944" y="1479456"/>
                  <a:ext cx="249480" cy="20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329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B09-9C55-8DB0-9F5B-080BF71C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6DA755C-CA7F-5C91-20C3-D907A766471A}"/>
              </a:ext>
            </a:extLst>
          </p:cNvPr>
          <p:cNvSpPr/>
          <p:nvPr/>
        </p:nvSpPr>
        <p:spPr>
          <a:xfrm>
            <a:off x="9701784" y="1097280"/>
            <a:ext cx="1042416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9FF432-281F-BC36-A54E-8D1CBDFA6153}"/>
              </a:ext>
            </a:extLst>
          </p:cNvPr>
          <p:cNvGrpSpPr/>
          <p:nvPr/>
        </p:nvGrpSpPr>
        <p:grpSpPr>
          <a:xfrm>
            <a:off x="8315064" y="1097856"/>
            <a:ext cx="285480" cy="197640"/>
            <a:chOff x="8315064" y="1097856"/>
            <a:chExt cx="2854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CDBFE4-B6F8-6F7A-52D7-F28A92A69B93}"/>
                    </a:ext>
                  </a:extLst>
                </p14:cNvPr>
                <p14:cNvContentPartPr/>
                <p14:nvPr/>
              </p14:nvContentPartPr>
              <p14:xfrm>
                <a:off x="8315064" y="1129896"/>
                <a:ext cx="139320" cy="120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CDBFE4-B6F8-6F7A-52D7-F28A92A69B9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97064" y="1111896"/>
                  <a:ext cx="174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E57472-F946-DEC4-E2BB-D465E8DE7F39}"/>
                    </a:ext>
                  </a:extLst>
                </p14:cNvPr>
                <p14:cNvContentPartPr/>
                <p14:nvPr/>
              </p14:nvContentPartPr>
              <p14:xfrm>
                <a:off x="8403984" y="1097856"/>
                <a:ext cx="142920" cy="13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E57472-F946-DEC4-E2BB-D465E8DE7F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5984" y="1079856"/>
                  <a:ext cx="178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6119785-73AD-B5EC-F23D-8BD249D7A0CD}"/>
                    </a:ext>
                  </a:extLst>
                </p14:cNvPr>
                <p14:cNvContentPartPr/>
                <p14:nvPr/>
              </p14:nvContentPartPr>
              <p14:xfrm>
                <a:off x="8578224" y="1188936"/>
                <a:ext cx="22320" cy="10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6119785-73AD-B5EC-F23D-8BD249D7A0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60224" y="1170997"/>
                  <a:ext cx="57960" cy="1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2AB07BD-A1AD-C595-1845-6F85F2AF11F8}"/>
              </a:ext>
            </a:extLst>
          </p:cNvPr>
          <p:cNvGrpSpPr/>
          <p:nvPr/>
        </p:nvGrpSpPr>
        <p:grpSpPr>
          <a:xfrm>
            <a:off x="8378424" y="1772496"/>
            <a:ext cx="477000" cy="232200"/>
            <a:chOff x="8378424" y="1772496"/>
            <a:chExt cx="47700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58DDDB-E5A7-A4A0-D79B-32990CCA0A12}"/>
                    </a:ext>
                  </a:extLst>
                </p14:cNvPr>
                <p14:cNvContentPartPr/>
                <p14:nvPr/>
              </p14:nvContentPartPr>
              <p14:xfrm>
                <a:off x="8378424" y="1781496"/>
                <a:ext cx="154800" cy="10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58DDDB-E5A7-A4A0-D79B-32990CCA0A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60424" y="1763496"/>
                  <a:ext cx="190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1EFAF2-8CDD-B7C9-04F1-ACAB409836A7}"/>
                    </a:ext>
                  </a:extLst>
                </p14:cNvPr>
                <p14:cNvContentPartPr/>
                <p14:nvPr/>
              </p14:nvContentPartPr>
              <p14:xfrm>
                <a:off x="8522064" y="1772496"/>
                <a:ext cx="118800" cy="144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1EFAF2-8CDD-B7C9-04F1-ACAB409836A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04118" y="1754496"/>
                  <a:ext cx="154332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55D991-87D9-A34D-6A5A-F61C0901A818}"/>
                    </a:ext>
                  </a:extLst>
                </p14:cNvPr>
                <p14:cNvContentPartPr/>
                <p14:nvPr/>
              </p14:nvContentPartPr>
              <p14:xfrm>
                <a:off x="8670744" y="1909656"/>
                <a:ext cx="184680" cy="9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55D991-87D9-A34D-6A5A-F61C0901A8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52744" y="1891656"/>
                  <a:ext cx="2203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888F22-3471-0AB0-9650-F2BF4FC45FEF}"/>
              </a:ext>
            </a:extLst>
          </p:cNvPr>
          <p:cNvGrpSpPr/>
          <p:nvPr/>
        </p:nvGrpSpPr>
        <p:grpSpPr>
          <a:xfrm>
            <a:off x="8526744" y="2360376"/>
            <a:ext cx="485640" cy="203400"/>
            <a:chOff x="8526744" y="2360376"/>
            <a:chExt cx="4856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304ADD-9CF2-20A7-B915-889F7E9536B2}"/>
                    </a:ext>
                  </a:extLst>
                </p14:cNvPr>
                <p14:cNvContentPartPr/>
                <p14:nvPr/>
              </p14:nvContentPartPr>
              <p14:xfrm>
                <a:off x="8526744" y="2372976"/>
                <a:ext cx="128520" cy="1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304ADD-9CF2-20A7-B915-889F7E9536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08744" y="2354976"/>
                  <a:ext cx="164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DB44E43-FB97-C768-F66F-6084620C1665}"/>
                    </a:ext>
                  </a:extLst>
                </p14:cNvPr>
                <p14:cNvContentPartPr/>
                <p14:nvPr/>
              </p14:nvContentPartPr>
              <p14:xfrm>
                <a:off x="8642664" y="2360376"/>
                <a:ext cx="174600" cy="13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DB44E43-FB97-C768-F66F-6084620C16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24664" y="2342425"/>
                  <a:ext cx="21024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6B73C7-8502-4952-9F89-2752F709F77A}"/>
                    </a:ext>
                  </a:extLst>
                </p14:cNvPr>
                <p14:cNvContentPartPr/>
                <p14:nvPr/>
              </p14:nvContentPartPr>
              <p14:xfrm>
                <a:off x="8900064" y="2443896"/>
                <a:ext cx="112320" cy="11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6B73C7-8502-4952-9F89-2752F709F7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82122" y="2425896"/>
                  <a:ext cx="147846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991F6B-97DD-0568-E3F4-1BDB7F7E321F}"/>
              </a:ext>
            </a:extLst>
          </p:cNvPr>
          <p:cNvGrpSpPr/>
          <p:nvPr/>
        </p:nvGrpSpPr>
        <p:grpSpPr>
          <a:xfrm>
            <a:off x="9174384" y="925776"/>
            <a:ext cx="378000" cy="195480"/>
            <a:chOff x="9174384" y="925776"/>
            <a:chExt cx="37800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56DEE2-193A-DC6C-C3B2-33F20E482D00}"/>
                    </a:ext>
                  </a:extLst>
                </p14:cNvPr>
                <p14:cNvContentPartPr/>
                <p14:nvPr/>
              </p14:nvContentPartPr>
              <p14:xfrm>
                <a:off x="9174384" y="925776"/>
                <a:ext cx="263160" cy="10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56DEE2-193A-DC6C-C3B2-33F20E482D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56409" y="907776"/>
                  <a:ext cx="298751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C3350F-020C-C33C-6300-1E6CF8178FB3}"/>
                    </a:ext>
                  </a:extLst>
                </p14:cNvPr>
                <p14:cNvContentPartPr/>
                <p14:nvPr/>
              </p14:nvContentPartPr>
              <p14:xfrm>
                <a:off x="9527184" y="981216"/>
                <a:ext cx="25200" cy="140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C3350F-020C-C33C-6300-1E6CF8178F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09184" y="963216"/>
                  <a:ext cx="608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DC2AA9B-A69F-D272-E6D9-44B29E5FA8B1}"/>
              </a:ext>
            </a:extLst>
          </p:cNvPr>
          <p:cNvGrpSpPr/>
          <p:nvPr/>
        </p:nvGrpSpPr>
        <p:grpSpPr>
          <a:xfrm>
            <a:off x="8991144" y="1227456"/>
            <a:ext cx="542160" cy="575640"/>
            <a:chOff x="8991144" y="1227456"/>
            <a:chExt cx="54216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6B1D92-445A-72F5-4DAB-8786F930D450}"/>
                    </a:ext>
                  </a:extLst>
                </p14:cNvPr>
                <p14:cNvContentPartPr/>
                <p14:nvPr/>
              </p14:nvContentPartPr>
              <p14:xfrm>
                <a:off x="9031104" y="1227456"/>
                <a:ext cx="487440" cy="18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6B1D92-445A-72F5-4DAB-8786F930D4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13104" y="1209456"/>
                  <a:ext cx="523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C70960-AC8E-BA7C-577A-BF2B4421EA83}"/>
                    </a:ext>
                  </a:extLst>
                </p14:cNvPr>
                <p14:cNvContentPartPr/>
                <p14:nvPr/>
              </p14:nvContentPartPr>
              <p14:xfrm>
                <a:off x="9013824" y="1655136"/>
                <a:ext cx="50508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C70960-AC8E-BA7C-577A-BF2B4421EA8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5824" y="1637136"/>
                  <a:ext cx="540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D7E8086-DB3C-20C3-3EAD-00E77D141294}"/>
                    </a:ext>
                  </a:extLst>
                </p14:cNvPr>
                <p14:cNvContentPartPr/>
                <p14:nvPr/>
              </p14:nvContentPartPr>
              <p14:xfrm>
                <a:off x="9383184" y="1607256"/>
                <a:ext cx="150120" cy="165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D7E8086-DB3C-20C3-3EAD-00E77D14129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65184" y="1589256"/>
                  <a:ext cx="185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715E9EA-5EF1-1C68-746E-B5A655337588}"/>
                    </a:ext>
                  </a:extLst>
                </p14:cNvPr>
                <p14:cNvContentPartPr/>
                <p14:nvPr/>
              </p14:nvContentPartPr>
              <p14:xfrm>
                <a:off x="8991144" y="1493136"/>
                <a:ext cx="182520" cy="10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715E9EA-5EF1-1C68-746E-B5A6553375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3144" y="1475136"/>
                  <a:ext cx="218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F2B8F6-BD03-9312-035F-3D8DDFDFBC43}"/>
                    </a:ext>
                  </a:extLst>
                </p14:cNvPr>
                <p14:cNvContentPartPr/>
                <p14:nvPr/>
              </p14:nvContentPartPr>
              <p14:xfrm>
                <a:off x="9261144" y="1529856"/>
                <a:ext cx="195480" cy="65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F2B8F6-BD03-9312-035F-3D8DDFDFBC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43111" y="1511856"/>
                  <a:ext cx="231186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78258EF-D0F6-A94F-AAE4-852142570750}"/>
              </a:ext>
            </a:extLst>
          </p:cNvPr>
          <p:cNvGrpSpPr/>
          <p:nvPr/>
        </p:nvGrpSpPr>
        <p:grpSpPr>
          <a:xfrm>
            <a:off x="9193464" y="2010816"/>
            <a:ext cx="897120" cy="442800"/>
            <a:chOff x="9193464" y="2010816"/>
            <a:chExt cx="89712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8D245E-4BC0-DC34-8D94-D20E9329BB95}"/>
                    </a:ext>
                  </a:extLst>
                </p14:cNvPr>
                <p14:cNvContentPartPr/>
                <p14:nvPr/>
              </p14:nvContentPartPr>
              <p14:xfrm>
                <a:off x="9193464" y="2027736"/>
                <a:ext cx="453600" cy="27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8D245E-4BC0-DC34-8D94-D20E9329BB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75464" y="2009736"/>
                  <a:ext cx="489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6CB23F-0135-E490-0D32-19878EEBFEE2}"/>
                    </a:ext>
                  </a:extLst>
                </p14:cNvPr>
                <p14:cNvContentPartPr/>
                <p14:nvPr/>
              </p14:nvContentPartPr>
              <p14:xfrm>
                <a:off x="9517824" y="2010816"/>
                <a:ext cx="189000" cy="17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6CB23F-0135-E490-0D32-19878EEBFE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99824" y="1992816"/>
                  <a:ext cx="224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A43924-DB58-D8C8-AEDF-2C33B6A0C91F}"/>
                    </a:ext>
                  </a:extLst>
                </p14:cNvPr>
                <p14:cNvContentPartPr/>
                <p14:nvPr/>
              </p14:nvContentPartPr>
              <p14:xfrm>
                <a:off x="9542664" y="2230776"/>
                <a:ext cx="28908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A43924-DB58-D8C8-AEDF-2C33B6A0C9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4664" y="2212776"/>
                  <a:ext cx="32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EA2B32-582A-FBDE-D883-6123427677D6}"/>
                    </a:ext>
                  </a:extLst>
                </p14:cNvPr>
                <p14:cNvContentPartPr/>
                <p14:nvPr/>
              </p14:nvContentPartPr>
              <p14:xfrm>
                <a:off x="9934704" y="2304216"/>
                <a:ext cx="155880" cy="149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EA2B32-582A-FBDE-D883-6123427677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16704" y="2286216"/>
                  <a:ext cx="1915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8B1C2C-0D0A-3D0D-EC41-E60F46935074}"/>
              </a:ext>
            </a:extLst>
          </p:cNvPr>
          <p:cNvGrpSpPr/>
          <p:nvPr/>
        </p:nvGrpSpPr>
        <p:grpSpPr>
          <a:xfrm>
            <a:off x="10856304" y="1497456"/>
            <a:ext cx="411480" cy="168120"/>
            <a:chOff x="10856304" y="1497456"/>
            <a:chExt cx="41148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7C8FCC-CF65-5C9C-5326-BC9F41A7E1FF}"/>
                    </a:ext>
                  </a:extLst>
                </p14:cNvPr>
                <p14:cNvContentPartPr/>
                <p14:nvPr/>
              </p14:nvContentPartPr>
              <p14:xfrm>
                <a:off x="10856304" y="1551096"/>
                <a:ext cx="33228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7C8FCC-CF65-5C9C-5326-BC9F41A7E1F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38304" y="1533096"/>
                  <a:ext cx="367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E8CC6C-28ED-902F-1937-7283CE5AA97D}"/>
                    </a:ext>
                  </a:extLst>
                </p14:cNvPr>
                <p14:cNvContentPartPr/>
                <p14:nvPr/>
              </p14:nvContentPartPr>
              <p14:xfrm>
                <a:off x="11053944" y="1497456"/>
                <a:ext cx="213840" cy="168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E8CC6C-28ED-902F-1937-7283CE5AA9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35944" y="1479456"/>
                  <a:ext cx="249480" cy="20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C62BBA-EF75-C2F1-629E-26ADB268A64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0307" y="20968"/>
            <a:ext cx="7156117" cy="672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6DEE-4E41-CE98-50FA-3CAE6760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3062FD6-D28C-0253-DB82-6BA940646B58}"/>
              </a:ext>
            </a:extLst>
          </p:cNvPr>
          <p:cNvSpPr/>
          <p:nvPr/>
        </p:nvSpPr>
        <p:spPr>
          <a:xfrm>
            <a:off x="9701784" y="1097280"/>
            <a:ext cx="1042416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6E06F9-2157-40AA-24C9-A983CA73CF13}"/>
              </a:ext>
            </a:extLst>
          </p:cNvPr>
          <p:cNvGrpSpPr/>
          <p:nvPr/>
        </p:nvGrpSpPr>
        <p:grpSpPr>
          <a:xfrm>
            <a:off x="8315064" y="1097856"/>
            <a:ext cx="285480" cy="197640"/>
            <a:chOff x="8315064" y="1097856"/>
            <a:chExt cx="2854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0FCDA5-3A31-5218-18D2-D50BC0928D28}"/>
                    </a:ext>
                  </a:extLst>
                </p14:cNvPr>
                <p14:cNvContentPartPr/>
                <p14:nvPr/>
              </p14:nvContentPartPr>
              <p14:xfrm>
                <a:off x="8315064" y="1129896"/>
                <a:ext cx="139320" cy="120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0FCDA5-3A31-5218-18D2-D50BC0928D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97064" y="1111896"/>
                  <a:ext cx="174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CE1CF2-2A5B-5492-CF64-CCBD872E386F}"/>
                    </a:ext>
                  </a:extLst>
                </p14:cNvPr>
                <p14:cNvContentPartPr/>
                <p14:nvPr/>
              </p14:nvContentPartPr>
              <p14:xfrm>
                <a:off x="8403984" y="1097856"/>
                <a:ext cx="142920" cy="13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CE1CF2-2A5B-5492-CF64-CCBD872E38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5984" y="1079856"/>
                  <a:ext cx="178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750FED-B9B6-2EE2-62E7-BEAE35C898CE}"/>
                    </a:ext>
                  </a:extLst>
                </p14:cNvPr>
                <p14:cNvContentPartPr/>
                <p14:nvPr/>
              </p14:nvContentPartPr>
              <p14:xfrm>
                <a:off x="8578224" y="1188936"/>
                <a:ext cx="22320" cy="10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750FED-B9B6-2EE2-62E7-BEAE35C898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60224" y="1170997"/>
                  <a:ext cx="57960" cy="1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776249-C13B-79C2-4580-C3EDB9E5FC51}"/>
              </a:ext>
            </a:extLst>
          </p:cNvPr>
          <p:cNvGrpSpPr/>
          <p:nvPr/>
        </p:nvGrpSpPr>
        <p:grpSpPr>
          <a:xfrm>
            <a:off x="8378424" y="1772496"/>
            <a:ext cx="477000" cy="232200"/>
            <a:chOff x="8378424" y="1772496"/>
            <a:chExt cx="47700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FCFCB5-B4A1-F5D4-178F-646DA2BFF72D}"/>
                    </a:ext>
                  </a:extLst>
                </p14:cNvPr>
                <p14:cNvContentPartPr/>
                <p14:nvPr/>
              </p14:nvContentPartPr>
              <p14:xfrm>
                <a:off x="8378424" y="1781496"/>
                <a:ext cx="154800" cy="10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FCFCB5-B4A1-F5D4-178F-646DA2BFF7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60424" y="1763496"/>
                  <a:ext cx="190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966AB6-A2A4-0394-D450-0221A1E5B675}"/>
                    </a:ext>
                  </a:extLst>
                </p14:cNvPr>
                <p14:cNvContentPartPr/>
                <p14:nvPr/>
              </p14:nvContentPartPr>
              <p14:xfrm>
                <a:off x="8522064" y="1772496"/>
                <a:ext cx="118800" cy="144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966AB6-A2A4-0394-D450-0221A1E5B6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04118" y="1754496"/>
                  <a:ext cx="154332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484EF1-8212-1AA1-41D3-39324EBB9D59}"/>
                    </a:ext>
                  </a:extLst>
                </p14:cNvPr>
                <p14:cNvContentPartPr/>
                <p14:nvPr/>
              </p14:nvContentPartPr>
              <p14:xfrm>
                <a:off x="8670744" y="1909656"/>
                <a:ext cx="184680" cy="9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484EF1-8212-1AA1-41D3-39324EBB9D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52744" y="1891656"/>
                  <a:ext cx="2203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41D6C1-1ACA-8DA0-EC10-87EAC37A97C9}"/>
              </a:ext>
            </a:extLst>
          </p:cNvPr>
          <p:cNvGrpSpPr/>
          <p:nvPr/>
        </p:nvGrpSpPr>
        <p:grpSpPr>
          <a:xfrm>
            <a:off x="8526744" y="2360376"/>
            <a:ext cx="485640" cy="203400"/>
            <a:chOff x="8526744" y="2360376"/>
            <a:chExt cx="4856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220953-0DFA-03E7-2295-450A949AE84A}"/>
                    </a:ext>
                  </a:extLst>
                </p14:cNvPr>
                <p14:cNvContentPartPr/>
                <p14:nvPr/>
              </p14:nvContentPartPr>
              <p14:xfrm>
                <a:off x="8526744" y="2372976"/>
                <a:ext cx="128520" cy="1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220953-0DFA-03E7-2295-450A949AE8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08744" y="2354976"/>
                  <a:ext cx="164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5B9373-0206-983A-7D13-1D568383F12D}"/>
                    </a:ext>
                  </a:extLst>
                </p14:cNvPr>
                <p14:cNvContentPartPr/>
                <p14:nvPr/>
              </p14:nvContentPartPr>
              <p14:xfrm>
                <a:off x="8642664" y="2360376"/>
                <a:ext cx="174600" cy="132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5B9373-0206-983A-7D13-1D568383F1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24664" y="2342425"/>
                  <a:ext cx="21024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3D5E147-F142-F960-7337-F80C258E9733}"/>
                    </a:ext>
                  </a:extLst>
                </p14:cNvPr>
                <p14:cNvContentPartPr/>
                <p14:nvPr/>
              </p14:nvContentPartPr>
              <p14:xfrm>
                <a:off x="8900064" y="2443896"/>
                <a:ext cx="112320" cy="11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3D5E147-F142-F960-7337-F80C258E97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82122" y="2425896"/>
                  <a:ext cx="147846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A521BEA-565A-C9D5-18EE-09CD2800BA25}"/>
              </a:ext>
            </a:extLst>
          </p:cNvPr>
          <p:cNvGrpSpPr/>
          <p:nvPr/>
        </p:nvGrpSpPr>
        <p:grpSpPr>
          <a:xfrm>
            <a:off x="9174384" y="925776"/>
            <a:ext cx="378000" cy="195480"/>
            <a:chOff x="9174384" y="925776"/>
            <a:chExt cx="37800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F50E88-4462-4E33-6B76-A3EA6DF3B3B2}"/>
                    </a:ext>
                  </a:extLst>
                </p14:cNvPr>
                <p14:cNvContentPartPr/>
                <p14:nvPr/>
              </p14:nvContentPartPr>
              <p14:xfrm>
                <a:off x="9174384" y="925776"/>
                <a:ext cx="263160" cy="101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F50E88-4462-4E33-6B76-A3EA6DF3B3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56409" y="907776"/>
                  <a:ext cx="298751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213786-7E5E-A261-FE52-C67035A55FBD}"/>
                    </a:ext>
                  </a:extLst>
                </p14:cNvPr>
                <p14:cNvContentPartPr/>
                <p14:nvPr/>
              </p14:nvContentPartPr>
              <p14:xfrm>
                <a:off x="9527184" y="981216"/>
                <a:ext cx="25200" cy="140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213786-7E5E-A261-FE52-C67035A55F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09184" y="963216"/>
                  <a:ext cx="608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FC2D40-F697-E487-D9DF-D748E5749912}"/>
              </a:ext>
            </a:extLst>
          </p:cNvPr>
          <p:cNvGrpSpPr/>
          <p:nvPr/>
        </p:nvGrpSpPr>
        <p:grpSpPr>
          <a:xfrm>
            <a:off x="8991144" y="1227456"/>
            <a:ext cx="542160" cy="575640"/>
            <a:chOff x="8991144" y="1227456"/>
            <a:chExt cx="54216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42540B-636B-32B2-1EC7-D738E04D9F02}"/>
                    </a:ext>
                  </a:extLst>
                </p14:cNvPr>
                <p14:cNvContentPartPr/>
                <p14:nvPr/>
              </p14:nvContentPartPr>
              <p14:xfrm>
                <a:off x="9031104" y="1227456"/>
                <a:ext cx="487440" cy="18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42540B-636B-32B2-1EC7-D738E04D9F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13104" y="1209456"/>
                  <a:ext cx="523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189FD9-A4C1-9B5C-B7B4-57D83DE07394}"/>
                    </a:ext>
                  </a:extLst>
                </p14:cNvPr>
                <p14:cNvContentPartPr/>
                <p14:nvPr/>
              </p14:nvContentPartPr>
              <p14:xfrm>
                <a:off x="9013824" y="1655136"/>
                <a:ext cx="505080" cy="147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189FD9-A4C1-9B5C-B7B4-57D83DE073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5824" y="1637136"/>
                  <a:ext cx="540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6ECC9A-6B78-A61C-6276-6174AE7EA798}"/>
                    </a:ext>
                  </a:extLst>
                </p14:cNvPr>
                <p14:cNvContentPartPr/>
                <p14:nvPr/>
              </p14:nvContentPartPr>
              <p14:xfrm>
                <a:off x="9383184" y="1607256"/>
                <a:ext cx="150120" cy="165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6ECC9A-6B78-A61C-6276-6174AE7EA7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65184" y="1589256"/>
                  <a:ext cx="185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0D6D21-BC0D-D6A3-EF28-C5E01F908D42}"/>
                    </a:ext>
                  </a:extLst>
                </p14:cNvPr>
                <p14:cNvContentPartPr/>
                <p14:nvPr/>
              </p14:nvContentPartPr>
              <p14:xfrm>
                <a:off x="8991144" y="1493136"/>
                <a:ext cx="182520" cy="10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0D6D21-BC0D-D6A3-EF28-C5E01F908D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73144" y="1475136"/>
                  <a:ext cx="218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A7F7DE-D4F4-25CD-2467-CEEF3A03C714}"/>
                    </a:ext>
                  </a:extLst>
                </p14:cNvPr>
                <p14:cNvContentPartPr/>
                <p14:nvPr/>
              </p14:nvContentPartPr>
              <p14:xfrm>
                <a:off x="9261144" y="1529856"/>
                <a:ext cx="195480" cy="65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A7F7DE-D4F4-25CD-2467-CEEF3A03C7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43111" y="1511856"/>
                  <a:ext cx="231186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134665-3E32-2B38-5CC4-89964AD7BAC4}"/>
              </a:ext>
            </a:extLst>
          </p:cNvPr>
          <p:cNvGrpSpPr/>
          <p:nvPr/>
        </p:nvGrpSpPr>
        <p:grpSpPr>
          <a:xfrm>
            <a:off x="9193464" y="2010816"/>
            <a:ext cx="897120" cy="442800"/>
            <a:chOff x="9193464" y="2010816"/>
            <a:chExt cx="89712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6CDDA91-F994-9457-48F4-C35A37477433}"/>
                    </a:ext>
                  </a:extLst>
                </p14:cNvPr>
                <p14:cNvContentPartPr/>
                <p14:nvPr/>
              </p14:nvContentPartPr>
              <p14:xfrm>
                <a:off x="9193464" y="2027736"/>
                <a:ext cx="453600" cy="27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CDDA91-F994-9457-48F4-C35A374774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75464" y="2009736"/>
                  <a:ext cx="489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108D91-ABE1-A1AA-CCBF-729F00BE6597}"/>
                    </a:ext>
                  </a:extLst>
                </p14:cNvPr>
                <p14:cNvContentPartPr/>
                <p14:nvPr/>
              </p14:nvContentPartPr>
              <p14:xfrm>
                <a:off x="9517824" y="2010816"/>
                <a:ext cx="189000" cy="17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108D91-ABE1-A1AA-CCBF-729F00BE65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99824" y="1992816"/>
                  <a:ext cx="224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52FE88-1524-36FF-71B8-C967973ED4CA}"/>
                    </a:ext>
                  </a:extLst>
                </p14:cNvPr>
                <p14:cNvContentPartPr/>
                <p14:nvPr/>
              </p14:nvContentPartPr>
              <p14:xfrm>
                <a:off x="9542664" y="2230776"/>
                <a:ext cx="28908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52FE88-1524-36FF-71B8-C967973ED4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4664" y="2212776"/>
                  <a:ext cx="32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6098FF-66DC-56A7-D4C4-1CDCE5B9E05E}"/>
                    </a:ext>
                  </a:extLst>
                </p14:cNvPr>
                <p14:cNvContentPartPr/>
                <p14:nvPr/>
              </p14:nvContentPartPr>
              <p14:xfrm>
                <a:off x="9934704" y="2304216"/>
                <a:ext cx="155880" cy="149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6098FF-66DC-56A7-D4C4-1CDCE5B9E0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16704" y="2286216"/>
                  <a:ext cx="1915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1A75BF3-C3E8-68F8-616D-F2DD069140A1}"/>
              </a:ext>
            </a:extLst>
          </p:cNvPr>
          <p:cNvGrpSpPr/>
          <p:nvPr/>
        </p:nvGrpSpPr>
        <p:grpSpPr>
          <a:xfrm>
            <a:off x="10856304" y="1497456"/>
            <a:ext cx="411480" cy="168120"/>
            <a:chOff x="10856304" y="1497456"/>
            <a:chExt cx="41148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F36A41-A67A-BFB7-B196-E97E26F9912F}"/>
                    </a:ext>
                  </a:extLst>
                </p14:cNvPr>
                <p14:cNvContentPartPr/>
                <p14:nvPr/>
              </p14:nvContentPartPr>
              <p14:xfrm>
                <a:off x="10856304" y="1551096"/>
                <a:ext cx="33228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F36A41-A67A-BFB7-B196-E97E26F991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38304" y="1533096"/>
                  <a:ext cx="367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6DD6CE-7279-8347-B8D1-52E531AFBD6B}"/>
                    </a:ext>
                  </a:extLst>
                </p14:cNvPr>
                <p14:cNvContentPartPr/>
                <p14:nvPr/>
              </p14:nvContentPartPr>
              <p14:xfrm>
                <a:off x="11053944" y="1497456"/>
                <a:ext cx="213840" cy="168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6DD6CE-7279-8347-B8D1-52E531AFBD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035944" y="1479456"/>
                  <a:ext cx="249480" cy="20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A1C81B6-359C-242F-E61F-2A5A64F1088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916819" y="215902"/>
            <a:ext cx="2847086" cy="1513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4C77D3-ADC9-76D5-7415-CDCC6909F7FD}"/>
              </a:ext>
            </a:extLst>
          </p:cNvPr>
          <p:cNvSpPr txBox="1"/>
          <p:nvPr/>
        </p:nvSpPr>
        <p:spPr>
          <a:xfrm>
            <a:off x="880020" y="2038117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W -&gt; [[1.1089648], [1.5179299], [1.6268946]]</a:t>
            </a:r>
          </a:p>
          <a:p>
            <a:pPr latinLnBrk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nlo"/>
              </a:rPr>
              <a:t>b -&gt;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[0.7089649]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C70F64-3C31-0077-BC3B-BD4693690494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654560" y="3312634"/>
            <a:ext cx="7802064" cy="27912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5F12B9A-34BE-D00C-840D-FC086E832065}"/>
              </a:ext>
            </a:extLst>
          </p:cNvPr>
          <p:cNvSpPr txBox="1"/>
          <p:nvPr/>
        </p:nvSpPr>
        <p:spPr>
          <a:xfrm>
            <a:off x="4763905" y="6400800"/>
            <a:ext cx="3131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 to actual value 10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0AE306-8A15-5273-2A88-A5FEE1065A35}"/>
              </a:ext>
            </a:extLst>
          </p:cNvPr>
          <p:cNvGrpSpPr/>
          <p:nvPr/>
        </p:nvGrpSpPr>
        <p:grpSpPr>
          <a:xfrm>
            <a:off x="3570264" y="5822568"/>
            <a:ext cx="1222200" cy="798120"/>
            <a:chOff x="3570264" y="5822568"/>
            <a:chExt cx="1222200" cy="7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7959E7-8686-C15B-7B08-0D7A26D72830}"/>
                    </a:ext>
                  </a:extLst>
                </p14:cNvPr>
                <p14:cNvContentPartPr/>
                <p14:nvPr/>
              </p14:nvContentPartPr>
              <p14:xfrm>
                <a:off x="4164984" y="5942808"/>
                <a:ext cx="570600" cy="67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7959E7-8686-C15B-7B08-0D7A26D728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47344" y="5925168"/>
                  <a:ext cx="60624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BF370F-381C-C987-ECEA-296D0BF5FD62}"/>
                    </a:ext>
                  </a:extLst>
                </p14:cNvPr>
                <p14:cNvContentPartPr/>
                <p14:nvPr/>
              </p14:nvContentPartPr>
              <p14:xfrm>
                <a:off x="3570264" y="5822568"/>
                <a:ext cx="1222200" cy="6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BF370F-381C-C987-ECEA-296D0BF5FD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52264" y="5804928"/>
                  <a:ext cx="1257840" cy="10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111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0EF9-EC6F-4CA3-C321-56E6153D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0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5603-E642-4D37-0916-E59A592B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2C06F73-2802-9C83-3F87-C6411B3D1829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404654-D4A2-9E00-5675-D80C51FA50EA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A8AD02-81D3-78B0-C590-2F1691C2A345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55582A-EDFA-CD61-2A36-0C527C2AEC20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18BA18-75CC-C41E-7EEC-5B44097A36BA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4567F16-8673-FAFD-E813-214FBFAB9844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8D5DBDD-DBDC-2E85-CE77-DE3234D10ED6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8D5DBDD-DBDC-2E85-CE77-DE3234D10E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74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B77709-0644-7AD6-7E11-64BC3CAF6D59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B77709-0644-7AD6-7E11-64BC3CAF6D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29F43B-FB11-CD43-A3EA-D1612021EC00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29F43B-FB11-CD43-A3EA-D1612021EC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42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12F6F6-8E34-1C4A-ADEC-EF6D037E8695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12F6F6-8E34-1C4A-ADEC-EF6D037E86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945F2C-8A97-6E77-0D17-A786AC65560C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945F2C-8A97-6E77-0D17-A786AC6556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624" y="1896336"/>
                  <a:ext cx="177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3828F58-83B9-A12E-AB6D-72B723380F5A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3828F58-83B9-A12E-AB6D-72B723380F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331907-D060-DD48-5F4B-7E56C5AA3622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331907-D060-DD48-5F4B-7E56C5AA36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704" y="263109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2E4C60-FFA1-B11C-4F72-FFCA570BCD40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2E4C60-FFA1-B11C-4F72-FFCA570BCD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04" y="2635056"/>
                  <a:ext cx="208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78DD725-873F-3BF2-9EB5-4D0BCCE3074D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78DD725-873F-3BF2-9EB5-4D0BCCE307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9104" y="2726496"/>
                  <a:ext cx="187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A52AAC-00EB-97AD-4AFE-061890EA1724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A52AAC-00EB-97AD-4AFE-061890EA17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86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8E8B82-24C8-BBE3-B3C9-06AD8CBBF3C4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8E8B82-24C8-BBE3-B3C9-06AD8CBBF3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3344" y="339429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182895A-85D1-FC06-8364-2CE75A578856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182895A-85D1-FC06-8364-2CE75A5788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824" y="348753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313211-99B6-DBFF-CF81-81B5A490E6C5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313211-99B6-DBFF-CF81-81B5A490E6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36"/>
                  <a:ext cx="11336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5DA7BF-88C1-9A33-ACC0-FEA887DDBEC6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5DA7BF-88C1-9A33-ACC0-FEA887DDBE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624" y="205293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946162-DD40-D407-41CF-2A1286135B99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946162-DD40-D407-41CF-2A1286135B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4344" y="2043576"/>
                  <a:ext cx="209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18382B-6598-CC66-0758-5EC707AF1CCA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18382B-6598-CC66-0758-5EC707AF1C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896"/>
                  <a:ext cx="1143720" cy="7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7DD3B60-B3EE-E5A0-ACB7-EA4DC0ABFDAD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7DD3B60-B3EE-E5A0-ACB7-EA4DC0ABFD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984" y="2626056"/>
                  <a:ext cx="232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18AA63-1FBC-F2BF-1F0D-C0FA9B6DA448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18AA63-1FBC-F2BF-1F0D-C0FA9B6DA4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8496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EB344B-54E9-F528-7218-236D71A29C3B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EB344B-54E9-F528-7218-236D71A29C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76"/>
                  <a:ext cx="1331280" cy="15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EF5FF7A-89F6-F001-863D-63DEE44CCF22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EF5FF7A-89F6-F001-863D-63DEE44CCF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78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C460BC7-F06E-2E88-518B-280CED2D6CA0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C460BC7-F06E-2E88-518B-280CED2D6C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504" y="1719936"/>
                  <a:ext cx="1160640" cy="9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FF8231F-65F9-7682-C4C8-9E428AC7F29F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FF8231F-65F9-7682-C4C8-9E428AC7F2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04" y="2316456"/>
                  <a:ext cx="10746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0FBD89F-17D8-C262-C2CA-8FF072D8DA84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0FBD89F-17D8-C262-C2CA-8FF072D8DA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24" y="2282616"/>
                  <a:ext cx="235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D9E148-1570-8AB4-9954-7D4AAD4EEB92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D9E148-1570-8AB4-9954-7D4AAD4EEB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624" y="270597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A601EB-DCDD-59C6-D008-82BA4214DE2E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A601EB-DCDD-59C6-D008-82BA4214DE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24" y="2763576"/>
                  <a:ext cx="273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B339118-D7F2-7336-B4EF-3DC059393685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B339118-D7F2-7336-B4EF-3DC0593936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405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364F57D-7D1D-4324-2842-3658CA2820BA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364F57D-7D1D-4324-2842-3658CA2820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002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17E3B3-F1CC-06DA-1EAC-C8FD293C65EE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17E3B3-F1CC-06DA-1EAC-C8FD293C65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73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3077C1-B102-F1DF-F44F-A92F632D3CF6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3077C1-B102-F1DF-F44F-A92F632D3CF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664" y="243561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B684D6-7DD7-531E-D94A-7BAFBBFEB8F8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B684D6-7DD7-531E-D94A-7BAFBBFEB8F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1144" y="3178656"/>
                  <a:ext cx="1126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1D2FF3-2A30-0277-597E-C861E8B124BE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1D2FF3-2A30-0277-597E-C861E8B124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944" y="3134016"/>
                  <a:ext cx="214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7921DF-BB2C-86F5-6FC8-B1FD6E43DEBE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7921DF-BB2C-86F5-6FC8-B1FD6E43DE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76"/>
                  <a:ext cx="9997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26288F-90C8-F19B-529F-DA8C698BC704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26288F-90C8-F19B-529F-DA8C698BC70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602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2EFF355-C55A-B6C1-FB8B-BC208299107C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50159EC-0FBD-518E-E967-913325E02895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50159EC-0FBD-518E-E967-913325E028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94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B004B8-5496-02B5-9BC9-186A29EDADE5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B004B8-5496-02B5-9BC9-186A29EDAD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ED720D-7F6C-762A-1F94-3A578DD96807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ED720D-7F6C-762A-1F94-3A578DD9680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41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7E4193-183B-F033-C92B-61175C8D4745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7E4193-183B-F033-C92B-61175C8D47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904" y="2351736"/>
                  <a:ext cx="18216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B7C4AB7-FEBF-B16E-3A67-84DD0C73D56C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39D8CB-3A5F-83F8-3F6E-35D463FBB343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39D8CB-3A5F-83F8-3F6E-35D463FBB3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544" y="2925216"/>
                  <a:ext cx="605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140E89-1171-0F44-CC12-7D7FABB961F3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140E89-1171-0F44-CC12-7D7FABB961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4224" y="286329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CDC6DD8-95F2-4686-E2F6-00AD3FED6AAF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CDC6DD8-95F2-4686-E2F6-00AD3FED6A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464" y="294141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FD676F4-F49A-21D1-AFA7-42781DDB2A92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FD676F4-F49A-21D1-AFA7-42781DDB2A9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4104" y="317325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CFC204D-D70B-3162-473F-EBB0FD837C87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91942D-1EC2-E3A4-E687-04521759E863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91942D-1EC2-E3A4-E687-04521759E8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7264" y="2714616"/>
                  <a:ext cx="316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8B80C64-CDFE-A5E8-BB6C-571FDAE03E58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8B80C64-CDFE-A5E8-BB6C-571FDAE03E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784" y="2657736"/>
                  <a:ext cx="191160" cy="184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F6C4DE2E-6D43-9628-7BC5-4EE1F65905AC}"/>
              </a:ext>
            </a:extLst>
          </p:cNvPr>
          <p:cNvSpPr txBox="1"/>
          <p:nvPr/>
        </p:nvSpPr>
        <p:spPr>
          <a:xfrm>
            <a:off x="333252" y="430260"/>
            <a:ext cx="7423092" cy="3264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2-Layer Neural Network (From Scratch with Training)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Architecture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Input (3 features)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   ↓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Hidden Layer (4 neurons, </a:t>
            </a:r>
            <a:r>
              <a:rPr lang="en-US" sz="24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ReLU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)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   ↓</a:t>
            </a:r>
          </a:p>
          <a:p>
            <a:pPr algn="l">
              <a:buNone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/>
              </a:rPr>
              <a:t>Output Layer (1 neuron)</a:t>
            </a:r>
          </a:p>
        </p:txBody>
      </p:sp>
    </p:spTree>
    <p:extLst>
      <p:ext uri="{BB962C8B-B14F-4D97-AF65-F5344CB8AC3E}">
        <p14:creationId xmlns:p14="http://schemas.microsoft.com/office/powerpoint/2010/main" val="264579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EF53-AAB0-2991-E5B2-0309CCD2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178165F-CCCA-8440-03C7-5133A233DE1C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130354-9F87-5E3F-0B77-CD59A18A48A1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BEC22F-2069-17CE-C103-7049A6BD48E3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691138-9744-D390-7CA8-029AEA78C2C2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B6BD67-105B-9C61-C4A7-E261C48C79F7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462E369-68AD-C674-AF25-931D0B32928A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54C49B0-6EFA-B541-2067-284EAAB69841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54C49B0-6EFA-B541-2067-284EAAB698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E3973EB-4EF1-81A1-21EF-35D387F592C1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E3973EB-4EF1-81A1-21EF-35D387F592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383A51-8B3B-BCA8-4C84-921587B199D6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383A51-8B3B-BCA8-4C84-921587B199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0CD832F-3407-17B9-2A2A-7F8F63775E03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0CD832F-3407-17B9-2A2A-7F8F63775E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1411C52-150F-376F-7803-B7FAA8A41482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1411C52-150F-376F-7803-B7FAA8A414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A8A557-EEA2-0A91-91D2-AB80C7D26FA7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A8A557-EEA2-0A91-91D2-AB80C7D26F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C3C5F6-BFF3-F0E5-DF08-A6447B709E6C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C3C5F6-BFF3-F0E5-DF08-A6447B709E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7BE7CC-AFF9-15D1-354D-AC8DBA69B317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7BE7CC-AFF9-15D1-354D-AC8DBA69B3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6FE4BC-4F78-E325-EC38-2729EDD5B8A9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6FE4BC-4F78-E325-EC38-2729EDD5B8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FC1251D-FC82-9C33-8F26-C9D2906BFF6E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FC1251D-FC82-9C33-8F26-C9D2906BFF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E155C-2C15-6FDE-77FF-086E2015A8D4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E155C-2C15-6FDE-77FF-086E2015A8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AC594A-BF4D-EA94-7C0E-8559110699D4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AC594A-BF4D-EA94-7C0E-8559110699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E4FBE6-761B-4326-A4FD-29D02C4D86D5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E4FBE6-761B-4326-A4FD-29D02C4D86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23AF86-A5CB-B203-9380-F8899FED44A4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23AF86-A5CB-B203-9380-F8899FED44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F8020DE-E3DC-6729-B9A3-6072E32408B2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F8020DE-E3DC-6729-B9A3-6072E3240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8E4A8F7-8B7B-9624-5A25-B9C1E219A598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8E4A8F7-8B7B-9624-5A25-B9C1E219A5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46C9495-995F-B5D4-845C-162BB09C5B17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46C9495-995F-B5D4-845C-162BB09C5B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4D663B-D85E-D423-0652-89DB3352F886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4D663B-D85E-D423-0652-89DB3352F8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56CCB9-D3E4-7A0D-DE64-E96ABAA85F82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56CCB9-D3E4-7A0D-DE64-E96ABAA85F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F7B566-F194-A128-FB5D-1D7FD8BD053D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F7B566-F194-A128-FB5D-1D7FD8BD053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B253C3-247D-6A64-660D-172E09CE9C3D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B253C3-247D-6A64-660D-172E09CE9C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2F5D75-E547-4149-EB07-7F9B538168E1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2F5D75-E547-4149-EB07-7F9B538168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7ABDD5-A306-2857-6B20-D7CAE700F0AB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7ABDD5-A306-2857-6B20-D7CAE700F0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CCE1263-CA20-4A02-CE4D-BFB700596FCE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CCE1263-CA20-4A02-CE4D-BFB700596F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CA29A38-EEBE-D236-EE19-25BBBBFF0E51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CA29A38-EEBE-D236-EE19-25BBBBFF0E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27A982-B56D-02BA-C8BF-F59C2E28D9CD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27A982-B56D-02BA-C8BF-F59C2E28D9C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E54675D-3B05-C7E0-B243-73DF4B0129C1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E54675D-3B05-C7E0-B243-73DF4B0129C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1ABE87-D187-AE9A-ADC9-CF52FC220AC2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1ABE87-D187-AE9A-ADC9-CF52FC220A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405C66-1FA6-74B7-BB25-05ADD090FD78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405C66-1FA6-74B7-BB25-05ADD090FD7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4C3752-4267-BEF1-B9D1-DE9088111686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4C3752-4267-BEF1-B9D1-DE90881116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58F81D7-623A-7ACA-5158-E3CCF364E571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58F81D7-623A-7ACA-5158-E3CCF364E5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A254C9-3C21-8048-C8BB-49AC28C32B4D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A254C9-3C21-8048-C8BB-49AC28C32B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A41A8A-3C20-513F-103F-977462DDC633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A41A8A-3C20-513F-103F-977462DDC6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7FD0A7C-9E43-FD58-A34E-456EAA24BA5B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65D23C-BEB8-51A3-709C-4C27CA064E43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65D23C-BEB8-51A3-709C-4C27CA064E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86E23A-F441-8D3D-B7E4-365F5AD73658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86E23A-F441-8D3D-B7E4-365F5AD736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1A3ABA-9558-0E17-455B-CA41BE88244E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1A3ABA-9558-0E17-455B-CA41BE8824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E9A23F0-ED20-07F5-DDE9-8C1C44279CAB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E9A23F0-ED20-07F5-DDE9-8C1C44279C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7F3D01D-F90C-8440-3AA0-E4315EF1CA9D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8FC7CC-EB18-42CD-C6F9-F44616B12EDE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8FC7CC-EB18-42CD-C6F9-F44616B12E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92A333D-170B-B793-4C24-1FE47C1E6033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92A333D-170B-B793-4C24-1FE47C1E60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D6931FF-5A48-A43B-A1B3-BC1F1AAA4D6C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D6931FF-5A48-A43B-A1B3-BC1F1AAA4D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291863-7D8F-2360-94D4-E4245CD7948B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A291863-7D8F-2360-94D4-E4245CD794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A3BC933-FAC8-1744-6359-5FF95FBAB27C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D59D054-AEF6-D327-541D-B07DFF0AD5AE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D59D054-AEF6-D327-541D-B07DFF0AD5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73CA42A-DEE3-EDA6-30A6-0F0025497295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73CA42A-DEE3-EDA6-30A6-0F00254972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A3921EC-27BE-73EA-C7B2-4E51199B4086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200716" y="140789"/>
            <a:ext cx="3743847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4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ECE9-5AD1-6773-83EE-8DE9D90A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F6F5543-3B06-7A01-37C1-DE6EAA39C594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AF14A7-D0F7-53A8-ADA1-EB8CA3F0F800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70CC14-7206-E98F-CB96-CEF3D35467BF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1207AD-FB79-C78D-A93A-CE144B788C01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B93BE9-2C19-1753-E7F3-A5103EFE4E7A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0B6B8AD-3485-8D4C-9839-723CF6C914FD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FE01CF-F01D-8DFC-BE30-44C24147D0E5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FE01CF-F01D-8DFC-BE30-44C24147D0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258C8D-C1DB-7498-35C9-0CFF9B50AF69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258C8D-C1DB-7498-35C9-0CFF9B50AF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4D1DD3-4A99-6D94-9D80-C11487DFE6A6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4D1DD3-4A99-6D94-9D80-C11487DFE6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C3B538-D8EB-229C-09F3-CD9881D0F1EE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C3B538-D8EB-229C-09F3-CD9881D0F1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B46130-1288-E081-2826-1A0C0D12A654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B46130-1288-E081-2826-1A0C0D12A6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5BB886-18BE-A75C-4C98-05D17AA8621F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5BB886-18BE-A75C-4C98-05D17AA862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64D305-DF34-A7A6-305A-6CACE061D1FA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64D305-DF34-A7A6-305A-6CACE061D1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E9C399-2105-61CB-D1D1-CB3FDAC78FF4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E9C399-2105-61CB-D1D1-CB3FDAC78F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91282BA-6792-F69A-8706-1485C4C78D1B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91282BA-6792-F69A-8706-1485C4C78D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1C47ECD-E857-AFDB-D4CA-773436C809D2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1C47ECD-E857-AFDB-D4CA-773436C809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3ACD58-6549-3366-EE9A-935934609EF0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3ACD58-6549-3366-EE9A-935934609E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BBDDCA-10BE-02F4-5D19-7AB554D5DCFC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BBDDCA-10BE-02F4-5D19-7AB554D5DC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655BA1D-3F79-C01E-E7F9-0A6D8F2D23EE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655BA1D-3F79-C01E-E7F9-0A6D8F2D23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C4AE2C-39B7-A2D6-9A99-801FF2BD8FC0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C4AE2C-39B7-A2D6-9A99-801FF2BD8FC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82E2D5-CD78-3B0B-6DB0-3F1990328E28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82E2D5-CD78-3B0B-6DB0-3F1990328E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F7BAF7-8ACF-2D77-64BA-B74E9E700D71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F7BAF7-8ACF-2D77-64BA-B74E9E700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BFCC461-8937-155F-A601-EDC554A95B01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BFCC461-8937-155F-A601-EDC554A95B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69EAA2-C7FA-2B6A-72AD-767FE9672AF7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69EAA2-C7FA-2B6A-72AD-767FE9672AF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A3A5AD9-94A7-A409-1A2C-2324309358C7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A3A5AD9-94A7-A409-1A2C-2324309358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5595A0-05D6-FBD3-774F-A08F71E22047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5595A0-05D6-FBD3-774F-A08F71E2204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B1D2D4-A679-08D0-F98D-3C76B551C1B2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B1D2D4-A679-08D0-F98D-3C76B551C1B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4DE04C-4B29-85AE-AD09-729F8A3407D3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4DE04C-4B29-85AE-AD09-729F8A3407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A82961-1D29-0EC9-78A1-B2907272F2EB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A82961-1D29-0EC9-78A1-B2907272F2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EC0A6C-5D08-BBC9-96E1-F2CB05B3CE42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EC0A6C-5D08-BBC9-96E1-F2CB05B3CE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635FD6E-9317-DDD4-68A2-8319E3186250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635FD6E-9317-DDD4-68A2-8319E318625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4961F3-FCFB-3BD3-6DE4-FF0D3320A6A5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4961F3-FCFB-3BD3-6DE4-FF0D3320A6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FCCB48-8532-A9F2-FE1C-E1E639FF829D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FCCB48-8532-A9F2-FE1C-E1E639FF82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BA3DFD3-EC66-5F4A-D88D-E2B5BE4F9B1D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BA3DFD3-EC66-5F4A-D88D-E2B5BE4F9B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54D0E5-CB28-73D8-4197-2F6FCCBA0D10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54D0E5-CB28-73D8-4197-2F6FCCBA0D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84DC27D-31E5-91EB-E766-0AA14896186A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84DC27D-31E5-91EB-E766-0AA1489618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2832B47-E7E2-8092-217E-2B1D8213A20C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2832B47-E7E2-8092-217E-2B1D8213A20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E54F40-3F0A-339F-8220-C077ABFA2C22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E54F40-3F0A-339F-8220-C077ABFA2C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8C62C3-18C7-8149-3F4F-D2C8274817E2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8C62C3-18C7-8149-3F4F-D2C8274817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6B149C-FCE0-7C39-F7BE-95D6B2C9A62B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266BB0-BE96-E9A9-C8F2-8D23D7406125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266BB0-BE96-E9A9-C8F2-8D23D74061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EBE8EB1-D50C-6D0B-F907-240CA1AB252E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EBE8EB1-D50C-6D0B-F907-240CA1AB25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467F539-7DD9-D7F5-1F9D-F26F5D2675B7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467F539-7DD9-D7F5-1F9D-F26F5D2675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72E7BAF-92C7-D80C-2515-F162C08A804A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72E7BAF-92C7-D80C-2515-F162C08A804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51B43B5-D073-2012-7613-19BF6FDEDACC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C155FF-07DE-1336-C436-CCA861CF03E6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C155FF-07DE-1336-C436-CCA861CF03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5541EC3-4EBC-485D-00D4-6EE5F81F5D4F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5541EC3-4EBC-485D-00D4-6EE5F81F5D4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51DE3E-25B9-F313-45BD-A36A04907A90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51DE3E-25B9-F313-45BD-A36A04907A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DB086D-6442-4179-49B9-7943BC44A8E8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DB086D-6442-4179-49B9-7943BC44A8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13FB2C9-F44A-4D4A-6D32-B503421AB2FD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9370D70-C6A8-8EE5-A218-D407E0278F07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9370D70-C6A8-8EE5-A218-D407E0278F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129609A-C794-4067-47B1-19D76E343532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129609A-C794-4067-47B1-19D76E3435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4AE4667-5A13-881E-9531-C49A2D4E8037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32667" y="1457104"/>
            <a:ext cx="667795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4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AACEF-D4CD-0DC2-C5FE-D1F60514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003B1A4-26B8-7080-34C7-B1ABFFF19976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AD43CD-030A-CE3E-F50B-E0B7B236A632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F3D434-A10A-B744-4237-497CDDA85666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12ECED-F4F7-9FFE-325E-9FBBF289BA4C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C350CB-133F-A286-78D6-85962581004D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86034CF-805A-65DD-B678-302194ADA632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1F232D-79C1-5081-871E-80C3E7FF2231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1F232D-79C1-5081-871E-80C3E7FF22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972FDC-2941-DA15-EB12-34A2AB805055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972FDC-2941-DA15-EB12-34A2AB8050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107BF3C-95B8-ABF9-ACA6-6F39F0441974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107BF3C-95B8-ABF9-ACA6-6F39F04419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7D7245-C4F0-1D3E-B257-FE3B9952E896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7D7245-C4F0-1D3E-B257-FE3B9952E8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B032DC-58B9-F5DF-9AF7-A19F3C915BAB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B032DC-58B9-F5DF-9AF7-A19F3C915B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29EEC6-192A-3E57-F5FA-DB5BBBD68E44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29EEC6-192A-3E57-F5FA-DB5BBBD68E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72006F-B2EE-3950-5ECD-8900FFDA4D83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72006F-B2EE-3950-5ECD-8900FFDA4D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ED9599-E649-2342-56B7-54D11EF2F0AE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ED9599-E649-2342-56B7-54D11EF2F0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1BFFD1-4EBC-74FF-6064-2C5BAE9A1A50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1BFFD1-4EBC-74FF-6064-2C5BAE9A1A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ABA17A-CFB8-190C-0E5D-AF667847337E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ABA17A-CFB8-190C-0E5D-AF66784733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EDC778-4527-9C80-5C1F-C86741A0F433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EDC778-4527-9C80-5C1F-C86741A0F4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6081E0-DD3E-BFB2-A147-EF12AF5ADF0E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6081E0-DD3E-BFB2-A147-EF12AF5ADF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208B00-CA28-BCD3-EAC9-D262F81A5DB7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208B00-CA28-BCD3-EAC9-D262F81A5D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1FB914-29D9-9CFE-E3A9-C6C22143886C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1FB914-29D9-9CFE-E3A9-C6C22143886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E29564-9A70-54A8-5A1F-55BC36FABB57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E29564-9A70-54A8-5A1F-55BC36FABB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303D39-E64E-FEFA-B8B1-18556D4AD107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303D39-E64E-FEFA-B8B1-18556D4AD1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F96010-1D76-73E8-B15B-669EEB4044F0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F96010-1D76-73E8-B15B-669EEB4044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F3E0F92-0CFB-96B0-C1B8-C78F7B1E8693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F3E0F92-0CFB-96B0-C1B8-C78F7B1E86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C2078A5-AD3B-FC9B-A471-C82FB5816D8C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C2078A5-AD3B-FC9B-A471-C82FB5816D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185F9C-5271-B463-AAD3-7C36CDEC04FF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185F9C-5271-B463-AAD3-7C36CDEC04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5A3F62-227D-6B0E-1C93-E66A4FAF87D0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C5A3F62-227D-6B0E-1C93-E66A4FAF87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7DA4EDA-0DCD-0783-287C-E884CAFF9369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7DA4EDA-0DCD-0783-287C-E884CAFF93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DF88AF-6685-D6B6-0878-0FB233930D8F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DF88AF-6685-D6B6-0878-0FB233930D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9682FD-82C5-7255-4AB7-1B6A843DD2E4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9682FD-82C5-7255-4AB7-1B6A843DD2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8FC3E4C-39A0-5D1E-18F6-94F886642F6B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8FC3E4C-39A0-5D1E-18F6-94F886642F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9515104-D45A-7516-5494-0BB43B70FAA0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9515104-D45A-7516-5494-0BB43B70FA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128C0E-36E8-B87F-01E6-F5B20FF79A9B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128C0E-36E8-B87F-01E6-F5B20FF79A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78D24AE-D940-5540-6D04-01F435E1560F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78D24AE-D940-5540-6D04-01F435E156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91C6035-A257-B562-C55B-C79396AC2FF2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91C6035-A257-B562-C55B-C79396AC2FF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71FDB36-93DD-D59A-6898-0B2ACF487858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71FDB36-93DD-D59A-6898-0B2ACF4878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8E3F77C-9F71-F4EF-CFD4-7B3073FA6402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8E3F77C-9F71-F4EF-CFD4-7B3073FA64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F2FD848-5149-C41C-874C-F74955545C6B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F2FD848-5149-C41C-874C-F74955545C6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6FC22E5-8995-7D7A-7573-C03F6DD13EBB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6FC22E5-8995-7D7A-7573-C03F6DD13E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7CA35CC-DB0D-DB8F-BCEB-1E0CD00875A3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ED9893-F534-C863-541B-C1F79F4072A2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ED9893-F534-C863-541B-C1F79F4072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786C25-B783-A355-36FB-7872B4A67673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786C25-B783-A355-36FB-7872B4A676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A3EC3C-A59E-DC3F-69C5-71DA1CADC707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A3EC3C-A59E-DC3F-69C5-71DA1CADC70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A48B2D-16B1-F996-98A1-9E5E01266423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A48B2D-16B1-F996-98A1-9E5E0126642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A86A888-1497-60D3-CA75-CD5F6CD24FEB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8759F2-FEF6-0CE1-00A4-34A530FB5021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8759F2-FEF6-0CE1-00A4-34A530FB50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EC386D3-D5F3-EE19-5ED6-71D8347F8D36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C386D3-D5F3-EE19-5ED6-71D8347F8D3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9EC39B-AA13-B495-DB2C-7E7CC5216F13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9EC39B-AA13-B495-DB2C-7E7CC5216F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19568FB-14BA-B59C-2D7F-D6B7413B309E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19568FB-14BA-B59C-2D7F-D6B7413B309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E8A7E99-B81D-2C42-6EE0-3042DD13AD2B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EEE7C8C-77B1-79A4-773A-184BFB51242A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EEE7C8C-77B1-79A4-773A-184BFB5124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D36E00-82E1-ABDA-D66B-BC292E6F3A85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D36E00-82E1-ABDA-D66B-BC292E6F3A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9F00C0E-43A6-DDC5-1F6F-160EAB23A673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89825" y="19706"/>
            <a:ext cx="5976146" cy="6732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9C2C98-21BC-CC27-2CFD-2EF43F7A4326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501888" y="4878576"/>
            <a:ext cx="3991176" cy="13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81E0-843D-9736-559D-8B71308E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3ED19C2-9EDF-6412-1358-D7CEDCAF6519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E4025D-1002-5426-9440-737318BCC05E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49CB9B-21B3-8B6B-578E-063656E0C083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8BFB25-19E3-4CB4-BB5D-B1C25A029257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AAF3DC-2C50-E447-94B2-7D371795B570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0C9CB48-AF94-876F-A89B-BFE35C069B62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3FB691-B2E0-F800-A1AA-2B60C18B52B4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3FB691-B2E0-F800-A1AA-2B60C18B52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C24BF7-2ED4-1E99-6DDF-B864CF176D2D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C24BF7-2ED4-1E99-6DDF-B864CF176D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085B791-C2BB-051F-7667-58269BB0E605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085B791-C2BB-051F-7667-58269BB0E60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FBECD2-3282-54E0-D080-61F3DA164AA5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FBECD2-3282-54E0-D080-61F3DA164A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FCB5DC-151C-C010-FB2D-1B0BFFCCE2C9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FCB5DC-151C-C010-FB2D-1B0BFFCCE2C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5F82D7-5328-523E-D945-F1AD4F5B3D5D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5F82D7-5328-523E-D945-F1AD4F5B3D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9B23970-37F2-B49E-BFDE-1A7007A0FFF2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9B23970-37F2-B49E-BFDE-1A7007A0FF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264F4D1-913D-4D4F-B023-AC01F022B443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264F4D1-913D-4D4F-B023-AC01F022B4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4AEB2AA-779F-FDDB-9777-7108E75486B8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4AEB2AA-779F-FDDB-9777-7108E75486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1E5AF8-B907-0FDC-7964-AD10190B2E6E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1E5AF8-B907-0FDC-7964-AD10190B2E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C8A2122-7E6F-FA97-C74D-4F1DED4898C6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C8A2122-7E6F-FA97-C74D-4F1DED4898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5A8853-F700-E922-C152-09EB807C3922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5A8853-F700-E922-C152-09EB807C39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B3C5F90-898F-E9CF-F2E7-0B656B185068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B3C5F90-898F-E9CF-F2E7-0B656B1850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502E98-9BEC-BE95-14C8-7669177D40BA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502E98-9BEC-BE95-14C8-7669177D40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B55384-E571-4206-C8B5-607279D7B3FA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B55384-E571-4206-C8B5-607279D7B3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0160EF-C7A5-D7BC-1FC0-44C3FA4D0798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0160EF-C7A5-D7BC-1FC0-44C3FA4D07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C44D2B-7EB7-F106-8978-E9E453B85DAD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C44D2B-7EB7-F106-8978-E9E453B85D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0616A91-B2F3-7D55-30CD-960DE552024E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0616A91-B2F3-7D55-30CD-960DE55202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FB2EF8-CCE6-3AAC-6DD1-07E06C1E2CBE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FB2EF8-CCE6-3AAC-6DD1-07E06C1E2C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3514E5-89BA-356E-62F5-924F88C050CE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3514E5-89BA-356E-62F5-924F88C050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83D0588-5B10-FBA4-26E3-7070701D2EE8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83D0588-5B10-FBA4-26E3-7070701D2E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A636D89-208C-1EE5-3DBD-0D67DAE4BA4C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A636D89-208C-1EE5-3DBD-0D67DAE4BA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15ECAB-B2E6-1D41-710B-B013EAFC7F3C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15ECAB-B2E6-1D41-710B-B013EAFC7F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D97913-DD25-8BA9-E7A7-307C82FCCA57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D97913-DD25-8BA9-E7A7-307C82FCCA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64439FE-78DA-EA14-740A-3FF494F2E578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64439FE-78DA-EA14-740A-3FF494F2E5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5AD47F-2DA2-AA56-C090-152788D74C32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5AD47F-2DA2-AA56-C090-152788D74C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FB408CC-7807-E850-ABB9-D1D62D30082F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FB408CC-7807-E850-ABB9-D1D62D3008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D744DD-7C20-DAFF-C357-FFBD7B12CF7B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D744DD-7C20-DAFF-C357-FFBD7B12CF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DDE8F04-2EB2-6357-233D-EDF70F1977BA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DDE8F04-2EB2-6357-233D-EDF70F1977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38DF49D-BB76-B751-525C-E040B4177121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38DF49D-BB76-B751-525C-E040B41771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D18CB7E-A3CC-0BFC-6815-A65112B2855D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D18CB7E-A3CC-0BFC-6815-A65112B285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5F1E8B-C17A-17C8-9F00-3DEA79D31D32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5F1E8B-C17A-17C8-9F00-3DEA79D31D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54D0E4-875C-BB57-A6A1-2B476A2F0CA4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54D0E4-875C-BB57-A6A1-2B476A2F0C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05D1C8C-A469-2F7A-46BB-130F6A4C762D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99C20E-583B-E112-300B-03C96E36811A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99C20E-583B-E112-300B-03C96E3681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B7CB8A-6794-95F1-EE57-D6DA6A78C545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B7CB8A-6794-95F1-EE57-D6DA6A78C5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285796-9D19-469C-7909-FC80A31430C2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285796-9D19-469C-7909-FC80A31430C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29D07D-109F-B5C5-D121-2811B0F4DC6A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29D07D-109F-B5C5-D121-2811B0F4DC6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651C032-99CA-DA69-83D4-A28CBE5FF87C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633111-8B2F-8795-AFDE-D8B7C767EACC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633111-8B2F-8795-AFDE-D8B7C767EA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BCCBEB4-7671-8C93-442A-B03AD4AB56A4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BCCBEB4-7671-8C93-442A-B03AD4AB56A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4DE26F8-E5EF-E912-DAA4-79C1EA2503C0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4DE26F8-E5EF-E912-DAA4-79C1EA2503C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598CE30-78A2-48CF-E38C-D88ACD5AC556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598CE30-78A2-48CF-E38C-D88ACD5AC55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FA47299-B5DE-8792-3EF7-C72B806027D3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C2A3BFA-25DD-58A2-DA26-634D0BDB3FFA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C2A3BFA-25DD-58A2-DA26-634D0BDB3F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AD5628E-6367-AE7C-42AD-FB3B8B5030F3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AD5628E-6367-AE7C-42AD-FB3B8B5030F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0812F62-14E9-EF53-88EF-2E1180DCC083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44734" y="119219"/>
            <a:ext cx="6975167" cy="4864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75A923-0E0C-1C90-383A-BD303262C93D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4352268" y="5149859"/>
            <a:ext cx="2943636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6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D78F-5CBB-8B29-4765-852BB984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22E82C6-C202-FD4A-ADE3-9640253D9B00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6637A6-ABF8-689F-00BE-5A706A97667B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3BF360-793F-18A1-B45D-FFCA169929A2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9FA8DE-4053-E181-30AE-F12F945C0A41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956C80-4DB1-E0AF-F0BB-D1A6A97AA932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64CBC10-CFFD-AE20-4C01-45D02768CB0C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8E5EDE-3D1D-3D93-AD0B-5EFB8998FE7C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8E5EDE-3D1D-3D93-AD0B-5EFB8998FE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AFEB3E-0820-CC58-74DA-357581865E08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AFEB3E-0820-CC58-74DA-357581865E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CE8E53-286B-9AE6-33CB-0C5A9A81A437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CE8E53-286B-9AE6-33CB-0C5A9A81A4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42EFAE-865A-AAC0-393F-E98E71553CF7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42EFAE-865A-AAC0-393F-E98E71553C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29EAFE-3F2A-E9EB-2FC8-CB647230A42C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29EAFE-3F2A-E9EB-2FC8-CB647230A4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9DC1E5-B57E-B4DC-01BB-3A74B711AB78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9DC1E5-B57E-B4DC-01BB-3A74B711AB7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A673E7-C487-3D30-9AA9-969F9AB2CCE2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A673E7-C487-3D30-9AA9-969F9AB2CC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4411BDD-D7E3-48D2-940B-2BD7CA0057D0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4411BDD-D7E3-48D2-940B-2BD7CA0057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3EB14E-FD7E-1D73-C8F5-0ABD5EB9A86C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3EB14E-FD7E-1D73-C8F5-0ABD5EB9A8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8E37F-47EF-7702-9146-12EB36CBC497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8E37F-47EF-7702-9146-12EB36CBC4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BE7BA2-B51E-372A-AFFF-E49129A8AFCD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BE7BA2-B51E-372A-AFFF-E49129A8AF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5BAE342-D104-4C05-E7C3-285704261C6C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5BAE342-D104-4C05-E7C3-285704261C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891AE6-024E-71ED-4E11-3ACCB9CAF3B7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891AE6-024E-71ED-4E11-3ACCB9CAF3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1881F75-3688-8927-2C0A-FDD4C8F6A081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1881F75-3688-8927-2C0A-FDD4C8F6A0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2FF744-675F-CC3F-3007-F37D3F30F1CF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2FF744-675F-CC3F-3007-F37D3F30F1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0F7DFB-1605-DF76-C164-6868513886FB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0F7DFB-1605-DF76-C164-6868513886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6A1579-547A-B1A4-BE33-D9A6F7528300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6A1579-547A-B1A4-BE33-D9A6F75283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A66358-7C1A-4701-F84B-05C1DED18771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A66358-7C1A-4701-F84B-05C1DED187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A83296-A53F-43DE-C655-F25FEEDE18A4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A83296-A53F-43DE-C655-F25FEEDE18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E0A754F-C709-7398-5018-0F53E809CD49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E0A754F-C709-7398-5018-0F53E809CD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336CCD7-0163-3FEC-C1AE-A5AD609E6D5D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336CCD7-0163-3FEC-C1AE-A5AD609E6D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7D9B81-737F-9A92-4C6C-12E0AF394155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7D9B81-737F-9A92-4C6C-12E0AF3941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9A4215-F48E-ED4C-020A-725FD838C0CA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9A4215-F48E-ED4C-020A-725FD838C0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8066568-AC57-312D-797C-BBC7F4650854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8066568-AC57-312D-797C-BBC7F46508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BFBA4C-0A2C-08F1-8E4D-E6E3A89E03CA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BFBA4C-0A2C-08F1-8E4D-E6E3A89E03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EAE6478-2154-08BB-DAE8-33F945BFC0B4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EAE6478-2154-08BB-DAE8-33F945BFC0B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7052EA-67C5-03FF-342F-22C76F45979F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7052EA-67C5-03FF-342F-22C76F4597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366B31C-9153-7121-05D8-C01F75D3CC51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366B31C-9153-7121-05D8-C01F75D3CC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27EC944-A8A1-2BE4-D0CE-F12E9E8771F2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27EC944-A8A1-2BE4-D0CE-F12E9E8771F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99AB780-71CE-A42B-8513-62CE6905FD93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99AB780-71CE-A42B-8513-62CE6905FD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340E7D-7589-5FCA-12A6-3DC5664B7AA4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340E7D-7589-5FCA-12A6-3DC5664B7A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3E7F5B-7E88-C5D3-4A1F-977C0E62F855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C3E7F5B-7E88-C5D3-4A1F-977C0E62F8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B84241A-76AA-91E7-51A5-B89A96951CA9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B84241A-76AA-91E7-51A5-B89A96951C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1DD3B04-1384-A065-5240-D00D9E497E30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DB265E-A348-96E6-43C6-4964794B867F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DB265E-A348-96E6-43C6-4964794B86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717A922-A1AB-CE4F-FBCF-81BE59805E95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717A922-A1AB-CE4F-FBCF-81BE59805E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F65AF5-842F-1B6E-5BB4-AE062A3DFF07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F65AF5-842F-1B6E-5BB4-AE062A3DFF0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F322D5-5CE0-3E81-58D8-34685F243439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F322D5-5CE0-3E81-58D8-34685F24343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5EDAB7D-8565-488B-AAB4-A42C951EFD2E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76430DD-2779-6BED-4CD5-4730D7FD2465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430DD-2779-6BED-4CD5-4730D7FD24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430BDC4-F7B9-74D6-0329-75CC7E63E290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430BDC4-F7B9-74D6-0329-75CC7E63E2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9DF134-77F1-3911-1CBB-6D7DD6FC53D1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9DF134-77F1-3911-1CBB-6D7DD6FC53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CFE8F23-B212-8654-E7CB-F312B921E42E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CFE8F23-B212-8654-E7CB-F312B921E4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2FDE375-A941-653E-9FB5-08476BF2E49E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98C1F2-7A3D-4BCB-DD02-61F09B309A12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98C1F2-7A3D-4BCB-DD02-61F09B309A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2668AD0-E9EB-6A3F-CC0C-EB50C54DCF32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2668AD0-E9EB-6A3F-CC0C-EB50C54DCF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3CF70B-6FD4-9F52-68BF-B27BB3495FD4}"/>
              </a:ext>
            </a:extLst>
          </p:cNvPr>
          <p:cNvSpPr txBox="1"/>
          <p:nvPr/>
        </p:nvSpPr>
        <p:spPr>
          <a:xfrm>
            <a:off x="859535" y="315504"/>
            <a:ext cx="778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REDO the same thing using Kera – 5 lines of code </a:t>
            </a:r>
          </a:p>
        </p:txBody>
      </p:sp>
    </p:spTree>
    <p:extLst>
      <p:ext uri="{BB962C8B-B14F-4D97-AF65-F5344CB8AC3E}">
        <p14:creationId xmlns:p14="http://schemas.microsoft.com/office/powerpoint/2010/main" val="88119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F164-914E-AA10-8A0D-C2A5EB85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12E1E9F-421F-CDC3-54EF-B6E23A3AB6FC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7C11A0-B523-F299-24E1-5C055B57BBF3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E3DAFF-5117-A884-F35F-2A90CFC222B8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DB20F0-D2FD-F7D3-5F9F-17F42577F1AD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CC92B1-E4A0-122F-0B0F-23DB1F0732FC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42CE1A5-906F-8C47-0EE3-B5831E6B06F0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D686AE-2793-9B1F-8DC5-B8620C61F071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D686AE-2793-9B1F-8DC5-B8620C61F0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69D775E-B90E-5D32-2E07-1208FAF2EA4B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69D775E-B90E-5D32-2E07-1208FAF2EA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35FE70-3581-94A6-0A3C-8EFFDBCEEB96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35FE70-3581-94A6-0A3C-8EFFDBCEEB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B798A0-5470-7DEA-C738-A30CFE2FE891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B798A0-5470-7DEA-C738-A30CFE2FE8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6F82D8-CF76-C66D-01B9-0CC8968E705C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6F82D8-CF76-C66D-01B9-0CC8968E70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6A4B96-7BAE-2735-26AB-5B19AC23A7B2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6A4B96-7BAE-2735-26AB-5B19AC23A7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0FA4BE-60C1-74F6-D71F-46793F7BD1B5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0FA4BE-60C1-74F6-D71F-46793F7BD1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F1318A-3BC7-25A4-2C98-983570D6BB4D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F1318A-3BC7-25A4-2C98-983570D6BB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36177C-C034-0F21-AFA9-D5AC6C565214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36177C-C034-0F21-AFA9-D5AC6C5652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4BC866-5B68-0B69-853F-5EB0B2A9284D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4BC866-5B68-0B69-853F-5EB0B2A928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F470A1-EE9E-EE19-C44C-4C991624C42A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F470A1-EE9E-EE19-C44C-4C991624C4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431091-6335-E3C3-6819-1DDD78D31A4D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431091-6335-E3C3-6819-1DDD78D31A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6ADFAA-530E-4654-DF19-D1A9CF34736D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6ADFAA-530E-4654-DF19-D1A9CF3473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BCD370-832D-42D2-FB28-426D2EC8ED4E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BCD370-832D-42D2-FB28-426D2EC8ED4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902F53-25FA-FD67-DC0A-92BBAF9BA477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902F53-25FA-FD67-DC0A-92BBAF9BA4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28B945-80F9-2D7F-6E60-680AFCA060C9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28B945-80F9-2D7F-6E60-680AFCA060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1484436-7F50-F54A-B9EF-939045D26A6E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1484436-7F50-F54A-B9EF-939045D26A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7E1EA7-3A9D-56DD-9363-AF3A0F497ADD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7E1EA7-3A9D-56DD-9363-AF3A0F497A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9841F2-B370-8DC2-16AC-28443E5E7327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9841F2-B370-8DC2-16AC-28443E5E73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837F88-6901-DB34-E271-5F4048B0C1F7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837F88-6901-DB34-E271-5F4048B0C1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7B6728-6C76-39A7-B78F-7296892AE123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7B6728-6C76-39A7-B78F-7296892AE1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24726B-C8A8-EC99-3B5A-A892E34C30E0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24726B-C8A8-EC99-3B5A-A892E34C30E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C27A473-C298-1DA3-002A-426C97BA0161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C27A473-C298-1DA3-002A-426C97BA01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68883C9-E803-72B9-ECB6-4A02E75207C5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68883C9-E803-72B9-ECB6-4A02E75207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E9FD11-36A4-EFA4-6FFD-67B053EDFDAA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E9FD11-36A4-EFA4-6FFD-67B053EDFDA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9772597-91CA-99F1-8E70-21CF9445373D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9772597-91CA-99F1-8E70-21CF9445373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3C23E6-347F-5339-B666-80A1156F1C2A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3C23E6-347F-5339-B666-80A1156F1C2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23F68B-794E-5EF0-3116-F52542124DE1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23F68B-794E-5EF0-3116-F52542124D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25AA39-2C82-F09C-C293-5C170CABAB91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25AA39-2C82-F09C-C293-5C170CABAB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F04F97-A4A2-C7FC-090E-FC33958A4BD9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F04F97-A4A2-C7FC-090E-FC33958A4BD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0E0F3A7-ED8F-DFD8-58AB-43056E74F1A6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0E0F3A7-ED8F-DFD8-58AB-43056E74F1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8FF8ACA-7489-89E3-3331-A876214972A2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8FF8ACA-7489-89E3-3331-A876214972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ECF7BB8-60D4-AEA2-2F54-36D5C9D7B121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ECF7BB8-60D4-AEA2-2F54-36D5C9D7B1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0CF7BB1-CF20-FA28-BA7F-DC3670269DE6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B627F9-8DEB-92DA-EDCF-9128BC0E5B2F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B627F9-8DEB-92DA-EDCF-9128BC0E5B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2F2C072-FE07-E8B4-CE5A-A51888CBD259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2F2C072-FE07-E8B4-CE5A-A51888CBD25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4FDF2E-1BE4-42AE-1446-C58957DD34FA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4FDF2E-1BE4-42AE-1446-C58957DD34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063AC84-ACD2-922A-94E2-7A0B67A02993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063AC84-ACD2-922A-94E2-7A0B67A029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5B6FC65-741D-33AF-85B3-CB349F43A5EB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A509AB-17D4-9406-BC5D-ACA3E3CE23E3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A509AB-17D4-9406-BC5D-ACA3E3CE23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FD2DA98-0D9E-7DE4-6C1F-D813812BC449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FD2DA98-0D9E-7DE4-6C1F-D813812BC4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AF2525-3115-7698-3A1D-AF3388309B22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AF2525-3115-7698-3A1D-AF3388309B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D61850-DB30-EFE9-24C0-5F7047854585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D61850-DB30-EFE9-24C0-5F70478545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A4D904-8A8D-0B54-5A61-EE2AAA13B8E0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F0281B-ABB8-0D75-6786-39EB2D1338CD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F0281B-ABB8-0D75-6786-39EB2D1338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81EBA1-7617-A24B-7343-333AADBD20A4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81EBA1-7617-A24B-7343-333AADBD20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B576545-BBF7-2049-CA78-EF6C6F1B3A68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4159" y="1793328"/>
            <a:ext cx="7020905" cy="38105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9FC030-5D6A-4F5B-CFBC-0F457BDE671E}"/>
              </a:ext>
            </a:extLst>
          </p:cNvPr>
          <p:cNvSpPr txBox="1"/>
          <p:nvPr/>
        </p:nvSpPr>
        <p:spPr>
          <a:xfrm>
            <a:off x="859535" y="315504"/>
            <a:ext cx="778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REDO the same thing using Kera – 5 lines of code </a:t>
            </a:r>
          </a:p>
        </p:txBody>
      </p:sp>
    </p:spTree>
    <p:extLst>
      <p:ext uri="{BB962C8B-B14F-4D97-AF65-F5344CB8AC3E}">
        <p14:creationId xmlns:p14="http://schemas.microsoft.com/office/powerpoint/2010/main" val="259875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9635-5DF8-47BB-8FCA-8B48663F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1B6AED0-5578-5FDD-0711-15132221DB48}"/>
              </a:ext>
            </a:extLst>
          </p:cNvPr>
          <p:cNvSpPr/>
          <p:nvPr/>
        </p:nvSpPr>
        <p:spPr>
          <a:xfrm>
            <a:off x="8979408" y="8564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7661DA-FD33-98CC-B7AA-F7A3951002F3}"/>
              </a:ext>
            </a:extLst>
          </p:cNvPr>
          <p:cNvSpPr/>
          <p:nvPr/>
        </p:nvSpPr>
        <p:spPr>
          <a:xfrm>
            <a:off x="8979408" y="1804416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CC8355-9036-B4E6-F58C-05038B8791CF}"/>
              </a:ext>
            </a:extLst>
          </p:cNvPr>
          <p:cNvSpPr/>
          <p:nvPr/>
        </p:nvSpPr>
        <p:spPr>
          <a:xfrm>
            <a:off x="8979408" y="2752344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35495F-ED29-3D18-893B-30AD6FDC8020}"/>
              </a:ext>
            </a:extLst>
          </p:cNvPr>
          <p:cNvSpPr/>
          <p:nvPr/>
        </p:nvSpPr>
        <p:spPr>
          <a:xfrm>
            <a:off x="8979408" y="3700273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292487-4EEC-9D76-A3C2-D0D8EB85B732}"/>
              </a:ext>
            </a:extLst>
          </p:cNvPr>
          <p:cNvSpPr/>
          <p:nvPr/>
        </p:nvSpPr>
        <p:spPr>
          <a:xfrm>
            <a:off x="10594848" y="2266188"/>
            <a:ext cx="813816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0025712-9FF8-04C9-E126-FBCF8444728C}"/>
              </a:ext>
            </a:extLst>
          </p:cNvPr>
          <p:cNvGrpSpPr/>
          <p:nvPr/>
        </p:nvGrpSpPr>
        <p:grpSpPr>
          <a:xfrm>
            <a:off x="7171344" y="1458936"/>
            <a:ext cx="2009880" cy="2586240"/>
            <a:chOff x="7171344" y="1458936"/>
            <a:chExt cx="2009880" cy="25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B39C01-BF7E-BD25-13CE-53826055AAA7}"/>
                    </a:ext>
                  </a:extLst>
                </p14:cNvPr>
                <p14:cNvContentPartPr/>
                <p14:nvPr/>
              </p14:nvContentPartPr>
              <p14:xfrm>
                <a:off x="7671384" y="2025936"/>
                <a:ext cx="7416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B39C01-BF7E-BD25-13CE-53826055AA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53384" y="2007936"/>
                  <a:ext cx="109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BD9653-98A6-6BC2-37CC-A4A6405FEC5F}"/>
                    </a:ext>
                  </a:extLst>
                </p14:cNvPr>
                <p14:cNvContentPartPr/>
                <p14:nvPr/>
              </p14:nvContentPartPr>
              <p14:xfrm>
                <a:off x="7703064" y="2668896"/>
                <a:ext cx="55440" cy="66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BD9653-98A6-6BC2-37CC-A4A6405FEC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5064" y="2650896"/>
                  <a:ext cx="91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336797-8C12-C5E6-3322-2D5B92D8A5DD}"/>
                    </a:ext>
                  </a:extLst>
                </p14:cNvPr>
                <p14:cNvContentPartPr/>
                <p14:nvPr/>
              </p14:nvContentPartPr>
              <p14:xfrm>
                <a:off x="7739064" y="3386016"/>
                <a:ext cx="80280" cy="4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336797-8C12-C5E6-3322-2D5B92D8A5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1064" y="3368016"/>
                  <a:ext cx="115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FFB0C7D-36A4-9BAE-2A9B-C561505E76FE}"/>
                    </a:ext>
                  </a:extLst>
                </p14:cNvPr>
                <p14:cNvContentPartPr/>
                <p14:nvPr/>
              </p14:nvContentPartPr>
              <p14:xfrm>
                <a:off x="7185384" y="1881936"/>
                <a:ext cx="110520" cy="12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FFB0C7D-36A4-9BAE-2A9B-C561505E76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67384" y="1863936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E1BD059-9C76-EC9F-7FAD-39288FF52E70}"/>
                    </a:ext>
                  </a:extLst>
                </p14:cNvPr>
                <p14:cNvContentPartPr/>
                <p14:nvPr/>
              </p14:nvContentPartPr>
              <p14:xfrm>
                <a:off x="7269264" y="1913976"/>
                <a:ext cx="141840" cy="101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E1BD059-9C76-EC9F-7FAD-39288FF52E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1218" y="1895976"/>
                  <a:ext cx="177571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FDA8D3-6A0A-AB62-F55A-D426896BB5C6}"/>
                    </a:ext>
                  </a:extLst>
                </p14:cNvPr>
                <p14:cNvContentPartPr/>
                <p14:nvPr/>
              </p14:nvContentPartPr>
              <p14:xfrm>
                <a:off x="7446024" y="1988856"/>
                <a:ext cx="7200" cy="10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FDA8D3-6A0A-AB62-F55A-D426896BB5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8024" y="1970856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8C9470-E4CB-E5B6-159F-0B0CD43DE209}"/>
                    </a:ext>
                  </a:extLst>
                </p14:cNvPr>
                <p14:cNvContentPartPr/>
                <p14:nvPr/>
              </p14:nvContentPartPr>
              <p14:xfrm>
                <a:off x="7171344" y="2648736"/>
                <a:ext cx="115200" cy="12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8C9470-E4CB-E5B6-159F-0B0CD43DE2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3344" y="2630736"/>
                  <a:ext cx="150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CB629C-28E2-E7F5-5449-0336A9BB6EA3}"/>
                    </a:ext>
                  </a:extLst>
                </p14:cNvPr>
                <p14:cNvContentPartPr/>
                <p14:nvPr/>
              </p14:nvContentPartPr>
              <p14:xfrm>
                <a:off x="7259904" y="2653056"/>
                <a:ext cx="173160" cy="11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CB629C-28E2-E7F5-5449-0336A9BB6E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41941" y="2635056"/>
                  <a:ext cx="20872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ABBF71-1468-0B75-A5AB-DB5EEC7492A6}"/>
                    </a:ext>
                  </a:extLst>
                </p14:cNvPr>
                <p14:cNvContentPartPr/>
                <p14:nvPr/>
              </p14:nvContentPartPr>
              <p14:xfrm>
                <a:off x="7446744" y="2744136"/>
                <a:ext cx="151920" cy="8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ABBF71-1468-0B75-A5AB-DB5EEC7492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28701" y="2726136"/>
                  <a:ext cx="187645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AD399D-AEB5-4E3F-4518-D2622BF7704C}"/>
                    </a:ext>
                  </a:extLst>
                </p14:cNvPr>
                <p14:cNvContentPartPr/>
                <p14:nvPr/>
              </p14:nvContentPartPr>
              <p14:xfrm>
                <a:off x="7317504" y="3388536"/>
                <a:ext cx="121320" cy="129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AD399D-AEB5-4E3F-4518-D2622BF770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9504" y="3370536"/>
                  <a:ext cx="156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D55E44-D32F-A609-3F78-D20871A8C125}"/>
                    </a:ext>
                  </a:extLst>
                </p14:cNvPr>
                <p14:cNvContentPartPr/>
                <p14:nvPr/>
              </p14:nvContentPartPr>
              <p14:xfrm>
                <a:off x="7440984" y="3411936"/>
                <a:ext cx="153360" cy="112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D55E44-D32F-A609-3F78-D20871A8C1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2984" y="3393936"/>
                  <a:ext cx="18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D84FF79-2E55-5154-2E0F-C1F29C24348C}"/>
                    </a:ext>
                  </a:extLst>
                </p14:cNvPr>
                <p14:cNvContentPartPr/>
                <p14:nvPr/>
              </p14:nvContentPartPr>
              <p14:xfrm>
                <a:off x="7627464" y="3505176"/>
                <a:ext cx="11376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D84FF79-2E55-5154-2E0F-C1F29C2434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09464" y="3487176"/>
                  <a:ext cx="149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546FF2-6C5D-EA96-AD52-5BD7B6D72BD4}"/>
                    </a:ext>
                  </a:extLst>
                </p14:cNvPr>
                <p14:cNvContentPartPr/>
                <p14:nvPr/>
              </p14:nvContentPartPr>
              <p14:xfrm>
                <a:off x="7814304" y="1458936"/>
                <a:ext cx="1098000" cy="56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546FF2-6C5D-EA96-AD52-5BD7B6D72B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6304" y="1440948"/>
                  <a:ext cx="1133640" cy="597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0CF073-A150-1FB9-F76C-2F10495481CF}"/>
                    </a:ext>
                  </a:extLst>
                </p14:cNvPr>
                <p14:cNvContentPartPr/>
                <p14:nvPr/>
              </p14:nvContentPartPr>
              <p14:xfrm>
                <a:off x="7854264" y="2070576"/>
                <a:ext cx="869760" cy="10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0CF073-A150-1FB9-F76C-2F10495481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264" y="2052576"/>
                  <a:ext cx="90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FBD983-DD9C-8DFC-9643-CC6499E1D84C}"/>
                    </a:ext>
                  </a:extLst>
                </p14:cNvPr>
                <p14:cNvContentPartPr/>
                <p14:nvPr/>
              </p14:nvContentPartPr>
              <p14:xfrm>
                <a:off x="8601984" y="2061576"/>
                <a:ext cx="173880" cy="18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FBD983-DD9C-8DFC-9643-CC6499E1D8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83984" y="2043611"/>
                  <a:ext cx="20952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7B9D2BC-1413-BC57-EB82-3413B2EF3CF8}"/>
                    </a:ext>
                  </a:extLst>
                </p14:cNvPr>
                <p14:cNvContentPartPr/>
                <p14:nvPr/>
              </p14:nvContentPartPr>
              <p14:xfrm>
                <a:off x="7833024" y="2092536"/>
                <a:ext cx="1108080" cy="716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7B9D2BC-1413-BC57-EB82-3413B2EF3C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5024" y="2074527"/>
                  <a:ext cx="1143720" cy="751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CF0C763-4B2A-9529-B170-6EC8D3684331}"/>
                    </a:ext>
                  </a:extLst>
                </p14:cNvPr>
                <p14:cNvContentPartPr/>
                <p14:nvPr/>
              </p14:nvContentPartPr>
              <p14:xfrm>
                <a:off x="8790624" y="2643696"/>
                <a:ext cx="196560" cy="18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CF0C763-4B2A-9529-B170-6EC8D36843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2591" y="2625696"/>
                  <a:ext cx="232265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B62230-FE7E-828F-D353-224294AAB3B5}"/>
                    </a:ext>
                  </a:extLst>
                </p14:cNvPr>
                <p14:cNvContentPartPr/>
                <p14:nvPr/>
              </p14:nvContentPartPr>
              <p14:xfrm>
                <a:off x="7836264" y="2726136"/>
                <a:ext cx="1080" cy="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B62230-FE7E-828F-D353-224294AAB3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8264" y="2705886"/>
                  <a:ext cx="36720" cy="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DCED01-8016-5A40-C972-4BEDB42C6674}"/>
                    </a:ext>
                  </a:extLst>
                </p14:cNvPr>
                <p14:cNvContentPartPr/>
                <p14:nvPr/>
              </p14:nvContentPartPr>
              <p14:xfrm>
                <a:off x="7789464" y="2174976"/>
                <a:ext cx="1295640" cy="1499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DCED01-8016-5A40-C972-4BEDB42C66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1464" y="2156980"/>
                  <a:ext cx="1331280" cy="1535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340C640-3A5F-9536-55E9-3CCD46D41E72}"/>
                    </a:ext>
                  </a:extLst>
                </p14:cNvPr>
                <p14:cNvContentPartPr/>
                <p14:nvPr/>
              </p14:nvContentPartPr>
              <p14:xfrm>
                <a:off x="8954424" y="3521016"/>
                <a:ext cx="165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340C640-3A5F-9536-55E9-3CCD46D41E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6424" y="3503016"/>
                  <a:ext cx="201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88B9F7-60F4-1A4F-93DF-251645A68822}"/>
                    </a:ext>
                  </a:extLst>
                </p14:cNvPr>
                <p14:cNvContentPartPr/>
                <p14:nvPr/>
              </p14:nvContentPartPr>
              <p14:xfrm>
                <a:off x="7803144" y="1737936"/>
                <a:ext cx="1125000" cy="93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88B9F7-60F4-1A4F-93DF-251645A688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5138" y="1719943"/>
                  <a:ext cx="1160651" cy="970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9994963-685E-0CAE-D5C7-6FFA8FB1B28A}"/>
                    </a:ext>
                  </a:extLst>
                </p14:cNvPr>
                <p14:cNvContentPartPr/>
                <p14:nvPr/>
              </p14:nvContentPartPr>
              <p14:xfrm>
                <a:off x="7733304" y="2334096"/>
                <a:ext cx="1038960" cy="397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9994963-685E-0CAE-D5C7-6FFA8FB1B2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310" y="2316080"/>
                  <a:ext cx="1074588" cy="432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382496D-F94B-C7F4-2F44-DDDF0CFC25BF}"/>
                    </a:ext>
                  </a:extLst>
                </p14:cNvPr>
                <p14:cNvContentPartPr/>
                <p14:nvPr/>
              </p14:nvContentPartPr>
              <p14:xfrm>
                <a:off x="8646624" y="2300616"/>
                <a:ext cx="199440" cy="11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382496D-F94B-C7F4-2F44-DDDF0CFC25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28656" y="2282616"/>
                  <a:ext cx="23501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DFB0DCE-7677-CCFE-E21D-6C22515B3AD6}"/>
                    </a:ext>
                  </a:extLst>
                </p14:cNvPr>
                <p14:cNvContentPartPr/>
                <p14:nvPr/>
              </p14:nvContentPartPr>
              <p14:xfrm>
                <a:off x="7800264" y="2723616"/>
                <a:ext cx="97596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FB0DCE-7677-CCFE-E21D-6C22515B3A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2264" y="2705616"/>
                  <a:ext cx="1011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29023BE-6518-5F88-1A56-9D5F5FF258C2}"/>
                    </a:ext>
                  </a:extLst>
                </p14:cNvPr>
                <p14:cNvContentPartPr/>
                <p14:nvPr/>
              </p14:nvContentPartPr>
              <p14:xfrm>
                <a:off x="8565624" y="2781576"/>
                <a:ext cx="237600" cy="206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29023BE-6518-5F88-1A56-9D5F5FF258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7651" y="2763576"/>
                  <a:ext cx="273186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05A8DBB-14E3-7A3C-726C-AC1A873CDC26}"/>
                    </a:ext>
                  </a:extLst>
                </p14:cNvPr>
                <p14:cNvContentPartPr/>
                <p14:nvPr/>
              </p14:nvContentPartPr>
              <p14:xfrm>
                <a:off x="7807104" y="2751696"/>
                <a:ext cx="1158840" cy="94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05A8DBB-14E3-7A3C-726C-AC1A873CDC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9104" y="2733696"/>
                  <a:ext cx="119448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4B18CDA-030E-639A-0E62-4B3C862A6CBD}"/>
                    </a:ext>
                  </a:extLst>
                </p14:cNvPr>
                <p14:cNvContentPartPr/>
                <p14:nvPr/>
              </p14:nvContentPartPr>
              <p14:xfrm>
                <a:off x="8777664" y="3555576"/>
                <a:ext cx="243360" cy="202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4B18CDA-030E-639A-0E62-4B3C862A6C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59664" y="3537576"/>
                  <a:ext cx="279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3248EC-DCE1-0B32-2980-0D4F72F1A8A3}"/>
                    </a:ext>
                  </a:extLst>
                </p14:cNvPr>
                <p14:cNvContentPartPr/>
                <p14:nvPr/>
              </p14:nvContentPartPr>
              <p14:xfrm>
                <a:off x="7831944" y="1712376"/>
                <a:ext cx="1349280" cy="1662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3248EC-DCE1-0B32-2980-0D4F72F1A8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13944" y="1694376"/>
                  <a:ext cx="1384920" cy="16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A158EB-DEDC-B18F-7D5F-77282E3230F3}"/>
                    </a:ext>
                  </a:extLst>
                </p14:cNvPr>
                <p14:cNvContentPartPr/>
                <p14:nvPr/>
              </p14:nvContentPartPr>
              <p14:xfrm>
                <a:off x="7877304" y="2453256"/>
                <a:ext cx="1146960" cy="9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A158EB-DEDC-B18F-7D5F-77282E3230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59304" y="2435256"/>
                  <a:ext cx="118260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B001B15-C34E-113D-324A-6A58124B1742}"/>
                    </a:ext>
                  </a:extLst>
                </p14:cNvPr>
                <p14:cNvContentPartPr/>
                <p14:nvPr/>
              </p14:nvContentPartPr>
              <p14:xfrm>
                <a:off x="7838784" y="3196656"/>
                <a:ext cx="1091160" cy="25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B001B15-C34E-113D-324A-6A58124B17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20778" y="3178656"/>
                  <a:ext cx="1126812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812ECF-81E6-3BB8-5D02-7902839C4798}"/>
                    </a:ext>
                  </a:extLst>
                </p14:cNvPr>
                <p14:cNvContentPartPr/>
                <p14:nvPr/>
              </p14:nvContentPartPr>
              <p14:xfrm>
                <a:off x="8794584" y="3151656"/>
                <a:ext cx="178560" cy="13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812ECF-81E6-3BB8-5D02-7902839C47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6548" y="3133656"/>
                  <a:ext cx="214272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5EBBF5-53D1-AEB3-9246-B689759FAAF4}"/>
                    </a:ext>
                  </a:extLst>
                </p14:cNvPr>
                <p14:cNvContentPartPr/>
                <p14:nvPr/>
              </p14:nvContentPartPr>
              <p14:xfrm>
                <a:off x="7829064" y="3490776"/>
                <a:ext cx="964080" cy="493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5EBBF5-53D1-AEB3-9246-B689759FAA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11064" y="3472789"/>
                  <a:ext cx="999720" cy="529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3DA5B7-51B5-1B69-FF40-9BD612CDE9B1}"/>
                    </a:ext>
                  </a:extLst>
                </p14:cNvPr>
                <p14:cNvContentPartPr/>
                <p14:nvPr/>
              </p14:nvContentPartPr>
              <p14:xfrm>
                <a:off x="8633664" y="3855456"/>
                <a:ext cx="198000" cy="18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3DA5B7-51B5-1B69-FF40-9BD612CDE9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15664" y="3837456"/>
                  <a:ext cx="2336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CD231FB-8919-9099-1A16-FBCB41763820}"/>
              </a:ext>
            </a:extLst>
          </p:cNvPr>
          <p:cNvGrpSpPr/>
          <p:nvPr/>
        </p:nvGrpSpPr>
        <p:grpSpPr>
          <a:xfrm>
            <a:off x="9846504" y="1662336"/>
            <a:ext cx="810720" cy="837000"/>
            <a:chOff x="9846504" y="1662336"/>
            <a:chExt cx="810720" cy="8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5432CD6-86C5-A7C8-E408-74ED96294ADB}"/>
                    </a:ext>
                  </a:extLst>
                </p14:cNvPr>
                <p14:cNvContentPartPr/>
                <p14:nvPr/>
              </p14:nvContentPartPr>
              <p14:xfrm>
                <a:off x="9865584" y="1662336"/>
                <a:ext cx="762840" cy="57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5432CD6-86C5-A7C8-E408-74ED96294A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47584" y="1644336"/>
                  <a:ext cx="7984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D337A9-03E5-F536-6177-462795495015}"/>
                    </a:ext>
                  </a:extLst>
                </p14:cNvPr>
                <p14:cNvContentPartPr/>
                <p14:nvPr/>
              </p14:nvContentPartPr>
              <p14:xfrm>
                <a:off x="10484064" y="2052216"/>
                <a:ext cx="173160" cy="18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D337A9-03E5-F536-6177-4627954950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6064" y="2034216"/>
                  <a:ext cx="20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2B50B6D-AD5B-459E-F8C4-F56E0ADDCC54}"/>
                    </a:ext>
                  </a:extLst>
                </p14:cNvPr>
                <p14:cNvContentPartPr/>
                <p14:nvPr/>
              </p14:nvContentPartPr>
              <p14:xfrm>
                <a:off x="9846504" y="2311056"/>
                <a:ext cx="60408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2B50B6D-AD5B-459E-F8C4-F56E0ADDCC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28504" y="2293056"/>
                  <a:ext cx="639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E71297-1E9E-92E5-AF8F-D612246CE02A}"/>
                    </a:ext>
                  </a:extLst>
                </p14:cNvPr>
                <p14:cNvContentPartPr/>
                <p14:nvPr/>
              </p14:nvContentPartPr>
              <p14:xfrm>
                <a:off x="10301544" y="2369736"/>
                <a:ext cx="146520" cy="12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E71297-1E9E-92E5-AF8F-D612246CE0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83500" y="2351736"/>
                  <a:ext cx="182248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B765EA0-7523-04E1-2D5C-6F9B5077F0DF}"/>
              </a:ext>
            </a:extLst>
          </p:cNvPr>
          <p:cNvGrpSpPr/>
          <p:nvPr/>
        </p:nvGrpSpPr>
        <p:grpSpPr>
          <a:xfrm>
            <a:off x="9831744" y="2880936"/>
            <a:ext cx="1033560" cy="1117440"/>
            <a:chOff x="9831744" y="2880936"/>
            <a:chExt cx="103356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588D05-0C6C-D6B4-A2E1-661D488391BB}"/>
                    </a:ext>
                  </a:extLst>
                </p14:cNvPr>
                <p14:cNvContentPartPr/>
                <p14:nvPr/>
              </p14:nvContentPartPr>
              <p14:xfrm>
                <a:off x="9842184" y="2943216"/>
                <a:ext cx="57024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588D05-0C6C-D6B4-A2E1-661D488391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24173" y="2925216"/>
                  <a:ext cx="605903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EA9DDB7-DE3D-A087-D796-23076AC5799B}"/>
                    </a:ext>
                  </a:extLst>
                </p14:cNvPr>
                <p14:cNvContentPartPr/>
                <p14:nvPr/>
              </p14:nvContentPartPr>
              <p14:xfrm>
                <a:off x="10251864" y="2880936"/>
                <a:ext cx="216720" cy="114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EA9DDB7-DE3D-A087-D796-23076AC579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33864" y="2862936"/>
                  <a:ext cx="25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3818036-EDA7-E2A0-F8B9-51D4D77DF807}"/>
                    </a:ext>
                  </a:extLst>
                </p14:cNvPr>
                <p14:cNvContentPartPr/>
                <p14:nvPr/>
              </p14:nvContentPartPr>
              <p14:xfrm>
                <a:off x="10318104" y="2959056"/>
                <a:ext cx="174960" cy="195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3818036-EDA7-E2A0-F8B9-51D4D77DF80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0104" y="2941056"/>
                  <a:ext cx="210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05419DE-6DD3-077C-1E44-338C32DB907F}"/>
                    </a:ext>
                  </a:extLst>
                </p14:cNvPr>
                <p14:cNvContentPartPr/>
                <p14:nvPr/>
              </p14:nvContentPartPr>
              <p14:xfrm>
                <a:off x="9831744" y="3190896"/>
                <a:ext cx="1033560" cy="807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05419DE-6DD3-077C-1E44-338C32DB907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3744" y="3172896"/>
                  <a:ext cx="106920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0AD1C06-EBFC-8307-5967-C593B1325F6E}"/>
              </a:ext>
            </a:extLst>
          </p:cNvPr>
          <p:cNvGrpSpPr/>
          <p:nvPr/>
        </p:nvGrpSpPr>
        <p:grpSpPr>
          <a:xfrm>
            <a:off x="11534904" y="2675736"/>
            <a:ext cx="311040" cy="148680"/>
            <a:chOff x="11534904" y="2675736"/>
            <a:chExt cx="31104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1F0D388-AED2-CC60-0CEC-4ED1A7285AF8}"/>
                    </a:ext>
                  </a:extLst>
                </p14:cNvPr>
                <p14:cNvContentPartPr/>
                <p14:nvPr/>
              </p14:nvContentPartPr>
              <p14:xfrm>
                <a:off x="11534904" y="2732616"/>
                <a:ext cx="280440" cy="1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1F0D388-AED2-CC60-0CEC-4ED1A7285A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16904" y="2714969"/>
                  <a:ext cx="316080" cy="52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01144CA-F9DB-673E-7D29-133F219F2591}"/>
                    </a:ext>
                  </a:extLst>
                </p14:cNvPr>
                <p14:cNvContentPartPr/>
                <p14:nvPr/>
              </p14:nvContentPartPr>
              <p14:xfrm>
                <a:off x="11690424" y="2675736"/>
                <a:ext cx="15552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01144CA-F9DB-673E-7D29-133F219F259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72424" y="2657779"/>
                  <a:ext cx="191160" cy="18423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A15C84C-4297-7420-BA1A-8CDAD1DBEE29}"/>
              </a:ext>
            </a:extLst>
          </p:cNvPr>
          <p:cNvSpPr txBox="1"/>
          <p:nvPr/>
        </p:nvSpPr>
        <p:spPr>
          <a:xfrm>
            <a:off x="859535" y="315504"/>
            <a:ext cx="778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REDO the same thing using Kera – 5 lines of code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A1566-EE07-976D-C128-FDEE6B574D38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428216" y="695967"/>
            <a:ext cx="6234808" cy="5998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4712C4-8DD2-527A-985F-1EAF1D9B2B62}"/>
              </a:ext>
            </a:extLst>
          </p:cNvPr>
          <p:cNvSpPr txBox="1"/>
          <p:nvPr/>
        </p:nvSpPr>
        <p:spPr>
          <a:xfrm>
            <a:off x="7259904" y="5769864"/>
            <a:ext cx="354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Pretty close to actual value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7A8797-B1BC-F5F0-3B07-4A97F722D1AA}"/>
              </a:ext>
            </a:extLst>
          </p:cNvPr>
          <p:cNvGrpSpPr/>
          <p:nvPr/>
        </p:nvGrpSpPr>
        <p:grpSpPr>
          <a:xfrm>
            <a:off x="6775704" y="5893416"/>
            <a:ext cx="538560" cy="289440"/>
            <a:chOff x="6775704" y="5893416"/>
            <a:chExt cx="53856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07A108-3395-A28B-854D-81B03EEF3091}"/>
                    </a:ext>
                  </a:extLst>
                </p14:cNvPr>
                <p14:cNvContentPartPr/>
                <p14:nvPr/>
              </p14:nvContentPartPr>
              <p14:xfrm>
                <a:off x="6888024" y="5969736"/>
                <a:ext cx="426240" cy="8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07A108-3395-A28B-854D-81B03EEF309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70024" y="5952096"/>
                  <a:ext cx="461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3CEA67-E1BD-F6E3-D9D2-8B50146A2617}"/>
                    </a:ext>
                  </a:extLst>
                </p14:cNvPr>
                <p14:cNvContentPartPr/>
                <p14:nvPr/>
              </p14:nvContentPartPr>
              <p14:xfrm>
                <a:off x="6775704" y="5893416"/>
                <a:ext cx="234720" cy="289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3CEA67-E1BD-F6E3-D9D2-8B50146A261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757704" y="5875776"/>
                  <a:ext cx="270360" cy="32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067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2161</TotalTime>
  <Words>103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menlo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236</cp:revision>
  <dcterms:created xsi:type="dcterms:W3CDTF">2025-09-22T02:44:38Z</dcterms:created>
  <dcterms:modified xsi:type="dcterms:W3CDTF">2026-04-01T16:02:51Z</dcterms:modified>
</cp:coreProperties>
</file>