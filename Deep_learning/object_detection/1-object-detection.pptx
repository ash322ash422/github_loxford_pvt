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57" r:id="rId3"/>
    <p:sldId id="284" r:id="rId4"/>
    <p:sldId id="277" r:id="rId5"/>
    <p:sldId id="281" r:id="rId6"/>
    <p:sldId id="282" r:id="rId7"/>
    <p:sldId id="283" r:id="rId8"/>
    <p:sldId id="278" r:id="rId9"/>
    <p:sldId id="280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500EF0-C39A-3394-E2DA-9C20DA34E655}"/>
              </a:ext>
            </a:extLst>
          </p:cNvPr>
          <p:cNvSpPr txBox="1"/>
          <p:nvPr/>
        </p:nvSpPr>
        <p:spPr>
          <a:xfrm>
            <a:off x="141732" y="73813"/>
            <a:ext cx="109773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is a computer vision technology that allows systems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and locate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specific objects within an image or video.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answers two fundamental questions: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it?"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(classification) and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"Where is it?"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(localization)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06A5E-8757-4B20-DC6E-A6938190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295" y="1938992"/>
            <a:ext cx="7902101" cy="484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E3EC-39E2-EABF-2D79-5DB82A09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9687C8-6A5C-1D90-8356-84A16DA788AA}"/>
              </a:ext>
            </a:extLst>
          </p:cNvPr>
          <p:cNvSpPr txBox="1"/>
          <p:nvPr/>
        </p:nvSpPr>
        <p:spPr>
          <a:xfrm>
            <a:off x="260604" y="73813"/>
            <a:ext cx="6190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 model evolution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R-CNN – (Explained here)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R-CNN (optimization idea)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R-CNN (modern region proposal)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SSD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YOLO (industry - today )</a:t>
            </a:r>
          </a:p>
        </p:txBody>
      </p:sp>
    </p:spTree>
    <p:extLst>
      <p:ext uri="{BB962C8B-B14F-4D97-AF65-F5344CB8AC3E}">
        <p14:creationId xmlns:p14="http://schemas.microsoft.com/office/powerpoint/2010/main" val="108682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748C-E8C3-5751-AA07-D39AB1E8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852C26-EA7F-1AB3-08FC-DEA360215B74}"/>
              </a:ext>
            </a:extLst>
          </p:cNvPr>
          <p:cNvSpPr txBox="1"/>
          <p:nvPr/>
        </p:nvSpPr>
        <p:spPr>
          <a:xfrm>
            <a:off x="260604" y="73813"/>
            <a:ext cx="84536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Idea: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Generate region proposals (possible object areas)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Run CNN on each region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Classify + bounding box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analogy: “crop image → classify each crop” </a:t>
            </a:r>
          </a:p>
        </p:txBody>
      </p:sp>
    </p:spTree>
    <p:extLst>
      <p:ext uri="{BB962C8B-B14F-4D97-AF65-F5344CB8AC3E}">
        <p14:creationId xmlns:p14="http://schemas.microsoft.com/office/powerpoint/2010/main" val="15055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34C4-1AEC-806C-2574-8BD95B75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FF5086-151F-F18D-35C2-8570A269475D}"/>
              </a:ext>
            </a:extLst>
          </p:cNvPr>
          <p:cNvSpPr txBox="1"/>
          <p:nvPr/>
        </p:nvSpPr>
        <p:spPr>
          <a:xfrm>
            <a:off x="260604" y="73813"/>
            <a:ext cx="845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 (In detail)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06BA5-5280-E0AE-7937-C0ADEA67D2F6}"/>
              </a:ext>
            </a:extLst>
          </p:cNvPr>
          <p:cNvSpPr txBox="1"/>
          <p:nvPr/>
        </p:nvSpPr>
        <p:spPr>
          <a:xfrm>
            <a:off x="260604" y="711446"/>
            <a:ext cx="53995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Region Proposal: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generates ~2000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class-independent region proposals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Selective Search (i.e., it doesn’t know what the object is yet).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Feature Extraction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region is warped (resized) to a fixed size and passed through a pre-trained CNN (like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AlexNet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VGG) to extract features.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Classification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separate SVM classifier is trained per class, using CNN features.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51EC89-128D-1850-55A6-447F386FD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243" y="1261871"/>
            <a:ext cx="6164869" cy="4716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6C39E6-ACFC-5049-16A8-449F28180981}"/>
              </a:ext>
            </a:extLst>
          </p:cNvPr>
          <p:cNvSpPr txBox="1"/>
          <p:nvPr/>
        </p:nvSpPr>
        <p:spPr>
          <a:xfrm>
            <a:off x="8330184" y="880004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Medium</a:t>
            </a:r>
          </a:p>
        </p:txBody>
      </p:sp>
    </p:spTree>
    <p:extLst>
      <p:ext uri="{BB962C8B-B14F-4D97-AF65-F5344CB8AC3E}">
        <p14:creationId xmlns:p14="http://schemas.microsoft.com/office/powerpoint/2010/main" val="40866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5460-3835-0D98-3A67-D155F6B0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F4D56-4612-F0D4-5244-C31E3E9FDB85}"/>
              </a:ext>
            </a:extLst>
          </p:cNvPr>
          <p:cNvSpPr txBox="1"/>
          <p:nvPr/>
        </p:nvSpPr>
        <p:spPr>
          <a:xfrm>
            <a:off x="260604" y="73813"/>
            <a:ext cx="845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 (In detail)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ECCC7-4B70-53D3-739F-0DAA2FF7E661}"/>
              </a:ext>
            </a:extLst>
          </p:cNvPr>
          <p:cNvSpPr txBox="1"/>
          <p:nvPr/>
        </p:nvSpPr>
        <p:spPr>
          <a:xfrm>
            <a:off x="104888" y="535478"/>
            <a:ext cx="61859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Bounding Box Regression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class-specific bounding box regressor refines the coordinates.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Non-Maximum Suppression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the box with highest confidence and removes overlapping ones.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37E3D-FD9A-A725-13FD-758625C0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243" y="1261871"/>
            <a:ext cx="6164869" cy="4716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BE874-8623-DDCB-1914-E5EF159BB8F6}"/>
              </a:ext>
            </a:extLst>
          </p:cNvPr>
          <p:cNvSpPr txBox="1"/>
          <p:nvPr/>
        </p:nvSpPr>
        <p:spPr>
          <a:xfrm>
            <a:off x="8330184" y="880004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Medium</a:t>
            </a:r>
          </a:p>
        </p:txBody>
      </p:sp>
    </p:spTree>
    <p:extLst>
      <p:ext uri="{BB962C8B-B14F-4D97-AF65-F5344CB8AC3E}">
        <p14:creationId xmlns:p14="http://schemas.microsoft.com/office/powerpoint/2010/main" val="250276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779B-A5BD-86EA-527E-80F44EC3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7A28FD-43DA-AABF-D553-91ED407D24A8}"/>
              </a:ext>
            </a:extLst>
          </p:cNvPr>
          <p:cNvSpPr txBox="1"/>
          <p:nvPr/>
        </p:nvSpPr>
        <p:spPr>
          <a:xfrm>
            <a:off x="260604" y="73813"/>
            <a:ext cx="8453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R-CNN (In detail)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81FAC-587C-579D-B3F0-403C4B45CAEF}"/>
              </a:ext>
            </a:extLst>
          </p:cNvPr>
          <p:cNvSpPr txBox="1"/>
          <p:nvPr/>
        </p:nvSpPr>
        <p:spPr>
          <a:xfrm>
            <a:off x="397764" y="1366903"/>
            <a:ext cx="57835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 drawback of R-CNN: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 is run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2000 times per image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slow (not practical for real-time)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motivates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R-CNN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R-CNN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958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3C8F-CE14-8FC5-AFCE-AFA6EE9C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2D91BC-43B4-25D5-77DD-436A13A0918C}"/>
              </a:ext>
            </a:extLst>
          </p:cNvPr>
          <p:cNvSpPr txBox="1"/>
          <p:nvPr/>
        </p:nvSpPr>
        <p:spPr>
          <a:xfrm>
            <a:off x="260604" y="73813"/>
            <a:ext cx="7822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Fast R-CNN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R-CNN (no repeated CNN per region)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5E6EA-9BFE-5BFA-6ED4-7211A14BA083}"/>
              </a:ext>
            </a:extLst>
          </p:cNvPr>
          <p:cNvSpPr txBox="1"/>
          <p:nvPr/>
        </p:nvSpPr>
        <p:spPr>
          <a:xfrm>
            <a:off x="260604" y="2688997"/>
            <a:ext cx="78226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Faster R-CNN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Adds Region Proposal Network (RPN)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more complex but logical extension </a:t>
            </a:r>
          </a:p>
        </p:txBody>
      </p:sp>
    </p:spTree>
    <p:extLst>
      <p:ext uri="{BB962C8B-B14F-4D97-AF65-F5344CB8AC3E}">
        <p14:creationId xmlns:p14="http://schemas.microsoft.com/office/powerpoint/2010/main" val="15492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4539-2D0C-7E1F-C1D9-884492AA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39E7FD-E00B-B9B7-8310-34A3B768E83E}"/>
              </a:ext>
            </a:extLst>
          </p:cNvPr>
          <p:cNvSpPr txBox="1"/>
          <p:nvPr/>
        </p:nvSpPr>
        <p:spPr>
          <a:xfrm>
            <a:off x="260604" y="73813"/>
            <a:ext cx="78226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YOLO (You Only Look Once)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Entire image → single pass → predicts everything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Think: “one shot detection”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Harder conceptually (grid system, anchor boxes)</a:t>
            </a:r>
          </a:p>
        </p:txBody>
      </p:sp>
    </p:spTree>
    <p:extLst>
      <p:ext uri="{BB962C8B-B14F-4D97-AF65-F5344CB8AC3E}">
        <p14:creationId xmlns:p14="http://schemas.microsoft.com/office/powerpoint/2010/main" val="535229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1114</TotalTime>
  <Words>339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186</cp:revision>
  <dcterms:created xsi:type="dcterms:W3CDTF">2025-09-22T02:44:38Z</dcterms:created>
  <dcterms:modified xsi:type="dcterms:W3CDTF">2026-04-23T10:23:26Z</dcterms:modified>
</cp:coreProperties>
</file>