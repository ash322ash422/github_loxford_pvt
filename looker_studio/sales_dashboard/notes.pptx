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6" r:id="rId2"/>
    <p:sldId id="292" r:id="rId3"/>
    <p:sldId id="257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1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6:56.3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530 1250 348 0 0,'-30'-87'324'0'0,"0"4"-96"0"0,-11-36-48 0 0,-3-7-40 0 0,-6-7-16 0 0,-4-6-92 0 0,-7-1-116 0 0,-5-1-324 0 0,-10 0 104 0 0,-1 1 104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19.82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788 537 5913 0 0,'9'-1'-380'0'0,"-9"1"404"0"0,0 0 0 0 0,0 1 0 0 0,1-1 1 0 0,-1 0-1 0 0,0 0 0 0 0,0 0 0 0 0,0 0 0 0 0,0 0 0 0 0,1 0 0 0 0,-1 0 0 0 0,0 0 0 0 0,0 0 0 0 0,0 0 0 0 0,0 0 0 0 0,0 0 0 0 0,1 0 0 0 0,-1 0 0 0 0,0-1 0 0 0,0 1 0 0 0,0 0 0 0 0,0 0 0 0 0,0 0 0 0 0,1 0 0 0 0,-1 0 0 0 0,0 0 97 0 0,0-1-97 0 0,0 1 0 0 0,0 0 0 0 0,1 0 0 0 0,-1 0 0 0 0,0 0 0 0 0,0 0 0 0 0,0 0 0 0 0,0-1 0 0 0,0 1 0 0 0,0 0 0 0 0,0 0 0 0 0,0 0 0 0 0,0 0 0 0 0,0-1 0 0 0,0 1 0 0 0,0 0 0 0 0,0 0 0 0 0,0 0 0 0 0,0 0 0 0 0,0 0 0 0 0,0-1 0 0 0,0 1 0 0 0,0 0 0 0 0,0 0 1 0 0,0 0-1 0 0,0 0 0 0 0,0 0 0 0 0,0-1 0 0 0,-1 1 0 0 0,1 0 0 0 0,0 0 0 0 0,0 0 48 0 0,0 0-48 0 0,-68-62 373 0 0,-102-72 1 0 0,16 15-124 0 0,122 93-225 0 0,11 10 65 0 0,-33-34-1 0 0,45 39-76 0 0,0 0 0 0 0,1 0 0 0 0,-9-17 0 0 0,16 27-41 0 0,1-1 0 0 0,-1 1 1 0 0,1-1-1 0 0,0 1 0 0 0,0-1 1 0 0,-1 1-1 0 0,1-1 0 0 0,0 0 1 0 0,0 1-1 0 0,0-1 0 0 0,1 1 0 0 0,-1-1 1 0 0,0 1-1 0 0,0-1 0 0 0,1 1 1 0 0,-1-1-1 0 0,1 1 0 0 0,0-1 1 0 0,-1 1-1 0 0,1-1 0 0 0,0 1 0 0 0,0 0 1 0 0,0-1-1 0 0,0 1 0 0 0,0 0 1 0 0,0 0-1 0 0,0 0 0 0 0,0 0 1 0 0,0 0-1 0 0,1 0 0 0 0,-1 0 0 0 0,0 0 1 0 0,1 0-1 0 0,-1 0 0 0 0,3 0 1 0 0,-1-1-19 0 0,1 0 1 0 0,0 0 0 0 0,-1 1-1 0 0,1-1 1 0 0,0 1 0 0 0,0 0-1 0 0,0 0 1 0 0,0 0 0 0 0,0 0-1 0 0,0 1 1 0 0,0 0-1 0 0,0 0 1 0 0,0 0 0 0 0,5 1-1 0 0,-7-1 15 0 0,0 0 0 0 0,-1 1 0 0 0,1 0-1 0 0,0-1 1 0 0,0 1 0 0 0,-1 0 0 0 0,1 0-1 0 0,-1 0 1 0 0,1 0 0 0 0,-1 0-1 0 0,1 0 1 0 0,-1 0 0 0 0,1 0 0 0 0,-1 0-1 0 0,0 1 1 0 0,0-1 0 0 0,0 1 0 0 0,0-1-1 0 0,0 1 1 0 0,0-1 0 0 0,0 1 0 0 0,0 0-1 0 0,-1-1 1 0 0,1 1 0 0 0,0 0-1 0 0,-1 0 1 0 0,0-1 0 0 0,1 1 0 0 0,-1 0-1 0 0,0 0 1 0 0,0 0 0 0 0,0 0 0 0 0,0-1-1 0 0,0 1 1 0 0,0 0 0 0 0,-1 0-1 0 0,1 0 1 0 0,-1-1 0 0 0,1 1 0 0 0,-1 0-1 0 0,0 0 1 0 0,1-1 0 0 0,-3 3 0 0 0,-4 11-9 0 0,0 0 0 0 0,-2-1 0 0 0,-18 26 0 0 0,20-31 9 0 0,-25 32-13 0 0,-3-1 0 0 0,-40 35 0 0 0,-45 52-30 0 0,69-76-9 0 0,50-49 48 0 0,9-6-25 0 0,109-40 6 0 0,344-118-8 0 0,-30 58-59 0 0,-410 104 253 0 0,1 1-721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21.43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65 154 4980 0 0,'1'-7'203'0'0,"0"0"-1"0"0,-1 0 0 0 0,0 0 0 0 0,0 0 0 0 0,0 0 1 0 0,-1 0-1 0 0,-3-11 0 0 0,4 16-1 0 0,-5-9 419 0 0,5 11-613 0 0,0-1 0 0 0,0 1 0 0 0,0 0 0 0 0,0 0 0 0 0,0-1 0 0 0,-1 1 0 0 0,1 0 0 0 0,0 0 0 0 0,0-1 0 0 0,0 1-1 0 0,0 0 1 0 0,-1 0 0 0 0,1-1 0 0 0,0 1 0 0 0,0 0 0 0 0,0 0 0 0 0,-1 0 0 0 0,1 0 0 0 0,0-1 0 0 0,0 1-1 0 0,-1 0 1 0 0,1 0 0 0 0,0 0 0 0 0,-1 0 0 0 0,1 0 0 0 0,0 0 0 0 0,0 0 0 0 0,-1 0 0 0 0,1 0 0 0 0,0 0 0 0 0,-1 0-1 0 0,1 0 1 0 0,0 0 0 0 0,0 0 0 0 0,-1 0 0 0 0,1 0 0 0 0,0 0 0 0 0,-1 0 0 0 0,1 0 0 0 0,0 0 0 0 0,0 0-1 0 0,-1 0 1 0 0,1 0 0 0 0,0 1 0 0 0,0-1 0 0 0,-1 0 0 0 0,1 0 0 0 0,0 0 0 0 0,0 1 0 0 0,-6 5 4 0 0,1 1-1 0 0,0 0 1 0 0,0 0 0 0 0,1 1 0 0 0,0 0 0 0 0,0-1 0 0 0,1 1 0 0 0,-4 11-1 0 0,6-16-13 0 0,1 0 0 0 0,-1 0 0 0 0,1 0-1 0 0,0-1 1 0 0,0 1 0 0 0,0 0 0 0 0,0 0-1 0 0,0 0 1 0 0,1-1 0 0 0,-1 1 0 0 0,1 0 0 0 0,0 0-1 0 0,0-1 1 0 0,0 1 0 0 0,0-1 0 0 0,0 1-1 0 0,0 0 1 0 0,1-1 0 0 0,-1 0 0 0 0,1 1-1 0 0,0-1 1 0 0,0 0 0 0 0,0 0 0 0 0,0 0-1 0 0,0 0 1 0 0,0 0 0 0 0,0-1 0 0 0,1 1-1 0 0,-1-1 1 0 0,0 1 0 0 0,4 0 0 0 0,6 4 1 0 0,0-1 0 0 0,0-1 1 0 0,0 0-1 0 0,1 0 1 0 0,0-2-1 0 0,-1 1 0 0 0,1-2 1 0 0,0 1-1 0 0,0-2 1 0 0,0 0-1 0 0,15-2 0 0 0,-20 2 8 0 0,0-1 0 0 0,-1 0 0 0 0,1-1 0 0 0,-1 0 0 0 0,1 0 0 0 0,-1-1 0 0 0,0 0 0 0 0,0 0-1 0 0,0 0 1 0 0,-1-1 0 0 0,1 0 0 0 0,-1-1 0 0 0,0 1 0 0 0,0-1 0 0 0,0 0 0 0 0,0-1 0 0 0,-1 1 0 0 0,0-1 0 0 0,0 0-1 0 0,3-7 1 0 0,-4 8 29 0 0,-1-1 0 0 0,0 0 0 0 0,-1 0 0 0 0,1 0 0 0 0,-1 0 0 0 0,0 0 0 0 0,1-11 0 0 0,-3 16-5 0 0,1-1-5 0 0,0-6-12 0 0,0 6-9 0 0,-7 24-145 0 0,5-21 135 0 0,0 1 1 0 0,0 0-1 0 0,0 0 0 0 0,1 0 0 0 0,-1-1 0 0 0,1 1 0 0 0,-1 0 0 0 0,1 0 1 0 0,0 0-1 0 0,0 0 0 0 0,0 0 0 0 0,0 0 0 0 0,0 0 0 0 0,0 0 1 0 0,0 0-1 0 0,1 0 0 0 0,-1 0 0 0 0,1 0 0 0 0,-1 0 0 0 0,2 2 0 0 0,2 2-2 0 0,0 0 0 0 0,0-1 0 0 0,0 0 0 0 0,1 0 0 0 0,0 0-1 0 0,0 0 1 0 0,0-1 0 0 0,1 0 0 0 0,-1 0 0 0 0,1 0 0 0 0,0 0-1 0 0,0-1 1 0 0,1 0 0 0 0,-1-1 0 0 0,0 1 0 0 0,1-1 0 0 0,0-1 0 0 0,-1 1-1 0 0,1-1 1 0 0,0 0 0 0 0,10 0 0 0 0,15 1 27 0 0,0-2 1 0 0,0-1-1 0 0,38-5 0 0 0,-63 5 4 0 0,0 0 0 0 0,-1-1 0 0 0,1 0 0 0 0,0 0 0 0 0,-1 0 0 0 0,1 0 0 0 0,-1-1 0 0 0,0 0 0 0 0,0-1 0 0 0,0 0 0 0 0,0 1 0 0 0,0-2 0 0 0,-1 1 0 0 0,0-1 0 0 0,0 0 0 0 0,0 0 0 0 0,-1 0 0 0 0,1 0 0 0 0,-1-1 0 0 0,-1 0 0 0 0,1 0 0 0 0,-1 0 0 0 0,0 0 0 0 0,0-1 0 0 0,-1 1 0 0 0,1-1 0 0 0,-2 1 0 0 0,1-1 0 0 0,-1 0 0 0 0,1-8 0 0 0,2-26-101 0 0,-7 59 53 0 0,1 1 0 0 0,1-1 0 0 0,0 1 0 0 0,2 0 0 0 0,0-1 0 0 0,5 30 0 0 0,34 117-42 0 0,-19-101 41 0 0,3-2 0 0 0,2-1-1 0 0,3-1 1 0 0,3-1 0 0 0,63 87 0 0 0,-85-133 99 0 0,-1 0 0 0 0,0 1 0 0 0,12 26 330 0 0,-29-46-372 0 0,1-1-1 0 0,-1 0 1 0 0,1-1-1 0 0,1 1 1 0 0,0-1-1 0 0,0 0 1 0 0,0-1-1 0 0,1 1 1 0 0,-8-19-1 0 0,-1 2 13 0 0,-17-39 23 0 0,2-2-1 0 0,3 0 0 0 0,-24-98 0 0 0,9 31 4 0 0,30 93-76 0 0,-6-46 1 0 0,12 60-17 0 0,5 22 13 0 0,-1 1 0 0 0,1 0 1 0 0,-1-1-1 0 0,1 1 0 0 0,0 0 0 0 0,1-1 0 0 0,-1 1 1 0 0,1 0-1 0 0,-1 0 0 0 0,1-1 0 0 0,0 1 0 0 0,0 0 1 0 0,0 0-1 0 0,1 0 0 0 0,-1 0 0 0 0,1 0 1 0 0,-1 0-1 0 0,4-4 0 0 0,-1 3-2 0 0,1-1 0 0 0,-1 1 0 0 0,1 0-1 0 0,0 1 1 0 0,0-1 0 0 0,0 1 0 0 0,0 0 0 0 0,1 0-1 0 0,7-3 1 0 0,8-1-16 0 0,-1 1 0 0 0,1 1-1 0 0,0 0 1 0 0,35-2-1 0 0,-24 5-16 0 0,-1 1-1 0 0,0 2 0 0 0,54 7 0 0 0,-70-5 14 0 0,0 0 0 0 0,1 1 0 0 0,-1 0 0 0 0,0 1-1 0 0,-1 1 1 0 0,1 1 0 0 0,-1 0 0 0 0,-1 0 0 0 0,18 13 0 0 0,-29-19 26 0 0,-1 1 0 0 0,1-1 0 0 0,0 0 0 0 0,-1 1 0 0 0,1-1 1 0 0,-1 1-1 0 0,1 0 0 0 0,-1-1 0 0 0,0 1 0 0 0,1 0 0 0 0,-1 0 0 0 0,0 0 1 0 0,0 0-1 0 0,0 0 0 0 0,-1 0 0 0 0,1 0 0 0 0,0 0 0 0 0,-1 0 0 0 0,0 0 0 0 0,1 0 1 0 0,-1 0-1 0 0,0 3 0 0 0,-1-2 3 0 0,1 0 1 0 0,-1-1 0 0 0,0 1-1 0 0,0 0 1 0 0,-1-1-1 0 0,1 1 1 0 0,0-1-1 0 0,-1 0 1 0 0,0 1 0 0 0,1-1-1 0 0,-1 0 1 0 0,0 0-1 0 0,0 0 1 0 0,-4 3-1 0 0,-8 5 5 0 0,0 0-1 0 0,-1-1 1 0 0,0-1 0 0 0,-21 9-1 0 0,30-15-6 0 0,-40 16 23 0 0,-1-3 0 0 0,-1-1 1 0 0,-87 12-1 0 0,93-19 12 0 0,39-6-56 0 0,0-1-1 0 0,0 1 0 0 0,0-1 1 0 0,0 0-1 0 0,1 0 0 0 0,-1 0 0 0 0,0-1 1 0 0,0 1-1 0 0,0-1 0 0 0,0 1 0 0 0,1-1 1 0 0,-1 0-1 0 0,-4-2 0 0 0,6 3-84 0 0,0-1 0 0 0,1 0 0 0 0,-1 1-1 0 0,0-1 1 0 0,0 0 0 0 0,0 0 0 0 0,1 0 0 0 0,-1 0 0 0 0,0 0-1 0 0,1 0 1 0 0,-1 0 0 0 0,1 0 0 0 0,-1 0 0 0 0,1 0-1 0 0,-1 0 1 0 0,1 0 0 0 0,0 0 0 0 0,-1 0 0 0 0,1 0 0 0 0,0-1-1 0 0,0 1 1 0 0,0 0 0 0 0,0 0 0 0 0,0 0 0 0 0,0 0-1 0 0,0 0 1 0 0,1-1 0 0 0,-1 1 0 0 0,0 0 0 0 0,1 0-1 0 0,-1 0 1 0 0,0 0 0 0 0,1 0 0 0 0,0-2 0 0 0,7-14-2097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21.86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9 77 5461 0 0,'0'-10'242'0'0,"0"0"1"0"0,-1-1 0 0 0,0 1-1 0 0,-5-14 1 0 0,6 23-105 0 0,0-7 8 0 0,0 5-94 0 0,1 8 255 0 0,17 87-327 0 0,53 156 0 0 0,-29-111 38 0 0,-23-64 21 0 0,19 55-94 0 0,-24-153-5368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22.379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30 19 4764 0 0,'-1'-12'-60'0'0,"0"5"235"0"0,-2 9 138 0 0,-1 4-319 0 0,1 1 0 0 0,-1 0 0 0 0,2 0 0 0 0,-1 1 0 0 0,1-1 0 0 0,0 0 0 0 0,1 1 0 0 0,-1-1 0 0 0,2 1 1 0 0,-1 13-1 0 0,1-16 3 0 0,1-1 1 0 0,0 1 0 0 0,0 0 0 0 0,0-1-1 0 0,0 1 1 0 0,1-1 0 0 0,-1 0 0 0 0,1 0 0 0 0,0 1-1 0 0,1-1 1 0 0,-1 0 0 0 0,1 0 0 0 0,0-1-1 0 0,-1 1 1 0 0,2-1 0 0 0,-1 1 0 0 0,0-1-1 0 0,1 0 1 0 0,-1 0 0 0 0,7 3 0 0 0,8 4 7 0 0,0 0 1 0 0,0-1 0 0 0,1-1-1 0 0,0-1 1 0 0,0-1-1 0 0,30 6 1 0 0,-39-10 33 0 0,-1 0 0 0 0,1-1 1 0 0,0 0-1 0 0,0-1 0 0 0,0 1 1 0 0,-1-2-1 0 0,1 0 0 0 0,0 0 1 0 0,0 0-1 0 0,-1-1 0 0 0,1-1 1 0 0,-1 0-1 0 0,1 0 0 0 0,-1-1 1 0 0,11-5-1 0 0,-19 8-24 0 0,1-1 1 0 0,0 1-1 0 0,0 0 1 0 0,0 0 0 0 0,-1-1-1 0 0,1 1 1 0 0,-1-1-1 0 0,1 0 1 0 0,-1 1-1 0 0,0-1 1 0 0,0 0-1 0 0,1 0 1 0 0,-1 1-1 0 0,-1-1 1 0 0,1 0 0 0 0,0 0-1 0 0,0 0 1 0 0,-1 0-1 0 0,1-1 1 0 0,-1 1-1 0 0,1 0 1 0 0,-1 0-1 0 0,0 0 1 0 0,0 0-1 0 0,0 0 1 0 0,0 0 0 0 0,0-1-1 0 0,-1 1 1 0 0,1 0-1 0 0,-1 0 1 0 0,1 0-1 0 0,-1 0 1 0 0,0 0-1 0 0,0 0 1 0 0,1 0-1 0 0,-1 0 1 0 0,-1 0-1 0 0,1 1 1 0 0,0-1 0 0 0,0 0-1 0 0,-1 1 1 0 0,1-1-1 0 0,-1 0 1 0 0,-2-1-1 0 0,-2-3 11 0 0,-1-1 0 0 0,0 1 0 0 0,-1 0 0 0 0,0 1 0 0 0,0 0 0 0 0,0 0 0 0 0,0 1 0 0 0,-1 0 0 0 0,-8-3 0 0 0,-16-1 39 0 0,0 2 0 0 0,-46-3 0 0 0,8 1-1038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23.00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414 36 4096 0 0,'1'-1'21'0'0,"0"1"-1"0"0,0-1 1 0 0,0 0 0 0 0,0 0-1 0 0,-1 0 1 0 0,1 1-1 0 0,0-1 1 0 0,0 0-1 0 0,-1 0 1 0 0,1 0-1 0 0,0 0 1 0 0,-1-1-1 0 0,1 1 1 0 0,-1 0 0 0 0,1-2-1 0 0,-5 1-3 0 0,-1-1-1 0 0,1 1 1 0 0,-1 0-1 0 0,1 0 1 0 0,-1 0-1 0 0,0 1 1 0 0,1-1-1 0 0,-1 1 1 0 0,0 0 0 0 0,0 1-1 0 0,0-1 1 0 0,0 1-1 0 0,0 0 1 0 0,0 0-1 0 0,0 1 1 0 0,0 0-1 0 0,-8 1 1 0 0,-15 3 35 0 0,-49 15 1 0 0,49-11-39 0 0,0 1-1 0 0,-39 21 1 0 0,58-26-15 0 0,0 0 1 0 0,1 0 0 0 0,-1 1-1 0 0,1 1 1 0 0,0 0-1 0 0,0 0 1 0 0,1 0-1 0 0,0 1 1 0 0,0 0-1 0 0,-9 15 1 0 0,15-21-1 0 0,0-1 0 0 0,0 1-1 0 0,0 0 1 0 0,1 0 0 0 0,-1 0 0 0 0,0 0 0 0 0,1 0 0 0 0,-1 0 0 0 0,1 0 0 0 0,0 0-1 0 0,0 0 1 0 0,0 0 0 0 0,0 0 0 0 0,0 0 0 0 0,0 0 0 0 0,1 0 0 0 0,-1 0 0 0 0,0 0-1 0 0,1 0 1 0 0,0 0 0 0 0,-1 0 0 0 0,2 2 0 0 0,0-1 4 0 0,1 1 1 0 0,0-1-1 0 0,-1 1 0 0 0,1-1 0 0 0,0 0 1 0 0,0 0-1 0 0,1 0 0 0 0,-1-1 1 0 0,1 1-1 0 0,3 1 0 0 0,6 3 9 0 0,0-1 0 0 0,-1 0 0 0 0,2-1 0 0 0,-1-1-1 0 0,21 4 1 0 0,-14-4 8 0 0,-1-2 0 0 0,1-1 0 0 0,-1 0 0 0 0,0-2 0 0 0,1 0 0 0 0,-1-1 0 0 0,1-1 1 0 0,-1 0-1 0 0,31-11 0 0 0,-42 11 57 0 0,0 0 0 0 0,0 0 0 0 0,0-1 1 0 0,0 0-1 0 0,-1 0 0 0 0,0-1 0 0 0,1 0 1 0 0,-2-1-1 0 0,1 1 0 0 0,-1-1 1 0 0,1 0-1 0 0,-2-1 0 0 0,1 1 0 0 0,-1-1 1 0 0,0 0-1 0 0,0-1 0 0 0,-1 1 0 0 0,0-1 1 0 0,0 0-1 0 0,-1 0 0 0 0,0 0 0 0 0,-1-1 1 0 0,4-15-1 0 0,-6 20 102 0 0,3-19 133 0 0,-3 23-301 0 0,0-1 0 0 0,0 1 0 0 0,0-1 0 0 0,0 1 0 0 0,0-1 0 0 0,0 1 0 0 0,-1-1-1 0 0,1 1 1 0 0,0-1 0 0 0,0 1 0 0 0,0 0 0 0 0,0-1 0 0 0,0 1 0 0 0,-1-1 0 0 0,1 1 0 0 0,0-1-1 0 0,-1 1 1 0 0,1-1 0 0 0,0 1 0 0 0,0 0 0 0 0,-1-1 0 0 0,1 1 0 0 0,-1 0 0 0 0,1-1-1 0 0,0 1 1 0 0,-1 0 0 0 0,1 0 0 0 0,-1-1 0 0 0,1 1 0 0 0,-1 0 0 0 0,1 0 0 0 0,-1 0 0 0 0,1-1-1 0 0,0 1 1 0 0,-1 0 0 0 0,0 0 0 0 0,0 0-11 0 0,0 0 0 0 0,0 0 0 0 0,-1 1 1 0 0,1-1-1 0 0,0 0 0 0 0,0 0 0 0 0,0 1 0 0 0,0-1 0 0 0,0 1 1 0 0,0-1-1 0 0,-1 1 0 0 0,1-1 0 0 0,0 1 0 0 0,1 0 0 0 0,-1-1 0 0 0,0 1 1 0 0,0 0-1 0 0,0 0 0 0 0,0 0 0 0 0,0-1 0 0 0,1 1 0 0 0,-1 0 0 0 0,0 0 1 0 0,1 0-1 0 0,-1 0 0 0 0,1 1 0 0 0,-1-1 0 0 0,1 0 0 0 0,0 0 0 0 0,-1 0 1 0 0,1 0-1 0 0,0 0 0 0 0,0 1 0 0 0,0-1 0 0 0,0 0 0 0 0,0 0 1 0 0,0 0-1 0 0,0 2 0 0 0,0 1-5 0 0,1 0 1 0 0,-1 0 0 0 0,1 0-1 0 0,0 0 1 0 0,0 0 0 0 0,0 0-1 0 0,0 0 1 0 0,1 0 0 0 0,-1 0-1 0 0,3 3 1 0 0,2-1-2 0 0,-1 1 1 0 0,1-2-1 0 0,0 1 1 0 0,1-1-1 0 0,-1 0 0 0 0,1 0 1 0 0,0-1-1 0 0,1 0 1 0 0,-1 0-1 0 0,1-1 1 0 0,11 5-1 0 0,9 1-215 0 0,51 10 1 0 0,-46-14-738 0 0,0-2 0 0 0,0-1 0 0 0,53-3 0 0 0,-28-4-698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27:23.53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335 572 4748 0 0,'-6'-1'-80'0'0,"-10"-1"69"0"0,-1 1 0 0 0,1 1 0 0 0,-1 0 0 0 0,0 1-1 0 0,1 1 1 0 0,-1 1 0 0 0,1 0 0 0 0,-28 10 0 0 0,34-10 9 0 0,0 1 0 0 0,0 0 1 0 0,0 1-1 0 0,1 0 0 0 0,0 0 1 0 0,0 1-1 0 0,0 0 0 0 0,1 1 1 0 0,0 0-1 0 0,0 0 0 0 0,1 1 1 0 0,0 0-1 0 0,0 0 0 0 0,1 0 1 0 0,-8 14-1 0 0,12-19-1 0 0,1 0 1 0 0,-1 0-1 0 0,1 0 0 0 0,0 1 0 0 0,0-1 0 0 0,0 0 1 0 0,0 1-1 0 0,0-1 0 0 0,1 1 0 0 0,0-1 0 0 0,0 1 1 0 0,0-1-1 0 0,0 1 0 0 0,0-1 0 0 0,1 1 0 0 0,-1-1 1 0 0,1 0-1 0 0,0 1 0 0 0,0-1 0 0 0,3 6 1 0 0,-1-5 2 0 0,0 1 0 0 0,0-1 1 0 0,0 0-1 0 0,1 0 1 0 0,0 0-1 0 0,0 0 0 0 0,0 0 1 0 0,0-1-1 0 0,0 0 1 0 0,1 0-1 0 0,0 0 0 0 0,6 3 1 0 0,-2-2 22 0 0,1 0-1 0 0,0 0 1 0 0,1-1 0 0 0,-1 0 0 0 0,0-1 0 0 0,1 0-1 0 0,0 0 1 0 0,-1-1 0 0 0,1-1 0 0 0,0 0 0 0 0,-1 0-1 0 0,1-1 1 0 0,14-3 0 0 0,-16 1 20 0 0,0 0 0 0 0,-1 0 1 0 0,1-1-1 0 0,0-1 0 0 0,-1 1 0 0 0,0-1 0 0 0,0-1 0 0 0,-1 1 1 0 0,0-1-1 0 0,0-1 0 0 0,0 1 0 0 0,0-1 0 0 0,8-12 0 0 0,-8 7 0 0 0,1-1 0 0 0,-2 0 0 0 0,0 0 0 0 0,0 0 0 0 0,-1-1 0 0 0,-1 1 0 0 0,0-1 0 0 0,2-15 0 0 0,-1-21 121 0 0,-1-1 0 0 0,-3 1 0 0 0,-11-99 0 0 0,9 143-145 0 0,-6-59 534 0 0,-4-1-1 0 0,-31-109 1 0 0,42 174-545 0 0,-1 1-1 0 0,1-1 1 0 0,0 0 0 0 0,0 0 0 0 0,0 0 0 0 0,0 0-1 0 0,-1 0 1 0 0,1 1 0 0 0,0-1 0 0 0,-1 0 0 0 0,1 0 0 0 0,0 0-1 0 0,-1 1 1 0 0,1-1 0 0 0,-1 0 0 0 0,1 1 0 0 0,-1-1-1 0 0,0 0 1 0 0,1 1 0 0 0,-1-1 0 0 0,0 1 0 0 0,1-1-1 0 0,-1 1 1 0 0,0-1 0 0 0,0 1 0 0 0,1-1 0 0 0,-1 1 0 0 0,0 0-1 0 0,0-1 1 0 0,0 1 0 0 0,0 0 0 0 0,0 0 0 0 0,-1 0-2 0 0,0 1 1 0 0,1 0 0 0 0,-1 0-1 0 0,1 0 1 0 0,-1 0 0 0 0,1 0-1 0 0,0 0 1 0 0,-1 1 0 0 0,1-1 0 0 0,0 0-1 0 0,0 1 1 0 0,0-1 0 0 0,0 0-1 0 0,-1 3 1 0 0,-28 60 36 0 0,25-49-51 0 0,1 1 0 0 0,0-1 0 0 0,1 1 0 0 0,1 0 0 0 0,1 0 0 0 0,0 0 0 0 0,1 0 0 0 0,0 0 0 0 0,2 0 0 0 0,0-1-1 0 0,0 1 1 0 0,9 26 0 0 0,-4-22 25 0 0,1-1-1 0 0,1 0 1 0 0,1 0-1 0 0,0-1 1 0 0,1-1-1 0 0,1 1 1 0 0,1-2-1 0 0,28 29 1 0 0,-15-21-198 0 0,2 0 1 0 0,0-2-1 0 0,2-2 1 0 0,0 0-1 0 0,1-2 1 0 0,1-1-1 0 0,1-2 0 0 0,0-1 1 0 0,1-2-1 0 0,0-1 1 0 0,39 7-1 0 0,4-5-1896 0 0,-12-5-399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1T10:56:27.76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658 386 4844 0 0,'-13'-4'286'0'0,"0"0"0"0"0,0 0 0 0 0,0-1-1 0 0,0-1 1 0 0,1 0 0 0 0,0-1-1 0 0,-18-13 1 0 0,29 19-289 0 0,0 0-1 0 0,1 0 1 0 0,-1 0 0 0 0,0 1 0 0 0,1-1-1 0 0,-1 0 1 0 0,1 0 0 0 0,0 0 0 0 0,-1 0-1 0 0,1 0 1 0 0,0 0 0 0 0,-1-1 0 0 0,1 1-1 0 0,0 0 1 0 0,0 0 0 0 0,0 0 0 0 0,0 0-1 0 0,0 0 1 0 0,0 0 0 0 0,0 0 0 0 0,1 0-1 0 0,-1 0 1 0 0,0 0 0 0 0,1 0 0 0 0,-1 0-1 0 0,0 0 1 0 0,1 0 0 0 0,-1 0 0 0 0,1 0-1 0 0,-1 0 1 0 0,1 0 0 0 0,0 0 0 0 0,0 0-1 0 0,-1 1 1 0 0,1-1 0 0 0,0 0 0 0 0,0 1-1 0 0,0-1 1 0 0,1-1 0 0 0,46-33-156 0 0,-40 30 145 0 0,58-31-124 0 0,1 3 1 0 0,1 3-1 0 0,97-28 0 0 0,-104 37 72 0 0,-25 8 35 0 0,-4 0-25 0 0,0 2 0 0 0,0 1 0 0 0,1 2 0 0 0,0 1 0 0 0,39-3 0 0 0,-70 10 24 0 0,-16 22-19 0 0,-2-10 45 0 0,-1 0 0 0 0,0-2 0 0 0,-1 0 0 0 0,-1 0 0 0 0,-25 8 1 0 0,-7 5-3 0 0,-955 390 598 0 0,992-407-558 0 0,3-3 12 0 0,0 1 0 0 0,0 1 0 0 0,0 0 0 0 0,1 0 0 0 0,-19 14 0 0 0,28-19 54 0 0,21-5-53 0 0,517-159 68 0 0,283-74 7 0 0,-746 221-106 0 0,-35 6-1 0 0,0 2 0 0 0,1 2 0 0 0,59-3 0 0 0,-94 13-2 0 0,-14 11 12 0 0,-39 24 0 0 0,-1-3 0 0 0,-105 56 0 0 0,-131 45 12 0 0,192-94-27 0 0,-42 18 16 0 0,35-17 23 0 0,-169 99-1 0 0,260-136-41 0 0,6-5-2 0 0,0 0 0 0 0,0 1 0 0 0,0 0 0 0 0,0-1 0 0 0,1 1 0 0 0,-1 0 0 0 0,0 0 0 0 0,1 1 0 0 0,0-1 0 0 0,0 0 0 0 0,-1 1 0 0 0,2-1 0 0 0,-1 1 0 0 0,0 0 1 0 0,0 0-1 0 0,-1 3 0 0 0,8-4 17 0 0,28-5-11 0 0,-1-1 0 0 0,0-1 1 0 0,0-2-1 0 0,52-18 0 0 0,-30 9-8 0 0,303-89-10 0 0,259-72 8 0 0,10 47-44 0 0,-612 128 40 0 0,-10 1 3 0 0,0 0 0 0 0,0 1-1 0 0,0-1 1 0 0,0 1-1 0 0,0 0 1 0 0,1 0 0 0 0,7 1-1 0 0,-12-1 3 0 0,0 0 0 0 0,1 0 0 0 0,-1 1 0 0 0,0-1 0 0 0,0 0 0 0 0,0 0-1 0 0,1 0 1 0 0,-1 0 0 0 0,0 0 0 0 0,0 0 0 0 0,0 1 0 0 0,1-1 0 0 0,-1 0 0 0 0,0 0 0 0 0,0 0-1 0 0,0 1 1 0 0,0-1 0 0 0,0 0 0 0 0,0 0 0 0 0,1 0 0 0 0,-1 1 0 0 0,0-1 0 0 0,0 0-1 0 0,0 0 1 0 0,0 1 0 0 0,0-1 0 0 0,0 0 0 0 0,0 0 0 0 0,0 0 0 0 0,0 1 0 0 0,0-1-1 0 0,0 0 1 0 0,0 0 0 0 0,0 1 0 0 0,0-1 0 0 0,0 0 0 0 0,0 0 0 0 0,0 1 0 0 0,0-1-1 0 0,0 0 1 0 0,-1 0 0 0 0,1 0 0 0 0,0 1 0 0 0,0-1 0 0 0,0 0 0 0 0,0 0 0 0 0,0 0-1 0 0,-1 1 1 0 0,1-1 0 0 0,0 0 0 0 0,0 0 0 0 0,0 0 0 0 0,-1 0 0 0 0,1 0 0 0 0,0 1 0 0 0,0-1-1 0 0,0 0 1 0 0,-1 0 0 0 0,1 0 0 0 0,-11 11 0 0 0,-1 0-1 0 0,0-1 1 0 0,-1 0-1 0 0,0-1 1 0 0,0-1 0 0 0,-20 10-1 0 0,-104 44-3 0 0,85-40 2 0 0,-704 265 27 0 0,-9 3 124 0 0,753-284-144 0 0,-45 18 32 0 0,-58 37 1 0 0,114-61-36 0 0,0 1-1 0 0,0-1 1 0 0,0 1 0 0 0,0-1 0 0 0,0 1 0 0 0,0 0 0 0 0,0-1 0 0 0,0 1 0 0 0,0 0 0 0 0,1 0 0 0 0,-1 0-1 0 0,0 0 1 0 0,0 0 0 0 0,1-1 0 0 0,-1 1 0 0 0,1 0 0 0 0,-2 3 0 0 0,2-4 0 0 0,1 0-1 0 0,-1 1 1 0 0,0-1 0 0 0,1 1 0 0 0,-1-1 0 0 0,0 0 0 0 0,1 1 0 0 0,-1-1-1 0 0,0 0 1 0 0,1 1 0 0 0,-1-1 0 0 0,1 0 0 0 0,-1 1 0 0 0,0-1-1 0 0,1 0 1 0 0,-1 0 0 0 0,1 1 0 0 0,-1-1 0 0 0,1 0 0 0 0,-1 0 0 0 0,1 0-1 0 0,-1 0 1 0 0,1 0 0 0 0,-1 0 0 0 0,1 0 0 0 0,0 0 0 0 0,46-1 34 0 0,460-104 30 0 0,-196 34-60 0 0,-5 10 0 0 0,373-25 1 0 0,-652 84-8 0 0,0-1-1 0 0,1 1 0 0 0,0 2-1 0 0,0 0 1 0 0,0 2 0 0 0,54 11 0 0 0,-81-13 2 0 0,0 0 0 0 0,0 1 0 0 0,0-1 0 0 0,0 0-1 0 0,1 1 1 0 0,-1-1 0 0 0,0 1 0 0 0,0 0 0 0 0,0-1 0 0 0,0 1 0 0 0,0 0 0 0 0,0-1-1 0 0,0 1 1 0 0,-1 0 0 0 0,1 0 0 0 0,0 0 0 0 0,0 0 0 0 0,-1 0 0 0 0,1 0-1 0 0,0 0 1 0 0,-1 0 0 0 0,2 2 0 0 0,-2-1 0 0 0,0 0 0 0 0,-1 0 0 0 0,1-1 0 0 0,0 1 0 0 0,-1 0 0 0 0,1 0-1 0 0,-1-1 1 0 0,1 1 0 0 0,-1 0 0 0 0,0-1 0 0 0,1 1 0 0 0,-1-1 0 0 0,0 1 0 0 0,0-1 0 0 0,0 1 0 0 0,-1-1-1 0 0,-1 3 1 0 0,-13 12-5 0 0,0-1-1 0 0,-1 0 0 0 0,-1-1 1 0 0,0 0-1 0 0,-28 14 0 0 0,-110 52-29 0 0,137-71 30 0 0,-699 281-14 0 0,125-57 335 0 0,581-228-306 0 0,-11 4 23 0 0,0 1-1 0 0,1 1 1 0 0,0 2 0 0 0,1 0-1 0 0,-34 27 1 0 0,54-39-30 0 0,1-1 0 0 0,-1 1 0 0 0,0 0 0 0 0,0 0 0 0 0,1-1 0 0 0,-1 1 1 0 0,0 0-1 0 0,1 0 0 0 0,-1 0 0 0 0,1 0 0 0 0,-1 0 0 0 0,1 0 0 0 0,0 0 0 0 0,-1 0 0 0 0,1 0 0 0 0,0 0 0 0 0,-1 2 0 0 0,11 7 47 0 0,-5-8-43 0 0,0-1 0 0 0,0 0 0 0 0,0 0 0 0 0,1-1 1 0 0,-1 1-1 0 0,9-2 0 0 0,129-12 36 0 0,212-48 1 0 0,-187 28-24 0 0,-102 21-13 0 0,565-97 49 0 0,4 43-54 0 0,-612 65-6 0 0,-9-1-4 0 0,0 1-1 0 0,-1 1 1 0 0,1 1 0 0 0,0-1 0 0 0,-1 2 0 0 0,1 0 0 0 0,14 4-1 0 0,-27-5 7 0 0,0-1 0 0 0,0 0 0 0 0,0 0 0 0 0,0 0 0 0 0,0 1 0 0 0,0-1 0 0 0,0 1-1 0 0,0-1 1 0 0,0 0 0 0 0,-1 1 0 0 0,1 0 0 0 0,0-1 0 0 0,0 1 0 0 0,0-1 0 0 0,-1 1-1 0 0,1 0 1 0 0,0 0 0 0 0,-1-1 0 0 0,1 1 0 0 0,0 0 0 0 0,-1 0 0 0 0,1 0-1 0 0,-1 0 1 0 0,1 0 0 0 0,-1 0 0 0 0,0 0 0 0 0,1 0 0 0 0,-1 0 0 0 0,0 0 0 0 0,0 0-1 0 0,0 0 1 0 0,0 0 0 0 0,0 0 0 0 0,0 0 0 0 0,0 0 0 0 0,0 0 0 0 0,0 0 0 0 0,0 0-1 0 0,0 0 1 0 0,-1 0 0 0 0,1 0 0 0 0,0 0 0 0 0,-1 0 0 0 0,1 0 0 0 0,-1-1 0 0 0,1 1-1 0 0,-2 1 1 0 0,-2 4-8 0 0,0 0-1 0 0,-1 0 0 0 0,0-1 0 0 0,0 0 1 0 0,-9 7-1 0 0,-35 22-28 0 0,-2-1 0 0 0,-1-3 0 0 0,-104 44-1 0 0,100-48 23 0 0,-424 172-9 0 0,-163 80 324 0 0,625-269-285 0 0,7-4 2 0 0,0 0-1 0 0,0 1 0 0 0,1 0 0 0 0,0 1 0 0 0,0 0 0 0 0,0 0 1 0 0,1 1-1 0 0,1 0 0 0 0,-13 15 0 0 0,21-23-12 0 0,-1 1 1 0 0,1 0-1 0 0,-1 0 1 0 0,0-1-1 0 0,1 1 0 0 0,0 0 1 0 0,-1 0-1 0 0,1 0 0 0 0,-1 0 1 0 0,1 0-1 0 0,0-1 0 0 0,0 1 1 0 0,0 0-1 0 0,-1 0 0 0 0,1 0 1 0 0,0 0-1 0 0,0 0 0 0 0,0 0 1 0 0,0 0-1 0 0,1 0 0 0 0,-1 0 1 0 0,0 0-1 0 0,0 0 0 0 0,0 0 1 0 0,1-1-1 0 0,-1 1 0 0 0,1 0 1 0 0,-1 0-1 0 0,0 0 0 0 0,1 0 1 0 0,0-1-1 0 0,-1 1 1 0 0,1 0-1 0 0,-1 0 0 0 0,1-1 1 0 0,0 1-1 0 0,-1 0 0 0 0,1-1 1 0 0,0 1-1 0 0,0-1 0 0 0,0 1 1 0 0,-1-1-1 0 0,1 0 0 0 0,0 1 1 0 0,0-1-1 0 0,0 0 0 0 0,0 1 1 0 0,0-1-1 0 0,0 0 0 0 0,1 0 1 0 0,7 3 5 0 0,0-2 1 0 0,0 1 0 0 0,0-1-1 0 0,13 0 1 0 0,376-21 74 0 0,-105 0-110 0 0,-217 19-66 0 0,141 16-1 0 0,-203-13 67 0 0,1 0 1 0 0,-1 1-1 0 0,1 1 0 0 0,-1 0 1 0 0,19 10-1 0 0,-30-13 21 0 0,-1 0 0 0 0,1 0 1 0 0,0 0-1 0 0,-1 1 0 0 0,1 0 0 0 0,-1-1 1 0 0,0 1-1 0 0,0 0 0 0 0,1 0 0 0 0,-1 0 1 0 0,0 1-1 0 0,-1-1 0 0 0,1 0 0 0 0,0 1 1 0 0,-1-1-1 0 0,1 1 0 0 0,-1-1 0 0 0,0 1 1 0 0,0 0-1 0 0,0 0 0 0 0,0-1 0 0 0,0 1 1 0 0,-1 0-1 0 0,1 0 0 0 0,-1 0 0 0 0,0 0 1 0 0,0 0-1 0 0,0 0 0 0 0,0 0 0 0 0,0 0 1 0 0,-1 0-1 0 0,1 0 0 0 0,-1-1 0 0 0,0 1 1 0 0,-1 3-1 0 0,-5 12-9 0 0,-2-1 0 0 0,0 0 0 0 0,-1 0 0 0 0,0-1 0 0 0,-1-1 0 0 0,-1 1 0 0 0,-24 22 0 0 0,-112 92-42 0 0,87-79 40 0 0,-4 1 4 0 0,41-35 6 0 0,2 0 0 0 0,0 2 0 0 0,1 1 0 0 0,1 0-1 0 0,-30 40 1 0 0,49-60 5 0 0,1 1-1 0 0,-1 0 0 0 0,0 0 1 0 0,1 0-1 0 0,-1-1 0 0 0,1 1 0 0 0,-1 0 1 0 0,1 0-1 0 0,-1 0 0 0 0,1 0 1 0 0,0 0-1 0 0,0 0 0 0 0,-1 0 1 0 0,1 0-1 0 0,0 0 0 0 0,0 0 0 0 0,0 0 1 0 0,0 0-1 0 0,0 0 0 0 0,0 0 1 0 0,0 0-1 0 0,0 0 0 0 0,0 0 0 0 0,1 0 1 0 0,-1 0-1 0 0,0 0 0 0 0,1 0 1 0 0,-1-1-1 0 0,0 1 0 0 0,1 0 0 0 0,-1 0 1 0 0,1 0-1 0 0,0 0 0 0 0,-1-1 1 0 0,1 1-1 0 0,0 0 0 0 0,-1 0 1 0 0,1-1-1 0 0,0 1 0 0 0,0-1 0 0 0,0 1 1 0 0,-1 0-1 0 0,1-1 0 0 0,0 0 1 0 0,0 1-1 0 0,0-1 0 0 0,0 1 0 0 0,0-1 1 0 0,0 0-1 0 0,0 0 0 0 0,0 0 1 0 0,0 0-1 0 0,0 1 0 0 0,0-1 1 0 0,0-1-1 0 0,2 1 0 0 0,10 1-72 0 0,1 0-1 0 0,-1-2 0 0 0,19-1 1 0 0,-22 1 41 0 0,212-28-446 0 0,-152 16 357 0 0,0 4 0 0 0,1 3 1 0 0,0 2-1 0 0,77 8 0 0 0,-139-4 104 0 0,0 2 0 0 0,0-1 0 0 0,0 1 0 0 0,0 0 0 0 0,0 1-1 0 0,-1 0 1 0 0,1 1 0 0 0,-1 0 0 0 0,10 6 0 0 0,-15-8 19 0 0,-1 0-1 0 0,1 0 1 0 0,-1 0-1 0 0,1 1 1 0 0,-1-1-1 0 0,0 1 1 0 0,0 0-1 0 0,0-1 0 0 0,-1 1 1 0 0,1 0-1 0 0,-1 0 1 0 0,1 0-1 0 0,-1 0 1 0 0,0 1-1 0 0,0-1 1 0 0,0 0-1 0 0,-1 0 1 0 0,1 1-1 0 0,-1-1 0 0 0,0 0 1 0 0,0 1-1 0 0,0-1 1 0 0,0 0-1 0 0,0 1 1 0 0,-1-1-1 0 0,0 0 1 0 0,0 0-1 0 0,-2 7 1 0 0,-5 12 29 0 0,-1 1 0 0 0,-1-1 0 0 0,-1-1 1 0 0,-1 0-1 0 0,-1 0 0 0 0,-20 24 0 0 0,-106 113 268 0 0,110-128-239 0 0,-77 80 168 0 0,-107 123 332 0 0,193-204-443 0 0,20-27-122 0 0,-1-1 0 0 0,0 0 0 0 0,0 1 1 0 0,1-1-1 0 0,-1 0 0 0 0,1 1 0 0 0,-1-1 0 0 0,1 1 0 0 0,0-1 0 0 0,0 0 0 0 0,-1 1 0 0 0,1-1 1 0 0,0 1-1 0 0,0-1 0 0 0,1 1 0 0 0,-1-1 0 0 0,0 1 0 0 0,0-1 0 0 0,1 3 0 0 0,1-4-96 0 0,-1 1 0 0 0,0-1 0 0 0,1 1 0 0 0,-1-1 1 0 0,0 0-1 0 0,1 0 0 0 0,-1 1 0 0 0,0-1 0 0 0,1 0 0 0 0,-1 0 0 0 0,1 0 0 0 0,-1-1 0 0 0,0 1 0 0 0,1 0 0 0 0,-1-1 0 0 0,1 1 0 0 0,-1 0 0 0 0,0-1 0 0 0,0 1 0 0 0,1-1 0 0 0,-1 0 0 0 0,2-1 0 0 0,29-14-1541 0 0,-32 16 1651 0 0,37-24-1641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4.49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113 1028 6221 0 0,'0'0'-308'0'0,"-23"-26"-189"0"0,-2-10 1475 0 0,20 31-890 0 0,1 0-1 0 0,0 0 1 0 0,1-1 0 0 0,-1 1 0 0 0,1-1-1 0 0,0 0 1 0 0,-2-6 0 0 0,-3-16-15 0 0,1 0 1 0 0,2-1-1 0 0,1 1 0 0 0,0-58 1 0 0,6 27 89 0 0,14-82 0 0 0,-14 133-163 0 0,71-371 38 0 0,-63 316 142 0 0,-9 61-190 0 0,2-9-80 0 0,-3 11 88 0 0,0 0 0 0 0,0-1 0 0 0,0 1 0 0 0,0 0 0 0 0,0 0 0 0 0,1 0 0 0 0,-1-1 0 0 0,0 1 0 0 0,0 0 0 0 0,0 0 0 0 0,0 0 0 0 0,0-1 0 0 0,0 1 0 0 0,0 0 0 0 0,0 0 0 0 0,0 0 0 0 0,0-1 0 0 0,0 1 0 0 0,0 0 0 0 0,0 0 0 0 0,0 0 0 0 0,0-1 0 0 0,0 1 0 0 0,0 0 0 0 0,0 0 0 0 0,-1 0 0 0 0,1-1 0 0 0,0 1 0 0 0,0 0 0 0 0,0 0 0 0 0,0 0 0 0 0,0 0 0 0 0,0-1 0 0 0,0 1-1 0 0,-1 0 1 0 0,1 0 0 0 0,0 0 0 0 0,0 0 0 0 0,0 0 0 0 0,0 0 0 0 0,-1-1 0 0 0,1 1 0 0 0,0 0 0 0 0,0 0 0 0 0,0 0 0 0 0,-1 0 0 0 0,1 0 0 0 0,0 0 0 0 0,0 0 0 0 0,0 0 0 0 0,-1 0 0 0 0,1 0 0 0 0,0 0 0 0 0,0 0 0 0 0,0 0 0 0 0,-1 0 0 0 0,-69 38 51 0 0,68-37-39 0 0,1 0-4 0 0,-1-1 0 0 0,1 1 1 0 0,0-1-1 0 0,0 0 0 0 0,-1 1 1 0 0,1-1-1 0 0,0 0 0 0 0,-1 0 1 0 0,1 0-1 0 0,0 0 1 0 0,-1 0-1 0 0,1 0 0 0 0,0 0 1 0 0,-1-1-1 0 0,1 1 0 0 0,0 0 1 0 0,0-1-1 0 0,-1 1 0 0 0,1-1 1 0 0,0 1-1 0 0,0-1 0 0 0,0 0 1 0 0,0 1-1 0 0,0-1 0 0 0,0 0 1 0 0,-2-2-1 0 0,4-1-15 0 0,0 0 0 0 0,1 0 1 0 0,-1 0-1 0 0,1 0 0 0 0,0 0 0 0 0,0 1 0 0 0,0-1 1 0 0,1 0-1 0 0,-1 1 0 0 0,1 0 0 0 0,0-1 0 0 0,0 1 1 0 0,0 1-1 0 0,0-1 0 0 0,1 0 0 0 0,-1 1 0 0 0,1-1 1 0 0,0 1-1 0 0,0 0 0 0 0,-1 0 0 0 0,1 1 0 0 0,0-1 1 0 0,0 1-1 0 0,1 0 0 0 0,4-1 0 0 0,-2 1-10 0 0,-1 0 0 0 0,1 0-1 0 0,0 1 1 0 0,0 0 0 0 0,0 0 0 0 0,0 0-1 0 0,0 1 1 0 0,-1 0 0 0 0,1 1 0 0 0,0-1 0 0 0,-1 1-1 0 0,1 1 1 0 0,-1-1 0 0 0,0 1 0 0 0,7 4-1 0 0,40 33-93 0 0,-42-32-86 0 0,8 8 197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5.84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320 158 4512 0 0,'0'0'-164'0'0,"0"0"150"0"0,0 0-1 0 0,0 0 1 0 0,-1 0 0 0 0,1 0 0 0 0,0 0 0 0 0,0 0 0 0 0,0 0 0 0 0,0 0 0 0 0,-1 0-1 0 0,1 0 1 0 0,0 0 0 0 0,0 0 0 0 0,0-1 0 0 0,0 1 0 0 0,-1 0 0 0 0,1 0-1 0 0,0 0 1 0 0,0 0 0 0 0,0 0 0 0 0,0 0 0 0 0,0 0 0 0 0,0-1 0 0 0,-1 1-1 0 0,1 0 1 0 0,0 0 0 0 0,0 0 0 0 0,0 0 0 0 0,0 0 0 0 0,0-1 0 0 0,0 1 0 0 0,0 0-1 0 0,0 0 1 0 0,0 0 0 0 0,0 0 0 0 0,0-1 0 0 0,0 1 0 0 0,0 0 0 0 0,0 0-1 0 0,0 0 1 0 0,0-1 0 0 0,0 1 0 0 0,0 0 0 0 0,0 0 0 0 0,0 0 0 0 0,0 0 0 0 0,0-1-1 0 0,0 1 1 0 0,0 0 0 0 0,0 0 0 0 0,-45 28-55 0 0,2 2-1 0 0,-47 43 1 0 0,12-11 194 0 0,36-31 814 0 0,40-29-708 0 0,1-3-194 0 0,0 0 0 0 0,0 1-1 0 0,0-1 1 0 0,0 1-1 0 0,0-1 1 0 0,0 0-1 0 0,0 0 1 0 0,0 0-1 0 0,1 0 1 0 0,-1 1 0 0 0,0-1-1 0 0,0 0 1 0 0,1 0-1 0 0,-1 0 1 0 0,1-1-1 0 0,-1 1 1 0 0,1 0-1 0 0,-1 0 1 0 0,1 0 0 0 0,0 0-1 0 0,0 0 1 0 0,-1 0-1 0 0,1-1 1 0 0,0 1-1 0 0,0 0 1 0 0,0 0-1 0 0,0 0 1 0 0,0 0 0 0 0,1-1-1 0 0,-1 1 1 0 0,0 0-1 0 0,1 0 1 0 0,-1-1-1 0 0,22-44 63 0 0,-18 41-50 0 0,15-23-23 0 0,1 0 1 0 0,2 2-1 0 0,0 1 0 0 0,2 1 0 0 0,1 0 0 0 0,1 2 1 0 0,0 1-1 0 0,2 2 0 0 0,1 0 0 0 0,35-17 0 0 0,-59 33-35 0 0,0 1-1 0 0,0-1 1 0 0,0 1 0 0 0,0 0-1 0 0,0 0 1 0 0,0 1-1 0 0,0 0 1 0 0,0 0 0 0 0,1 0-1 0 0,-1 0 1 0 0,1 1-1 0 0,-1 0 1 0 0,0 0 0 0 0,1 1-1 0 0,-1-1 1 0 0,0 1-1 0 0,1 0 1 0 0,8 3-1 0 0,-7 0 4 0 0,-1-1 0 0 0,1 1 0 0 0,-1 0 0 0 0,0 1 0 0 0,0-1 1 0 0,0 1-1 0 0,-1 1 0 0 0,0-1 0 0 0,0 1 0 0 0,0-1 0 0 0,-1 2 0 0 0,7 10 0 0 0,-2-1-60 0 0,1-1 1 0 0,1 0 0 0 0,0-1 0 0 0,16 17 0 0 0,-26-30-38 0 0,-1-1 0 0 0,1 1-1 0 0,-1-1 1 0 0,1 0 0 0 0,0 1 0 0 0,-1-1 0 0 0,1 0-1 0 0,0 0 1 0 0,0 1 0 0 0,-1-1 0 0 0,1 0-1 0 0,0 0 1 0 0,-1 0 0 0 0,1 0 0 0 0,0 0-1 0 0,0 0 1 0 0,-1 0 0 0 0,1 0 0 0 0,0 0-1 0 0,-1 0 1 0 0,1-1 0 0 0,0 1 0 0 0,0 0-1 0 0,-1 0 1 0 0,2-1 0 0 0,18-7-1182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6.52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324 45 4060 0 0,'0'-44'1194'0'0,"-5"47"-1139"0"0,-15 15-18 0 0,1 0-1 0 0,1 1 0 0 0,1 1 1 0 0,1 1-1 0 0,1 0 0 0 0,-15 27 1 0 0,-5 5-1 0 0,-13 19 15 0 0,-51 67-117 0 0,97-137-287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6.91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1 4228 0 0,'7'71'-353'0'0,"3"-1"-1"0"0,27 103 1 0 0,40 64 495 0 0,-77-203-1900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7.27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1 100 2084 0 0,'0'0'112'0'0,"5"-3"-63"0"0,42-15 121 0 0,0 1 0 0 0,1 3 1 0 0,73-13-1 0 0,-53 13-13 0 0,-20 8-1618 0 0,-45 6 879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8.80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42 44 2096 0 0,'-39'-24'985'0'0,"37"23"-820"0"0,9 4-163 0 0,10 2-17 0 0,-1 2 0 0 0,1 1 0 0 0,-1 0 0 0 0,-1 0 0 0 0,0 2-1 0 0,0 0 1 0 0,-1 1 0 0 0,21 20 0 0 0,-11-8-1 0 0,-1 2-1 0 0,-2 0 0 0 0,37 56 1 0 0,-45-60 53 0 0,24 44 3226 0 0,-38-67-3242 0 0,0 0 0 0 0,0 1 0 0 0,0-1 0 0 0,0 0 0 0 0,0 1 1 0 0,0-1-1 0 0,0 0 0 0 0,-1 1 0 0 0,1-1 0 0 0,-1 1 0 0 0,-2-3 0 0 0,1 2 19 0 0,-5-10 26 0 0,1 0 0 0 0,0 0 0 0 0,0-1 0 0 0,1 0 0 0 0,1 0 0 0 0,0 0 0 0 0,-4-25 0 0 0,4 11-124 0 0,1 1 0 0 0,-1-53 0 0 0,5 75 39 0 0,0 1-1 0 0,1-1 1 0 0,-1 0 0 0 0,1 0-1 0 0,0 0 1 0 0,0 1-1 0 0,0-1 1 0 0,1 0-1 0 0,-1 1 1 0 0,1-1 0 0 0,0 1-1 0 0,0 0 1 0 0,0-1-1 0 0,1 1 1 0 0,-1 0-1 0 0,1 0 1 0 0,-1 1 0 0 0,1-1-1 0 0,0 0 1 0 0,0 1-1 0 0,4-3 1 0 0,-5 4-12 0 0,18-1-123 0 0,-13 4 140 0 0,0 0-1 0 0,1 0 1 0 0,-1 1-1 0 0,0 0 1 0 0,-1 0-1 0 0,1 1 1 0 0,-1 0-1 0 0,1 0 1 0 0,-1 0-1 0 0,0 1 1 0 0,-1 0-1 0 0,8 7 1 0 0,8 10-27 0 0,32 44 0 0 0,29 42 34 0 0,-75-100 14 0 0,0 1 1 0 0,-1 0-1 0 0,0 0 0 0 0,9 19 1 0 0,-14-27 28 0 0,-2-1 34 0 0,0-1 0 0 0,0 1 0 0 0,1-1 0 0 0,-1 0 0 0 0,0 1 0 0 0,1-1 0 0 0,-1 0 0 0 0,1 1 0 0 0,-1-1-1 0 0,1 0 1 0 0,-1 0 0 0 0,1 0 0 0 0,-1 0 0 0 0,1 1 0 0 0,0-1 0 0 0,-1 0 0 0 0,1 0 0 0 0,0 0 0 0 0,0 0 0 0 0,0 0 0 0 0,0 0-1 0 0,0-1 1 0 0,-6-43 299 0 0,6-46-438 0 0,1 79 57 0 0,0 0-1 0 0,1 0 0 0 0,1 0 0 0 0,8-22 0 0 0,-10 29-3 0 0,1 1 1 0 0,0 0-1 0 0,0 0 0 0 0,1 0 0 0 0,-1 0 0 0 0,1 0 0 0 0,0 0 1 0 0,0 0-1 0 0,0 1 0 0 0,0 0 0 0 0,1-1 0 0 0,-1 1 1 0 0,1 0-1 0 0,0 1 0 0 0,6-4 0 0 0,-8 5 5 0 0,1 0 0 0 0,0 0 0 0 0,0 1 1 0 0,0-1-1 0 0,0 1 0 0 0,0 0 0 0 0,0-1 0 0 0,0 1 0 0 0,0 1 0 0 0,0-1 0 0 0,0 0 0 0 0,-1 1 1 0 0,1-1-1 0 0,0 1 0 0 0,0 0 0 0 0,0 0 0 0 0,0 0 0 0 0,-1 1 0 0 0,1-1 0 0 0,-1 0 0 0 0,1 1 1 0 0,-1 0-1 0 0,1 0 0 0 0,-1 0 0 0 0,0 0 0 0 0,0 0 0 0 0,2 3 0 0 0,8 7-17 0 0,-2 1 0 0 0,1 1 0 0 0,12 23 0 0 0,-12-19 11 0 0,-2-1 2 0 0,0 0 0 0 0,12 36 1 0 0,10 18 41 0 0,-25-53 178 0 0,-1-2-657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9.35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91 6 4888 0 0,'0'0'-198'0'0,"-9"8"-840"0"0,5-4 1045 0 0,-1 1 1 0 0,1 0 0 0 0,0 0 0 0 0,0 0 0 0 0,0 0 0 0 0,1 1 0 0 0,0 0 0 0 0,0 0-1 0 0,0-1 1 0 0,1 2 0 0 0,0-1 0 0 0,0 0 0 0 0,0 0 0 0 0,1 1 0 0 0,0-1 0 0 0,0 1-1 0 0,1-1 1 0 0,-1 1 0 0 0,1-1 0 0 0,1 1 0 0 0,0-1 0 0 0,-1 1 0 0 0,2-1 0 0 0,-1 0-1 0 0,1 1 1 0 0,0-1 0 0 0,0 0 0 0 0,1 0 0 0 0,0 0 0 0 0,0-1 0 0 0,0 1 0 0 0,1 0-1 0 0,0-1 1 0 0,0 0 0 0 0,0 0 0 0 0,0 0 0 0 0,1-1 0 0 0,0 0 0 0 0,0 1 0 0 0,0-2-1 0 0,1 1 1 0 0,-1 0 0 0 0,1-1 0 0 0,0 0 0 0 0,0-1 0 0 0,11 4 0 0 0,-14-5 42 0 0,1 1 1 0 0,0-2-1 0 0,0 1 1 0 0,0 0-1 0 0,-1-1 1 0 0,1 0-1 0 0,0 1 1 0 0,0-2 0 0 0,0 1-1 0 0,0 0 1 0 0,-1-1-1 0 0,1 0 1 0 0,0 1-1 0 0,0-2 1 0 0,-1 1-1 0 0,1 0 1 0 0,0-1-1 0 0,-1 1 1 0 0,0-1-1 0 0,1 0 1 0 0,-1-1-1 0 0,0 1 1 0 0,0 0 0 0 0,0-1-1 0 0,4-4 1 0 0,-2 1 5 0 0,-1 0 1 0 0,0-1-1 0 0,0 1 1 0 0,0-1 0 0 0,-1 0-1 0 0,0 0 1 0 0,0 0 0 0 0,-1-1-1 0 0,0 1 1 0 0,0 0 0 0 0,-1-1-1 0 0,1-10 1 0 0,-1 13-39 0 0,-1 0 1 0 0,1 0-1 0 0,-1 0 0 0 0,0 0 1 0 0,-1-1-1 0 0,1 1 0 0 0,-1 0 1 0 0,0 0-1 0 0,0 0 0 0 0,-1 0 1 0 0,0 0-1 0 0,1 0 0 0 0,-2 1 1 0 0,1-1-1 0 0,0 0 0 0 0,-1 1 1 0 0,0 0-1 0 0,0 0 1 0 0,-4-5-1 0 0,0 4-14 0 0,-1 0 1 0 0,1 1 0 0 0,-1-1-1 0 0,0 2 1 0 0,0-1-1 0 0,0 1 1 0 0,-1 0-1 0 0,1 1 1 0 0,-1 0 0 0 0,1 0-1 0 0,-1 1 1 0 0,0 0-1 0 0,0 0 1 0 0,1 1-1 0 0,-12 1 1 0 0,5-1-157 0 0,1 1 1 0 0,-1 0-1 0 0,1 1 1 0 0,0 0-1 0 0,-19 6 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29.99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 9 3664 0 0,'-2'-6'-137'0'0,"1"4"148"0"0,1 5 46 0 0,6 40-58 0 0,2-1 1 0 0,2 0-1 0 0,26 72 0 0 0,-29-82 1611 0 0,-7-32-1558 0 0,-1 0-1 0 0,0 1 1 0 0,1-1 0 0 0,-1 0-1 0 0,0 0 1 0 0,1 0 0 0 0,-1 0-1 0 0,0 0 1 0 0,0 0 0 0 0,1 0 0 0 0,-1 0-1 0 0,0 0 1 0 0,1 0 0 0 0,-1-1-1 0 0,0 1 1 0 0,1 0 0 0 0,-1 0 0 0 0,0-1-1 0 0,1 1 1 0 0,-1 0 0 0 0,1-1-1 0 0,-1 1 1 0 0,0-1 0 0 0,1 1-1 0 0,-1-1 1 0 0,1 1 0 0 0,-1-1 0 0 0,0 0-1 0 0,-1-2-22 0 0,0 1 0 0 0,0-1-1 0 0,0 0 1 0 0,0 0 0 0 0,0 0-1 0 0,0 0 1 0 0,1-1 0 0 0,-1 1-1 0 0,1 0 1 0 0,0-1-1 0 0,0 1 1 0 0,1-1 0 0 0,-1 1-1 0 0,1-1 1 0 0,-1 1 0 0 0,1-1-1 0 0,0 0 1 0 0,0 1 0 0 0,1-5-1 0 0,-1 3-3 0 0,1-4-21 0 0,0-1 1 0 0,1 0 0 0 0,0 1 0 0 0,1-1 0 0 0,-1 1-1 0 0,2 0 1 0 0,-1 0 0 0 0,2 0 0 0 0,-1 1 0 0 0,1-1-1 0 0,0 1 1 0 0,1 0 0 0 0,-1 0 0 0 0,2 1-1 0 0,-1 0 1 0 0,12-11 0 0 0,-16 17-11 0 0,0 0 0 0 0,0 0 0 0 0,0 0-1 0 0,0 0 1 0 0,0 0 0 0 0,0 1 0 0 0,1-1 0 0 0,-1 0 0 0 0,0 1-1 0 0,0 0 1 0 0,0-1 0 0 0,1 1 0 0 0,-1 0 0 0 0,0 0 0 0 0,0 0-1 0 0,1 1 1 0 0,-1-1 0 0 0,0 0 0 0 0,0 1 0 0 0,0 0 0 0 0,0-1 0 0 0,1 1-1 0 0,-1 0 1 0 0,0 0 0 0 0,0 0 0 0 0,0 0 0 0 0,-1 0 0 0 0,1 1-1 0 0,0-1 1 0 0,0 1 0 0 0,1 1 0 0 0,4 4-10 0 0,1 0-1 0 0,-1 0 1 0 0,-1 1-1 0 0,0 0 1 0 0,8 13 0 0 0,43 86-654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30.51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0 131 4488 0 0,'9'-31'177'0'0,"-2"0"0"0"0,5-38-1 0 0,13 353-145 0 0,21 131 6 0 0,-46-411-28 0 0,1 1 0 0 0,0-1 0 0 0,0 1 1 0 0,0-1-1 0 0,1 0 0 0 0,0 1 0 0 0,-1-1 0 0 0,1 0 1 0 0,1 0-1 0 0,-1 0 0 0 0,1-1 0 0 0,-1 1 0 0 0,1 0 0 0 0,0-1 1 0 0,0 0-1 0 0,1 0 0 0 0,6 5 0 0 0,-5-5 6 0 0,0-1 0 0 0,1 0-1 0 0,-1 0 1 0 0,1-1 0 0 0,-1 1-1 0 0,1-1 1 0 0,0-1 0 0 0,-1 1-1 0 0,1-1 1 0 0,0 0 0 0 0,0 0-1 0 0,-1 0 1 0 0,12-3-1 0 0,12-4-503 0 0,0-1-1 0 0,0-1 1 0 0,-1-1-1 0 0,46-24 1 0 0,-63 29 59 0 0,15-8-293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30.85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14 77 3144 0 0,'0'0'-105'0'0,"-11"-1"34"0"0,11 1 75 0 0,0 0 0 0 0,0 0 0 0 0,0 0 0 0 0,0 0 1 0 0,0 0-1 0 0,0 0 0 0 0,0 0 0 0 0,0-1 1 0 0,0 1-1 0 0,1 0 0 0 0,-1 0 0 0 0,0 0 0 0 0,0 0 1 0 0,0 0-1 0 0,0 0 0 0 0,0-1 0 0 0,0 1 1 0 0,0 0-1 0 0,0 0 0 0 0,0 0 0 0 0,-1 0 0 0 0,1 0 1 0 0,0 0-1 0 0,0-1 0 0 0,0 1 0 0 0,0 0 1 0 0,0 0-1 0 0,0 0 0 0 0,0 0 0 0 0,0 0 0 0 0,0 0 1 0 0,0 0-1 0 0,0 0 0 0 0,0-1 0 0 0,0 1 1 0 0,-1 0-1 0 0,1 0 0 0 0,0 0 0 0 0,0 0 0 0 0,0 0 1 0 0,0 0-1 0 0,0 0 0 0 0,0 0 0 0 0,0 0 1 0 0,-1 0-1 0 0,1 0 0 0 0,0 0 0 0 0,0 0 1 0 0,0 0-1 0 0,0 0 0 0 0,37-15-331 0 0,0 2 1 0 0,52-11-1 0 0,-50 14-447 0 0,-6 0 261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7T18:55:31.58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11 49 1944 0 0,'-4'-24'194'0'0,"0"0"996"0"0,1 44-910 0 0,3 67-249 0 0,4-1 1 0 0,29 171-1 0 0,-32-249-31 0 0,37 172 217 0 0,-39-148 3023 0 0,-6-46-3104 0 0,6 11-124 0 0,1 0 0 0 0,-1 0 0 0 0,1 0 0 0 0,-1 0 0 0 0,1 0 0 0 0,0 0 0 0 0,0 0-1 0 0,1 0 1 0 0,-1 0 0 0 0,1 0 0 0 0,-1 0 0 0 0,1 0 0 0 0,0 0 0 0 0,0 0 0 0 0,0 0 0 0 0,0 1-1 0 0,1-1 1 0 0,-1 0 0 0 0,1 1 0 0 0,0-1 0 0 0,-1 1 0 0 0,4-4 0 0 0,1 0-20 0 0,0 0 1 0 0,0 0-1 0 0,1 0 1 0 0,-1 1-1 0 0,1-1 1 0 0,9-4-1 0 0,-10 7-10 0 0,0 0-1 0 0,0 0 1 0 0,0 0-1 0 0,0 1 1 0 0,0 0 0 0 0,1 0-1 0 0,-1 1 1 0 0,1 0-1 0 0,-1 0 1 0 0,1 1-1 0 0,-1-1 1 0 0,1 1 0 0 0,-1 1-1 0 0,1-1 1 0 0,12 3-1 0 0,-6 2-22 0 0,-1-1 0 0 0,1 2 0 0 0,-1 0 0 0 0,0 0 0 0 0,0 1-1 0 0,18 14 1 0 0,7 9 28 0 0,-28-21-343 0 0,1-1 1 0 0,0 0-1 0 0,0 0 0 0 0,16 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4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14.xml"/><Relationship Id="rId18" Type="http://schemas.openxmlformats.org/officeDocument/2006/relationships/image" Target="../media/image32.png"/><Relationship Id="rId3" Type="http://schemas.openxmlformats.org/officeDocument/2006/relationships/customXml" Target="../ink/ink9.xml"/><Relationship Id="rId21" Type="http://schemas.openxmlformats.org/officeDocument/2006/relationships/customXml" Target="../ink/ink18.xml"/><Relationship Id="rId7" Type="http://schemas.openxmlformats.org/officeDocument/2006/relationships/customXml" Target="../ink/ink11.xml"/><Relationship Id="rId12" Type="http://schemas.openxmlformats.org/officeDocument/2006/relationships/image" Target="../media/image29.png"/><Relationship Id="rId17" Type="http://schemas.openxmlformats.org/officeDocument/2006/relationships/customXml" Target="../ink/ink16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13.xml"/><Relationship Id="rId24" Type="http://schemas.openxmlformats.org/officeDocument/2006/relationships/image" Target="../media/image35.png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10" Type="http://schemas.openxmlformats.org/officeDocument/2006/relationships/image" Target="../media/image28.png"/><Relationship Id="rId19" Type="http://schemas.openxmlformats.org/officeDocument/2006/relationships/customXml" Target="../ink/ink17.xml"/><Relationship Id="rId4" Type="http://schemas.openxmlformats.org/officeDocument/2006/relationships/image" Target="../media/image25.png"/><Relationship Id="rId9" Type="http://schemas.openxmlformats.org/officeDocument/2006/relationships/customXml" Target="../ink/ink12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7234-A0F0-9CB0-7D51-9B06B938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797A8-BEF9-3553-89D1-01F81B48D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813160"/>
            <a:ext cx="9545968" cy="59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A89EA-99D7-8F23-BFAC-A7487BB52C0C}"/>
              </a:ext>
            </a:extLst>
          </p:cNvPr>
          <p:cNvSpPr txBox="1"/>
          <p:nvPr/>
        </p:nvSpPr>
        <p:spPr>
          <a:xfrm>
            <a:off x="2679192" y="356616"/>
            <a:ext cx="2453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 design following</a:t>
            </a:r>
          </a:p>
        </p:txBody>
      </p:sp>
    </p:spTree>
    <p:extLst>
      <p:ext uri="{BB962C8B-B14F-4D97-AF65-F5344CB8AC3E}">
        <p14:creationId xmlns:p14="http://schemas.microsoft.com/office/powerpoint/2010/main" val="202507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CBCE3-051D-6D99-ED58-A74428182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09" y="1586933"/>
            <a:ext cx="9734691" cy="52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85343-CBAA-64C8-27FC-189CA265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52128"/>
            <a:ext cx="11469624" cy="52058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8F5272-6DC2-66A0-4F05-018C7061E693}"/>
                  </a:ext>
                </a:extLst>
              </p14:cNvPr>
              <p14:cNvContentPartPr/>
              <p14:nvPr/>
            </p14:nvContentPartPr>
            <p14:xfrm>
              <a:off x="4403664" y="1372536"/>
              <a:ext cx="190800" cy="45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8F5272-6DC2-66A0-4F05-018C7061E6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6024" y="1354896"/>
                <a:ext cx="226440" cy="48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91E75B6-6ECB-5A81-8465-ACCACC58C9AC}"/>
              </a:ext>
            </a:extLst>
          </p:cNvPr>
          <p:cNvGrpSpPr/>
          <p:nvPr/>
        </p:nvGrpSpPr>
        <p:grpSpPr>
          <a:xfrm>
            <a:off x="9553824" y="4636296"/>
            <a:ext cx="2216160" cy="534960"/>
            <a:chOff x="9553824" y="4636296"/>
            <a:chExt cx="221616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71260A-F7D9-78D9-13A5-AA20529B1424}"/>
                    </a:ext>
                  </a:extLst>
                </p14:cNvPr>
                <p14:cNvContentPartPr/>
                <p14:nvPr/>
              </p14:nvContentPartPr>
              <p14:xfrm>
                <a:off x="9553824" y="4831056"/>
                <a:ext cx="381960" cy="19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71260A-F7D9-78D9-13A5-AA20529B14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18184" y="4795416"/>
                  <a:ext cx="453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CC68FC-E768-3B73-FE57-BC236F733AC5}"/>
                    </a:ext>
                  </a:extLst>
                </p14:cNvPr>
                <p14:cNvContentPartPr/>
                <p14:nvPr/>
              </p14:nvContentPartPr>
              <p14:xfrm>
                <a:off x="10106424" y="4846176"/>
                <a:ext cx="507600" cy="325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CC68FC-E768-3B73-FE57-BC236F733A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70784" y="4810176"/>
                  <a:ext cx="579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1BDB4C-1E31-D7D3-5E5E-860D5F3F2A71}"/>
                    </a:ext>
                  </a:extLst>
                </p14:cNvPr>
                <p14:cNvContentPartPr/>
                <p14:nvPr/>
              </p14:nvContentPartPr>
              <p14:xfrm>
                <a:off x="10634904" y="4662216"/>
                <a:ext cx="73440" cy="246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1BDB4C-1E31-D7D3-5E5E-860D5F3F2A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99264" y="4626216"/>
                  <a:ext cx="145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0340B9-6995-3187-305E-DDE37DCDBE80}"/>
                    </a:ext>
                  </a:extLst>
                </p14:cNvPr>
                <p14:cNvContentPartPr/>
                <p14:nvPr/>
              </p14:nvContentPartPr>
              <p14:xfrm>
                <a:off x="10804104" y="4819176"/>
                <a:ext cx="145440" cy="9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0340B9-6995-3187-305E-DDE37DCDBE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68464" y="4783176"/>
                  <a:ext cx="217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7C93E51-6D16-FE00-608D-A063E3377653}"/>
                    </a:ext>
                  </a:extLst>
                </p14:cNvPr>
                <p14:cNvContentPartPr/>
                <p14:nvPr/>
              </p14:nvContentPartPr>
              <p14:xfrm>
                <a:off x="11027304" y="4813056"/>
                <a:ext cx="33372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7C93E51-6D16-FE00-608D-A063E33776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91664" y="4777056"/>
                  <a:ext cx="405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382988-83E8-D2EE-554B-CB06BC1E2E03}"/>
                    </a:ext>
                  </a:extLst>
                </p14:cNvPr>
                <p14:cNvContentPartPr/>
                <p14:nvPr/>
              </p14:nvContentPartPr>
              <p14:xfrm>
                <a:off x="11431944" y="4636296"/>
                <a:ext cx="338040" cy="308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382988-83E8-D2EE-554B-CB06BC1E2E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396304" y="4600656"/>
                  <a:ext cx="409680" cy="37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0303-5E1C-994A-A198-5FC850CC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98A0D-F91B-2939-1426-75522250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63" y="1124712"/>
            <a:ext cx="10343737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8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05EF-9D27-81E0-1211-F3630209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7A79E-0A7C-A228-58C7-8A20B4E00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0870"/>
            <a:ext cx="11597640" cy="451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2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E6962-4772-F188-5A03-2C2DC8A7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A873D-1327-F1DC-CA1B-DF3C6473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3124796"/>
            <a:ext cx="11250168" cy="281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3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74B7-B706-5396-F76A-05ACF741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3B5E0-0C33-8053-939A-19B06CA7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879"/>
            <a:ext cx="12192000" cy="33314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72E19D-3AC0-2A6C-A807-890065F44927}"/>
                  </a:ext>
                </a:extLst>
              </p14:cNvPr>
              <p14:cNvContentPartPr/>
              <p14:nvPr/>
            </p14:nvContentPartPr>
            <p14:xfrm>
              <a:off x="10731024" y="4607136"/>
              <a:ext cx="1052640" cy="138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72E19D-3AC0-2A6C-A807-890065F449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95024" y="4571496"/>
                <a:ext cx="1124280" cy="14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35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43AA-A38F-B8F9-BFF0-D1FA5068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7D099-7259-2886-D190-C939AAD0B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3018833"/>
            <a:ext cx="11606784" cy="38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57F8-C516-9386-9C45-90653F4F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E6610-66F6-EF1E-9404-AE9163C04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301081"/>
            <a:ext cx="11570208" cy="35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4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C247-C014-00AC-1206-FDA86783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DC4222-30F8-6993-61D8-127F9B2D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2638279"/>
            <a:ext cx="11625072" cy="410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1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F0C1-A7AD-8B5A-862A-DD6D085B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903EF-9D4C-42DD-1C02-97A7C2E8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975373"/>
            <a:ext cx="11295888" cy="480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19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E058-1C21-A8C6-EF4D-FC5D825A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8C46F-177F-464F-423E-96B387C49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538728"/>
            <a:ext cx="11689080" cy="318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2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9989-3F02-281A-DD36-20705CDE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C4147-7EA2-0B68-CC0C-66C61B0E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258879"/>
            <a:ext cx="11963400" cy="459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73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D2F5-2F52-EA95-6195-1659494E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97339-5682-8B7D-3D20-C7FC7D273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91487"/>
            <a:ext cx="11734800" cy="496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3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5B73-B843-D962-988C-3AF10C77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44EF0-9233-1FFA-8C59-6F883A2B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" y="2770048"/>
            <a:ext cx="11853672" cy="40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27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5734-2F30-4DA3-2CCE-E968ACA9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7F715-B27D-FCEC-7459-96732318B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" y="910689"/>
            <a:ext cx="11487912" cy="59473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0993C4F-4AA0-4D5B-1CCD-8AE0326EF605}"/>
              </a:ext>
            </a:extLst>
          </p:cNvPr>
          <p:cNvGrpSpPr/>
          <p:nvPr/>
        </p:nvGrpSpPr>
        <p:grpSpPr>
          <a:xfrm>
            <a:off x="9951264" y="2919456"/>
            <a:ext cx="226080" cy="414360"/>
            <a:chOff x="9951264" y="2919456"/>
            <a:chExt cx="22608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E556A9-F0AA-4444-0D5C-CB148790DF18}"/>
                    </a:ext>
                  </a:extLst>
                </p14:cNvPr>
                <p14:cNvContentPartPr/>
                <p14:nvPr/>
              </p14:nvContentPartPr>
              <p14:xfrm>
                <a:off x="9997344" y="2963376"/>
                <a:ext cx="100080" cy="37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E556A9-F0AA-4444-0D5C-CB148790DF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1704" y="2927736"/>
                  <a:ext cx="171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5060B7-8B7C-3405-9738-2325C2643F98}"/>
                    </a:ext>
                  </a:extLst>
                </p14:cNvPr>
                <p14:cNvContentPartPr/>
                <p14:nvPr/>
              </p14:nvContentPartPr>
              <p14:xfrm>
                <a:off x="9951264" y="2919456"/>
                <a:ext cx="226080" cy="136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5060B7-8B7C-3405-9738-2325C2643F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15264" y="2883816"/>
                  <a:ext cx="29772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CC3A54-C756-3C0F-78D9-01E8598B1104}"/>
              </a:ext>
            </a:extLst>
          </p:cNvPr>
          <p:cNvGrpSpPr/>
          <p:nvPr/>
        </p:nvGrpSpPr>
        <p:grpSpPr>
          <a:xfrm>
            <a:off x="9624024" y="2491776"/>
            <a:ext cx="1473120" cy="284040"/>
            <a:chOff x="9624024" y="2491776"/>
            <a:chExt cx="14731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502622-A92C-4CED-8341-7143376163E2}"/>
                    </a:ext>
                  </a:extLst>
                </p14:cNvPr>
                <p14:cNvContentPartPr/>
                <p14:nvPr/>
              </p14:nvContentPartPr>
              <p14:xfrm>
                <a:off x="9624024" y="2551176"/>
                <a:ext cx="11700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502622-A92C-4CED-8341-7143376163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88024" y="2515536"/>
                  <a:ext cx="188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AC191B-ABDB-60CC-7EC1-75032AC0F429}"/>
                    </a:ext>
                  </a:extLst>
                </p14:cNvPr>
                <p14:cNvContentPartPr/>
                <p14:nvPr/>
              </p14:nvContentPartPr>
              <p14:xfrm>
                <a:off x="9742464" y="2525256"/>
                <a:ext cx="47880" cy="21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AC191B-ABDB-60CC-7EC1-75032AC0F4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06824" y="2489616"/>
                  <a:ext cx="119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E13716F-6850-8FBE-E5A3-4F588AC87904}"/>
                    </a:ext>
                  </a:extLst>
                </p14:cNvPr>
                <p14:cNvContentPartPr/>
                <p14:nvPr/>
              </p14:nvContentPartPr>
              <p14:xfrm>
                <a:off x="9637704" y="2731536"/>
                <a:ext cx="139680" cy="36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E13716F-6850-8FBE-E5A3-4F588AC8790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02064" y="2695896"/>
                  <a:ext cx="211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6DE280-0B0B-F506-3A1A-15EA1EB22E90}"/>
                    </a:ext>
                  </a:extLst>
                </p14:cNvPr>
                <p14:cNvContentPartPr/>
                <p14:nvPr/>
              </p14:nvContentPartPr>
              <p14:xfrm>
                <a:off x="9979344" y="2604816"/>
                <a:ext cx="320040" cy="12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6DE280-0B0B-F506-3A1A-15EA1EB22E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43704" y="2568816"/>
                  <a:ext cx="391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C09FFE-1B90-DC1B-5A30-55F35FC746FF}"/>
                    </a:ext>
                  </a:extLst>
                </p14:cNvPr>
                <p14:cNvContentPartPr/>
                <p14:nvPr/>
              </p14:nvContentPartPr>
              <p14:xfrm>
                <a:off x="10356624" y="2648736"/>
                <a:ext cx="101160" cy="98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C09FFE-1B90-DC1B-5A30-55F35FC746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20624" y="2612736"/>
                  <a:ext cx="172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3CC19D-7430-18CB-58D8-B1ACE9E372BD}"/>
                    </a:ext>
                  </a:extLst>
                </p14:cNvPr>
                <p14:cNvContentPartPr/>
                <p14:nvPr/>
              </p14:nvContentPartPr>
              <p14:xfrm>
                <a:off x="10547424" y="2666376"/>
                <a:ext cx="100440" cy="10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3CC19D-7430-18CB-58D8-B1ACE9E372B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11424" y="2630736"/>
                  <a:ext cx="17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BD1B4D-85AE-B73C-99DB-75254A9557FB}"/>
                    </a:ext>
                  </a:extLst>
                </p14:cNvPr>
                <p14:cNvContentPartPr/>
                <p14:nvPr/>
              </p14:nvContentPartPr>
              <p14:xfrm>
                <a:off x="10772424" y="2491776"/>
                <a:ext cx="165240" cy="28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BD1B4D-85AE-B73C-99DB-75254A9557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6424" y="2455776"/>
                  <a:ext cx="2368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7FD0F61-03E4-A0CC-4860-5914B8E1EE04}"/>
                    </a:ext>
                  </a:extLst>
                </p14:cNvPr>
                <p14:cNvContentPartPr/>
                <p14:nvPr/>
              </p14:nvContentPartPr>
              <p14:xfrm>
                <a:off x="10772424" y="2655216"/>
                <a:ext cx="84960" cy="28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7FD0F61-03E4-A0CC-4860-5914B8E1EE0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36784" y="2619216"/>
                  <a:ext cx="156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892343-8708-86A9-979A-83B9E5548996}"/>
                    </a:ext>
                  </a:extLst>
                </p14:cNvPr>
                <p14:cNvContentPartPr/>
                <p14:nvPr/>
              </p14:nvContentPartPr>
              <p14:xfrm>
                <a:off x="10931544" y="2502576"/>
                <a:ext cx="165600" cy="241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892343-8708-86A9-979A-83B9E55489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95544" y="2466936"/>
                  <a:ext cx="237240" cy="31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807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9506-52CF-1A53-9F28-07BA8C4C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8E404-FCDE-9E24-AB81-7B52BA435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" y="1654864"/>
            <a:ext cx="11743944" cy="509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46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DE8DD-80DF-9776-E9ED-A5C35F1F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40F7F-6928-BA9B-BF7E-79E26AD50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1167930"/>
            <a:ext cx="11478768" cy="569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4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1523</TotalTime>
  <Words>4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184</cp:revision>
  <dcterms:created xsi:type="dcterms:W3CDTF">2025-09-22T02:44:38Z</dcterms:created>
  <dcterms:modified xsi:type="dcterms:W3CDTF">2026-07-17T19:07:58Z</dcterms:modified>
</cp:coreProperties>
</file>