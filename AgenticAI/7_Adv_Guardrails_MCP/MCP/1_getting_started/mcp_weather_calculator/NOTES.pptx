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2983230" y="21431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MCP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2635758" y="101072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To Install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713612" y="1482483"/>
            <a:ext cx="106340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 python3 -m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.\.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&gt; python -m pip install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httpx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==0.28.1 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mcp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==1.28.1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1FA8-4D3F-C138-8BB7-D53BAEFC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D59DEB-1A06-71B8-C3E4-C13D481BE8EE}"/>
              </a:ext>
            </a:extLst>
          </p:cNvPr>
          <p:cNvSpPr txBox="1"/>
          <p:nvPr/>
        </p:nvSpPr>
        <p:spPr>
          <a:xfrm>
            <a:off x="2635758" y="101072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To Install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200FB-F075-9057-40AB-8D6FA34C8522}"/>
              </a:ext>
            </a:extLst>
          </p:cNvPr>
          <p:cNvSpPr txBox="1"/>
          <p:nvPr/>
        </p:nvSpPr>
        <p:spPr>
          <a:xfrm>
            <a:off x="713612" y="1482483"/>
            <a:ext cx="10634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server</a:t>
            </a:r>
          </a:p>
          <a:p>
            <a:pPr marL="457200" indent="-457200">
              <a:buAutoNum type="arabicParenR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file </a:t>
            </a:r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multi_server.py</a:t>
            </a:r>
          </a:p>
          <a:p>
            <a:endParaRPr lang="en-I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Run the server:</a:t>
            </a:r>
          </a:p>
          <a:p>
            <a:endParaRPr lang="en-IN" sz="24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3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AE5F-CC91-B4F4-6B08-2663A377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45FA1D7-539C-0AD7-9665-22A517B261F8}"/>
              </a:ext>
            </a:extLst>
          </p:cNvPr>
          <p:cNvSpPr txBox="1"/>
          <p:nvPr/>
        </p:nvSpPr>
        <p:spPr>
          <a:xfrm>
            <a:off x="2635758" y="101072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To Install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4F930-9187-9661-6ABA-3F1E20F02197}"/>
              </a:ext>
            </a:extLst>
          </p:cNvPr>
          <p:cNvSpPr txBox="1"/>
          <p:nvPr/>
        </p:nvSpPr>
        <p:spPr>
          <a:xfrm>
            <a:off x="713612" y="1482483"/>
            <a:ext cx="106340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 startAt="2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client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file </a:t>
            </a:r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multi_client.py 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client in </a:t>
            </a:r>
            <a:r>
              <a:rPr lang="en-IN" sz="2400" b="1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powershell</a:t>
            </a:r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–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would automatically run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server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PS …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mcp_weather_calculator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IN" sz="2400" b="1" i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multi_client</a:t>
            </a:r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61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A100-C515-B966-CBC9-F0A00052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0A345C-F8B9-8B79-83EA-D0037DBA9929}"/>
              </a:ext>
            </a:extLst>
          </p:cNvPr>
          <p:cNvSpPr txBox="1"/>
          <p:nvPr/>
        </p:nvSpPr>
        <p:spPr>
          <a:xfrm>
            <a:off x="2635758" y="101072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2F885-4ECC-3A6F-8DC7-E01DFC94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58" y="603992"/>
            <a:ext cx="9335692" cy="625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7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</TotalTime>
  <Words>94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</cp:revision>
  <dcterms:created xsi:type="dcterms:W3CDTF">2025-09-22T02:44:38Z</dcterms:created>
  <dcterms:modified xsi:type="dcterms:W3CDTF">2026-09-23T17:53:11Z</dcterms:modified>
</cp:coreProperties>
</file>