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7" r:id="rId2"/>
    <p:sldId id="276" r:id="rId3"/>
    <p:sldId id="306" r:id="rId4"/>
    <p:sldId id="307" r:id="rId5"/>
    <p:sldId id="308" r:id="rId6"/>
    <p:sldId id="313" r:id="rId7"/>
    <p:sldId id="305" r:id="rId8"/>
    <p:sldId id="278" r:id="rId9"/>
    <p:sldId id="281" r:id="rId10"/>
    <p:sldId id="304" r:id="rId11"/>
    <p:sldId id="309" r:id="rId12"/>
    <p:sldId id="298" r:id="rId13"/>
    <p:sldId id="299" r:id="rId14"/>
    <p:sldId id="310" r:id="rId15"/>
    <p:sldId id="300" r:id="rId16"/>
    <p:sldId id="301" r:id="rId17"/>
    <p:sldId id="302" r:id="rId18"/>
    <p:sldId id="303" r:id="rId19"/>
    <p:sldId id="311" r:id="rId20"/>
    <p:sldId id="258" r:id="rId21"/>
    <p:sldId id="260" r:id="rId22"/>
    <p:sldId id="277" r:id="rId23"/>
    <p:sldId id="312" r:id="rId24"/>
    <p:sldId id="261" r:id="rId25"/>
    <p:sldId id="293" r:id="rId26"/>
    <p:sldId id="280" r:id="rId27"/>
    <p:sldId id="295" r:id="rId28"/>
    <p:sldId id="296" r:id="rId29"/>
    <p:sldId id="297" r:id="rId30"/>
    <p:sldId id="294" r:id="rId31"/>
    <p:sldId id="27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38.299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66 34 5016 0 0,'-3'0'48'0'0,"-1"0"-1"0"0,1 0 0 0 0,-1-1 1 0 0,1 1-1 0 0,0-1 0 0 0,-1 0 0 0 0,1 0 1 0 0,0 0-1 0 0,-1 0 0 0 0,-3-3 0 0 0,-2 0 448 0 0,7 3 5 0 0,-11-4 701 0 0,12 1-487 0 0,29-1-283 0 0,50 2-311 0 0,7 2 73 0 0,163 5 59 0 0,93 24-77 0 0,-248-23-18 0 0,-91-4-134 0 0,15-1 62 0 0,-13 1 552 0 0,11-1-2442 0 0,-14-15-2433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39.034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143 82 6245 0 0,'-35'-21'-283'0'0,"-27"-16"1980"0"0,61 36-1523 0 0,-42-20 1230 0 0,42 20-1127 0 0,3 5-263 0 0,4 2-3 0 0,-1 0 1 0 0,1 0 0 0 0,0 0 0 0 0,0 0 0 0 0,0-1-1 0 0,1 0 1 0 0,0-1 0 0 0,9 6 0 0 0,73 32 48 0 0,-29-14-24 0 0,-20-8 5 0 0,-23-13-2 0 0,-1 0 0 0 0,-1 1-1 0 0,1 1 1 0 0,-2 0 0 0 0,1 1-1 0 0,-1 1 1 0 0,0 0 0 0 0,16 19 0 0 0,-29-28-31 0 0,0-1 1 0 0,0 1 0 0 0,0-1-1 0 0,0 1 1 0 0,0-1 0 0 0,0 1-1 0 0,-1 0 1 0 0,1-1 0 0 0,-1 1-1 0 0,0 0 1 0 0,1-1 0 0 0,-1 1-1 0 0,0 0 1 0 0,0-1 0 0 0,0 1-1 0 0,0 0 1 0 0,0 0 0 0 0,0-1-1 0 0,0 1 1 0 0,-1 0 0 0 0,1 0 0 0 0,-1-1-1 0 0,1 1 1 0 0,-1-1 0 0 0,0 1-1 0 0,0 0 1 0 0,1-1 0 0 0,-1 1-1 0 0,0-1 1 0 0,0 0 0 0 0,-1 1-1 0 0,1-1 1 0 0,0 0 0 0 0,0 0-1 0 0,-1 1 1 0 0,1-1 0 0 0,0 0-1 0 0,-3 1 1 0 0,-8 6-3 0 0,-1 0-1 0 0,1-1 1 0 0,-27 10 0 0 0,9-4 33 0 0,12-4 26 0 0,0 0 1 0 0,0-2-1 0 0,-37 10 0 0 0,-29 12-1590 0 0,76-25 528 0 0,0 0 0 0 0,1 0 0 0 0,0 1 0 0 0,-12 9-1 0 0,13-6-1416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40.565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45 19 5729 0 0,'-3'0'98'0'0,"0"0"0"0"0,0 1 0 0 0,1-1 0 0 0,-1 0 0 0 0,0 1 0 0 0,0 0 1 0 0,1-1-1 0 0,-1 1 0 0 0,1 0 0 0 0,-1 0 0 0 0,0 1 0 0 0,1-1 0 0 0,0 0 1 0 0,-4 3-1 0 0,5-3-8 0 0,7 0-78 0 0,130 10 92 0 0,0-6 0 0 0,152-15-1 0 0,-117 3 54 0 0,174-5 200 0 0,-341 12-343 0 0,50-1 43 0 0,-38-19-4570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41.468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122 32 4952 0 0,'-41'-32'3257'0'0,"45"35"-3660"0"0,45 28 353 0 0,59 28 0 0 0,48 29 63 0 0,-80-40 151 0 0,-74-47-156 0 0,-2 0-14 0 0,2 2 0 0 0,-2-2-3 0 0,-41 39-24 0 0,-169 74 58 0 0,35-22-2 0 0,131-72 225 0 0,43-19-138 0 0,-5 1 307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41:53.63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62 48 3704 0 0,'0'0'451'0'0,"-4"-1"-133"0"0,-53-42 7703 0 0,86 46-8023 0 0,371 28 80 0 0,-161-12-13 0 0,-131-12-48 0 0,82 2 30 0 0,118-18-47 0 0,-211 7-4 0 0,-47 0 22 0 0,-47 2-21 0 0,0 0-1 0 0,10 0 6 0 0,-10 0 11 0 0,36-3 19 0 0,-17-4-384 0 0,19-42-10193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41:54.530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75 28 5577 0 0,'-5'-2'-119'0'0,"-7"-4"562"0"0,0 1 1 0 0,-1 0 0 0 0,-19-4 2924 0 0,36 12-3345 0 0,56 38 78 0 0,1-2 0 0 0,2-4-1 0 0,92 39 1 0 0,-107-48 370 0 0,-47-24-423 0 0,0-2-37 0 0,0 0-1 0 0,-1 0 1 0 0,1 1-1 0 0,0-1 1 0 0,0 0-1 0 0,-1 1 1 0 0,1-1-1 0 0,0 1 1 0 0,-1-1-1 0 0,1 1 1 0 0,-1-1-1 0 0,1 1 1 0 0,-1 0-1 0 0,1-1 1 0 0,-1 1-1 0 0,1 0 1 0 0,-1-1-1 0 0,1 1 1 0 0,-1 0-1 0 0,0-1 1 0 0,1 1-1 0 0,-1 0 1 0 0,0 1-1 0 0,-59 37 6 0 0,-121 73 47 0 0,67-44-1176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42:02.07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18928 7 6201 0 0,'-24'-7'2550'0'0,"22"15"-2544"0"0,0 0 0 0 0,0 0-1 0 0,0 1 1 0 0,1-1 0 0 0,1 0-1 0 0,-1 0 1 0 0,1 1 0 0 0,1-1-1 0 0,1 10 1 0 0,-1 16 6 0 0,-18 181 23 0 0,3-77-22 0 0,-9 7 42 0 0,11-81-33 0 0,-6 10 75 0 0,-4-1 0 0 0,-2-1 0 0 0,-52 104 0 0 0,67-155-74 0 0,-99 200 152 0 0,87-185-75 0 0,-2 0-1 0 0,-2-1 1 0 0,-52 56 0 0 0,-75 62 199 0 0,-6-6 0 0 0,-7-8 0 0 0,-245 160 0 0 0,195-161-39 0 0,-227 137 94 0 0,336-217-290 0 0,-168 64 1 0 0,201-96 4 0 0,-1-3 0 0 0,-1-3 1 0 0,-110 15-1 0 0,124-28-41 0 0,-859 90 225 0 0,98-65-204 0 0,656-27-29 0 0,-762 11-5 0 0,251-5 10 0 0,-891 20-44 0 0,1504-29 22 0 0,-1271 9 17 0 0,373-18 6 0 0,198 18-34 0 0,-160 2-37 0 0,115-10 43 0 0,415-6-17 0 0,98 7 13 0 0,-459-20-24 0 0,32-87 12 0 0,520 69 15 0 0,-280-83 0 0 0,212 11 12 0 0,-62-18-53 0 0,-201 5-18 0 0,175 45 50 0 0,293 56 12 0 0,-126-52-1 0 0,-55-47 4 0 0,222 105-2 0 0,-44-28 13 0 0,2-3 1 0 0,2-2-1 0 0,-75-69 0 0 0,99 80-24 0 0,-3-8 32 0 0,1-1 0 0 0,3-3 0 0 0,-55-78 0 0 0,32 40-10 0 0,31 37-7 0 0,3-1 0 0 0,1-2 0 0 0,3-1-1 0 0,-21-62 1 0 0,25 62-24 0 0,3 1 12 0 0,-14-61 0 0 0,8 27-11 0 0,16 49 10 0 0,1-1 0 0 0,-2-42 0 0 0,6 50 11 0 0,-14-266-39 0 0,-4 143 33 0 0,6 4-31 0 0,5 74 20 0 0,9 71 6 0 0,-1 3-39 0 0,0 0 32 0 0,-1 0 0 0 0,1 1 0 0 0,0-1 0 0 0,0 1 0 0 0,0-1 0 0 0,0 1 0 0 0,0 0 0 0 0,0 0 0 0 0,0 0 0 0 0,0 0 0 0 0,1 0 0 0 0,-1 0 0 0 0,1 1 0 0 0,0-1 0 0 0,-1 0 0 0 0,0 5 0 0 0,-30 63 4 0 0,21-44-6 0 0,-23 46 3 0 0,-50 122-40 0 0,73-161 77 0 0,22-53 22 0 0,9-19-15 0 0,145-240-38 0 0,-146 250-3 0 0,1 0 0 0 0,1 2-1 0 0,1 0 1 0 0,2 2-1 0 0,30-28 1 0 0,-24 24-63 0 0,-28 28 56 0 0,2 3-61 0 0,15 6 67 0 0,0 2 1 0 0,-1 0-1 0 0,-1 1 0 0 0,17 14 0 0 0,-13-10 11 0 0,2 0 1 0 0,33 17-1 0 0,-20-9 10 0 0,17 8 44 0 0,-52-30-40 0 0,0-1-80 0 0,-1 0 0 0 0,1 0 0 0 0,-1 1 0 0 0,1-1 0 0 0,0 0 0 0 0,-1 0 0 0 0,1 1 0 0 0,-1-1 0 0 0,0 1 0 0 0,1-1 0 0 0,-1 0 0 0 0,1 1 0 0 0,-1-1 0 0 0,1 1 0 0 0,-1-1 0 0 0,0 1 0 0 0,1-1 0 0 0,-1 1 0 0 0,0-1 0 0 0,0 1 0 0 0,1-1 0 0 0,-1 1 0 0 0,0 0 0 0 0,0-1 0 0 0,0 1 0 0 0,0-1 1 0 0,0 1-1 0 0,0 0 0 0 0,0 0 0 0 0,-10 7-955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1.8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67 5849 0 0,'0'0'1904'0'0,"4"-1"-1903"0"0,50-13 11 0 0,0 3-1 0 0,99-8 1 0 0,-76 11-6 0 0,114-5-2 0 0,-170 13-12 0 0,-7 0 8 0 0,55 2 123 0 0,-66-2-136 0 0,-9 670-180 0 0,-14-301 330 0 0,4-149 15 0 0,15-174-75 0 0,2 1 0 0 0,14 90 0 0 0,33 88 172 0 0,-37-181-216 0 0,-10-40-34 0 0,3 12 43 0 0,0 0 0 0 0,-1 0 1 0 0,-1 0-1 0 0,0 30 0 0 0,-2-42-15 0 0,0 0 0 0 0,-1 0-1 0 0,0 0 1 0 0,1 0 0 0 0,-1-1 0 0 0,0 1-1 0 0,-1 0 1 0 0,1-1 0 0 0,-1 1 0 0 0,0-1-1 0 0,0 1 1 0 0,0-1 0 0 0,0 0 0 0 0,0 1-1 0 0,-1-1 1 0 0,1 0 0 0 0,-1-1 0 0 0,0 1-1 0 0,0 0 1 0 0,0-1 0 0 0,0 0 0 0 0,0 0-1 0 0,-1 0 1 0 0,1 0 0 0 0,-7 3 0 0 0,-20 5 110 0 0,-1 0 1 0 0,-1-2-1 0 0,-58 7 1 0 0,-102-1 49 0 0,114-10-108 0 0,-13 1-299 0 0,91-5 175 0 0,0 0-1 0 0,-1 0 0 0 0,1 0 0 0 0,0 0 1 0 0,-1 0-1 0 0,1 0 0 0 0,0 0 0 0 0,-1 0 1 0 0,1 0-1 0 0,0 0 0 0 0,-1-1 1 0 0,1 1-1 0 0,0 0 0 0 0,-1 0 0 0 0,1 0 1 0 0,0 0-1 0 0,0-1 0 0 0,-1 1 0 0 0,1 0 1 0 0,0 0-1 0 0,0-1 0 0 0,-1 1 1 0 0,1 0-1 0 0,0-1 0 0 0,0 1 0 0 0,0 0 1 0 0,-1-1-1 0 0,1 1 0 0 0,0 0 0 0 0,0 0 1 0 0,0-1-1 0 0,0 1 0 0 0,0-1 1 0 0,0 1-1 0 0,0 0 0 0 0,0-1 0 0 0,0 1 1 0 0,0 0-1 0 0,0-1 0 0 0,0 1 0 0 0,0 0 1 0 0,0-1-1 0 0,0 1 0 0 0,0 0 1 0 0,0-1-1 0 0,0 1 0 0 0,0 0 0 0 0,1-1 1 0 0,-1 1-1 0 0,0 0 0 0 0,0-1 0 0 0,0 1 1 0 0,1 0-1 0 0,-1 0 0 0 0,0-1 1 0 0,0 1-1 0 0,1 0 0 0 0,12-19-2327 0 0,-12 18 2318 0 0,18-22-3021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2.6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1 151 6733 0 0,'10'-52'-590'0'0,"-5"33"1124"0"0,-2-1 0 0 0,3-38 0 0 0,-6 57-438 0 0,0 6-82 0 0,11 397 148 0 0,-11-244-66 0 0,0-154-52 0 0,0-1 0 0 0,0 0 1 0 0,0 0-1 0 0,1 1 1 0 0,-1-1-1 0 0,1 0 0 0 0,-1 0 1 0 0,1 0-1 0 0,0 1 0 0 0,3 4 1 0 0,0-7-11 0 0,1-1 0 0 0,0 0 0 0 0,0 1 0 0 0,-1-1-1 0 0,1-1 1 0 0,0 1 0 0 0,0-1 0 0 0,-1 0 0 0 0,9-2 0 0 0,-11 3-28 0 0,460-87 457 0 0,-403 83-395 0 0,-47 4-4647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3.2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22 109 6929 0 0,'2'-106'856'0'0,"-2"103"-796"0"0,-1 5-52 0 0,0-1 1 0 0,-1 0-1 0 0,1 1 1 0 0,0 0-1 0 0,-1-1 0 0 0,1 1 1 0 0,0 0-1 0 0,0-1 1 0 0,1 1-1 0 0,-1 0 1 0 0,0 0-1 0 0,1 0 1 0 0,-1 0-1 0 0,1 0 1 0 0,-1 0-1 0 0,1 0 1 0 0,0 0-1 0 0,0 0 0 0 0,0 0 1 0 0,0 2-1 0 0,-5 68-6 0 0,4-53 14 0 0,-1 45 20 0 0,12 124-1 0 0,-10-184-26 0 0,0 0 0 0 0,1 0 0 0 0,-1 0 0 0 0,1-1 0 0 0,0 1 0 0 0,0 0 0 0 0,0 0 0 0 0,0-1 0 0 0,1 1 0 0 0,0 0 0 0 0,-1-1 0 0 0,1 0 0 0 0,0 1 0 0 0,1-1 0 0 0,-1 0 0 0 0,1 0-1 0 0,-1 0 1 0 0,1 0 0 0 0,0-1 0 0 0,0 1 0 0 0,0-1 0 0 0,0 1 0 0 0,1-1 0 0 0,-1 0 0 0 0,1-1 0 0 0,3 3 0 0 0,3-2 10 0 0,1 0-1 0 0,-1-1 1 0 0,1 0 0 0 0,-1-1 0 0 0,1 0-1 0 0,0 0 1 0 0,-1-1 0 0 0,18-4-1 0 0,232-31 30 0 0,-257 35-135 0 0,6-2-153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4.4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13 306 5044 0 0,'4'-26'312'0'0,"-2"-1"-1"0"0,-1 1 1 0 0,-3-37-1 0 0,2 61-275 0 0,-3-22 492 0 0,4 31-230 0 0,7 63-135 0 0,-7-56-159 0 0,34 334 160 0 0,-35-346-107 0 0,0-1 1 0 0,1 0 0 0 0,-1 0 0 0 0,0 0 0 0 0,1 0-1 0 0,-1 0 1 0 0,0 0 0 0 0,0 0 0 0 0,0 1 0 0 0,0-1-1 0 0,0 0 1 0 0,0 0 0 0 0,0 0 0 0 0,0 0 0 0 0,-1 0-1 0 0,1 1 1 0 0,0-1 0 0 0,-1 0 0 0 0,1 0 0 0 0,-2 1-1 0 0,-10-19 218 0 0,-13-50-181 0 0,17 17-32 0 0,1 0-1 0 0,3-1 1 0 0,2 0-1 0 0,3 1 1 0 0,6-53-1 0 0,-6 91-65 0 0,-1 9 1 0 0,1-1 1 0 0,-1 1-1 0 0,1 0 1 0 0,-1-1-1 0 0,1 1 0 0 0,0 0 1 0 0,0-1-1 0 0,1 1 0 0 0,-1 0 1 0 0,0 0-1 0 0,1 0 1 0 0,0 0-1 0 0,0 0 0 0 0,0 1 1 0 0,3-4-1 0 0,-4 4-3 0 0,0 1 0 0 0,0 0-1 0 0,0-1 1 0 0,0 1 0 0 0,1 0 0 0 0,-1 0-1 0 0,0 0 1 0 0,0 0 0 0 0,1 0-1 0 0,-1 0 1 0 0,1 0 0 0 0,-1 1 0 0 0,1-1-1 0 0,-1 0 1 0 0,1 1 0 0 0,-1-1 0 0 0,1 1-1 0 0,-1 0 1 0 0,1-1 0 0 0,0 1-1 0 0,-1 0 1 0 0,1 0 0 0 0,0 0 0 0 0,1 0-1 0 0,0 1 1 0 0,-1 0 1 0 0,1 0-1 0 0,-1 0 0 0 0,1 1 0 0 0,-1-1 0 0 0,0 1 0 0 0,1-1 0 0 0,-1 1 0 0 0,0 0 1 0 0,0-1-1 0 0,0 1 0 0 0,-1 0 0 0 0,3 3 0 0 0,4 6-13 0 0,-1 1 0 0 0,0 0-1 0 0,0 0 1 0 0,5 17 0 0 0,95 214-40 0 0,-88-193 1050 0 0,-22-75-950 0 0,2 1 1 0 0,0-1 0 0 0,2 1-1 0 0,1-1 1 0 0,1 1-1 0 0,0-1 1 0 0,2 1-1 0 0,9-25 1 0 0,-9 33-44 0 0,0 1-1 0 0,1-1 1 0 0,1 1 0 0 0,1 0 0 0 0,0 1 0 0 0,1 0 0 0 0,0 0 0 0 0,1 1 0 0 0,0 0-1 0 0,1 1 1 0 0,1 0 0 0 0,0 0 0 0 0,18-12 0 0 0,-26 21-6 0 0,0 0 0 0 0,0 1 0 0 0,0 0 0 0 0,0 0 0 0 0,0 0 0 0 0,0 0 0 0 0,0 1 0 0 0,1 0 1 0 0,-1-1-1 0 0,1 2 0 0 0,-1-1 0 0 0,1 0 0 0 0,-1 1 0 0 0,1 0 0 0 0,-1 0 0 0 0,1 0 0 0 0,-1 1 0 0 0,1-1 0 0 0,-1 1 0 0 0,1 0 0 0 0,-1 0 0 0 0,7 4 0 0 0,-5-2 0 0 0,-1 0-1 0 0,0 1 0 0 0,-1-1 0 0 0,1 1 0 0 0,-1 1 0 0 0,1-1 0 0 0,-1 0 0 0 0,0 1 0 0 0,-1 0 0 0 0,1 0 0 0 0,-1 0 0 0 0,0 0 0 0 0,0 1 0 0 0,-1-1 0 0 0,0 1 0 0 0,3 8 0 0 0,6 33-11 0 0,-1 0 0 0 0,-3 1-1 0 0,2 84 1 0 0,0-1 53 0 0,2 18-916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3.4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103 159 3760 0 0,'0'0'-149'0'0,"-17"-39"811"0"0,17 38-652 0 0,1 0 0 0 0,-1 0 0 0 0,0 0 0 0 0,0 0 0 0 0,1 0 0 0 0,-1 0-1 0 0,0 0 1 0 0,1 0 0 0 0,-1 0 0 0 0,1 0 0 0 0,0 0 0 0 0,-1 0 0 0 0,1 0 0 0 0,-1 1 0 0 0,1-1 0 0 0,0 0 0 0 0,0 1-1 0 0,0-1 1 0 0,-1 0 0 0 0,1 1 0 0 0,0-1 0 0 0,0 1 0 0 0,0-1 0 0 0,0 1 0 0 0,0-1 0 0 0,0 1 0 0 0,0 0 0 0 0,1-1-1 0 0,0 1 5 0 0,0-2-6 0 0,5-3 2 0 0,36-16 76 0 0,-12 7-42 0 0,-29 14-35 0 0,38-19 24 0 0,-39 18-43 0 0,68-22 41 0 0,-25 14-64 0 0,-40 8 30 0 0,1 0 0 0 0,-1 0 0 0 0,0 1 0 0 0,1-1 0 0 0,-1 1 0 0 0,1 0 0 0 0,-1 0 0 0 0,9 2 1 0 0,17 0-24 0 0,-26-2 25 0 0,-1 1-1 0 0,1-1 1 0 0,-1 1-1 0 0,1 0 1 0 0,-1 0-1 0 0,0 0 1 0 0,0 0-1 0 0,1 0 1 0 0,-1 1-1 0 0,0 0 0 0 0,0 0 1 0 0,0-1-1 0 0,-1 1 1 0 0,1 1-1 0 0,0-1 1 0 0,-1 0-1 0 0,1 1 1 0 0,-1-1-1 0 0,0 1 1 0 0,0 0-1 0 0,2 3 0 0 0,-3-3 5 0 0,0-1 0 0 0,0 0-1 0 0,0 0 1 0 0,-1 1-1 0 0,1-1 1 0 0,0 1 0 0 0,-1-1-1 0 0,0 1 1 0 0,0-1-1 0 0,0 0 1 0 0,0 1 0 0 0,0-1-1 0 0,0 1 1 0 0,0-1-1 0 0,-1 1 1 0 0,0-1 0 0 0,1 0-1 0 0,-1 1 1 0 0,0-1-1 0 0,0 0 1 0 0,0 0 0 0 0,0 1-1 0 0,0-1 1 0 0,-1 0-1 0 0,1 0 1 0 0,-1 0 0 0 0,1 0-1 0 0,-1-1 1 0 0,0 1 0 0 0,-2 1-1 0 0,-30 25 104 0 0,-2-2-1 0 0,0-1 1 0 0,-2-3 0 0 0,-78 36-1 0 0,65-45 1189 0 0,85-17-1270 0 0,132-6 49 0 0,-148 10-77 0 0,0 1-1 0 0,0 0 0 0 0,0 2 0 0 0,0 0 0 0 0,0 1 1 0 0,-1 1-1 0 0,22 8 0 0 0,-36-12 3 0 0,0 0 1 0 0,-1 1-1 0 0,1-1 1 0 0,0 1-1 0 0,-1-1 1 0 0,1 1-1 0 0,-1 0 1 0 0,1 0-1 0 0,-1 0 1 0 0,0 1-1 0 0,0-1 1 0 0,0 0-1 0 0,0 1 1 0 0,0-1-1 0 0,-1 1 1 0 0,1 0-1 0 0,1 4 1 0 0,-3-5 0 0 0,1 0 0 0 0,-1 0 0 0 0,0 0 0 0 0,0 1 0 0 0,0-1 0 0 0,0 0 1 0 0,-1 0-1 0 0,1 0 0 0 0,-1 0 0 0 0,1 1 0 0 0,-1-1 0 0 0,0 0 0 0 0,0 0 0 0 0,1 0 0 0 0,-1 0 0 0 0,-1 0 1 0 0,1 0-1 0 0,0-1 0 0 0,0 1 0 0 0,-1 0 0 0 0,1-1 0 0 0,-1 1 0 0 0,0-1 0 0 0,1 1 0 0 0,-1-1 0 0 0,-2 2 1 0 0,-17 12 21 0 0,0-1 0 0 0,-1 0 0 0 0,-1-2 1 0 0,0 0-1 0 0,-1-2 0 0 0,-45 14 0 0 0,-157 26 205 0 0,142-35-188 0 0,55-13-30 0 0,29-2-25 0 0,0-1 0 0 0,-1 1 0 0 0,1 0 1 0 0,0 0-1 0 0,0 0 0 0 0,0 0 0 0 0,-1-1 1 0 0,1 1-1 0 0,0 0 0 0 0,0 0 0 0 0,0 0 0 0 0,0-1 1 0 0,-1 1-1 0 0,1 0 0 0 0,0 0 0 0 0,0-1 0 0 0,0 1 1 0 0,0 0-1 0 0,0 0 0 0 0,0-1 0 0 0,0 1 1 0 0,0 0-1 0 0,0 0 0 0 0,0-1 0 0 0,0 1 0 0 0,0 0 1 0 0,0-1-1 0 0,0 1 0 0 0,0 0 0 0 0,0 0 1 0 0,0-1-1 0 0,0 1 0 0 0,0 0 0 0 0,0 0 0 0 0,0-1 1 0 0,0 1-1 0 0,0 0 0 0 0,1 0 0 0 0,-1-1 1 0 0,0 1-1 0 0,0 0 0 0 0,0 0 0 0 0,1-1 0 0 0,35-35-2443 0 0,-33 33 2226 0 0,33-27-1474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4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42 183 4732 0 0,'-16'3'-699'0'0,"-7"4"438"0"0,21-7 862 0 0,7-2-567 0 0,60-24 31 0 0,0 2 1 0 0,2 4-1 0 0,83-14 0 0 0,-42 9-23 0 0,187-36 759 0 0,-293 60-532 0 0,2 11-197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4.6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28 4056 0 0,'0'0'-112'0'0,"-45"-26"629"0"0,43 25-323 0 0,2 1-193 0 0,-1 0-1 0 0,0 0 1 0 0,1-1-1 0 0,-1 1 1 0 0,0 1-1 0 0,1-1 1 0 0,-1 0-1 0 0,1 0 1 0 0,-1 0-1 0 0,0 0 1 0 0,1 0-1 0 0,-1 0 0 0 0,1 1 1 0 0,-1-1-1 0 0,1 0 1 0 0,-1 1-1 0 0,1-1 1 0 0,-1 0-1 0 0,1 1 1 0 0,-1-1-1 0 0,1 0 1 0 0,-1 1-1 0 0,1-1 1 0 0,0 1-1 0 0,-1-1 1 0 0,1 1-1 0 0,-1-1 1 0 0,1 1-1 0 0,0-1 1 0 0,0 1-1 0 0,-1-1 1 0 0,1 1-1 0 0,0 0 1 0 0,0-1-1 0 0,0 1 1 0 0,0-1-1 0 0,0 1 1 0 0,-1 0-1 0 0,1-1 1 0 0,0 1-1 0 0,0-1 1 0 0,1 1-1 0 0,-1 0 1 0 0,0-1-1 0 0,0 1 1 0 0,0 0-1 0 0,0 36 11 0 0,0-33-6 0 0,3 53 26 0 0,3-1-1 0 0,25 107 0 0 0,-1-53 87 0 0,-29-108-94 0 0,0-1-1 0 0,-1 0 0 0 0,0 1 0 0 0,1-1 0 0 0,-1 1 1 0 0,0-1-1 0 0,0 0 0 0 0,0 1 0 0 0,0-1 0 0 0,0 1 1 0 0,0-1-1 0 0,0 1 0 0 0,0-1 0 0 0,-1 0 0 0 0,1 1 1 0 0,0-1-1 0 0,-1 0 0 0 0,1 1 0 0 0,-1-1 0 0 0,0 0 1 0 0,1 1-1 0 0,-1-1 0 0 0,0 0 0 0 0,0 0 0 0 0,0 0 1 0 0,0 0-1 0 0,0 0 0 0 0,0 0 0 0 0,-2 2 1 0 0,1-3-745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5.2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210 17 4468 0 0,'0'0'-146'0'0,"0"-1"109"0"0,-1 0 1 0 0,0-1-1 0 0,1 1 0 0 0,-1 0 1 0 0,0 0-1 0 0,0 0 1 0 0,0 1-1 0 0,0-1 1 0 0,0 0-1 0 0,0 0 0 0 0,0 0 1 0 0,0 1-1 0 0,0-1 1 0 0,0 0-1 0 0,0 1 1 0 0,0-1-1 0 0,-1 1 0 0 0,1 0 1 0 0,-3-1-1 0 0,-5 4 17 0 0,0 0-1 0 0,0 1 0 0 0,0 0 0 0 0,0 0 1 0 0,1 1-1 0 0,-1 0 0 0 0,1 1 1 0 0,0-1-1 0 0,1 2 0 0 0,0-1 0 0 0,-9 10 1 0 0,6-4 30 0 0,0 0 1 0 0,1 0-1 0 0,0 1 1 0 0,1 0-1 0 0,0 0 1 0 0,-10 27 0 0 0,17-37 5 0 0,-1 0 0 0 0,1 0 1 0 0,1 0-1 0 0,-1 0 0 0 0,0-1 0 0 0,1 1 1 0 0,-1 1-1 0 0,1-1 0 0 0,0 0 1 0 0,0 0-1 0 0,0 0 0 0 0,0 0 1 0 0,1 0-1 0 0,-1 0 0 0 0,1 0 1 0 0,0 0-1 0 0,-1 0 0 0 0,1-1 0 0 0,1 1 1 0 0,-1 0-1 0 0,0 0 0 0 0,3 3 1 0 0,-1-3 12 0 0,0 0 0 0 0,0 0 0 0 0,1 0 0 0 0,-1-1 0 0 0,1 1 0 0 0,0-1 0 0 0,0 0 0 0 0,-1 0 0 0 0,1 0 0 0 0,1 0 0 0 0,-1-1 0 0 0,0 0 0 0 0,8 2 0 0 0,-2-1 13 0 0,-1-1 0 0 0,1 0 0 0 0,0 0 0 0 0,0-1 0 0 0,-1 0 0 0 0,1-1 0 0 0,0 0 0 0 0,-1-1 0 0 0,1 0 0 0 0,-1 0 0 0 0,1-1 0 0 0,16-7 0 0 0,-20 5-9 0 0,0 1-1 0 0,0-1 0 0 0,0-1 1 0 0,-1 1-1 0 0,0-1 1 0 0,0 0-1 0 0,0 0 1 0 0,-1 0-1 0 0,0-1 0 0 0,4-7 1 0 0,-6 10 6 0 0,0-1 0 0 0,0 0 0 0 0,0 1 0 0 0,0-1 1 0 0,-1 0-1 0 0,0 0 0 0 0,0 0 0 0 0,0 1 0 0 0,-1-1 0 0 0,0 0 0 0 0,0 0 0 0 0,0 0 1 0 0,0 0-1 0 0,-1 0 0 0 0,0 0 0 0 0,-1-6 0 0 0,1 9-24 0 0,0 0 1 0 0,0 0-1 0 0,-1-1 0 0 0,1 1 1 0 0,0 0-1 0 0,-1 0 0 0 0,0 0 1 0 0,1 0-1 0 0,-1 0 0 0 0,0 1 0 0 0,0-1 1 0 0,0 1-1 0 0,0-1 0 0 0,0 1 1 0 0,0-1-1 0 0,-1 1 0 0 0,-4-2 1 0 0,1 1 6 0 0,0 1 0 0 0,-1-1 1 0 0,1 1-1 0 0,-1 0 1 0 0,0 0-1 0 0,-11 1 1 0 0,-3 1-15 0 0,1 1 1 0 0,-1 2-1 0 0,-24 6 1 0 0,40-9-379 0 0,-2 1-2211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5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149 22 4204 0 0,'0'0'-190'0'0,"-6"2"-344"0"0,-3 2 489 0 0,0 0-1 0 0,0 0 0 0 0,1 1 1 0 0,-1 0-1 0 0,1 0 1 0 0,1 1-1 0 0,-1 0 0 0 0,1 0 1 0 0,0 1-1 0 0,0 0 1 0 0,-9 12-1 0 0,12-13 45 0 0,0-1 0 0 0,0 0-1 0 0,0 1 1 0 0,1-1 0 0 0,0 1 0 0 0,0 0 0 0 0,0 0 0 0 0,1 1-1 0 0,0-1 1 0 0,0 0 0 0 0,1 1 0 0 0,-1-1 0 0 0,1 1 0 0 0,1 0 0 0 0,0-1-1 0 0,-1 1 1 0 0,2 0 0 0 0,1 11 0 0 0,0-15 19 0 0,-1 1 1 0 0,1-1-1 0 0,1 1 0 0 0,-1-1 0 0 0,0 0 1 0 0,1 0-1 0 0,0 0 0 0 0,0 0 1 0 0,0 0-1 0 0,0-1 0 0 0,0 1 1 0 0,0-1-1 0 0,1 0 0 0 0,-1 0 0 0 0,1 0 1 0 0,-1 0-1 0 0,1-1 0 0 0,0 0 1 0 0,0 1-1 0 0,-1-1 0 0 0,1-1 1 0 0,0 1-1 0 0,0 0 0 0 0,7-1 1 0 0,1 1 70 0 0,1 0 0 0 0,-1-1 0 0 0,0 0 1 0 0,0-1-1 0 0,1 0 0 0 0,17-5 1 0 0,-26 4-47 0 0,0 0 0 0 0,0 0 0 0 0,0 0 1 0 0,0 0-1 0 0,-1-1 0 0 0,1 1 0 0 0,-1-1 1 0 0,1 0-1 0 0,-1 0 0 0 0,0-1 0 0 0,0 1 0 0 0,-1 0 1 0 0,1-1-1 0 0,-1 0 0 0 0,0 0 0 0 0,1 0 1 0 0,-2 0-1 0 0,1 0 0 0 0,0 0 0 0 0,-1 0 1 0 0,0 0-1 0 0,0-1 0 0 0,0 1 0 0 0,0 0 0 0 0,-1-1 1 0 0,0 1-1 0 0,0-1 0 0 0,-1-7 0 0 0,1 2-11 0 0,-1 1-1 0 0,0-1 1 0 0,0 1-1 0 0,-1-1 0 0 0,-1 1 1 0 0,1 0-1 0 0,-1 0 1 0 0,-1 0-1 0 0,0 1 1 0 0,0-1-1 0 0,-1 1 0 0 0,-10-15 1 0 0,11 19-24 0 0,0 1 0 0 0,0-1 0 0 0,-1 1 0 0 0,1 0 0 0 0,-1 0 0 0 0,0 0 0 0 0,1 1-1 0 0,-1 0 1 0 0,0 0 0 0 0,-1 0 0 0 0,1 0 0 0 0,0 1 0 0 0,0 0 0 0 0,-1 0 0 0 0,-9 0 0 0 0,0 0 3 0 0,0 1-1 0 0,1 1 1 0 0,-1 1 0 0 0,-23 5 0 0 0,17 3-122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6.3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58 136 4396 0 0,'1'-27'-92'0'0,"0"20"158"0"0,0 0 0 0 0,-1 0 0 0 0,0-1 0 0 0,0 1 1 0 0,-1 0-1 0 0,0 0 0 0 0,0 0 0 0 0,-1 0 0 0 0,0 0 1 0 0,-4-11-1 0 0,5 17-47 0 0,1 0 1 0 0,-1 0 0 0 0,1 0 0 0 0,-1 0-1 0 0,0-1 1 0 0,1 1 0 0 0,-1 0-1 0 0,0 0 1 0 0,0 0 0 0 0,0 0-1 0 0,0 1 1 0 0,0-1 0 0 0,0 0 0 0 0,0 0-1 0 0,0 0 1 0 0,0 1 0 0 0,0-1-1 0 0,0 1 1 0 0,0-1 0 0 0,-3 0-1 0 0,3 1-15 0 0,1 0-1 0 0,-1 1 1 0 0,0-1-1 0 0,0 0 0 0 0,0 1 1 0 0,1-1-1 0 0,-1 0 0 0 0,0 1 1 0 0,1-1-1 0 0,-1 1 1 0 0,0-1-1 0 0,1 1 0 0 0,-1 0 1 0 0,0-1-1 0 0,1 1 0 0 0,-1 0 1 0 0,1-1-1 0 0,-1 1 0 0 0,1 0 1 0 0,0 0-1 0 0,-1-1 1 0 0,1 3-1 0 0,-3 3-6 0 0,1 0 0 0 0,0 0-1 0 0,0 1 1 0 0,1-1 0 0 0,0 1 0 0 0,0 9 0 0 0,4 14 13 0 0,1 0 1 0 0,1 0-1 0 0,2-1 1 0 0,17 45 0 0 0,-20-62-8 0 0,48 115 66 0 0,-36-93-21 0 0,-1 2 1 0 0,18 66-1 0 0,-32-98-31 0 0,-1 1-1 0 0,0 0 0 0 0,0 0 1 0 0,0 0-1 0 0,-1 0 0 0 0,1-1 1 0 0,-1 1-1 0 0,0 0 0 0 0,-1-1 1 0 0,1 1-1 0 0,-1-1 0 0 0,0 1 1 0 0,0-1-1 0 0,0 0 0 0 0,-1 1 1 0 0,1-1-1 0 0,-1 0 1 0 0,-4 4-1 0 0,6-7-489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6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571 0 3988 0 0,'0'0'-145'0'0,"-9"0"-229"0"0,-5 1 375 0 0,0 1 0 0 0,0 0-1 0 0,0 1 1 0 0,0 0 0 0 0,0 1 0 0 0,1 1 0 0 0,0 0-1 0 0,0 1 1 0 0,0 0 0 0 0,-12 9 0 0 0,17-10-3 0 0,0 1 1 0 0,1 0-1 0 0,0 0 0 0 0,0 0 1 0 0,1 1-1 0 0,-1 0 1 0 0,1 1-1 0 0,-6 9 1 0 0,11-15 5 0 0,0 1 0 0 0,0-1 0 0 0,0 1 1 0 0,0-1-1 0 0,0 1 0 0 0,1 0 0 0 0,-1-1 1 0 0,1 1-1 0 0,0 0 0 0 0,0-1 0 0 0,0 1 1 0 0,0 0-1 0 0,0-1 0 0 0,0 1 0 0 0,1 0 1 0 0,-1-1-1 0 0,1 1 0 0 0,0-1 0 0 0,0 1 1 0 0,0-1-1 0 0,0 1 0 0 0,0-1 0 0 0,0 1 1 0 0,1-1-1 0 0,-1 0 0 0 0,1 0 1 0 0,0 0-1 0 0,0 0 0 0 0,-1 0 0 0 0,1 0 1 0 0,0 0-1 0 0,1-1 0 0 0,1 3 0 0 0,16 10 22 0 0,1-1-1 0 0,0-1 0 0 0,1-1 0 0 0,0-1 1 0 0,37 12-1 0 0,-24-9 18 0 0,38 20 0 0 0,-72-32-30 0 0,-1-1-1 0 0,1 0 1 0 0,0 1 0 0 0,0-1 0 0 0,0 1 0 0 0,0-1 0 0 0,0 1 0 0 0,-1-1 0 0 0,1 1-1 0 0,0-1 1 0 0,-1 1 0 0 0,1 0 0 0 0,0-1 0 0 0,-1 1 0 0 0,1 0 0 0 0,-1 0 0 0 0,1 0-1 0 0,-1-1 1 0 0,1 1 0 0 0,-1 0 0 0 0,1 0 0 0 0,-1 0 0 0 0,0 0 0 0 0,0 0 0 0 0,1 0 0 0 0,-1 0-1 0 0,0 0 1 0 0,0 0 0 0 0,0 0 0 0 0,0 0 0 0 0,0 0 0 0 0,0-1 0 0 0,0 1 0 0 0,-1 0-1 0 0,1 0 1 0 0,0 0 0 0 0,0 0 0 0 0,-1 0 0 0 0,1 0 0 0 0,-1 0 0 0 0,1 0 0 0 0,-1-1-1 0 0,1 1 1 0 0,-1 0 0 0 0,1 0 0 0 0,-1-1 0 0 0,0 1 0 0 0,1 0 0 0 0,-1-1 0 0 0,0 1-1 0 0,0 0 1 0 0,1-1 0 0 0,-1 1 0 0 0,0-1 0 0 0,0 1 0 0 0,-1-1 0 0 0,-54 31 225 0 0,53-30-208 0 0,-101 40 287 0 0,-2-4-1 0 0,-186 38 1 0 0,286-73-466 0 0,1-1 1 0 0,-1 0 0 0 0,0 0-1 0 0,0-1 1 0 0,0 0 0 0 0,0 0-1 0 0,0 0 1 0 0,-7-2-1 0 0,10-1-1238 0 0,-2-11 168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8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911 24 3884 0 0,'-29'-21'-58'0'0,"28"21"61"0"0,0-1 1 0 0,0 1-1 0 0,0-1 0 0 0,0 1 1 0 0,0 0-1 0 0,0 0 1 0 0,0-1-1 0 0,0 1 1 0 0,0 0-1 0 0,0 0 1 0 0,0 0-1 0 0,0 0 1 0 0,0 0-1 0 0,0 0 0 0 0,0 0 1 0 0,0 1-1 0 0,0-1 1 0 0,0 0-1 0 0,0 1 1 0 0,0-1-1 0 0,0 0 1 0 0,0 1-1 0 0,-1 0 1 0 0,-24 23 39 0 0,-15 41-8 0 0,38-59-30 0 0,-40 81 75 0 0,-58 174 0 0 0,59-142 49 0 0,-28 101 100 0 0,1-2-10 0 0,-116 325 144 0 0,105-294-37 0 0,79-245-251 0 0,0 0 0 0 0,0-1-1 0 0,-1 0 1 0 0,1 1-1 0 0,-1-1 1 0 0,0 0-1 0 0,0 0 1 0 0,0 0-1 0 0,0 0 1 0 0,-1 0-1 0 0,1 0 1 0 0,-1-1-1 0 0,0 1 1 0 0,0-1-1 0 0,0 0 1 0 0,0 0-1 0 0,0 0 1 0 0,0 0 0 0 0,0 0-1 0 0,-1-1 1 0 0,1 1-1 0 0,-7 1 1 0 0,7-3 92 0 0,-3-2-4 0 0,-1-1-121 0 0,0-1 1 0 0,0 0-1 0 0,1 0 1 0 0,-1-1-1 0 0,1 0 0 0 0,0 0 1 0 0,1 0-1 0 0,-1-1 1 0 0,1 0-1 0 0,0 0 1 0 0,1 0-1 0 0,-1 0 1 0 0,1-1-1 0 0,0 0 1 0 0,1 0-1 0 0,0 0 0 0 0,0 0 1 0 0,-3-10-1 0 0,0-4 15 0 0,0-1 0 0 0,1 0 0 0 0,1 0 0 0 0,1 0 0 0 0,0-34 0 0 0,23 197-146 0 0,-20-133 95 0 0,1-1 0 0 0,-1 1 0 0 0,2 0 0 0 0,-1-1 0 0 0,1 1 0 0 0,0-1 0 0 0,1 1 0 0 0,0-1 0 0 0,0 0 0 0 0,6 9 0 0 0,-7-13-2 0 0,1 0-1 0 0,0 0 1 0 0,0 0-1 0 0,0 0 1 0 0,1-1-1 0 0,-1 0 1 0 0,1 1-1 0 0,-1-1 1 0 0,1 0-1 0 0,0-1 1 0 0,0 1-1 0 0,0-1 1 0 0,0 1-1 0 0,0-1 1 0 0,0 0-1 0 0,0-1 1 0 0,0 1-1 0 0,0-1 0 0 0,0 0 1 0 0,8 0-1 0 0,22-1 1 0 0,0-2 0 0 0,1-1 0 0 0,-1-2 0 0 0,0-1 0 0 0,-1-1 0 0 0,36-15 0 0 0,-60 19-546 0 0,-1 0-1 0 0,0 0 1 0 0,0-1 0 0 0,-1 0 0 0 0,1 0-1 0 0,-1-1 1 0 0,6-6 0 0 0,2-5-1953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0.0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3156 1 5589 0 0,'0'0'-304'0'0,"-9"1"-971"0"0,-50 13 1199 0 0,2 1 1 0 0,0 4 0 0 0,1 2-1 0 0,-81 41 1 0 0,-209 139 111 0 0,-101 97 764 0 0,297-196-461 0 0,-249 148 262 0 0,-134 83-363 0 0,367-225-193 0 0,-123 92 0 0 0,185-126-33 0 0,54-41 55 0 0,-66 31-1 0 0,114-63-16 0 0,0 0 0 0 0,0 0 1 0 0,-1 0-1 0 0,1 0 0 0 0,0 0 0 0 0,-1 0 1 0 0,1-1-1 0 0,-1 1 0 0 0,1-1 0 0 0,0 0 1 0 0,-1 1-1 0 0,1-1 0 0 0,-1-1 1 0 0,1 1-1 0 0,-4 0 0 0 0,5-1-35 0 0,1 1 0 0 0,-1 0-1 0 0,1 0 1 0 0,-1-1 0 0 0,1 1 0 0 0,-1 0 0 0 0,1-1 0 0 0,-1 1-1 0 0,1-1 1 0 0,0 1 0 0 0,-1 0 0 0 0,1-1 0 0 0,-1 1-1 0 0,1-1 1 0 0,0 1 0 0 0,0-1 0 0 0,-1 1 0 0 0,1-1-1 0 0,0 0 1 0 0,0 1 0 0 0,-1-1 0 0 0,1 1 0 0 0,0-2-1 0 0,6-22 44 0 0,1 10-21 0 0,1 1 0 0 0,0 1 0 0 0,1 0 0 0 0,1 0 0 0 0,0 0 0 0 0,0 1 0 0 0,17-13 0 0 0,90-64 98 0 0,-104 79-118 0 0,16-8-21 0 0,-28 17 6 0 0,-4 5 4 0 0,-7 12-5 0 0,-1 0-1 0 0,-1-1 0 0 0,0 0 1 0 0,-21 20-1 0 0,-69 61-2 0 0,52-52-16 0 0,-1-1 16 0 0,31-27 3 0 0,1 0 0 0 0,0 1 0 0 0,-20 25 0 0 0,39-43 1 0 0,0 0 0 0 0,-1 0 0 0 0,1 0 0 0 0,0 0 0 0 0,0 1 0 0 0,-1-1-1 0 0,1 0 1 0 0,0 0 0 0 0,0 1 0 0 0,-1-1 0 0 0,1 0 0 0 0,0 1 0 0 0,0-1 0 0 0,0 0 0 0 0,-1 1 0 0 0,1-1 0 0 0,0 0 0 0 0,0 1 0 0 0,0-1 0 0 0,0 0 0 0 0,0 1 0 0 0,0-1 0 0 0,0 0 0 0 0,0 1 0 0 0,0-1 0 0 0,0 0 0 0 0,0 1 0 0 0,0-1 0 0 0,0 1 0 0 0,0-1 0 0 0,0 0 0 0 0,0 1 0 0 0,0-1 0 0 0,0 0 0 0 0,0 1 0 0 0,1-1 0 0 0,-1 0 0 0 0,0 1 0 0 0,0-1 0 0 0,0 0 0 0 0,1 0 0 0 0,-1 1 0 0 0,0-1-1 0 0,0 0 1 0 0,1 0 0 0 0,-1 1 0 0 0,0-1 0 0 0,0 0 0 0 0,1 0 0 0 0,-1 0 0 0 0,0 1 0 0 0,1-1 0 0 0,-1 0 0 0 0,0 0 0 0 0,1 0 0 0 0,-1 0 0 0 0,1 0 0 0 0,-1 0 0 0 0,24 0 44 0 0,-20-1-48 0 0,80-9 75 0 0,93-24-1 0 0,-67 12-101 0 0,49-15-3942 0 0,-128 27 1987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2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5448 13 4908 0 0,'0'0'-316'0'0,"-1"-1"249"0"0,1 0-1 0 0,-1 0 1 0 0,0 0 0 0 0,1 1-1 0 0,-1-1 1 0 0,0 0-1 0 0,0 0 1 0 0,0 0-1 0 0,1 1 1 0 0,-1-1-1 0 0,0 1 1 0 0,0-1-1 0 0,0 0 1 0 0,0 1-1 0 0,-2-1 1 0 0,-12 1-82 0 0,12 0 32 0 0,-59 13-31 0 0,14-1 325 0 0,-255 5 798 0 0,6 0-475 0 0,164 1-401 0 0,1 6 0 0 0,2 6 0 0 0,0 6 0 0 0,-176 73 0 0 0,1 10 8 0 0,66-27-38 0 0,-97 72-3 0 0,174-81-15 0 0,-85 42-25 0 0,143-66 87 0 0,-174 129 1 0 0,155-99-83 0 0,-201 107 298 0 0,-22 15 64 0 0,-84 58-66 0 0,151-120-146 0 0,201-110-144 0 0,19-10 34 0 0,-1-3 0 0 0,-2-2 0 0 0,0-4 0 0 0,-104 21 0 0 0,130-34 135 0 0,-73 2-1 0 0,107-9-180 0 0,-62 5 340 0 0,62-5-329 0 0,4-4-1375 0 0,26-30-2022 0 0,-14 17 1635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2.6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441 1 4764 0 0,'-19'11'-573'0'0,"-29"21"745"0"0,-62 56 0 0 0,43-32 35 0 0,44-38-118 0 0,-3 1 43 0 0,1 1 0 0 0,1 1 0 0 0,1 2 0 0 0,1 0 0 0 0,-23 31 0 0 0,44-54-124 0 0,0 1 0 0 0,1-1-1 0 0,-1 1 1 0 0,1 0 0 0 0,-1-1 0 0 0,1 1-1 0 0,-1-1 1 0 0,1 1 0 0 0,-1 0 0 0 0,1 0-1 0 0,-1-1 1 0 0,1 1 0 0 0,0 0 0 0 0,0 0-1 0 0,-1-1 1 0 0,1 1 0 0 0,0 0 0 0 0,0 0-1 0 0,0 0 1 0 0,0-1 0 0 0,0 1 0 0 0,0 0-1 0 0,0 0 1 0 0,0 0 0 0 0,0-1 0 0 0,0 1-1 0 0,1 0 1 0 0,-1 0 0 0 0,0 0 0 0 0,0-1-1 0 0,1 1 1 0 0,-1 0 0 0 0,1-1 0 0 0,-1 1-1 0 0,1 0 1 0 0,-1-1 0 0 0,1 1 0 0 0,-1 0-1 0 0,1-1 1 0 0,-1 1 0 0 0,1-1 0 0 0,-1 1-1 0 0,1-1 1 0 0,0 1 0 0 0,0-1 0 0 0,-1 0-1 0 0,1 1 1 0 0,0-1 0 0 0,-1 0 0 0 0,1 1-1 0 0,0-1 1 0 0,0 0 0 0 0,0 0 0 0 0,-1 0-1 0 0,1 0 1 0 0,2 0 0 0 0,53-2 79 0 0,-48 1-70 0 0,542-74 407 0 0,-546 75-429 0 0,2-1-88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5.2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2 324 4876 0 0,'0'-1'28'0'0,"0"1"-1"0"0,0 0 1 0 0,0 0-1 0 0,0 0 1 0 0,0 0-1 0 0,0 0 1 0 0,0 0-1 0 0,0 0 1 0 0,0 0-1 0 0,0 0 1 0 0,0 0-1 0 0,0 0 1 0 0,0 0-1 0 0,0-1 0 0 0,0 1 1 0 0,0 0-1 0 0,0 0 1 0 0,0 0-1 0 0,0 0 1 0 0,0 0-1 0 0,0 0 1 0 0,0 0-1 0 0,0 0 1 0 0,0 0-1 0 0,0 0 1 0 0,0-1-1 0 0,0 1 193 0 0,0 0-193 0 0,0 0 1 0 0,0 0-1 0 0,-1 0 1 0 0,1 0-1 0 0,0 0 1 0 0,0 0-1 0 0,0 0 1 0 0,0 0-1 0 0,0 0 1 0 0,0 0-1 0 0,0 0 0 0 0,0 0 1 0 0,0 0-1 0 0,0 0 1 0 0,-1 0-1 0 0,11-15 225 0 0,18-17-302 0 0,1 10 69 0 0,1 2 0 0 0,0 0 0 0 0,2 3 0 0 0,1 0 0 0 0,61-21 0 0 0,178-39 74 0 0,-67 44-89 0 0,-66 13 11 0 0,-137 20 25 0 0,13-1 339 0 0,-3 0-3917 0 0,-17-7 1808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5.7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 49 4732 0 0,'-44'-19'60'0'0,"42"18"212"0"0,-16-6 494 0 0,9 1-252 0 0,10 3-128 0 0,70-4-345 0 0,1 3 0 0 0,-1 3 1 0 0,1 3-1 0 0,84 14 0 0 0,-146-15-41 0 0,1 1 0 0 0,-1 0 0 0 0,0 0-1 0 0,0 1 1 0 0,-1 1 0 0 0,19 9 0 0 0,-26-13 2 0 0,0 1 0 0 0,-1 0-1 0 0,1 0 1 0 0,-1 0 0 0 0,1 1 0 0 0,-1-1 0 0 0,1 0-1 0 0,-1 0 1 0 0,0 1 0 0 0,0-1 0 0 0,0 1 0 0 0,0-1 0 0 0,0 1-1 0 0,0-1 1 0 0,0 1 0 0 0,0 0 0 0 0,-1 0 0 0 0,1-1-1 0 0,0 1 1 0 0,-1 0 0 0 0,0 0 0 0 0,1-1 0 0 0,-1 1 0 0 0,0 0-1 0 0,0 0 1 0 0,0 0 0 0 0,0 0 0 0 0,0 0 0 0 0,-1-1 0 0 0,1 1-1 0 0,0 0 1 0 0,-1 0 0 0 0,0 0 0 0 0,1-1 0 0 0,-1 1-1 0 0,0 0 1 0 0,0-1 0 0 0,0 1 0 0 0,0-1 0 0 0,0 1 0 0 0,0-1-1 0 0,0 1 1 0 0,0-1 0 0 0,-1 0 0 0 0,-1 2 0 0 0,-14 14 41 0 0,0-1 1 0 0,-1 0 0 0 0,-1-1-1 0 0,-1-1 1 0 0,0-1 0 0 0,-28 13 0 0 0,-53 37 120 0 0,89-52-202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7.3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12 149 5172 0 0,'-5'-43'12'0'0,"4"42"104"0"0,-1-10 144 0 0,0 5-107 0 0,1 8 79 0 0,1 38-237 0 0,3-1 0 0 0,1 0 1 0 0,11 47-1 0 0,-9-53 22 0 0,43 168 123 0 0,-38-164 84 0 0,-11-37-196 0 0,-1 0 1 0 0,1 0 0 0 0,0 0 0 0 0,0 0 0 0 0,0 0 0 0 0,0 0 0 0 0,-1 0 0 0 0,1 0 0 0 0,0 0 0 0 0,0 0 0 0 0,0 0-1 0 0,0 0 1 0 0,-1 0 0 0 0,1 0 0 0 0,0 0 0 0 0,0 0 0 0 0,0 0 0 0 0,0 0 0 0 0,0 0 0 0 0,-1 0 0 0 0,1 1 0 0 0,0-1-1 0 0,0 0 1 0 0,0 0 0 0 0,0 0 0 0 0,0 0 0 0 0,0 0 0 0 0,0 0 0 0 0,0 1 0 0 0,-1-1 0 0 0,1 0 0 0 0,0 0 0 0 0,0 0-1 0 0,0 0 1 0 0,0 1 0 0 0,0-1 0 0 0,0 0 0 0 0,0 0 0 0 0,0 0 0 0 0,0 0 0 0 0,0 0 0 0 0,0 1 0 0 0,0-1 0 0 0,0 0-1 0 0,0 0 1 0 0,0 0 0 0 0,0 0 0 0 0,0 1 0 0 0,0-1 0 0 0,0 0 0 0 0,0 0 0 0 0,0 0 0 0 0,1 0 0 0 0,-1 1 0 0 0,0-1 0 0 0,0 0-1 0 0,0 0 1 0 0,0 0 0 0 0,0 0 0 0 0,0 0 0 0 0,0 0 0 0 0,1 0 0 0 0,-1 1 0 0 0,-15-17 411 0 0,-17-33-240 0 0,25 30-121 0 0,1 0 0 0 0,0 0 1 0 0,2-1-1 0 0,0 0 0 0 0,-2-30 0 0 0,7-100 179 0 0,1 60-132 0 0,1 31-125 0 0,-3 57-2 0 0,0 1-3 0 0,-1-1-1 0 0,1 1 1 0 0,0-1 0 0 0,0 1-1 0 0,0-1 1 0 0,0 0 0 0 0,0 1 0 0 0,0-1-1 0 0,1 1 1 0 0,-1-1 0 0 0,0 1-1 0 0,1-1 1 0 0,-1 1 0 0 0,1-1-1 0 0,0 1 1 0 0,-1-1 0 0 0,1 1 0 0 0,0 0-1 0 0,0-1 1 0 0,0 1 0 0 0,0 0-1 0 0,0 0 1 0 0,0 0 0 0 0,0-1-1 0 0,0 1 1 0 0,1 0 0 0 0,1-1 0 0 0,-1 1-15 0 0,22 12-58 0 0,-14-4 60 0 0,1 0 1 0 0,-1 1-1 0 0,-1 0 0 0 0,1 1 1 0 0,-2 0-1 0 0,1 0 0 0 0,-1 0 1 0 0,12 20-1 0 0,8 9-16 0 0,-13-19 24 0 0,-2 1-1 0 0,-1 1 1 0 0,11 23 0 0 0,0 0 17 0 0,-7-11 104 0 0,17 48-1 0 0,-32-79 356 0 0,-18-59-289 0 0,17 35-161 0 0,1 1-1 0 0,0-1 1 0 0,2 1 0 0 0,0 0-1 0 0,2-1 1 0 0,0 2 0 0 0,1-1-1 0 0,1 1 1 0 0,2 0-1 0 0,-1 0 1 0 0,15-22 0 0 0,-19 34-30 0 0,1-1 0 0 0,0 1 1 0 0,0 1-1 0 0,1-1 1 0 0,0 1-1 0 0,0 0 0 0 0,1 0 1 0 0,0 1-1 0 0,0-1 0 0 0,0 2 1 0 0,1-1-1 0 0,8-4 1 0 0,-14 9-11 0 0,-1 1-6 0 0,1 0 23 0 0,-1 0 0 0 0,0 0 0 0 0,1 0 0 0 0,-1 0 0 0 0,0 0 0 0 0,1 1 0 0 0,-1-1 0 0 0,0 0 0 0 0,1 1 0 0 0,-1-1 0 0 0,0 1 0 0 0,0-1 0 0 0,1 1 0 0 0,-1 0 0 0 0,0-1 0 0 0,0 1 0 0 0,0 0 0 0 0,0 0 0 0 0,0 0 0 0 0,0 0 0 0 0,1 1 0 0 0,95 194-138 0 0,-58-115 156 0 0,-32-67-7 0 0,0-1 0 0 0,-1 2-1 0 0,-1-1 1 0 0,0 1 0 0 0,-1 0 0 0 0,0 0-1 0 0,-1 0 1 0 0,-1 0 0 0 0,-1 0-1 0 0,0 1 1 0 0,-1-1 0 0 0,0 1 0 0 0,-4 18-1 0 0,0-56-5032 0 0,13 2 2030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7.9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165 223 6477 0 0,'0'0'-328'0'0,"19"-3"-703"0"0,4-3 917 0 0,7-1 19 0 0,-1-1 0 0 0,-1-1 0 0 0,33-16 0 0 0,-53 21 119 0 0,0 0-1 0 0,0-1 1 0 0,-1 0-1 0 0,0 0 1 0 0,0 0-1 0 0,0-1 1 0 0,0 0-1 0 0,-1-1 1 0 0,0 0-1 0 0,-1 0 1 0 0,1 0-1 0 0,-1 0 1 0 0,-1-1-1 0 0,1 0 1 0 0,4-13-1 0 0,-8 20-9 0 0,0 0 0 0 0,-1-1-1 0 0,1 1 1 0 0,-1-1-1 0 0,1 1 1 0 0,-1-1 0 0 0,0 1-1 0 0,1-1 1 0 0,-1 1-1 0 0,0-1 1 0 0,0 1-1 0 0,0-1 1 0 0,0 1 0 0 0,0-1-1 0 0,-1 1 1 0 0,1-1-1 0 0,0 1 1 0 0,-1-1 0 0 0,1 1-1 0 0,-1-1 1 0 0,1 1-1 0 0,-1 0 1 0 0,0-1-1 0 0,0 1 1 0 0,1 0 0 0 0,-2-2-1 0 0,-1 2-1 0 0,1-1 0 0 0,0 1 0 0 0,0-1 0 0 0,-1 1 1 0 0,1 0-1 0 0,0 0 0 0 0,-1 1 0 0 0,1-1 0 0 0,-1 0 0 0 0,1 1 0 0 0,-1-1 0 0 0,0 1 0 0 0,1 0 0 0 0,-3 0 0 0 0,-7 0 2 0 0,1 1 0 0 0,-1 0-1 0 0,1 1 1 0 0,0 0 0 0 0,-21 7 0 0 0,-1 5 4 0 0,0 1 1 0 0,2 2 0 0 0,-48 31 0 0 0,62-36-1 0 0,1 2 0 0 0,0-1 0 0 0,0 2-1 0 0,1 0 1 0 0,1 1 0 0 0,1 0 0 0 0,-16 26 0 0 0,27-39-9 0 0,0 0 0 0 0,0 0 1 0 0,0 0-1 0 0,1 0 0 0 0,-1 1 1 0 0,1-1-1 0 0,0 1 1 0 0,0-1-1 0 0,0 1 0 0 0,1-1 1 0 0,-1 1-1 0 0,1-1 0 0 0,0 1 1 0 0,0 0-1 0 0,0-1 1 0 0,0 1-1 0 0,1 0 0 0 0,-1-1 1 0 0,1 1-1 0 0,2 5 0 0 0,0-5 8 0 0,-1 1 0 0 0,1-1-1 0 0,0 0 1 0 0,0 0-1 0 0,1 0 1 0 0,-1 0 0 0 0,1 0-1 0 0,0-1 1 0 0,0 0 0 0 0,0 0-1 0 0,0 0 1 0 0,9 5-1 0 0,9 2 46 0 0,1-1 0 0 0,0-1-1 0 0,1 0 1 0 0,43 6-1 0 0,-56-11-311 0 0,0-1 1 0 0,0-1-1 0 0,0 0 0 0 0,0 0 0 0 0,0-1 0 0 0,0-1 0 0 0,0 0 0 0 0,0 0 1 0 0,0-1-1 0 0,-1 0 0 0 0,19-7 0 0 0,-5-2-1465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9.1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3 181 4796 0 0,'10'-41'-517'0'0,"-9"40"480"0"0,-1-13-65 0 0,0 8 80 0 0,0 4 6 0 0,-14 57 140 0 0,17-15-44 0 0,3 1 1 0 0,1-1-1 0 0,21 70 1 0 0,-9-40 1993 0 0,-23-75-1907 0 0,0 0-121 0 0,1-1 1 0 0,-1 0 0 0 0,1 0-1 0 0,0-1 1 0 0,1 1 0 0 0,-1-1-1 0 0,1 1 1 0 0,0-1 0 0 0,1 0-1 0 0,0 0 1 0 0,0 0 0 0 0,0 0-1 0 0,1 1 1 0 0,0-1 0 0 0,1-8-1 0 0,2-22 106 0 0,13-60-1 0 0,-7 49-54 0 0,-5 20-50 0 0,-2 7-16 0 0,2 0 0 0 0,1 0-1 0 0,9-28 1 0 0,-11 43-31 0 0,2-5-185 0 0,5 30 136 0 0,9 31 3 0 0,30 58 0 0 0,-14-32 36 0 0,-13 3-22 0 0,-20-74 30 0 0,-1-1-1 0 0,0 1 1 0 0,-1 0 0 0 0,1-1-1 0 0,-1 1 1 0 0,-1 8-1 0 0,3 10 1457 0 0,-4-24-1433 0 0,0-1 0 0 0,0 0 1 0 0,1 0-1 0 0,-1 0 0 0 0,1 0 0 0 0,-1 0 0 0 0,1 0 0 0 0,0 0 0 0 0,-2-3 1 0 0,1-2 12 0 0,0 0 1 0 0,0 0 0 0 0,1 0 0 0 0,-1 0-1 0 0,1 0 1 0 0,1-1 0 0 0,-1 1 0 0 0,2 0 0 0 0,0-14-1 0 0,0 0 27 0 0,-1 4-41 0 0,1-1-1 0 0,1 0 0 0 0,1 1 1 0 0,0-1-1 0 0,1 1 0 0 0,1 0 1 0 0,0 0-1 0 0,2 1 0 0 0,0-1 1 0 0,0 1-1 0 0,2 1 0 0 0,12-19 1 0 0,-17 30-23 0 0,0-1-1 0 0,0 1 1 0 0,1 1 0 0 0,-1-1 0 0 0,1 1 0 0 0,0-1 0 0 0,0 1 0 0 0,0 1 0 0 0,0-1 0 0 0,0 1 0 0 0,1 0 0 0 0,-1 0 0 0 0,1 0 0 0 0,0 1 0 0 0,-1 0 0 0 0,10-1 0 0 0,-13 2-13 0 0,3 2 5 0 0,-2-1 5 0 0,0 0 0 0 0,0 1 0 0 0,0-1 0 0 0,0 0 0 0 0,0 1 0 0 0,0 0 0 0 0,0 0 0 0 0,0 0 0 0 0,-1 0 0 0 0,1 0 0 0 0,-1 1 0 0 0,1-1 0 0 0,-1 1 1 0 0,0 0-1 0 0,0-1 0 0 0,0 1 0 0 0,0 0 0 0 0,-1 0 0 0 0,1 0 0 0 0,-1 0 0 0 0,0 1 0 0 0,0-1 0 0 0,2 6 0 0 0,8 49-34 0 0,-4-21 34 0 0,21 63 0 0 0,-16-56 20 0 0,-11-42-12 0 0,-1 0 0 0 0,0 0 0 0 0,0 0 0 0 0,0 0 0 0 0,0 0 0 0 0,0 0 0 0 0,0 0 0 0 0,-1 0 0 0 0,1 0 0 0 0,-1 0 0 0 0,0 0 0 0 0,1 0 0 0 0,-1 0 0 0 0,0 0 0 0 0,0 0 0 0 0,0-1 0 0 0,0 1 0 0 0,-2 2 0 0 0,2-3-125 0 0,1 0 0 0 0,-1-1 0 0 0,1 1 0 0 0,-1-1 0 0 0,0 1 0 0 0,1-1 0 0 0,-1 1 1 0 0,0-1-1 0 0,1 1 0 0 0,-1-1 0 0 0,0 0 0 0 0,0 1 0 0 0,1-1 0 0 0,-1 0 0 0 0,0 0 1 0 0,0 0-1 0 0,1 1 0 0 0,-1-1 0 0 0,0 0 0 0 0,0 0 0 0 0,0 0 0 0 0,1 0 0 0 0,-1 0 1 0 0,0 0-1 0 0,0-1 0 0 0,0 1 0 0 0,1 0 0 0 0,-1 0 0 0 0,0 0 0 0 0,0-1 0 0 0,1 1 1 0 0,-1 0-1 0 0,0-1 0 0 0,1 1 0 0 0,-1-1 0 0 0,0 1 0 0 0,1-1 0 0 0,-1 1 0 0 0,1-1 1 0 0,-1 1-1 0 0,1-1 0 0 0,-1 0 0 0 0,1 1 0 0 0,-1-1 0 0 0,0-1 0 0 0,1 2 144 0 0,-5-11-2357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9.8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 97 5553 0 0,'0'0'-236'0'0,"-5"4"-831"0"0,-3 3 1098 0 0,0 1 0 0 0,0 0-1 0 0,0 0 1 0 0,1 1-1 0 0,0 0 1 0 0,1 0 0 0 0,0 1-1 0 0,-6 14 1 0 0,10-21-15 0 0,1-1 0 0 0,0 1-1 0 0,-1 0 1 0 0,2 0 0 0 0,-1 0 0 0 0,0 1 0 0 0,0-1 0 0 0,1 0 0 0 0,0 0-1 0 0,0 0 1 0 0,0 0 0 0 0,0 1 0 0 0,0-1 0 0 0,1 0 0 0 0,-1 0-1 0 0,1 0 1 0 0,0 0 0 0 0,0 0 0 0 0,0 0 0 0 0,0 0 0 0 0,0 0 0 0 0,1 0-1 0 0,-1 0 1 0 0,1-1 0 0 0,0 1 0 0 0,0-1 0 0 0,0 1 0 0 0,0-1 0 0 0,0 0-1 0 0,1 1 1 0 0,-1-1 0 0 0,1 0 0 0 0,-1-1 0 0 0,1 1 0 0 0,5 2-1 0 0,10 4 41 0 0,-1-1-1 0 0,1-1 0 0 0,0 0 0 0 0,1-2 0 0 0,-1 0 0 0 0,26 2 0 0 0,-17-3-3 0 0,-23-2-40 0 0,1-1-1 0 0,0 0 1 0 0,0 0 0 0 0,-1 0 0 0 0,1 0 0 0 0,0-1 0 0 0,0 0-1 0 0,-1 0 1 0 0,1 0 0 0 0,-1-1 0 0 0,1 0 0 0 0,-1 0-1 0 0,1 0 1 0 0,-1 0 0 0 0,0 0 0 0 0,0-1 0 0 0,0 0-1 0 0,-1 0 1 0 0,6-5 0 0 0,-4 3 6 0 0,1-1 1 0 0,-1 0-1 0 0,0-1 0 0 0,-1 1 1 0 0,0-1-1 0 0,0 0 0 0 0,0 0 0 0 0,-1 0 1 0 0,0-1-1 0 0,3-10 0 0 0,-4 12 34 0 0,-1-1 0 0 0,1 0 0 0 0,-1 0 1 0 0,0 0-1 0 0,-1 0 0 0 0,0 0 0 0 0,0 0 0 0 0,0 0 0 0 0,-1-1 0 0 0,0 1 0 0 0,0 1 0 0 0,-1-1 0 0 0,0 0 1 0 0,-3-7-1 0 0,2 9-16 0 0,0 0 1 0 0,0 0-1 0 0,-1 0 0 0 0,1 1 1 0 0,-1-1-1 0 0,0 1 1 0 0,-1 0-1 0 0,1 0 1 0 0,-1 1-1 0 0,0-1 1 0 0,0 1-1 0 0,0 0 0 0 0,0 0 1 0 0,0 0-1 0 0,-1 1 1 0 0,1 0-1 0 0,-7-2 1 0 0,-5-1 28 0 0,-1 1 0 0 0,0 0 0 0 0,1 1 1 0 0,-25-1-1 0 0,39 4-109 0 0,2-1-404 0 0,-8-1 774 0 0,33-17-6039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40.5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25 4180 0 0,'0'0'-127'0'0,"-7"-3"-56"0"0,7 3 206 0 0,0 0 0 0 0,0 0-1 0 0,0 0 1 0 0,0 0-1 0 0,0 0 1 0 0,0 1 0 0 0,0-1-1 0 0,0 0 1 0 0,0 0-1 0 0,0 0 1 0 0,0 0 0 0 0,0 0-1 0 0,0 0 1 0 0,0 0-1 0 0,0 1 1 0 0,0-1 0 0 0,0 0-1 0 0,0 0 1 0 0,0 0-1 0 0,0 0 1 0 0,0 0 0 0 0,0 0-1 0 0,0 0 1 0 0,-1 0 0 0 0,1 1-1 0 0,0-1 1 0 0,0 0-1 0 0,0 0 1 0 0,0 0 0 0 0,0 0-1 0 0,0 0 1 0 0,0 0-1 0 0,0 0 1 0 0,0 0 0 0 0,0 0-1 0 0,-1 0 1 0 0,1 0-1 0 0,0 0 1 0 0,0 0 0 0 0,0 1-1 0 0,0-1 1 0 0,0 0-1 0 0,0 0 1 0 0,0 0 0 0 0,-1 0-1 0 0,1 0 1 0 0,0 0-1 0 0,0 0 1 0 0,0 0 0 0 0,0 0-1 0 0,0 0 1 0 0,0 0-1 0 0,0 0 1 0 0,-1-1 0 0 0,1 1-1 0 0,0 0 1 0 0,0 0-1 0 0,0 0 1 0 0,0 0 0 0 0,0 0-1 0 0,0 0 1 0 0,0 0-1 0 0,13 25-19 0 0,1-1 0 0 0,1 0 0 0 0,1-1 0 0 0,27 30-1 0 0,-38-48 13 0 0,7 6-17 0 0,-2 0-1 0 0,0 1 1 0 0,0 0-1 0 0,13 23 1 0 0,-21-32 13 0 0,-1-1 0 0 0,0 0 0 0 0,0 1 1 0 0,0-1-1 0 0,0 1 0 0 0,0-1 0 0 0,0 1 0 0 0,-1 0 0 0 0,1-1 1 0 0,-1 1-1 0 0,0 0 0 0 0,1 0 0 0 0,-1-1 0 0 0,-1 1 0 0 0,1 0 1 0 0,0 0-1 0 0,-1-1 0 0 0,1 1 0 0 0,-1 0 0 0 0,0-1 0 0 0,0 1 1 0 0,0-1-1 0 0,0 1 0 0 0,0-1 0 0 0,-1 0 0 0 0,1 1 0 0 0,-1-1 1 0 0,1 0-1 0 0,-1 0 0 0 0,0 0 0 0 0,0 0 0 0 0,0 0 0 0 0,-4 3 1 0 0,1-2 90 0 0,0 1 0 0 0,0-1 0 0 0,0 0 0 0 0,-1-1 0 0 0,1 1 0 0 0,-1-1 1 0 0,1 0-1 0 0,-1-1 0 0 0,-7 2 0 0 0,11-2 112 0 0,-23-8 349 0 0,23 3-529 0 0,0 1-1 0 0,0 0 1 0 0,0-1-1 0 0,0 0 0 0 0,0 1 1 0 0,1-1-1 0 0,-1 0 1 0 0,1 0-1 0 0,0 0 0 0 0,0 1 1 0 0,1-1-1 0 0,-1 0 1 0 0,1 0-1 0 0,0 0 0 0 0,0 0 1 0 0,0 0-1 0 0,1 0 1 0 0,-1 0-1 0 0,1 0 1 0 0,0 0-1 0 0,0 0 0 0 0,0 0 1 0 0,3-5-1 0 0,5-17 37 0 0,1 1 1 0 0,17-29-1 0 0,-22 46-39 0 0,23-35 41 0 0,-22 36-72 0 0,0-1 1 0 0,-1 1 0 0 0,0-2 0 0 0,5-10 0 0 0,4 6-60 0 0,7-2 16 0 0,-20 14-24 0 0,12-8-1304 0 0,2-7-1961 0 0,-5 7 1451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4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366 20 4660 0 0,'0'0'-332'0'0,"-12"7"-658"0"0,7 5 985 0 0,1-1 0 0 0,0 1 1 0 0,0 0-1 0 0,-3 19 0 0 0,7-29 23 0 0,-1 1 0 0 0,1-1 1 0 0,0 0-1 0 0,-1 1 0 0 0,1-1 0 0 0,0 0 0 0 0,0 1 0 0 0,0-1 0 0 0,1 0 0 0 0,-1 1 0 0 0,1-1 0 0 0,-1 0 1 0 0,1 0-1 0 0,0 1 0 0 0,0-1 0 0 0,0 0 0 0 0,0 0 0 0 0,0 0 0 0 0,0 0 0 0 0,0 0 0 0 0,1 0 0 0 0,-1 0 1 0 0,1-1-1 0 0,0 1 0 0 0,-1-1 0 0 0,1 1 0 0 0,0-1 0 0 0,0 1 0 0 0,0-1 0 0 0,0 0 0 0 0,0 0 0 0 0,0 0 1 0 0,2 1-1 0 0,11 2 34 0 0,0-1 1 0 0,0-1 0 0 0,0 0-1 0 0,0-1 1 0 0,0-1 0 0 0,0 0-1 0 0,0-1 1 0 0,0-1-1 0 0,0 0 1 0 0,0-1 0 0 0,-1-1-1 0 0,25-9 1 0 0,-15 4 53 0 0,-1-2 0 0 0,0-1 0 0 0,0 0 0 0 0,-1-2 0 0 0,-1-1 0 0 0,33-28 0 0 0,-11 3 886 0 0,-42 39-595 0 0,-5 29-338 0 0,-40 66 12 0 0,-38 75 21 0 0,-198 283 724 0 0,233-385-628 0 0,-4-3 1 0 0,-2-3-1 0 0,-2-1 0 0 0,-99 80 1 0 0,109-113-4136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5.5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49 176 6113 0 0,'-35'6'1438'0'0,"21"3"1189"0"0,24-4-1399 0 0,34-3-1024 0 0,367-14-151 0 0,-215 10-20 0 0,286-13 104 0 0,-479 15-123 0 0,55-3 228 0 0,-57 1 345 0 0,-7-4-202 0 0,-21-13-50 0 0,-47-26-212 0 0,65 39-14 0 0,-105-56 88 0 0,112 62-181 0 0,-35-24 209 0 0,36 23-172 0 0,135 31-1069 0 0,-86-21 997 0 0,205 54-190 0 0,-237-59 163 0 0,-11-3 23 0 0,-1 0 0 0 0,0 0 1 0 0,0 0-1 0 0,0 1 0 0 0,0-1 1 0 0,0 1-1 0 0,0 0 0 0 0,-1 0 1 0 0,1 1-1 0 0,-1-1 0 0 0,4 4 0 0 0,-6-5-5 0 0,-12 16-62 0 0,-3-6 82 0 0,0 0-1 0 0,-2-1 1 0 0,1 0-1 0 0,-1-1 1 0 0,-19 7-1 0 0,-95 33 0 0 0,42-17-4 0 0,66-23-109 0 0,-17 7-509 0 0,-67 18-1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6.5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 0 6209 0 0,'-16'0'-58'0'0,"13"0"306"0"0,-9 4 213 0 0,12-4-432 0 0,0-1 0 0 0,0 1-1 0 0,-1 0 1 0 0,1 0 0 0 0,0 0-1 0 0,0 0 1 0 0,0 0 0 0 0,0 0-1 0 0,-1 0 1 0 0,1 0 0 0 0,0 0-1 0 0,0 0 1 0 0,0 0 0 0 0,0 0-1 0 0,-1 0 1 0 0,1 0 0 0 0,0 0-1 0 0,0 0 1 0 0,0 0 0 0 0,-1 0-1 0 0,1 0 1 0 0,0 0 0 0 0,0 0-1 0 0,0 0 1 0 0,0 1 0 0 0,-1-1-1 0 0,1 0 1 0 0,0 0 0 0 0,0 0-1 0 0,0 0 1 0 0,0 0 0 0 0,0 0-1 0 0,0 0 1 0 0,-1 1 0 0 0,1-1-1 0 0,0 0 1 0 0,0 0 0 0 0,0 0-1 0 0,0 0 1 0 0,0 1 0 0 0,0-1-1 0 0,0 0 1 0 0,0 0 0 0 0,0 0-1 0 0,0 0 1 0 0,0 1 0 0 0,0-1-1 0 0,0 0 1 0 0,0 0 0 0 0,0 0-1 0 0,0 0 1 0 0,0 1 0 0 0,0-1-1 0 0,0 0 1 0 0,0 0-1 0 0,0 0 1 0 0,0 1 0 0 0,0-1-1 0 0,0 0 1 0 0,0 0 0 0 0,0 0-1 0 0,16 4-17 0 0,-1 0 0 0 0,1-2-1 0 0,0 0 1 0 0,-1 0 0 0 0,32-3-1 0 0,-3 2 1 0 0,551 41 122 0 0,-534-35 234 0 0,-59-7-294 0 0,21 2 261 0 0,-23-2-343 0 0,12-6-436 0 0,-5-6-3902 0 0,-2 3 1385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7.1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88 47 6681 0 0,'-35'-23'-557'0'0,"-18"-1"6113"0"0,63 27-5574 0 0,93 21 25 0 0,285 85-130 0 0,-386-109 113 0 0,0 1 1 0 0,0-1 0 0 0,-1 1 0 0 0,1 0-1 0 0,0 0 1 0 0,0 0 0 0 0,-1 0 0 0 0,1 0-1 0 0,0 0 1 0 0,-1 0 0 0 0,1 0 0 0 0,-1 1-1 0 0,0-1 1 0 0,1 1 0 0 0,-1-1 0 0 0,0 1-1 0 0,0-1 1 0 0,0 1 0 0 0,1 3 0 0 0,-1-3 4 0 0,-1-1 0 0 0,0 1 0 0 0,0 0 0 0 0,0-1 0 0 0,0 1 0 0 0,0 0 0 0 0,-1-1 0 0 0,1 1 0 0 0,0 0 0 0 0,-1-1 0 0 0,1 1 0 0 0,-1-1 0 0 0,0 1-1 0 0,0-1 1 0 0,1 1 0 0 0,-1-1 0 0 0,0 1 0 0 0,-1 0 0 0 0,-7 8-6 0 0,0-1-1 0 0,0 0 0 0 0,0-1 0 0 0,-19 13 0 0 0,22-16 8 0 0,-59 37-50 0 0,-138 67 1 0 0,98-56-38 0 0,100-50-126 0 0,1-1-1 0 0,-1 0 0 0 0,0 1 1 0 0,0-2-1 0 0,0 1 0 0 0,0-1 1 0 0,0 1-1 0 0,-8 0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8.3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56 37 6773 0 0,'-16'3'-359'0'0,"12"-3"533"0"0,1 0-1 0 0,0 1 1 0 0,-1 0-1 0 0,1-1 1 0 0,0 1-1 0 0,0 0 0 0 0,0 0 1 0 0,0 1-1 0 0,-7 3 2205 0 0,375-17-1244 0 0,129 17-1057 0 0,-404-8-629 0 0,-68-31-6157 0 0,-17 26 4262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8.9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267 41 5741 0 0,'-54'-31'728'0'0,"53"30"-467"0"0,-32-7 4577 0 0,142 31-4783 0 0,-2 5-1 0 0,172 70 1 0 0,-277-97-60 0 0,40 19-115 0 0,-41-19 112 0 0,1 0 0 0 0,-1 0-1 0 0,1 0 1 0 0,-1 0 0 0 0,1 0 0 0 0,-1 1 0 0 0,0-1-1 0 0,1 0 1 0 0,-1 1 0 0 0,0-1 0 0 0,0 0 0 0 0,0 1 0 0 0,0 0-1 0 0,0-1 1 0 0,0 1 0 0 0,0-1 0 0 0,-1 1 0 0 0,1 0-1 0 0,-1 0 1 0 0,1 2 0 0 0,-3-1 4 0 0,0 0-1 0 0,0 1 1 0 0,0-1-1 0 0,-1 0 1 0 0,1 0-1 0 0,-1 0 1 0 0,0 0-1 0 0,0-1 1 0 0,0 1-1 0 0,0-1 1 0 0,-1 0-1 0 0,1 0 1 0 0,-7 3-1 0 0,-52 25-14 0 0,-1-4 0 0 0,-2-2 0 0 0,-112 26-1 0 0,91-27-12 0 0,-85 21-960 0 0,99-29-4649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12.6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1855 6669 0 0,'17'-26'3823'0'0,"43"-36"-3760"0"0,-21 24 94 0 0,109-106-71 0 0,-66 68-48 0 0,-6 2-16 0 0,198-173-2 0 0,198-53-74 0 0,-315 207 40 0 0,-115 68 27 0 0,307-167-90 0 0,10 38 0 0 0,-245 111 40 0 0,143-34 1 0 0,541-83-38 0 0,150 76 25 0 0,-590 64 61 0 0,746-20 13 0 0,-38 82-36 0 0,-487 8 13 0 0,-517-43-15 0 0,431 62-63 0 0,-116 3 87 0 0,312 91-117 0 0,-532-122 16 0 0,241 98 1 0 0,33 31 8 0 0,157 119 40 0 0,-561-274 59 0 0,8 3-65 0 0,-2 1 0 0 0,0 1 1 0 0,50 42-1 0 0,67 50 117 0 0,-149-111-65 0 0,17 12 55 0 0,-11-9-48 0 0,-5-4 15 0 0,-6-3-1647 0 0,-16-13 342 0 0,5 3-1156 0 0,2 4-399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13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531 27 6481 0 0,'-37'-26'4114'0'0,"35"37"-3190"0"0,7 23-881 0 0,10 36-259 0 0,-7-38 195 0 0,2 1 0 0 0,17 37 1 0 0,18 50-20 0 0,-42-112 35 0 0,21 48-82 0 0,-23-54 87 0 0,6 21 69 0 0,-6-22 192 0 0,-5 0-233 0 0,1 0 1 0 0,-1-1 0 0 0,0 1-1 0 0,0-1 1 0 0,1 0 0 0 0,-1 0-1 0 0,0 0 1 0 0,0-1 0 0 0,-4 0-1 0 0,-3 0 4 0 0,-180-5 173 0 0,-70-5 153 0 0,157-3-21 0 0,85 7-922 0 0,18 6 279 0 0,0 0 1 0 0,1 1 0 0 0,-1-1 0 0 0,0 0-1 0 0,0 0 1 0 0,1 0 0 0 0,-1 1 0 0 0,1-1-1 0 0,-1 0 1 0 0,1 0 0 0 0,-1 0 0 0 0,1 0-1 0 0,-1 0 1 0 0,1 0 0 0 0,0 0 0 0 0,0 0 0 0 0,-1 0-1 0 0,1 0 1 0 0,0-1 0 0 0,0 1 0 0 0,0 0-1 0 0,0 0 1 0 0,0 0 0 0 0,0 0 0 0 0,1-1-1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5:58.3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9 126 1400 0 0,'-8'0'7463'0'0,"32"6"-7437"0"0,-19-4 22 0 0,3 0-10 0 0,0 0 1 0 0,0-1 0 0 0,0 0-1 0 0,13 1 1 0 0,-20-2-38 0 0,354 9 1106 0 0,-336-6-965 0 0,-16-4 4 0 0,-29-8 0 0 0,-8-1-152 0 0,1-2 1 0 0,-57-27 0 0 0,9 0-25 0 0,9 8 149 0 0,71 31-52 0 0,-14-12 74 0 0,13 11-109 0 0,9 4-24 0 0,283 69 149 0 0,-253-58-35 0 0,-36-14-69 0 0,-36 25 22 0 0,-31 11-11 0 0,-78 58 1 0 0,39-24 4 0 0,46-27-1006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6:01.2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8 104 6633 0 0,'0'0'-429'0'0,"-2"0"-252"0"0,2 0 714 0 0,-1 0 0 0 0,1 0 0 0 0,0 0-1 0 0,0 0 1 0 0,-1 0 0 0 0,1 0 0 0 0,0 0-1 0 0,0 0 1 0 0,-1 0 0 0 0,1 0 0 0 0,0 0-1 0 0,0-1 1 0 0,0 1 0 0 0,-1 0 0 0 0,1 0 0 0 0,0 0-1 0 0,0 0 1 0 0,0 0 0 0 0,-1-1 0 0 0,1 1-1 0 0,0 0 1 0 0,0 0 0 0 0,0 0 0 0 0,0-1-1 0 0,0 1 1 0 0,0 0 0 0 0,-1 0 0 0 0,1-1 0 0 0,0 1-1 0 0,0 0 1 0 0,0 0 0 0 0,0 0 0 0 0,0-1-1 0 0,0 1 1 0 0,0 0 0 0 0,0 0 0 0 0,0-1-1 0 0,0 1 1 0 0,0-1 0 0 0,9-2 24 0 0,1 1-1 0 0,-1-1 1 0 0,1 2-1 0 0,-1-1 1 0 0,1 1 0 0 0,0 1-1 0 0,11 0 1 0 0,84 7 160 0 0,-55-3-135 0 0,95 4 489 0 0,-142-8-406 0 0,14-2 111 0 0,-17-1-268 0 0,-3-7 45 0 0,-19-10-19 0 0,1 8-42 0 0,-1 0 0 0 0,0 2 1 0 0,-1 0-1 0 0,-24-7 1 0 0,34 13 6 0 0,10 3 6 0 0,1 0-11 0 0,-7 0 19 0 0,7 0 49 0 0,11 3-53 0 0,24 4-11 0 0,0 2 1 0 0,0 2-1 0 0,-1 1 1 0 0,-1 1-1 0 0,0 1 1 0 0,45 28-1 0 0,-75-41 5 0 0,-1 1-1 0 0,1-1 1 0 0,-1 0-1 0 0,1 0 1 0 0,-1 1-1 0 0,1-1 1 0 0,-1 0 0 0 0,1 1-1 0 0,-1-1 1 0 0,1 0-1 0 0,-1 1 1 0 0,0-1-1 0 0,1 1 1 0 0,-1-1-1 0 0,0 1 1 0 0,1-1 0 0 0,-1 1-1 0 0,0-1 1 0 0,1 1-1 0 0,-1-1 1 0 0,0 1-1 0 0,0-1 1 0 0,0 1 0 0 0,0 0-1 0 0,0-1 1 0 0,1 1-1 0 0,-1-1 1 0 0,0 1-1 0 0,0-1 1 0 0,0 1-1 0 0,0 0 1 0 0,-1-1 0 0 0,1 1-1 0 0,0 0 1 0 0,-18 15 87 0 0,-43 10 52 0 0,50-22-118 0 0,-55 18 34 0 0,41-15-2697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2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53 5 2484 0 0,'0'0'1367'0'0,"-4"-1"-1181"0"0,-1 0-461 0 0,-39-2 4882 0 0,61 13-4601 0 0,-12-8 18 0 0,0-1-1 0 0,0 0 1 0 0,0 0-1 0 0,1 0 0 0 0,-1 0 1 0 0,0-1-1 0 0,10 0 1 0 0,9 1 59 0 0,6 1-40 0 0,600 25 344 0 0,-594-25-374 0 0,225 21 90 0 0,-182-16 352 0 0,-76-7-373 0 0,60-2 107 0 0,50-6-101 0 0,-23 8 69 0 0,-87 0 12 0 0,18 3 262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3.1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158 65 5621 0 0,'-13'-6'-338'0'0,"-76"-42"1955"0"0,87 47-1392 0 0,-34-9 989 0 0,359 98-533 0 0,-202-60-586 0 0,-102-23-72 0 0,-10-4 6 0 0,0 1-1 0 0,-1 1 1 0 0,1 0-1 0 0,-1 0 0 0 0,14 7 1 0 0,-21-9 19 0 0,-1 1-44 0 0,-1 0 1 0 0,0-1-1 0 0,0 1 0 0 0,1 0 1 0 0,-1 0-1 0 0,-1-1 1 0 0,1 1-1 0 0,0 0 0 0 0,0-1 1 0 0,-1 1-1 0 0,1-1 0 0 0,0 0 1 0 0,-1 1-1 0 0,0-1 1 0 0,-2 1-1 0 0,-27 19 26 0 0,-463 232-410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4.0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61 151 6373 0 0,'2'-50'-204'0'0,"-1"34"566"0"0,0 0-1 0 0,-1 0 0 0 0,0 0 0 0 0,-4-19 0 0 0,4 33-157 0 0,-5 5-196 0 0,0 2-4 0 0,0 0 0 0 0,0 1 0 0 0,1-1 0 0 0,0 1 0 0 0,0 0 0 0 0,0 0 1 0 0,0 1-1 0 0,1-1 0 0 0,0 1 0 0 0,1 0 0 0 0,-1 0 0 0 0,1 0 0 0 0,1 0 0 0 0,-1 0 1 0 0,1 0-1 0 0,0 11 0 0 0,0-9 2 0 0,0 0 0 0 0,1 0 1 0 0,0-1-1 0 0,1 1 0 0 0,0 0 0 0 0,0-1 1 0 0,0 1-1 0 0,1-1 0 0 0,1 1 0 0 0,0-1 1 0 0,0 0-1 0 0,0 0 0 0 0,1 0 0 0 0,7 10 1 0 0,-7-14 9 0 0,1 1 0 0 0,0-1-1 0 0,0 0 1 0 0,0-1 0 0 0,1 1 0 0 0,-1-1 0 0 0,1 0 0 0 0,0-1 0 0 0,-1 1 0 0 0,2-1-1 0 0,-1 0 1 0 0,0-1 0 0 0,0 1 0 0 0,0-1 0 0 0,1-1 0 0 0,-1 1 0 0 0,11-1 0 0 0,14-1-2 0 0,0 0 0 0 0,39-9 1 0 0,-55 8-41 0 0,-5 1-320 0 0,1-1 1 0 0,-1-1-1 0 0,1 0 0 0 0,-1 0 1 0 0,0-1-1 0 0,0 0 0 0 0,-1 0 0 0 0,1-1 1 0 0,-1-1-1 0 0,0 0 0 0 0,0 0 0 0 0,12-11 1 0 0,-4-3-1959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4.2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75 6401 0 0,'-38'-30'325'0'0,"32"27"-34"0"0,1-1-1 0 0,-1 0 0 0 0,1 0 1 0 0,0 0-1 0 0,-9-10 0 0 0,13 12-139 0 0,-12-7 83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5.2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74 6049 0 0,'0'0'-151'0'0,"0"0"101"0"0,0 0 71 0 0,-1-1 0 0 0,1 1-1 0 0,0 0 1 0 0,0 0 0 0 0,0-1 0 0 0,0 1-1 0 0,0 0 1 0 0,0 0 0 0 0,-1-1 0 0 0,1 1-1 0 0,0 0 1 0 0,0 0 0 0 0,0 0 0 0 0,-1 0 0 0 0,1-1-1 0 0,0 1 1 0 0,0 0 0 0 0,-1 0 0 0 0,1 0-1 0 0,0 0 1 0 0,0 0 0 0 0,-1 0 0 0 0,1 0-1 0 0,0 0 1 0 0,0-1 0 0 0,-1 1 0 0 0,1 0-1 0 0,0 0 1 0 0,0 0 0 0 0,-1 0 0 0 0,1 0 0 0 0,0 1-1 0 0,-1-1 1 0 0,1 0 0 0 0,0 0 0 0 0,0 0-1 0 0,-1 0 1 0 0,1 0 0 0 0,0 0 0 0 0,-1 12-19 0 0,1-1 0 0 0,1 0 0 0 0,0 0 0 0 0,1 1 0 0 0,0-1 0 0 0,1 0 1 0 0,0 0-1 0 0,0-1 0 0 0,6 12 0 0 0,7 31 21 0 0,12 65 14 0 0,-27-97 1984 0 0,-8-37-1581 0 0,-7-46-307 0 0,14 33-67 0 0,1 1 1 0 0,1-1-1 0 0,1 1 0 0 0,2 0 0 0 0,0 0 1 0 0,2 0-1 0 0,14-34 0 0 0,-20 59-73 0 0,0 0 1 0 0,0 0-1 0 0,1 0 0 0 0,-1 1 0 0 0,1-1 1 0 0,-1 0-1 0 0,1 1 0 0 0,0 0 0 0 0,0-1 1 0 0,0 1-1 0 0,0 0 0 0 0,1 0 0 0 0,-1 0 0 0 0,1 0 1 0 0,-1 0-1 0 0,1 1 0 0 0,-1-1 0 0 0,6-1 1 0 0,-6 2-8 0 0,2 3-26 0 0,3 1 32 0 0,0 1-1 0 0,-1 0 0 0 0,0 0 1 0 0,1 0-1 0 0,-2 1 0 0 0,1 0 1 0 0,0 0-1 0 0,-1 0 1 0 0,0 1-1 0 0,7 9 0 0 0,42 75-25 0 0,-6-10 11 0 0,-9-11 41 0 0,-21-33-174 0 0,-17-34-169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6.2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22 121 6301 0 0,'5'-17'112'0'0,"-1"-1"0"0"0,-1 0 0 0 0,-1 0 1 0 0,1-32-1 0 0,-3 51-112 0 0,0 0 0 0 0,0 0 0 0 0,0-1 0 0 0,0 1 0 0 0,-1 0 0 0 0,1 0 1 0 0,0-1-1 0 0,0 1 0 0 0,0 0 0 0 0,-1 0 0 0 0,1-1 0 0 0,0 1 0 0 0,-1 0 0 0 0,1-1 0 0 0,-1 1 0 0 0,1 0 0 0 0,-1-1 1 0 0,1 1-1 0 0,-1-1 0 0 0,1 1 0 0 0,-1-1 0 0 0,0 1 0 0 0,0 0 0 0 0,0 0 0 0 0,0-1 0 0 0,0 1 0 0 0,0 0 0 0 0,0 0 0 0 0,0 0-1 0 0,0 0 1 0 0,0 0 0 0 0,0 0 0 0 0,1 0 0 0 0,-1 1 0 0 0,0-1 0 0 0,1 0 0 0 0,-1 0 0 0 0,1 1-1 0 0,-1-1 1 0 0,1 0 0 0 0,0 0 0 0 0,0 1 0 0 0,-1 1 0 0 0,-4 46 3 0 0,2 1 0 0 0,2 1 0 0 0,2-1 0 0 0,3-1 0 0 0,2 1 0 0 0,1 0 0 0 0,3-1 0 0 0,28 82 0 0 0,-21-84 30 0 0,14 50 1641 0 0,-36-102-1524 0 0,-5-8-83 0 0,0 0 0 0 0,1-1-1 0 0,0 0 1 0 0,1 0 0 0 0,1-1-1 0 0,0 0 1 0 0,1-1 0 0 0,0 1-1 0 0,2-1 1 0 0,0 0 0 0 0,-3-21 0 0 0,-3-37 103 0 0,-3-81 1 0 0,7-48 91 0 0,6 200-265 0 0,0 1 0 0 0,1 0 0 0 0,-1 0 0 0 0,0 0 0 0 0,1 0 0 0 0,-1 0 0 0 0,1 0 0 0 0,0 0 0 0 0,0 0 0 0 0,0 0 0 0 0,0 0 0 0 0,0 0 0 0 0,0 1 0 0 0,0-1 0 0 0,0 0 1 0 0,1 1-1 0 0,-1-1 0 0 0,1 1 0 0 0,1-3 0 0 0,2 2-2 0 0,-1-1 0 0 0,0 0 0 0 0,1 1 0 0 0,-1 0 1 0 0,1 0-1 0 0,0 0 0 0 0,9-2 0 0 0,4 1-16 0 0,0 0 0 0 0,1 1 0 0 0,23 1 0 0 0,-27 2 3 0 0,0 0 1 0 0,-1 0-1 0 0,1 1 1 0 0,-1 1 0 0 0,1 1-1 0 0,-1 0 1 0 0,0 1 0 0 0,-1 0-1 0 0,1 1 1 0 0,-1 1-1 0 0,0 0 1 0 0,0 0 0 0 0,-1 2-1 0 0,0-1 1 0 0,17 18 0 0 0,-28-26 15 0 0,0 1-1 0 0,0 0 1 0 0,0 0 0 0 0,0 0 0 0 0,-1 0 0 0 0,1 0 0 0 0,0 0 0 0 0,-1 0 0 0 0,1 0 0 0 0,-1 0 0 0 0,1 0 0 0 0,-1 0 0 0 0,1 0 0 0 0,-1 0 0 0 0,1 1 0 0 0,-1-1 0 0 0,0 0 0 0 0,0 0 0 0 0,0 0 0 0 0,0 1 0 0 0,0-1 0 0 0,0 0 0 0 0,0 0 0 0 0,0 0 0 0 0,0 1 0 0 0,-1-1 0 0 0,0 2-1 0 0,0 0 2 0 0,-1 0 0 0 0,1 0 0 0 0,-1 0-1 0 0,0 0 1 0 0,-1 0 0 0 0,1-1 0 0 0,0 1-1 0 0,-1-1 1 0 0,-4 4 0 0 0,-6 4 6 0 0,1-2 1 0 0,-2 0-1 0 0,-21 10 1 0 0,11-7 76 0 0,0-1 1 0 0,-1-1-1 0 0,0-1 1 0 0,-35 5-1 0 0,57-12-17 0 0,0-2-260 0 0,0 0 0 0 0,0 0-1 0 0,0 0 1 0 0,0 0 0 0 0,1-1 0 0 0,-1 1 0 0 0,0-1-1 0 0,-4-3 1 0 0,20-17-3765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7.6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10 538 6021 0 0,'3'-8'23'0'0,"0"-1"0"0"0,-1 0 1 0 0,0 0-1 0 0,0 0 1 0 0,-1 0-1 0 0,0-13 1 0 0,-1 21 142 0 0,-5-42 1041 0 0,4 41-994 0 0,-16 52-198 0 0,17-44-7 0 0,-1 1-1 0 0,1-1 1 0 0,0 1-1 0 0,1-1 1 0 0,0 0-1 0 0,0 1 1 0 0,0-1-1 0 0,0 0 1 0 0,1 0-1 0 0,0 1 0 0 0,1-1 1 0 0,-1-1-1 0 0,1 1 1 0 0,0 0-1 0 0,1-1 1 0 0,-1 1-1 0 0,1-1 1 0 0,0 0-1 0 0,1 0 1 0 0,-1-1-1 0 0,1 1 1 0 0,0-1-1 0 0,0 0 1 0 0,0 0-1 0 0,0-1 1 0 0,1 1-1 0 0,6 2 1 0 0,-6-3-1 0 0,-1-1 0 0 0,1 0 1 0 0,0 0-1 0 0,0 0 0 0 0,0 0 1 0 0,0-1-1 0 0,0 0 0 0 0,0-1 1 0 0,0 1-1 0 0,0-1 0 0 0,0 0 0 0 0,0-1 1 0 0,0 0-1 0 0,0 1 0 0 0,0-2 1 0 0,0 1-1 0 0,0-1 0 0 0,0 0 1 0 0,0 0-1 0 0,-1-1 0 0 0,1 1 0 0 0,-1-1 1 0 0,0-1-1 0 0,1 1 0 0 0,-2-1 1 0 0,1 1-1 0 0,0-2 0 0 0,-1 1 0 0 0,5-5 1 0 0,2-6 52 0 0,-1 1 0 0 0,-1-2 0 0 0,0 1 0 0 0,-1-2 0 0 0,0 1 0 0 0,-1-1 0 0 0,-1 0 0 0 0,5-24 0 0 0,-11 42-47 0 0,0-13 3 0 0,-5 15-12 0 0,-6 16 23 0 0,10-15-27 0 0,0 1 0 0 0,0-1 0 0 0,0 1 0 0 0,0-1 0 0 0,1 1 1 0 0,-1-1-1 0 0,1 1 0 0 0,0-1 0 0 0,1 1 0 0 0,-1-1 0 0 0,1 1 0 0 0,0-1 1 0 0,0 0-1 0 0,2 6 0 0 0,1 3 9 0 0,1-1-1 0 0,0-1 1 0 0,10 18-1 0 0,-10-21 3 0 0,0-1 0 0 0,1 0 0 0 0,0 0 0 0 0,0-1 0 0 0,1 1 0 0 0,-1-1 0 0 0,1-1-1 0 0,1 1 1 0 0,-1-1 0 0 0,1-1 0 0 0,0 1 0 0 0,0-1 0 0 0,0-1 0 0 0,1 1 0 0 0,-1-1-1 0 0,14 2 1 0 0,-17-4-2 0 0,0 0 0 0 0,0 0-1 0 0,1-1 1 0 0,-1 1 0 0 0,0-1-1 0 0,0-1 1 0 0,1 1 0 0 0,-1-1 0 0 0,0 0-1 0 0,0 0 1 0 0,0 0 0 0 0,0-1-1 0 0,0 0 1 0 0,0 0 0 0 0,0 0-1 0 0,0 0 1 0 0,-1-1 0 0 0,1 0-1 0 0,-1 0 1 0 0,0 0 0 0 0,0 0-1 0 0,0-1 1 0 0,0 0 0 0 0,-1 0-1 0 0,1 0 1 0 0,-1 0 0 0 0,0 0-1 0 0,0-1 1 0 0,2-5 0 0 0,3-7 6 0 0,-1 0 1 0 0,0-1 0 0 0,-2 0-1 0 0,0-1 1 0 0,3-23-1 0 0,6-98 25 0 0,-11 87-14 0 0,-2 13 125 0 0,-1 1 1 0 0,-7-39-1 0 0,0-31 485 0 0,7 107-611 0 0,-2 7-32 0 0,-1 3 5 0 0,0 1-1 0 0,1-1 0 0 0,0 1 1 0 0,0 0-1 0 0,1-1 0 0 0,0 1 1 0 0,1 0-1 0 0,0 11 0 0 0,8 84-11 0 0,-5-80 18 0 0,1 72 8 0 0,-4-66-4 0 0,1 0 0 0 0,2-1-1 0 0,8 40 1 0 0,-8-55-5 0 0,-1-3 9 0 0,1 0 0 0 0,1 0 0 0 0,0 0 1 0 0,0 0-1 0 0,6 9 0 0 0,-8-16-4 0 0,1 0 0 0 0,0 0 0 0 0,0-1 0 0 0,1 1 0 0 0,-1-1 0 0 0,1 0 0 0 0,0 0 0 0 0,-1 0 0 0 0,1 0 0 0 0,1-1 0 0 0,-1 0 0 0 0,0 1-1 0 0,0-2 1 0 0,1 1 0 0 0,6 1 0 0 0,8 2-54 0 0,1-2 0 0 0,-1 0 0 0 0,1-1 0 0 0,0-1 0 0 0,0-1 0 0 0,0 0 0 0 0,-1-2 0 0 0,30-6 0 0 0,-10 0-1441 0 0,0-2 0 0 0,0-2-1 0 0,43-19 1 0 0,-48 14-1070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7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94 6289 0 0,'-19'-2'-42'0'0,"7"1"101"0"0,8 0 42 0 0,10-2 475 0 0,71-13-331 0 0,104-6-1 0 0,-93 13-1731 0 0,87-21 1 0 0,-158 25 15 0 0,-5 0 299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9.9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29 3924 0 0,'-10'0'2228'0'0,"96"3"-1984"0"0,117-11 0 0 0,-38 0-143 0 0,-56 7-66 0 0,121-6 88 0 0,-122 5 707 0 0,-105 2-605 0 0,15-6-634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0.5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87 12 5332 0 0,'0'0'-166'0'0,"-20"-3"21"0"0,-43-6 1422 0 0,63 10-1267 0 0,0-1-1 0 0,0 0 1 0 0,1 0-1 0 0,-1 0 1 0 0,0 0 0 0 0,0 0-1 0 0,0 0 1 0 0,0 1 0 0 0,0-1-1 0 0,0 0 1 0 0,0 0-1 0 0,0 0 1 0 0,0 0 0 0 0,0 0-1 0 0,0 1 1 0 0,0-1 0 0 0,0 0-1 0 0,0 0 1 0 0,0 0-1 0 0,0 0 1 0 0,0 0 0 0 0,0 1-1 0 0,0-1 1 0 0,0 0 0 0 0,0 0-1 0 0,0 0 1 0 0,0 0 0 0 0,0 0-1 0 0,-1 0 1 0 0,1 1-1 0 0,0-1 1 0 0,0 0 0 0 0,0 0-1 0 0,0 0 1 0 0,0 0 0 0 0,0 0-1 0 0,0 0 1 0 0,0 0-1 0 0,-1 0 1 0 0,1 1 0 0 0,0-1-1 0 0,0 0 1 0 0,0 0 0 0 0,0 0-1 0 0,0 0 1 0 0,-1 0-1 0 0,1 0 1 0 0,0 0 0 0 0,0 0-1 0 0,0 0 1 0 0,0 0 0 0 0,0 0-1 0 0,-1 0 1 0 0,1 0 0 0 0,0 0-1 0 0,0 0 1 0 0,0 0-1 0 0,0 0 1 0 0,36 14 52 0 0,169 43 215 0 0,53 17-31 0 0,-256-74-243 0 0,-1 0 1 0 0,0 1-1 0 0,1-1 0 0 0,-1 0 0 0 0,0 1 0 0 0,1 0 0 0 0,-1-1 0 0 0,0 1 0 0 0,0 0 0 0 0,0-1 1 0 0,0 1-1 0 0,0 0 0 0 0,0 0 0 0 0,0 0 0 0 0,0 0 0 0 0,0 0 0 0 0,0 0 0 0 0,0 0 0 0 0,0 0 0 0 0,-1 1 1 0 0,1-1-1 0 0,0 0 0 0 0,-1 0 0 0 0,1 1 0 0 0,-1-1 0 0 0,1 2 0 0 0,-2-1 0 0 0,1 0 1 0 0,0 0-1 0 0,-1-1 0 0 0,0 1 0 0 0,1 0 0 0 0,-1 0 1 0 0,0 0-1 0 0,0 0 0 0 0,0 0 0 0 0,0-1 0 0 0,0 1 1 0 0,0 0-1 0 0,-1-1 0 0 0,1 1 0 0 0,-3 1 0 0 0,-10 9 10 0 0,-1 0 0 0 0,1-2 0 0 0,-21 12 0 0 0,22-15-3 0 0,-25 18-11 0 0,-3 2-67 0 0,-60 29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1.4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311 63 4760 0 0,'-39'-3'225'0'0,"26"2"-201"0"0,1 1-1 0 0,-1 0 0 0 0,0 1 1 0 0,1 0-1 0 0,-1 1 1 0 0,1 1-1 0 0,-1 0 0 0 0,1 1 1 0 0,0 0-1 0 0,0 1 1 0 0,1 0-1 0 0,-1 1 0 0 0,1 0 1 0 0,0 0-1 0 0,1 2 1 0 0,0-1-1 0 0,0 1 0 0 0,0 1 1 0 0,-16 18-1 0 0,24-24-17 0 0,-1 1 0 0 0,1-1 0 0 0,-1 0 1 0 0,1 1-1 0 0,0 0 0 0 0,1-1 0 0 0,-1 1 0 0 0,1 0 0 0 0,-1 0 0 0 0,1 0 0 0 0,1 0 1 0 0,-1 0-1 0 0,0 0 0 0 0,1 0 0 0 0,0 0 0 0 0,0 0 0 0 0,0 1 0 0 0,0-1 0 0 0,2 5 0 0 0,-1-5 18 0 0,1 1-1 0 0,0 0 1 0 0,1-1-1 0 0,-1 1 1 0 0,1-1-1 0 0,0 0 1 0 0,0 0-1 0 0,0 0 1 0 0,0 0-1 0 0,1 0 1 0 0,-1-1 0 0 0,1 0-1 0 0,7 5 1 0 0,4 2 45 0 0,1-1 0 0 0,0-1 0 0 0,1 0 0 0 0,0-1 0 0 0,0-1 0 0 0,1 0 0 0 0,26 4 0 0 0,-10-4 63 0 0,-1-1 0 0 0,1-1 1 0 0,0-2-1 0 0,53-4 0 0 0,-79 2-88 0 0,0-1-1 0 0,1 0 0 0 0,-1-1 1 0 0,0 1-1 0 0,0-2 0 0 0,0 1 1 0 0,0-1-1 0 0,0 0 0 0 0,-1-1 0 0 0,1 0 1 0 0,-1 0-1 0 0,0-1 0 0 0,0 1 1 0 0,0-2-1 0 0,-1 1 0 0 0,0-1 1 0 0,0 0-1 0 0,0 0 0 0 0,-1 0 1 0 0,0-1-1 0 0,0 0 0 0 0,0 0 1 0 0,-1 0-1 0 0,3-9 0 0 0,-5 11-37 0 0,0 1-1 0 0,-1-1 1 0 0,0 1-1 0 0,0-1 1 0 0,0 0-1 0 0,0 0 0 0 0,-1 1 1 0 0,0-1-1 0 0,0 0 1 0 0,0 0-1 0 0,0 0 0 0 0,-1 1 1 0 0,0-1-1 0 0,0 0 1 0 0,0 1-1 0 0,-1-1 1 0 0,-2-5-1 0 0,0 3 12 0 0,0-1-1 0 0,-1 2 1 0 0,1-1 0 0 0,-1 0-1 0 0,-1 1 1 0 0,0 0 0 0 0,1 0-1 0 0,-2 1 1 0 0,-8-7 0 0 0,-6-1 15 0 0,1 0 1 0 0,-2 2-1 0 0,1 1 0 0 0,-1 0 1 0 0,-1 2-1 0 0,-23-6 1 0 0,16 6-32 0 0,0 1 0 0 0,0 1 0 0 0,-1 2 1 0 0,-38-1-1 0 0,53 10 188 0 0,12-1-1065 0 0,33 7-5280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2.1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132 128 5368 0 0,'-13'-45'402'0'0,"12"44"-382"0"0,1 0 1 0 0,0 0 0 0 0,0 0-1 0 0,0 0 1 0 0,-1 0-1 0 0,1 0 1 0 0,0 0 0 0 0,-1 0-1 0 0,1 0 1 0 0,-1 0-1 0 0,1 0 1 0 0,-1 0 0 0 0,1 0-1 0 0,-1 0 1 0 0,0 1-1 0 0,0-1 1 0 0,1 0-1 0 0,-1 0 1 0 0,0 1 0 0 0,0-1-1 0 0,0 1 1 0 0,0-1-1 0 0,1 1 1 0 0,-1-1 0 0 0,0 1-1 0 0,0-1 1 0 0,0 1-1 0 0,0 0 1 0 0,0-1 0 0 0,0 1-1 0 0,0 0 1 0 0,0 0-1 0 0,-2 0 1 0 0,0 1-9 0 0,1-1 1 0 0,-1 1-1 0 0,0 0 0 0 0,0 1 1 0 0,1-1-1 0 0,-1 0 1 0 0,1 1-1 0 0,-1 0 0 0 0,1-1 1 0 0,0 1-1 0 0,-5 4 0 0 0,-1 2-11 0 0,0 1-1 0 0,0 0 1 0 0,1 0-1 0 0,0 1 1 0 0,-9 18-1 0 0,15-27 8 0 0,1 1 0 0 0,-1 0 0 0 0,1-1 0 0 0,-1 1 0 0 0,1-1 0 0 0,-1 1 0 0 0,1 0 0 0 0,0 0 0 0 0,0-1 0 0 0,0 1 0 0 0,0 0 0 0 0,0-1 0 0 0,0 1 0 0 0,0 0 0 0 0,1 0 0 0 0,-1-1 0 0 0,1 1 0 0 0,-1-1 0 0 0,1 1 0 0 0,0 0 0 0 0,-1-1 0 0 0,1 1 0 0 0,1 1 0 0 0,1 0 9 0 0,-1-1 1 0 0,1 1 0 0 0,0-1 0 0 0,-1 0-1 0 0,1 0 1 0 0,0 0 0 0 0,0 0 0 0 0,1 0-1 0 0,-1-1 1 0 0,6 3 0 0 0,7 1 50 0 0,0-1-1 0 0,1-1 1 0 0,26 3 0 0 0,-31-5-47 0 0,0 0 0 0 0,0-1 0 0 0,1-1 0 0 0,-1 0 1 0 0,0 0-1 0 0,0-1 0 0 0,-1 0 0 0 0,1-1 0 0 0,0-1 0 0 0,-1 0 1 0 0,0-1-1 0 0,0 0 0 0 0,18-10 0 0 0,-21 9 15 0 0,0 0 0 0 0,-1 0-1 0 0,0-1 1 0 0,0 0 0 0 0,0 0 0 0 0,-1 0-1 0 0,0-1 1 0 0,0 0 0 0 0,-1 0 0 0 0,0-1-1 0 0,-1 1 1 0 0,1-1 0 0 0,-2 0 0 0 0,1-1-1 0 0,-1 1 1 0 0,-1 0 0 0 0,3-14 0 0 0,-5 22-26 0 0,1-1 0 0 0,-1 1 0 0 0,0 0 0 0 0,1 0-1 0 0,-1-1 1 0 0,0 1 0 0 0,0 0 0 0 0,0 0 0 0 0,0-1 0 0 0,0 1 0 0 0,0 0 0 0 0,0 0 0 0 0,0-1 0 0 0,0 1 0 0 0,-1 0 0 0 0,1 0 0 0 0,0-1 0 0 0,-1 1 0 0 0,1 0 0 0 0,-1 0 0 0 0,1 0 0 0 0,-1 0-1 0 0,0 0 1 0 0,0 0 0 0 0,1 0 0 0 0,-1 0 0 0 0,0 0 0 0 0,0 0 0 0 0,0 0 0 0 0,0 0 0 0 0,0 0 0 0 0,0 1 0 0 0,0-1 0 0 0,-2-1 0 0 0,1 2-8 0 0,0 0 0 0 0,0 0 0 0 0,1 1 0 0 0,-1-1 0 0 0,0 0 0 0 0,0 0 0 0 0,1 1 0 0 0,-1-1 0 0 0,0 1 0 0 0,1 0 0 0 0,-1 0 1 0 0,0-1-1 0 0,1 1 0 0 0,-1 0 0 0 0,1 0 0 0 0,-1 0 0 0 0,1 1 0 0 0,0-1 0 0 0,-1 0 0 0 0,1 0 0 0 0,-2 3 0 0 0,3-2 0 0 0,-1-1-1 0 0,0 1 1 0 0,1 0 0 0 0,-1-1-1 0 0,1 1 1 0 0,-1 0 0 0 0,1 0-1 0 0,0 0 1 0 0,0 0-1 0 0,0-1 1 0 0,0 1 0 0 0,0 0-1 0 0,0 0 1 0 0,1 0 0 0 0,-1-1-1 0 0,0 1 1 0 0,1 0 0 0 0,0 0-1 0 0,-1-1 1 0 0,1 1-1 0 0,0 0 1 0 0,0-1 0 0 0,1 3-1 0 0,24 33 49 0 0,-9-22-85 0 0,2 1 1 0 0,0-2-1 0 0,1-1 1 0 0,0 0-1 0 0,1-1 1 0 0,0-2-1 0 0,1 0 1 0 0,0-1-1 0 0,1-1 1 0 0,31 6-1 0 0,0-10-3986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2.6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35 69 6033 0 0,'-3'-49'158'0'0,"1"34"125"0"0,-4 10-87 0 0,-6 23-137 0 0,9-12-61 0 0,1 1 1 0 0,0-1 0 0 0,1 1 0 0 0,-1 0 0 0 0,2 0 0 0 0,-1 0 0 0 0,1 0-1 0 0,0 0 1 0 0,1 10 0 0 0,11 66 19 0 0,-8-65-13 0 0,1 18 44 0 0,2 0 1 0 0,2-1-1 0 0,1 1 0 0 0,1-2 1 0 0,2 0-1 0 0,28 53 0 0 0,-36-81-20 0 0,0 0 0 0 0,0-1 0 0 0,0 1 0 0 0,0-2 0 0 0,1 1 0 0 0,0 0-1 0 0,0-1 1 0 0,0 0 0 0 0,0 0 0 0 0,1-1 0 0 0,-1 0 0 0 0,1 0 0 0 0,0-1 0 0 0,0 1-1 0 0,0-2 1 0 0,0 1 0 0 0,1-1 0 0 0,-1 0 0 0 0,10 0 0 0 0,1 0-176 0 0,1 0 0 0 0,-1-2 0 0 0,0 0 0 0 0,1-1 0 0 0,-1-1 0 0 0,29-8 0 0 0,-32 6-841 0 0,1-1 0 0 0,25-13 0 0 0,-7-3-826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2.9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60 5112 0 0,'-20'-1'-265'0'0,"10"0"216"0"0,14-1 187 0 0,72-10-61 0 0,122-23-2713 0 0,-164 27 2115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3.8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 26 3128 0 0,'0'0'2159'0'0,"-14"18"-1963"0"0,9 12-169 0 0,1 0 1 0 0,1 0-1 0 0,1 0 1 0 0,2 0 0 0 0,2 0-1 0 0,0 1 1 0 0,2-1 0 0 0,10 40-1 0 0,57 126 368 0 0,-35-94 1741 0 0,-47-107-1789 0 0,-15-17-277 0 0,18 11 7 0 0,1 0-1 0 0,1-1 1 0 0,0-1-1 0 0,0 1 1 0 0,1-1-1 0 0,1 1 1 0 0,0-2-1 0 0,-2-14 1 0 0,-11-110 165 0 0,11 76-141 0 0,4-1 0 0 0,7-93 1 0 0,3 85-135 0 0,-6 69 23 0 0,5-1 10 0 0,-2 2-4 0 0,-1 0 0 0 0,0 0 0 0 0,0 0 0 0 0,1 1 0 0 0,-1 0 0 0 0,1-1 0 0 0,-1 2 0 0 0,0-1 0 0 0,1 0 0 0 0,-1 1 0 0 0,0 0 0 0 0,0 0 0 0 0,9 3 0 0 0,52 24-18 0 0,-40-15 11 0 0,-1 0 0 0 0,0 2 0 0 0,-1 0 1 0 0,-1 2-1 0 0,0 1 0 0 0,-1 0 0 0 0,20 24 0 0 0,-40-41 10 0 0,1 1 0 0 0,-1-1 0 0 0,0 1 0 0 0,1-1 1 0 0,-1 1-1 0 0,0-1 0 0 0,0 1 0 0 0,0 0 0 0 0,-1-1 0 0 0,1 1 0 0 0,0 0 0 0 0,-1 0 0 0 0,1 0 0 0 0,-1 0 0 0 0,1 0 0 0 0,-1 0 0 0 0,0 0 0 0 0,0-1 1 0 0,0 1-1 0 0,0 0 0 0 0,0 0 0 0 0,0 0 0 0 0,-1 0 0 0 0,1 0 0 0 0,-2 3 0 0 0,0-2 1 0 0,0 0 1 0 0,0-1-1 0 0,0 1 0 0 0,0-1 1 0 0,-1 1-1 0 0,1-1 0 0 0,-1 0 1 0 0,1 0-1 0 0,-1 0 0 0 0,0 0 1 0 0,0-1-1 0 0,0 1 0 0 0,-5 1 1 0 0,-10 3 5 0 0,1-1 0 0 0,-1 0 0 0 0,-1-1 0 0 0,-20 1 1 0 0,6-1-36 0 0,19-1-37 0 0,0-2 1 0 0,1 1-1 0 0,-1-2 1 0 0,0 0-1 0 0,1 0 1 0 0,-21-5-1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5.0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85 563 6261 0 0,'-10'-80'-246'0'0,"9"78"330"0"0,1 1-73 0 0,0 1 0 0 0,0-1 0 0 0,0 0 0 0 0,0 0 0 0 0,-1 0 0 0 0,1 1 0 0 0,0-1 0 0 0,-1 0 0 0 0,1 0 0 0 0,-1 1 0 0 0,1-1 0 0 0,-1 0 0 0 0,1 0 0 0 0,-1 1 0 0 0,1-1 0 0 0,-1 1 0 0 0,0-1 0 0 0,1 1 0 0 0,-1-1 0 0 0,0 1 0 0 0,1-1 0 0 0,-1 1 0 0 0,0-1 0 0 0,0 1 0 0 0,0 0 0 0 0,1-1 0 0 0,-2 1 0 0 0,-3 3-7 0 0,1-1 0 0 0,0 1 0 0 0,0 0 1 0 0,0 0-1 0 0,0 1 0 0 0,0-1 0 0 0,1 1 0 0 0,0 0 0 0 0,-1 0 0 0 0,2 0 0 0 0,-1 0 0 0 0,0 1 0 0 0,1-1 0 0 0,-1 1 0 0 0,1-1 1 0 0,-2 10-1 0 0,4-11 4 0 0,-1-1 1 0 0,1 1-1 0 0,1-1 1 0 0,-1 1 0 0 0,0 0-1 0 0,0-1 1 0 0,1 1-1 0 0,0-1 1 0 0,-1 0 0 0 0,1 1-1 0 0,0-1 1 0 0,0 0-1 0 0,0 1 1 0 0,1-1 0 0 0,-1 0-1 0 0,0 0 1 0 0,1 0 0 0 0,2 3-1 0 0,0-1 8 0 0,0-1 0 0 0,1 1-1 0 0,-1-1 1 0 0,1 0 0 0 0,0 0-1 0 0,0 0 1 0 0,0 0 0 0 0,5 1 0 0 0,3 1 10 0 0,1-1 0 0 0,-1-1 0 0 0,1 0 0 0 0,0 0 0 0 0,27 0 1 0 0,-32-3-2 0 0,0 0 1 0 0,-1 0-1 0 0,1-1 1 0 0,0 0 0 0 0,-1-1-1 0 0,1 0 1 0 0,-1 0-1 0 0,0-1 1 0 0,0 0 0 0 0,1 0-1 0 0,-2-1 1 0 0,1 0 0 0 0,0 0-1 0 0,-1-1 1 0 0,0 0-1 0 0,0 0 1 0 0,0-1 0 0 0,-1 0-1 0 0,0 0 1 0 0,0-1-1 0 0,-1 1 1 0 0,1-1 0 0 0,-1 0-1 0 0,-1-1 1 0 0,1 1-1 0 0,-1-1 1 0 0,-1 0 0 0 0,0 0-1 0 0,0 0 1 0 0,0-1-1 0 0,1-9 1 0 0,-4 18-22 0 0,0-1 0 0 0,0 1 0 0 0,0-1 1 0 0,0 0-1 0 0,0 1 0 0 0,0-1 0 0 0,0 0 0 0 0,0 1 0 0 0,0-1 0 0 0,0 1 1 0 0,0-1-1 0 0,-1 0 0 0 0,1 1 0 0 0,0-1 0 0 0,0 1 0 0 0,-1-1 1 0 0,1 0-1 0 0,0 1 0 0 0,-1-1 0 0 0,1 1 0 0 0,-1-1 0 0 0,1 1 0 0 0,-1 0 1 0 0,1-1-1 0 0,-1 1 0 0 0,1-1 0 0 0,-1 1 0 0 0,1 0 0 0 0,-1-1 0 0 0,1 1 1 0 0,-1 0-1 0 0,1 0 0 0 0,-1 0 0 0 0,0-1 0 0 0,1 1 0 0 0,-1 0 0 0 0,0 0 1 0 0,1 0-1 0 0,-1 0 0 0 0,0 0 0 0 0,0 0-2 0 0,0 0-1 0 0,0 0 1 0 0,0 0 0 0 0,0 0-1 0 0,0 0 1 0 0,0 0-1 0 0,0 0 1 0 0,1 0 0 0 0,-1 0-1 0 0,0 1 1 0 0,0-1 0 0 0,0 0-1 0 0,0 0 1 0 0,0 1 0 0 0,1-1-1 0 0,-1 1 1 0 0,0-1-1 0 0,0 1 1 0 0,1-1 0 0 0,-1 1-1 0 0,0 0 1 0 0,1-1 0 0 0,-1 1-1 0 0,1 0 1 0 0,-1-1-1 0 0,0 1 1 0 0,1 0 0 0 0,-1 1-1 0 0,0 2 5 0 0,1-1 0 0 0,0 1-1 0 0,0-1 1 0 0,0 1-1 0 0,0 0 1 0 0,1-1 0 0 0,0 1-1 0 0,-1-1 1 0 0,1 1-1 0 0,1-1 1 0 0,-1 1 0 0 0,0-1-1 0 0,1 0 1 0 0,-1 0-1 0 0,1 0 1 0 0,0 0-1 0 0,0 0 1 0 0,0 0 0 0 0,1 0-1 0 0,-1-1 1 0 0,1 1-1 0 0,0-1 1 0 0,-1 1 0 0 0,7 3-1 0 0,8 6 22 0 0,1 0 1 0 0,35 18-1 0 0,-48-28-23 0 0,6 4 23 0 0,1-1 0 0 0,0 0 0 0 0,0 0 0 0 0,1-2 0 0 0,-1 1 0 0 0,1-2 0 0 0,0 0 0 0 0,0 0 0 0 0,19-1 0 0 0,-27-1 6 0 0,1 0 0 0 0,-1-1 1 0 0,0 1-1 0 0,0-1 0 0 0,1-1 0 0 0,-1 1 0 0 0,0-1 1 0 0,0 0-1 0 0,0 0 0 0 0,-1 0 0 0 0,1 0 0 0 0,0-1 1 0 0,-1 0-1 0 0,0 0 0 0 0,0 0 0 0 0,0-1 0 0 0,0 0 1 0 0,0 1-1 0 0,-1-1 0 0 0,1 0 0 0 0,-1-1 0 0 0,0 1 1 0 0,0-1-1 0 0,-1 1 0 0 0,4-9 0 0 0,7-23 67 0 0,-1-1 0 0 0,-3 0-1 0 0,-1 0 1 0 0,6-70 0 0 0,-6-155 35 0 0,-8 225-127 0 0,0 35-30 0 0,-1 0-5 0 0,1 2 25 0 0,1 0 0 0 0,-1-1 0 0 0,0 1-1 0 0,0 0 1 0 0,0 0 0 0 0,0 0 0 0 0,0-1 0 0 0,0 1-1 0 0,0 0 1 0 0,0 0 0 0 0,0 0 0 0 0,0-1-1 0 0,0 1 1 0 0,0 0 0 0 0,0 0 0 0 0,0 0 0 0 0,0-1-1 0 0,0 1 1 0 0,0 0 0 0 0,0 0 0 0 0,0 0-1 0 0,0-1 1 0 0,-1 1 0 0 0,1 0 0 0 0,0 0 0 0 0,0 0-1 0 0,0 0 1 0 0,0-1 0 0 0,0 1 0 0 0,0 0-1 0 0,-1 0 1 0 0,1 0 0 0 0,0 0 0 0 0,0 0 0 0 0,0 0-1 0 0,0-1 1 0 0,-1 1 0 0 0,1 0 0 0 0,0 0-1 0 0,0 0 1 0 0,0 0 0 0 0,0 0 0 0 0,-1 0 0 0 0,1 0-1 0 0,0 0 1 0 0,0 0 0 0 0,0 0 0 0 0,-1 0-1 0 0,1 0 1 0 0,0 0 0 0 0,0 0 0 0 0,-1 0 0 0 0,-2 6-4 0 0,0-1-1 0 0,0 1 1 0 0,1 0 0 0 0,-1 0 0 0 0,1 1 0 0 0,1-1 0 0 0,-1 0 0 0 0,1 0 0 0 0,0 1 0 0 0,1-1 0 0 0,-1 13 0 0 0,-1 61-21 0 0,0-27 30 0 0,5 63-1 0 0,-2-102 8 0 0,0 0-1 0 0,2 0 1 0 0,0-1-1 0 0,0 1 1 0 0,1-1-1 0 0,1 0 1 0 0,0 0-1 0 0,1 0 1 0 0,12 19-1 0 0,-11-24-4 0 0,0 0-1 0 0,1-1 1 0 0,0 0-1 0 0,0 0 1 0 0,0-1 0 0 0,1 0-1 0 0,0 0 1 0 0,0-1-1 0 0,1 0 1 0 0,0-1-1 0 0,-1 0 1 0 0,1 0-1 0 0,15 3 1 0 0,6 0-312 0 0,-1-1 0 0 0,1-1 1 0 0,41 1-1 0 0,-38-5-1653 0 0,57-6-1 0 0,-33-5-909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5.1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200 151 6561 0 0,'-52'-5'-66'0'0,"20"3"377"0"0,0-2 0 0 0,-48-12 1 0 0,79 16-302 0 0,1 0-1 0 0,0 0 1 0 0,0-1 0 0 0,0 1 0 0 0,-1 0 0 0 0,1 0 0 0 0,0 0 0 0 0,0-1 0 0 0,-1 1-1 0 0,1 0 1 0 0,0 0 0 0 0,0-1 0 0 0,0 1 0 0 0,0 0 0 0 0,0 0 0 0 0,-1-1-1 0 0,1 1 1 0 0,0 0 0 0 0,0-1 0 0 0,0 1 0 0 0,0 0 0 0 0,0-1 0 0 0,0 1 0 0 0,0 0-1 0 0,0 0 1 0 0,0-1 0 0 0,0 1 0 0 0,0 0 0 0 0,0-1 0 0 0,0 1 0 0 0,0 0 0 0 0,1-1-1 0 0,-1 1 1 0 0,0 0 0 0 0,0 0 0 0 0,0-1 0 0 0,0 1 0 0 0,0 0 0 0 0,1 0-1 0 0,-1-1 1 0 0,0 1 0 0 0,0 0 0 0 0,1 0 0 0 0,-1-1 0 0 0,0 1 0 0 0,0 0 0 0 0,1 0-1 0 0,-1 0 1 0 0,0 0 0 0 0,1-1 0 0 0,27-10-27 0 0,0 1-1 0 0,1 2 1 0 0,1 0-1 0 0,50-5 1 0 0,0-1-624 0 0,89-18-2697 0 0,-92 17 1328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54.8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2104 5000 0 0,'0'0'-278'0'0,"24"5"1908"0"0,247-212-727 0 0,-212 165-727 0 0,250-161 259 0 0,-280 187-404 0 0,384-195 339 0 0,-235 143-308 0 0,-105 42 10 0 0,84-43-1 0 0,-93 40-30 0 0,110-36 1 0 0,-68 29-22 0 0,231-88 56 0 0,164-39-21 0 0,-320 111-37 0 0,332-91-35 0 0,290-37 24 0 0,-620 143-12 0 0,505-92 18 0 0,0 20 8 0 0,339-28-58 0 0,-692 105 11 0 0,-287 29 25 0 0,1012-25-9 0 0,-410 47 19 0 0,-612-17-9 0 0,-3-1 8 0 0,919 74-2 0 0,-868-63-11 0 0,129 17 2 0 0,54 11-4 0 0,-24 0 1 0 0,-66-12-6 0 0,298 84 0 0 0,-177-5-22 0 0,-10-5 20 0 0,-255-88 43 0 0,89 28-34 0 0,-92-32-14 0 0,0 2 0 0 0,35 18-1 0 0,-27-11 35 0 0,203 80 94 0 0,-164-70 864 0 0,-76-28-659 0 0,-10-4-1084 0 0,-1 0 614 0 0,-3-2-1046 0 0,0 1-1 0 0,0-2 1 0 0,-15-8-1 0 0,12 2-1181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55.8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420 70 5685 0 0,'-5'-6'-103'0'0,"-1"1"0"0"0,0 0 0 0 0,-1 1 0 0 0,1-1 0 0 0,-1 1 1 0 0,0 0-1 0 0,0 1 0 0 0,-11-5 0 0 0,7 3 249 0 0,9 5-35 0 0,-2-3 175 0 0,1 0-1 0 0,-1 1 1 0 0,0 0-1 0 0,1 0 0 0 0,-1 0 1 0 0,0 0-1 0 0,0 1 0 0 0,-7-2 507 0 0,16 5-738 0 0,146 52 337 0 0,14 6-194 0 0,11 13 15 0 0,-150-62-163 0 0,25 10 29 0 0,-49-20-83 0 0,-2 0-21 0 0,-1 1 26 0 0,1-1-1 0 0,0 1 1 0 0,-1-1-1 0 0,1 0 1 0 0,-1 1-1 0 0,0-1 1 0 0,1 0-1 0 0,-1 0 1 0 0,0 1-1 0 0,0-1 1 0 0,0 0-1 0 0,1 0 1 0 0,-1 0-1 0 0,0 0 1 0 0,-2 1 0 0 0,2-1 1 0 0,-18 12 15 0 0,-1-2 0 0 0,0-1 0 0 0,0 0 0 0 0,-1-2 0 0 0,0 0 0 0 0,-44 9 0 0 0,37-9-2 0 0,-155 38 327 0 0,-210 25 0 0 0,347-64 225 0 0,43-7-312 0 0,-16-16-4265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47.9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132 106 6117 0 0,'-13'-45'-1158'0'0,"6"31"1325"0"0,-13-14 398 0 0,19 26-365 0 0,-8-15 905 0 0,2 41-1058 0 0,-2 29 76 0 0,-3 63 0 0 0,-4 19 51 0 0,1-50 90 0 0,-8 167 0 0 0,23-251-255 0 0,0 1-1 0 0,0-1 0 0 0,0 0 0 0 0,1 1 1 0 0,-1-1-1 0 0,0 0 0 0 0,1 1 0 0 0,-1-1 0 0 0,1 0 1 0 0,-1 1-1 0 0,1-1 0 0 0,0 0 0 0 0,-1 0 1 0 0,1 1-1 0 0,0-1 0 0 0,0 0 0 0 0,0 0 1 0 0,0 0-1 0 0,0 0 0 0 0,0 0 0 0 0,0-1 0 0 0,0 1 1 0 0,0 0-1 0 0,1 0 0 0 0,-1-1 0 0 0,0 1 1 0 0,1 0-1 0 0,-1-1 0 0 0,0 0 0 0 0,1 1 1 0 0,-1-1-1 0 0,0 0 0 0 0,1 1 0 0 0,-1-1 0 0 0,0 0 1 0 0,1 0-1 0 0,-1 0 0 0 0,1 0 0 0 0,1-1 1 0 0,10 0 3 0 0,-1 0 0 0 0,1-1 0 0 0,20-7 1 0 0,-11 4 13 0 0,25-3 22 0 0,1 3 0 0 0,0 1-1 0 0,59 4 1 0 0,-86 0-18 0 0,2 2 40 0 0,-21-2-24 0 0,1 5 54 0 0,-7-11-1393 0 0,3 4 1047 0 0,0 0-1 0 0,0 0 0 0 0,0 0 1 0 0,0 0-1 0 0,0 0 0 0 0,0-1 0 0 0,1 1 1 0 0,-1 0-1 0 0,1 0 0 0 0,-1-1 0 0 0,1 1 1 0 0,0-4-1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48.7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147 201 5733 0 0,'0'0'-273'0'0,"-17"-2"-326"0"0,8 0 325 0 0,10-1 250 0 0,72-15 206 0 0,-47 13-72 0 0,43-14 0 0 0,-62 16-79 0 0,0 0 0 0 0,0 0 0 0 0,0-1 0 0 0,0 0 0 0 0,-1 0 0 0 0,1 0-1 0 0,-1-1 1 0 0,0 0 0 0 0,-1 0 0 0 0,8-9 0 0 0,-11 12-16 0 0,-1 0 0 0 0,0 1 0 0 0,0-1-1 0 0,0 0 1 0 0,-1 0 0 0 0,1 0 0 0 0,0 0 0 0 0,-1 0-1 0 0,1 0 1 0 0,-1 0 0 0 0,1 0 0 0 0,-1 0 0 0 0,0 0-1 0 0,0 0 1 0 0,0 0 0 0 0,0 0 0 0 0,0 0 0 0 0,-1 0-1 0 0,1 0 1 0 0,-1 0 0 0 0,1 0 0 0 0,-1 0 0 0 0,0 0 0 0 0,1 0-1 0 0,-1 0 1 0 0,0 1 0 0 0,0-1 0 0 0,-1 0 0 0 0,1 0-1 0 0,0 1 1 0 0,0-1 0 0 0,-1 1 0 0 0,-1-2 0 0 0,-1 0 0 0 0,1 0 1 0 0,0 0 0 0 0,-1 0-1 0 0,1 0 1 0 0,-1 1 0 0 0,0 0-1 0 0,0 0 1 0 0,0 0 0 0 0,0 0-1 0 0,0 0 1 0 0,0 1 0 0 0,0 0-1 0 0,-1 0 1 0 0,1 0 0 0 0,-6 0-1 0 0,-5 2-4 0 0,1 0 0 0 0,-1 1 0 0 0,0 1-1 0 0,0 0 1 0 0,1 1 0 0 0,0 1 0 0 0,-1 0-1 0 0,2 1 1 0 0,-1 0 0 0 0,-17 12 0 0 0,22-12-11 0 0,0-1 1 0 0,0 2 0 0 0,1-1-1 0 0,0 1 1 0 0,1 0 0 0 0,-1 1-1 0 0,2 0 1 0 0,-1 0 0 0 0,1 0-1 0 0,0 1 1 0 0,0 0-1 0 0,1 0 1 0 0,1 1 0 0 0,0-1-1 0 0,0 1 1 0 0,-4 15 0 0 0,7-21 12 0 0,0 0 0 0 0,1 1 1 0 0,-1-1-1 0 0,1 0 1 0 0,0 0-1 0 0,0 0 1 0 0,0 0-1 0 0,0 1 0 0 0,1-1 1 0 0,0 0-1 0 0,0 0 1 0 0,0 0-1 0 0,0 0 1 0 0,1 0-1 0 0,-1 0 0 0 0,1-1 1 0 0,0 1-1 0 0,0 0 1 0 0,1-1-1 0 0,-1 1 1 0 0,1-1-1 0 0,0 0 1 0 0,-1 0-1 0 0,1 0 0 0 0,1 0 1 0 0,-1-1-1 0 0,0 1 1 0 0,1-1-1 0 0,-1 0 1 0 0,1 0-1 0 0,0 0 0 0 0,-1 0 1 0 0,1-1-1 0 0,8 3 1 0 0,12 3 43 0 0,1-2 1 0 0,1 0-1 0 0,-1-2 1 0 0,43 1-1 0 0,-27-1-20 0 0,152 4 219 0 0,-126-14-192 0 0,-72-19-3671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49.6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256 80 4708 0 0,'1'-2'-32'0'0,"0"-1"0"0"0,-1 1 0 0 0,1-1 0 0 0,-1 1 0 0 0,1-1 0 0 0,-1 1-1 0 0,0-1 1 0 0,0 1 0 0 0,0-1 0 0 0,0 1 0 0 0,0-1 0 0 0,-1 1 0 0 0,1-1-1 0 0,-1 1 1 0 0,0 0 0 0 0,0-1 0 0 0,1 1 0 0 0,-2 0 0 0 0,1-1 0 0 0,0 1-1 0 0,0 0 1 0 0,-1 0 0 0 0,1 0 0 0 0,-1 0 0 0 0,1 0 0 0 0,-1 0 0 0 0,0 1-1 0 0,0-1 1 0 0,0 0 0 0 0,0 1 0 0 0,0 0 0 0 0,-3-2 0 0 0,3 2 32 0 0,0 0-12 0 0,-5-2 8 0 0,5 2 6 0 0,-36 5 148 0 0,30-1-120 0 0,-1 0 1 0 0,1 0-1 0 0,1 1 1 0 0,-1 0-1 0 0,0 1 1 0 0,1-1-1 0 0,0 1 1 0 0,0 1-1 0 0,0 0 1 0 0,1 0-1 0 0,0 0 1 0 0,-11 14-1 0 0,5-3 37 0 0,0 1 0 0 0,2 0-1 0 0,0 0 1 0 0,-8 22 0 0 0,16-38-46 0 0,1 0 0 0 0,0 1 0 0 0,0-1 0 0 0,0 0 1 0 0,0 0-1 0 0,1 1 0 0 0,-1-1 0 0 0,1 0 0 0 0,-1 1 1 0 0,1-1-1 0 0,0 1 0 0 0,0-1 0 0 0,0 1 0 0 0,0-1 1 0 0,0 1-1 0 0,1-1 0 0 0,-1 0 0 0 0,1 1 0 0 0,0-1 0 0 0,-1 0 1 0 0,1 1-1 0 0,0-1 0 0 0,0 0 0 0 0,0 0 0 0 0,1 0 1 0 0,-1 0-1 0 0,1 0 0 0 0,-1 0 0 0 0,1 0 0 0 0,-1 0 0 0 0,1 0 1 0 0,0-1-1 0 0,0 1 0 0 0,0-1 0 0 0,0 1 0 0 0,0-1 1 0 0,0 0-1 0 0,0 0 0 0 0,1 0 0 0 0,-1 0 0 0 0,3 1 0 0 0,2-1 21 0 0,0 1-1 0 0,0-1 0 0 0,0 0 0 0 0,0 0 0 0 0,-1-1 1 0 0,1 0-1 0 0,0 0 0 0 0,0 0 0 0 0,0-1 0 0 0,0 0 0 0 0,0-1 1 0 0,0 0-1 0 0,12-4 0 0 0,-9 0 92 0 0,0-1 0 0 0,-1 1 0 0 0,1-2 0 0 0,-2 1 0 0 0,1-1 0 0 0,-1 0 0 0 0,0-1 1 0 0,0 0-1 0 0,-1 0 0 0 0,-1-1 0 0 0,1 0 0 0 0,-2 0 0 0 0,1-1 0 0 0,6-18 0 0 0,-12 28-32 0 0,0 1-98 0 0,1 0-1 0 0,-1 0 0 0 0,0 1 0 0 0,0-1 0 0 0,0 0 0 0 0,0 0 0 0 0,1 0 0 0 0,-1 0 0 0 0,0 0 0 0 0,0 0 1 0 0,0 0-1 0 0,1 1 0 0 0,-1-1 0 0 0,0 0 0 0 0,0 0 0 0 0,1 0 0 0 0,-1 0 0 0 0,0 0 0 0 0,0 0 0 0 0,0 0 1 0 0,1 0-1 0 0,-1 0 0 0 0,0 0 0 0 0,0 0 0 0 0,1 0 0 0 0,-1-1 0 0 0,0 1 0 0 0,0 0 0 0 0,0 0 0 0 0,1 0 1 0 0,-1 0-1 0 0,0 0 0 0 0,0 0 0 0 0,0 0 0 0 0,0-1 0 0 0,1 1 0 0 0,-1 0 0 0 0,0 0 0 0 0,0 0 0 0 0,0 0 1 0 0,0-1-1 0 0,0 1 0 0 0,1 0 0 0 0,-1 0 0 0 0,0 0 0 0 0,0-1 0 0 0,0 1 0 0 0,0 0 0 0 0,0 0 1 0 0,0 0-1 0 0,0-1 0 0 0,0 1 0 0 0,0 0 0 0 0,0 0 0 0 0,0 0 0 0 0,0-1 0 0 0,0 1 0 0 0,0 0 0 0 0,0 0 1 0 0,0-1-1 0 0,0 1 0 0 0,21 27-164 0 0,12 14-80 0 0,-28-37-19 0 0,0-1 1 0 0,0 0-1 0 0,1 0 1 0 0,-1 0-1 0 0,1-1 0 0 0,0 0 1 0 0,0 0-1 0 0,0 0 1 0 0,0-1-1 0 0,0 0 0 0 0,0 0 1 0 0,0 0-1 0 0,0-1 1 0 0,8 0-1 0 0,8-2-1778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0.6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12 124 5176 0 0,'0'0'-207'0'0,"-9"-2"-390"0"0,6 2 504 0 0,9-1-534 0 0,18 4 535 0 0,1 1 1 0 0,-1 2-1 0 0,46 15 1 0 0,-30-7 35 0 0,-15-5 37 0 0,0 1 0 0 0,36 19-1 0 0,-54-26 22 0 0,0 2-1 0 0,-1-1 1 0 0,0 1-1 0 0,0 0 1 0 0,0 0-1 0 0,0 1 1 0 0,-1-1-1 0 0,0 1 1 0 0,0 1-1 0 0,-1-1 1 0 0,1 1-1 0 0,-1-1 0 0 0,3 9 1 0 0,-6-13 16 0 0,0 0 0 0 0,0-1 0 0 0,-1 1 1 0 0,1 0-1 0 0,-1 0 0 0 0,1-1 0 0 0,-1 1 0 0 0,0 0 0 0 0,1 0 0 0 0,-1 0 1 0 0,0 0-1 0 0,0-1 0 0 0,0 1 0 0 0,0 0 0 0 0,-1 0 0 0 0,1 0 1 0 0,-1 0-1 0 0,1-1 0 0 0,-1 1 0 0 0,1 0 0 0 0,-1 0 0 0 0,0-1 0 0 0,0 1 1 0 0,0 0-1 0 0,0-1 0 0 0,0 1 0 0 0,-2 2 0 0 0,0-2 72 0 0,0 0 0 0 0,-1 0-1 0 0,1 0 1 0 0,0 0 0 0 0,0-1 0 0 0,-1 1-1 0 0,1-1 1 0 0,-1 0 0 0 0,1 0-1 0 0,-1 0 1 0 0,-5 1 0 0 0,7-2 394 0 0,-3-1-234 0 0,3 0-210 0 0,-1-1 1 0 0,0 1-1 0 0,0 0 0 0 0,0-1 1 0 0,1 0-1 0 0,-1 0 1 0 0,0 0-1 0 0,1 0 0 0 0,0 0 1 0 0,0 0-1 0 0,-1-1 1 0 0,1 1-1 0 0,1-1 0 0 0,-1 1 1 0 0,0-1-1 0 0,1 0 1 0 0,-1 0-1 0 0,1 1 0 0 0,0-1 1 0 0,0 0-1 0 0,0 0 1 0 0,0-1-1 0 0,0 1 0 0 0,1 0 1 0 0,-1 0-1 0 0,1 0 1 0 0,0 0-1 0 0,0 0 0 0 0,0-1 1 0 0,1 1-1 0 0,-1 0 1 0 0,1 0-1 0 0,0-3 0 0 0,4-11-24 0 0,0 1 0 0 0,1 1 0 0 0,1-1-1 0 0,0 1 1 0 0,1 0 0 0 0,1 0-1 0 0,0 1 1 0 0,1 0 0 0 0,15-16 0 0 0,10-17-33 0 0,-30 42 9 0 0,9-17 10 0 0,-13 21 16 0 0,-1 0-11 0 0,0 1 0 0 0,1 0 0 0 0,-1-1-1 0 0,0 1 1 0 0,0-1 0 0 0,1 1 0 0 0,-1-1 0 0 0,0 1 0 0 0,0-1 0 0 0,0 1 0 0 0,0-1-1 0 0,1 1 1 0 0,-1-1 0 0 0,0 1 0 0 0,0-1 0 0 0,0 1 0 0 0,0-1 0 0 0,0 1 0 0 0,0-1-1 0 0,0 1 1 0 0,0-1 0 0 0,-1 1 0 0 0,1-1 0 0 0,0 1 0 0 0,0 0 0 0 0,0-1-1 0 0,0 1 1 0 0,-1-1 0 0 0,1 0 0 0 0,0-18-4029 0 0,7 13 2656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1.4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17 4120 0 0,'0'0'-72'0'0,"-2"-6"51"0"0,1 4-10 0 0,1 6-173 0 0,2 12 176 0 0,0 0 1 0 0,2 0-1 0 0,0-1 1 0 0,0 1-1 0 0,2-1 0 0 0,-1 0 1 0 0,2 0-1 0 0,0-1 1 0 0,12 18-1 0 0,-4 15 4369 0 0,-21-68-3399 0 0,5 12-872 0 0,-1 0-1 0 0,2 0 0 0 0,-1 0 1 0 0,1 0-1 0 0,0-1 0 0 0,1 1 0 0 0,0 0 1 0 0,1 0-1 0 0,0 0 0 0 0,0 0 1 0 0,1 0-1 0 0,0 1 0 0 0,5-11 1 0 0,-6 14-77 0 0,0 1 0 0 0,1-1 0 0 0,-1 1 0 0 0,1-1 0 0 0,0 1 0 0 0,1 0 0 0 0,-1 0 0 0 0,1 1 0 0 0,-1-1 0 0 0,1 1 0 0 0,0-1 0 0 0,1 1 0 0 0,-1 0 0 0 0,0 1 0 0 0,1-1 0 0 0,0 1 0 0 0,-1 0 0 0 0,1 0 0 0 0,0 0 0 0 0,0 1 0 0 0,0 0 0 0 0,0 0 0 0 0,1 0 0 0 0,5 0 1 0 0,-3 2-26 0 0,0-1 0 0 0,0 2 1 0 0,-1-1-1 0 0,1 1 1 0 0,-1 0-1 0 0,1 1 1 0 0,-1-1-1 0 0,0 2 1 0 0,0-1-1 0 0,0 1 0 0 0,0 0 1 0 0,-1 0-1 0 0,1 1 1 0 0,-1 0-1 0 0,0 0 1 0 0,-1 0-1 0 0,1 1 0 0 0,-1 0 1 0 0,0 0-1 0 0,-1 0 1 0 0,1 1-1 0 0,-1-1 1 0 0,4 11-1 0 0,-3-7-180 0 0,29 67 394 0 0,-32-70-665 0 0,0 0 1 0 0,0 0-1 0 0,-1 1 1 0 0,0-1-1 0 0,1 9 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2.2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 35 5240 0 0,'-8'-34'-792'0'0,"32"172"543"0"0,1 9 158 0 0,-17-47 719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2.7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67 3508 0 0,'0'0'-49'0'0,"-16"-5"82"0"0,13 3-21 0 0,9-1-7 0 0,24-4-9 0 0,38-5-44 0 0,43 1-12 0 0,135 4-1 0 0,-243 7 57 0 0,6 0-82 0 0,0 0-1 0 0,0-1 1 0 0,1 0 0 0 0,-1-1-1 0 0,18-5 1 0 0,-12 3-1077 0 0,1 0 568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3.9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86 206 2600 0 0,'1'-17'1012'0'0,"-1"16"-972"0"0,0 1 0 0 0,0 0 0 0 0,1 0 0 0 0,-1-1 0 0 0,0 1-1 0 0,0 0 1 0 0,0 0 0 0 0,0-1 0 0 0,0 1 0 0 0,0 0 0 0 0,0 0 0 0 0,1-1 0 0 0,-1 1 0 0 0,0 0 0 0 0,0-1 0 0 0,0 1 0 0 0,0 0 0 0 0,0-1 0 0 0,0 1 0 0 0,0 0 0 0 0,0 0-1 0 0,-1-1 1 0 0,1 1 0 0 0,0 0 0 0 0,0-1 0 0 0,0 1 0 0 0,0 0 0 0 0,0 0 0 0 0,0-1 0 0 0,-1 1 0 0 0,1 0 0 0 0,0 0 0 0 0,0-1 0 0 0,0 1 0 0 0,0 0 0 0 0,-1 0-1 0 0,1 0 1 0 0,0-1 0 0 0,0 1 0 0 0,-1 0 0 0 0,1 0 0 0 0,0 0 0 0 0,0 0 0 0 0,-1 0 0 0 0,1 0 0 0 0,0-1 0 0 0,-1 1 0 0 0,1 0 0 0 0,0 0 0 0 0,-1 0 0 0 0,-4 6-37 0 0,1 1 1 0 0,-1 0 0 0 0,1 0 0 0 0,0 0-1 0 0,1 0 1 0 0,-1 0 0 0 0,2 1 0 0 0,-1-1 0 0 0,1 1-1 0 0,-2 11 1 0 0,-11 93-21 0 0,11-73-1 0 0,-16 143 18 0 0,17-142 722 0 0,5-34 517 0 0,4-22-793 0 0,59-199 360 0 0,8-34-450 0 0,-39 129-102 0 0,-33 112-248 0 0,0-2-4 0 0,1 2-2 0 0,-1 6-8 0 0,7-15-185 0 0,0 24-205 0 0,-1 1 360 0 0,0 0-1 0 0,0 0 0 0 0,-1 1 1 0 0,7 11-1 0 0,-4-5 5 0 0,126 188-105 0 0,-117-171 145 0 0,-2 1-1 0 0,-1 1 1 0 0,-1 0 0 0 0,14 60-1 0 0,-9-51-1241 0 0,-12-65-2119 0 0,-3 9 1253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4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72 5044 0 0,'0'0'-233'0'0,"-15"-4"-133"0"0,7 1 121 0 0,9 0-361 0 0,36-7 556 0 0,0 2 1 0 0,0 1 0 0 0,1 2 0 0 0,48-1 0 0 0,22-3-44 0 0,-21 4 214 0 0,-83 5-68 0 0,-1 0-205 0 0,0 0 1 0 0,0-1-1 0 0,0 0 0 0 0,0 0 0 0 0,0 0 1 0 0,0 0-1 0 0,0 0 0 0 0,5-4 1 0 0,-7 4-57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6.2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232 378 2708 0 0,'0'0'1666'0'0,"-7"-2"-1606"0"0,-20-4 4 0 0,20 4-9 0 0,2 2-16 0 0,-7 1-26 0 0,-1 0 0 0 0,1 1 0 0 0,-1 0 0 0 0,1 0 0 0 0,0 2 0 0 0,-18 6 0 0 0,25-8-21 0 0,0 0 0 0 0,0 0-1 0 0,0 1 1 0 0,0-1 0 0 0,1 1 0 0 0,-1 0-1 0 0,1 0 1 0 0,0 1 0 0 0,0-1 0 0 0,0 1-1 0 0,0 0 1 0 0,1 0 0 0 0,-1 0 0 0 0,1 1-1 0 0,0-1 1 0 0,0 1 0 0 0,1-1 0 0 0,-3 8-1 0 0,4-8-3 0 0,0 1-1 0 0,0-1 0 0 0,0 1 0 0 0,1-1 0 0 0,0 1 0 0 0,-1-1 0 0 0,2 1 0 0 0,-1-1 1 0 0,1 1-1 0 0,-1-1 0 0 0,1 0 0 0 0,0 1 0 0 0,1-1 0 0 0,-1 0 0 0 0,1 1 0 0 0,0-1 1 0 0,0 0-1 0 0,0 0 0 0 0,1-1 0 0 0,-1 1 0 0 0,1 0 0 0 0,0-1 0 0 0,0 1 0 0 0,0-1 1 0 0,0 0-1 0 0,1 0 0 0 0,4 3 0 0 0,6 3 28 0 0,0-1 0 0 0,0 0 1 0 0,1-1-1 0 0,0 0 0 0 0,0-1 0 0 0,17 4 0 0 0,-30-10 34 0 0,0 1-1 0 0,0-1 0 0 0,0 0 1 0 0,0 0-1 0 0,0 0 0 0 0,0-1 1 0 0,0 1-1 0 0,0 0 0 0 0,0-1 1 0 0,0 1-1 0 0,0-1 0 0 0,0 0 1 0 0,0 0-1 0 0,0 1 0 0 0,-1-1 1 0 0,1 0-1 0 0,0-1 0 0 0,0 1 1 0 0,-1 0-1 0 0,1 0 0 0 0,-1-1 0 0 0,1 1 1 0 0,-1-1-1 0 0,0 1 0 0 0,0-1 1 0 0,1 0-1 0 0,-1 1 0 0 0,0-1 1 0 0,-1 0-1 0 0,1 0 0 0 0,0 0 1 0 0,0 0-1 0 0,-1 0 0 0 0,1-2 1 0 0,4-9 229 0 0,-1 0 0 0 0,-1-1 0 0 0,2-18 0 0 0,-1-17 281 0 0,-2 0 1 0 0,-2 0-1 0 0,-3 0 1 0 0,-1 0-1 0 0,-3 1 1 0 0,-18-69-1 0 0,18 73-79 0 0,6 35-412 0 0,-1-1 1 0 0,1 1-1 0 0,-1-1 0 0 0,-1 1 0 0 0,-4-12 1 0 0,6 19-90 0 0,0 2-116 0 0,0 1 103 0 0,1-1-1 0 0,-1 0 1 0 0,0 1 0 0 0,1-1 0 0 0,-1 0 0 0 0,1 1 0 0 0,-1-1 0 0 0,1 1 0 0 0,-1-1 0 0 0,1 1 0 0 0,-1-1-1 0 0,1 1 1 0 0,-1-1 0 0 0,1 1 0 0 0,-1 0 0 0 0,1-1 0 0 0,0 1 0 0 0,-1 0 0 0 0,1-1 0 0 0,0 1-1 0 0,0 0 1 0 0,-1-1 0 0 0,1 1 0 0 0,0 0 0 0 0,0-1 0 0 0,0 1 0 0 0,0 1 0 0 0,-2 37-375 0 0,8 39 16 0 0,1-17 209 0 0,3 0 1 0 0,2-1-1 0 0,3 0 1 0 0,37 95-1 0 0,-49-149 119 0 0,-1 0-1 0 0,1-1 1 0 0,1 1-1 0 0,-1-1 0 0 0,1 0 1 0 0,0 0-1 0 0,8 8 0 0 0,-9-11-186 0 0,0 0 1 0 0,0 0-1 0 0,-1 0 0 0 0,1-1 0 0 0,0 1 1 0 0,1-1-1 0 0,-1 1 0 0 0,0-1 0 0 0,0 0 1 0 0,0-1-1 0 0,1 1 0 0 0,-1 0 0 0 0,0-1 1 0 0,1 0-1 0 0,-1 0 0 0 0,5 0 0 0 0,11-2-2136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7.0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191 14 5444 0 0,'0'0'-294'0'0,"-7"-4"-574"0"0,3 3 849 0 0,0-1 0 0 0,0 0 0 0 0,0 1 0 0 0,0 0 0 0 0,-6-1 0 0 0,-1 5-9 0 0,0 1 0 0 0,1 1 1 0 0,0-1-1 0 0,0 2 1 0 0,0-1-1 0 0,1 2 0 0 0,0-1 1 0 0,-11 11-1 0 0,15-13 2 0 0,0 0 1 0 0,1 1-1 0 0,-1-1 0 0 0,1 1 1 0 0,0 0-1 0 0,1 1 0 0 0,-1-1 1 0 0,1 1-1 0 0,0-1 0 0 0,1 1 0 0 0,-1 0 1 0 0,1 0-1 0 0,0 0 0 0 0,1 0 1 0 0,-1 0-1 0 0,0 12 0 0 0,2-13 27 0 0,1 0-1 0 0,0 0 0 0 0,0-1 1 0 0,0 1-1 0 0,1 0 0 0 0,-1-1 1 0 0,1 1-1 0 0,0-1 0 0 0,1 1 1 0 0,-1-1-1 0 0,1 0 0 0 0,-1 0 1 0 0,1 0-1 0 0,1 0 0 0 0,-1 0 0 0 0,0-1 1 0 0,1 0-1 0 0,0 0 0 0 0,0 0 1 0 0,0 0-1 0 0,0 0 0 0 0,0-1 1 0 0,0 1-1 0 0,1-1 0 0 0,-1 0 1 0 0,1-1-1 0 0,0 1 0 0 0,-1-1 1 0 0,1 0-1 0 0,0 0 0 0 0,0 0 1 0 0,8-1-1 0 0,-10 0 13 0 0,1 0 0 0 0,-1-1 0 0 0,0 1-1 0 0,0-1 1 0 0,0 0 0 0 0,0 0 0 0 0,0 0 0 0 0,-1 0 0 0 0,1-1 0 0 0,0 1 0 0 0,0-1-1 0 0,-1 0 1 0 0,1 1 0 0 0,-1-1 0 0 0,0 0 0 0 0,1-1 0 0 0,-1 1 0 0 0,0 0 0 0 0,2-4 0 0 0,4-5 58 0 0,-1 0 0 0 0,-1 0 0 0 0,7-16 1 0 0,-5 10 84 0 0,21-64 2009 0 0,-29 80-2075 0 0,0-5 25 0 0,0 6-113 0 0,0 0 0 0 0,0 0-1 0 0,0 0 1 0 0,0 0 0 0 0,0 0 0 0 0,0 0 0 0 0,0 0 0 0 0,0 0 0 0 0,0 0-1 0 0,1 0 1 0 0,-1 0 0 0 0,0 0 0 0 0,0 0 0 0 0,0 0 0 0 0,0 0-1 0 0,0 0 1 0 0,2 11 5 0 0,0 1-1 0 0,0-1 1 0 0,2 0-1 0 0,-1 0 1 0 0,1-1-1 0 0,1 1 1 0 0,0-1-1 0 0,0 0 1 0 0,1 0-1 0 0,10 13 1 0 0,-12-18-206 0 0,0 1 0 0 0,1-1 1 0 0,-1 1-1 0 0,1-1 1 0 0,0-1-1 0 0,1 1 0 0 0,-1-1 1 0 0,1 0-1 0 0,0 0 1 0 0,0 0-1 0 0,0-1 0 0 0,1 0 1 0 0,-1 0-1 0 0,1-1 0 0 0,-1 0 1 0 0,1 0-1 0 0,0 0 1 0 0,12 0-1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8.0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11 143 3824 0 0,'-1'-2'-72'0'0,"-3"-4"38"0"0,3 4 91 0 0,1 2-51 0 0,0 0 1 0 0,0 0-1 0 0,0 0 0 0 0,0 0 0 0 0,0 0 1 0 0,0 0-1 0 0,0 0 0 0 0,0 0 0 0 0,0 0 1 0 0,0 0-1 0 0,0 0 0 0 0,0 0 0 0 0,0 0 1 0 0,0 0-1 0 0,0 0 0 0 0,0 0 0 0 0,-1 0 1 0 0,1 0-1 0 0,0 0 0 0 0,0 0 1 0 0,0 0-1 0 0,0 0 0 0 0,0 0 0 0 0,0 0 1 0 0,-2 13 308 0 0,0 29 136 0 0,12 14-456 0 0,19 63 1 0 0,5 33 1 0 0,-25-100 3151 0 0,-12-57-2882 0 0,-7-11-124 0 0,1-1 0 0 0,1 0 0 0 0,1 0 0 0 0,0-1 0 0 0,2 0 0 0 0,0 0 0 0 0,0 0 0 0 0,-2-34-1 0 0,-1-164 68 0 0,8 179-203 0 0,1 28-35 0 0,0 0-1 0 0,0 0 1 0 0,1 0-1 0 0,0 1 1 0 0,1-1-1 0 0,6-14 1 0 0,-4 9-70 0 0,-3 12 88 0 0,-1 0 0 0 0,0 0 0 0 0,1 0 0 0 0,-1 0 1 0 0,1 1-1 0 0,-1-1 0 0 0,1 0 0 0 0,0 1 0 0 0,0 0 0 0 0,-1-1 1 0 0,1 1-1 0 0,0 0 0 0 0,1 0 0 0 0,-1 0 0 0 0,0 0 0 0 0,0 0 0 0 0,0 0 1 0 0,0 1-1 0 0,1-1 0 0 0,-1 1 0 0 0,0-1 0 0 0,1 1 0 0 0,-1 0 1 0 0,3 0-1 0 0,6 0-31 0 0,0 0 1 0 0,0 1-1 0 0,20 3 0 0 0,-24-2-6 0 0,1 1 0 0 0,-1-1-1 0 0,0 1 1 0 0,0 0-1 0 0,0 1 1 0 0,0 0-1 0 0,0 0 1 0 0,-1 0 0 0 0,1 1-1 0 0,-1 0 1 0 0,-1 0-1 0 0,1 0 1 0 0,-1 1-1 0 0,0 0 1 0 0,0 0-1 0 0,0 0 1 0 0,-1 1 0 0 0,0 0-1 0 0,0 0 1 0 0,-1 0-1 0 0,0 0 1 0 0,4 13-1 0 0,-7-18 48 0 0,0-1 0 0 0,0 1-1 0 0,0-1 1 0 0,-1 0 0 0 0,1 1 0 0 0,0-1-1 0 0,-1 0 1 0 0,1 1 0 0 0,-1-1-1 0 0,0 0 1 0 0,1 0 0 0 0,-1 1 0 0 0,0-1-1 0 0,0 0 1 0 0,1 0 0 0 0,-1 0-1 0 0,0 0 1 0 0,0 0 0 0 0,0 0-1 0 0,-1 0 1 0 0,1 0 0 0 0,0-1 0 0 0,0 1-1 0 0,0 0 1 0 0,-1-1 0 0 0,1 1-1 0 0,0-1 1 0 0,-3 1 0 0 0,-37 13 14 0 0,20-9 50 0 0,0-2 1 0 0,-1 0-1 0 0,1-1 1 0 0,-1-1-1 0 0,-40-3 0 0 0,59 2-125 0 0,-11-18-3649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8.6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 50 6001 0 0,'0'0'-152'0'0,"-8"-48"504"0"0,8 46-356 0 0,0 36-267 0 0,5 208 65 0 0,-3-175 185 0 0,-2-43-7 0 0,1 0 0 0 0,0 1 0 0 0,2-1 0 0 0,10 37 0 0 0,-12-57 33 0 0,1-1 0 0 0,0 0 0 0 0,0 0 1 0 0,0 1-1 0 0,1-1 0 0 0,-1-1 1 0 0,1 1-1 0 0,-1 0 0 0 0,1-1 1 0 0,0 1-1 0 0,0-1 0 0 0,0 0 1 0 0,1 0-1 0 0,-1 0 0 0 0,0 0 1 0 0,1 0-1 0 0,0-1 0 0 0,-1 0 1 0 0,1 0-1 0 0,-1 0 0 0 0,1 0 1 0 0,0 0-1 0 0,0-1 0 0 0,6 1 1 0 0,3 0-63 0 0,1-1 0 0 0,0 0 1 0 0,0-1-1 0 0,-1 0 0 0 0,24-5 1 0 0,4-6-2287 0 0,-30 9 1190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9.0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65 4008 0 0,'-16'-3'152'0'0,"14"0"67"0"0,8-1-90 0 0,23-5-54 0 0,36-4-35 0 0,99-16-2198 0 0,-147 26 1549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04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14326 11 5693 0 0,'0'0'-267'0'0,"-3"-3"-409"0"0,1 2 591 0 0,1 0-1 0 0,0 0 1 0 0,0 0-1 0 0,-1 1 1 0 0,1-1-1 0 0,-1 0 0 0 0,1 1 1 0 0,-1-1-1 0 0,1 1 1 0 0,-1 0-1 0 0,-2-1 1 0 0,-1 4 64 0 0,1-1-1 0 0,-1 1 1 0 0,1 0 0 0 0,-1 1 0 0 0,1-1 0 0 0,0 1 0 0 0,1 0 0 0 0,-1 0 0 0 0,0 0 0 0 0,-5 9 0 0 0,-60 131-57 0 0,44-66 78 0 0,17-48 32 0 0,-2 0 1 0 0,-26 52 0 0 0,-35 66 179 0 0,31-82-5 0 0,-69 102 284 0 0,84-135-350 0 0,-1-2 0 0 0,-2-1 1 0 0,0-1-1 0 0,-54 41 0 0 0,-133 70 197 0 0,79-54-190 0 0,-88 34-41 0 0,53-32-137 0 0,38-23 73 0 0,-9 6-4 0 0,-116 59 80 0 0,136-73-82 0 0,-97 55 89 0 0,137-69 36 0 0,-219 106 211 0 0,117-65-52 0 0,90-52-127 0 0,-1-3-1 0 0,-181 29 0 0 0,32-29 15 0 0,-33 6-56 0 0,104-17-63 0 0,88-8-63 0 0,-126 7 80 0 0,164-15-91 0 0,-85 15 0 0 0,77-9-22 0 0,-104 12 48 0 0,-450 58 264 0 0,54-1-119 0 0,213-40-35 0 0,113-14-97 0 0,-80 0-1 0 0,207-17-7 0 0,-73 6-8 0 0,-240 8 76 0 0,-108-12-33 0 0,-164-11 8 0 0,-12 5 153 0 0,641-2-200 0 0,-435-10 169 0 0,407 5-170 0 0,-161-9 62 0 0,-246-47-1 0 0,338 42-104 0 0,0 1 52 0 0,-292-53 37 0 0,181 32-36 0 0,-42-19 18 0 0,155 27-54 0 0,-366-75 29 0 0,290 58-63 0 0,143 30 40 0 0,1-4 1 0 0,0-3-1 0 0,-83-39 1 0 0,41 14 17 0 0,75 32-19 0 0,-95-50 1 0 0,114 49-18 0 0,-46-17 0 0 0,-40-22 1 0 0,67 29-1 0 0,-117-73 1 0 0,121 70-16 0 0,45 31 6 0 0,-2-3 0 0 0,1 2-4 0 0,-3-5 4 0 0,6 6-2 0 0,0 0 1 0 0,0 0-1 0 0,0 0 1 0 0,0 0-1 0 0,-1 0 1 0 0,1 0 0 0 0,0 0-1 0 0,-1 1 1 0 0,1-1-1 0 0,-1 0 1 0 0,1 1-1 0 0,-1-1 1 0 0,1 1 0 0 0,-1-1-1 0 0,1 1 1 0 0,-1 0-1 0 0,1 0 1 0 0,-1-1-1 0 0,1 1 1 0 0,-1 0 0 0 0,1 1-1 0 0,-1-1 1 0 0,0 0-1 0 0,1 0 1 0 0,-1 1-1 0 0,1-1 1 0 0,-1 1 0 0 0,1-1-1 0 0,-1 1 1 0 0,1-1-1 0 0,0 1 1 0 0,-1 0-1 0 0,1 0 1 0 0,0 0 0 0 0,0 0-1 0 0,-1 0 1 0 0,1 0-1 0 0,0 0 1 0 0,0 0-1 0 0,0 0 1 0 0,0 1 0 0 0,0-1-1 0 0,0 0 1 0 0,1 1-1 0 0,-1-1 1 0 0,-1 3-1 0 0,-5 10 2 0 0,1 1-1 0 0,0 0 0 0 0,-8 29 0 0 0,6-19-24 0 0,0 2 33 0 0,1 0 0 0 0,1 0 0 0 0,1 0 0 0 0,2 1 1 0 0,-1 50-1 0 0,9-7 63 0 0,-5-70-29 0 0,1 2 6 0 0,0 2-65 0 0,1-7 298 0 0,-2 1-275 0 0,5-77 17 0 0,24-123 0 0 0,4 55-23 0 0,-32 142 5 0 0,1-4-21 0 0,-1 0 0 0 0,2 0 0 0 0,-1 0 0 0 0,1 0 0 0 0,7-14 0 0 0,-9 22 11 0 0,37-18-39 0 0,25 13 27 0 0,9 2 30 0 0,0-2 1 0 0,96-21-1 0 0,-66 9 29 0 0,-35 7-4 0 0,-65 10-43 0 0,20-1-23 0 0,-11 0 40 0 0,-8 0 5 0 0,-8 6-38 0 0,-43 31-1061 0 0,9-18-4030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17.5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1020 972 0 0,'0'0'3444'0'0,"1"-4"-3366"0"0,1-1-37 0 0,1 0-1 0 0,-1 0 1 0 0,1 0 0 0 0,0 1 0 0 0,1 0-1 0 0,-1-1 1 0 0,1 1 0 0 0,0 0 0 0 0,0 1-1 0 0,0-1 1 0 0,0 1 0 0 0,1 0 0 0 0,9-5-1 0 0,203-121 530 0 0,-143 88-461 0 0,305-135 283 0 0,-344 161-356 0 0,-29 13-35 0 0,515-201 292 0 0,-397 161-235 0 0,494-155 272 0 0,-453 155-258 0 0,2 7 1 0 0,1 7-1 0 0,205-6 0 0 0,-91 24-39 0 0,253 30 89 0 0,-131 27-31 0 0,-320-38-61 0 0,310 46 117 0 0,-73 37 6 0 0,-188-51-118 0 0,-104-32-25 0 0,10 2 23 0 0,77 33-1 0 0,-58-4 131 0 0,-50-34-119 0 0,-1 0 0 0 0,1-1 1 0 0,0 1-1 0 0,0-1 0 0 0,16 6 1 0 0,9 13 111 0 0,-11 1-418 0 0,-25-27-110 0 0,2 2 253 0 0,0-1 0 0 0,0 1-1 0 0,0-1 1 0 0,0 1 0 0 0,0-1 0 0 0,0 0-1 0 0,0 1 1 0 0,0-1 0 0 0,1 0 0 0 0,-1 0 0 0 0,0 1-1 0 0,0-1 1 0 0,1 0 0 0 0,-1 0 0 0 0,0 0 0 0 0,1 0-1 0 0,-1 0 1 0 0,1 0 0 0 0,-1 0 0 0 0,1 0-1 0 0,0-1 1 0 0,0 1 0 0 0,-1 0 0 0 0,1 0 0 0 0,0 0-1 0 0,0 0 1 0 0,0 0 0 0 0,0-2 0 0 0,3-11-2347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18.4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224 22 5953 0 0,'-31'-17'772'0'0,"27"16"-642"0"0,-9-2 291 0 0,3 2-283 0 0,10 1-149 0 0,-1 0 11 0 0,1 0 0 0 0,0 0 1 0 0,-1 1-1 0 0,1-1 0 0 0,-1 0 0 0 0,1 0 0 0 0,0 0 0 0 0,-1 0 0 0 0,1 0 0 0 0,0 1 0 0 0,0-1 0 0 0,-1 0 0 0 0,1 0 0 0 0,0 1 0 0 0,-1-1 0 0 0,1 0 0 0 0,0 0 0 0 0,0 1 0 0 0,0-1 0 0 0,-1 0 0 0 0,1 1 0 0 0,0-1 0 0 0,0 0 0 0 0,0 1 1 0 0,0-1-1 0 0,0 0 0 0 0,-1 1 0 0 0,1-1 0 0 0,0 0 0 0 0,0 1 0 0 0,0-1 0 0 0,0 1 0 0 0,0-1 0 0 0,0 0 0 0 0,0 1 0 0 0,0-1 0 0 0,0 0 0 0 0,1 1 0 0 0,-1-1 0 0 0,0 0 0 0 0,0 1 0 0 0,0-1 0 0 0,0 0 0 0 0,1 1 0 0 0,8 25 4 0 0,-3-11-3 0 0,2 16 9 0 0,2 0 1 0 0,2 0-1 0 0,1-1 0 0 0,1-1 1 0 0,1 0-1 0 0,1-1 0 0 0,32 40 1 0 0,-40-58 3 0 0,0 0-1 0 0,-1 0 1 0 0,0 1 0 0 0,-1 0 0 0 0,0 0 0 0 0,0 0 0 0 0,3 14-1 0 0,-9-22-2 0 0,0-1-1 0 0,0 0 1 0 0,0 1 0 0 0,-1-1-1 0 0,0 1 1 0 0,1-1-1 0 0,-1 0 1 0 0,0 0-1 0 0,0 1 1 0 0,0-1-1 0 0,0 0 1 0 0,-1 0 0 0 0,1 0-1 0 0,0 0 1 0 0,-1 0-1 0 0,0 0 1 0 0,1-1-1 0 0,-1 1 1 0 0,0 0-1 0 0,0-1 1 0 0,-3 3-1 0 0,-46 29 113 0 0,48-31-116 0 0,-47 25 120 0 0,-1-3-1 0 0,-1-2 0 0 0,-61 16 1 0 0,105-35-281 0 0,-5 1 34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21.9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5380 712 5300 0 0,'0'0'-140'0'0,"-27"3"1701"0"0,10 3-1518 0 0,0 2 0 0 0,0 0 0 0 0,1 1 1 0 0,0 0-1 0 0,1 2 0 0 0,-23 18 0 0 0,22-15-13 0 0,0-2-1 0 0,-1-1 1 0 0,-32 17 0 0 0,-22 10 191 0 0,47-25-118 0 0,-1 0 1 0 0,-33 12-1 0 0,-9-2 76 0 0,-15 6 51 0 0,-126 27 0 0 0,-97 14-135 0 0,208-50-95 0 0,-159 24 50 0 0,-261-7 124 0 0,316-30 128 0 0,141-4-228 0 0,-8-3-8 0 0,-129-3 193 0 0,-112-34 135 0 0,-172-47 481 0 0,269 43-739 0 0,-13-2-53 0 0,-31 2 149 0 0,163 26 122 0 0,-141-42 0 0 0,-47-55 214 0 0,242 92-501 0 0,0-3 0 0 0,2-1 0 0 0,1-2 0 0 0,1-1 1 0 0,1-2-1 0 0,1-2 0 0 0,-53-63 0 0 0,16 14-73 0 0,-121-105 0 0 0,142 152-14 0 0,8 6 12 0 0,35 25 8 0 0,5 1-2 0 0,-29-20-12 0 0,30 21 8 0 0,-1-1-1 0 0,0 1 0 0 0,1 0 0 0 0,-1-1 1 0 0,0 1-1 0 0,1 0 0 0 0,-1-1 1 0 0,0 1-1 0 0,1 0 0 0 0,-1 0 1 0 0,0 0-1 0 0,0 0 0 0 0,1-1 1 0 0,-1 1-1 0 0,0 0 0 0 0,0 0 1 0 0,1 0-1 0 0,-1 1 0 0 0,0-1 1 0 0,0 0-1 0 0,1 0 0 0 0,-1 0 1 0 0,0 0-1 0 0,0 1 0 0 0,1-1 1 0 0,-1 0-1 0 0,-1 2 0 0 0,-4 19-103 0 0,2-1 96 0 0,-2 11 2 0 0,-3 51-1 0 0,7-54 20 0 0,-1 0 0 0 0,-9 36 0 0 0,10-22 288 0 0,42-264-225 0 0,-27 128-58 0 0,-8 56-40 0 0,9-42-118 0 0,-13 78 123 0 0,-1 1 18 0 0,1 0 0 0 0,-1 0 0 0 0,1 0 0 0 0,0 0 0 0 0,-1 0 0 0 0,1 0 0 0 0,0 0 0 0 0,0 0 1 0 0,0 0-1 0 0,0 0 0 0 0,0 1 0 0 0,0-1 0 0 0,0 0 0 0 0,0 0 0 0 0,2 0 0 0 0,121-12-13 0 0,378-20 27 0 0,-493 32-25 0 0,0 2 0 0 0,0-1-1 0 0,0 1 1 0 0,-1 0 0 0 0,17 6-1 0 0,-21-4 210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3" Type="http://schemas.openxmlformats.org/officeDocument/2006/relationships/image" Target="../media/image30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26.xml"/><Relationship Id="rId21" Type="http://schemas.openxmlformats.org/officeDocument/2006/relationships/customXml" Target="../ink/ink17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customXml" Target="../ink/ink30.xml"/><Relationship Id="rId7" Type="http://schemas.openxmlformats.org/officeDocument/2006/relationships/customXml" Target="../ink/ink10.xml"/><Relationship Id="rId2" Type="http://schemas.openxmlformats.org/officeDocument/2006/relationships/image" Target="../media/image10.png"/><Relationship Id="rId16" Type="http://schemas.openxmlformats.org/officeDocument/2006/relationships/image" Target="../media/image11.png"/><Relationship Id="rId29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customXml" Target="../ink/ink12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25.xml"/><Relationship Id="rId40" Type="http://schemas.openxmlformats.org/officeDocument/2006/relationships/image" Target="../media/image23.png"/><Relationship Id="rId45" Type="http://schemas.openxmlformats.org/officeDocument/2006/relationships/customXml" Target="../ink/ink29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10" Type="http://schemas.openxmlformats.org/officeDocument/2006/relationships/image" Target="../media/image810.png"/><Relationship Id="rId19" Type="http://schemas.openxmlformats.org/officeDocument/2006/relationships/customXml" Target="../ink/ink16.xml"/><Relationship Id="rId31" Type="http://schemas.openxmlformats.org/officeDocument/2006/relationships/customXml" Target="../ink/ink22.xml"/><Relationship Id="rId44" Type="http://schemas.openxmlformats.org/officeDocument/2006/relationships/image" Target="../media/image25.png"/><Relationship Id="rId4" Type="http://schemas.openxmlformats.org/officeDocument/2006/relationships/image" Target="../media/image510.png"/><Relationship Id="rId9" Type="http://schemas.openxmlformats.org/officeDocument/2006/relationships/customXml" Target="../ink/ink11.xml"/><Relationship Id="rId14" Type="http://schemas.openxmlformats.org/officeDocument/2006/relationships/image" Target="../media/image100.png"/><Relationship Id="rId22" Type="http://schemas.openxmlformats.org/officeDocument/2006/relationships/image" Target="../media/image14.png"/><Relationship Id="rId27" Type="http://schemas.openxmlformats.org/officeDocument/2006/relationships/customXml" Target="../ink/ink20.xml"/><Relationship Id="rId30" Type="http://schemas.openxmlformats.org/officeDocument/2006/relationships/image" Target="../media/image18.png"/><Relationship Id="rId35" Type="http://schemas.openxmlformats.org/officeDocument/2006/relationships/customXml" Target="../ink/ink24.xml"/><Relationship Id="rId43" Type="http://schemas.openxmlformats.org/officeDocument/2006/relationships/customXml" Target="../ink/ink28.xml"/><Relationship Id="rId48" Type="http://schemas.openxmlformats.org/officeDocument/2006/relationships/image" Target="../media/image27.png"/><Relationship Id="rId8" Type="http://schemas.openxmlformats.org/officeDocument/2006/relationships/image" Target="../media/image710.png"/><Relationship Id="rId3" Type="http://schemas.openxmlformats.org/officeDocument/2006/relationships/customXml" Target="../ink/ink8.xml"/><Relationship Id="rId12" Type="http://schemas.openxmlformats.org/officeDocument/2006/relationships/image" Target="../media/image94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3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20" Type="http://schemas.openxmlformats.org/officeDocument/2006/relationships/image" Target="../media/image13.png"/><Relationship Id="rId41" Type="http://schemas.openxmlformats.org/officeDocument/2006/relationships/customXml" Target="../ink/ink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53.png"/><Relationship Id="rId18" Type="http://schemas.openxmlformats.org/officeDocument/2006/relationships/customXml" Target="../ink/ink39.xml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12" Type="http://schemas.openxmlformats.org/officeDocument/2006/relationships/customXml" Target="../ink/ink36.xml"/><Relationship Id="rId17" Type="http://schemas.openxmlformats.org/officeDocument/2006/relationships/image" Target="../media/image55.png"/><Relationship Id="rId2" Type="http://schemas.openxmlformats.org/officeDocument/2006/relationships/customXml" Target="../ink/ink31.xml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52.png"/><Relationship Id="rId5" Type="http://schemas.openxmlformats.org/officeDocument/2006/relationships/image" Target="../media/image49.png"/><Relationship Id="rId15" Type="http://schemas.openxmlformats.org/officeDocument/2006/relationships/image" Target="../media/image54.png"/><Relationship Id="rId10" Type="http://schemas.openxmlformats.org/officeDocument/2006/relationships/customXml" Target="../ink/ink35.xml"/><Relationship Id="rId19" Type="http://schemas.openxmlformats.org/officeDocument/2006/relationships/image" Target="../media/image56.png"/><Relationship Id="rId4" Type="http://schemas.openxmlformats.org/officeDocument/2006/relationships/customXml" Target="../ink/ink32.xml"/><Relationship Id="rId9" Type="http://schemas.openxmlformats.org/officeDocument/2006/relationships/image" Target="../media/image51.png"/><Relationship Id="rId14" Type="http://schemas.openxmlformats.org/officeDocument/2006/relationships/customXml" Target="../ink/ink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8.png"/><Relationship Id="rId21" Type="http://schemas.openxmlformats.org/officeDocument/2006/relationships/customXml" Target="../ink/ink49.xml"/><Relationship Id="rId42" Type="http://schemas.openxmlformats.org/officeDocument/2006/relationships/image" Target="../media/image76.png"/><Relationship Id="rId47" Type="http://schemas.openxmlformats.org/officeDocument/2006/relationships/customXml" Target="../ink/ink62.xml"/><Relationship Id="rId63" Type="http://schemas.openxmlformats.org/officeDocument/2006/relationships/customXml" Target="../ink/ink70.xml"/><Relationship Id="rId68" Type="http://schemas.openxmlformats.org/officeDocument/2006/relationships/image" Target="../media/image89.png"/><Relationship Id="rId2" Type="http://schemas.openxmlformats.org/officeDocument/2006/relationships/image" Target="../media/image2.png"/><Relationship Id="rId16" Type="http://schemas.openxmlformats.org/officeDocument/2006/relationships/image" Target="../media/image63.png"/><Relationship Id="rId29" Type="http://schemas.openxmlformats.org/officeDocument/2006/relationships/customXml" Target="../ink/ink53.xml"/><Relationship Id="rId11" Type="http://schemas.openxmlformats.org/officeDocument/2006/relationships/customXml" Target="../ink/ink44.xml"/><Relationship Id="rId24" Type="http://schemas.openxmlformats.org/officeDocument/2006/relationships/image" Target="../media/image67.png"/><Relationship Id="rId32" Type="http://schemas.openxmlformats.org/officeDocument/2006/relationships/image" Target="../media/image71.png"/><Relationship Id="rId37" Type="http://schemas.openxmlformats.org/officeDocument/2006/relationships/customXml" Target="../ink/ink57.xml"/><Relationship Id="rId40" Type="http://schemas.openxmlformats.org/officeDocument/2006/relationships/image" Target="../media/image75.png"/><Relationship Id="rId45" Type="http://schemas.openxmlformats.org/officeDocument/2006/relationships/customXml" Target="../ink/ink61.xml"/><Relationship Id="rId53" Type="http://schemas.openxmlformats.org/officeDocument/2006/relationships/customXml" Target="../ink/ink65.xml"/><Relationship Id="rId58" Type="http://schemas.openxmlformats.org/officeDocument/2006/relationships/image" Target="../media/image84.png"/><Relationship Id="rId66" Type="http://schemas.openxmlformats.org/officeDocument/2006/relationships/image" Target="../media/image88.png"/><Relationship Id="rId74" Type="http://schemas.openxmlformats.org/officeDocument/2006/relationships/image" Target="../media/image92.png"/><Relationship Id="rId5" Type="http://schemas.openxmlformats.org/officeDocument/2006/relationships/customXml" Target="../ink/ink41.xml"/><Relationship Id="rId61" Type="http://schemas.openxmlformats.org/officeDocument/2006/relationships/customXml" Target="../ink/ink69.xml"/><Relationship Id="rId19" Type="http://schemas.openxmlformats.org/officeDocument/2006/relationships/customXml" Target="../ink/ink48.xml"/><Relationship Id="rId14" Type="http://schemas.openxmlformats.org/officeDocument/2006/relationships/image" Target="../media/image62.png"/><Relationship Id="rId22" Type="http://schemas.openxmlformats.org/officeDocument/2006/relationships/image" Target="../media/image66.png"/><Relationship Id="rId27" Type="http://schemas.openxmlformats.org/officeDocument/2006/relationships/customXml" Target="../ink/ink52.xml"/><Relationship Id="rId30" Type="http://schemas.openxmlformats.org/officeDocument/2006/relationships/image" Target="../media/image70.png"/><Relationship Id="rId35" Type="http://schemas.openxmlformats.org/officeDocument/2006/relationships/customXml" Target="../ink/ink56.xml"/><Relationship Id="rId43" Type="http://schemas.openxmlformats.org/officeDocument/2006/relationships/customXml" Target="../ink/ink60.xml"/><Relationship Id="rId48" Type="http://schemas.openxmlformats.org/officeDocument/2006/relationships/image" Target="../media/image79.png"/><Relationship Id="rId56" Type="http://schemas.openxmlformats.org/officeDocument/2006/relationships/image" Target="../media/image83.png"/><Relationship Id="rId64" Type="http://schemas.openxmlformats.org/officeDocument/2006/relationships/image" Target="../media/image87.png"/><Relationship Id="rId69" Type="http://schemas.openxmlformats.org/officeDocument/2006/relationships/customXml" Target="../ink/ink73.xml"/><Relationship Id="rId8" Type="http://schemas.openxmlformats.org/officeDocument/2006/relationships/image" Target="../media/image59.png"/><Relationship Id="rId51" Type="http://schemas.openxmlformats.org/officeDocument/2006/relationships/customXml" Target="../ink/ink64.xml"/><Relationship Id="rId72" Type="http://schemas.openxmlformats.org/officeDocument/2006/relationships/image" Target="../media/image91.png"/><Relationship Id="rId3" Type="http://schemas.openxmlformats.org/officeDocument/2006/relationships/customXml" Target="../ink/ink40.xml"/><Relationship Id="rId12" Type="http://schemas.openxmlformats.org/officeDocument/2006/relationships/image" Target="../media/image61.png"/><Relationship Id="rId17" Type="http://schemas.openxmlformats.org/officeDocument/2006/relationships/customXml" Target="../ink/ink47.xml"/><Relationship Id="rId25" Type="http://schemas.openxmlformats.org/officeDocument/2006/relationships/customXml" Target="../ink/ink51.xml"/><Relationship Id="rId33" Type="http://schemas.openxmlformats.org/officeDocument/2006/relationships/customXml" Target="../ink/ink55.xml"/><Relationship Id="rId38" Type="http://schemas.openxmlformats.org/officeDocument/2006/relationships/image" Target="../media/image74.png"/><Relationship Id="rId46" Type="http://schemas.openxmlformats.org/officeDocument/2006/relationships/image" Target="../media/image78.png"/><Relationship Id="rId59" Type="http://schemas.openxmlformats.org/officeDocument/2006/relationships/customXml" Target="../ink/ink68.xml"/><Relationship Id="rId67" Type="http://schemas.openxmlformats.org/officeDocument/2006/relationships/customXml" Target="../ink/ink72.xml"/><Relationship Id="rId20" Type="http://schemas.openxmlformats.org/officeDocument/2006/relationships/image" Target="../media/image65.png"/><Relationship Id="rId41" Type="http://schemas.openxmlformats.org/officeDocument/2006/relationships/customXml" Target="../ink/ink59.xml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customXml" Target="../ink/ink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5" Type="http://schemas.openxmlformats.org/officeDocument/2006/relationships/customXml" Target="../ink/ink46.xml"/><Relationship Id="rId23" Type="http://schemas.openxmlformats.org/officeDocument/2006/relationships/customXml" Target="../ink/ink50.xml"/><Relationship Id="rId28" Type="http://schemas.openxmlformats.org/officeDocument/2006/relationships/image" Target="../media/image69.png"/><Relationship Id="rId36" Type="http://schemas.openxmlformats.org/officeDocument/2006/relationships/image" Target="../media/image73.png"/><Relationship Id="rId49" Type="http://schemas.openxmlformats.org/officeDocument/2006/relationships/customXml" Target="../ink/ink63.xml"/><Relationship Id="rId57" Type="http://schemas.openxmlformats.org/officeDocument/2006/relationships/customXml" Target="../ink/ink67.xml"/><Relationship Id="rId10" Type="http://schemas.openxmlformats.org/officeDocument/2006/relationships/image" Target="../media/image60.png"/><Relationship Id="rId31" Type="http://schemas.openxmlformats.org/officeDocument/2006/relationships/customXml" Target="../ink/ink54.xml"/><Relationship Id="rId44" Type="http://schemas.openxmlformats.org/officeDocument/2006/relationships/image" Target="../media/image77.png"/><Relationship Id="rId52" Type="http://schemas.openxmlformats.org/officeDocument/2006/relationships/image" Target="../media/image81.png"/><Relationship Id="rId60" Type="http://schemas.openxmlformats.org/officeDocument/2006/relationships/image" Target="../media/image85.png"/><Relationship Id="rId65" Type="http://schemas.openxmlformats.org/officeDocument/2006/relationships/customXml" Target="../ink/ink71.xml"/><Relationship Id="rId73" Type="http://schemas.openxmlformats.org/officeDocument/2006/relationships/customXml" Target="../ink/ink75.xml"/><Relationship Id="rId4" Type="http://schemas.openxmlformats.org/officeDocument/2006/relationships/image" Target="../media/image57.png"/><Relationship Id="rId9" Type="http://schemas.openxmlformats.org/officeDocument/2006/relationships/customXml" Target="../ink/ink43.xml"/><Relationship Id="rId13" Type="http://schemas.openxmlformats.org/officeDocument/2006/relationships/customXml" Target="../ink/ink45.xml"/><Relationship Id="rId18" Type="http://schemas.openxmlformats.org/officeDocument/2006/relationships/image" Target="../media/image64.png"/><Relationship Id="rId39" Type="http://schemas.openxmlformats.org/officeDocument/2006/relationships/customXml" Target="../ink/ink58.xml"/><Relationship Id="rId34" Type="http://schemas.openxmlformats.org/officeDocument/2006/relationships/image" Target="../media/image72.png"/><Relationship Id="rId50" Type="http://schemas.openxmlformats.org/officeDocument/2006/relationships/image" Target="../media/image80.png"/><Relationship Id="rId55" Type="http://schemas.openxmlformats.org/officeDocument/2006/relationships/customXml" Target="../ink/ink66.xml"/><Relationship Id="rId76" Type="http://schemas.openxmlformats.org/officeDocument/2006/relationships/image" Target="../media/image93.png"/><Relationship Id="rId7" Type="http://schemas.openxmlformats.org/officeDocument/2006/relationships/customXml" Target="../ink/ink42.xml"/><Relationship Id="rId71" Type="http://schemas.openxmlformats.org/officeDocument/2006/relationships/customXml" Target="../ink/ink7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733552" y="2101056"/>
            <a:ext cx="10292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292608" y="528288"/>
            <a:ext cx="118993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an autonomous software system designed to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perceive its environment,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independent decisions,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tools to achieve a specific goal.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operates on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"Think-Plan-Act" loop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81AFBC-CFD4-FAE6-78FB-5444EC7382A7}"/>
              </a:ext>
            </a:extLst>
          </p:cNvPr>
          <p:cNvSpPr/>
          <p:nvPr/>
        </p:nvSpPr>
        <p:spPr>
          <a:xfrm>
            <a:off x="2935224" y="3429000"/>
            <a:ext cx="5266944" cy="2705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C7C3BF-7B99-7282-7262-4AC206BD3DAC}"/>
              </a:ext>
            </a:extLst>
          </p:cNvPr>
          <p:cNvSpPr/>
          <p:nvPr/>
        </p:nvSpPr>
        <p:spPr>
          <a:xfrm>
            <a:off x="3065781" y="4872552"/>
            <a:ext cx="966724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FE5BEB-850F-7F50-6FE1-0696184AF3CE}"/>
              </a:ext>
            </a:extLst>
          </p:cNvPr>
          <p:cNvSpPr/>
          <p:nvPr/>
        </p:nvSpPr>
        <p:spPr>
          <a:xfrm>
            <a:off x="5954522" y="4695326"/>
            <a:ext cx="2051812" cy="121645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Tools:</a:t>
            </a:r>
          </a:p>
          <a:p>
            <a:pPr algn="ctr"/>
            <a:r>
              <a:rPr lang="en-US" dirty="0"/>
              <a:t>Web-search,</a:t>
            </a:r>
          </a:p>
          <a:p>
            <a:pPr algn="ctr"/>
            <a:r>
              <a:rPr lang="en-US" dirty="0"/>
              <a:t>Calculator, etc.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F36849-3913-0948-3394-AC539C130CB3}"/>
              </a:ext>
            </a:extLst>
          </p:cNvPr>
          <p:cNvSpPr/>
          <p:nvPr/>
        </p:nvSpPr>
        <p:spPr>
          <a:xfrm>
            <a:off x="4230878" y="4908227"/>
            <a:ext cx="1527810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5ED62-B95B-D484-EFD2-FEA9704B8D3C}"/>
              </a:ext>
            </a:extLst>
          </p:cNvPr>
          <p:cNvSpPr txBox="1"/>
          <p:nvPr/>
        </p:nvSpPr>
        <p:spPr>
          <a:xfrm>
            <a:off x="77724" y="2899248"/>
            <a:ext cx="8563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Architecture of a single AI agent (3 main components)</a:t>
            </a:r>
          </a:p>
        </p:txBody>
      </p:sp>
    </p:spTree>
    <p:extLst>
      <p:ext uri="{BB962C8B-B14F-4D97-AF65-F5344CB8AC3E}">
        <p14:creationId xmlns:p14="http://schemas.microsoft.com/office/powerpoint/2010/main" val="363206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ACD1-C35E-A502-3916-28132E37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226A37-EFF1-26E7-25F9-189EA32A20E4}"/>
              </a:ext>
            </a:extLst>
          </p:cNvPr>
          <p:cNvSpPr txBox="1"/>
          <p:nvPr/>
        </p:nvSpPr>
        <p:spPr>
          <a:xfrm>
            <a:off x="292608" y="204276"/>
            <a:ext cx="50932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of LLM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(like GPT) acts as: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Interpreter: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Understands user input (natural language → structured meaning)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Reasoner: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Breaks down problems step-by-step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Planner: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Decides what to do next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Call tool and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one?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question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Generator: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Produces final output (e.g. text, code, decisions)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62DEC-E282-855B-5988-5288513AC45E}"/>
              </a:ext>
            </a:extLst>
          </p:cNvPr>
          <p:cNvSpPr txBox="1"/>
          <p:nvPr/>
        </p:nvSpPr>
        <p:spPr>
          <a:xfrm>
            <a:off x="6806184" y="579180"/>
            <a:ext cx="509320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Limitation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are: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always correct and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logical all the time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hallucinate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Depend on prompt quality – That’s why prompts are important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Don’t have real understanding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2D00FD-7F1B-F621-B392-4407025F7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4734164"/>
            <a:ext cx="3844489" cy="19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90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47260-F4D7-5715-A094-59198CFE8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85B954-D664-9BD5-6A30-3DF58318EB0E}"/>
              </a:ext>
            </a:extLst>
          </p:cNvPr>
          <p:cNvSpPr txBox="1"/>
          <p:nvPr/>
        </p:nvSpPr>
        <p:spPr>
          <a:xfrm>
            <a:off x="292608" y="204276"/>
            <a:ext cx="689457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of Memory:</a:t>
            </a:r>
          </a:p>
          <a:p>
            <a:pPr>
              <a:buNone/>
            </a:pP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remember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build on information over time.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memory, an AI agent would not remember previous conversations.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helps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maintaining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conversational continuity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executing complex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multi-step planning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delivering highly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personalized user experiences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05A88D-51B0-BC06-0F9C-4789EF2E6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4734164"/>
            <a:ext cx="3844489" cy="19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5AB3-7CC8-F16E-E0EE-F125F3E9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D8317B-DCF9-D164-A6CF-1D5ABB18DD9B}"/>
              </a:ext>
            </a:extLst>
          </p:cNvPr>
          <p:cNvSpPr txBox="1"/>
          <p:nvPr/>
        </p:nvSpPr>
        <p:spPr>
          <a:xfrm>
            <a:off x="292608" y="204276"/>
            <a:ext cx="68945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of Tool: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tool is a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is allowed to call.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the agent decides it needs information or needs to do something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it calls a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and waits for a result to come back before continuing.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tools: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weather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monthly 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prices of Laptops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data from cloud, storage,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 a ticket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email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C1CFC0-CA0C-8898-5E0D-9D5C18041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4734164"/>
            <a:ext cx="3844489" cy="19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5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FE523-C59E-BE66-FB45-55A41DB8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6B0777-2192-34FB-C503-37DE269783B4}"/>
              </a:ext>
            </a:extLst>
          </p:cNvPr>
          <p:cNvSpPr txBox="1"/>
          <p:nvPr/>
        </p:nvSpPr>
        <p:spPr>
          <a:xfrm>
            <a:off x="292608" y="204276"/>
            <a:ext cx="6894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Components of Tools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BE8E86-25AA-E46C-C1BF-80483FDA9CA6}"/>
              </a:ext>
            </a:extLst>
          </p:cNvPr>
          <p:cNvSpPr/>
          <p:nvPr/>
        </p:nvSpPr>
        <p:spPr>
          <a:xfrm>
            <a:off x="4921250" y="111443"/>
            <a:ext cx="2051812" cy="9282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Tools: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17335F-7255-7356-62EB-DF73958BEC6D}"/>
              </a:ext>
            </a:extLst>
          </p:cNvPr>
          <p:cNvSpPr/>
          <p:nvPr/>
        </p:nvSpPr>
        <p:spPr>
          <a:xfrm>
            <a:off x="1691640" y="1463040"/>
            <a:ext cx="2212848" cy="1636776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Name</a:t>
            </a:r>
          </a:p>
          <a:p>
            <a:pPr algn="ctr"/>
            <a:r>
              <a:rPr lang="en-IN" dirty="0"/>
              <a:t>Define what the tool does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A1E0969-8AD5-B18C-3287-EB474C7E7040}"/>
              </a:ext>
            </a:extLst>
          </p:cNvPr>
          <p:cNvSpPr/>
          <p:nvPr/>
        </p:nvSpPr>
        <p:spPr>
          <a:xfrm>
            <a:off x="4194048" y="1633657"/>
            <a:ext cx="3368040" cy="1536263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Function description</a:t>
            </a:r>
            <a:r>
              <a:rPr lang="en-IN" u="sng" dirty="0"/>
              <a:t>:</a:t>
            </a:r>
            <a:r>
              <a:rPr lang="en-IN" dirty="0"/>
              <a:t> Describe what it needs as input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CACC4D5-FF39-ECB9-956F-FD1B31938578}"/>
              </a:ext>
            </a:extLst>
          </p:cNvPr>
          <p:cNvSpPr/>
          <p:nvPr/>
        </p:nvSpPr>
        <p:spPr>
          <a:xfrm>
            <a:off x="7985760" y="1719072"/>
            <a:ext cx="3368040" cy="152095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Input and output field</a:t>
            </a:r>
            <a:r>
              <a:rPr lang="en-IN" u="sng" dirty="0"/>
              <a:t>: </a:t>
            </a:r>
            <a:r>
              <a:rPr lang="en-IN" dirty="0"/>
              <a:t>Specify the expected input format and the output type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3B9E361-AB7A-433A-AB58-7407166D0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86" y="3250119"/>
            <a:ext cx="8786439" cy="349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1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1422-6479-76E9-6499-B3C798C5E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5D4AB57-66D5-B34C-F065-8DBAD3754604}"/>
              </a:ext>
            </a:extLst>
          </p:cNvPr>
          <p:cNvSpPr txBox="1"/>
          <p:nvPr/>
        </p:nvSpPr>
        <p:spPr>
          <a:xfrm>
            <a:off x="4684386" y="98464"/>
            <a:ext cx="293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 vs AI Agent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4BCBB4-6521-C212-772A-2AAA8EE0949C}"/>
              </a:ext>
            </a:extLst>
          </p:cNvPr>
          <p:cNvSpPr/>
          <p:nvPr/>
        </p:nvSpPr>
        <p:spPr>
          <a:xfrm>
            <a:off x="1143000" y="4261104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</a:t>
            </a:r>
          </a:p>
          <a:p>
            <a:pPr algn="ctr"/>
            <a:r>
              <a:rPr lang="en-US" dirty="0"/>
              <a:t>(Uses LLM)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C050-A3E9-565E-D4CE-8F665EE6847E}"/>
              </a:ext>
            </a:extLst>
          </p:cNvPr>
          <p:cNvSpPr/>
          <p:nvPr/>
        </p:nvSpPr>
        <p:spPr>
          <a:xfrm>
            <a:off x="3797300" y="4261104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Take action</a:t>
            </a:r>
          </a:p>
          <a:p>
            <a:pPr algn="ctr"/>
            <a:r>
              <a:rPr lang="en-US" dirty="0"/>
              <a:t>(Uses Tools)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E239D-C8CE-067E-310C-BAA0035A130F}"/>
              </a:ext>
            </a:extLst>
          </p:cNvPr>
          <p:cNvSpPr/>
          <p:nvPr/>
        </p:nvSpPr>
        <p:spPr>
          <a:xfrm>
            <a:off x="6451599" y="4261104"/>
            <a:ext cx="2326641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Observe the result</a:t>
            </a:r>
          </a:p>
          <a:p>
            <a:pPr algn="ctr"/>
            <a:r>
              <a:rPr lang="en-US" dirty="0"/>
              <a:t>(Uses LLM + Memory)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564C26-5937-AF44-9DC0-AF3E1AD4AA40}"/>
              </a:ext>
            </a:extLst>
          </p:cNvPr>
          <p:cNvSpPr txBox="1"/>
          <p:nvPr/>
        </p:nvSpPr>
        <p:spPr>
          <a:xfrm>
            <a:off x="8778240" y="4346272"/>
            <a:ext cx="168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Achieved 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6F21C0-951C-DE66-1F13-5E32D548EE2E}"/>
              </a:ext>
            </a:extLst>
          </p:cNvPr>
          <p:cNvSpPr txBox="1"/>
          <p:nvPr/>
        </p:nvSpPr>
        <p:spPr>
          <a:xfrm>
            <a:off x="10804659" y="4567955"/>
            <a:ext cx="1025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Yes: Stop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EE329-53C0-891C-50AA-2D4FA10B6282}"/>
              </a:ext>
            </a:extLst>
          </p:cNvPr>
          <p:cNvSpPr txBox="1"/>
          <p:nvPr/>
        </p:nvSpPr>
        <p:spPr>
          <a:xfrm>
            <a:off x="9875039" y="5580004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No: Loop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7ED347-8834-5103-2F84-D5EE426398DC}"/>
              </a:ext>
            </a:extLst>
          </p:cNvPr>
          <p:cNvGrpSpPr/>
          <p:nvPr/>
        </p:nvGrpSpPr>
        <p:grpSpPr>
          <a:xfrm>
            <a:off x="3150504" y="4607424"/>
            <a:ext cx="399240" cy="171000"/>
            <a:chOff x="3196224" y="4086216"/>
            <a:chExt cx="3992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BD5194-2D8B-B603-2ECF-ECB9D033CD31}"/>
                    </a:ext>
                  </a:extLst>
                </p14:cNvPr>
                <p14:cNvContentPartPr/>
                <p14:nvPr/>
              </p14:nvContentPartPr>
              <p14:xfrm>
                <a:off x="3196224" y="4172976"/>
                <a:ext cx="328680" cy="14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BD5194-2D8B-B603-2ECF-ECB9D033CD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67784" y="4144536"/>
                  <a:ext cx="385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900879-D073-B65F-836F-DF24289686DB}"/>
                    </a:ext>
                  </a:extLst>
                </p14:cNvPr>
                <p14:cNvContentPartPr/>
                <p14:nvPr/>
              </p14:nvContentPartPr>
              <p14:xfrm>
                <a:off x="3444984" y="4086216"/>
                <a:ext cx="150480" cy="171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900879-D073-B65F-836F-DF24289686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16544" y="4057776"/>
                  <a:ext cx="20700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176AE9-8684-869D-6127-B904702FAB9C}"/>
              </a:ext>
            </a:extLst>
          </p:cNvPr>
          <p:cNvGrpSpPr/>
          <p:nvPr/>
        </p:nvGrpSpPr>
        <p:grpSpPr>
          <a:xfrm>
            <a:off x="5788584" y="4606704"/>
            <a:ext cx="494280" cy="181800"/>
            <a:chOff x="5834304" y="4085496"/>
            <a:chExt cx="494280" cy="1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2533C5-B66B-1176-45A5-700AAC4DAC11}"/>
                    </a:ext>
                  </a:extLst>
                </p14:cNvPr>
                <p14:cNvContentPartPr/>
                <p14:nvPr/>
              </p14:nvContentPartPr>
              <p14:xfrm>
                <a:off x="5834304" y="4160376"/>
                <a:ext cx="416880" cy="18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2533C5-B66B-1176-45A5-700AAC4DAC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06224" y="4132296"/>
                  <a:ext cx="4734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BFA431-8405-0265-58B1-E1F47D96BACB}"/>
                    </a:ext>
                  </a:extLst>
                </p14:cNvPr>
                <p14:cNvContentPartPr/>
                <p14:nvPr/>
              </p14:nvContentPartPr>
              <p14:xfrm>
                <a:off x="6156144" y="4085496"/>
                <a:ext cx="172440" cy="181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BFA431-8405-0265-58B1-E1F47D96BA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27704" y="4057056"/>
                  <a:ext cx="22896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054D96-3B52-CFAF-0FE9-3264137B7DFB}"/>
              </a:ext>
            </a:extLst>
          </p:cNvPr>
          <p:cNvGrpSpPr/>
          <p:nvPr/>
        </p:nvGrpSpPr>
        <p:grpSpPr>
          <a:xfrm>
            <a:off x="10180224" y="4706064"/>
            <a:ext cx="632160" cy="163440"/>
            <a:chOff x="10225944" y="4184856"/>
            <a:chExt cx="63216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A0FD96C-5C53-06C4-4E8B-2AF44D0BB49E}"/>
                    </a:ext>
                  </a:extLst>
                </p14:cNvPr>
                <p14:cNvContentPartPr/>
                <p14:nvPr/>
              </p14:nvContentPartPr>
              <p14:xfrm>
                <a:off x="10225944" y="4260456"/>
                <a:ext cx="556560" cy="26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A0FD96C-5C53-06C4-4E8B-2AF44D0BB4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90304" y="4224816"/>
                  <a:ext cx="628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CB8717-DC0B-9151-DB4C-2D48D381598B}"/>
                    </a:ext>
                  </a:extLst>
                </p14:cNvPr>
                <p14:cNvContentPartPr/>
                <p14:nvPr/>
              </p14:nvContentPartPr>
              <p14:xfrm>
                <a:off x="10711944" y="4184856"/>
                <a:ext cx="146160" cy="163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CB8717-DC0B-9151-DB4C-2D48D381598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76304" y="4149216"/>
                  <a:ext cx="21780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6714CE5-76D7-D071-0828-B9BFC19DD256}"/>
                  </a:ext>
                </a:extLst>
              </p14:cNvPr>
              <p14:cNvContentPartPr/>
              <p14:nvPr/>
            </p14:nvContentPartPr>
            <p14:xfrm>
              <a:off x="2838384" y="5259384"/>
              <a:ext cx="6814440" cy="1148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6714CE5-76D7-D071-0828-B9BFC19DD25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02384" y="5223395"/>
                <a:ext cx="6886080" cy="122037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F79E9BB-D5B1-F1F8-32B2-C9A821D89EBB}"/>
              </a:ext>
            </a:extLst>
          </p:cNvPr>
          <p:cNvSpPr txBox="1"/>
          <p:nvPr/>
        </p:nvSpPr>
        <p:spPr>
          <a:xfrm>
            <a:off x="88314" y="560129"/>
            <a:ext cx="51877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simple chatbot (like ChatGPT) takes your input, thinks once, and gives you an answer.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That's it — one shot, done.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“How to reach from Delhi to Srinagar”</a:t>
            </a:r>
          </a:p>
          <a:p>
            <a:pPr>
              <a:buNone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will advise you. NO 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99C29E-F622-613B-5644-662BD354222B}"/>
              </a:ext>
            </a:extLst>
          </p:cNvPr>
          <p:cNvSpPr txBox="1"/>
          <p:nvPr/>
        </p:nvSpPr>
        <p:spPr>
          <a:xfrm>
            <a:off x="6560290" y="572736"/>
            <a:ext cx="526945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AI agent can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actions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 the results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going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until a goal is achieved.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“Book a train ticket from Delhi to Srinagar with 1</a:t>
            </a:r>
            <a:r>
              <a:rPr lang="en-US" sz="2400" i="1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class AC for summer.”</a:t>
            </a:r>
          </a:p>
          <a:p>
            <a:pPr>
              <a:buNone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ACTION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8D8DAF-6EC6-2045-3640-27718EFEE326}"/>
              </a:ext>
            </a:extLst>
          </p:cNvPr>
          <p:cNvSpPr txBox="1"/>
          <p:nvPr/>
        </p:nvSpPr>
        <p:spPr>
          <a:xfrm>
            <a:off x="304020" y="3527549"/>
            <a:ext cx="4112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workflow of an AI Agent:</a:t>
            </a:r>
          </a:p>
        </p:txBody>
      </p:sp>
    </p:spTree>
    <p:extLst>
      <p:ext uri="{BB962C8B-B14F-4D97-AF65-F5344CB8AC3E}">
        <p14:creationId xmlns:p14="http://schemas.microsoft.com/office/powerpoint/2010/main" val="104851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D50A-5921-1738-9B87-234E971B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6DF4D1-795B-BFAE-09D6-DBC61377E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093" y="1847088"/>
            <a:ext cx="8200202" cy="48346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70194B-3E5C-534F-1AD0-1EF9809BCD1F}"/>
              </a:ext>
            </a:extLst>
          </p:cNvPr>
          <p:cNvSpPr txBox="1"/>
          <p:nvPr/>
        </p:nvSpPr>
        <p:spPr>
          <a:xfrm>
            <a:off x="166624" y="345408"/>
            <a:ext cx="62798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 “Book me the cheapest flight”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would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flights, (by searching the web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compares prices,  (by using regular code)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decides best option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books ticket (by making API calls)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C08F25-24EA-BB0C-6F19-3B3CB09E4910}"/>
                  </a:ext>
                </a:extLst>
              </p14:cNvPr>
              <p14:cNvContentPartPr/>
              <p14:nvPr/>
            </p14:nvContentPartPr>
            <p14:xfrm>
              <a:off x="9558864" y="3098736"/>
              <a:ext cx="247680" cy="729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C08F25-24EA-BB0C-6F19-3B3CB09E49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40864" y="3081096"/>
                <a:ext cx="283320" cy="76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82BA0549-1DEC-31E6-3408-B32CD4EF02CE}"/>
              </a:ext>
            </a:extLst>
          </p:cNvPr>
          <p:cNvGrpSpPr/>
          <p:nvPr/>
        </p:nvGrpSpPr>
        <p:grpSpPr>
          <a:xfrm>
            <a:off x="10068264" y="3195936"/>
            <a:ext cx="788400" cy="294480"/>
            <a:chOff x="10068264" y="3195936"/>
            <a:chExt cx="78840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A95C9CB-87F7-0BFA-6DBD-006FDAE98C44}"/>
                    </a:ext>
                  </a:extLst>
                </p14:cNvPr>
                <p14:cNvContentPartPr/>
                <p14:nvPr/>
              </p14:nvContentPartPr>
              <p14:xfrm>
                <a:off x="10068264" y="3271176"/>
                <a:ext cx="228600" cy="219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A95C9CB-87F7-0BFA-6DBD-006FDAE98C4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50624" y="3253536"/>
                  <a:ext cx="2642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9E40B5C-DBA8-ED3C-537B-C6D1C6E745C4}"/>
                    </a:ext>
                  </a:extLst>
                </p14:cNvPr>
                <p14:cNvContentPartPr/>
                <p14:nvPr/>
              </p14:nvContentPartPr>
              <p14:xfrm>
                <a:off x="10402344" y="3268656"/>
                <a:ext cx="163080" cy="171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9E40B5C-DBA8-ED3C-537B-C6D1C6E745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84704" y="3250656"/>
                  <a:ext cx="198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632F8D-D1C6-EACE-D576-5838E1A5F04C}"/>
                    </a:ext>
                  </a:extLst>
                </p14:cNvPr>
                <p14:cNvContentPartPr/>
                <p14:nvPr/>
              </p14:nvContentPartPr>
              <p14:xfrm>
                <a:off x="10617624" y="3195936"/>
                <a:ext cx="239040" cy="234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632F8D-D1C6-EACE-D576-5838E1A5F04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99624" y="3178296"/>
                  <a:ext cx="27468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604746-082C-4171-85EB-A1E567664E81}"/>
              </a:ext>
            </a:extLst>
          </p:cNvPr>
          <p:cNvGrpSpPr/>
          <p:nvPr/>
        </p:nvGrpSpPr>
        <p:grpSpPr>
          <a:xfrm>
            <a:off x="3868344" y="5075496"/>
            <a:ext cx="3421800" cy="1159200"/>
            <a:chOff x="3868344" y="5075496"/>
            <a:chExt cx="3421800" cy="11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E4B0F6D-27E1-C788-0576-564D48503284}"/>
                    </a:ext>
                  </a:extLst>
                </p14:cNvPr>
                <p14:cNvContentPartPr/>
                <p14:nvPr/>
              </p14:nvContentPartPr>
              <p14:xfrm>
                <a:off x="3868344" y="6030936"/>
                <a:ext cx="205560" cy="203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E4B0F6D-27E1-C788-0576-564D4850328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850704" y="6012936"/>
                  <a:ext cx="2412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435720E-6407-EEA7-6622-4638A7D20787}"/>
                    </a:ext>
                  </a:extLst>
                </p14:cNvPr>
                <p14:cNvContentPartPr/>
                <p14:nvPr/>
              </p14:nvContentPartPr>
              <p14:xfrm>
                <a:off x="4189464" y="5936976"/>
                <a:ext cx="274320" cy="69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435720E-6407-EEA7-6622-4638A7D2078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71824" y="5918976"/>
                  <a:ext cx="309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8E55B7F-3D48-9566-F0F6-A5B8FF59C283}"/>
                    </a:ext>
                  </a:extLst>
                </p14:cNvPr>
                <p14:cNvContentPartPr/>
                <p14:nvPr/>
              </p14:nvContentPartPr>
              <p14:xfrm>
                <a:off x="4358304" y="5986656"/>
                <a:ext cx="27000" cy="175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8E55B7F-3D48-9566-F0F6-A5B8FF59C2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40304" y="5968656"/>
                  <a:ext cx="62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21CB42-4E8B-6231-82D7-334904C1D23A}"/>
                    </a:ext>
                  </a:extLst>
                </p14:cNvPr>
                <p14:cNvContentPartPr/>
                <p14:nvPr/>
              </p14:nvContentPartPr>
              <p14:xfrm>
                <a:off x="4483224" y="6037776"/>
                <a:ext cx="104400" cy="105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21CB42-4E8B-6231-82D7-334904C1D23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65584" y="6020136"/>
                  <a:ext cx="140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F7260C3-3B8D-42A2-7438-8BD02A457A2D}"/>
                    </a:ext>
                  </a:extLst>
                </p14:cNvPr>
                <p14:cNvContentPartPr/>
                <p14:nvPr/>
              </p14:nvContentPartPr>
              <p14:xfrm>
                <a:off x="4673304" y="6029496"/>
                <a:ext cx="92880" cy="103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F7260C3-3B8D-42A2-7438-8BD02A457A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55304" y="6011496"/>
                  <a:ext cx="128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6739A6-F45D-D092-7B5A-96F858ED3CA3}"/>
                    </a:ext>
                  </a:extLst>
                </p14:cNvPr>
                <p14:cNvContentPartPr/>
                <p14:nvPr/>
              </p14:nvContentPartPr>
              <p14:xfrm>
                <a:off x="4799664" y="5856336"/>
                <a:ext cx="59760" cy="239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6739A6-F45D-D092-7B5A-96F858ED3CA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82024" y="5838696"/>
                  <a:ext cx="954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B103AB-D365-F283-BA1E-0B7271C377B0}"/>
                    </a:ext>
                  </a:extLst>
                </p14:cNvPr>
                <p14:cNvContentPartPr/>
                <p14:nvPr/>
              </p14:nvContentPartPr>
              <p14:xfrm>
                <a:off x="4857984" y="5952096"/>
                <a:ext cx="231840" cy="203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9B103AB-D365-F283-BA1E-0B7271C377B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39984" y="5934096"/>
                  <a:ext cx="267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D959E73-867F-FF97-E450-9DD5DC40F436}"/>
                    </a:ext>
                  </a:extLst>
                </p14:cNvPr>
                <p14:cNvContentPartPr/>
                <p14:nvPr/>
              </p14:nvContentPartPr>
              <p14:xfrm>
                <a:off x="4325904" y="5161536"/>
                <a:ext cx="328320" cy="669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D959E73-867F-FF97-E450-9DD5DC40F43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07904" y="5143536"/>
                  <a:ext cx="36396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201F71-1793-0C4F-215D-B7D66BE4161B}"/>
                    </a:ext>
                  </a:extLst>
                </p14:cNvPr>
                <p14:cNvContentPartPr/>
                <p14:nvPr/>
              </p14:nvContentPartPr>
              <p14:xfrm>
                <a:off x="4956264" y="5096016"/>
                <a:ext cx="1136160" cy="701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201F71-1793-0C4F-215D-B7D66BE4161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38624" y="5078376"/>
                  <a:ext cx="117180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CB36AD-5851-C3D7-FB9E-A3CC1660BF0A}"/>
                    </a:ext>
                  </a:extLst>
                </p14:cNvPr>
                <p14:cNvContentPartPr/>
                <p14:nvPr/>
              </p14:nvContentPartPr>
              <p14:xfrm>
                <a:off x="5328864" y="5075496"/>
                <a:ext cx="1961280" cy="799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CB36AD-5851-C3D7-FB9E-A3CC1660BF0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11224" y="5057856"/>
                  <a:ext cx="199692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6B7FDE-3EF7-E5C0-5DFE-FE5F178E0408}"/>
                    </a:ext>
                  </a:extLst>
                </p14:cNvPr>
                <p14:cNvContentPartPr/>
                <p14:nvPr/>
              </p14:nvContentPartPr>
              <p14:xfrm>
                <a:off x="5277024" y="5768856"/>
                <a:ext cx="232200" cy="144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6B7FDE-3EF7-E5C0-5DFE-FE5F178E040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59384" y="5751216"/>
                  <a:ext cx="26784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FED6D5A-7EAC-FE61-C61D-563A16F37F4A}"/>
              </a:ext>
            </a:extLst>
          </p:cNvPr>
          <p:cNvGrpSpPr/>
          <p:nvPr/>
        </p:nvGrpSpPr>
        <p:grpSpPr>
          <a:xfrm>
            <a:off x="10135944" y="4232016"/>
            <a:ext cx="1972440" cy="433800"/>
            <a:chOff x="10135944" y="4232016"/>
            <a:chExt cx="197244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A6CB997-C0C4-FB0E-76E3-C7F6860A73EB}"/>
                    </a:ext>
                  </a:extLst>
                </p14:cNvPr>
                <p14:cNvContentPartPr/>
                <p14:nvPr/>
              </p14:nvContentPartPr>
              <p14:xfrm>
                <a:off x="10135944" y="4479336"/>
                <a:ext cx="335160" cy="116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A6CB997-C0C4-FB0E-76E3-C7F6860A73E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17944" y="4461336"/>
                  <a:ext cx="370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8DA924-9685-33A2-C72E-70B16CC40851}"/>
                    </a:ext>
                  </a:extLst>
                </p14:cNvPr>
                <p14:cNvContentPartPr/>
                <p14:nvPr/>
              </p14:nvContentPartPr>
              <p14:xfrm>
                <a:off x="10392624" y="4417416"/>
                <a:ext cx="200520" cy="111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8DA924-9685-33A2-C72E-70B16CC4085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74624" y="4399776"/>
                  <a:ext cx="236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044596-B083-004B-5464-354F563A4A93}"/>
                    </a:ext>
                  </a:extLst>
                </p14:cNvPr>
                <p14:cNvContentPartPr/>
                <p14:nvPr/>
              </p14:nvContentPartPr>
              <p14:xfrm>
                <a:off x="10773144" y="4279896"/>
                <a:ext cx="241560" cy="205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044596-B083-004B-5464-354F563A4A9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55504" y="4262256"/>
                  <a:ext cx="277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B467EF-448C-4C8F-1C09-DB34FA45C878}"/>
                    </a:ext>
                  </a:extLst>
                </p14:cNvPr>
                <p14:cNvContentPartPr/>
                <p14:nvPr/>
              </p14:nvContentPartPr>
              <p14:xfrm>
                <a:off x="11072664" y="4304736"/>
                <a:ext cx="167400" cy="158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B467EF-448C-4C8F-1C09-DB34FA45C87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055024" y="4287096"/>
                  <a:ext cx="203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EB354D-7DD7-4FBE-1C52-D78AC604FFE4}"/>
                    </a:ext>
                  </a:extLst>
                </p14:cNvPr>
                <p14:cNvContentPartPr/>
                <p14:nvPr/>
              </p14:nvContentPartPr>
              <p14:xfrm>
                <a:off x="11341224" y="4253256"/>
                <a:ext cx="180720" cy="170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EB354D-7DD7-4FBE-1C52-D78AC604FFE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323224" y="4235616"/>
                  <a:ext cx="216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23DB97-009D-859E-B706-DAEEDA9AE6D4}"/>
                    </a:ext>
                  </a:extLst>
                </p14:cNvPr>
                <p14:cNvContentPartPr/>
                <p14:nvPr/>
              </p14:nvContentPartPr>
              <p14:xfrm>
                <a:off x="11600784" y="4248936"/>
                <a:ext cx="134280" cy="122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23DB97-009D-859E-B706-DAEEDA9AE6D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583144" y="4231296"/>
                  <a:ext cx="169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BFDADA8-A4E1-1214-3CD8-C6555D8D0B1A}"/>
                    </a:ext>
                  </a:extLst>
                </p14:cNvPr>
                <p14:cNvContentPartPr/>
                <p14:nvPr/>
              </p14:nvContentPartPr>
              <p14:xfrm>
                <a:off x="11816784" y="4232016"/>
                <a:ext cx="87480" cy="13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BFDADA8-A4E1-1214-3CD8-C6555D8D0B1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799144" y="4214376"/>
                  <a:ext cx="123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875202-5F87-4F1C-9FDC-9B49A1460491}"/>
                    </a:ext>
                  </a:extLst>
                </p14:cNvPr>
                <p14:cNvContentPartPr/>
                <p14:nvPr/>
              </p14:nvContentPartPr>
              <p14:xfrm>
                <a:off x="11814624" y="4247136"/>
                <a:ext cx="293760" cy="418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875202-5F87-4F1C-9FDC-9B49A14604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796984" y="4229496"/>
                  <a:ext cx="329400" cy="45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8675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E85B77-C99A-799C-385F-35F72F3F306D}"/>
              </a:ext>
            </a:extLst>
          </p:cNvPr>
          <p:cNvSpPr txBox="1"/>
          <p:nvPr/>
        </p:nvSpPr>
        <p:spPr>
          <a:xfrm>
            <a:off x="109728" y="691828"/>
            <a:ext cx="116311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follows a predefined path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can dynamically adapt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their approach based 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and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intermediate results.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do NOT follow predefined paths,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are capable of executing a given task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ongoing direct human intervention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631258-1923-D3D2-E0E3-E55FB0529109}"/>
              </a:ext>
            </a:extLst>
          </p:cNvPr>
          <p:cNvSpPr/>
          <p:nvPr/>
        </p:nvSpPr>
        <p:spPr>
          <a:xfrm>
            <a:off x="385896" y="3738816"/>
            <a:ext cx="5266944" cy="2705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ACFCB4B-D110-65C5-37FD-34912D5B64D3}"/>
              </a:ext>
            </a:extLst>
          </p:cNvPr>
          <p:cNvSpPr/>
          <p:nvPr/>
        </p:nvSpPr>
        <p:spPr>
          <a:xfrm>
            <a:off x="516453" y="5182368"/>
            <a:ext cx="966724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0AD949-12D9-F506-85C1-0AD31BEF4320}"/>
              </a:ext>
            </a:extLst>
          </p:cNvPr>
          <p:cNvSpPr/>
          <p:nvPr/>
        </p:nvSpPr>
        <p:spPr>
          <a:xfrm>
            <a:off x="3405194" y="5005142"/>
            <a:ext cx="2051812" cy="121645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Tools:</a:t>
            </a:r>
          </a:p>
          <a:p>
            <a:pPr algn="ctr"/>
            <a:r>
              <a:rPr lang="en-US" dirty="0"/>
              <a:t>Web-search,</a:t>
            </a:r>
          </a:p>
          <a:p>
            <a:pPr algn="ctr"/>
            <a:r>
              <a:rPr lang="en-US" dirty="0"/>
              <a:t>Calculator, etc.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F03C4A1-2449-B044-2363-E6CAE40A2B6B}"/>
              </a:ext>
            </a:extLst>
          </p:cNvPr>
          <p:cNvSpPr/>
          <p:nvPr/>
        </p:nvSpPr>
        <p:spPr>
          <a:xfrm>
            <a:off x="1681550" y="5218043"/>
            <a:ext cx="1527810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661E2-755C-2E31-351F-F4ED2666A82F}"/>
              </a:ext>
            </a:extLst>
          </p:cNvPr>
          <p:cNvSpPr txBox="1"/>
          <p:nvPr/>
        </p:nvSpPr>
        <p:spPr>
          <a:xfrm>
            <a:off x="4684386" y="98464"/>
            <a:ext cx="3782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Automation vs AI Agent</a:t>
            </a:r>
          </a:p>
        </p:txBody>
      </p:sp>
    </p:spTree>
    <p:extLst>
      <p:ext uri="{BB962C8B-B14F-4D97-AF65-F5344CB8AC3E}">
        <p14:creationId xmlns:p14="http://schemas.microsoft.com/office/powerpoint/2010/main" val="2944212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345BD-A314-25EB-4F25-15B85A40F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001DC3-177A-561F-5B88-77181103CB1F}"/>
              </a:ext>
            </a:extLst>
          </p:cNvPr>
          <p:cNvSpPr txBox="1"/>
          <p:nvPr/>
        </p:nvSpPr>
        <p:spPr>
          <a:xfrm>
            <a:off x="56704" y="504456"/>
            <a:ext cx="11393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collaborate/communicate with other agents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achieve the goal.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A4F328-092F-A822-CF23-F3E67BA2B3A0}"/>
              </a:ext>
            </a:extLst>
          </p:cNvPr>
          <p:cNvSpPr/>
          <p:nvPr/>
        </p:nvSpPr>
        <p:spPr>
          <a:xfrm>
            <a:off x="1132016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5D271-524D-D60D-5E1C-1405AB5802D3}"/>
              </a:ext>
            </a:extLst>
          </p:cNvPr>
          <p:cNvSpPr/>
          <p:nvPr/>
        </p:nvSpPr>
        <p:spPr>
          <a:xfrm>
            <a:off x="3786316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76AF9A-722E-F57C-B256-22DFD8318DD0}"/>
              </a:ext>
            </a:extLst>
          </p:cNvPr>
          <p:cNvSpPr/>
          <p:nvPr/>
        </p:nvSpPr>
        <p:spPr>
          <a:xfrm>
            <a:off x="6440616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5BA72-475F-AFE0-8515-6870570888BE}"/>
              </a:ext>
            </a:extLst>
          </p:cNvPr>
          <p:cNvSpPr/>
          <p:nvPr/>
        </p:nvSpPr>
        <p:spPr>
          <a:xfrm>
            <a:off x="8906448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B94E43C-F160-C7CB-2E6D-3A3F7BC7C1F8}"/>
                  </a:ext>
                </a:extLst>
              </p14:cNvPr>
              <p14:cNvContentPartPr/>
              <p14:nvPr/>
            </p14:nvContentPartPr>
            <p14:xfrm>
              <a:off x="3200000" y="2154240"/>
              <a:ext cx="517680" cy="128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B94E43C-F160-C7CB-2E6D-3A3F7BC7C1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2000" y="2136240"/>
                <a:ext cx="553320" cy="16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C048A94-00E8-D703-AFE0-1DB9A4BBC774}"/>
              </a:ext>
            </a:extLst>
          </p:cNvPr>
          <p:cNvGrpSpPr/>
          <p:nvPr/>
        </p:nvGrpSpPr>
        <p:grpSpPr>
          <a:xfrm>
            <a:off x="5855000" y="2158920"/>
            <a:ext cx="444960" cy="172080"/>
            <a:chOff x="5911704" y="4115736"/>
            <a:chExt cx="44496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93A8075-FE64-1AEF-A828-8CC83E583651}"/>
                    </a:ext>
                  </a:extLst>
                </p14:cNvPr>
                <p14:cNvContentPartPr/>
                <p14:nvPr/>
              </p14:nvContentPartPr>
              <p14:xfrm>
                <a:off x="5911704" y="4169016"/>
                <a:ext cx="315000" cy="26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93A8075-FE64-1AEF-A828-8CC83E58365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94064" y="4151016"/>
                  <a:ext cx="350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4EDA8B-D4A4-EAA1-43D5-20272F395262}"/>
                    </a:ext>
                  </a:extLst>
                </p14:cNvPr>
                <p14:cNvContentPartPr/>
                <p14:nvPr/>
              </p14:nvContentPartPr>
              <p14:xfrm>
                <a:off x="6164424" y="4115736"/>
                <a:ext cx="192240" cy="172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4EDA8B-D4A4-EAA1-43D5-20272F3952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46424" y="4097736"/>
                  <a:ext cx="22788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7D43DD-3FD2-E350-D253-7E00D93B9D22}"/>
              </a:ext>
            </a:extLst>
          </p:cNvPr>
          <p:cNvGrpSpPr/>
          <p:nvPr/>
        </p:nvGrpSpPr>
        <p:grpSpPr>
          <a:xfrm>
            <a:off x="8468240" y="2159280"/>
            <a:ext cx="441000" cy="164160"/>
            <a:chOff x="8524944" y="4116096"/>
            <a:chExt cx="44100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CC5093-44EF-8ECA-D365-D8526837CC2A}"/>
                    </a:ext>
                  </a:extLst>
                </p14:cNvPr>
                <p14:cNvContentPartPr/>
                <p14:nvPr/>
              </p14:nvContentPartPr>
              <p14:xfrm>
                <a:off x="8524944" y="4182336"/>
                <a:ext cx="351720" cy="19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CC5093-44EF-8ECA-D365-D8526837CC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07304" y="4164336"/>
                  <a:ext cx="387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4DB4CC4-7AF4-6A31-00FB-06AA20F02CA8}"/>
                    </a:ext>
                  </a:extLst>
                </p14:cNvPr>
                <p14:cNvContentPartPr/>
                <p14:nvPr/>
              </p14:nvContentPartPr>
              <p14:xfrm>
                <a:off x="8698824" y="4116096"/>
                <a:ext cx="267120" cy="164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4DB4CC4-7AF4-6A31-00FB-06AA20F02C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80824" y="4098456"/>
                  <a:ext cx="30276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932CAA-E337-825D-758C-2BFC44A3527E}"/>
              </a:ext>
            </a:extLst>
          </p:cNvPr>
          <p:cNvGrpSpPr/>
          <p:nvPr/>
        </p:nvGrpSpPr>
        <p:grpSpPr>
          <a:xfrm>
            <a:off x="5002520" y="1105560"/>
            <a:ext cx="3946320" cy="667800"/>
            <a:chOff x="5059224" y="3062376"/>
            <a:chExt cx="3946320" cy="66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258CF55-E5AB-F082-6573-18CC5FB28EFC}"/>
                    </a:ext>
                  </a:extLst>
                </p14:cNvPr>
                <p14:cNvContentPartPr/>
                <p14:nvPr/>
              </p14:nvContentPartPr>
              <p14:xfrm>
                <a:off x="5059224" y="3062376"/>
                <a:ext cx="3918240" cy="667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258CF55-E5AB-F082-6573-18CC5FB28E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41584" y="3044376"/>
                  <a:ext cx="39538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793DCE5-CC3C-4CB2-150A-00A5AE7353C3}"/>
                    </a:ext>
                  </a:extLst>
                </p14:cNvPr>
                <p14:cNvContentPartPr/>
                <p14:nvPr/>
              </p14:nvContentPartPr>
              <p14:xfrm>
                <a:off x="8775504" y="3388896"/>
                <a:ext cx="230040" cy="167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793DCE5-CC3C-4CB2-150A-00A5AE7353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57504" y="3371256"/>
                  <a:ext cx="265680" cy="202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B5E8DE72-4FA6-75EE-EF69-BCDF5E0168EA}"/>
              </a:ext>
            </a:extLst>
          </p:cNvPr>
          <p:cNvSpPr/>
          <p:nvPr/>
        </p:nvSpPr>
        <p:spPr>
          <a:xfrm>
            <a:off x="0" y="1871904"/>
            <a:ext cx="931248" cy="7072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F1ABF4D-364D-0B73-5853-47D988DEFBFC}"/>
              </a:ext>
            </a:extLst>
          </p:cNvPr>
          <p:cNvSpPr/>
          <p:nvPr/>
        </p:nvSpPr>
        <p:spPr>
          <a:xfrm>
            <a:off x="11054440" y="1890984"/>
            <a:ext cx="1080856" cy="7072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3A5B0B-2FB7-2A1D-1F97-34D46C43ADC8}"/>
                  </a:ext>
                </a:extLst>
              </p14:cNvPr>
              <p14:cNvContentPartPr/>
              <p14:nvPr/>
            </p14:nvContentPartPr>
            <p14:xfrm>
              <a:off x="964400" y="2166840"/>
              <a:ext cx="165960" cy="128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3A5B0B-2FB7-2A1D-1F97-34D46C43ADC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6400" y="2148890"/>
                <a:ext cx="201600" cy="164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74921D6-68B5-E6A4-02B7-1C6183F8E466}"/>
                  </a:ext>
                </a:extLst>
              </p14:cNvPr>
              <p14:cNvContentPartPr/>
              <p14:nvPr/>
            </p14:nvContentPartPr>
            <p14:xfrm>
              <a:off x="10880960" y="2257560"/>
              <a:ext cx="182880" cy="70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74921D6-68B5-E6A4-02B7-1C6183F8E4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862960" y="2239560"/>
                <a:ext cx="218520" cy="1062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5235576-FB0D-B3B5-5994-A3AB09B908F4}"/>
              </a:ext>
            </a:extLst>
          </p:cNvPr>
          <p:cNvSpPr txBox="1"/>
          <p:nvPr/>
        </p:nvSpPr>
        <p:spPr>
          <a:xfrm>
            <a:off x="310896" y="3105835"/>
            <a:ext cx="119877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Add an automatic 'dark mode' toggle to our web app that triggers based on the user's local sunset time.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Agent1 (Product Mgr. ) – Creates/Analyses the requirements, and defines success criteria.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Agent2 (Planner) - Takes the requirements and assigns it the software Dev agent and QA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Agent3 (Developer) -  Develops the code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Agent4 (Quality Assurance) - Reviews code, writes tests, and hunts for bugs.</a:t>
            </a:r>
          </a:p>
        </p:txBody>
      </p:sp>
    </p:spTree>
    <p:extLst>
      <p:ext uri="{BB962C8B-B14F-4D97-AF65-F5344CB8AC3E}">
        <p14:creationId xmlns:p14="http://schemas.microsoft.com/office/powerpoint/2010/main" val="1311170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8ED8-F8F6-482B-40D6-D65C0FCD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F58426-7DA5-0BF5-E69E-CDB1F5E1AA81}"/>
              </a:ext>
            </a:extLst>
          </p:cNvPr>
          <p:cNvSpPr txBox="1"/>
          <p:nvPr/>
        </p:nvSpPr>
        <p:spPr>
          <a:xfrm>
            <a:off x="56704" y="504456"/>
            <a:ext cx="11393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share data among each other through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shared 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3B0E0-D933-7EA6-0F59-82392454A3A9}"/>
              </a:ext>
            </a:extLst>
          </p:cNvPr>
          <p:cNvSpPr txBox="1"/>
          <p:nvPr/>
        </p:nvSpPr>
        <p:spPr>
          <a:xfrm>
            <a:off x="97016" y="5657011"/>
            <a:ext cx="119877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Shared state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acts as a centralized information hub or a common environment that all agents can read from and write 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58642F-3FE3-B204-A82F-406D0765E25A}"/>
              </a:ext>
            </a:extLst>
          </p:cNvPr>
          <p:cNvSpPr/>
          <p:nvPr/>
        </p:nvSpPr>
        <p:spPr>
          <a:xfrm>
            <a:off x="466344" y="1419157"/>
            <a:ext cx="3703320" cy="1524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 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35F1DC-015C-B10D-6BB8-115108C1D087}"/>
              </a:ext>
            </a:extLst>
          </p:cNvPr>
          <p:cNvSpPr/>
          <p:nvPr/>
        </p:nvSpPr>
        <p:spPr>
          <a:xfrm>
            <a:off x="512030" y="2254693"/>
            <a:ext cx="824993" cy="42501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96E69F-5B5C-4084-67D5-A5A9C7CC4999}"/>
              </a:ext>
            </a:extLst>
          </p:cNvPr>
          <p:cNvSpPr/>
          <p:nvPr/>
        </p:nvSpPr>
        <p:spPr>
          <a:xfrm>
            <a:off x="2885046" y="2101140"/>
            <a:ext cx="110446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6F3DB8-FE55-8090-841B-7611675D0635}"/>
              </a:ext>
            </a:extLst>
          </p:cNvPr>
          <p:cNvSpPr/>
          <p:nvPr/>
        </p:nvSpPr>
        <p:spPr>
          <a:xfrm>
            <a:off x="1382709" y="2101140"/>
            <a:ext cx="140799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2A06D4-2424-EEF8-F7BA-31D9F4820BED}"/>
              </a:ext>
            </a:extLst>
          </p:cNvPr>
          <p:cNvSpPr/>
          <p:nvPr/>
        </p:nvSpPr>
        <p:spPr>
          <a:xfrm>
            <a:off x="4395216" y="1419157"/>
            <a:ext cx="3703320" cy="1524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 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A7C1A3-5DFE-CC82-9041-2F52F48F1AB1}"/>
              </a:ext>
            </a:extLst>
          </p:cNvPr>
          <p:cNvSpPr/>
          <p:nvPr/>
        </p:nvSpPr>
        <p:spPr>
          <a:xfrm>
            <a:off x="4440902" y="2254693"/>
            <a:ext cx="824993" cy="42501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D8AEA9-2B8A-BAC0-6B13-68BE6E1ED608}"/>
              </a:ext>
            </a:extLst>
          </p:cNvPr>
          <p:cNvSpPr/>
          <p:nvPr/>
        </p:nvSpPr>
        <p:spPr>
          <a:xfrm>
            <a:off x="6813918" y="2101140"/>
            <a:ext cx="110446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95813E3-807C-389A-A615-B577AF55B91A}"/>
              </a:ext>
            </a:extLst>
          </p:cNvPr>
          <p:cNvSpPr/>
          <p:nvPr/>
        </p:nvSpPr>
        <p:spPr>
          <a:xfrm>
            <a:off x="5311581" y="2101140"/>
            <a:ext cx="140799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58422A-7208-AD43-E345-CC096E2E96D5}"/>
              </a:ext>
            </a:extLst>
          </p:cNvPr>
          <p:cNvSpPr/>
          <p:nvPr/>
        </p:nvSpPr>
        <p:spPr>
          <a:xfrm>
            <a:off x="8400288" y="1419157"/>
            <a:ext cx="3703320" cy="1524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 3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46555FD-A887-AB0B-940E-C096CF41BEC5}"/>
              </a:ext>
            </a:extLst>
          </p:cNvPr>
          <p:cNvSpPr/>
          <p:nvPr/>
        </p:nvSpPr>
        <p:spPr>
          <a:xfrm>
            <a:off x="8445974" y="2254693"/>
            <a:ext cx="824993" cy="42501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11BCDA7-D9B3-6354-229C-E8B9D9590798}"/>
              </a:ext>
            </a:extLst>
          </p:cNvPr>
          <p:cNvSpPr/>
          <p:nvPr/>
        </p:nvSpPr>
        <p:spPr>
          <a:xfrm>
            <a:off x="10818990" y="2101140"/>
            <a:ext cx="110446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C3903D-3202-6F6B-2183-488C739D6F74}"/>
              </a:ext>
            </a:extLst>
          </p:cNvPr>
          <p:cNvSpPr/>
          <p:nvPr/>
        </p:nvSpPr>
        <p:spPr>
          <a:xfrm>
            <a:off x="9316653" y="2101140"/>
            <a:ext cx="140799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EF6914-9316-DE9F-0515-CB82E0C908F0}"/>
              </a:ext>
            </a:extLst>
          </p:cNvPr>
          <p:cNvSpPr/>
          <p:nvPr/>
        </p:nvSpPr>
        <p:spPr>
          <a:xfrm>
            <a:off x="996696" y="3429000"/>
            <a:ext cx="10570464" cy="12161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Shared State </a:t>
            </a:r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A8684D47-8D52-8AE9-91B7-E890C19D8AAC}"/>
              </a:ext>
            </a:extLst>
          </p:cNvPr>
          <p:cNvSpPr/>
          <p:nvPr/>
        </p:nvSpPr>
        <p:spPr>
          <a:xfrm>
            <a:off x="2514600" y="3090672"/>
            <a:ext cx="276101" cy="3062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987E70E9-87B6-4C4B-B254-CDB0EB951AB3}"/>
              </a:ext>
            </a:extLst>
          </p:cNvPr>
          <p:cNvSpPr/>
          <p:nvPr/>
        </p:nvSpPr>
        <p:spPr>
          <a:xfrm>
            <a:off x="5952858" y="3033318"/>
            <a:ext cx="276101" cy="3062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C2E46A66-AA30-4101-0AAF-CD3A47FA722F}"/>
              </a:ext>
            </a:extLst>
          </p:cNvPr>
          <p:cNvSpPr/>
          <p:nvPr/>
        </p:nvSpPr>
        <p:spPr>
          <a:xfrm>
            <a:off x="9401299" y="3078014"/>
            <a:ext cx="276101" cy="3062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51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AF2-BE24-D586-CE52-CFFC6BC26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4CDAFF-26BA-0439-A1DF-49E3719E5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20095"/>
              </p:ext>
            </p:extLst>
          </p:nvPr>
        </p:nvGraphicFramePr>
        <p:xfrm>
          <a:off x="603504" y="2286000"/>
          <a:ext cx="11256264" cy="2651760"/>
        </p:xfrm>
        <a:graphic>
          <a:graphicData uri="http://schemas.openxmlformats.org/drawingml/2006/table">
            <a:tbl>
              <a:tblPr/>
              <a:tblGrid>
                <a:gridCol w="2624328">
                  <a:extLst>
                    <a:ext uri="{9D8B030D-6E8A-4147-A177-3AD203B41FA5}">
                      <a16:colId xmlns:a16="http://schemas.microsoft.com/office/drawing/2014/main" val="752617204"/>
                    </a:ext>
                  </a:extLst>
                </a:gridCol>
                <a:gridCol w="8631936">
                  <a:extLst>
                    <a:ext uri="{9D8B030D-6E8A-4147-A177-3AD203B41FA5}">
                      <a16:colId xmlns:a16="http://schemas.microsoft.com/office/drawing/2014/main" val="2953563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961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Planner (LLM)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Decides </a:t>
                      </a:r>
                      <a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what steps to take – </a:t>
                      </a:r>
                      <a:r>
                        <a:rPr lang="en-US" sz="2400" i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Needs LLM for this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262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Memory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Stores past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27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External capabilities (APIs, DBs, calculators)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731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Executor </a:t>
                      </a:r>
                    </a:p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(Code runner)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Actually, performs the actions by calling tools -  Runs the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3335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611136-0F81-389E-9FBC-44FC6B1C9F7E}"/>
              </a:ext>
            </a:extLst>
          </p:cNvPr>
          <p:cNvSpPr txBox="1"/>
          <p:nvPr/>
        </p:nvSpPr>
        <p:spPr>
          <a:xfrm>
            <a:off x="845820" y="676656"/>
            <a:ext cx="103098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</a:t>
            </a:r>
          </a:p>
          <a:p>
            <a:pPr>
              <a:buNone/>
            </a:pP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of modules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working together:</a:t>
            </a:r>
          </a:p>
        </p:txBody>
      </p:sp>
    </p:spTree>
    <p:extLst>
      <p:ext uri="{BB962C8B-B14F-4D97-AF65-F5344CB8AC3E}">
        <p14:creationId xmlns:p14="http://schemas.microsoft.com/office/powerpoint/2010/main" val="4212842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94699-A25E-4C22-7E06-982C17AF0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8BCBB6-EA83-55D9-41BA-BB200D4AE60C}"/>
              </a:ext>
            </a:extLst>
          </p:cNvPr>
          <p:cNvSpPr txBox="1"/>
          <p:nvPr/>
        </p:nvSpPr>
        <p:spPr>
          <a:xfrm>
            <a:off x="562356" y="1984248"/>
            <a:ext cx="10309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 </a:t>
            </a:r>
            <a:endParaRPr lang="en-US" sz="5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044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F43F-1997-1C24-7B3F-06916F68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3C8905-562D-0643-2816-BC33631484CF}"/>
              </a:ext>
            </a:extLst>
          </p:cNvPr>
          <p:cNvSpPr txBox="1"/>
          <p:nvPr/>
        </p:nvSpPr>
        <p:spPr>
          <a:xfrm>
            <a:off x="141732" y="1042416"/>
            <a:ext cx="103098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🪙 Running Example (FinTech)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User Query: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“Analyze my spending this month and tell me if I can invest ₹10,000 in stocks.”</a:t>
            </a:r>
          </a:p>
        </p:txBody>
      </p:sp>
    </p:spTree>
    <p:extLst>
      <p:ext uri="{BB962C8B-B14F-4D97-AF65-F5344CB8AC3E}">
        <p14:creationId xmlns:p14="http://schemas.microsoft.com/office/powerpoint/2010/main" val="3228215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7EAA-1758-E262-FC61-DE515135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AF51C1-3604-9FB8-705F-E2D27CFD5E6D}"/>
              </a:ext>
            </a:extLst>
          </p:cNvPr>
          <p:cNvSpPr txBox="1"/>
          <p:nvPr/>
        </p:nvSpPr>
        <p:spPr>
          <a:xfrm>
            <a:off x="256032" y="469452"/>
            <a:ext cx="71323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1️⃣ Planner (The Strategist)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Breaks the problem into steps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solve the task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 creates a plan like: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1: Fetch user transaction data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2: Calculate total expenses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3: Calculate savings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4: Check if ₹10,000 is affordable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5: Suggest investment decision</a:t>
            </a:r>
          </a:p>
        </p:txBody>
      </p:sp>
    </p:spTree>
    <p:extLst>
      <p:ext uri="{BB962C8B-B14F-4D97-AF65-F5344CB8AC3E}">
        <p14:creationId xmlns:p14="http://schemas.microsoft.com/office/powerpoint/2010/main" val="3152873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88C4D-815C-A8F3-549A-3264580B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67B4FD-E6BA-C1D4-FF4B-4C0B8C99DC36}"/>
              </a:ext>
            </a:extLst>
          </p:cNvPr>
          <p:cNvSpPr txBox="1"/>
          <p:nvPr/>
        </p:nvSpPr>
        <p:spPr>
          <a:xfrm>
            <a:off x="182880" y="176844"/>
            <a:ext cx="568756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2️⃣ Memory (The Context Keeper)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history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Preferences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Past interactions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may store: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User monthly income: ₹50,000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Previous spending patterns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Risk appetite: Moderate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Past investments: Mutual funds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With memory: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becomes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personalized advisor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070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9DDE3-ABA7-45DE-5C5B-F46E23B6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80A718-9BEC-6C4A-9A38-79960DB7269C}"/>
              </a:ext>
            </a:extLst>
          </p:cNvPr>
          <p:cNvSpPr txBox="1"/>
          <p:nvPr/>
        </p:nvSpPr>
        <p:spPr>
          <a:xfrm>
            <a:off x="182880" y="176844"/>
            <a:ext cx="568756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3️⃣ Tools (The Capabilities Layer)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Allows agent to interact with the outside world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🔧 Examples in FinTech: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 API → fetch transactions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Calculator → compute savings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API → get market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Risk model → evaluate investment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may use: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1: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get_transactions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user_id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2: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calculate_total_expense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(data)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3: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stock_price_api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98794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91BA-0297-AB4E-F127-960E63DC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0B610-BAD2-2571-86D9-708270F60065}"/>
              </a:ext>
            </a:extLst>
          </p:cNvPr>
          <p:cNvSpPr txBox="1"/>
          <p:nvPr/>
        </p:nvSpPr>
        <p:spPr>
          <a:xfrm>
            <a:off x="182880" y="176844"/>
            <a:ext cx="56875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4️⃣ Executor (The Doer)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Executes the plan created by Planner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Calls tools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Collects results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Sends back to LLM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 workflow: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get_transactions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Run expense calculation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Compute savings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Send results back to LLM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065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2CE75-2097-73D3-C724-70714FB4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9E7423-7811-06B4-2FD9-8E108721BD68}"/>
              </a:ext>
            </a:extLst>
          </p:cNvPr>
          <p:cNvSpPr txBox="1"/>
          <p:nvPr/>
        </p:nvSpPr>
        <p:spPr>
          <a:xfrm>
            <a:off x="562356" y="1984248"/>
            <a:ext cx="10309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 </a:t>
            </a:r>
            <a:endParaRPr lang="en-US" sz="5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782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050" y="719400"/>
            <a:ext cx="117979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you're trying to book a vacation.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to research flights -&gt; find hotels -&gt; check restaurant reviews -&gt; and keep track of your budget.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workflow automation</a:t>
            </a:r>
            <a:endParaRPr lang="en-US" sz="2400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traditional automation system follows a predetermined sequence: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takes inputs such as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dates, location, and budget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make calls to predefined APIs in a fixed order.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However, if any unexpected situations arise, such as flights being sold out, or the specified hotels being unavailable, it cannot adapt.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47188" y="501804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</a:t>
            </a:r>
          </a:p>
        </p:txBody>
      </p:sp>
      <p:sp>
        <p:nvSpPr>
          <p:cNvPr id="6" name="Rectangle 5"/>
          <p:cNvSpPr/>
          <p:nvPr/>
        </p:nvSpPr>
        <p:spPr>
          <a:xfrm>
            <a:off x="407092" y="501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73639" y="510612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9182" y="503901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step3</a:t>
            </a:r>
          </a:p>
        </p:txBody>
      </p:sp>
      <p:sp>
        <p:nvSpPr>
          <p:cNvPr id="9" name="Rectangle 8"/>
          <p:cNvSpPr/>
          <p:nvPr/>
        </p:nvSpPr>
        <p:spPr>
          <a:xfrm>
            <a:off x="7888682" y="501804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454315" y="5320045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418739" y="5388555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197207" y="5388555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7026009" y="5363388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82C3F7-7BBA-E996-1CFA-1BCE3DEA5330}"/>
              </a:ext>
            </a:extLst>
          </p:cNvPr>
          <p:cNvSpPr txBox="1"/>
          <p:nvPr/>
        </p:nvSpPr>
        <p:spPr>
          <a:xfrm>
            <a:off x="178308" y="16000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Booking vacations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8308" y="621667"/>
            <a:ext cx="117979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Workflow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combines AI's ability to make judgements and call the relevant tools to execute the task.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flights or hotels are unavailable, an agent can reassess and suggest a new itinerary with altered dates or locations, and continue executing your travel booking.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agent's output will be nondeterministic given: real-time availability and pricing changes, dynamic prioritization of constraints, ability to recover from failures, and adaptive decision-making based on intermediate results.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7FC22-3A8B-18CC-2E0F-6D0315F781CF}"/>
              </a:ext>
            </a:extLst>
          </p:cNvPr>
          <p:cNvSpPr txBox="1"/>
          <p:nvPr/>
        </p:nvSpPr>
        <p:spPr>
          <a:xfrm>
            <a:off x="178308" y="16000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Booking vacations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B5904-4575-A0A6-5369-4DD2C75C7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478" y="3776391"/>
            <a:ext cx="5429314" cy="282102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54E58070-AEEE-E1A7-9AD1-EA50C6B901DA}"/>
              </a:ext>
            </a:extLst>
          </p:cNvPr>
          <p:cNvGrpSpPr/>
          <p:nvPr/>
        </p:nvGrpSpPr>
        <p:grpSpPr>
          <a:xfrm>
            <a:off x="1401264" y="4767336"/>
            <a:ext cx="1668960" cy="479160"/>
            <a:chOff x="1401264" y="4767336"/>
            <a:chExt cx="1668960" cy="47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C32AFFE-47CC-AD47-993B-DF9789532C58}"/>
                    </a:ext>
                  </a:extLst>
                </p14:cNvPr>
                <p14:cNvContentPartPr/>
                <p14:nvPr/>
              </p14:nvContentPartPr>
              <p14:xfrm>
                <a:off x="2453544" y="5130936"/>
                <a:ext cx="511560" cy="28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C32AFFE-47CC-AD47-993B-DF9789532C5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17544" y="5094936"/>
                  <a:ext cx="583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4354A6E-E4F8-31EA-E2C1-E95DB23DE731}"/>
                    </a:ext>
                  </a:extLst>
                </p14:cNvPr>
                <p14:cNvContentPartPr/>
                <p14:nvPr/>
              </p14:nvContentPartPr>
              <p14:xfrm>
                <a:off x="2872944" y="5086296"/>
                <a:ext cx="197280" cy="160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4354A6E-E4F8-31EA-E2C1-E95DB23DE73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37304" y="5050296"/>
                  <a:ext cx="2689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0212C1-E065-7E0B-670B-C1C8F260640E}"/>
                    </a:ext>
                  </a:extLst>
                </p14:cNvPr>
                <p14:cNvContentPartPr/>
                <p14:nvPr/>
              </p14:nvContentPartPr>
              <p14:xfrm>
                <a:off x="1401264" y="4926456"/>
                <a:ext cx="162000" cy="10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0212C1-E065-7E0B-670B-C1C8F260640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5624" y="4890456"/>
                  <a:ext cx="233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75B0A6E-DB96-F468-C72F-DDDD5BAAB2EC}"/>
                    </a:ext>
                  </a:extLst>
                </p14:cNvPr>
                <p14:cNvContentPartPr/>
                <p14:nvPr/>
              </p14:nvContentPartPr>
              <p14:xfrm>
                <a:off x="1419264" y="4811616"/>
                <a:ext cx="33480" cy="27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75B0A6E-DB96-F468-C72F-DDDD5BAAB2E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83264" y="4775976"/>
                  <a:ext cx="105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B266DB4-4EE5-B902-2856-36EC26BF76D7}"/>
                    </a:ext>
                  </a:extLst>
                </p14:cNvPr>
                <p14:cNvContentPartPr/>
                <p14:nvPr/>
              </p14:nvContentPartPr>
              <p14:xfrm>
                <a:off x="1595304" y="4905936"/>
                <a:ext cx="134280" cy="138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B266DB4-4EE5-B902-2856-36EC26BF76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59304" y="4869936"/>
                  <a:ext cx="205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71DC0CC-90AA-3FFD-FB58-C9D0DFA7BEE6}"/>
                    </a:ext>
                  </a:extLst>
                </p14:cNvPr>
                <p14:cNvContentPartPr/>
                <p14:nvPr/>
              </p14:nvContentPartPr>
              <p14:xfrm>
                <a:off x="1800144" y="4904136"/>
                <a:ext cx="147240" cy="257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71DC0CC-90AA-3FFD-FB58-C9D0DFA7BEE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64144" y="4868136"/>
                  <a:ext cx="2188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62F0DB9-6804-800A-4C81-0BE1623D3161}"/>
                    </a:ext>
                  </a:extLst>
                </p14:cNvPr>
                <p14:cNvContentPartPr/>
                <p14:nvPr/>
              </p14:nvContentPartPr>
              <p14:xfrm>
                <a:off x="2019744" y="4767336"/>
                <a:ext cx="438480" cy="238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62F0DB9-6804-800A-4C81-0BE1623D316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83744" y="4731336"/>
                  <a:ext cx="5101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1E53A6-A7E4-B90E-5130-0DE3BB5E6E00}"/>
                    </a:ext>
                  </a:extLst>
                </p14:cNvPr>
                <p14:cNvContentPartPr/>
                <p14:nvPr/>
              </p14:nvContentPartPr>
              <p14:xfrm>
                <a:off x="2248344" y="4843656"/>
                <a:ext cx="200880" cy="34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1E53A6-A7E4-B90E-5130-0DE3BB5E6E0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12704" y="4807656"/>
                  <a:ext cx="27252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B2DD3F6-F727-DCE5-8E23-9C2BE725A32D}"/>
              </a:ext>
            </a:extLst>
          </p:cNvPr>
          <p:cNvGrpSpPr/>
          <p:nvPr/>
        </p:nvGrpSpPr>
        <p:grpSpPr>
          <a:xfrm>
            <a:off x="4314744" y="4572576"/>
            <a:ext cx="6261480" cy="759600"/>
            <a:chOff x="4314744" y="4572576"/>
            <a:chExt cx="6261480" cy="75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02D6B20-EA65-887B-A0F9-3FAEEEF6809D}"/>
                    </a:ext>
                  </a:extLst>
                </p14:cNvPr>
                <p14:cNvContentPartPr/>
                <p14:nvPr/>
              </p14:nvContentPartPr>
              <p14:xfrm>
                <a:off x="8716824" y="5146416"/>
                <a:ext cx="332280" cy="11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02D6B20-EA65-887B-A0F9-3FAEEEF6809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81184" y="5110416"/>
                  <a:ext cx="403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9A982DD-261C-FB1D-4F23-71C8CA351A81}"/>
                    </a:ext>
                  </a:extLst>
                </p14:cNvPr>
                <p14:cNvContentPartPr/>
                <p14:nvPr/>
              </p14:nvContentPartPr>
              <p14:xfrm>
                <a:off x="8960904" y="5083776"/>
                <a:ext cx="189720" cy="136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9A982DD-261C-FB1D-4F23-71C8CA351A8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25264" y="5047776"/>
                  <a:ext cx="2613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C1B1BF9-5E16-3C67-9B7E-D2D3AD34ABC9}"/>
                    </a:ext>
                  </a:extLst>
                </p14:cNvPr>
                <p14:cNvContentPartPr/>
                <p14:nvPr/>
              </p14:nvContentPartPr>
              <p14:xfrm>
                <a:off x="9198144" y="4904856"/>
                <a:ext cx="220680" cy="139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C1B1BF9-5E16-3C67-9B7E-D2D3AD34ABC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62504" y="4869216"/>
                  <a:ext cx="292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584378-A191-9649-FC7A-2E268CDD2385}"/>
                    </a:ext>
                  </a:extLst>
                </p14:cNvPr>
                <p14:cNvContentPartPr/>
                <p14:nvPr/>
              </p14:nvContentPartPr>
              <p14:xfrm>
                <a:off x="9464184" y="4950576"/>
                <a:ext cx="254880" cy="86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584378-A191-9649-FC7A-2E268CDD238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428544" y="4914576"/>
                  <a:ext cx="3265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AF2B882-19C3-D976-C357-77B0712AF86E}"/>
                    </a:ext>
                  </a:extLst>
                </p14:cNvPr>
                <p14:cNvContentPartPr/>
                <p14:nvPr/>
              </p14:nvContentPartPr>
              <p14:xfrm>
                <a:off x="9721224" y="4825296"/>
                <a:ext cx="184680" cy="203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AF2B882-19C3-D976-C357-77B0712AF86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85224" y="4789296"/>
                  <a:ext cx="256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90558D7-EE98-EA36-42FA-7C6C8EA44F82}"/>
                    </a:ext>
                  </a:extLst>
                </p14:cNvPr>
                <p14:cNvContentPartPr/>
                <p14:nvPr/>
              </p14:nvContentPartPr>
              <p14:xfrm>
                <a:off x="9746424" y="4906656"/>
                <a:ext cx="113040" cy="21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90558D7-EE98-EA36-42FA-7C6C8EA44F8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10784" y="4871016"/>
                  <a:ext cx="184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9F00FA-6BC5-5931-E09A-483EE3F71460}"/>
                    </a:ext>
                  </a:extLst>
                </p14:cNvPr>
                <p14:cNvContentPartPr/>
                <p14:nvPr/>
              </p14:nvContentPartPr>
              <p14:xfrm>
                <a:off x="9948744" y="4934736"/>
                <a:ext cx="140040" cy="235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9F00FA-6BC5-5931-E09A-483EE3F714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12744" y="4898736"/>
                  <a:ext cx="2116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5E27C1-697C-E1C7-991E-1A3B9D09A4EE}"/>
                    </a:ext>
                  </a:extLst>
                </p14:cNvPr>
                <p14:cNvContentPartPr/>
                <p14:nvPr/>
              </p14:nvContentPartPr>
              <p14:xfrm>
                <a:off x="10107864" y="4789656"/>
                <a:ext cx="468360" cy="231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5E27C1-697C-E1C7-991E-1A3B9D09A4E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71864" y="4754016"/>
                  <a:ext cx="5400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41415CA-624B-96D3-1832-3D43901D7E54}"/>
                    </a:ext>
                  </a:extLst>
                </p14:cNvPr>
                <p14:cNvContentPartPr/>
                <p14:nvPr/>
              </p14:nvContentPartPr>
              <p14:xfrm>
                <a:off x="10379664" y="4877496"/>
                <a:ext cx="189720" cy="54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41415CA-624B-96D3-1832-3D43901D7E5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43664" y="4841496"/>
                  <a:ext cx="261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A3BEDD8-A8C1-B880-C6F5-BF28F026C2EA}"/>
                    </a:ext>
                  </a:extLst>
                </p14:cNvPr>
                <p14:cNvContentPartPr/>
                <p14:nvPr/>
              </p14:nvContentPartPr>
              <p14:xfrm>
                <a:off x="4314744" y="4572576"/>
                <a:ext cx="4541400" cy="759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A3BEDD8-A8C1-B880-C6F5-BF28F026C2E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79104" y="4536576"/>
                  <a:ext cx="4613040" cy="8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3F78396-CC70-AB97-C2F9-3723305ADB3F}"/>
                    </a:ext>
                  </a:extLst>
                </p14:cNvPr>
                <p14:cNvContentPartPr/>
                <p14:nvPr/>
              </p14:nvContentPartPr>
              <p14:xfrm>
                <a:off x="8595144" y="4747536"/>
                <a:ext cx="314280" cy="163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3F78396-CC70-AB97-C2F9-3723305ADB3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59504" y="4711896"/>
                  <a:ext cx="3859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1EEFD56-831A-C700-F406-3C9E8CCB3E81}"/>
              </a:ext>
            </a:extLst>
          </p:cNvPr>
          <p:cNvGrpSpPr/>
          <p:nvPr/>
        </p:nvGrpSpPr>
        <p:grpSpPr>
          <a:xfrm>
            <a:off x="4249584" y="5463936"/>
            <a:ext cx="5157360" cy="1322280"/>
            <a:chOff x="4249584" y="5463936"/>
            <a:chExt cx="5157360" cy="13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8613DDE-201F-8F3D-149B-8A172C0F5112}"/>
                    </a:ext>
                  </a:extLst>
                </p14:cNvPr>
                <p14:cNvContentPartPr/>
                <p14:nvPr/>
              </p14:nvContentPartPr>
              <p14:xfrm>
                <a:off x="4982544" y="6493536"/>
                <a:ext cx="155520" cy="251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8613DDE-201F-8F3D-149B-8A172C0F511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46544" y="6457536"/>
                  <a:ext cx="2271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DB3D40E-892D-23D2-E152-BD44E72D1AD3}"/>
                    </a:ext>
                  </a:extLst>
                </p14:cNvPr>
                <p14:cNvContentPartPr/>
                <p14:nvPr/>
              </p14:nvContentPartPr>
              <p14:xfrm>
                <a:off x="5180544" y="6599016"/>
                <a:ext cx="196200" cy="129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DB3D40E-892D-23D2-E152-BD44E72D1AD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44904" y="6563376"/>
                  <a:ext cx="267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F3DB464-26E6-8105-3521-C2C698B96344}"/>
                    </a:ext>
                  </a:extLst>
                </p14:cNvPr>
                <p14:cNvContentPartPr/>
                <p14:nvPr/>
              </p14:nvContentPartPr>
              <p14:xfrm>
                <a:off x="5396904" y="6614136"/>
                <a:ext cx="163440" cy="101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F3DB464-26E6-8105-3521-C2C698B9634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361264" y="6578496"/>
                  <a:ext cx="2350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D4D3D4-80E5-FCFE-84BD-E2D75431B61B}"/>
                    </a:ext>
                  </a:extLst>
                </p14:cNvPr>
                <p14:cNvContentPartPr/>
                <p14:nvPr/>
              </p14:nvContentPartPr>
              <p14:xfrm>
                <a:off x="5600304" y="6578856"/>
                <a:ext cx="154440" cy="134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D4D3D4-80E5-FCFE-84BD-E2D75431B61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64304" y="6542856"/>
                  <a:ext cx="226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44DFB5-15FA-D2D2-B167-FE1D6FA18D59}"/>
                    </a:ext>
                  </a:extLst>
                </p14:cNvPr>
                <p14:cNvContentPartPr/>
                <p14:nvPr/>
              </p14:nvContentPartPr>
              <p14:xfrm>
                <a:off x="5868864" y="6612696"/>
                <a:ext cx="143640" cy="88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44DFB5-15FA-D2D2-B167-FE1D6FA18D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33224" y="6576696"/>
                  <a:ext cx="215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72FBE32-45D5-57E6-E357-0548F8209169}"/>
                    </a:ext>
                  </a:extLst>
                </p14:cNvPr>
                <p14:cNvContentPartPr/>
                <p14:nvPr/>
              </p14:nvContentPartPr>
              <p14:xfrm>
                <a:off x="6200784" y="6573456"/>
                <a:ext cx="20880" cy="138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72FBE32-45D5-57E6-E357-0548F820916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65144" y="6537816"/>
                  <a:ext cx="92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985D74F-2288-C7DA-27FF-635505D949EC}"/>
                    </a:ext>
                  </a:extLst>
                </p14:cNvPr>
                <p14:cNvContentPartPr/>
                <p14:nvPr/>
              </p14:nvContentPartPr>
              <p14:xfrm>
                <a:off x="6117984" y="6640056"/>
                <a:ext cx="20484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85D74F-2288-C7DA-27FF-635505D949E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81984" y="6604416"/>
                  <a:ext cx="276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8912BFD-CA63-A650-B14C-ED7F187F15BD}"/>
                    </a:ext>
                  </a:extLst>
                </p14:cNvPr>
                <p14:cNvContentPartPr/>
                <p14:nvPr/>
              </p14:nvContentPartPr>
              <p14:xfrm>
                <a:off x="6456384" y="6507576"/>
                <a:ext cx="182160" cy="232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8912BFD-CA63-A650-B14C-ED7F187F15B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420384" y="6471936"/>
                  <a:ext cx="2538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4ED6C7-D36C-44E6-DDF8-B01CF21022B9}"/>
                    </a:ext>
                  </a:extLst>
                </p14:cNvPr>
                <p14:cNvContentPartPr/>
                <p14:nvPr/>
              </p14:nvContentPartPr>
              <p14:xfrm>
                <a:off x="6462144" y="6612696"/>
                <a:ext cx="168480" cy="26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4ED6C7-D36C-44E6-DDF8-B01CF21022B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26144" y="6576696"/>
                  <a:ext cx="240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06A506-F38B-5E25-3299-FFAF7E70531A}"/>
                    </a:ext>
                  </a:extLst>
                </p14:cNvPr>
                <p14:cNvContentPartPr/>
                <p14:nvPr/>
              </p14:nvContentPartPr>
              <p14:xfrm>
                <a:off x="6741504" y="6489936"/>
                <a:ext cx="137160" cy="228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06A506-F38B-5E25-3299-FFAF7E70531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705504" y="6453936"/>
                  <a:ext cx="2088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508614-F64E-579F-ECF3-19E97FDA4F84}"/>
                    </a:ext>
                  </a:extLst>
                </p14:cNvPr>
                <p14:cNvContentPartPr/>
                <p14:nvPr/>
              </p14:nvContentPartPr>
              <p14:xfrm>
                <a:off x="6901344" y="6608376"/>
                <a:ext cx="150120" cy="97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508614-F64E-579F-ECF3-19E97FDA4F8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65344" y="6572736"/>
                  <a:ext cx="221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98FFE42-DE83-C2A3-030F-9B12186D1D63}"/>
                    </a:ext>
                  </a:extLst>
                </p14:cNvPr>
                <p14:cNvContentPartPr/>
                <p14:nvPr/>
              </p14:nvContentPartPr>
              <p14:xfrm>
                <a:off x="7132104" y="6581736"/>
                <a:ext cx="100800" cy="204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98FFE42-DE83-C2A3-030F-9B12186D1D6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096104" y="6545736"/>
                  <a:ext cx="1724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1452772-4384-706B-725E-FE7C95F6014B}"/>
                    </a:ext>
                  </a:extLst>
                </p14:cNvPr>
                <p14:cNvContentPartPr/>
                <p14:nvPr/>
              </p14:nvContentPartPr>
              <p14:xfrm>
                <a:off x="7308504" y="6505056"/>
                <a:ext cx="95040" cy="199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1452772-4384-706B-725E-FE7C95F6014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272864" y="6469056"/>
                  <a:ext cx="166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46D7E4-A02B-61D0-6178-F603F840FC4B}"/>
                    </a:ext>
                  </a:extLst>
                </p14:cNvPr>
                <p14:cNvContentPartPr/>
                <p14:nvPr/>
              </p14:nvContentPartPr>
              <p14:xfrm>
                <a:off x="7343424" y="6615936"/>
                <a:ext cx="101880" cy="23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46D7E4-A02B-61D0-6178-F603F840FC4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307784" y="6580296"/>
                  <a:ext cx="173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0320230-6EAD-EA34-558B-22673EEA4996}"/>
                    </a:ext>
                  </a:extLst>
                </p14:cNvPr>
                <p14:cNvContentPartPr/>
                <p14:nvPr/>
              </p14:nvContentPartPr>
              <p14:xfrm>
                <a:off x="4249584" y="5463936"/>
                <a:ext cx="5157360" cy="968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0320230-6EAD-EA34-558B-22673EEA499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213944" y="5427936"/>
                  <a:ext cx="5229000" cy="10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87AA46B-5935-A5BA-37D1-8C7DD7C93A9A}"/>
              </a:ext>
            </a:extLst>
          </p:cNvPr>
          <p:cNvGrpSpPr/>
          <p:nvPr/>
        </p:nvGrpSpPr>
        <p:grpSpPr>
          <a:xfrm>
            <a:off x="4380984" y="5125536"/>
            <a:ext cx="1972080" cy="375480"/>
            <a:chOff x="4380984" y="5125536"/>
            <a:chExt cx="197208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66F92D-2929-8D53-DB9E-95434A9F4586}"/>
                    </a:ext>
                  </a:extLst>
                </p14:cNvPr>
                <p14:cNvContentPartPr/>
                <p14:nvPr/>
              </p14:nvContentPartPr>
              <p14:xfrm>
                <a:off x="4380984" y="5133456"/>
                <a:ext cx="1951560" cy="367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66F92D-2929-8D53-DB9E-95434A9F458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45344" y="5097456"/>
                  <a:ext cx="202320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4E42A5-B0E8-292F-60FE-EB4D6E7145FA}"/>
                    </a:ext>
                  </a:extLst>
                </p14:cNvPr>
                <p14:cNvContentPartPr/>
                <p14:nvPr/>
              </p14:nvContentPartPr>
              <p14:xfrm>
                <a:off x="6220224" y="5125536"/>
                <a:ext cx="132840" cy="227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4E42A5-B0E8-292F-60FE-EB4D6E7145F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184224" y="5089536"/>
                  <a:ext cx="204480" cy="29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0E58023-52F4-CCA7-61DE-5FAA5E1BBCF0}"/>
                  </a:ext>
                </a:extLst>
              </p14:cNvPr>
              <p14:cNvContentPartPr/>
              <p14:nvPr/>
            </p14:nvContentPartPr>
            <p14:xfrm>
              <a:off x="4370904" y="5734296"/>
              <a:ext cx="1936800" cy="4460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0E58023-52F4-CCA7-61DE-5FAA5E1BBCF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334904" y="5698296"/>
                <a:ext cx="2008440" cy="51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2230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95908-F80B-552C-0C8C-645F7D0D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DAF7254-BC8D-B331-A422-B3BFD5C9F06A}"/>
              </a:ext>
            </a:extLst>
          </p:cNvPr>
          <p:cNvSpPr txBox="1"/>
          <p:nvPr/>
        </p:nvSpPr>
        <p:spPr>
          <a:xfrm>
            <a:off x="477520" y="16224"/>
            <a:ext cx="884936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AI agent continuously follows this loop: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Perception (Observe)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input from environment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text, images, sensors, user queries 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(Think / Reason)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logic, rules, or ML models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LLM deciding next step 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 (Act)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Performs a task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sending email, calling API, generating response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(Optional)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Improves over time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reinforcement learning, memory updates</a:t>
            </a:r>
          </a:p>
        </p:txBody>
      </p:sp>
    </p:spTree>
    <p:extLst>
      <p:ext uri="{BB962C8B-B14F-4D97-AF65-F5344CB8AC3E}">
        <p14:creationId xmlns:p14="http://schemas.microsoft.com/office/powerpoint/2010/main" val="3659367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B02FC-43FF-B01F-7F4A-DA127C794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BFCB20-0CE5-0BC5-4B11-59C01F10AC95}"/>
              </a:ext>
            </a:extLst>
          </p:cNvPr>
          <p:cNvSpPr txBox="1"/>
          <p:nvPr/>
        </p:nvSpPr>
        <p:spPr>
          <a:xfrm>
            <a:off x="562356" y="1984248"/>
            <a:ext cx="10309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More Examples</a:t>
            </a:r>
            <a:endParaRPr lang="en-US" sz="5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030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929B61-02FA-BAD8-A1E7-BE3CD876C3E4}"/>
              </a:ext>
            </a:extLst>
          </p:cNvPr>
          <p:cNvSpPr txBox="1"/>
          <p:nvPr/>
        </p:nvSpPr>
        <p:spPr>
          <a:xfrm>
            <a:off x="224028" y="238400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examples of AI 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B5396-FECC-1BC6-952B-AF8504B12ABF}"/>
              </a:ext>
            </a:extLst>
          </p:cNvPr>
          <p:cNvSpPr txBox="1"/>
          <p:nvPr/>
        </p:nvSpPr>
        <p:spPr>
          <a:xfrm>
            <a:off x="224028" y="761620"/>
            <a:ext cx="1172260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tasks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customer says "I was charged twice for my Netflix subscription." An agent checks the transaction history, identifies the duplicate, calls the refund API, sends a confirmation, and logs the case — without human involvement. It escalates to a human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the situation is genuinely ambiguous or the customer is distressed.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that could help me review my emails and create tasks on a digital to-do list based on the highest priority emails coming 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that could respond to people reporting bugs and automatically gather missing information and seek clarification on confusing parts of a bug report and then route the bug to the appropriate team to resolve.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415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3B49-108B-4C86-04E1-EF3F43D9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096E43-5F01-FAE3-2871-D448B3704682}"/>
              </a:ext>
            </a:extLst>
          </p:cNvPr>
          <p:cNvSpPr txBox="1"/>
          <p:nvPr/>
        </p:nvSpPr>
        <p:spPr>
          <a:xfrm>
            <a:off x="201168" y="721465"/>
            <a:ext cx="114848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Complicated tasks performed by Agents: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also to build a travel planning agent that takes my preferences and needs into account, researches things like destinations and hotels and even activities, and then suggests an itinerary for me and use a collaborating agent to book everything all in one shot.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to find a list of suppliers, email them for quotes, and sort replies according to the best price.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to create a shopping list based on a recipe, purchase the ingredients online, and have them delivered to you.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that monitor patients' vitals, and suggest treatment plans and even support surgical procedures by providing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realtime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 to surgeons</a:t>
            </a:r>
          </a:p>
        </p:txBody>
      </p:sp>
    </p:spTree>
    <p:extLst>
      <p:ext uri="{BB962C8B-B14F-4D97-AF65-F5344CB8AC3E}">
        <p14:creationId xmlns:p14="http://schemas.microsoft.com/office/powerpoint/2010/main" val="1017202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3EB7-0F85-F38F-48C6-3CB9DB15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E33E46-E073-E5AA-A5BF-24A0C91E1349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BBC46-7811-0367-9ABD-DF35D9F1A496}"/>
              </a:ext>
            </a:extLst>
          </p:cNvPr>
          <p:cNvSpPr txBox="1"/>
          <p:nvPr/>
        </p:nvSpPr>
        <p:spPr>
          <a:xfrm>
            <a:off x="175260" y="751344"/>
            <a:ext cx="112196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Detection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transaction comes in — $85,000 to a new payee at 2 AM from a device never used before.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rules-based system might let it through (amount is under limit).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instead: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checks device fingerprint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looks up IP geolocation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compares against the user's last 90 days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behaviour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queries if the payee account is newly created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calculates a risk score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blocks the transaction and sends an OTP challenge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all in under 200ms.</a:t>
            </a:r>
          </a:p>
        </p:txBody>
      </p:sp>
    </p:spTree>
    <p:extLst>
      <p:ext uri="{BB962C8B-B14F-4D97-AF65-F5344CB8AC3E}">
        <p14:creationId xmlns:p14="http://schemas.microsoft.com/office/powerpoint/2010/main" val="2464189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5FC8B-7D8D-DBFA-86F5-9A25D5EA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299826-37E7-965B-9DCA-40CC31FD3500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A7BD1-76BD-89CB-1D17-DF26F4727C8D}"/>
              </a:ext>
            </a:extLst>
          </p:cNvPr>
          <p:cNvSpPr txBox="1"/>
          <p:nvPr/>
        </p:nvSpPr>
        <p:spPr>
          <a:xfrm>
            <a:off x="175260" y="751344"/>
            <a:ext cx="112196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 Underwriting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loan application arrives.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pulls the applicant's credit bureau report,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fetches bank statement PDFs and parses income/expense patterns,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runs a risk model,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checks for negative news about the employer,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produces a structured recommendation with reasons.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What used to take a human analyst 2–3 days happens in minutes.</a:t>
            </a:r>
          </a:p>
        </p:txBody>
      </p:sp>
    </p:spTree>
    <p:extLst>
      <p:ext uri="{BB962C8B-B14F-4D97-AF65-F5344CB8AC3E}">
        <p14:creationId xmlns:p14="http://schemas.microsoft.com/office/powerpoint/2010/main" val="1728674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5CF57-C8D7-59CF-97C2-AC188CB8F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CDD888-1E83-5885-200D-27C08348B845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9706F-1BFF-8E9D-8809-39B1A5195551}"/>
              </a:ext>
            </a:extLst>
          </p:cNvPr>
          <p:cNvSpPr txBox="1"/>
          <p:nvPr/>
        </p:nvSpPr>
        <p:spPr>
          <a:xfrm>
            <a:off x="175260" y="751344"/>
            <a:ext cx="112196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Algorithmic Trading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watches price feeds,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reads earnings call transcripts,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monitors news sentiment in real time,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executes trades based on a defined strategy — automatically managing position sizes and stop-losses.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also flag unusual market conditions and pause itself, which a static algorithm cannot.</a:t>
            </a:r>
          </a:p>
        </p:txBody>
      </p:sp>
    </p:spTree>
    <p:extLst>
      <p:ext uri="{BB962C8B-B14F-4D97-AF65-F5344CB8AC3E}">
        <p14:creationId xmlns:p14="http://schemas.microsoft.com/office/powerpoint/2010/main" val="4145171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6F443-255B-0A2A-EF6C-49D93049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A12105-6CA4-54AC-3DA1-BD22E9210008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8CBE8-D83F-898F-A030-713088042D83}"/>
              </a:ext>
            </a:extLst>
          </p:cNvPr>
          <p:cNvSpPr txBox="1"/>
          <p:nvPr/>
        </p:nvSpPr>
        <p:spPr>
          <a:xfrm>
            <a:off x="175260" y="751344"/>
            <a:ext cx="112196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important caveat for fintech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in financial services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human-in-the-loop guardrails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high-stakes decisions.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Fully autonomous agents are fine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low-risk actions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(sending a statement, blocking a suspicious transaction).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for large loan approvals, account closures, or large trades, best practice is to have the agent prepare a recommendation and a human confirm it.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Regulators in most countries — including India's RBI — expect an audit trail and human accountability for consequential financial decisions.</a:t>
            </a:r>
          </a:p>
        </p:txBody>
      </p:sp>
    </p:spTree>
    <p:extLst>
      <p:ext uri="{BB962C8B-B14F-4D97-AF65-F5344CB8AC3E}">
        <p14:creationId xmlns:p14="http://schemas.microsoft.com/office/powerpoint/2010/main" val="1959769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48961-3A2F-397E-527E-49BDBE14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5780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902D-FED6-06DD-5FBA-2A3A8469E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37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1526</TotalTime>
  <Words>1860</Words>
  <Application>Microsoft Office PowerPoint</Application>
  <PresentationFormat>Widescreen</PresentationFormat>
  <Paragraphs>308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286</cp:revision>
  <dcterms:created xsi:type="dcterms:W3CDTF">2025-09-22T02:44:38Z</dcterms:created>
  <dcterms:modified xsi:type="dcterms:W3CDTF">2026-09-21T02:55:57Z</dcterms:modified>
</cp:coreProperties>
</file>