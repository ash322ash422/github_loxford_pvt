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76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1122</TotalTime>
  <Words>10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199</cp:revision>
  <dcterms:created xsi:type="dcterms:W3CDTF">2025-09-22T02:44:38Z</dcterms:created>
  <dcterms:modified xsi:type="dcterms:W3CDTF">2026-09-16T05:17:24Z</dcterms:modified>
</cp:coreProperties>
</file>