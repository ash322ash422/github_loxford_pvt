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6" r:id="rId3"/>
    <p:sldId id="279" r:id="rId4"/>
    <p:sldId id="278" r:id="rId5"/>
    <p:sldId id="275" r:id="rId6"/>
    <p:sldId id="281" r:id="rId7"/>
    <p:sldId id="282" r:id="rId8"/>
    <p:sldId id="283" r:id="rId9"/>
    <p:sldId id="284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 Your 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Here without making changes to .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246888" y="226536"/>
            <a:ext cx="116311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Work with python3.11. 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1) Create virtual environment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2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C:\Users\hi\AppData\Local\Programs\Python\Python311\python.exe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2) Activate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virtual environment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\Scripts\Activate.ps1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1FD0A-9CB0-ED03-189F-7860E356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E508F31-9080-9643-AF6F-8FDE60C8AC82}"/>
              </a:ext>
            </a:extLst>
          </p:cNvPr>
          <p:cNvSpPr txBox="1"/>
          <p:nvPr/>
        </p:nvSpPr>
        <p:spPr>
          <a:xfrm>
            <a:off x="182880" y="226536"/>
            <a:ext cx="118963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3) Install following packages (Took 5 minutes)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!pip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==1.3.6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langchain-openai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==1.2.2 tabulate==0.10.0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3F74FB-A744-A10F-FEE8-78E2EF082C5F}"/>
              </a:ext>
            </a:extLst>
          </p:cNvPr>
          <p:cNvSpPr txBox="1"/>
          <p:nvPr/>
        </p:nvSpPr>
        <p:spPr>
          <a:xfrm>
            <a:off x="258064" y="3429000"/>
            <a:ext cx="10292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4) run the program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app.py</a:t>
            </a:r>
          </a:p>
        </p:txBody>
      </p:sp>
    </p:spTree>
    <p:extLst>
      <p:ext uri="{BB962C8B-B14F-4D97-AF65-F5344CB8AC3E}">
        <p14:creationId xmlns:p14="http://schemas.microsoft.com/office/powerpoint/2010/main" val="383748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577C-64FB-4E16-A671-2276307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94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9BD61A-D9E6-9698-656C-E321452B1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" y="0"/>
            <a:ext cx="7848697" cy="61875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8A50FB-1344-1D22-5E3D-392B976FF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145" y="2423160"/>
            <a:ext cx="3542376" cy="428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B553-7713-5917-7730-B21FFDA63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634FFC-6D31-A3B0-3E9A-94A92C992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24" y="1038460"/>
            <a:ext cx="5150759" cy="498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44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10CE8-1006-AEAF-56D1-664A2762E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9446F3-30F5-5BD8-0270-0C29EE1FA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528232"/>
            <a:ext cx="9669224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07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34D66-BD59-89A3-65B1-4B239BFA7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738E8-4F76-6D99-9D95-6881DCFDF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808" y="242316"/>
            <a:ext cx="5923584" cy="637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95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7CDE-0BDC-B712-0858-4AC853B4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891161-3C6A-06A3-A80C-0B92DB0D7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228" y="571349"/>
            <a:ext cx="8349543" cy="611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61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83885-9D0F-5455-69EE-ABCD9A4E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02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1449</TotalTime>
  <Words>115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256</cp:revision>
  <dcterms:created xsi:type="dcterms:W3CDTF">2025-09-22T02:44:38Z</dcterms:created>
  <dcterms:modified xsi:type="dcterms:W3CDTF">2026-07-05T08:04:04Z</dcterms:modified>
</cp:coreProperties>
</file>