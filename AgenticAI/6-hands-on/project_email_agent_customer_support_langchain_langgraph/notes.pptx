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5" r:id="rId3"/>
    <p:sldId id="276" r:id="rId4"/>
    <p:sldId id="286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AE537E-2061-451E-4A17-8B0F90F9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30746"/>
            <a:ext cx="6820495" cy="679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D9C8-6C99-87AC-2432-55687E2E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74DBC7-E99B-D28F-A7D2-ECE041E8BA96}"/>
              </a:ext>
            </a:extLst>
          </p:cNvPr>
          <p:cNvSpPr txBox="1"/>
          <p:nvPr/>
        </p:nvSpPr>
        <p:spPr>
          <a:xfrm>
            <a:off x="182880" y="1921080"/>
            <a:ext cx="114391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architecture: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1 (Classify) — LLM reads the email and routes it: `support`, `feedback`, or `ignore`</a:t>
            </a:r>
          </a:p>
          <a:p>
            <a:pPr marL="342900" indent="-342900">
              <a:buFontTx/>
              <a:buChar char="-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2 (Summarize)— agent extracts the key issue, sentiment, and urgency</a:t>
            </a:r>
          </a:p>
          <a:p>
            <a:pPr marL="342900" indent="-342900">
              <a:buFontTx/>
              <a:buChar char="-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3 (Draft reply) — agent with a tone-control tool writes a professional reply</a:t>
            </a:r>
          </a:p>
          <a:p>
            <a:pPr marL="342900" indent="-342900">
              <a:buFontTx/>
              <a:buChar char="-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4 (Save notes) — saves summary + draft to Google Drive via MCP</a:t>
            </a:r>
          </a:p>
        </p:txBody>
      </p:sp>
    </p:spTree>
    <p:extLst>
      <p:ext uri="{BB962C8B-B14F-4D97-AF65-F5344CB8AC3E}">
        <p14:creationId xmlns:p14="http://schemas.microsoft.com/office/powerpoint/2010/main" val="87346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ED23-1B0B-5BBF-99DE-E50DD306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21DA7-B6A8-988D-D4AC-32BF34C96E94}"/>
              </a:ext>
            </a:extLst>
          </p:cNvPr>
          <p:cNvSpPr txBox="1"/>
          <p:nvPr/>
        </p:nvSpPr>
        <p:spPr>
          <a:xfrm>
            <a:off x="738792" y="675549"/>
            <a:ext cx="447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 of Agent from real life experience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E592C-B16B-3B23-8A5C-B4EFF4B2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31" y="1232405"/>
            <a:ext cx="4917890" cy="5291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9279A-2CE9-A0E4-EC7F-BEB2663B5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909" y="1627632"/>
            <a:ext cx="5221795" cy="489596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B7FCA7A-32A4-D0D7-582B-1B71C6751120}"/>
              </a:ext>
            </a:extLst>
          </p:cNvPr>
          <p:cNvSpPr/>
          <p:nvPr/>
        </p:nvSpPr>
        <p:spPr>
          <a:xfrm>
            <a:off x="5695826" y="3191256"/>
            <a:ext cx="867757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399D7-59D1-0281-0E85-6AF97B36C2A4}"/>
              </a:ext>
            </a:extLst>
          </p:cNvPr>
          <p:cNvSpPr txBox="1"/>
          <p:nvPr/>
        </p:nvSpPr>
        <p:spPr>
          <a:xfrm>
            <a:off x="6718854" y="791742"/>
            <a:ext cx="512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type of email, Agent forwards the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 to Support, Refund, Accounts, etc. department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93301-0902-C83C-E7F0-4D371D047D3C}"/>
              </a:ext>
            </a:extLst>
          </p:cNvPr>
          <p:cNvSpPr txBox="1"/>
          <p:nvPr/>
        </p:nvSpPr>
        <p:spPr>
          <a:xfrm>
            <a:off x="5998464" y="9052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261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7956-6D42-3128-04EC-B4BD17D2F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730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1282</TotalTime>
  <Words>102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237</cp:revision>
  <dcterms:created xsi:type="dcterms:W3CDTF">2025-09-22T02:44:38Z</dcterms:created>
  <dcterms:modified xsi:type="dcterms:W3CDTF">2026-09-23T11:36:19Z</dcterms:modified>
</cp:coreProperties>
</file>