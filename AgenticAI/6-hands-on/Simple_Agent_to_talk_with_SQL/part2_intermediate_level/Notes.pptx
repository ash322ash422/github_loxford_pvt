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71" r:id="rId2"/>
    <p:sldId id="269" r:id="rId3"/>
    <p:sldId id="273" r:id="rId4"/>
    <p:sldId id="274" r:id="rId5"/>
    <p:sldId id="275" r:id="rId6"/>
    <p:sldId id="276" r:id="rId7"/>
    <p:sldId id="2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6:55:43.20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59 24575,'3'-3'0,"1"1"0,0-1 0,1 1 0,-1-1 0,0 1 0,1 0 0,-1 1 0,1-1 0,-1 1 0,1 0 0,0 0 0,7-1 0,65 0 0,-53 2 0,55 0 0,-27 0 0,0-1 0,79-13 0,-68 6 0,0 2 0,-1 4 0,68 5 0,-12-1 0,2-2-1365,-97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6:55:46.1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51 24575,'0'-1'0,"1"0"0,-1 0 0,0 0 0,1 0 0,0 0 0,-1 0 0,1 1 0,0-1 0,-1 0 0,1 0 0,0 0 0,0 0 0,0 1 0,0-1 0,0 1 0,0-1 0,0 0 0,0 1 0,0-1 0,0 1 0,0 0 0,0-1 0,0 1 0,0 0 0,0 0 0,2 0 0,37-6 0,-35 6 0,429-6 0,-233 9 0,-132-2 0,-9 0 0,-1-2 0,109-16 0,-142 12-1365,-4 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6:56:53.4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59 24575,'3'-3'0,"1"1"0,0-1 0,1 1 0,-1-1 0,0 1 0,1 0 0,-1 1 0,1-1 0,-1 1 0,1 0 0,0 0 0,7-1 0,65 0 0,-53 2 0,55 0 0,-27 0 0,0-1 0,79-13 0,-68 6 0,0 2 0,-1 4 0,68 5 0,-12-1 0,2-2-1365,-97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6:57:04.15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59 24575,'3'-3'0,"1"1"0,0-1 0,1 1 0,-1-1 0,0 1 0,1 0 0,-1 1 0,1-1 0,-1 1 0,1 0 0,0 0 0,7-1 0,65 0 0,-53 2 0,55 0 0,-27 0 0,0-1 0,79-13 0,-68 6 0,0 2 0,-1 4 0,68 5 0,-12-1 0,2-2-1365,-97 0-5461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customXml" Target="../ink/ink1.xml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Relationship Id="rId9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92587-F856-43DE-5843-795D6B59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56635C-2166-0A48-BD5A-8325D7C13030}"/>
              </a:ext>
            </a:extLst>
          </p:cNvPr>
          <p:cNvSpPr txBox="1"/>
          <p:nvPr/>
        </p:nvSpPr>
        <p:spPr>
          <a:xfrm>
            <a:off x="590550" y="1294537"/>
            <a:ext cx="1069657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“A manager wants business insights but does not know SQL.”</a:t>
            </a:r>
          </a:p>
          <a:p>
            <a:pPr>
              <a:buNone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Manual SQL querying is difficult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Dashboards are static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agents can automate analytics</a:t>
            </a:r>
          </a:p>
        </p:txBody>
      </p:sp>
    </p:spTree>
    <p:extLst>
      <p:ext uri="{BB962C8B-B14F-4D97-AF65-F5344CB8AC3E}">
        <p14:creationId xmlns:p14="http://schemas.microsoft.com/office/powerpoint/2010/main" val="716807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2D9E93F6-597E-F965-61E3-4AEF3E7D020F}"/>
              </a:ext>
            </a:extLst>
          </p:cNvPr>
          <p:cNvSpPr txBox="1"/>
          <p:nvPr/>
        </p:nvSpPr>
        <p:spPr>
          <a:xfrm>
            <a:off x="4352925" y="2521059"/>
            <a:ext cx="34861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openai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==2.33.0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pandas==3.0.2</a:t>
            </a:r>
          </a:p>
          <a:p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==1.57.0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python-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dotenv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==1.2.2</a:t>
            </a:r>
          </a:p>
        </p:txBody>
      </p:sp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17173-D09F-8ED0-CA08-16CBCF621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C1AEBB-E1F7-6CE1-BC7F-56B47A76AFCD}"/>
              </a:ext>
            </a:extLst>
          </p:cNvPr>
          <p:cNvSpPr txBox="1"/>
          <p:nvPr/>
        </p:nvSpPr>
        <p:spPr>
          <a:xfrm>
            <a:off x="1114425" y="1143417"/>
            <a:ext cx="61912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Frontend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Agent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Guardrails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↓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895414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F0AF8-AA5F-AA5E-CA6C-02565F4EE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CF3BF5-4F97-B55E-A4B5-E49E2C2EC5F2}"/>
              </a:ext>
            </a:extLst>
          </p:cNvPr>
          <p:cNvSpPr txBox="1"/>
          <p:nvPr/>
        </p:nvSpPr>
        <p:spPr>
          <a:xfrm>
            <a:off x="171450" y="333792"/>
            <a:ext cx="61912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run the app: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  python –m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app_step2.py</a:t>
            </a:r>
          </a:p>
        </p:txBody>
      </p:sp>
    </p:spTree>
    <p:extLst>
      <p:ext uri="{BB962C8B-B14F-4D97-AF65-F5344CB8AC3E}">
        <p14:creationId xmlns:p14="http://schemas.microsoft.com/office/powerpoint/2010/main" val="604996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D46C7-20BA-5425-89DF-AC10540F0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1D459A-3F99-83F8-0085-B2C8BE88F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000" y="0"/>
            <a:ext cx="7681756" cy="669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84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D000D-2FAF-B5FB-F312-387C30D0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276E14-E825-C42F-E2F7-9ECBB339D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786" y="128587"/>
            <a:ext cx="4298958" cy="6600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AC61D3-C7AB-2037-DD82-B70278D62943}"/>
              </a:ext>
            </a:extLst>
          </p:cNvPr>
          <p:cNvSpPr txBox="1"/>
          <p:nvPr/>
        </p:nvSpPr>
        <p:spPr>
          <a:xfrm>
            <a:off x="265957" y="1981200"/>
            <a:ext cx="24867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Uppercase and lowercase matters: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Phone and phone are different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2CE8F69-C5AA-0481-078F-03D1B7F54731}"/>
                  </a:ext>
                </a:extLst>
              </p14:cNvPr>
              <p14:cNvContentPartPr/>
              <p14:nvPr/>
            </p14:nvContentPartPr>
            <p14:xfrm>
              <a:off x="5114085" y="445500"/>
              <a:ext cx="381240" cy="21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2CE8F69-C5AA-0481-078F-03D1B7F547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6445" y="427860"/>
                <a:ext cx="4168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C6C872D-D22F-4A30-1440-CCA363A106A7}"/>
                  </a:ext>
                </a:extLst>
              </p14:cNvPr>
              <p14:cNvContentPartPr/>
              <p14:nvPr/>
            </p14:nvContentPartPr>
            <p14:xfrm>
              <a:off x="4562205" y="2800815"/>
              <a:ext cx="399600" cy="18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C6C872D-D22F-4A30-1440-CCA363A106A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44565" y="2783175"/>
                <a:ext cx="435240" cy="5436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244AD21-51F8-0328-813C-BFFFEAFEF7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7165" y="128587"/>
            <a:ext cx="4353736" cy="66008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261CAFF-CBDA-442F-599A-DC7F73B07E4C}"/>
                  </a:ext>
                </a:extLst>
              </p14:cNvPr>
              <p14:cNvContentPartPr/>
              <p14:nvPr/>
            </p14:nvContentPartPr>
            <p14:xfrm>
              <a:off x="9676560" y="693150"/>
              <a:ext cx="381240" cy="21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261CAFF-CBDA-442F-599A-DC7F73B07E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58920" y="675510"/>
                <a:ext cx="4168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D268CD4-B75D-4D94-3842-28DDF837C8C5}"/>
                  </a:ext>
                </a:extLst>
              </p14:cNvPr>
              <p14:cNvContentPartPr/>
              <p14:nvPr/>
            </p14:nvContentPartPr>
            <p14:xfrm>
              <a:off x="9295560" y="3017250"/>
              <a:ext cx="381240" cy="21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D268CD4-B75D-4D94-3842-28DDF837C8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77920" y="2999610"/>
                <a:ext cx="416880" cy="5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6784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16115-0F2E-D96D-D309-8C44D3B5E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057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586</TotalTime>
  <Words>84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124</cp:revision>
  <dcterms:created xsi:type="dcterms:W3CDTF">2025-09-22T02:44:38Z</dcterms:created>
  <dcterms:modified xsi:type="dcterms:W3CDTF">2026-06-30T10:24:56Z</dcterms:modified>
</cp:coreProperties>
</file>