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76" r:id="rId3"/>
    <p:sldId id="277" r:id="rId4"/>
    <p:sldId id="278" r:id="rId5"/>
    <p:sldId id="275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6:07:25.0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24575,'13'2'0,"1"-1"0,-1 2 0,0 0 0,0 1 0,-1 0 0,1 0 0,-1 2 0,13 6 0,12 5 0,122 52 0,328 121 0,-15-72 0,-74-20 0,-24-23 0,-279-59 0,42 13 0,43 6 0,-141-28 0,57 18 0,31 6 0,-86-24 0,39 5 0,-2 3 0,95 30 0,-130-32 0,0-3 0,0-1 0,55 3 0,41 7 0,240 42 0,57 20 0,-330-58 0,-58-12 0,0 2 0,66 27 0,-80-28 0,0-2 0,0-2 0,58 7 0,1 1 0,-29-3-1365,-12-1-5461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6:07:41.8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9293 24575,'8'-1'0,"-1"-1"0,1 0 0,-1-1 0,1 0 0,-1 0 0,0 0 0,0-1 0,0 0 0,-1 0 0,1-1 0,-1 0 0,8-8 0,4-1 0,52-36 0,1 3 0,3 3 0,2 3 0,157-60 0,186-26 0,69-27 0,-381 105 0,151-96 0,-68 35 0,595-262 0,-314 156 0,-436 200 0,0-2 0,-1-1 0,0-1 0,-2-2 0,-1-2 0,0-1 0,-2-1 0,-1-1 0,-2-1 0,0-2 0,-2-1 0,31-51 0,-40 58 0,339-533 0,-337 528 0,-2 0 0,-1-1 0,-2-1 0,0 0 0,12-61 0,5-10 0,17-45 0,44-253 0,-40 157 0,6-43 0,-42 184 0,32-363 0,-44 347 0,10-255 0,-3-167 0,-7 156 0,6 266 0,29-136 0,-21 156 0,26-170 0,-19 144 0,-12 55 0,2 0 0,4 2 0,48-128 0,-47 150 0,-3-1 0,-1 0 0,12-83 0,-6 30 0,24-85 0,-17 87 0,-5-1 0,-5 0 0,7-120 0,-22 186 0,2-1 0,1 1 0,2 0 0,20-58 0,-14 46 0,-2 1 0,6-53 0,-11 56 0,20-71 0,-18 87 0,4-9 0,-2-1 0,-1 0 0,-2 0 0,6-53 0,-12 72 0,2 0 0,0 0 0,1 1 0,0-1 0,1 1 0,12-24 0,-10 24 0,-1 0 0,0 0 0,-1-1 0,-1 0 0,0 0 0,3-26 0,-7 18-1365,0 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6:07:35.4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2114 24575,'1'-3'0,"0"0"0,0 0 0,0 0 0,1 0 0,-1 1 0,0-1 0,1 0 0,0 1 0,0-1 0,0 1 0,0 0 0,4-5 0,2-2 0,21-21 0,0 1 0,2 1 0,1 2 0,1 1 0,37-21 0,194-95 0,-12 7 0,-11-19 0,139-81 0,-180 96 0,-84 53 0,-15 15 0,195-125 0,53 9 0,-53 29 0,-190 98 0,-84 46 0,0-1 0,0 0 0,-2-2 0,0 0 0,0-1 0,-2-1 0,0-1 0,-1 0 0,28-43 0,-28 34-74,-5 10-357,-1 0 1,21-22 0,-15 22-6396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6:07:38.43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5108 24575,'0'-1'0,"1"0"0,0 0 0,-1 0 0,1 0 0,0 0 0,0 0 0,0 1 0,-1-1 0,1 0 0,0 0 0,0 1 0,0-1 0,0 1 0,0-1 0,1 1 0,-1-1 0,0 1 0,0 0 0,0 0 0,0-1 0,3 1 0,1-1 0,51-13 0,0 2 0,63-4 0,-27 5 0,-6-1 0,472-73 0,-9-43 0,-385 68 0,243-124 0,-237 103 0,120-69 0,275-188 0,-417 247 0,-63 41 0,-3-3 0,-2-4 0,98-90 0,-61 30 0,213-195 0,-224 224 0,-3-4 0,128-151 0,5-28 0,-167 194 0,82-118 0,0-2 0,21-18 0,-110 133 0,133-138 0,-45 59 0,-91 94 0,-39 46 0,1 1 0,1 0 0,1 2 0,0 1 0,30-17 0,8 2 0,67-27 0,-114 55 0,-1-2 0,1 0 0,-1 0 0,-1-2 0,1 1 0,-2-1 0,1-1 0,-1 0 0,0-1 0,-1 0 0,0-1 0,0 0 0,10-16 0,100-141 0,-72 105 0,47-81 0,-82 117 0,-1-1 0,-1 0 0,8-36 0,0-1 0,-9 33 0,8-56 0,-15 64 0,1 1 0,1 0 0,2 0 0,0 0 0,13-28 0,-9 30-1365,-3 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6:08:12.6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3332 1 24575,'0'1'0,"-1"-1"0,1 1 0,0 0 0,-1 0 0,1-1 0,-1 1 0,1 0 0,-1 0 0,1-1 0,-1 1 0,1-1 0,-1 1 0,0 0 0,0-1 0,1 1 0,-1-1 0,0 0 0,1 1 0,-1-1 0,0 0 0,-2 1 0,-7 5 0,-44 23 0,-1-1 0,-65 21 0,-131 34 0,176-59 0,-247 71 0,115-37 0,-263 111 0,456-162 0,0 0 0,1 1 0,0 1 0,0 0 0,0 1 0,2 0 0,-1 1 0,-12 15 0,-3 8 0,-35 60 0,36-52 0,-72 113 0,-140 210 0,171-263 0,-79 163 0,-29 123 0,-15 29 0,-56 104 0,205-418 0,5 2 0,4 1 0,-21 131 0,-29 188 0,45-237 0,-22 177 0,49-190 0,14 202 0,0-337 0,2 0 0,1 0 0,3-1 0,1 0 0,27 64 0,102 174 0,-125-250 0,48 90 0,-15-23 0,4-3 0,82 108 0,-112-171-455,1 0 0,35 29 0,-35-37-6371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6T06:08:14.9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1655 1 24575,'-316'91'0,"-106"38"0,364-107 0,0 3 0,1 2 0,2 2 0,-101 72 0,138-83 0,0 1 0,1 0 0,1 1 0,1 1 0,-15 27 0,-15 20 0,23-39 0,2 2 0,1 1 0,1 0 0,2 1 0,2 0 0,-17 55 0,23-64 0,-1-1 0,-1 0 0,-2-1 0,-19 30 0,-18 36 0,26-31 0,3 0 0,3 2 0,2 0 0,2 1 0,-6 80 0,12-34 0,7 143 0,3-91 0,-1-124 0,0 0 0,3-1 0,0 1 0,2-1 0,2-1 0,16 41 0,-23-67-195,1 0 0,0 0 0,0 0 0,1 0 0,0-1 0,5 6 0,7 5-6631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reflex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Utility based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Agent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57D7CB-6CAA-204B-A38A-68D6EA10E3E6}"/>
              </a:ext>
            </a:extLst>
          </p:cNvPr>
          <p:cNvSpPr txBox="1"/>
          <p:nvPr/>
        </p:nvSpPr>
        <p:spPr>
          <a:xfrm>
            <a:off x="86868" y="226350"/>
            <a:ext cx="498805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AGENT EVOLUTION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Reflex   (React)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   adds internal state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Model-Based ( Remembers 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    adds goals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Goal-Based (Plans)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    adds preferences / optimization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Utility-Based (Optimizes)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554B7-8F93-9F11-8943-41F20EADA6C7}"/>
              </a:ext>
            </a:extLst>
          </p:cNvPr>
          <p:cNvSpPr txBox="1"/>
          <p:nvPr/>
        </p:nvSpPr>
        <p:spPr>
          <a:xfrm>
            <a:off x="7338060" y="1748272"/>
            <a:ext cx="46405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    improves from past mistakes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Agent ( Experience )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│    adds LLM + tools + memory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Agent (Modern)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7824C-F973-6332-6924-899B10D6E400}"/>
              </a:ext>
            </a:extLst>
          </p:cNvPr>
          <p:cNvSpPr txBox="1"/>
          <p:nvPr/>
        </p:nvSpPr>
        <p:spPr>
          <a:xfrm>
            <a:off x="5074920" y="1602432"/>
            <a:ext cx="1252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Classical</a:t>
            </a:r>
            <a:endParaRPr lang="en-IN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08ADD52-AEFA-0A3B-D018-39BA5891DCBB}"/>
                  </a:ext>
                </a:extLst>
              </p14:cNvPr>
              <p14:cNvContentPartPr/>
              <p14:nvPr/>
            </p14:nvContentPartPr>
            <p14:xfrm>
              <a:off x="3191184" y="1252656"/>
              <a:ext cx="1800720" cy="434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08ADD52-AEFA-0A3B-D018-39BA5891DC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3184" y="1234656"/>
                <a:ext cx="183636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2088AC5-A4FC-883F-9EEB-5A6C46C88EAF}"/>
                  </a:ext>
                </a:extLst>
              </p14:cNvPr>
              <p14:cNvContentPartPr/>
              <p14:nvPr/>
            </p14:nvContentPartPr>
            <p14:xfrm>
              <a:off x="3547584" y="2223216"/>
              <a:ext cx="1912320" cy="3345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2088AC5-A4FC-883F-9EEB-5A6C46C88E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9944" y="2205576"/>
                <a:ext cx="1947960" cy="3381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CC864AC-E139-4673-EE3F-32A7B4B27588}"/>
              </a:ext>
            </a:extLst>
          </p:cNvPr>
          <p:cNvSpPr txBox="1"/>
          <p:nvPr/>
        </p:nvSpPr>
        <p:spPr>
          <a:xfrm>
            <a:off x="6310224" y="5568696"/>
            <a:ext cx="1199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</a:t>
            </a:r>
            <a:endParaRPr lang="en-IN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032772-5118-77EC-031D-FA7F96A3FE25}"/>
              </a:ext>
            </a:extLst>
          </p:cNvPr>
          <p:cNvGrpSpPr/>
          <p:nvPr/>
        </p:nvGrpSpPr>
        <p:grpSpPr>
          <a:xfrm>
            <a:off x="2697264" y="1945656"/>
            <a:ext cx="4718520" cy="3481920"/>
            <a:chOff x="2697264" y="1945656"/>
            <a:chExt cx="4718520" cy="348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A9FDBA8-F052-D332-74D8-49E53CEF4982}"/>
                    </a:ext>
                  </a:extLst>
                </p14:cNvPr>
                <p14:cNvContentPartPr/>
                <p14:nvPr/>
              </p14:nvContentPartPr>
              <p14:xfrm>
                <a:off x="3904344" y="1945656"/>
                <a:ext cx="1141560" cy="761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A9FDBA8-F052-D332-74D8-49E53CEF49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86344" y="1927656"/>
                  <a:ext cx="117720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2B92B5-A761-9EC6-E359-9CF86ED05E26}"/>
                    </a:ext>
                  </a:extLst>
                </p14:cNvPr>
                <p14:cNvContentPartPr/>
                <p14:nvPr/>
              </p14:nvContentPartPr>
              <p14:xfrm>
                <a:off x="2697264" y="2285136"/>
                <a:ext cx="2448720" cy="1839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2B92B5-A761-9EC6-E359-9CF86ED05E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79624" y="2267136"/>
                  <a:ext cx="2484360" cy="18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FA827D-584D-40E0-1BC9-2740BD518F08}"/>
                    </a:ext>
                  </a:extLst>
                </p14:cNvPr>
                <p14:cNvContentPartPr/>
                <p14:nvPr/>
              </p14:nvContentPartPr>
              <p14:xfrm>
                <a:off x="6216264" y="3117816"/>
                <a:ext cx="1199520" cy="2288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FA827D-584D-40E0-1BC9-2740BD518F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98624" y="3100176"/>
                  <a:ext cx="1235160" cy="23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0DA7131-6607-A7C3-7221-94FB834F0357}"/>
                    </a:ext>
                  </a:extLst>
                </p14:cNvPr>
                <p14:cNvContentPartPr/>
                <p14:nvPr/>
              </p14:nvContentPartPr>
              <p14:xfrm>
                <a:off x="6737544" y="4553496"/>
                <a:ext cx="596160" cy="874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0DA7131-6607-A7C3-7221-94FB834F035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19904" y="4535856"/>
                  <a:ext cx="631800" cy="90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2D979-E0F3-A3FB-3521-81FF60941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560AA0-6757-5E43-501E-706DAAD4ABB1}"/>
              </a:ext>
            </a:extLst>
          </p:cNvPr>
          <p:cNvSpPr txBox="1"/>
          <p:nvPr/>
        </p:nvSpPr>
        <p:spPr>
          <a:xfrm>
            <a:off x="160020" y="107478"/>
            <a:ext cx="803300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Reflex Agent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Reflex Agent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makes decisions using only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current percept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essentially follows: IF condition → THEN action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Automatic door: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person detected       → Open door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no person detected → Keep door closed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NOT remember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what happened previously.</a:t>
            </a:r>
          </a:p>
        </p:txBody>
      </p:sp>
    </p:spTree>
    <p:extLst>
      <p:ext uri="{BB962C8B-B14F-4D97-AF65-F5344CB8AC3E}">
        <p14:creationId xmlns:p14="http://schemas.microsoft.com/office/powerpoint/2010/main" val="381548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E5D89-4CF0-A663-40B0-2DDFCA0AA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51F4C9-94BA-3C0E-D76B-E420822A757A}"/>
              </a:ext>
            </a:extLst>
          </p:cNvPr>
          <p:cNvSpPr txBox="1"/>
          <p:nvPr/>
        </p:nvSpPr>
        <p:spPr>
          <a:xfrm>
            <a:off x="160020" y="107478"/>
            <a:ext cx="80330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 Python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def </a:t>
            </a:r>
            <a:r>
              <a:rPr lang="en-IN" sz="2400" i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thermostat_reflex_agent</a:t>
            </a:r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(temperature):</a:t>
            </a:r>
          </a:p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if temperature &lt; 20:</a:t>
            </a:r>
          </a:p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return "Turn heater ON"</a:t>
            </a:r>
          </a:p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else:</a:t>
            </a:r>
          </a:p>
          <a:p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return "Turn heater OFF"</a:t>
            </a:r>
          </a:p>
          <a:p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Limitation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current Temperature = 19°C</a:t>
            </a:r>
          </a:p>
          <a:p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knows the current temperature, but doesn't know: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was the temperature 10 minutes ago 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Was the heater already running 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the room occupied ? </a:t>
            </a:r>
          </a:p>
        </p:txBody>
      </p:sp>
    </p:spTree>
    <p:extLst>
      <p:ext uri="{BB962C8B-B14F-4D97-AF65-F5344CB8AC3E}">
        <p14:creationId xmlns:p14="http://schemas.microsoft.com/office/powerpoint/2010/main" val="765155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73668E-4B5C-6C39-4A3A-2F9065ED5412}"/>
              </a:ext>
            </a:extLst>
          </p:cNvPr>
          <p:cNvSpPr txBox="1"/>
          <p:nvPr/>
        </p:nvSpPr>
        <p:spPr>
          <a:xfrm>
            <a:off x="553212" y="245977"/>
            <a:ext cx="619048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Model-Based Agent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AKA a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model-based reflex agent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maintains an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state/model of the world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of,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Current input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↓</a:t>
            </a:r>
          </a:p>
          <a:p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Action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have,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Current input  + Previous knowledge/state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Internal Model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↓</a:t>
            </a:r>
          </a:p>
          <a:p>
            <a:pPr rtl="0">
              <a:buNone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Action</a:t>
            </a:r>
            <a:endParaRPr lang="en-IN" sz="2400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3622F-B8E8-CFBB-3220-0273AEF8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DE2FFD-11B5-96F3-ACC1-AF09DBABA90B}"/>
              </a:ext>
            </a:extLst>
          </p:cNvPr>
          <p:cNvSpPr txBox="1"/>
          <p:nvPr/>
        </p:nvSpPr>
        <p:spPr>
          <a:xfrm>
            <a:off x="370332" y="272302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Robot Vacuum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reflex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vacuum might say:</a:t>
            </a:r>
          </a:p>
          <a:p>
            <a:pPr rtl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IF dirt detected → clean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FDCED-C39C-44F1-7D4A-93B35C8A5434}"/>
              </a:ext>
            </a:extLst>
          </p:cNvPr>
          <p:cNvSpPr txBox="1"/>
          <p:nvPr/>
        </p:nvSpPr>
        <p:spPr>
          <a:xfrm>
            <a:off x="370332" y="2274838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model-based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vacuum can maintain: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Room A → cleaned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Room B → dirty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Room C → unknown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uses its current sensor information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plus its internal state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48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D45CC-CBB0-D29E-4703-2673EBE0A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465729-3E4C-6075-74F8-40F02C5C4809}"/>
              </a:ext>
            </a:extLst>
          </p:cNvPr>
          <p:cNvSpPr txBox="1"/>
          <p:nvPr/>
        </p:nvSpPr>
        <p:spPr>
          <a:xfrm>
            <a:off x="5763768" y="1292644"/>
            <a:ext cx="51541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Model-based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happening now ? +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happened before ? +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do I know about the world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968F7-095B-EEF0-11C9-058173CE2FC2}"/>
              </a:ext>
            </a:extLst>
          </p:cNvPr>
          <p:cNvSpPr txBox="1"/>
          <p:nvPr/>
        </p:nvSpPr>
        <p:spPr>
          <a:xfrm>
            <a:off x="379476" y="1292644"/>
            <a:ext cx="46680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reflex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happening now ?</a:t>
            </a:r>
          </a:p>
        </p:txBody>
      </p:sp>
    </p:spTree>
    <p:extLst>
      <p:ext uri="{BB962C8B-B14F-4D97-AF65-F5344CB8AC3E}">
        <p14:creationId xmlns:p14="http://schemas.microsoft.com/office/powerpoint/2010/main" val="88770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B55A9-E134-009F-1087-436D27E1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AF0745-9F7C-21D7-1389-BE6C9943C7DB}"/>
              </a:ext>
            </a:extLst>
          </p:cNvPr>
          <p:cNvSpPr txBox="1"/>
          <p:nvPr/>
        </p:nvSpPr>
        <p:spPr>
          <a:xfrm>
            <a:off x="736092" y="153198"/>
            <a:ext cx="74020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Goal-Based Agent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doesn't merely react.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asks: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action will help me achieve my goal?"</a:t>
            </a:r>
            <a:endParaRPr lang="en-IN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 am living in Delhi and want to go to Goa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Current location: Delhi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Goal: Reach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</a:t>
            </a:r>
            <a:endParaRPr lang="en-IN" sz="2400" i="1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considers possible actions: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Train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Bus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Car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Fligh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chooses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help </a:t>
            </a:r>
            <a:r>
              <a:rPr lang="en-IN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achieve the goal.</a:t>
            </a:r>
          </a:p>
        </p:txBody>
      </p:sp>
    </p:spTree>
    <p:extLst>
      <p:ext uri="{BB962C8B-B14F-4D97-AF65-F5344CB8AC3E}">
        <p14:creationId xmlns:p14="http://schemas.microsoft.com/office/powerpoint/2010/main" val="2025720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4E049-11B6-B246-FC43-A6FDC0E41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27ED5C-2117-BA75-D499-CF5523684573}"/>
              </a:ext>
            </a:extLst>
          </p:cNvPr>
          <p:cNvSpPr txBox="1"/>
          <p:nvPr/>
        </p:nvSpPr>
        <p:spPr>
          <a:xfrm>
            <a:off x="406908" y="152323"/>
            <a:ext cx="90388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what if there are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ways to reach Goa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That's where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Utility-Based Agents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become useful.</a:t>
            </a:r>
          </a:p>
        </p:txBody>
      </p:sp>
    </p:spTree>
    <p:extLst>
      <p:ext uri="{BB962C8B-B14F-4D97-AF65-F5344CB8AC3E}">
        <p14:creationId xmlns:p14="http://schemas.microsoft.com/office/powerpoint/2010/main" val="88162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2215-095E-8EC8-68CE-8C2CF8A25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78E3FF-12AE-EF53-2BB0-E454FBD5C585}"/>
              </a:ext>
            </a:extLst>
          </p:cNvPr>
          <p:cNvSpPr txBox="1"/>
          <p:nvPr/>
        </p:nvSpPr>
        <p:spPr>
          <a:xfrm>
            <a:off x="352044" y="303520"/>
            <a:ext cx="696315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Utility-Based Agent</a:t>
            </a:r>
          </a:p>
          <a:p>
            <a:pPr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utility-based agent asks:</a:t>
            </a:r>
          </a:p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"Which possible action gives me the best outcome ?"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have: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Goal = Reach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care about: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Cost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Comfort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Safety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Convenience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8815D-61B4-37B9-52EE-BC51D4B5C0E1}"/>
              </a:ext>
            </a:extLst>
          </p:cNvPr>
          <p:cNvSpPr txBox="1"/>
          <p:nvPr/>
        </p:nvSpPr>
        <p:spPr>
          <a:xfrm>
            <a:off x="5394960" y="375818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Utility</a:t>
            </a:r>
            <a:endParaRPr lang="en-IN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C07691D-AB57-DFF1-D677-3C5FF4F64792}"/>
              </a:ext>
            </a:extLst>
          </p:cNvPr>
          <p:cNvSpPr/>
          <p:nvPr/>
        </p:nvSpPr>
        <p:spPr>
          <a:xfrm rot="10800000">
            <a:off x="4446461" y="3758184"/>
            <a:ext cx="76809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58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9E39-151F-EBE6-56BC-183A69439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0F48AB-3DBB-955A-D459-0B292ACC2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150945"/>
              </p:ext>
            </p:extLst>
          </p:nvPr>
        </p:nvGraphicFramePr>
        <p:xfrm>
          <a:off x="1760220" y="1541558"/>
          <a:ext cx="48585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3480">
                  <a:extLst>
                    <a:ext uri="{9D8B030D-6E8A-4147-A177-3AD203B41FA5}">
                      <a16:colId xmlns:a16="http://schemas.microsoft.com/office/drawing/2014/main" val="2815345774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38757856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287766051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2558632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u="sng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u="sng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Comfort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912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 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 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34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 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 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533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 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₹ 1,500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8065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9DBBF0A-6751-99EC-0B9C-6AB434EFDF32}"/>
              </a:ext>
            </a:extLst>
          </p:cNvPr>
          <p:cNvSpPr txBox="1"/>
          <p:nvPr/>
        </p:nvSpPr>
        <p:spPr>
          <a:xfrm>
            <a:off x="1760220" y="802886"/>
            <a:ext cx="2007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B8517F-76FD-3D57-3972-FA5C67CC078C}"/>
              </a:ext>
            </a:extLst>
          </p:cNvPr>
          <p:cNvSpPr txBox="1"/>
          <p:nvPr/>
        </p:nvSpPr>
        <p:spPr>
          <a:xfrm>
            <a:off x="1184148" y="3562116"/>
            <a:ext cx="6190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could calculate a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utility score:</a:t>
            </a:r>
          </a:p>
          <a:p>
            <a:pPr rtl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Utility    =     Comfort -  Cost  - Travel</a:t>
            </a:r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Time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select the action with the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highest utility.</a:t>
            </a:r>
          </a:p>
        </p:txBody>
      </p:sp>
    </p:spTree>
    <p:extLst>
      <p:ext uri="{BB962C8B-B14F-4D97-AF65-F5344CB8AC3E}">
        <p14:creationId xmlns:p14="http://schemas.microsoft.com/office/powerpoint/2010/main" val="4143333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640A9-24B6-3537-099B-072DFBD0C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0A0C46-098A-5310-F7F0-101EEBC48B3E}"/>
              </a:ext>
            </a:extLst>
          </p:cNvPr>
          <p:cNvSpPr txBox="1"/>
          <p:nvPr/>
        </p:nvSpPr>
        <p:spPr>
          <a:xfrm>
            <a:off x="1632204" y="412141"/>
            <a:ext cx="81701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distinction between Goal based and Utility based agent: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B8964-99E7-8149-624E-FE6718D48E78}"/>
              </a:ext>
            </a:extLst>
          </p:cNvPr>
          <p:cNvSpPr txBox="1"/>
          <p:nvPr/>
        </p:nvSpPr>
        <p:spPr>
          <a:xfrm>
            <a:off x="5717286" y="1362224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Utility-based: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"Among all the actions that achieve my goal, which gives me the most desirable outcome?"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5ED09-C1B3-A21E-46FC-649B4024C1F6}"/>
              </a:ext>
            </a:extLst>
          </p:cNvPr>
          <p:cNvSpPr txBox="1"/>
          <p:nvPr/>
        </p:nvSpPr>
        <p:spPr>
          <a:xfrm>
            <a:off x="406908" y="1477310"/>
            <a:ext cx="4503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Goal-based: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"Will this action achieve my goal?"</a:t>
            </a:r>
          </a:p>
        </p:txBody>
      </p:sp>
    </p:spTree>
    <p:extLst>
      <p:ext uri="{BB962C8B-B14F-4D97-AF65-F5344CB8AC3E}">
        <p14:creationId xmlns:p14="http://schemas.microsoft.com/office/powerpoint/2010/main" val="237817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C78E-59D7-0D25-E65D-FE319F23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DA6A50-A69C-2E3B-6A81-39030627E78D}"/>
              </a:ext>
            </a:extLst>
          </p:cNvPr>
          <p:cNvSpPr txBox="1"/>
          <p:nvPr/>
        </p:nvSpPr>
        <p:spPr>
          <a:xfrm>
            <a:off x="553212" y="439573"/>
            <a:ext cx="81701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Agent: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Learns what works and what does not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023102-F0F8-6542-A821-8EEBC2DAEFCC}"/>
              </a:ext>
            </a:extLst>
          </p:cNvPr>
          <p:cNvSpPr txBox="1"/>
          <p:nvPr/>
        </p:nvSpPr>
        <p:spPr>
          <a:xfrm>
            <a:off x="431292" y="3810661"/>
            <a:ext cx="81701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Agent: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use LLM + Tools + Memory</a:t>
            </a:r>
          </a:p>
        </p:txBody>
      </p:sp>
    </p:spTree>
    <p:extLst>
      <p:ext uri="{BB962C8B-B14F-4D97-AF65-F5344CB8AC3E}">
        <p14:creationId xmlns:p14="http://schemas.microsoft.com/office/powerpoint/2010/main" val="3553387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A9AB-A2A9-0A4A-1898-1F765F3F5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EDE890-1629-E7C4-502D-4D4E4BBBD280}"/>
              </a:ext>
            </a:extLst>
          </p:cNvPr>
          <p:cNvSpPr txBox="1"/>
          <p:nvPr/>
        </p:nvSpPr>
        <p:spPr>
          <a:xfrm>
            <a:off x="4101084" y="497955"/>
            <a:ext cx="756666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Reflex   -- "React to what I see"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Model-Based  --  "Remember what I know"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Goal-Based  -- "Plan to achieve my goal"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Utility-Based -- "Choose the best outcome"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Agent  -- "Improve from experience"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Agent  -- "Reason + Plan + Use Tools"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Multi-Agent System  -- "Multiple agents collaborate"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CrewAI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AutoGen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BC4EE-A97B-943E-5C10-4BCE882A09D5}"/>
              </a:ext>
            </a:extLst>
          </p:cNvPr>
          <p:cNvSpPr txBox="1"/>
          <p:nvPr/>
        </p:nvSpPr>
        <p:spPr>
          <a:xfrm>
            <a:off x="77724" y="1615363"/>
            <a:ext cx="3813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AGENTIC AI EVOLUTION</a:t>
            </a:r>
          </a:p>
        </p:txBody>
      </p:sp>
    </p:spTree>
    <p:extLst>
      <p:ext uri="{BB962C8B-B14F-4D97-AF65-F5344CB8AC3E}">
        <p14:creationId xmlns:p14="http://schemas.microsoft.com/office/powerpoint/2010/main" val="3197594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1177</TotalTime>
  <Words>649</Words>
  <Application>Microsoft Office PowerPoint</Application>
  <PresentationFormat>Widescreen</PresentationFormat>
  <Paragraphs>175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216</cp:revision>
  <dcterms:created xsi:type="dcterms:W3CDTF">2025-09-22T02:44:38Z</dcterms:created>
  <dcterms:modified xsi:type="dcterms:W3CDTF">2026-09-16T06:15:13Z</dcterms:modified>
</cp:coreProperties>
</file>