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6" r:id="rId3"/>
    <p:sldId id="279" r:id="rId4"/>
    <p:sldId id="283" r:id="rId5"/>
    <p:sldId id="278" r:id="rId6"/>
    <p:sldId id="280" r:id="rId7"/>
    <p:sldId id="281" r:id="rId8"/>
    <p:sldId id="275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8:23:12.9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3892 24575,'95'2'0,"-33"0"0,0-2 0,0-3 0,120-22 0,-166 20 0,1-1 0,-1 0 0,0-2 0,-1 0 0,0-1 0,0 0 0,-1-1 0,14-12 0,101-103 0,-82 76 0,-14 16 0,-2-1 0,-1-1 0,-2-2 0,-2-1 0,-1-1 0,-2-1 0,-2-2 0,17-45 0,73-157 0,-47 110 0,128-214 0,-130 245 0,177-313 0,41-3 0,-156 247 0,-117 162 0,189-254 0,-163 226 0,2 1 0,1 2 0,1 2 0,64-44 0,-12 25 0,2 4 0,136-51 0,-73 33 0,480-188 0,-501 206 0,177-54 0,-221 77 0,80-18 0,30 6 0,-84 13 0,0 5 0,124-3 0,-202 19 0,0-1 0,-1-2 0,42-12 0,-27 6 0,-7 6 0,0 1 0,0 2 0,86 6 0,-25 0 0,48-5 0,162 5 0,-295 1 0,1 1 0,-1 0 0,0 2 0,0 0 0,-1 1 0,35 21 0,24 9 0,-31-17 0,0-2 0,2-3 0,0-1 0,97 16 0,-108-26 66,53 14 0,1 1-1563,-68-16-5329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8:23:15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1 24575,'7'2'0,"1"0"0,-1 1 0,0 0 0,0 0 0,0 1 0,0 0 0,0 1 0,-1-1 0,0 1 0,10 9 0,1 0 0,-16-13 0,29 21 0,-1 2 0,41 42 0,-64-60 0,0 1 0,-1-1 0,0 1 0,0 1 0,0-1 0,-1 0 0,0 1 0,0 0 0,-1 0 0,0 0 0,0 1 0,-1-1 0,0 0 0,-1 1 0,0 0 0,0-1 0,-1 12 0,-1-16 0,0 1 0,-1-1 0,1 0 0,-1 0 0,0 0 0,-1 0 0,1 0 0,-1 0 0,1-1 0,-1 1 0,0-1 0,-1 1 0,1-1 0,0 0 0,-1-1 0,0 1 0,1-1 0,-8 4 0,-11 6 0,-1-1 0,-27 9 0,27-11 0,-42 18-682,-113 66-1,154-77-6143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8:23:18.9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1145 24575,'5'-4'0,"0"1"0,0 0 0,0 0 0,0 1 0,1 0 0,-1 0 0,0 0 0,1 0 0,0 1 0,-1 0 0,7-1 0,5-1 0,126-28 0,-2-6 0,159-65 0,-203 60 0,-1-5 0,134-89 0,-184 109 0,1 2 0,1 1 0,52-16 0,-18 7 0,234-110 0,-1 21 0,-250 100 0,-19 8 0,54-9 0,-52 13 0,48-16 0,-43 10 0,1 3 0,0 2 0,1 3 0,-1 2 0,106 2 0,-140 3 0,0-1 0,0-2 0,-1 1 0,28-10 0,47-9 0,239-28 0,-202 28 0,-24 6-682,205-3-1,-288 19-6143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8:23:20.4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429 1 24575,'10'1'0,"0"0"0,0 0 0,-1 1 0,1 0 0,0 1 0,-1 0 0,15 7 0,62 38 0,-53-29 0,-15-9 0,-6-5 0,0 2 0,-1-1 0,16 13 0,-26-17 0,1-1 0,0 0 0,-1 1 0,1 0 0,0-1 0,-1 1 0,0 0 0,1 0 0,-1-1 0,0 1 0,0 0 0,0 0 0,0 1 0,-1-1 0,1 0 0,0 0 0,-1 0 0,1 0 0,-1 1 0,0-1 0,0 0 0,0 0 0,0 1 0,0-1 0,-1 0 0,0 4 0,-3 4 0,-1 0 0,0 0 0,0-1 0,-1 0 0,0 0 0,-1 0 0,-7 8 0,-62 57 0,55-54 0,-140 116-682,-222 146-1,336-250-6143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354552"/>
            <a:ext cx="10292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Plan-and-Execute Agents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one AI doing everything, 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the work into two roles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Thinks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 do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Actually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210492-2ADF-B249-C285-824CF82C394E}"/>
              </a:ext>
            </a:extLst>
          </p:cNvPr>
          <p:cNvSpPr txBox="1"/>
          <p:nvPr/>
        </p:nvSpPr>
        <p:spPr>
          <a:xfrm>
            <a:off x="145040" y="3401151"/>
            <a:ext cx="52638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🔁 Core Flow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gives a task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breaks it into steps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performs each step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are combined and returned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E2B0F8-D604-D537-969C-A1D1DE4E24F3}"/>
              </a:ext>
            </a:extLst>
          </p:cNvPr>
          <p:cNvSpPr/>
          <p:nvPr/>
        </p:nvSpPr>
        <p:spPr>
          <a:xfrm>
            <a:off x="7785103" y="2084832"/>
            <a:ext cx="2633472" cy="13441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Main Task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AA2433-FF08-8D1D-4AD8-9A82F2D24C38}"/>
              </a:ext>
            </a:extLst>
          </p:cNvPr>
          <p:cNvSpPr/>
          <p:nvPr/>
        </p:nvSpPr>
        <p:spPr>
          <a:xfrm>
            <a:off x="6450587" y="3896945"/>
            <a:ext cx="1624584" cy="975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Sub-task1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2DA08E-121D-58FF-4FBB-1E3A3F14E675}"/>
              </a:ext>
            </a:extLst>
          </p:cNvPr>
          <p:cNvSpPr/>
          <p:nvPr/>
        </p:nvSpPr>
        <p:spPr>
          <a:xfrm>
            <a:off x="8262115" y="3896945"/>
            <a:ext cx="1624584" cy="975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Sub-task2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77467D-578D-C52D-345C-D54A0F682908}"/>
              </a:ext>
            </a:extLst>
          </p:cNvPr>
          <p:cNvSpPr/>
          <p:nvPr/>
        </p:nvSpPr>
        <p:spPr>
          <a:xfrm>
            <a:off x="10059419" y="3896945"/>
            <a:ext cx="1624584" cy="975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Sub-task3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9060C5-D275-59F7-C55B-A1EB64184BA3}"/>
              </a:ext>
            </a:extLst>
          </p:cNvPr>
          <p:cNvCxnSpPr>
            <a:cxnSpLocks/>
          </p:cNvCxnSpPr>
          <p:nvPr/>
        </p:nvCxnSpPr>
        <p:spPr>
          <a:xfrm>
            <a:off x="10336787" y="3202001"/>
            <a:ext cx="420624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DBBD2A-7D4C-057B-0038-B41CB44ADF5A}"/>
              </a:ext>
            </a:extLst>
          </p:cNvPr>
          <p:cNvCxnSpPr>
            <a:cxnSpLocks/>
          </p:cNvCxnSpPr>
          <p:nvPr/>
        </p:nvCxnSpPr>
        <p:spPr>
          <a:xfrm>
            <a:off x="9101839" y="3429000"/>
            <a:ext cx="0" cy="46257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92F025-B133-5A9F-6E9B-8ADF52878349}"/>
              </a:ext>
            </a:extLst>
          </p:cNvPr>
          <p:cNvCxnSpPr>
            <a:cxnSpLocks/>
          </p:cNvCxnSpPr>
          <p:nvPr/>
        </p:nvCxnSpPr>
        <p:spPr>
          <a:xfrm flipH="1">
            <a:off x="7599047" y="3202001"/>
            <a:ext cx="372111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0626CF3-FEEF-6FF3-22C8-FAC287005D13}"/>
              </a:ext>
            </a:extLst>
          </p:cNvPr>
          <p:cNvSpPr/>
          <p:nvPr/>
        </p:nvSpPr>
        <p:spPr>
          <a:xfrm>
            <a:off x="7938903" y="5718619"/>
            <a:ext cx="2792095" cy="11205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Task Combined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4BAB63-EB4A-4963-10C4-71E3C5664026}"/>
              </a:ext>
            </a:extLst>
          </p:cNvPr>
          <p:cNvCxnSpPr>
            <a:cxnSpLocks/>
          </p:cNvCxnSpPr>
          <p:nvPr/>
        </p:nvCxnSpPr>
        <p:spPr>
          <a:xfrm flipH="1">
            <a:off x="10232519" y="5030286"/>
            <a:ext cx="372111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BF029A-F97D-FD2A-BACA-DBC417C88AAF}"/>
              </a:ext>
            </a:extLst>
          </p:cNvPr>
          <p:cNvCxnSpPr>
            <a:cxnSpLocks/>
          </p:cNvCxnSpPr>
          <p:nvPr/>
        </p:nvCxnSpPr>
        <p:spPr>
          <a:xfrm>
            <a:off x="7728591" y="5106017"/>
            <a:ext cx="420624" cy="5303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54CE34-0106-8EA4-FC30-8C2750836C91}"/>
              </a:ext>
            </a:extLst>
          </p:cNvPr>
          <p:cNvCxnSpPr>
            <a:cxnSpLocks/>
          </p:cNvCxnSpPr>
          <p:nvPr/>
        </p:nvCxnSpPr>
        <p:spPr>
          <a:xfrm>
            <a:off x="9101839" y="5030286"/>
            <a:ext cx="0" cy="46257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F8E861-2C20-3BED-622E-1FF89C84C1F8}"/>
              </a:ext>
            </a:extLst>
          </p:cNvPr>
          <p:cNvGrpSpPr/>
          <p:nvPr/>
        </p:nvGrpSpPr>
        <p:grpSpPr>
          <a:xfrm>
            <a:off x="4105584" y="3300768"/>
            <a:ext cx="2574720" cy="1437480"/>
            <a:chOff x="4105584" y="3300768"/>
            <a:chExt cx="2574720" cy="14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6FB083-9181-43F7-A26E-1211B388060C}"/>
                    </a:ext>
                  </a:extLst>
                </p14:cNvPr>
                <p14:cNvContentPartPr/>
                <p14:nvPr/>
              </p14:nvContentPartPr>
              <p14:xfrm>
                <a:off x="4105584" y="3335328"/>
                <a:ext cx="2533320" cy="1402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6FB083-9181-43F7-A26E-1211B388060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87584" y="3317328"/>
                  <a:ext cx="2568960" cy="14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16454C-20AC-FC8C-F938-9375E06CFC1E}"/>
                    </a:ext>
                  </a:extLst>
                </p14:cNvPr>
                <p14:cNvContentPartPr/>
                <p14:nvPr/>
              </p14:nvContentPartPr>
              <p14:xfrm>
                <a:off x="6520824" y="3300768"/>
                <a:ext cx="159480" cy="210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16454C-20AC-FC8C-F938-9375E06CFC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2824" y="3283128"/>
                  <a:ext cx="19512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97D8C3-16A0-5CDD-C564-FCD4FE0CB81E}"/>
                  </a:ext>
                </a:extLst>
              </p14:cNvPr>
              <p14:cNvContentPartPr/>
              <p14:nvPr/>
            </p14:nvContentPartPr>
            <p14:xfrm>
              <a:off x="4425624" y="4736088"/>
              <a:ext cx="1425960" cy="412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97D8C3-16A0-5CDD-C564-FCD4FE0CB8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7624" y="4718448"/>
                <a:ext cx="146160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4D995A3-2065-C3C6-3F04-F7AE058B4AFF}"/>
                  </a:ext>
                </a:extLst>
              </p14:cNvPr>
              <p14:cNvContentPartPr/>
              <p14:nvPr/>
            </p14:nvContentPartPr>
            <p14:xfrm>
              <a:off x="5606424" y="4654008"/>
              <a:ext cx="267480" cy="295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4D995A3-2065-C3C6-3F04-F7AE058B4A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88424" y="4636368"/>
                <a:ext cx="303120" cy="3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647263-0F49-19A9-2A00-5B6E7A771E5F}"/>
              </a:ext>
            </a:extLst>
          </p:cNvPr>
          <p:cNvSpPr txBox="1"/>
          <p:nvPr/>
        </p:nvSpPr>
        <p:spPr>
          <a:xfrm>
            <a:off x="928116" y="379583"/>
            <a:ext cx="86730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"Summarize latest AI trends and create a blog post"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59F3-AEA3-FE30-6521-65BF445F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3377C-F2AF-9F9C-B3AB-3C0E2EA310AA}"/>
              </a:ext>
            </a:extLst>
          </p:cNvPr>
          <p:cNvSpPr txBox="1"/>
          <p:nvPr/>
        </p:nvSpPr>
        <p:spPr>
          <a:xfrm>
            <a:off x="6853428" y="708767"/>
            <a:ext cx="42016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Search for latest AI trends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Extract key points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Structure blog outline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Write blog 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B8C31-7D42-D46A-9956-C9E30419CE77}"/>
              </a:ext>
            </a:extLst>
          </p:cNvPr>
          <p:cNvSpPr txBox="1"/>
          <p:nvPr/>
        </p:nvSpPr>
        <p:spPr>
          <a:xfrm>
            <a:off x="7072884" y="3220688"/>
            <a:ext cx="40919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Actions: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→ calls search API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→ processes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→ creates outline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→ generates blog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DEBAD-4D25-1A91-CCA2-4FEB4A3F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" y="151217"/>
            <a:ext cx="6621780" cy="61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4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7451-02EB-DDD3-3088-C33AF544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2A0A02-9691-9DD8-1628-42922E1B43BB}"/>
              </a:ext>
            </a:extLst>
          </p:cNvPr>
          <p:cNvSpPr txBox="1"/>
          <p:nvPr/>
        </p:nvSpPr>
        <p:spPr>
          <a:xfrm>
            <a:off x="333756" y="132695"/>
            <a:ext cx="86730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Scenario: Customer Support System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"Cancel order 123 and refund the customer.“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Breaks the task into: 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order 123 in the system. 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if eligible for refund. 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 refund.</a:t>
            </a:r>
          </a:p>
          <a:p>
            <a:pPr marL="457200" indent="-457200">
              <a:buAutoNum type="arabicParenBoth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Send confirmation email.</a:t>
            </a:r>
          </a:p>
          <a:p>
            <a:pPr marL="457200" indent="-457200">
              <a:buAutoNum type="arabicParenBoth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step 1 using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step 2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PolicyTool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step 3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step 4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EmailTool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078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05FD-40F4-4783-6E14-F7F43A54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4110B-3D0F-FEAD-230A-E78E3CAC7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938963"/>
              </p:ext>
            </p:extLst>
          </p:nvPr>
        </p:nvGraphicFramePr>
        <p:xfrm>
          <a:off x="938784" y="1605566"/>
          <a:ext cx="8068056" cy="2743200"/>
        </p:xfrm>
        <a:graphic>
          <a:graphicData uri="http://schemas.openxmlformats.org/drawingml/2006/table">
            <a:tbl>
              <a:tblPr/>
              <a:tblGrid>
                <a:gridCol w="2444496">
                  <a:extLst>
                    <a:ext uri="{9D8B030D-6E8A-4147-A177-3AD203B41FA5}">
                      <a16:colId xmlns:a16="http://schemas.microsoft.com/office/drawing/2014/main" val="498509015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4269185536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1674737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Planner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Executor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554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39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Steps /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58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Thinks?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 (reasoning heavy)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Minimal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49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Uses tools?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Rarely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01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Once (or few times)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Multiple 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518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48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552A-91FD-4221-355F-3233F598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66D9DF-FF6E-92AA-37C3-9AAB0314A10A}"/>
              </a:ext>
            </a:extLst>
          </p:cNvPr>
          <p:cNvSpPr txBox="1"/>
          <p:nvPr/>
        </p:nvSpPr>
        <p:spPr>
          <a:xfrm>
            <a:off x="6268212" y="1446752"/>
            <a:ext cx="54543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controlled reasoning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Easier debugging (you see the plan)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tasks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Reduces hallucination</a:t>
            </a:r>
          </a:p>
        </p:txBody>
      </p:sp>
    </p:spTree>
    <p:extLst>
      <p:ext uri="{BB962C8B-B14F-4D97-AF65-F5344CB8AC3E}">
        <p14:creationId xmlns:p14="http://schemas.microsoft.com/office/powerpoint/2010/main" val="56073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93F8-874C-D2F1-B8B0-A5150E7B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C571D4-E919-6451-83EB-318F5CBD1414}"/>
              </a:ext>
            </a:extLst>
          </p:cNvPr>
          <p:cNvSpPr txBox="1"/>
          <p:nvPr/>
        </p:nvSpPr>
        <p:spPr>
          <a:xfrm>
            <a:off x="2098548" y="20288"/>
            <a:ext cx="5454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pseudo code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E29E0-AD21-8BA1-F9A0-A899F53BB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6" y="481953"/>
            <a:ext cx="4267796" cy="30198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62DE23-3E68-B4AE-BCF7-1C9CD33D3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26" y="3611099"/>
            <a:ext cx="4315427" cy="3000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69B9E-18EA-C886-1722-F83F8CA5B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779" y="728492"/>
            <a:ext cx="4877481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14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TODO: Implement using following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CrewAI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shows you the idea,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lets you build it,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makes it production-ready.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48B2-15F4-CC11-B43F-B5DC20C1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B5C6-BED5-3388-C2B7-37813758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54E65-7A9A-ED7F-F2CA-20FB3B8926B6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65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1266</TotalTime>
  <Words>279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2026-06-12T08:24:35Z</dcterms:modified>
</cp:coreProperties>
</file>