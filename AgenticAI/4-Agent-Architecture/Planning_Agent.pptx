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77" r:id="rId3"/>
    <p:sldId id="275" r:id="rId4"/>
    <p:sldId id="278" r:id="rId5"/>
    <p:sldId id="281" r:id="rId6"/>
    <p:sldId id="280" r:id="rId7"/>
    <p:sldId id="2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FA3D19-3F4C-A7C5-0389-AFAF4B44F689}"/>
              </a:ext>
            </a:extLst>
          </p:cNvPr>
          <p:cNvSpPr txBox="1"/>
          <p:nvPr/>
        </p:nvSpPr>
        <p:spPr>
          <a:xfrm>
            <a:off x="2848356" y="2531102"/>
            <a:ext cx="6190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Planning Agent</a:t>
            </a:r>
            <a:endParaRPr lang="en-US" sz="4000" b="1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5105-9446-467D-6039-5CB2B7B96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A5583F-971E-C96C-5390-44C4B9567E9E}"/>
              </a:ext>
            </a:extLst>
          </p:cNvPr>
          <p:cNvSpPr txBox="1"/>
          <p:nvPr/>
        </p:nvSpPr>
        <p:spPr>
          <a:xfrm>
            <a:off x="239776" y="299688"/>
            <a:ext cx="111353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Planning Agent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planning agent explicitly creates a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 before executing actions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 not immediately execute a task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First, it breaks the user's goal into smaller steps,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determines the order/dependencies, and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executes or delegates those steps.</a:t>
            </a:r>
          </a:p>
        </p:txBody>
      </p:sp>
    </p:spTree>
    <p:extLst>
      <p:ext uri="{BB962C8B-B14F-4D97-AF65-F5344CB8AC3E}">
        <p14:creationId xmlns:p14="http://schemas.microsoft.com/office/powerpoint/2010/main" val="2846750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ACD8A7-CAD1-E599-7E3D-CCCA0DB1EC48}"/>
              </a:ext>
            </a:extLst>
          </p:cNvPr>
          <p:cNvSpPr txBox="1"/>
          <p:nvPr/>
        </p:nvSpPr>
        <p:spPr>
          <a:xfrm>
            <a:off x="128016" y="153035"/>
            <a:ext cx="110368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 a 3-day trip to London for me. I want to visit major attractions and keep the budget under £500.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64D6D7-EF85-E732-D36E-88529E0AE486}"/>
              </a:ext>
            </a:extLst>
          </p:cNvPr>
          <p:cNvSpPr/>
          <p:nvPr/>
        </p:nvSpPr>
        <p:spPr>
          <a:xfrm>
            <a:off x="714929" y="1864642"/>
            <a:ext cx="5392131" cy="6126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Agent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89B262-C2B3-D451-C9C7-902D1C344DED}"/>
              </a:ext>
            </a:extLst>
          </p:cNvPr>
          <p:cNvSpPr/>
          <p:nvPr/>
        </p:nvSpPr>
        <p:spPr>
          <a:xfrm>
            <a:off x="40772" y="3122676"/>
            <a:ext cx="2075688" cy="6126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Flights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4A90D4-8390-25C1-3049-F54C14B107CB}"/>
              </a:ext>
            </a:extLst>
          </p:cNvPr>
          <p:cNvSpPr/>
          <p:nvPr/>
        </p:nvSpPr>
        <p:spPr>
          <a:xfrm>
            <a:off x="2240280" y="3122676"/>
            <a:ext cx="2075688" cy="6126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Hotels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75374D-2657-8012-118A-4005FCBAAF34}"/>
              </a:ext>
            </a:extLst>
          </p:cNvPr>
          <p:cNvSpPr/>
          <p:nvPr/>
        </p:nvSpPr>
        <p:spPr>
          <a:xfrm>
            <a:off x="4608576" y="3122676"/>
            <a:ext cx="2075688" cy="6126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Attractions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94D8EB-B8B1-BCB2-1211-536765AC9D8F}"/>
              </a:ext>
            </a:extLst>
          </p:cNvPr>
          <p:cNvSpPr txBox="1"/>
          <p:nvPr/>
        </p:nvSpPr>
        <p:spPr>
          <a:xfrm>
            <a:off x="3482898" y="2597351"/>
            <a:ext cx="1541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plan</a:t>
            </a:r>
            <a:endParaRPr lang="en-IN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1EE5B8EA-CF66-936A-8CF8-8E58534D34D9}"/>
              </a:ext>
            </a:extLst>
          </p:cNvPr>
          <p:cNvSpPr/>
          <p:nvPr/>
        </p:nvSpPr>
        <p:spPr>
          <a:xfrm>
            <a:off x="837477" y="2810780"/>
            <a:ext cx="320512" cy="3118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09EAF393-D229-7C69-BAA9-95FA31D8F94E}"/>
              </a:ext>
            </a:extLst>
          </p:cNvPr>
          <p:cNvSpPr/>
          <p:nvPr/>
        </p:nvSpPr>
        <p:spPr>
          <a:xfrm>
            <a:off x="2938759" y="2792669"/>
            <a:ext cx="320512" cy="3118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3538BBCF-D360-E4BD-2E07-A7F9B3B8DCC8}"/>
              </a:ext>
            </a:extLst>
          </p:cNvPr>
          <p:cNvSpPr/>
          <p:nvPr/>
        </p:nvSpPr>
        <p:spPr>
          <a:xfrm>
            <a:off x="5247808" y="2786389"/>
            <a:ext cx="320512" cy="3118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A376B6-5FB2-C817-71CF-D768098CFD0F}"/>
              </a:ext>
            </a:extLst>
          </p:cNvPr>
          <p:cNvSpPr txBox="1"/>
          <p:nvPr/>
        </p:nvSpPr>
        <p:spPr>
          <a:xfrm>
            <a:off x="2163098" y="4355765"/>
            <a:ext cx="2075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budget</a:t>
            </a:r>
            <a:endParaRPr lang="en-IN" sz="240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0B1C2D23-181D-EEB4-65B2-F2010AEE1E68}"/>
              </a:ext>
            </a:extLst>
          </p:cNvPr>
          <p:cNvSpPr/>
          <p:nvPr/>
        </p:nvSpPr>
        <p:spPr>
          <a:xfrm>
            <a:off x="2938759" y="3959258"/>
            <a:ext cx="320512" cy="4214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51CCA0-D5E2-7606-D194-B4C2E076F687}"/>
              </a:ext>
            </a:extLst>
          </p:cNvPr>
          <p:cNvSpPr txBox="1"/>
          <p:nvPr/>
        </p:nvSpPr>
        <p:spPr>
          <a:xfrm>
            <a:off x="2019351" y="5266949"/>
            <a:ext cx="25175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 itinerary</a:t>
            </a:r>
            <a:endParaRPr lang="en-IN" sz="2400" dirty="0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B2B4662A-DE0D-F97F-8DA4-FF6D244B2E79}"/>
              </a:ext>
            </a:extLst>
          </p:cNvPr>
          <p:cNvSpPr/>
          <p:nvPr/>
        </p:nvSpPr>
        <p:spPr>
          <a:xfrm>
            <a:off x="2938759" y="4817770"/>
            <a:ext cx="320512" cy="4214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A9B1F5-E668-8DAF-CAF3-05D760099E33}"/>
              </a:ext>
            </a:extLst>
          </p:cNvPr>
          <p:cNvSpPr txBox="1"/>
          <p:nvPr/>
        </p:nvSpPr>
        <p:spPr>
          <a:xfrm>
            <a:off x="1967280" y="6339823"/>
            <a:ext cx="2641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3-day plan</a:t>
            </a:r>
            <a:endParaRPr lang="en-IN" sz="24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A41116D4-FB86-6BE1-7375-14DBF8F7BB14}"/>
              </a:ext>
            </a:extLst>
          </p:cNvPr>
          <p:cNvSpPr/>
          <p:nvPr/>
        </p:nvSpPr>
        <p:spPr>
          <a:xfrm>
            <a:off x="2880430" y="5813108"/>
            <a:ext cx="320512" cy="4214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B3A916-1BF7-AEF3-0866-FC300391C04B}"/>
              </a:ext>
            </a:extLst>
          </p:cNvPr>
          <p:cNvSpPr txBox="1"/>
          <p:nvPr/>
        </p:nvSpPr>
        <p:spPr>
          <a:xfrm>
            <a:off x="6866292" y="1168148"/>
            <a:ext cx="520378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Goal: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Plan a 3-day London trip under £500.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Plan: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Determine travel dates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Find affordable accommodation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Identify major attractions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Group attractions by geographic location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Create a day-by-day itinerary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Estimate transportation costs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Estimate food costs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8. Calculate total cost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9. If cost &gt; £500: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- find cheaper hotel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- reduce paid attractions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- optimize transportation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 Present final itinerary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1F3E-859A-08AE-F03B-DC8421739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E4A853-1558-613B-1844-1A5AAFA4DA9D}"/>
              </a:ext>
            </a:extLst>
          </p:cNvPr>
          <p:cNvSpPr txBox="1"/>
          <p:nvPr/>
        </p:nvSpPr>
        <p:spPr>
          <a:xfrm>
            <a:off x="86868" y="114848"/>
            <a:ext cx="100263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Planning is especially important when a task has multiple dependent steps.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IN" sz="2400" b="1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this dataset and create a Power BI dashboard."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F3C04-88DC-234D-317E-2B652CAE777C}"/>
              </a:ext>
            </a:extLst>
          </p:cNvPr>
          <p:cNvSpPr txBox="1"/>
          <p:nvPr/>
        </p:nvSpPr>
        <p:spPr>
          <a:xfrm>
            <a:off x="242316" y="1568071"/>
            <a:ext cx="61904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planning agent might produce: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Inspect dataset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Identify data types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Check missing values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Clean data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Identify important metrics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Create analytical questions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Generate visualizations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8. Design dashboard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9. Validate results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 Generate final report</a:t>
            </a:r>
          </a:p>
        </p:txBody>
      </p:sp>
    </p:spTree>
    <p:extLst>
      <p:ext uri="{BB962C8B-B14F-4D97-AF65-F5344CB8AC3E}">
        <p14:creationId xmlns:p14="http://schemas.microsoft.com/office/powerpoint/2010/main" val="2708277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4AB55-0333-FAE8-CCED-213066CD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F86CDF-0F47-A7E0-A367-F6AD47DE2B2A}"/>
              </a:ext>
            </a:extLst>
          </p:cNvPr>
          <p:cNvSpPr txBox="1"/>
          <p:nvPr/>
        </p:nvSpPr>
        <p:spPr>
          <a:xfrm>
            <a:off x="342900" y="645200"/>
            <a:ext cx="1132484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2400" b="1" i="1" u="sng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Key properties of Planning agents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 Approach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Considers consequences before deciding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Maintains memory of past events and context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Responds more slowly due to planning overhead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Use cases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Manages travel planning, virtual assistant tasks, and dashboard workflows</a:t>
            </a:r>
          </a:p>
        </p:txBody>
      </p:sp>
    </p:spTree>
    <p:extLst>
      <p:ext uri="{BB962C8B-B14F-4D97-AF65-F5344CB8AC3E}">
        <p14:creationId xmlns:p14="http://schemas.microsoft.com/office/powerpoint/2010/main" val="41856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040F4-4514-B121-761B-08A0E6377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C2AB8-7373-04EF-1630-67CE0F73EDAA}"/>
              </a:ext>
            </a:extLst>
          </p:cNvPr>
          <p:cNvSpPr txBox="1"/>
          <p:nvPr/>
        </p:nvSpPr>
        <p:spPr>
          <a:xfrm>
            <a:off x="342900" y="645200"/>
            <a:ext cx="1132484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Benefits of Using Planning for LLM Agents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Breaks tasks into clear, manageable steps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Handles multi-step workflows with accuracy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Facilitates structured tool-based workflows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Reduces errors and unexpected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117412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32555-35F7-DBF5-3C76-AC5801E7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446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1845</TotalTime>
  <Words>325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Anthropic Sans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223</cp:revision>
  <dcterms:created xsi:type="dcterms:W3CDTF">2025-09-22T02:44:38Z</dcterms:created>
  <dcterms:modified xsi:type="dcterms:W3CDTF">2026-09-21T02:15:59Z</dcterms:modified>
</cp:coreProperties>
</file>