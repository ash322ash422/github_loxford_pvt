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8" r:id="rId4"/>
    <p:sldId id="279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Your 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Here without making changes to .</a:t>
            </a:r>
            <a:r>
              <a:rPr lang="en-US" sz="4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46888" y="226536"/>
            <a:ext cx="11631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python3.10. Do not work with higher version.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C:\Users\hi\AppData\Local\Programs\Python\Python310\python.exe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virtual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237744" y="226536"/>
            <a:ext cx="1175918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5) Install following packages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(or use python virtual end):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####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(Took 5 minutes)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!pip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==0.2.17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-community==0.2.19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==0.1.25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#### From command line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.\.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\Scripts\python.exe pip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==0.2.17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-community==0.2.19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langchain-openai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==0.1.25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Also install: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–m pip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pydantic</a:t>
            </a:r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Restart the Kernel (To be Safe)</a:t>
            </a: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1260</TotalTime>
  <Words>204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241</cp:revision>
  <dcterms:created xsi:type="dcterms:W3CDTF">2025-09-22T02:44:38Z</dcterms:created>
  <dcterms:modified xsi:type="dcterms:W3CDTF">2026-03-29T06:55:17Z</dcterms:modified>
</cp:coreProperties>
</file>