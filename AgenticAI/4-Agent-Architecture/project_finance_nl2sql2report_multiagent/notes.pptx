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8"/>
  </p:handoutMasterIdLst>
  <p:sldIdLst>
    <p:sldId id="257" r:id="rId2"/>
    <p:sldId id="259" r:id="rId3"/>
    <p:sldId id="264" r:id="rId4"/>
    <p:sldId id="265" r:id="rId5"/>
    <p:sldId id="266" r:id="rId6"/>
    <p:sldId id="267" r:id="rId7"/>
    <p:sldId id="268" r:id="rId8"/>
    <p:sldId id="263" r:id="rId9"/>
    <p:sldId id="272" r:id="rId10"/>
    <p:sldId id="271" r:id="rId11"/>
    <p:sldId id="262" r:id="rId12"/>
    <p:sldId id="273" r:id="rId13"/>
    <p:sldId id="274" r:id="rId14"/>
    <p:sldId id="270" r:id="rId15"/>
    <p:sldId id="269" r:id="rId16"/>
    <p:sldId id="26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47:26.9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28 24575,'3'1'0,"0"-1"0,-1 1 0,1 0 0,-1 0 0,1 0 0,-1 0 0,1 0 0,-1 0 0,1 1 0,-1-1 0,0 1 0,0-1 0,0 1 0,0 0 0,0 0 0,0 0 0,0 0 0,2 5 0,27 46 0,-26-43 0,36 77 0,-30-59 0,1 0 0,2-1 0,1-1 0,26 35 0,-39-58 0,1-1 0,0 1 0,-1 0 0,1-1 0,0 0 0,0 0 0,0 0 0,1 0 0,-1 0 0,0-1 0,1 1 0,-1-1 0,1 0 0,0 0 0,-1 0 0,1-1 0,0 1 0,-1-1 0,1 0 0,0 0 0,0 0 0,-1 0 0,1-1 0,0 0 0,-1 0 0,1 0 0,-1 0 0,1 0 0,5-3 0,9-5 0,-1-1 0,0 0 0,0-1 0,20-18 0,-23 18 0,100-81-19,127-93-1327,-178 143-5480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47:28.7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0 591 24575,'4'2'0,"0"0"0,0 1 0,0 0 0,0 0 0,-1 0 0,1 0 0,-1 1 0,0-1 0,0 1 0,0 0 0,0-1 0,-1 2 0,3 3 0,-3-3 0,0-1 0,1 1 0,0-1 0,0 0 0,0 0 0,0 0 0,0 0 0,1-1 0,0 1 0,0-1 0,5 3 0,-6-5 0,0 0 0,1-1 0,-1 0 0,1 0 0,-1 0 0,0 0 0,1 0 0,-1 0 0,1-1 0,-1 0 0,0 0 0,1 0 0,-1 0 0,0 0 0,0-1 0,0 1 0,0-1 0,5-3 0,28-16 0,-2-2 0,0-1 0,38-37 0,91-97 0,-51 46 0,176-134-1365,-247 214-5461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47:31.7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48 24575,'0'20'0,"1"0"0,1-1 0,1 1 0,1 0 0,1-1 0,0 0 0,1 0 0,2 0 0,-1-1 0,2 0 0,15 22 0,-21-36 0,1-1 0,0 0 0,0-1 0,0 1 0,0-1 0,0 1 0,0-1 0,1 0 0,-1-1 0,1 1 0,-1-1 0,1 0 0,0 0 0,-1 0 0,1-1 0,0 0 0,-1 0 0,1 0 0,0 0 0,0-1 0,-1 0 0,9-2 0,12-2 0,0-1 0,40-17 0,-15 0 26,-1-2-1,-1-2 1,85-66-1,20-11-1492,-120 85-5359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47:33.5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1 173 24575,'0'4'0,"0"6"0,0 6 0,4 4 0,10-1 0,16-9 0,7-9 0,14-23 0,17-20 0,8-8 0,-3 1 0,-10 8 0,-12 12 0,-14 10-8191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47:34.6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1 546 24575,'4'0'0,"6"0"0,5 0 0,1 4 0,-3 6 0,5 6 0,17-18 0,28-38 0,34-34 0,39-22 0,27-3 0,7 6 0,-17 16 0,-25 20 0,-35 19-8191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47:37.4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0 237 24575,'5'-4'0,"5"2"0,1 7 0,3 1 0,-1 10 0,2 9 0,3 11 0,2 2 0,6-5 0,8-16 0,11-25 0,2-28 0,11-25 0,3-15 0,-4 1 0,-11 9 0,-10 15 0,-11 17-8191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47:38.6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1 209 24575,'0'5'0,"0"5"0,0 9 0,4 11 0,2 5 0,-1-1 0,0 0 0,2-7 0,5-7 0,9-21 0,14-27 0,5-17 0,13-19 0,-2-2 0,-6 5 0,-2 0 0,-3 7 0,-9 12-8191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47:39.7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31 24575,'0'9'0,"0"6"0,0 7 0,0 2 0,0 2 0,0 1 0,0 1 0,0 3 0,0 1 0,4-5 0,19-11 0,23-21 0,16-19 0,16-22 0,10-13 0,1 1 0,-12 4 0,-18 13-8191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47:48.1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0 892 24575,'1'4'0,"-1"0"0,1 0 0,0 0 0,0 0 0,0 0 0,1 0 0,-1 0 0,1-1 0,0 1 0,0 0 0,0-1 0,1 0 0,-1 1 0,1-1 0,0 0 0,0 0 0,4 3 0,7 6 0,2-1 0,24 15 0,-18-13 0,-3 2 0,-12-9 0,0-1 0,0 1 0,1-2 0,11 7 0,-18-11 0,0 1 0,1 0 0,-1-1 0,0 0 0,1 1 0,-1-1 0,0 0 0,1 1 0,-1-1 0,1 0 0,-1 0 0,0 0 0,1 0 0,-1 0 0,1-1 0,-1 1 0,0 0 0,1-1 0,-1 1 0,0-1 0,0 1 0,1-1 0,-1 0 0,0 1 0,0-1 0,0 0 0,0 0 0,1 0 0,-1 0 0,-1 0 0,1 0 0,0 0 0,1-2 0,12-24 0,-1-1 0,-1-1 0,-1 0 0,-2 0 0,8-46 0,12-36 0,-7 43-151,4 2-1,2 1 0,2 1 0,4 1 1,2 2-1,3 1 0,2 3 1,98-104-1,-73 97-6674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48:41.5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1 113 24575,'1'7'0,"0"-1"0,0 0 0,0 0 0,1 1 0,0-1 0,6 11 0,0 2 0,75 234 0,-82-250 0,0-1 0,1 1 0,-1 0 0,0-1 0,1 1 0,0-1 0,0 0 0,-1 1 0,1-1 0,1 0 0,-1 0 0,0 0 0,0 0 0,1-1 0,-1 1 0,1-1 0,0 1 0,2 0 0,0 0 0,0-1 0,0 0 0,0-1 0,0 1 0,0-1 0,0 0 0,0 0 0,0 0 0,0-1 0,5 0 0,13-6 0,-1 0 0,1-1 0,37-19 0,-39 17 0,629-361-1007,-619 352 649,24-15-6468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48:43.8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286 14 24575,'-1'-1'0,"1"0"0,-1 0 0,1 0 0,-1 0 0,0 1 0,1-1 0,-1 0 0,0 1 0,1-1 0,-1 0 0,0 1 0,0-1 0,0 1 0,0-1 0,0 1 0,1-1 0,-1 1 0,0 0 0,0-1 0,0 1 0,0 0 0,0 0 0,0 0 0,0-1 0,0 1 0,0 0 0,0 0 0,0 1 0,0-1 0,0 0 0,0 0 0,0 0 0,0 1 0,0-1 0,-1 1 0,-40 10 0,32-6 0,0 0 0,0 1 0,1 1 0,0-1 0,0 2 0,0-1 0,1 1 0,0 0 0,1 1 0,0 0 0,0 0 0,0 1 0,-4 10 0,1-2 0,1 0 0,1 1 0,1 0 0,0 0 0,1 1 0,-4 30 0,3 68 0,6-78 0,-9 58 0,2-26 0,2 1 0,4 0 0,9 89 0,18 35 0,-14-130 0,4 128 0,-17-52 0,4 226 0,-1-362 0,0 1 0,1 0 0,0-1 0,0 1 0,1-1 0,0 0 0,0 0 0,1 0 0,0 0 0,0-1 0,1 1 0,-1-1 0,1 0 0,1-1 0,-1 1 0,1-1 0,0 0 0,0 0 0,12 6 0,11 6 0,1-1 0,0-2 0,39 13 0,-56-22 0,73 24-682,159 33-1,-160-47-6143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48:45.1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24575,'53'1'0,"-1"3"0,103 22 0,100 43 0,-144-36 0,141 24 0,291-14 0,7-42 0,-338-3 0,400-1-1365,-548 3-5461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48:48.8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1 224 24575,'6'7'0,"0"-1"0,0 1 0,0 0 0,-1 0 0,0 0 0,0 1 0,-1 0 0,0 0 0,-1 0 0,1 0 0,3 16 0,-4-10 0,0-2 0,0 0 0,0 0 0,2-1 0,-1 1 0,9 14 0,-11-23 0,-1-1 0,0 0 0,1 0 0,0 0 0,-1 0 0,1 0 0,0-1 0,0 1 0,0 0 0,0-1 0,1 0 0,-1 1 0,0-1 0,0 0 0,1 0 0,-1 0 0,1 0 0,-1-1 0,1 1 0,-1-1 0,1 1 0,-1-1 0,1 0 0,0 0 0,-1 0 0,1-1 0,-1 1 0,1 0 0,-1-1 0,1 0 0,-1 1 0,4-3 0,13-6 0,1 0 0,-2-2 0,1-1 0,-1 0 0,-1-1 0,19-19 0,6-2 0,319-251-1365,-313 250-5461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48:50.9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53 356 24575,'-1'-1'0,"1"1"0,-1-1 0,1 0 0,-1 0 0,0 1 0,1-1 0,-1 0 0,0 1 0,0-1 0,0 1 0,1-1 0,-1 1 0,0-1 0,0 1 0,0-1 0,0 1 0,0 0 0,0 0 0,0-1 0,0 1 0,0 0 0,0 0 0,0 0 0,0 0 0,0 0 0,0 0 0,0 1 0,0-1 0,0 0 0,1 0 0,-2 1 0,0 0 0,1 1 0,-1-1 0,1 1 0,0 0 0,0 0 0,-1-1 0,1 1 0,0 0 0,1 0 0,-1 0 0,0 0 0,1 0 0,-2 3 0,-1 11 0,1 1 0,0 26 0,1-40 0,0 14 0,2 48 0,-1-63 0,0 0 0,1 0 0,-1 0 0,0 0 0,1 0 0,0-1 0,-1 1 0,1 0 0,0 0 0,0-1 0,0 1 0,0 0 0,0-1 0,0 1 0,0-1 0,1 1 0,-1-1 0,0 0 0,1 1 0,-1-1 0,1 0 0,0 0 0,-1 0 0,1 0 0,0-1 0,-1 1 0,4 1 0,5-2 0,0-1 0,0 0 0,-1 0 0,1-1 0,-1 0 0,1 0 0,-1-1 0,0 0 0,0-1 0,0 0 0,16-10 0,1 1 0,309-155 0,187-84 0,-372 190-1365,-34 17-5461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51:30.3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1 477 24575,'1'-2'0,"0"1"0,1-1 0,0 1 0,-1-1 0,1 1 0,0 0 0,0 0 0,0 0 0,-1 0 0,1 0 0,0 0 0,0 0 0,1 0 0,-1 1 0,0-1 0,0 1 0,0 0 0,0 0 0,0 0 0,1 0 0,-1 0 0,0 0 0,0 0 0,0 1 0,0-1 0,4 2 0,61 15 0,-53-11 0,-2 1 0,1 1 0,21 16 0,2 2 0,7 6 0,-31-23 0,-1 0 0,1-1 0,0 0 0,23 10 0,-31-16 0,1-1 0,-1 0 0,0 0 0,0 0 0,0 0 0,1-1 0,-1 1 0,0-1 0,1 0 0,-1-1 0,0 1 0,1-1 0,-1 0 0,0 0 0,0 0 0,0-1 0,0 1 0,0-1 0,0 0 0,5-3 0,7-7 0,1-1 0,-2 0 0,0-1 0,23-27 0,-24 24 0,1 1 0,0 1 0,1 0 0,31-21 0,48-24 0,-3-4 0,113-102 0,-162 128-682,55-37-1,-54 45-6143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51:32.6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0 455 24575,'3'10'0,"-1"-1"0,1 0 0,1 0 0,-1 0 0,2 0 0,-1-1 0,1 1 0,0-1 0,1-1 0,8 11 0,-3-4 0,5 10 0,-9-10 0,2-2 0,18 22 0,-26-32 0,1 0 0,0 0 0,0 0 0,0 0 0,0-1 0,0 1 0,0-1 0,0 1 0,1-1 0,-1 0 0,0 0 0,1 0 0,-1 0 0,1 0 0,-1-1 0,1 1 0,-1-1 0,1 1 0,0-1 0,-1 0 0,1 0 0,4-1 0,6-4 0,0 0 0,0-2 0,0 1 0,0-1 0,-1-1 0,-1-1 0,1 1 0,10-12 0,10-6 0,360-244 120,19 27-1605,-294 176-5341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51:39.2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0 249 24575,'2'10'0,"0"-1"0,0 1 0,1 0 0,0-1 0,1 1 0,8 16 0,-4-11 0,47 102 0,58 141 0,-112-253 0,1 0 0,0 0 0,0 0 0,0 0 0,0 0 0,1 0 0,0-1 0,0 0 0,0 1 0,4 3 0,-5-7 0,1 0 0,-1 0 0,1 0 0,-1 0 0,1-1 0,-1 1 0,1-1 0,-1 0 0,1 0 0,-1 0 0,1 0 0,0 0 0,-1 0 0,1-1 0,-1 1 0,1-1 0,-1 0 0,0 0 0,1 0 0,-1 0 0,0 0 0,1 0 0,-1-1 0,3-1 0,69-40 0,89-68 0,-74 48 0,631-458-1365,-676 488-5461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52:34.2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1 201 24575,'7'1'0,"0"0"0,0 0 0,0 0 0,0 1 0,-1 0 0,1 0 0,0 1 0,-1 0 0,1 0 0,-1 0 0,0 1 0,0 0 0,-1 0 0,1 1 0,-1-1 0,0 1 0,0 1 0,0-1 0,-1 0 0,0 1 0,0 0 0,0 0 0,-1 0 0,0 1 0,0-1 0,-1 1 0,3 10 0,-4-15 0,-1 0 0,0-1 0,1 1 0,-1 0 0,1 0 0,-1-1 0,1 1 0,0 0 0,0-1 0,0 1 0,0-1 0,0 1 0,0-1 0,0 0 0,0 1 0,1-1 0,-1 0 0,1 0 0,-1 0 0,0 0 0,1 0 0,0 0 0,-1 0 0,1 0 0,0-1 0,-1 1 0,1-1 0,0 1 0,3 0 0,-1-3 0,1 1 0,0 0 0,0-1 0,-1 0 0,1 0 0,-1-1 0,0 1 0,1-1 0,-1 0 0,6-6 0,290-245-411,-247 207-543,-16 15-5872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52:36.2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0 470 24575,'4'0'0,"-1"0"0,0 1 0,0-1 0,1 1 0,-1 0 0,0 0 0,0 1 0,0-1 0,0 0 0,0 1 0,0 0 0,0 0 0,0 0 0,3 3 0,34 39 0,-15-14 0,-23-29 0,0 1 0,1-1 0,-1 1 0,0-1 0,0 0 0,0 0 0,1 0 0,-1 0 0,1 0 0,-1-1 0,1 1 0,-1-1 0,1 1 0,-1-1 0,1 0 0,-1 0 0,1 0 0,-1-1 0,1 1 0,-1 0 0,1-1 0,-1 0 0,1 1 0,-1-1 0,0 0 0,1 0 0,-1-1 0,0 1 0,0 0 0,0-1 0,3-2 0,9-6 0,0-2 0,-1 0 0,17-19 0,-23 24 0,61-66 0,130-129 0,-168 175 0,1 2 0,1 2 0,1 1 0,2 1 0,41-19 0,32-5-1365,-73 33-5461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52:46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0 630 24575,'6'2'0,"-1"0"0,1 0 0,-1 1 0,1 0 0,-1 0 0,0 0 0,0 0 0,0 1 0,-1 0 0,1 0 0,-1 0 0,6 7 0,3 2 0,-1-2 0,0 1 0,1 0 0,0-1 0,1-1 0,19 11 0,-27-18 0,1 0 0,-1-1 0,1 0 0,-1 0 0,1 0 0,0-1 0,0 0 0,0 0 0,-1-1 0,1 0 0,0 0 0,0 0 0,0-1 0,9-3 0,34-10 0,-1-3 0,-1-1 0,0-3 0,81-49 0,-73 38 0,333-188 41,224-118-1447,-514 289-5420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52:47.9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1 476 24575,'4'13'0,"6"5"0,1 3 0,-1 6 0,-2 4 0,1 0 0,4-4 0,17-13 0,38-24 0,46-37 0,43-37 0,38-25 0,20-7 0,-1 3 0,-14 12 0,-43 23-8191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52:49.6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0 640 24575,'0'4'0,"0"6"0,0 6 0,5 0 0,5-3 0,18-4 0,35-2 0,50-21 0,53-34 0,42-25 0,20-14 0,1-9 0,-17-6 0,-18 2 0,-42 13 0,-39 22 0,-38 22-8191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53:42.8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1 137 24575,'0'5'0,"0"14"0,0 8 0,0 4 0,0 0 0,4 1 0,6-7 0,18-15 0,31-18 0,18-21 0,21-14 0,13-8 0,-1 0 0,-10 4 0,-18 11 0,-22 6 0,-22 9-8191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53:44.4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1 529 24575,'4'4'0,"6"7"0,1 4 0,4 5 0,-2 3 0,-2 2 0,0 1 0,21-17 0,35-27 0,36-23 0,40-27 0,30-14 0,15-16 0,3 6 0,-7 4 0,-25 14 0,-26 15 0,-37 17-8191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6T02:53:48.7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0 303 24575,'5'9'0,"5"6"0,1 7 0,3 2 0,8-2 0,17-10 0,24-27 0,14-21 0,16-17 0,13-12 0,2-4 0,-9 5 0,-13 6 0,-20 12-8191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6.xml"/><Relationship Id="rId18" Type="http://schemas.openxmlformats.org/officeDocument/2006/relationships/image" Target="../media/image11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8.png"/><Relationship Id="rId17" Type="http://schemas.openxmlformats.org/officeDocument/2006/relationships/customXml" Target="../ink/ink8.xml"/><Relationship Id="rId2" Type="http://schemas.openxmlformats.org/officeDocument/2006/relationships/image" Target="../media/image3.pn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7.png"/><Relationship Id="rId19" Type="http://schemas.openxmlformats.org/officeDocument/2006/relationships/customXml" Target="../ink/ink9.xml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customXml" Target="../ink/ink10.xml"/><Relationship Id="rId7" Type="http://schemas.openxmlformats.org/officeDocument/2006/relationships/customXml" Target="../ink/ink12.xml"/><Relationship Id="rId12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14.xml"/><Relationship Id="rId5" Type="http://schemas.openxmlformats.org/officeDocument/2006/relationships/customXml" Target="../ink/ink11.xml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customXml" Target="../ink/ink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15.xml"/><Relationship Id="rId7" Type="http://schemas.openxmlformats.org/officeDocument/2006/relationships/customXml" Target="../ink/ink17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16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customXml" Target="../ink/ink18.xml"/><Relationship Id="rId7" Type="http://schemas.openxmlformats.org/officeDocument/2006/relationships/customXml" Target="../ink/ink20.xml"/><Relationship Id="rId12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customXml" Target="../ink/ink22.xml"/><Relationship Id="rId5" Type="http://schemas.openxmlformats.org/officeDocument/2006/relationships/customXml" Target="../ink/ink19.xml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customXml" Target="../ink/ink2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customXml" Target="../ink/ink23.xml"/><Relationship Id="rId7" Type="http://schemas.openxmlformats.org/officeDocument/2006/relationships/customXml" Target="../ink/ink25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customXml" Target="../ink/ink24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6DEE5-8E24-E600-A096-C6D1F8718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D252F0-A3BD-D3C8-9FF3-D19D33530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677147"/>
            <a:ext cx="11615928" cy="596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03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CBA9A-A8C9-6035-E228-041297BF4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4D3359-B391-5BD6-4945-54E00D7A3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9072"/>
            <a:ext cx="10226040" cy="566421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4D75A8F-5B15-EF09-7D1E-3D7CD8990B32}"/>
                  </a:ext>
                </a:extLst>
              </p14:cNvPr>
              <p14:cNvContentPartPr/>
              <p14:nvPr/>
            </p14:nvContentPartPr>
            <p14:xfrm>
              <a:off x="3511224" y="2348856"/>
              <a:ext cx="309960" cy="147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4D75A8F-5B15-EF09-7D1E-3D7CD8990B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93224" y="2331216"/>
                <a:ext cx="34560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5489400-85CD-C1A0-F991-80801BC798F3}"/>
                  </a:ext>
                </a:extLst>
              </p14:cNvPr>
              <p14:cNvContentPartPr/>
              <p14:nvPr/>
            </p14:nvContentPartPr>
            <p14:xfrm>
              <a:off x="2596824" y="2887056"/>
              <a:ext cx="338400" cy="249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5489400-85CD-C1A0-F991-80801BC798F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78824" y="2869056"/>
                <a:ext cx="37404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9D8CB95-39A9-9997-F2BD-540774935361}"/>
                  </a:ext>
                </a:extLst>
              </p14:cNvPr>
              <p14:cNvContentPartPr/>
              <p14:nvPr/>
            </p14:nvContentPartPr>
            <p14:xfrm>
              <a:off x="914184" y="3347856"/>
              <a:ext cx="275400" cy="119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9D8CB95-39A9-9997-F2BD-54077493536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6544" y="3329856"/>
                <a:ext cx="31104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04ACE68-1F40-A30B-4338-FEC26954EFB9}"/>
                  </a:ext>
                </a:extLst>
              </p14:cNvPr>
              <p14:cNvContentPartPr/>
              <p14:nvPr/>
            </p14:nvContentPartPr>
            <p14:xfrm>
              <a:off x="1097064" y="4546296"/>
              <a:ext cx="181800" cy="91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04ACE68-1F40-A30B-4338-FEC26954EFB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79424" y="4528656"/>
                <a:ext cx="21744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A58A544-CD46-D438-E170-D846ADB1A5A7}"/>
                  </a:ext>
                </a:extLst>
              </p14:cNvPr>
              <p14:cNvContentPartPr/>
              <p14:nvPr/>
            </p14:nvContentPartPr>
            <p14:xfrm>
              <a:off x="1408104" y="5372136"/>
              <a:ext cx="401400" cy="207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A58A544-CD46-D438-E170-D846ADB1A5A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90464" y="5354136"/>
                <a:ext cx="43704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FB6F008-DA8E-79DA-2642-674CDF19EBB2}"/>
                  </a:ext>
                </a:extLst>
              </p14:cNvPr>
              <p14:cNvContentPartPr/>
              <p14:nvPr/>
            </p14:nvContentPartPr>
            <p14:xfrm>
              <a:off x="3465504" y="4541616"/>
              <a:ext cx="195120" cy="1465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FB6F008-DA8E-79DA-2642-674CDF19EBB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47504" y="4523616"/>
                <a:ext cx="2307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F7C67A5-854F-9EDE-2C74-8B3B562EB203}"/>
                  </a:ext>
                </a:extLst>
              </p14:cNvPr>
              <p14:cNvContentPartPr/>
              <p14:nvPr/>
            </p14:nvContentPartPr>
            <p14:xfrm>
              <a:off x="7068024" y="4487616"/>
              <a:ext cx="143640" cy="1522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F7C67A5-854F-9EDE-2C74-8B3B562EB20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050384" y="4469976"/>
                <a:ext cx="17928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DCBD8EA-8F6A-A6D0-08AF-39E55C05AD46}"/>
                  </a:ext>
                </a:extLst>
              </p14:cNvPr>
              <p14:cNvContentPartPr/>
              <p14:nvPr/>
            </p14:nvContentPartPr>
            <p14:xfrm>
              <a:off x="8997624" y="4624776"/>
              <a:ext cx="189360" cy="1036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DCBD8EA-8F6A-A6D0-08AF-39E55C05AD4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979624" y="4607136"/>
                <a:ext cx="22500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C9861D7-BF82-82C9-885B-28FC18608B18}"/>
                  </a:ext>
                </a:extLst>
              </p14:cNvPr>
              <p14:cNvContentPartPr/>
              <p14:nvPr/>
            </p14:nvContentPartPr>
            <p14:xfrm>
              <a:off x="6912864" y="5887656"/>
              <a:ext cx="290160" cy="3862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C9861D7-BF82-82C9-885B-28FC18608B1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894864" y="5869656"/>
                <a:ext cx="325800" cy="42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6015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D93D9-FB93-1F98-A20F-E85CDDA4D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7DB491C-60AB-1C65-1718-1E76C5C31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376180"/>
            <a:ext cx="11524488" cy="527044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3992A19-398A-9C5B-B139-D8FA196D6E64}"/>
                  </a:ext>
                </a:extLst>
              </p14:cNvPr>
              <p14:cNvContentPartPr/>
              <p14:nvPr/>
            </p14:nvContentPartPr>
            <p14:xfrm>
              <a:off x="2313144" y="1532016"/>
              <a:ext cx="393480" cy="1753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3992A19-398A-9C5B-B139-D8FA196D6E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5504" y="1514376"/>
                <a:ext cx="42912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DC2B6AE-D05D-085E-8A19-2E7B4FFA12D8}"/>
                  </a:ext>
                </a:extLst>
              </p14:cNvPr>
              <p14:cNvContentPartPr/>
              <p14:nvPr/>
            </p14:nvContentPartPr>
            <p14:xfrm>
              <a:off x="381744" y="1988496"/>
              <a:ext cx="264960" cy="7999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DC2B6AE-D05D-085E-8A19-2E7B4FFA12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3744" y="1970496"/>
                <a:ext cx="300600" cy="83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5802946-7FB0-57E8-2A8D-CBA18610C927}"/>
                  </a:ext>
                </a:extLst>
              </p14:cNvPr>
              <p14:cNvContentPartPr/>
              <p14:nvPr/>
            </p14:nvContentPartPr>
            <p14:xfrm>
              <a:off x="1627704" y="3282336"/>
              <a:ext cx="1029240" cy="846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5802946-7FB0-57E8-2A8D-CBA18610C92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09704" y="3264696"/>
                <a:ext cx="106488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75408C3-615D-83A4-F59C-F7A2EDCC8466}"/>
                  </a:ext>
                </a:extLst>
              </p14:cNvPr>
              <p14:cNvContentPartPr/>
              <p14:nvPr/>
            </p14:nvContentPartPr>
            <p14:xfrm>
              <a:off x="1517544" y="3540096"/>
              <a:ext cx="277560" cy="1652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75408C3-615D-83A4-F59C-F7A2EDCC846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99904" y="3522456"/>
                <a:ext cx="3132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5404EDC-4BD6-2E42-4C14-C3F43120CB12}"/>
                  </a:ext>
                </a:extLst>
              </p14:cNvPr>
              <p14:cNvContentPartPr/>
              <p14:nvPr/>
            </p14:nvContentPartPr>
            <p14:xfrm>
              <a:off x="7451424" y="3510936"/>
              <a:ext cx="472320" cy="2080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5404EDC-4BD6-2E42-4C14-C3F43120CB1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33424" y="3493296"/>
                <a:ext cx="507960" cy="24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5186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48DF0-0C73-5C12-3F0B-9A60A0D4C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B8BD1A-CE64-F3E4-087E-3D290B8CB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850523"/>
            <a:ext cx="10048477" cy="60074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56A035C-9EFE-3E2E-58AD-21EDC7772B75}"/>
                  </a:ext>
                </a:extLst>
              </p14:cNvPr>
              <p14:cNvContentPartPr/>
              <p14:nvPr/>
            </p14:nvContentPartPr>
            <p14:xfrm>
              <a:off x="2038824" y="1007856"/>
              <a:ext cx="445320" cy="231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56A035C-9EFE-3E2E-58AD-21EDC7772B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1184" y="989856"/>
                <a:ext cx="4809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1FF53B6-B7CF-4C8B-ECB6-2ACA6A12A712}"/>
                  </a:ext>
                </a:extLst>
              </p14:cNvPr>
              <p14:cNvContentPartPr/>
              <p14:nvPr/>
            </p14:nvContentPartPr>
            <p14:xfrm>
              <a:off x="1764504" y="1884456"/>
              <a:ext cx="452160" cy="245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1FF53B6-B7CF-4C8B-ECB6-2ACA6A12A71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46504" y="1866456"/>
                <a:ext cx="48780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BD4EA53-D59A-D86E-396C-5DD5CB4E7E7C}"/>
                  </a:ext>
                </a:extLst>
              </p14:cNvPr>
              <p14:cNvContentPartPr/>
              <p14:nvPr/>
            </p14:nvContentPartPr>
            <p14:xfrm>
              <a:off x="10542744" y="1748376"/>
              <a:ext cx="500040" cy="282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BD4EA53-D59A-D86E-396C-5DD5CB4E7E7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524744" y="1730736"/>
                <a:ext cx="535680" cy="31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5028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4F223-91FF-27FD-AC6D-7A81BB62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094779-9D69-F47A-F61A-81EAAD16A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1471123"/>
            <a:ext cx="11771376" cy="531259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83B9973-D3BB-B81A-71BF-1794871BF4F2}"/>
                  </a:ext>
                </a:extLst>
              </p14:cNvPr>
              <p14:cNvContentPartPr/>
              <p14:nvPr/>
            </p14:nvContentPartPr>
            <p14:xfrm>
              <a:off x="2614824" y="1811016"/>
              <a:ext cx="227880" cy="131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83B9973-D3BB-B81A-71BF-1794871BF4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97184" y="1793376"/>
                <a:ext cx="26352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BA437B1-5F9C-4262-922F-66A0A72375D4}"/>
                  </a:ext>
                </a:extLst>
              </p14:cNvPr>
              <p14:cNvContentPartPr/>
              <p14:nvPr/>
            </p14:nvContentPartPr>
            <p14:xfrm>
              <a:off x="2578464" y="2473416"/>
              <a:ext cx="330480" cy="2084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BA437B1-5F9C-4262-922F-66A0A72375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60464" y="2455776"/>
                <a:ext cx="36612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BFD9D52-0739-2E67-D09E-986E38B74AFE}"/>
                  </a:ext>
                </a:extLst>
              </p14:cNvPr>
              <p14:cNvContentPartPr/>
              <p14:nvPr/>
            </p14:nvContentPartPr>
            <p14:xfrm>
              <a:off x="2916864" y="3412296"/>
              <a:ext cx="638280" cy="2826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BFD9D52-0739-2E67-D09E-986E38B74AF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98864" y="3394656"/>
                <a:ext cx="67392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8C8B7B9-14C3-1553-10EC-7B7D0498953E}"/>
                  </a:ext>
                </a:extLst>
              </p14:cNvPr>
              <p14:cNvContentPartPr/>
              <p14:nvPr/>
            </p14:nvContentPartPr>
            <p14:xfrm>
              <a:off x="4855104" y="4382136"/>
              <a:ext cx="510120" cy="2372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8C8B7B9-14C3-1553-10EC-7B7D0498953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37464" y="4364136"/>
                <a:ext cx="54576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BE98C5B-3AF7-588F-0449-9C7D3F78F2F9}"/>
                  </a:ext>
                </a:extLst>
              </p14:cNvPr>
              <p14:cNvContentPartPr/>
              <p14:nvPr/>
            </p14:nvContentPartPr>
            <p14:xfrm>
              <a:off x="8979264" y="5365656"/>
              <a:ext cx="646920" cy="2577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BE98C5B-3AF7-588F-0449-9C7D3F78F2F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961264" y="5347656"/>
                <a:ext cx="682560" cy="29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2117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DF98A-F7D7-2CE9-FFAB-44E8FD898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7A6F9B-A2A7-D998-2DB3-8EA33D0B5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284" y="1412588"/>
            <a:ext cx="7935432" cy="502037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A8C88AF-EAA4-5011-B1C9-3813A34DCA2C}"/>
                  </a:ext>
                </a:extLst>
              </p14:cNvPr>
              <p14:cNvContentPartPr/>
              <p14:nvPr/>
            </p14:nvContentPartPr>
            <p14:xfrm>
              <a:off x="5916024" y="1989576"/>
              <a:ext cx="280080" cy="114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A8C88AF-EAA4-5011-B1C9-3813A34DCA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98384" y="1971936"/>
                <a:ext cx="31572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0450866-82BA-254A-702F-02883A060310}"/>
                  </a:ext>
                </a:extLst>
              </p14:cNvPr>
              <p14:cNvContentPartPr/>
              <p14:nvPr/>
            </p14:nvContentPartPr>
            <p14:xfrm>
              <a:off x="5952384" y="3165336"/>
              <a:ext cx="556560" cy="238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0450866-82BA-254A-702F-02883A0603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34744" y="3147336"/>
                <a:ext cx="59220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0AC4450-CB3E-7414-3C4A-331BB9D40435}"/>
                  </a:ext>
                </a:extLst>
              </p14:cNvPr>
              <p14:cNvContentPartPr/>
              <p14:nvPr/>
            </p14:nvContentPartPr>
            <p14:xfrm>
              <a:off x="3950064" y="4499496"/>
              <a:ext cx="288000" cy="146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0AC4450-CB3E-7414-3C4A-331BB9D4043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32064" y="4481856"/>
                <a:ext cx="323640" cy="18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9529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42B0E-77B6-B439-01EC-E1BD20ACC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141796-64EB-EB80-7C96-328537B31B79}"/>
              </a:ext>
            </a:extLst>
          </p:cNvPr>
          <p:cNvSpPr txBox="1"/>
          <p:nvPr/>
        </p:nvSpPr>
        <p:spPr>
          <a:xfrm>
            <a:off x="2482596" y="763399"/>
            <a:ext cx="333298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Packages required: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&gt;=1.35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&gt;=0.2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langchain-openai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&gt;=0.1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langgraph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&gt;=0.1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openai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&gt;=1.30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pandas&gt;=2.0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matplotlib&gt;=3.8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numpy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&gt;=1.26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reportlab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&gt;=4.1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827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FE23D-273B-90AE-5B4A-2F1813037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E9F39B3F-B88D-8361-1E04-9AE6B9CBC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604" y="659164"/>
            <a:ext cx="9346721" cy="553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17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398F2-11EE-FB72-79E2-339384DA6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E0B0FA6-7203-AF14-2DF9-5B484FC72F99}"/>
              </a:ext>
            </a:extLst>
          </p:cNvPr>
          <p:cNvSpPr txBox="1"/>
          <p:nvPr/>
        </p:nvSpPr>
        <p:spPr>
          <a:xfrm>
            <a:off x="630936" y="923544"/>
            <a:ext cx="11430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SIDE NOTE: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a single agent is sufficient to handle this whole workflow because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workflow is strictly linear.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Every step depends on the previous one: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 → SQL → execute → summarize → chart → narrative → PDF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no branching, no parallelism, no step that can run independently.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multi-agent system makes sense when agents can work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simultaneously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independently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for demo purpose</a:t>
            </a:r>
          </a:p>
        </p:txBody>
      </p:sp>
    </p:spTree>
    <p:extLst>
      <p:ext uri="{BB962C8B-B14F-4D97-AF65-F5344CB8AC3E}">
        <p14:creationId xmlns:p14="http://schemas.microsoft.com/office/powerpoint/2010/main" val="4180422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7DE02-E881-4CFA-9FB8-040EE7132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D2B80F-D070-D965-EA2C-C374303B5934}"/>
              </a:ext>
            </a:extLst>
          </p:cNvPr>
          <p:cNvSpPr txBox="1"/>
          <p:nvPr/>
        </p:nvSpPr>
        <p:spPr>
          <a:xfrm>
            <a:off x="329184" y="145316"/>
            <a:ext cx="119329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Two specialized agents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Data Analyst Agent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(agents/data_analyst.py)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Owns three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LangGraph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generate_sql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reads the schema, translates the question to a SELECT query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execute_sql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runs it against SQLite via the SQL Toolkit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data_summary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writes a factual 2-3 sentence summary of the results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679FDA-7DFF-1F8A-787B-04744EE014C1}"/>
              </a:ext>
            </a:extLst>
          </p:cNvPr>
          <p:cNvSpPr/>
          <p:nvPr/>
        </p:nvSpPr>
        <p:spPr>
          <a:xfrm>
            <a:off x="896112" y="3813048"/>
            <a:ext cx="4032504" cy="6583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 - Data Analyst</a:t>
            </a:r>
          </a:p>
          <a:p>
            <a:pPr algn="ctr"/>
            <a:r>
              <a:rPr lang="en-US" dirty="0"/>
              <a:t>NL -&gt; SQL -&gt; Execute -&gt; Summary</a:t>
            </a:r>
          </a:p>
        </p:txBody>
      </p:sp>
    </p:spTree>
    <p:extLst>
      <p:ext uri="{BB962C8B-B14F-4D97-AF65-F5344CB8AC3E}">
        <p14:creationId xmlns:p14="http://schemas.microsoft.com/office/powerpoint/2010/main" val="1081682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853A5-8E5A-83DE-FAF7-3DA7D7ED5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1B960B-FA11-4626-5759-41216F36B5E4}"/>
              </a:ext>
            </a:extLst>
          </p:cNvPr>
          <p:cNvSpPr txBox="1"/>
          <p:nvPr/>
        </p:nvSpPr>
        <p:spPr>
          <a:xfrm>
            <a:off x="192024" y="287911"/>
            <a:ext cx="119329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Two specialized agents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Reporting Agent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(agents/reporting_agent.py) owns three more: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choose_chart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LLM decides bar/line/scatter/pie/histogram based on data shape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write_narrative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writes a 3-5 paragraph report with findings + recommendations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build_pdf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assembles chart + narrative + data table into a styled PDF</a:t>
            </a:r>
          </a:p>
        </p:txBody>
      </p:sp>
    </p:spTree>
    <p:extLst>
      <p:ext uri="{BB962C8B-B14F-4D97-AF65-F5344CB8AC3E}">
        <p14:creationId xmlns:p14="http://schemas.microsoft.com/office/powerpoint/2010/main" val="3484828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BC8CC-D56D-64B8-14B4-98F260830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B9D28B-90B7-B362-1133-CF7290856E6A}"/>
              </a:ext>
            </a:extLst>
          </p:cNvPr>
          <p:cNvSpPr txBox="1"/>
          <p:nvPr/>
        </p:nvSpPr>
        <p:spPr>
          <a:xfrm>
            <a:off x="192024" y="287911"/>
            <a:ext cx="119329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Toolkits (separate from agents)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toolkits/sql_toolkit.py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get_schema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execute_sql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toolkits/viz_toolkit.py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choose_chart_type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generate_narrative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tools</a:t>
            </a:r>
          </a:p>
        </p:txBody>
      </p:sp>
    </p:spTree>
    <p:extLst>
      <p:ext uri="{BB962C8B-B14F-4D97-AF65-F5344CB8AC3E}">
        <p14:creationId xmlns:p14="http://schemas.microsoft.com/office/powerpoint/2010/main" val="3002707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F053-5D93-2B8C-6BAB-E4E3F7135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C6B561-04D9-9EFB-0D6F-3E9A3E107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426859"/>
              </p:ext>
            </p:extLst>
          </p:nvPr>
        </p:nvGraphicFramePr>
        <p:xfrm>
          <a:off x="838200" y="2081054"/>
          <a:ext cx="10515600" cy="2286000"/>
        </p:xfrm>
        <a:graphic>
          <a:graphicData uri="http://schemas.openxmlformats.org/drawingml/2006/table">
            <a:tbl>
              <a:tblPr/>
              <a:tblGrid>
                <a:gridCol w="2983992">
                  <a:extLst>
                    <a:ext uri="{9D8B030D-6E8A-4147-A177-3AD203B41FA5}">
                      <a16:colId xmlns:a16="http://schemas.microsoft.com/office/drawing/2014/main" val="4133960114"/>
                    </a:ext>
                  </a:extLst>
                </a:gridCol>
                <a:gridCol w="7531608">
                  <a:extLst>
                    <a:ext uri="{9D8B030D-6E8A-4147-A177-3AD203B41FA5}">
                      <a16:colId xmlns:a16="http://schemas.microsoft.com/office/drawing/2014/main" val="1717982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Tab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Contents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927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📋 Data &amp; 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Metrics, generated SQL, data summary, results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526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📊 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Chart with override dropdown (you can change chart type)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595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📝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Styled narrative paragraphs from Reporting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492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📄 Download PDF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One-click PDF with everything included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608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034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D70D2-0B3F-7724-6039-FD56F9DA7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F6D8E1-88AB-4E8E-7737-B157D9D709AB}"/>
              </a:ext>
            </a:extLst>
          </p:cNvPr>
          <p:cNvSpPr txBox="1"/>
          <p:nvPr/>
        </p:nvSpPr>
        <p:spPr>
          <a:xfrm>
            <a:off x="2482596" y="763399"/>
            <a:ext cx="84079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First create sample database: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database/seed_db.py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will populate the DB.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07814-110F-D302-1245-CD8DF55EC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039" y="3291840"/>
            <a:ext cx="5657792" cy="131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3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87962-D939-0647-B210-C3220E297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4495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1403</TotalTime>
  <Words>351</Words>
  <Application>Microsoft Office PowerPoint</Application>
  <PresentationFormat>Widescreen</PresentationFormat>
  <Paragraphs>56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124</cp:revision>
  <dcterms:created xsi:type="dcterms:W3CDTF">2025-09-22T02:44:38Z</dcterms:created>
  <dcterms:modified xsi:type="dcterms:W3CDTF">2026-06-06T06:12:34Z</dcterms:modified>
</cp:coreProperties>
</file>