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19.7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1 626 24575,'2'0'0,"1"0"0,-1 1 0,1-1 0,-1 0 0,0 1 0,1 0 0,-1-1 0,0 1 0,1 0 0,-1 0 0,0 0 0,0 1 0,0-1 0,0 0 0,0 1 0,0-1 0,2 4 0,23 36 0,-26-38 0,0 1 0,1-1 0,-1 0 0,1 1 0,0-1 0,0 0 0,0 0 0,0 0 0,1-1 0,-1 1 0,1 0 0,-1-1 0,1 0 0,0 1 0,0-1 0,0 0 0,0-1 0,1 1 0,-1 0 0,0-1 0,6 2 0,-7-3 0,1 0 0,-1-1 0,0 1 0,0 0 0,0-1 0,0 1 0,1-1 0,-1 0 0,0 0 0,0 0 0,0 0 0,0 0 0,-1 0 0,1 0 0,0-1 0,0 1 0,1-3 0,28-32 0,-28 31 0,143-221 0,11-18 0,-30 84-1365,-82 106-5461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21.8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1 883 24575,'4'-4'0,"6"-2"0,1 9 0,3 9 0,8-3 0,26-42 0,35-44 0,34-36 0,23-25 0,4 3 0,-8 15 0,-29 25 0,-26 23 0,-29 20 0,-22 14 0,-16 14-8191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23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1 366 24575,'1'4'0,"0"0"0,0 0 0,1 0 0,0 0 0,-1 0 0,2 0 0,-1 0 0,0-1 0,1 1 0,3 4 0,5 7 0,111 183 0,-120-196 0,-1 1 0,0-1 0,1 0 0,0 1 0,0-1 0,-1 0 0,1 0 0,1 0 0,-1 0 0,0-1 0,0 1 0,1 0 0,-1-1 0,1 0 0,-1 1 0,1-1 0,-1 0 0,1 0 0,0-1 0,0 1 0,-1-1 0,1 1 0,0-1 0,0 0 0,0 0 0,0 0 0,-1 0 0,1 0 0,0-1 0,0 1 0,0-1 0,-1 0 0,1 0 0,0 0 0,-1 0 0,1-1 0,-1 1 0,1 0 0,-1-1 0,4-3 0,6-5 0,0 0 0,-1-1 0,0 0 0,-1-1 0,0 0 0,11-18 0,42-66 0,4 3 0,134-143 0,-170 207-52,-14 12-385,-1 0-1,19-23 0,-21 19-6388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25.3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0 413 24575,'2'15'0,"1"-1"0,0 0 0,1 0 0,1 0 0,0-1 0,0 1 0,2-1 0,-1-1 0,2 1 0,14 19 0,-20-30 0,0-1 0,0 1 0,0 0 0,0-1 0,0 0 0,1 1 0,-1-1 0,0 0 0,1 0 0,-1 0 0,1 0 0,-1-1 0,1 1 0,-1-1 0,1 1 0,-1-1 0,1 0 0,-1 0 0,1 0 0,0 0 0,-1 0 0,5-2 0,6-1 0,1 0 0,-1-2 0,14-5 0,-17 6 0,64-28 0,129-77 0,60-63 0,-134 86 0,54-40-1365,-120 79-5461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49.1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1 144 24575,'2'23'0,"1"0"0,1-1 0,1 0 0,1 0 0,1 0 0,1-1 0,17 33 0,0 4 0,-23-52 0,0 0 0,1-1 0,-1 1 0,2-1 0,-1 0 0,0 1 0,7 5 0,-9-10 0,0 0 0,0 0 0,1 0 0,-1 0 0,1 0 0,-1 0 0,1-1 0,-1 1 0,1 0 0,-1-1 0,1 1 0,0-1 0,-1 0 0,1 1 0,0-1 0,-1 0 0,1 0 0,0 0 0,0 0 0,-1 0 0,1-1 0,0 1 0,-1-1 0,1 1 0,-1-1 0,1 1 0,0-1 0,-1 0 0,1 1 0,-1-1 0,3-2 0,20-15 0,-1-1 0,-1-1 0,36-43 0,-18 19 0,223-223-1365,-232 236-5461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52.6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1 112 24575,'11'20'0,"-1"1"0,-1-1 0,0 2 0,-2-1 0,0 1 0,-2 0 0,4 26 0,0-7 0,-9-37 0,1 0 0,0 1 0,0-1 0,1 0 0,-1 0 0,1 1 0,0-1 0,0-1 0,1 1 0,-1 0 0,1 0 0,0-1 0,-1 0 0,2 1 0,-1-1 0,0 0 0,1 0 0,5 3 0,-4-4 0,0 0 0,0 0 0,0-1 0,1 0 0,-1 0 0,0 0 0,1 0 0,-1-1 0,1 0 0,-1 0 0,0 0 0,1-1 0,6-1 0,16-6 0,-1-1 0,0-1 0,0-2 0,41-24 0,-43 23 0,40-21 0,-1-2 0,-2-3 0,-1-3 0,64-57 0,-119 93-195,1-1 0,-1 0 0,0 0 0,-1 0 0,0-1 0,7-14 0,0-7-6631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54.4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1 219 24575,'1'1'0,"0"-1"0,0 1 0,0 0 0,0-1 0,0 1 0,0 0 0,0 0 0,0 0 0,-1 0 0,1 0 0,0 0 0,0 0 0,-1 0 0,1 0 0,-1 0 0,1 0 0,-1 1 0,1-1 0,-1 0 0,0 0 0,1 3 0,8 37 0,-7-30 0,42 199 0,-44-207 0,1 0 0,-1 0 0,1 0 0,-1 0 0,1 0 0,0 0 0,0 0 0,1 0 0,-1-1 0,1 1 0,-1 0 0,1-1 0,0 1 0,0-1 0,0 0 0,0 0 0,0 1 0,0-1 0,1-1 0,-1 1 0,1 0 0,-1-1 0,1 1 0,0-1 0,0 0 0,-1 1 0,1-1 0,0-1 0,0 1 0,0 0 0,0-1 0,0 0 0,0 1 0,0-1 0,1 0 0,-1-1 0,0 1 0,3-1 0,13-4 0,0 0 0,-1-1 0,1-1 0,-2 0 0,19-11 0,-26 13 0,560-342-170,-417 246-1025,-48 33-5631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49:55.9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6 380 24575,'-2'82'0,"0"-44"0,1 0 0,2 0 0,8 48 0,-9-84 0,0 0 0,0 1 0,1-1 0,-1 0 0,1 1 0,0-1 0,-1 0 0,1 0 0,0 0 0,1 1 0,-1-1 0,0 0 0,0-1 0,1 1 0,-1 0 0,1 0 0,0-1 0,-1 1 0,1 0 0,0-1 0,0 0 0,0 1 0,0-1 0,0 0 0,0 0 0,1 0 0,-1 0 0,0-1 0,0 1 0,1-1 0,-1 1 0,0-1 0,1 0 0,-1 0 0,0 0 0,1 0 0,-1 0 0,0 0 0,1-1 0,2 0 0,10-4 0,0 0 0,-1-1 0,0 0 0,0-1 0,14-10 0,-20 13 0,103-64 0,151-119 0,-198 134 0,-2-2 0,-3-4 0,74-94 0,-95 104-1365,-8 11-5461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51:14.2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0 923 24575,'0'10'0,"1"1"0,-1-1 0,1 0 0,1 0 0,0 0 0,1-1 0,-1 1 0,2 0 0,0-1 0,0 0 0,0 0 0,1 0 0,0 0 0,1-1 0,0 0 0,1 0 0,-1 0 0,1-1 0,9 7 0,-12-9 0,1-1 0,0 1 0,0-1 0,0 0 0,1 0 0,-1-1 0,1 0 0,0 0 0,0 0 0,0-1 0,13 4 0,-14-5 0,-1-1 0,1 0 0,0 0 0,-1 0 0,1 0 0,-1-1 0,1 0 0,-1 0 0,1 0 0,-1-1 0,1 1 0,-1-1 0,0 0 0,0 0 0,0 0 0,0-1 0,0 0 0,3-3 0,4-3 0,-1-1 0,1-1 0,-2 0 0,0 0 0,0-1 0,9-16 0,38-84 0,-36 69 0,59-109 0,168-245 0,-69 157-163,-127 173-1039,-29 39-5624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51:16.7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1 533 24575,'2'18'0,"1"0"0,0 1 0,2-1 0,0-1 0,1 1 0,1-1 0,0 0 0,1-1 0,20 30 0,-27-44 0,0-1 0,0 1 0,0-1 0,1 0 0,-1 0 0,0 1 0,1-1 0,-1 0 0,1 0 0,-1 0 0,1-1 0,-1 1 0,1 0 0,0 0 0,-1-1 0,1 1 0,0-1 0,-1 0 0,1 1 0,0-1 0,0 0 0,-1 0 0,1 0 0,0 0 0,0 0 0,0-1 0,-1 1 0,1 0 0,0-1 0,-1 1 0,1-1 0,0 0 0,-1 0 0,1 1 0,1-3 0,6-2 0,0-1 0,0-1 0,0 1 0,11-13 0,181-213 0,-73 79 0,136-115-1365,-211 217-5461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51:18.2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1 434 24575,'2'13'0,"0"1"0,1-1 0,0-1 0,1 1 0,1-1 0,0 1 0,12 20 0,6 18 0,-18-37 0,1 0 0,0-1 0,1 1 0,1-2 0,14 20 0,-20-29 0,0 0 0,0-1 0,1 1 0,-1-1 0,1 1 0,0-1 0,0 0 0,-1 0 0,1-1 0,0 1 0,1 0 0,-1-1 0,0 0 0,0 0 0,1 0 0,-1 0 0,0 0 0,1-1 0,-1 0 0,1 1 0,-1-1 0,1 0 0,-1-1 0,0 1 0,1-1 0,-1 1 0,1-1 0,-1 0 0,0 0 0,4-2 0,25-15 0,0-1 0,0-2 0,-2 0 0,-1-3 0,43-42 0,-18 15 0,392-330-276,-345 295-813,-47 41-5737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8:51:19.5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1 593 24575,'0'24'0,"-1"8"0,6 48 0,-4-72 0,0-1 0,1 1 0,0 0 0,0 0 0,1-1 0,0 1 0,0-1 0,0 0 0,1 0 0,1 0 0,5 8 0,-9-14 0,0 0 0,0 0 0,0 0 0,0 0 0,1 0 0,-1-1 0,0 1 0,0 0 0,0-1 0,1 1 0,-1-1 0,0 1 0,1-1 0,-1 1 0,0-1 0,1 0 0,-1 0 0,1 0 0,-1 0 0,0 0 0,1 0 0,-1 0 0,1 0 0,-1 0 0,0-1 0,1 1 0,-1-1 0,0 1 0,1-1 0,-1 1 0,0-1 0,0 0 0,0 1 0,1-1 0,-1 0 0,1-1 0,7-6 0,-1 1 0,0-1 0,12-17 0,-4 6 0,165-172 0,-50 58 0,169-226 0,-268 314-1365,-7 12-5461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9:03:44.4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85 24575,'8'10'0,"0"1"0,-1 0 0,0 1 0,-1 0 0,0 0 0,-1 0 0,4 14 0,6 15 0,26 64 0,21 43 0,-61-145 0,1 0 0,-1 0 0,1 0 0,0-1 0,0 1 0,0-1 0,0 1 0,0-1 0,1 0 0,-1 0 0,1 0 0,-1 0 0,1 0 0,0-1 0,0 1 0,0-1 0,0 1 0,0-1 0,0 0 0,0-1 0,0 1 0,0 0 0,0-1 0,0 0 0,1 1 0,-1-1 0,0-1 0,5 0 0,5-1 0,-1-1 0,0-1 0,0 0 0,0-1 0,0 0 0,14-9 0,113-72-113,200-163-1,-225 162-1024,-25 19-5688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9:03:45.5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1 147 24575,'0'18'0,"0"24"0,6 58 0,-3-85 0,0 0 0,0 0 0,2 0 0,0-1 0,0 0 0,1 0 0,11 18 0,-13-25 0,0 0 0,1 0 0,0-1 0,0 0 0,0 0 0,1 0 0,8 7 0,-10-10 0,0-1 0,0 0 0,1 0 0,-1 0 0,0 0 0,1-1 0,-1 0 0,1 0 0,0 0 0,-1 0 0,1-1 0,0 0 0,-1 0 0,1 0 0,5-1 0,14-3 0,1-1 0,-1-1 0,0-2 0,-1 0 0,0-1 0,36-20 0,133-90 0,-149 90 0,363-239-1365,-355 237-5461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3:58.7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40 1228 0 0,'22'-10'344'0'0,"-3"0"-144"0"0,-8 5-340 0 0,0-2-532 0 0,0 4 344 0 0,-6-2 112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0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0 202 1664 0 0,'25'-41'2752'0'0,"-25"40"-2309"0"0,14-10 3206 0 0,-13 91-3485 0 0,-2-61-146 0 0,1-1-1 0 0,0 1 1 0 0,2-1-1 0 0,0 1 0 0 0,5 21 1 0 0,13 25-30 0 0,31 69 1 0 0,-39-101 78 0 0,-13-32 46 0 0,-8-15-80 0 0,1-3-22 0 0,0-1 0 0 0,1 0 0 0 0,1 0 1 0 0,0 0-1 0 0,2-1 0 0 0,0 0 0 0 0,-1-24 1 0 0,1-139-18 0 0,5 116 8 0 0,2-82-374 0 0,-3 147 305 0 0,1 0 56 0 0,0-1-1 0 0,0 1 1 0 0,1 0-1 0 0,-1 0 1 0 0,1 0-1 0 0,-1 0 1 0 0,1 0-1 0 0,0 0 1 0 0,-1 1-1 0 0,1-1 1 0 0,0 1-1 0 0,-1-1 1 0 0,1 1-1 0 0,0-1 0 0 0,0 1 1 0 0,0 0-1 0 0,-1 0 1 0 0,1 0-1 0 0,0 0 1 0 0,0 0-1 0 0,0 0 1 0 0,-1 0-1 0 0,1 1 1 0 0,0-1-1 0 0,0 1 1 0 0,-1-1-1 0 0,1 1 1 0 0,0-1-1 0 0,-1 1 1 0 0,3 1-1 0 0,55 26-83 0 0,-57-27 88 0 0,42 26-27 0 0,-1 2 0 0 0,-1 2 0 0 0,-2 1 0 0 0,50 52 0 0 0,-70-64 23 0 0,-1 2 0 0 0,0 0 0 0 0,-2 0 1 0 0,-1 2-1 0 0,16 29 0 0 0,-31-51 12 0 0,0 1 0 0 0,0 0 0 0 0,0-1 0 0 0,-1 1 1 0 0,1 0-1 0 0,0 0 0 0 0,-1 0 0 0 0,0-1 0 0 0,0 1 0 0 0,0 0 0 0 0,0 0 0 0 0,0 0 0 0 0,0 0 1 0 0,-1-1-1 0 0,1 1 0 0 0,-1 0 0 0 0,0 0 0 0 0,0-1 0 0 0,-2 4 0 0 0,0 0 1 0 0,0-1 1 0 0,0 0-1 0 0,-1-1 0 0 0,0 1 0 0 0,0-1 0 0 0,0 1 0 0 0,-1-1 1 0 0,-8 6-1 0 0,-5 2 5 0 0,0-2 0 0 0,0 0-1 0 0,-1-1 1 0 0,-26 9 0 0 0,7-6 15 0 0,-1-1 0 0 0,-55 8-1 0 0,73-16 87 0 0,-1-1-1 0 0,0-1 1 0 0,1-1-1 0 0,-1 0 1 0 0,1-2-1 0 0,-23-4 0 0 0,0-8 28 0 0,43 13-258 0 0,1 0-225 0 0,0 0 200 0 0,0 0 1 0 0,0 0-1 0 0,0 0 1 0 0,0 0-1 0 0,0 1 1 0 0,1-1 0 0 0,-1 0-1 0 0,0 0 1 0 0,1 0-1 0 0,-1 0 1 0 0,0 1-1 0 0,1-1 1 0 0,-1 0-1 0 0,1 0 1 0 0,-1 1-1 0 0,1-1 1 0 0,0 0 0 0 0,-1 1-1 0 0,1-1 1 0 0,0 1-1 0 0,-1-1 1 0 0,1 0-1 0 0,0 1 1 0 0,0 0-1 0 0,-1-1 1 0 0,1 1-1 0 0,0-1 1 0 0,0 1 0 0 0,0 0-1 0 0,1-1 1 0 0,16-7-1903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0.9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99 5645 0 0,'13'-96'1896'0'0,"-13"93"-1797"0"0,49 132 332 0 0,-44-118-653 0 0,16 29-12 0 0,-2-23-3648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1.1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73 5304 0 0,'0'-65'821'0'0,"0"63"-683"0"0,-4-4-878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1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195 476 3856 0 0,'-4'1'-112'0'0,"-16"4"50"0"0,2 0-1 0 0,-1 2 0 0 0,1 0 0 0 0,0 1 0 0 0,-20 13 1 0 0,34-19 65 0 0,-1 1 0 0 0,1 0 0 0 0,-1 1 0 0 0,1-1 0 0 0,0 1 0 0 0,1 0 0 0 0,-1 0 0 0 0,1 0 0 0 0,-1 0 1 0 0,1 1-1 0 0,0-1 0 0 0,1 1 0 0 0,-1 0 0 0 0,1 0 0 0 0,0 0 0 0 0,-2 7 0 0 0,4-9 1 0 0,0 1 1 0 0,0-1-1 0 0,0 1 0 0 0,0-1 0 0 0,0 1 0 0 0,1-1 0 0 0,-1 1 0 0 0,1-1 0 0 0,0 1 1 0 0,0-1-1 0 0,0 0 0 0 0,1 1 0 0 0,-1-1 0 0 0,1 0 0 0 0,0 0 0 0 0,0 0 0 0 0,0 0 1 0 0,0 0-1 0 0,0-1 0 0 0,1 1 0 0 0,-1 0 0 0 0,1-1 0 0 0,-1 0 0 0 0,1 0 1 0 0,5 3-1 0 0,1 2 43 0 0,1-1 0 0 0,0-1 0 0 0,0 1 0 0 0,0-1 0 0 0,1-1 0 0 0,0 0 0 0 0,0-1 0 0 0,0 0 0 0 0,0 0 0 0 0,0-1-1 0 0,1-1 1 0 0,-1 0 0 0 0,0 0 0 0 0,1-1 0 0 0,-1-1 0 0 0,14-2 0 0 0,-16 2 47 0 0,0-1 0 0 0,-1-1 0 0 0,1 0 0 0 0,-1 0 0 0 0,0 0-1 0 0,0-1 1 0 0,0 0 0 0 0,0-1 0 0 0,0 0 0 0 0,-1 0-1 0 0,0 0 1 0 0,0-1 0 0 0,-1 0 0 0 0,0-1 0 0 0,0 1-1 0 0,0-1 1 0 0,0-1 0 0 0,-1 1 0 0 0,-1-1 0 0 0,8-15 0 0 0,-1-3 75 0 0,-2 0 1 0 0,-1-1-1 0 0,-1 0 1 0 0,-1 0 0 0 0,3-48-1 0 0,-6-139 1054 0 0,-5 110-225 0 0,-4 32-213 0 0,4 56-737 0 0,-4 21-311 0 0,-3 29 26 0 0,8 3 176 0 0,2 0 0 0 0,1 0 1 0 0,1 0-1 0 0,3 0 0 0 0,1-1 1 0 0,1 0-1 0 0,2-1 0 0 0,2 1 1 0 0,1-2-1 0 0,1 0 1 0 0,2-1-1 0 0,2 0 0 0 0,1-1 1 0 0,1-1-1 0 0,2-1 0 0 0,1-1 1 0 0,1-1-1 0 0,31 27 0 0 0,-49-50-405 0 0,0 0 0 0 0,1-1 0 0 0,-1 0-1 0 0,1 0 1 0 0,0-1 0 0 0,0 0 0 0 0,0 0 0 0 0,0 0-1 0 0,10 1 1 0 0,2-1-1731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3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0 386 5513 0 0,'9'-171'1212'0'0,"-9"154"-585"0"0,3 28-387 0 0,3 52-327 0 0,-2-18 130 0 0,5 2-14 0 0,3 0 0 0 0,1 0 0 0 0,31 72 0 0 0,-21-57 170 0 0,-22-61-52 0 0,-29-233 955 0 0,17-92-874 0 0,11 314-227 0 0,-2-1-2 0 0,1 9-20 0 0,0 1 0 0 0,1-1-1 0 0,-1 0 1 0 0,1 1 0 0 0,-1-1 0 0 0,1 0-1 0 0,0 1 1 0 0,0-1 0 0 0,0 0 0 0 0,0 1-1 0 0,0-1 1 0 0,0 0 0 0 0,0 0 0 0 0,0 1-1 0 0,1-3 1 0 0,13 17-53 0 0,15 38 48 0 0,-7-8 14 0 0,2-1-1 0 0,1-1 1 0 0,44 54 0 0 0,105 102-5 0 0,-158-180 11 0 0,-2-2 101 0 0,0-1 1 0 0,2-1-1 0 0,26 19 1 0 0,-40-31 429 0 0,-1-2-508 0 0,0 1 1 0 0,0-1-1 0 0,1 0 1 0 0,-1 1-1 0 0,0-1 0 0 0,0 0 1 0 0,0 0-1 0 0,0 0 1 0 0,0 0-1 0 0,0 0 0 0 0,0 0 1 0 0,0 0-1 0 0,-1 0 1 0 0,1-1-1 0 0,0 1 0 0 0,-1 0 1 0 0,1 0-1 0 0,-1-1 1 0 0,1 1-1 0 0,-1 0 1 0 0,1-1-1 0 0,-1 1 0 0 0,0-1 1 0 0,0 1-1 0 0,0 0 1 0 0,0-1-1 0 0,0-1 0 0 0,3-45 228 0 0,-3 45-232 0 0,2-130 230 0 0,-4-124-18 0 0,0 234-218 0 0,-1 0 0 0 0,-8-36 0 0 0,9 54-30 0 0,2 3-24 0 0,0 1 0 0 0,0 0 0 0 0,-1 0 1 0 0,1 0-1 0 0,0 0 0 0 0,-1-1 0 0 0,1 1 0 0 0,-1 0 0 0 0,1 0 0 0 0,-1 0 0 0 0,0 0 0 0 0,1 0 0 0 0,-1 0 0 0 0,0 0 0 0 0,0 0 1 0 0,1 1-1 0 0,-1-1 0 0 0,0 0 0 0 0,0 0 0 0 0,-2-1 0 0 0,2 2-402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3.8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13 5953 0 0,'0'0'-306'0'0,"-7"-1"-1433"0"0,2 1 1716 0 0,1 0 1 0 0,0 1 0 0 0,0-1 0 0 0,-1 0-1 0 0,1 1 1 0 0,0 0 0 0 0,0 0-1 0 0,0 1 1 0 0,0-1 0 0 0,0 1 0 0 0,0-1-1 0 0,1 1 1 0 0,-1 1 0 0 0,0-1-1 0 0,1 0 1 0 0,-1 1 0 0 0,1 0 0 0 0,0 0-1 0 0,0 0 1 0 0,0 0 0 0 0,1 0-1 0 0,-1 0 1 0 0,1 1 0 0 0,-1-1 0 0 0,-1 6-1 0 0,0-4 16 0 0,1 1-1 0 0,0 0 1 0 0,1 1-1 0 0,-1-1 1 0 0,1 0-1 0 0,1 1 1 0 0,-1-1-1 0 0,1 1 1 0 0,0-1-1 0 0,0 1 1 0 0,1 0-1 0 0,0-1 1 0 0,0 1 0 0 0,1 0-1 0 0,-1-1 1 0 0,2 1-1 0 0,-1 0 1 0 0,1-1-1 0 0,0 1 1 0 0,0-1-1 0 0,4 9 1 0 0,0-6 16 0 0,0 0-1 0 0,0 0 1 0 0,1-1 0 0 0,0 0 0 0 0,0 0 0 0 0,1 0 0 0 0,0-1 0 0 0,0 0 0 0 0,1-1 0 0 0,0 0 0 0 0,0 0 0 0 0,18 7 0 0 0,-18-8 48 0 0,1-1 1 0 0,-1-1 0 0 0,1 1 0 0 0,0-2-1 0 0,1 1 1 0 0,-1-2 0 0 0,0 1 0 0 0,1-1 0 0 0,-1-1-1 0 0,0 0 1 0 0,1 0 0 0 0,-1-1 0 0 0,1-1-1 0 0,-1 1 1 0 0,0-2 0 0 0,13-3 0 0 0,-16 3 5 0 0,-1 0 0 0 0,0 0 0 0 0,1-1 0 0 0,-1 1 0 0 0,-1-1 0 0 0,1-1 0 0 0,-1 1 0 0 0,1-1 0 0 0,-1 0 1 0 0,0 0-1 0 0,-1 0 0 0 0,0-1 0 0 0,1 0 0 0 0,-2 0 0 0 0,1 0 0 0 0,-1 0 0 0 0,0 0 0 0 0,0-1 0 0 0,-1 1 0 0 0,1-1 0 0 0,-1 0 1 0 0,-1 0-1 0 0,0 0 0 0 0,0 0 0 0 0,0-7 0 0 0,0 7-18 0 0,-1 1 1 0 0,0-1-1 0 0,-1 1 1 0 0,0-1 0 0 0,0 1-1 0 0,0-1 1 0 0,-1 1-1 0 0,1 0 1 0 0,-2 0-1 0 0,1 0 1 0 0,-1 0-1 0 0,0 0 1 0 0,0 0-1 0 0,0 1 1 0 0,-1-1-1 0 0,0 1 1 0 0,0 0-1 0 0,0 0 1 0 0,-1 1 0 0 0,0-1-1 0 0,1 1 1 0 0,-2 0-1 0 0,-7-5 1 0 0,2 2-20 0 0,-1 1 0 0 0,0 0 0 0 0,-1 1 0 0 0,1 0 0 0 0,-1 1 0 0 0,0 0 0 0 0,0 1 0 0 0,0 1 0 0 0,-1 0 0 0 0,1 1 0 0 0,-15 0 0 0 0,10 3-195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4.2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24 4928 0 0,'-16'-3'-520'0'0,"3"-3"458"0"0,12 2-23 0 0,20 2-75 0 0,-3 0 122 0 0,56-3 22 0 0,0 3-1 0 0,86 9 0 0 0,-79-2 10 0 0,-3-3-39 0 0,103 9-1780 0 0,-227-17 1548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4.5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2 2768 0 0,'0'0'100'0'0,"-1"0"-58"0"0,1 0 1 0 0,-1 0-1 0 0,0-1 1 0 0,1 1 0 0 0,-1 0-1 0 0,1 0 1 0 0,-1 0 0 0 0,0 0-1 0 0,1 0 1 0 0,-1-1-1 0 0,1 1 1 0 0,-1 0 0 0 0,0 1-1 0 0,1-1 1 0 0,-1 0-1 0 0,0 0 1 0 0,1 0 0 0 0,-1 0-1 0 0,1 0 1 0 0,-1 0 0 0 0,1 1-1 0 0,-1-1 1 0 0,0 1-1 0 0,-2 6-10 0 0,1 0-1 0 0,0 0 1 0 0,1 0-1 0 0,0 1 1 0 0,0-1 0 0 0,1 0-1 0 0,0 1 1 0 0,1 12-1 0 0,10 69 51 0 0,-6-61-57 0 0,41 190 136 0 0,-16-89-88 0 0,-28-116-14 0 0,-1 1 1 0 0,0 0-1 0 0,-1 24 0 0 0,-1-9 246 0 0,1-28-296 0 0,-8-28-3219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5.1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52 2792 0 0,'-9'2'5'0'0,"110"-19"826"0"0,142-8 1 0 0,138 14-722 0 0,336 44 287 0 0,-535-13-166 0 0,-155-20 132 0 0,-15-2-3338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5.5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26 114 3320 0 0,'-17'3'-193'0'0,"9"-2"226"0"0,11-1 199 0 0,855-75 674 0 0,-611 70-563 0 0,50-3 386 0 0,-228 3-80 0 0,-69 4-807 0 0,1 0-1 0 0,-1 0 1 0 0,1 1-1 0 0,-1-1 0 0 0,1 0 1 0 0,-1 0-1 0 0,0 0 1 0 0,0-1-1 0 0,1 1 1 0 0,-1 0-1 0 0,0 0 0 0 0,0 0 1 0 0,0 0-1 0 0,0 0 1 0 0,0 0-1 0 0,0 0 1 0 0,0 0-1 0 0,0 0 0 0 0,-1-2 14 0 0,1 3 164 0 0,-1-2-1043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6.8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849 7 3700 0 0,'0'0'-156'0'0,"0"0"-28"0"0,0 0 169 0 0,0 0 0 0 0,-1 0 0 0 0,1 0 0 0 0,0 0 0 0 0,0 0 0 0 0,0 0 0 0 0,0 0 0 0 0,-1 0 0 0 0,1 0 0 0 0,0 0 1 0 0,0 0-1 0 0,0 0 0 0 0,0 0 0 0 0,-1 0 0 0 0,1 0 0 0 0,0-1 0 0 0,0 1 0 0 0,0 0 0 0 0,0 0 0 0 0,0 0 0 0 0,0 0 0 0 0,-1 0 0 0 0,1 0 0 0 0,0-1 0 0 0,0 1 0 0 0,0 0 0 0 0,0 0 0 0 0,0 0 0 0 0,0 0 0 0 0,0-1 0 0 0,0 1 0 0 0,0 0 0 0 0,0 0 0 0 0,0 0 0 0 0,0 0 0 0 0,0-1 1 0 0,0 1-1 0 0,0 0 0 0 0,0 0 0 0 0,0 0 0 0 0,0 0 0 0 0,0-1 0 0 0,0 1 0 0 0,0 0 0 0 0,0 0 0 0 0,0 0 0 0 0,0 0 0 0 0,0-1 0 0 0,0 1 0 0 0,0 0 0 0 0,1 0 0 0 0,-1 0 0 0 0,0 0 0 0 0,0 0 0 0 0,0-1 0 0 0,-20 13-22 0 0,0 1 1 0 0,1 0-1 0 0,1 1 0 0 0,-27 26 0 0 0,-69 78 3 0 0,112-115 34 0 0,-393 465 420 0 0,311-372-159 0 0,-20 27 952 0 0,89-110-564 0 0,8-17-788 0 0,6 2-4 0 0,1 0 0 0 0,-1-1 0 0 0,1 1 0 0 0,0 0 0 0 0,0 0 1 0 0,0 0-1 0 0,0 0 0 0 0,0 0 0 0 0,1-1 0 0 0,-1 1 0 0 0,0 0 0 0 0,1 0 0 0 0,1-3 1 0 0,6-14-710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7.2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184 15 3656 0 0,'0'-1'9'0'0,"1"1"-1"0"0,-1-1 1 0 0,0 0 0 0 0,0 0-1 0 0,1 1 1 0 0,-1-1-1 0 0,1 0 1 0 0,-1 0-1 0 0,1 1 1 0 0,-1-1-1 0 0,1 0 1 0 0,-1 1-1 0 0,1-1 1 0 0,0 1 0 0 0,-1-1-1 0 0,1 1 1 0 0,0-1-1 0 0,-1 1 1 0 0,1 0-1 0 0,0-1 1 0 0,0 1-1 0 0,-1 0 1 0 0,1-1 0 0 0,0 1-1 0 0,0 0 1 0 0,0 0-1 0 0,-4 22 502 0 0,-23 42 254 0 0,-111 212-505 0 0,104-193-221 0 0,33-82-36 0 0,-1 0-1 0 0,1 0 0 0 0,0-1 0 0 0,0 1 0 0 0,0 0 0 0 0,0 0 0 0 0,0 0 0 0 0,0 0 0 0 0,1 0 0 0 0,-1 0 0 0 0,0-1 0 0 0,0 1 0 0 0,1 0 0 0 0,-1 0 0 0 0,0 0 0 0 0,1-1 0 0 0,-1 1 0 0 0,1 0 0 0 0,-1 0 0 0 0,1-1 0 0 0,-1 1 0 0 0,1 0 0 0 0,-1-1 0 0 0,1 1 0 0 0,0 0 1 0 0,-1-1-1 0 0,1 1 0 0 0,0-1 0 0 0,0 0 0 0 0,-1 1 0 0 0,1-1 0 0 0,0 1 0 0 0,0-1 0 0 0,0 0 0 0 0,0 0 0 0 0,-1 1 0 0 0,1-1 0 0 0,0 0 0 0 0,0 0 0 0 0,0 0 0 0 0,1 0 0 0 0,37 3 39 0 0,-39-3-39 0 0,143-9 71 0 0,54-4-80 0 0,-195 13-152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8.3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388 94 3988 0 0,'1'-1'-19'0'0,"0"0"-1"0"0,0 0 0 0 0,0 0 0 0 0,0 0 1 0 0,-1 0-1 0 0,1-1 0 0 0,0 1 0 0 0,-1 0 0 0 0,1 0 1 0 0,-1-1-1 0 0,1 1 0 0 0,-1 0 0 0 0,1-1 1 0 0,-1 1-1 0 0,0 0 0 0 0,0-1 0 0 0,0 1 1 0 0,0-1-1 0 0,0 1 0 0 0,0 0 0 0 0,0-1 1 0 0,0 1-1 0 0,-1 0 0 0 0,1-1 0 0 0,-1-1 0 0 0,0 0 19 0 0,-1 1 1 0 0,0-1-1 0 0,1 1 0 0 0,-1-1 0 0 0,0 1 0 0 0,0 0 0 0 0,-1-1 0 0 0,1 1 0 0 0,0 0 0 0 0,-1 1 0 0 0,-3-3 0 0 0,0 0 23 0 0,-1 0 0 0 0,1 1 1 0 0,-1 0-1 0 0,0 0 0 0 0,-1 0 0 0 0,1 1 1 0 0,0 0-1 0 0,-15-1 0 0 0,16 2 1 0 0,-2 0-20 0 0,0 1-1 0 0,-1-1 0 0 0,1 1 0 0 0,0 1 0 0 0,-1 0 0 0 0,1 0 1 0 0,0 1-1 0 0,0-1 0 0 0,0 2 0 0 0,0-1 0 0 0,0 1 1 0 0,0 1-1 0 0,1-1 0 0 0,0 1 0 0 0,-8 6 0 0 0,-2-1 5 0 0,3 0-3 0 0,0-1 0 0 0,1 2 0 0 0,0 0 0 0 0,1 0 0 0 0,-16 18 0 0 0,24-24-2 0 0,1-1-1 0 0,-1 1 1 0 0,1 1 0 0 0,0-1 0 0 0,0 0-1 0 0,0 1 1 0 0,1 0 0 0 0,-1-1-1 0 0,1 1 1 0 0,0 0 0 0 0,1 0 0 0 0,-1 0-1 0 0,1 1 1 0 0,0-1 0 0 0,0 0-1 0 0,1 0 1 0 0,-1 1 0 0 0,1-1 0 0 0,1 10-1 0 0,1-11 13 0 0,-1-1 0 0 0,1 1 1 0 0,0-1-1 0 0,-1 1 0 0 0,2-1 0 0 0,-1 0 0 0 0,0 0 0 0 0,1 0 0 0 0,-1 0 0 0 0,1 0 0 0 0,0-1 0 0 0,0 1 0 0 0,0-1 0 0 0,0 0 0 0 0,0 0 0 0 0,0 0 0 0 0,1 0 0 0 0,-1 0 0 0 0,1-1 0 0 0,-1 0 0 0 0,1 1 0 0 0,0-1 1 0 0,-1-1-1 0 0,1 1 0 0 0,0 0 0 0 0,0-1 0 0 0,6 0 0 0 0,2 1 54 0 0,-1-1 1 0 0,0-1-1 0 0,0 0 0 0 0,0 0 1 0 0,0-1-1 0 0,0 0 0 0 0,-1-1 1 0 0,17-7-1 0 0,-4-1 167 0 0,0-1-1 0 0,-1-1 1 0 0,0-1 0 0 0,-2-1-1 0 0,0-1 1 0 0,0 0-1 0 0,-1-2 1 0 0,28-34 0 0 0,-37 42 416 0 0,-21 26-510 0 0,9-14-145 0 0,-1 1 0 0 0,1 0-1 0 0,0-1 1 0 0,0 1 0 0 0,0 0 0 0 0,0 0-1 0 0,0 0 1 0 0,1 1 0 0 0,-1-1-1 0 0,1 0 1 0 0,0 1 0 0 0,0-1-1 0 0,0 1 1 0 0,0-1 0 0 0,1 1-1 0 0,-1-1 1 0 0,1 1 0 0 0,0-1-1 0 0,1 8 1 0 0,0-6 24 0 0,1-1-1 0 0,-1 1 1 0 0,1 0-1 0 0,0-1 1 0 0,0 1-1 0 0,1-1 1 0 0,-1 0-1 0 0,1 0 1 0 0,0 0-1 0 0,0 0 0 0 0,0-1 1 0 0,1 1-1 0 0,3 3 1 0 0,1-1-175 0 0,0 1-1 0 0,1-1 1 0 0,0-1 0 0 0,0 1 0 0 0,0-1 0 0 0,0-1-1 0 0,1 0 1 0 0,0 0 0 0 0,0-1 0 0 0,0 0-1 0 0,0-1 1 0 0,19 2 0 0 0,-10-4-1715 0 0,0-2-272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08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251 53 5304 0 0,'0'0'-239'0'0,"-2"-23"-449"0"0,-8 18 661 0 0,0 0 0 0 0,-1 1-1 0 0,0 0 1 0 0,0 1 0 0 0,0 1 0 0 0,0-1-1 0 0,0 2 1 0 0,0-1 0 0 0,-1 2 0 0 0,1-1-1 0 0,0 2 1 0 0,-1-1 0 0 0,1 2 0 0 0,0-1 0 0 0,0 2-1 0 0,0-1 1 0 0,0 1 0 0 0,0 1 0 0 0,-19 9-1 0 0,29-12 30 0 0,1-1-1 0 0,-1 0 0 0 0,1 0 1 0 0,-1 1-1 0 0,0-1 0 0 0,1 0 0 0 0,-1 1 1 0 0,1-1-1 0 0,0 0 0 0 0,-1 1 1 0 0,1-1-1 0 0,-1 1 0 0 0,1-1 0 0 0,0 1 1 0 0,-1-1-1 0 0,1 1 0 0 0,0-1 1 0 0,-1 1-1 0 0,1 0 0 0 0,0-1 0 0 0,0 1 1 0 0,0-1-1 0 0,0 1 0 0 0,-1-1 1 0 0,1 1-1 0 0,0 0 0 0 0,0-1 0 0 0,0 1 1 0 0,0 0-1 0 0,0-1 0 0 0,1 2 1 0 0,14 14 22 0 0,35 10-2 0 0,-43-23-18 0 0,60 25 16 0 0,79 39 16 0 0,-132-59-37 0 0,0 1 0 0 0,-1 0 0 0 0,0 0 1 0 0,-1 1-1 0 0,0 1 0 0 0,0 0 0 0 0,16 20 1 0 0,-28-30 5 0 0,1-1 0 0 0,-1 1 0 0 0,1 0 1 0 0,-1-1-1 0 0,1 1 0 0 0,-1 0 0 0 0,0-1 1 0 0,1 1-1 0 0,-1 0 0 0 0,0 0 0 0 0,0-1 1 0 0,0 1-1 0 0,1 0 0 0 0,-1 0 0 0 0,0 0 1 0 0,0-1-1 0 0,0 1 0 0 0,0 0 0 0 0,0 0 1 0 0,-1 0-1 0 0,1-1 0 0 0,0 1 0 0 0,0 0 1 0 0,0 0-1 0 0,-1-1 0 0 0,1 1 0 0 0,0 0 1 0 0,-1 0-1 0 0,1-1 0 0 0,-1 1 0 0 0,1 0 1 0 0,0-1-1 0 0,-1 1 0 0 0,0-1 0 0 0,1 1 1 0 0,-1-1-1 0 0,1 1 0 0 0,-1-1 0 0 0,0 1 1 0 0,1-1-1 0 0,-1 1 0 0 0,0-1 0 0 0,1 0 1 0 0,-1 1-1 0 0,0-1 0 0 0,0 0 0 0 0,0 1 1 0 0,-39 9 165 0 0,4-8-26 0 0,-1-1-1 0 0,0-2 1 0 0,0-1-1 0 0,-60-13 1 0 0,65 10 54 0 0,17-2-268 0 0,14 7 25 0 0,1 0 1 0 0,0 0-1 0 0,0 0 0 0 0,-1-1 0 0 0,1 1 1 0 0,0 0-1 0 0,0 0 0 0 0,0 0 0 0 0,-1-1 1 0 0,1 1-1 0 0,0 0 0 0 0,0-1 0 0 0,0 1 1 0 0,0 0-1 0 0,0 0 0 0 0,0-1 0 0 0,0 1 1 0 0,0 0-1 0 0,-1-1 0 0 0,1 1 0 0 0,0 0 1 0 0,0-1-1 0 0,0 1 0 0 0,1 0 0 0 0,-1 0 1 0 0,0-1-1 0 0,0 1 0 0 0,0 0 0 0 0,0-1 1 0 0,0 1-1 0 0,0 0 0 0 0,0-1 0 0 0,0 1 1 0 0,1 0-1 0 0,-1 0 0 0 0,0-1 0 0 0,0 1 1 0 0,0 0-1 0 0,0 0 0 0 0,1 0 0 0 0,-1-1 1 0 0,0 1-1 0 0,0 0 0 0 0,1 0 0 0 0,-1 0 1 0 0,0-1-1 0 0,0 1 0 0 0,1 0 0 0 0,-1 0 1 0 0,0 0-1 0 0,1 0 0 0 0,-1 0 0 0 0,1 0 1 0 0,17-11-989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0.1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17 501 4000 0 0,'0'0'-59'0'0,"-11"-1"-15"0"0,5 0 26 0 0,8-1-229 0 0,43-12 217 0 0,-17 6 101 0 0,0-2-1 0 0,32-14 0 0 0,-50 19-20 0 0,-1-1 0 0 0,1 0 1 0 0,-1 0-1 0 0,0-1 0 0 0,0-1 1 0 0,-1 1-1 0 0,0-1 0 0 0,0 0 0 0 0,10-15 1 0 0,-11 11 72 0 0,0 1 0 0 0,-1-1-1 0 0,0-1 1 0 0,0 1 0 0 0,-2-1 0 0 0,1 0 0 0 0,-2 0 0 0 0,0 0 0 0 0,0-1 0 0 0,-1 1 0 0 0,-1-1 0 0 0,0 1 0 0 0,-1-1 0 0 0,0 1-1 0 0,-1-1 1 0 0,-1 0 0 0 0,0 1 0 0 0,-8-26 0 0 0,5 24-7 0 0,2 3 34 0 0,-1 1 1 0 0,0 0-1 0 0,-10-18 0 0 0,13 28-99 0 0,1 1-21 0 0,0 0 1 0 0,-1 0 0 0 0,1 0-1 0 0,0 0 1 0 0,0 0 0 0 0,0 0 0 0 0,0 1-1 0 0,0-1 1 0 0,-1 0 0 0 0,1 0 0 0 0,0 0-1 0 0,0 0 1 0 0,0 0 0 0 0,-1 0-1 0 0,1 0 1 0 0,0 0 0 0 0,0 0 0 0 0,0 0-1 0 0,-1 0 1 0 0,1 0 0 0 0,0 0 0 0 0,0 0-1 0 0,0 0 1 0 0,-1 0 0 0 0,1 0-1 0 0,0 0 1 0 0,0 0 0 0 0,0 0 0 0 0,0 0-1 0 0,-1 0 1 0 0,1-1 0 0 0,0 1 0 0 0,0 0-1 0 0,0 0 1 0 0,0 0 0 0 0,-1 0-1 0 0,1 0 1 0 0,0 0 0 0 0,0-1 0 0 0,0 1-1 0 0,0 0 1 0 0,0 0 0 0 0,0 0 0 0 0,-1 0-1 0 0,1-1 1 0 0,0 1 0 0 0,0 0-1 0 0,0 0 1 0 0,0 0 0 0 0,0 0 0 0 0,0-1-1 0 0,0 1 1 0 0,0 0 0 0 0,0 0 0 0 0,0 0-1 0 0,0-1 1 0 0,0 1 0 0 0,0 0-1 0 0,0 0 1 0 0,0-1 0 0 0,-18 11-15 0 0,16-9 14 0 0,0 2-5 0 0,-1 0 0 0 0,1 1 1 0 0,0-1-1 0 0,-1 1 0 0 0,2-1 0 0 0,-1 1 0 0 0,0 0 0 0 0,1-1 0 0 0,-1 1 0 0 0,1 0 0 0 0,0 0 0 0 0,0 6 0 0 0,-5 52-30 0 0,6-50 36 0 0,0 20-1 0 0,1 0 1 0 0,1 0-1 0 0,2-1 1 0 0,2 1 0 0 0,9 33-1 0 0,59 154 5 0 0,-42-131-5 0 0,-26-70 5 0 0,-1-8 6 0 0,-1 1 1 0 0,-1 0-1 0 0,1 0 1 0 0,-2 0-1 0 0,1 0 1 0 0,-2 0-1 0 0,0 1 1 0 0,0 17-1 0 0,-1-28-2 0 0,0 0 0 0 0,0 0 0 0 0,-1 0 0 0 0,1 0 0 0 0,0 0-1 0 0,-1 0 1 0 0,1 0 0 0 0,-1-1 0 0 0,1 1 0 0 0,-1 0 0 0 0,1 0-1 0 0,-1 0 1 0 0,0-1 0 0 0,1 1 0 0 0,-1 0 0 0 0,0-1 0 0 0,0 1 0 0 0,1 0-1 0 0,-1-1 1 0 0,0 1 0 0 0,0-1 0 0 0,0 0 0 0 0,0 1 0 0 0,0-1 0 0 0,0 0-1 0 0,1 1 1 0 0,-1-1 0 0 0,0 0 0 0 0,0 0 0 0 0,0 0 0 0 0,0 0 0 0 0,0 0-1 0 0,0 0 1 0 0,0 0 0 0 0,0 0 0 0 0,0 0 0 0 0,0 0 0 0 0,0 0 0 0 0,0-1-1 0 0,0 1 1 0 0,-2-1 0 0 0,-35-18 301 0 0,31 12-278 0 0,0 0-1 0 0,1 0 1 0 0,0 0 0 0 0,0 0 0 0 0,1-1 0 0 0,0 0 0 0 0,0-1 0 0 0,1 1 0 0 0,0-1 0 0 0,0 1 0 0 0,1-1 0 0 0,0 0-1 0 0,1-1 1 0 0,0 1 0 0 0,0 0 0 0 0,1-1 0 0 0,0 1 0 0 0,2-17 0 0 0,0-5-3 0 0,1-1 0 0 0,2 1 0 0 0,1 0 0 0 0,13-41 0 0 0,-15 64-36 0 0,0 0 0 0 0,0 0 1 0 0,1 0-1 0 0,0 0 0 0 0,0 0 0 0 0,1 1 0 0 0,0 0 0 0 0,0 0 1 0 0,1 0-1 0 0,0 1 0 0 0,0 0 0 0 0,0 0 0 0 0,1 0 1 0 0,0 1-1 0 0,0 0 0 0 0,1 0 0 0 0,-1 1 0 0 0,1 0 0 0 0,0 0 1 0 0,0 1-1 0 0,0 0 0 0 0,0 0 0 0 0,1 1 0 0 0,-1 0 1 0 0,1 0-1 0 0,0 1 0 0 0,-1 1 0 0 0,1-1 0 0 0,0 1 0 0 0,0 1 1 0 0,-1-1-1 0 0,1 2 0 0 0,0-1 0 0 0,-1 1 0 0 0,1 0 0 0 0,-1 1 1 0 0,0 0-1 0 0,9 5 0 0 0,-14-7 0 0 0,0 1 0 0 0,0-1 1 0 0,0 1-1 0 0,0 0 0 0 0,-1 0 0 0 0,1 0 0 0 0,-1 0 0 0 0,1 0 1 0 0,-1 1-1 0 0,0-1 0 0 0,4 6 0 0 0,-5-6 5 0 0,-1-1 1 0 0,1 0-1 0 0,-1 1 0 0 0,1-1 1 0 0,-1 1-1 0 0,0-1 0 0 0,0 1 1 0 0,1-1-1 0 0,-1 0 0 0 0,0 1 1 0 0,0-1-1 0 0,0 1 0 0 0,0-1 0 0 0,-1 1 1 0 0,1-1-1 0 0,0 1 0 0 0,-1-1 1 0 0,1 0-1 0 0,-2 3 0 0 0,0 0 1 0 0,-1-1 0 0 0,1 1 0 0 0,-1-1-1 0 0,0 0 1 0 0,0 0 0 0 0,0 0 0 0 0,-1 0-1 0 0,1-1 1 0 0,-1 1 0 0 0,1-1 0 0 0,-1 0 0 0 0,0 0-1 0 0,0 0 1 0 0,0-1 0 0 0,0 1 0 0 0,-8 1-1 0 0,-40 7 21 0 0,-1-3-1 0 0,-1-1 1 0 0,1-3-1 0 0,-60-4 1 0 0,52 1 111 0 0,33-2 153 0 0,35-2-111 0 0,0 3-163 0 0,0 1 0 0 0,-1-1 0 0 0,1 1 0 0 0,0 0 0 0 0,13 3 0 0 0,6 4-12 0 0,-2 1 0 0 0,1 1 1 0 0,-1 1-1 0 0,41 24 0 0 0,81 65 12 0 0,-56-35-20 0 0,-65-46-249 0 0,36 21 440 0 0,-56-37-940 0 0,1 1 1 0 0,0-1-1 0 0,1 0 0 0 0,-1-1 0 0 0,11 2 0 0 0,4-1-698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1.0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14 434 4284 0 0,'-14'-2'-766'0'0,"40"-3"628"0"0,53-1 139 0 0,-56 7 8 0 0,0-2-1 0 0,0-1 1 0 0,-1 0-1 0 0,42-11 1 0 0,-57 11 21 0 0,0 0 0 0 0,0-1 0 0 0,-1 0 1 0 0,1 0-1 0 0,-1-1 0 0 0,0 1 0 0 0,0-1 0 0 0,0 0 1 0 0,0-1-1 0 0,-1 0 0 0 0,0 0 0 0 0,0 0 0 0 0,0 0 1 0 0,-1-1-1 0 0,1 1 0 0 0,-1-1 0 0 0,-1-1 0 0 0,1 1 1 0 0,3-9-1 0 0,-1-3 104 0 0,-1 1 1 0 0,-1-1-1 0 0,-1 0 1 0 0,0 0-1 0 0,-1 0 1 0 0,-1-1-1 0 0,-1 1 1 0 0,0 0-1 0 0,-2 0 1 0 0,0-1-1 0 0,-1 1 1 0 0,-1 0-1 0 0,0 1 1 0 0,-13-32-1 0 0,17 48-96 0 0,0 1-39 0 0,-1-1 1 0 0,1 1 0 0 0,0 0 0 0 0,0 0 0 0 0,0-1 0 0 0,-1 1-1 0 0,1 0 1 0 0,0 0 0 0 0,-1 0 0 0 0,1-1 0 0 0,0 1 0 0 0,0 0-1 0 0,-1 0 1 0 0,1 0 0 0 0,0 0 0 0 0,-1 0 0 0 0,1 0 0 0 0,0-1-1 0 0,-1 1 1 0 0,1 0 0 0 0,0 0 0 0 0,-1 0 0 0 0,1 0 0 0 0,0 0-1 0 0,-1 0 1 0 0,1 0 0 0 0,0 0 0 0 0,0 1 0 0 0,-1-1 0 0 0,1 0-1 0 0,0 0 1 0 0,-1 0 0 0 0,1 0 0 0 0,0 0 0 0 0,-1 0-1 0 0,1 1 1 0 0,0-1 0 0 0,0 0 0 0 0,-1 0 0 0 0,1 0 0 0 0,-1 1-1 0 0,-16 8-2 0 0,15-8 7 0 0,-2 3-6 0 0,1-1 0 0 0,-1 1 1 0 0,1 1-1 0 0,0-1 0 0 0,0 0 1 0 0,0 1-1 0 0,0-1 0 0 0,1 1 1 0 0,0 0-1 0 0,-3 8 0 0 0,-12 57-32 0 0,13-47 25 0 0,-2 12 6 0 0,2-1 1 0 0,1 1-1 0 0,2 0 0 0 0,1 0 1 0 0,2 0-1 0 0,12 65 1 0 0,64 203-9 0 0,-43-199 17 0 0,-19-60-7 0 0,-1 1-1 0 0,-2 0 0 0 0,-2 1 1 0 0,-3 0-1 0 0,6 81 0 0 0,-20-49 168 0 0,6-77-96 0 0,-1 5 219 0 0,1-3-553 0 0,11-33-2858 0 0,-4 9 1858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2.3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6 126 4024 0 0,'-2'-17'-304'0'0,"2"16"310"0"0,-1 0 0 0 0,1 0-1 0 0,-1 0 1 0 0,1 0 0 0 0,0 0-1 0 0,-1 0 1 0 0,1 0-1 0 0,0 0 1 0 0,0-1 0 0 0,0 1-1 0 0,0 0 1 0 0,0 0 0 0 0,0 0-1 0 0,0 0 1 0 0,0 0 0 0 0,0 0-1 0 0,1 0 1 0 0,-1 0-1 0 0,0 0 1 0 0,1 0 0 0 0,-1 0-1 0 0,1 0 1 0 0,-1 0 0 0 0,1 0-1 0 0,-1 0 1 0 0,1 0-1 0 0,0 0 1 0 0,-1 0 0 0 0,1 1-1 0 0,0-1 1 0 0,0 0 0 0 0,0 0-1 0 0,0 1 1 0 0,-1-1-1 0 0,1 1 1 0 0,0-1 0 0 0,0 1-1 0 0,0-1 1 0 0,0 1 0 0 0,0-1-1 0 0,0 1 1 0 0,1 0 0 0 0,-1 0-1 0 0,0-1 1 0 0,0 1-1 0 0,1 0 1 0 0,194-6 86 0 0,-25 3 14 0 0,-151 2 23 0 0,-15 1-57 0 0,0 0 0 0 0,-1 0 0 0 0,1 0 0 0 0,0-1 0 0 0,-1 0 0 0 0,1 0-1 0 0,-1 0 1 0 0,1 0 0 0 0,-1-1 0 0 0,5-2 0 0 0,-7 3 221 0 0,-3 1-290 0 0,1-1-1 0 0,-1 0 0 0 0,1 1 0 0 0,-1-1 1 0 0,1 1-1 0 0,-1-1 0 0 0,0 1 0 0 0,1-1 1 0 0,-1 1-1 0 0,0-1 0 0 0,1 1 0 0 0,-1 0 1 0 0,0-1-1 0 0,0 1 0 0 0,1 0 0 0 0,-1-1 1 0 0,0 1-1 0 0,0 0 0 0 0,1 0 0 0 0,-1 0 1 0 0,0 0-1 0 0,0 0 0 0 0,0 0 0 0 0,1 0 1 0 0,-1 0-1 0 0,0 0 0 0 0,0 0 0 0 0,0 0 0 0 0,-1 1 1 0 0,-25 3 29 0 0,27-4-34 0 0,-4 0 3 0 0,0 1 0 0 0,1 0 0 0 0,-1 0 0 0 0,0 0 0 0 0,1 1 0 0 0,-1-1 0 0 0,1 1 0 0 0,-1 0 0 0 0,1 0 0 0 0,0 0 1 0 0,0 0-1 0 0,0 1 0 0 0,0-1 0 0 0,0 1 0 0 0,1-1 0 0 0,-1 1 0 0 0,1 0 0 0 0,0 0 0 0 0,0 1 0 0 0,0-1 0 0 0,0 0 0 0 0,0 1 0 0 0,1-1 0 0 0,-1 1 0 0 0,1-1 0 0 0,0 1 1 0 0,0 0-1 0 0,0-1 0 0 0,1 1 0 0 0,-1 0 0 0 0,1 0 0 0 0,0 0 0 0 0,0-1 0 0 0,0 1 0 0 0,1 0 0 0 0,-1 0 0 0 0,1 0 0 0 0,0-1 0 0 0,0 1 0 0 0,0 0 0 0 0,1-1 0 0 0,-1 1 0 0 0,1-1 1 0 0,0 0-1 0 0,0 1 0 0 0,0-1 0 0 0,0 0 0 0 0,1 0 0 0 0,-1 0 0 0 0,1-1 0 0 0,0 1 0 0 0,-1 0 0 0 0,6 2 0 0 0,3 3 7 0 0,1-1 0 0 0,0 0 0 0 0,1-1 0 0 0,0 0 0 0 0,0-1 0 0 0,0 0-1 0 0,0-1 1 0 0,16 3 0 0 0,-24-6-6 0 0,-1 0 0 0 0,0-1 0 0 0,1 1 0 0 0,-1-1 1 0 0,1 0-1 0 0,0 0 0 0 0,-1 0 0 0 0,1-1 0 0 0,-1 1 0 0 0,1-1 0 0 0,-1 0 0 0 0,0-1 0 0 0,1 1 0 0 0,-1-1 0 0 0,0 1 0 0 0,0-1 1 0 0,0-1-1 0 0,0 1 0 0 0,0 0 0 0 0,-1-1 0 0 0,1 0 0 0 0,-1 0 0 0 0,0 0 0 0 0,1 0 0 0 0,-1-1 0 0 0,-1 1 0 0 0,1-1 0 0 0,0 0 0 0 0,1-4 1 0 0,-3 6-7 0 0,0 0 0 0 0,0 0 0 0 0,0 0 0 0 0,-1 0 1 0 0,1 0-1 0 0,-1 0 0 0 0,1 0 0 0 0,-1 0 1 0 0,0 0-1 0 0,0-1 0 0 0,0 1 0 0 0,0 0 0 0 0,0 0 1 0 0,0 0-1 0 0,-1 0 0 0 0,1 0 0 0 0,-1 0 1 0 0,1 0-1 0 0,-1 0 0 0 0,0 0 0 0 0,0 0 0 0 0,-1-3 1 0 0,-1 1-6 0 0,-1 0 1 0 0,1 0-1 0 0,-1 0 1 0 0,0 0 0 0 0,0 0-1 0 0,0 1 1 0 0,0-1-1 0 0,-9-3 1 0 0,-5-3-34 0 0,0 1 1 0 0,-1 1-1 0 0,-31-9 0 0 0,22 6-55 0 0,28 11 96 0 0,0 0 1 0 0,0 0-1 0 0,0 0 1 0 0,1 0-1 0 0,-1 0 1 0 0,0 0-1 0 0,0 0 1 0 0,0 0-1 0 0,0 0 1 0 0,0 0-1 0 0,0 0 1 0 0,1 0-1 0 0,-1 0 1 0 0,0 0-1 0 0,0 0 1 0 0,0 0-1 0 0,0 0 1 0 0,0 0-1 0 0,0 0 1 0 0,1 0-1 0 0,-1 0 1 0 0,0 0-1 0 0,0 0 1 0 0,0 0-1 0 0,0 0 1 0 0,0 0-1 0 0,0 0 1 0 0,0-1-1 0 0,1 1 1 0 0,-1 0-1 0 0,0 0 1 0 0,0 0-1 0 0,0 0 1 0 0,0 0-1 0 0,0 0 1 0 0,0 0-1 0 0,0-1 1 0 0,0 1-1 0 0,0 0 1 0 0,0 0-1 0 0,0 0 1 0 0,0 0-1 0 0,0 0 1 0 0,0 0-1 0 0,0-1 1 0 0,0 1-1 0 0,0 0 1 0 0,0 0-1 0 0,0 0 1 0 0,0 0-1 0 0,0 0 1 0 0,0 0-1 0 0,0-1 1 0 0,0 1-1 0 0,0 0 1 0 0,0 0-1 0 0,0 0 1 0 0,0 0-1 0 0,0 0 1 0 0,0 0-1 0 0,0-1 1 0 0,0 1-1 0 0,0 0 1 0 0,-1 0-1 0 0,60 0 34 0 0,-9 1-21 0 0,-25-5 6 0 0,0 0 0 0 0,0-2 0 0 0,0-1 0 0 0,37-15 0 0 0,-37 13 52 0 0,-22 8-68 0 0,1-1-1 0 0,0 1 1 0 0,0 0-1 0 0,0 0 1 0 0,1 0-1 0 0,-1 1 0 0 0,0-1 1 0 0,0 1-1 0 0,0 0 1 0 0,0 0-1 0 0,1 1 0 0 0,-1-1 1 0 0,0 1-1 0 0,0 0 1 0 0,0 0-1 0 0,0 0 0 0 0,5 3 1 0 0,0 1-14 0 0,0 1 0 0 0,-1 0 0 0 0,0 1 0 0 0,0 0 0 0 0,10 11 1 0 0,-9-9 22 0 0,25 26-19 0 0,-2 1 1 0 0,-1 2-1 0 0,-2 1 1 0 0,34 60-1 0 0,-63-99 15 0 0,1 1-1 0 0,-1-1 0 0 0,1 1 0 0 0,-1-1 0 0 0,0 1 0 0 0,1 0 0 0 0,-1-1 0 0 0,0 1 0 0 0,1 0 0 0 0,-1-1 0 0 0,0 1 0 0 0,0 0 0 0 0,0-1 0 0 0,0 1 0 0 0,0 0 0 0 0,0-1 0 0 0,0 1 0 0 0,0 0 0 0 0,0-1 0 0 0,0 1 1 0 0,0 0-1 0 0,0-1 0 0 0,0 1 0 0 0,0 0 0 0 0,-1-1 0 0 0,1 1 0 0 0,0 0 0 0 0,-1-1 0 0 0,1 1 0 0 0,0 0 0 0 0,-1-1 0 0 0,1 1 0 0 0,-1 0 0 0 0,-25 4 280 0 0,-24-13 147 0 0,47 8-405 0 0,1-1 0 0 0,0 1 0 0 0,0-1-1 0 0,-1 0 1 0 0,1 0 0 0 0,0 0 0 0 0,0 0 0 0 0,0 0 0 0 0,0 0 0 0 0,0-1 0 0 0,0 1 0 0 0,1-1 0 0 0,-1 1 0 0 0,0-1 0 0 0,1 0 0 0 0,-1 0 0 0 0,1 1 0 0 0,-1-1 0 0 0,1 0 0 0 0,0 0 0 0 0,0-1 0 0 0,0 1 0 0 0,0 0 0 0 0,0 0 0 0 0,1 0 0 0 0,-1-1 0 0 0,1 1 0 0 0,-1 0 0 0 0,1-1 0 0 0,0 1 0 0 0,0 0 0 0 0,0-1 0 0 0,0 1 0 0 0,0 0 0 0 0,1-1 0 0 0,-1 1 0 0 0,1 0 0 0 0,-1 0 0 0 0,1-1 0 0 0,0 1 0 0 0,1-4 0 0 0,4-3 7 0 0,0-1-1 0 0,0 1 1 0 0,1-1 0 0 0,0 2 0 0 0,0-1 0 0 0,1 1 0 0 0,12-10 0 0 0,2 1-12 0 0,0 1 1 0 0,1 0-1 0 0,1 2 1 0 0,42-19-1 0 0,105-28-146 0 0,-168 60 99 0 0,-50 11-5827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3.1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254 69 4784 0 0,'1'0'-59'0'0,"5"-4"50"0"0,-5 4 43 0 0,0 0 0 0 0,0-1 0 0 0,0 1 0 0 0,0 0 0 0 0,0-1 0 0 0,0 1 0 0 0,0-1 0 0 0,-1 0 0 0 0,1 1 0 0 0,0-1 0 0 0,0 1 0 0 0,0-1 0 0 0,-1 0 0 0 0,1 0 0 0 0,0 0 0 0 0,-1 1 0 0 0,1-1 0 0 0,-1 0 0 0 0,1 0 0 0 0,-1 0 0 0 0,1 0 0 0 0,-1 0 0 0 0,0 0 0 0 0,1 0 0 0 0,-1 0 0 0 0,0 0 0 0 0,0 0 0 0 0,0 0 0 0 0,0 0 0 0 0,0 0 0 0 0,0 0 0 0 0,0 0 1 0 0,0 0-1 0 0,0 0 0 0 0,0 0 0 0 0,0 0 0 0 0,-1 0 0 0 0,1 0 0 0 0,0 0 0 0 0,-1 0 0 0 0,1 0 0 0 0,-1 0 0 0 0,1 0 0 0 0,-1 0 0 0 0,0 1 0 0 0,1-1 0 0 0,-1 0 0 0 0,0 0 0 0 0,1 1 0 0 0,-1-1 0 0 0,0 0 0 0 0,0 1 0 0 0,0-1 0 0 0,-1 0 0 0 0,-2-2 13 0 0,0 1 1 0 0,0-1-1 0 0,-1 1 0 0 0,1 0 1 0 0,-1 0-1 0 0,0 1 1 0 0,1-1-1 0 0,-1 1 0 0 0,0 0 1 0 0,0 0-1 0 0,-5 0 0 0 0,-2 2-30 0 0,1 0 0 0 0,-1 1-1 0 0,1 0 1 0 0,0 0 0 0 0,0 1-1 0 0,0 1 1 0 0,0 0 0 0 0,-13 7-1 0 0,17-8-19 0 0,1 1 0 0 0,-1 0 0 0 0,0 0 0 0 0,1 0 0 0 0,0 1 0 0 0,0 0 0 0 0,0 1 0 0 0,1-1 0 0 0,0 1 0 0 0,0 0 0 0 0,0 0 0 0 0,1 0 0 0 0,-7 14 0 0 0,10-17 1 0 0,0 1 0 0 0,0-1 0 0 0,0 1 0 0 0,1 0 0 0 0,-1-1 0 0 0,1 1 0 0 0,0 0 0 0 0,0-1 0 0 0,0 1 0 0 0,1-1 0 0 0,-1 1 0 0 0,1 0 0 0 0,0-1 0 0 0,0 1 0 0 0,0-1 0 0 0,0 1 0 0 0,1-1 0 0 0,0 0 0 0 0,-1 0 0 0 0,1 1 0 0 0,0-1 0 0 0,1-1 0 0 0,-1 1 0 0 0,0 0 0 0 0,1 0 0 0 0,-1-1 0 0 0,1 1 0 0 0,0-1 0 0 0,4 3 0 0 0,9 6 2 0 0,1 0 0 0 0,0-1 0 0 0,35 16 0 0 0,6-4 26 0 0,0-4 1 0 0,2-2-1 0 0,90 13 0 0 0,-127-24 15 0 0,36 6 1051 0 0,-57-11-738 0 0,-9-43-3429 0 0,6 33 1203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3.8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142 49 5232 0 0,'1'0'19'0'0,"-1"-1"0"0"0,1 0 0 0 0,0 1-1 0 0,-1-1 1 0 0,1 0 0 0 0,0 0 0 0 0,-1 1-1 0 0,1-1 1 0 0,-1 0 0 0 0,1 0 0 0 0,-1 0-1 0 0,0 0 1 0 0,1 1 0 0 0,-1-1 0 0 0,0 0-1 0 0,0 0 1 0 0,0 0 0 0 0,1-1 0 0 0,-5 0-9 0 0,0 1 1 0 0,0-1 0 0 0,0 1-1 0 0,-1 0 1 0 0,1 1 0 0 0,0-1 0 0 0,0 1-1 0 0,-1-1 1 0 0,1 1 0 0 0,0 0-1 0 0,0 1 1 0 0,-1-1 0 0 0,1 1 0 0 0,0 0-1 0 0,0 0 1 0 0,0 0 0 0 0,0 1 0 0 0,0-1-1 0 0,0 1 1 0 0,0 0 0 0 0,1 0-1 0 0,-5 3 1 0 0,5-3-15 0 0,-1 0 0 0 0,1 0 0 0 0,-1 0 1 0 0,1 0-1 0 0,0 1 0 0 0,0-1 0 0 0,0 1 0 0 0,0 0 0 0 0,1 0 0 0 0,-1 0 0 0 0,1 0 0 0 0,0 0 1 0 0,0 0-1 0 0,0 1 0 0 0,0-1 0 0 0,0 1 0 0 0,1-1 0 0 0,0 1 0 0 0,-1 0 0 0 0,1 0 0 0 0,1 0 0 0 0,-1-1 1 0 0,0 1-1 0 0,1 0 0 0 0,0 8 0 0 0,2-6 3 0 0,0-1-1 0 0,1 1 1 0 0,-1 0 0 0 0,1-1 0 0 0,0 0 0 0 0,1 0 0 0 0,-1 0-1 0 0,1 0 1 0 0,0 0 0 0 0,0-1 0 0 0,1 0 0 0 0,-1 0-1 0 0,1 0 1 0 0,0 0 0 0 0,0-1 0 0 0,0 0 0 0 0,1 0 0 0 0,-1 0-1 0 0,1 0 1 0 0,-1-1 0 0 0,1 0 0 0 0,10 2 0 0 0,-6-1 20 0 0,1 0 1 0 0,0-1-1 0 0,0 0 1 0 0,-1-1 0 0 0,1 0-1 0 0,0-1 1 0 0,0 0-1 0 0,0-1 1 0 0,0 0 0 0 0,0-1-1 0 0,20-5 1 0 0,-23 3 49 0 0,0 1 1 0 0,0-1-1 0 0,0 0 1 0 0,-1-1-1 0 0,1 0 0 0 0,-1 0 1 0 0,-1-1-1 0 0,1 0 1 0 0,-1 0-1 0 0,0 0 0 0 0,7-9 1 0 0,-12 12-40 0 0,1 1 0 0 0,0-1 0 0 0,-1 1 0 0 0,0-1 0 0 0,0 0 0 0 0,0 1-1 0 0,0-1 1 0 0,0 0 0 0 0,0 0 0 0 0,-1 0 0 0 0,1 0 0 0 0,-1 1 0 0 0,0-1 0 0 0,0 0 0 0 0,0 0 0 0 0,0 0 0 0 0,-1 0 0 0 0,1 0 0 0 0,-1 0 0 0 0,0 0 0 0 0,1 1 0 0 0,-1-1 0 0 0,0 0-1 0 0,-1 1 1 0 0,1-1 0 0 0,0 0 0 0 0,-1 1 0 0 0,0 0 0 0 0,1-1 0 0 0,-1 1 0 0 0,0 0 0 0 0,0 0 0 0 0,0 0 0 0 0,-1 0 0 0 0,1 0 0 0 0,-5-2 0 0 0,-6-5-19 0 0,0 1 1 0 0,0 1-1 0 0,0 0 1 0 0,-1 1-1 0 0,0 0 1 0 0,-1 1-1 0 0,1 1 1 0 0,-17-3-1 0 0,29 6-253 0 0,-9 0-80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4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310 577 4608 0 0,'9'1'-262'0'0,"-7"0"181"0"0,-8-1-436 0 0,-32 1 563 0 0,1 2 1 0 0,-66 13 0 0 0,88-12-42 0 0,1 0 1 0 0,0 1 0 0 0,-24 13-1 0 0,33-16-4 0 0,1 1 0 0 0,0-1-1 0 0,0 1 1 0 0,0 0-1 0 0,1 0 1 0 0,-1 1 0 0 0,1-1-1 0 0,-1 1 1 0 0,1-1-1 0 0,0 1 1 0 0,1 0-1 0 0,-1 0 1 0 0,1 1 0 0 0,0-1-1 0 0,-3 7 1 0 0,5-9 0 0 0,0 0 0 0 0,0-1 1 0 0,0 1-1 0 0,0 0 0 0 0,0 0 1 0 0,0 0-1 0 0,1 0 1 0 0,-1 0-1 0 0,1 0 0 0 0,0-1 1 0 0,-1 1-1 0 0,1 0 0 0 0,0 0 1 0 0,0-1-1 0 0,0 1 0 0 0,0 0 1 0 0,0-1-1 0 0,0 1 1 0 0,1-1-1 0 0,-1 0 0 0 0,0 1 1 0 0,3 0-1 0 0,34 28 36 0 0,-35-28-35 0 0,14 9 14 0 0,1-1 0 0 0,0-1 0 0 0,0-1 0 0 0,23 8 0 0 0,-31-13 93 0 0,0 0 0 0 0,1 0 0 0 0,-1-1-1 0 0,1 0 1 0 0,0-1 0 0 0,-1 0 0 0 0,1-1 0 0 0,0 0 0 0 0,14-2 0 0 0,-20 0-21 0 0,1 0 0 0 0,0 0 0 0 0,-1-1 0 0 0,0 0 0 0 0,1 0 0 0 0,-1 0 0 0 0,0 0 0 0 0,-1-1 0 0 0,1 0 0 0 0,0 0 0 0 0,-1 0 0 0 0,0 0 0 0 0,0-1 0 0 0,-1 0 0 0 0,1 0 1 0 0,-1 0-1 0 0,0 0 0 0 0,0 0 0 0 0,0-1 0 0 0,1-6 0 0 0,6-14 70 0 0,-1-2 1 0 0,10-52-1 0 0,-14 56-74 0 0,13-63 603 0 0,-3 0 0 0 0,5-168 0 0 0,-19 211-330 0 0,0 28-215 0 0,0-1 1 0 0,-1 1-1 0 0,-1-1 0 0 0,-4-17 1 0 0,5 32-189 0 0,0-4-163 0 0,0 4 136 0 0,-2 5-350 0 0,-7 46 297 0 0,2 0-1 0 0,1 0 0 0 0,3 74 1 0 0,0-25 71 0 0,2-72 42 0 0,0 0 1 0 0,2 0-1 0 0,1 1 0 0 0,1-1 1 0 0,9 34-1 0 0,-9-49 11 0 0,0-1 0 0 0,1 0-1 0 0,0 0 1 0 0,0-1 0 0 0,1 1-1 0 0,1-1 1 0 0,-1 0 0 0 0,2-1 0 0 0,-1 1-1 0 0,1-1 1 0 0,0 0 0 0 0,1-1 0 0 0,0 0-1 0 0,0 0 1 0 0,17 11 0 0 0,-10-9-168 0 0,0-1 0 0 0,1 0 0 0 0,0-1 0 0 0,0-1 0 0 0,34 9 0 0 0,-37-13-544 0 0,0 0-1 0 0,0-1 0 0 0,0-1 1 0 0,0 0-1 0 0,16-2 0 0 0,4-2-1394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5T19:04:15.2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0 196 5080 0 0,'0'0'-326'0'0,"6"0"-570"0"0,16 2 774 0 0,-17-2 31 0 0,0-1 30 0 0,8-3 143 0 0,-1-1 1 0 0,0 0-1 0 0,0-1 0 0 0,0 0 1 0 0,-1-1-1 0 0,0-1 1 0 0,0 1-1 0 0,0-2 1 0 0,-1 1-1 0 0,-1-1 0 0 0,1-1 1 0 0,-2 0-1 0 0,1 0 1 0 0,-1-1-1 0 0,-1 0 1 0 0,9-17-1 0 0,-15 27-16 0 0,0-1 0 0 0,0 0 0 0 0,-1 0 0 0 0,1 0 1 0 0,0 0-1 0 0,-1 0 0 0 0,0 0 0 0 0,1 1 0 0 0,-1-1 0 0 0,0 0 0 0 0,0 0 0 0 0,0 0 0 0 0,-1-4 0 0 0,1 6-50 0 0,0-1-1 0 0,0 0 1 0 0,-1 1-1 0 0,1-1 1 0 0,-1 0-1 0 0,1 1 1 0 0,0-1 0 0 0,-1 0-1 0 0,1 1 1 0 0,-1-1-1 0 0,1 1 1 0 0,-1-1-1 0 0,0 1 1 0 0,1-1-1 0 0,-1 1 1 0 0,0-1-1 0 0,1 1 1 0 0,-1 0-1 0 0,0-1 1 0 0,1 1 0 0 0,-1 0-1 0 0,0-1 1 0 0,0 1-1 0 0,1 0 1 0 0,-1 0-1 0 0,0 0 1 0 0,0 0-1 0 0,1 0 1 0 0,-1 0-1 0 0,-1 0 1 0 0,-1 0 27 0 0,-64 39 73 0 0,62-34-120 0 0,1-1 0 0 0,-1 1 1 0 0,0 0-1 0 0,1 0 0 0 0,0 1 0 0 0,1-1 0 0 0,-1 1 0 0 0,1 0 0 0 0,0 0 0 0 0,0 0 0 0 0,-3 12 1 0 0,5-15 2 0 0,1 0 1 0 0,-1 0 0 0 0,1 1 0 0 0,0-1-1 0 0,0 0 1 0 0,1 0 0 0 0,-1 1 0 0 0,1-1-1 0 0,-1 0 1 0 0,1 0 0 0 0,0 0 0 0 0,0 0-1 0 0,0 1 1 0 0,1-1 0 0 0,-1-1 0 0 0,1 1-1 0 0,-1 0 1 0 0,1 0 0 0 0,0-1 0 0 0,0 1-1 0 0,1-1 1 0 0,-1 1 0 0 0,0-1 0 0 0,1 0-1 0 0,-1 0 1 0 0,5 2 0 0 0,16 12 18 0 0,1-2 0 0 0,1 0-1 0 0,1-2 1 0 0,-1-1 0 0 0,2-1 0 0 0,29 8 0 0 0,-12-7-43 0 0,0-2 0 0 0,0-2 0 0 0,48 1 0 0 0,-65-7-1031 0 0,-1-1 0 0 0,51-8 0 0 0,-43 1-443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0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.xml"/><Relationship Id="rId18" Type="http://schemas.openxmlformats.org/officeDocument/2006/relationships/image" Target="../media/image26.png"/><Relationship Id="rId26" Type="http://schemas.openxmlformats.org/officeDocument/2006/relationships/image" Target="../media/image30.png"/><Relationship Id="rId39" Type="http://schemas.openxmlformats.org/officeDocument/2006/relationships/customXml" Target="../ink/ink31.xml"/><Relationship Id="rId3" Type="http://schemas.openxmlformats.org/officeDocument/2006/relationships/customXml" Target="../ink/ink13.xml"/><Relationship Id="rId21" Type="http://schemas.openxmlformats.org/officeDocument/2006/relationships/customXml" Target="../ink/ink22.xml"/><Relationship Id="rId34" Type="http://schemas.openxmlformats.org/officeDocument/2006/relationships/image" Target="../media/image34.png"/><Relationship Id="rId42" Type="http://schemas.openxmlformats.org/officeDocument/2006/relationships/image" Target="../media/image38.png"/><Relationship Id="rId47" Type="http://schemas.openxmlformats.org/officeDocument/2006/relationships/customXml" Target="../ink/ink35.xml"/><Relationship Id="rId50" Type="http://schemas.openxmlformats.org/officeDocument/2006/relationships/image" Target="../media/image42.png"/><Relationship Id="rId7" Type="http://schemas.openxmlformats.org/officeDocument/2006/relationships/customXml" Target="../ink/ink15.xml"/><Relationship Id="rId12" Type="http://schemas.openxmlformats.org/officeDocument/2006/relationships/image" Target="../media/image23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33" Type="http://schemas.openxmlformats.org/officeDocument/2006/relationships/customXml" Target="../ink/ink28.xml"/><Relationship Id="rId38" Type="http://schemas.openxmlformats.org/officeDocument/2006/relationships/image" Target="../media/image36.png"/><Relationship Id="rId46" Type="http://schemas.openxmlformats.org/officeDocument/2006/relationships/image" Target="../media/image40.png"/><Relationship Id="rId2" Type="http://schemas.openxmlformats.org/officeDocument/2006/relationships/image" Target="../media/image18.png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29" Type="http://schemas.openxmlformats.org/officeDocument/2006/relationships/customXml" Target="../ink/ink26.xml"/><Relationship Id="rId41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17.xml"/><Relationship Id="rId24" Type="http://schemas.openxmlformats.org/officeDocument/2006/relationships/image" Target="../media/image29.png"/><Relationship Id="rId32" Type="http://schemas.openxmlformats.org/officeDocument/2006/relationships/image" Target="../media/image33.png"/><Relationship Id="rId37" Type="http://schemas.openxmlformats.org/officeDocument/2006/relationships/customXml" Target="../ink/ink30.xml"/><Relationship Id="rId40" Type="http://schemas.openxmlformats.org/officeDocument/2006/relationships/image" Target="../media/image37.png"/><Relationship Id="rId45" Type="http://schemas.openxmlformats.org/officeDocument/2006/relationships/customXml" Target="../ink/ink34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28" Type="http://schemas.openxmlformats.org/officeDocument/2006/relationships/image" Target="../media/image31.png"/><Relationship Id="rId36" Type="http://schemas.openxmlformats.org/officeDocument/2006/relationships/image" Target="../media/image35.png"/><Relationship Id="rId49" Type="http://schemas.openxmlformats.org/officeDocument/2006/relationships/customXml" Target="../ink/ink36.xml"/><Relationship Id="rId10" Type="http://schemas.openxmlformats.org/officeDocument/2006/relationships/image" Target="../media/image22.png"/><Relationship Id="rId19" Type="http://schemas.openxmlformats.org/officeDocument/2006/relationships/customXml" Target="../ink/ink21.xml"/><Relationship Id="rId31" Type="http://schemas.openxmlformats.org/officeDocument/2006/relationships/customXml" Target="../ink/ink27.xml"/><Relationship Id="rId44" Type="http://schemas.openxmlformats.org/officeDocument/2006/relationships/image" Target="../media/image39.png"/><Relationship Id="rId4" Type="http://schemas.openxmlformats.org/officeDocument/2006/relationships/image" Target="../media/image19.png"/><Relationship Id="rId9" Type="http://schemas.openxmlformats.org/officeDocument/2006/relationships/customXml" Target="../ink/ink16.xml"/><Relationship Id="rId14" Type="http://schemas.openxmlformats.org/officeDocument/2006/relationships/image" Target="../media/image24.png"/><Relationship Id="rId22" Type="http://schemas.openxmlformats.org/officeDocument/2006/relationships/image" Target="../media/image28.png"/><Relationship Id="rId27" Type="http://schemas.openxmlformats.org/officeDocument/2006/relationships/customXml" Target="../ink/ink25.xml"/><Relationship Id="rId30" Type="http://schemas.openxmlformats.org/officeDocument/2006/relationships/image" Target="../media/image32.png"/><Relationship Id="rId35" Type="http://schemas.openxmlformats.org/officeDocument/2006/relationships/customXml" Target="../ink/ink29.xml"/><Relationship Id="rId43" Type="http://schemas.openxmlformats.org/officeDocument/2006/relationships/customXml" Target="../ink/ink33.xml"/><Relationship Id="rId48" Type="http://schemas.openxmlformats.org/officeDocument/2006/relationships/image" Target="../media/image41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2730-5900-60AF-4894-CFDB39B2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B3176-C20E-4B78-ED34-96E395575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0"/>
            <a:ext cx="5994381" cy="68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6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9124-9E33-B110-8746-83F5AEFEC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D279C8C-7D50-6AE9-27AF-6AC4CE39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840" y="841247"/>
            <a:ext cx="10462255" cy="58281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BF85F2-5B13-8675-8606-723AFBC7CA71}"/>
                  </a:ext>
                </a:extLst>
              </p14:cNvPr>
              <p14:cNvContentPartPr/>
              <p14:nvPr/>
            </p14:nvContentPartPr>
            <p14:xfrm>
              <a:off x="3712104" y="2636496"/>
              <a:ext cx="243360" cy="267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BF85F2-5B13-8675-8606-723AFBC7CA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4464" y="2618856"/>
                <a:ext cx="27900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4145CCF-48A3-7ABF-BE8B-D712EDCC6C65}"/>
                  </a:ext>
                </a:extLst>
              </p14:cNvPr>
              <p14:cNvContentPartPr/>
              <p14:nvPr/>
            </p14:nvContentPartPr>
            <p14:xfrm>
              <a:off x="3584304" y="4382136"/>
              <a:ext cx="365040" cy="322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4145CCF-48A3-7ABF-BE8B-D712EDCC6C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66664" y="4364136"/>
                <a:ext cx="4006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FF2E2C-0063-78B1-8983-5271A721BB9E}"/>
                  </a:ext>
                </a:extLst>
              </p14:cNvPr>
              <p14:cNvContentPartPr/>
              <p14:nvPr/>
            </p14:nvContentPartPr>
            <p14:xfrm>
              <a:off x="4361544" y="3416256"/>
              <a:ext cx="285120" cy="238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FF2E2C-0063-78B1-8983-5271A721BB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43904" y="3398256"/>
                <a:ext cx="3207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D8A8B77-4D19-1F59-6308-56550E010D42}"/>
                  </a:ext>
                </a:extLst>
              </p14:cNvPr>
              <p14:cNvContentPartPr/>
              <p14:nvPr/>
            </p14:nvContentPartPr>
            <p14:xfrm>
              <a:off x="5221224" y="4094136"/>
              <a:ext cx="403920" cy="216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D8A8B77-4D19-1F59-6308-56550E010D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03224" y="4076136"/>
                <a:ext cx="439560" cy="25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16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6887-6C40-285F-CAB1-A7C9C181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0651FF-77BF-6CB2-E474-633D5B3F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518706"/>
            <a:ext cx="10383699" cy="58205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5607F6-D46C-5775-553D-0B97C30BCEAA}"/>
                  </a:ext>
                </a:extLst>
              </p14:cNvPr>
              <p14:cNvContentPartPr/>
              <p14:nvPr/>
            </p14:nvContentPartPr>
            <p14:xfrm>
              <a:off x="1215864" y="3879936"/>
              <a:ext cx="226080" cy="169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5607F6-D46C-5775-553D-0B97C30BCE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224" y="3862296"/>
                <a:ext cx="2617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661A82-91FD-6B8F-E55B-FB189E6A4A8E}"/>
                  </a:ext>
                </a:extLst>
              </p14:cNvPr>
              <p14:cNvContentPartPr/>
              <p14:nvPr/>
            </p14:nvContentPartPr>
            <p14:xfrm>
              <a:off x="1737144" y="2336976"/>
              <a:ext cx="303840" cy="156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661A82-91FD-6B8F-E55B-FB189E6A4A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9504" y="2318976"/>
                <a:ext cx="3394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A6A915-FC78-D257-29A5-5CB39B4B36BB}"/>
                  </a:ext>
                </a:extLst>
              </p14:cNvPr>
              <p14:cNvContentPartPr/>
              <p14:nvPr/>
            </p14:nvContentPartPr>
            <p14:xfrm>
              <a:off x="6126264" y="5014296"/>
              <a:ext cx="405000" cy="205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A6A915-FC78-D257-29A5-5CB39B4B36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08624" y="4996656"/>
                <a:ext cx="4406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050B38-0A31-E913-CC84-C811D276ECB6}"/>
                  </a:ext>
                </a:extLst>
              </p14:cNvPr>
              <p14:cNvContentPartPr/>
              <p14:nvPr/>
            </p14:nvContentPartPr>
            <p14:xfrm>
              <a:off x="5886504" y="5770296"/>
              <a:ext cx="341280" cy="257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050B38-0A31-E913-CC84-C811D276EC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68864" y="5752296"/>
                <a:ext cx="376920" cy="29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46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CCC7-DE87-EA74-B6D8-69CAFE97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B453A1-5DC3-75CB-424D-049ABCB79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5" y="649224"/>
            <a:ext cx="8476217" cy="60533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C310D80-1E8A-DBBA-3211-A0D9ED0108B0}"/>
                  </a:ext>
                </a:extLst>
              </p14:cNvPr>
              <p14:cNvContentPartPr/>
              <p14:nvPr/>
            </p14:nvContentPartPr>
            <p14:xfrm>
              <a:off x="2377224" y="1724976"/>
              <a:ext cx="352440" cy="417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C310D80-1E8A-DBBA-3211-A0D9ED0108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9224" y="1706976"/>
                <a:ext cx="3880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7DEF75-EAC5-1C47-C5CC-4CB2BF0D91E7}"/>
                  </a:ext>
                </a:extLst>
              </p14:cNvPr>
              <p14:cNvContentPartPr/>
              <p14:nvPr/>
            </p14:nvContentPartPr>
            <p14:xfrm>
              <a:off x="6400584" y="2880576"/>
              <a:ext cx="300600" cy="272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7DEF75-EAC5-1C47-C5CC-4CB2BF0D91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2944" y="2862936"/>
                <a:ext cx="3362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81B539-55CE-FE74-1FE9-F3E7AC80FDB0}"/>
                  </a:ext>
                </a:extLst>
              </p14:cNvPr>
              <p14:cNvContentPartPr/>
              <p14:nvPr/>
            </p14:nvContentPartPr>
            <p14:xfrm>
              <a:off x="5751144" y="5512896"/>
              <a:ext cx="396000" cy="266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81B539-55CE-FE74-1FE9-F3E7AC80FD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3504" y="5495256"/>
                <a:ext cx="4316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B69A439-AAA0-7B31-3C2D-1E953582D903}"/>
                  </a:ext>
                </a:extLst>
              </p14:cNvPr>
              <p14:cNvContentPartPr/>
              <p14:nvPr/>
            </p14:nvContentPartPr>
            <p14:xfrm>
              <a:off x="6245064" y="6205896"/>
              <a:ext cx="296280" cy="301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B69A439-AAA0-7B31-3C2D-1E953582D90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27064" y="6187896"/>
                <a:ext cx="331920" cy="33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162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A3E9-159A-DDE5-F148-014A2310E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F0C3C9-751C-F210-8934-F91AC5866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66" y="2313432"/>
            <a:ext cx="9015642" cy="41442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00CF76-725C-02B8-45A6-C568699DA3BB}"/>
                  </a:ext>
                </a:extLst>
              </p14:cNvPr>
              <p14:cNvContentPartPr/>
              <p14:nvPr/>
            </p14:nvContentPartPr>
            <p14:xfrm>
              <a:off x="3365064" y="3709296"/>
              <a:ext cx="372240" cy="19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00CF76-725C-02B8-45A6-C568699DA3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7064" y="3691656"/>
                <a:ext cx="4078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38FEC0-72DF-C746-F433-D6784CD3B7B5}"/>
                  </a:ext>
                </a:extLst>
              </p14:cNvPr>
              <p14:cNvContentPartPr/>
              <p14:nvPr/>
            </p14:nvContentPartPr>
            <p14:xfrm>
              <a:off x="2440944" y="4482576"/>
              <a:ext cx="386280" cy="186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38FEC0-72DF-C746-F433-D6784CD3B7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3304" y="4464576"/>
                <a:ext cx="421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6AB6FB-1307-B379-DF4D-539B7458A244}"/>
                  </a:ext>
                </a:extLst>
              </p14:cNvPr>
              <p14:cNvContentPartPr/>
              <p14:nvPr/>
            </p14:nvContentPartPr>
            <p14:xfrm>
              <a:off x="4330584" y="4036536"/>
              <a:ext cx="29160" cy="14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6AB6FB-1307-B379-DF4D-539B7458A2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12944" y="4018536"/>
                <a:ext cx="6480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EAE1C0A7-5C44-F1E8-452E-9310786E17C3}"/>
              </a:ext>
            </a:extLst>
          </p:cNvPr>
          <p:cNvGrpSpPr/>
          <p:nvPr/>
        </p:nvGrpSpPr>
        <p:grpSpPr>
          <a:xfrm>
            <a:off x="6035904" y="4134816"/>
            <a:ext cx="741960" cy="275040"/>
            <a:chOff x="6035904" y="4134816"/>
            <a:chExt cx="74196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94AA5C-C140-3E50-1330-DB06A63AC7A0}"/>
                    </a:ext>
                  </a:extLst>
                </p14:cNvPr>
                <p14:cNvContentPartPr/>
                <p14:nvPr/>
              </p14:nvContentPartPr>
              <p14:xfrm>
                <a:off x="6035904" y="4188096"/>
                <a:ext cx="208080" cy="221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94AA5C-C140-3E50-1330-DB06A63AC7A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17904" y="4170456"/>
                  <a:ext cx="243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32401D-350F-72BD-C685-228182208106}"/>
                    </a:ext>
                  </a:extLst>
                </p14:cNvPr>
                <p14:cNvContentPartPr/>
                <p14:nvPr/>
              </p14:nvContentPartPr>
              <p14:xfrm>
                <a:off x="6339024" y="4324536"/>
                <a:ext cx="39240" cy="71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32401D-350F-72BD-C685-2281822081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21384" y="4306536"/>
                  <a:ext cx="74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DB85AE-8027-8448-F49B-C813CC7BDE4D}"/>
                    </a:ext>
                  </a:extLst>
                </p14:cNvPr>
                <p14:cNvContentPartPr/>
                <p14:nvPr/>
              </p14:nvContentPartPr>
              <p14:xfrm>
                <a:off x="6403464" y="4221216"/>
                <a:ext cx="1800" cy="2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DB85AE-8027-8448-F49B-C813CC7BDE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5824" y="4203216"/>
                  <a:ext cx="37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57A18D-4B7F-AC6A-20D1-2AB43DE9C37A}"/>
                    </a:ext>
                  </a:extLst>
                </p14:cNvPr>
                <p14:cNvContentPartPr/>
                <p14:nvPr/>
              </p14:nvContentPartPr>
              <p14:xfrm>
                <a:off x="6493104" y="4134816"/>
                <a:ext cx="284760" cy="26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57A18D-4B7F-AC6A-20D1-2AB43DE9C3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75464" y="4116816"/>
                  <a:ext cx="3204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C2D722-1BA3-9685-A837-B4B975FCF7AA}"/>
              </a:ext>
            </a:extLst>
          </p:cNvPr>
          <p:cNvGrpSpPr/>
          <p:nvPr/>
        </p:nvGrpSpPr>
        <p:grpSpPr>
          <a:xfrm>
            <a:off x="7199064" y="4175136"/>
            <a:ext cx="726480" cy="421560"/>
            <a:chOff x="7199064" y="4175136"/>
            <a:chExt cx="72648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AB8C47-B5DA-0992-9AE1-90618392EEE9}"/>
                    </a:ext>
                  </a:extLst>
                </p14:cNvPr>
                <p14:cNvContentPartPr/>
                <p14:nvPr/>
              </p14:nvContentPartPr>
              <p14:xfrm>
                <a:off x="7199064" y="4175136"/>
                <a:ext cx="203760" cy="230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AB8C47-B5DA-0992-9AE1-90618392EE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81064" y="4157496"/>
                  <a:ext cx="2394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5F519A6-E128-8FA8-5895-6685B891E62D}"/>
                    </a:ext>
                  </a:extLst>
                </p14:cNvPr>
                <p14:cNvContentPartPr/>
                <p14:nvPr/>
              </p14:nvContentPartPr>
              <p14:xfrm>
                <a:off x="7493904" y="4281696"/>
                <a:ext cx="152640" cy="124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5F519A6-E128-8FA8-5895-6685B891E6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76264" y="4264056"/>
                  <a:ext cx="188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24949E-365B-552C-7E78-4BDE2D1AB043}"/>
                    </a:ext>
                  </a:extLst>
                </p14:cNvPr>
                <p14:cNvContentPartPr/>
                <p14:nvPr/>
              </p14:nvContentPartPr>
              <p14:xfrm>
                <a:off x="7683624" y="4244976"/>
                <a:ext cx="241920" cy="9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24949E-365B-552C-7E78-4BDE2D1AB0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65984" y="4226976"/>
                  <a:ext cx="277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961CB0-0D49-1718-A64F-29353B71171B}"/>
                    </a:ext>
                  </a:extLst>
                </p14:cNvPr>
                <p14:cNvContentPartPr/>
                <p14:nvPr/>
              </p14:nvContentPartPr>
              <p14:xfrm>
                <a:off x="7807104" y="4238496"/>
                <a:ext cx="35640" cy="235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961CB0-0D49-1718-A64F-29353B71171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89464" y="4220496"/>
                  <a:ext cx="71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8074E3-48D5-4639-EACC-43C24C7545D8}"/>
                    </a:ext>
                  </a:extLst>
                </p14:cNvPr>
                <p14:cNvContentPartPr/>
                <p14:nvPr/>
              </p14:nvContentPartPr>
              <p14:xfrm>
                <a:off x="7286544" y="4510296"/>
                <a:ext cx="599040" cy="1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8074E3-48D5-4639-EACC-43C24C7545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68904" y="4492656"/>
                  <a:ext cx="634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37C0ED0-A542-6188-55A4-BB0A952D5B5F}"/>
                    </a:ext>
                  </a:extLst>
                </p14:cNvPr>
                <p14:cNvContentPartPr/>
                <p14:nvPr/>
              </p14:nvContentPartPr>
              <p14:xfrm>
                <a:off x="7297344" y="4553856"/>
                <a:ext cx="532440" cy="42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37C0ED0-A542-6188-55A4-BB0A952D5B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79704" y="4536216"/>
                  <a:ext cx="5680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7A64B9B-E8E2-C01A-F592-2EBD839D9074}"/>
              </a:ext>
            </a:extLst>
          </p:cNvPr>
          <p:cNvGrpSpPr/>
          <p:nvPr/>
        </p:nvGrpSpPr>
        <p:grpSpPr>
          <a:xfrm>
            <a:off x="7755984" y="3666096"/>
            <a:ext cx="387360" cy="372600"/>
            <a:chOff x="7755984" y="3666096"/>
            <a:chExt cx="38736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EFD700-AB6B-70B7-6AA1-C60432270719}"/>
                    </a:ext>
                  </a:extLst>
                </p14:cNvPr>
                <p14:cNvContentPartPr/>
                <p14:nvPr/>
              </p14:nvContentPartPr>
              <p14:xfrm>
                <a:off x="7837344" y="3666096"/>
                <a:ext cx="306000" cy="329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EFD700-AB6B-70B7-6AA1-C604322707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19704" y="3648096"/>
                  <a:ext cx="3416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16D70AA-77C5-71CD-99EC-6E3DA2814A9A}"/>
                    </a:ext>
                  </a:extLst>
                </p14:cNvPr>
                <p14:cNvContentPartPr/>
                <p14:nvPr/>
              </p14:nvContentPartPr>
              <p14:xfrm>
                <a:off x="7755984" y="3867696"/>
                <a:ext cx="145440" cy="171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16D70AA-77C5-71CD-99EC-6E3DA2814A9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37984" y="3850056"/>
                  <a:ext cx="18108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3B4496-6099-96D6-239D-0BE144EF816A}"/>
              </a:ext>
            </a:extLst>
          </p:cNvPr>
          <p:cNvGrpSpPr/>
          <p:nvPr/>
        </p:nvGrpSpPr>
        <p:grpSpPr>
          <a:xfrm>
            <a:off x="8211744" y="4136616"/>
            <a:ext cx="1690920" cy="802080"/>
            <a:chOff x="8211744" y="4136616"/>
            <a:chExt cx="1690920" cy="80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145C4A-E830-EC08-F536-836CCC357448}"/>
                    </a:ext>
                  </a:extLst>
                </p14:cNvPr>
                <p14:cNvContentPartPr/>
                <p14:nvPr/>
              </p14:nvContentPartPr>
              <p14:xfrm>
                <a:off x="8211744" y="4308696"/>
                <a:ext cx="219960" cy="10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145C4A-E830-EC08-F536-836CCC35744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93744" y="4290696"/>
                  <a:ext cx="255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A231B15-4BD7-E447-36BE-D4D06479CA4C}"/>
                    </a:ext>
                  </a:extLst>
                </p14:cNvPr>
                <p14:cNvContentPartPr/>
                <p14:nvPr/>
              </p14:nvContentPartPr>
              <p14:xfrm>
                <a:off x="8502984" y="4299336"/>
                <a:ext cx="147240" cy="118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A231B15-4BD7-E447-36BE-D4D06479CA4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84984" y="4281336"/>
                  <a:ext cx="182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9CAC9B-5414-0740-D02D-5D0D9E764A2C}"/>
                    </a:ext>
                  </a:extLst>
                </p14:cNvPr>
                <p14:cNvContentPartPr/>
                <p14:nvPr/>
              </p14:nvContentPartPr>
              <p14:xfrm>
                <a:off x="8727624" y="4162176"/>
                <a:ext cx="258120" cy="296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9CAC9B-5414-0740-D02D-5D0D9E764A2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09624" y="4144176"/>
                  <a:ext cx="293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CB1050-1FB0-401D-9C71-5DA12EB7587A}"/>
                    </a:ext>
                  </a:extLst>
                </p14:cNvPr>
                <p14:cNvContentPartPr/>
                <p14:nvPr/>
              </p14:nvContentPartPr>
              <p14:xfrm>
                <a:off x="9323784" y="4136616"/>
                <a:ext cx="172440" cy="475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CB1050-1FB0-401D-9C71-5DA12EB7587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05784" y="4118616"/>
                  <a:ext cx="2080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7EF5B8F-C068-2A83-3443-877F36156634}"/>
                    </a:ext>
                  </a:extLst>
                </p14:cNvPr>
                <p14:cNvContentPartPr/>
                <p14:nvPr/>
              </p14:nvContentPartPr>
              <p14:xfrm>
                <a:off x="9408744" y="4352256"/>
                <a:ext cx="49392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7EF5B8F-C068-2A83-3443-877F361566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91104" y="4334256"/>
                  <a:ext cx="529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9B77E70-D3B8-89B7-683A-B378EF859184}"/>
                    </a:ext>
                  </a:extLst>
                </p14:cNvPr>
                <p14:cNvContentPartPr/>
                <p14:nvPr/>
              </p14:nvContentPartPr>
              <p14:xfrm>
                <a:off x="8337024" y="4778856"/>
                <a:ext cx="199080" cy="134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9B77E70-D3B8-89B7-683A-B378EF8591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19384" y="4760856"/>
                  <a:ext cx="234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35B831-B14D-23CC-6A34-80EB5CE0E6C0}"/>
                    </a:ext>
                  </a:extLst>
                </p14:cNvPr>
                <p14:cNvContentPartPr/>
                <p14:nvPr/>
              </p14:nvContentPartPr>
              <p14:xfrm>
                <a:off x="8596584" y="4804776"/>
                <a:ext cx="130680" cy="86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35B831-B14D-23CC-6A34-80EB5CE0E6C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78584" y="4787136"/>
                  <a:ext cx="166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EB4684-24CB-D5C7-409B-338A41572098}"/>
                    </a:ext>
                  </a:extLst>
                </p14:cNvPr>
                <p14:cNvContentPartPr/>
                <p14:nvPr/>
              </p14:nvContentPartPr>
              <p14:xfrm>
                <a:off x="8860104" y="4638816"/>
                <a:ext cx="298080" cy="29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EB4684-24CB-D5C7-409B-338A4157209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42464" y="4621176"/>
                  <a:ext cx="3337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6DF0E6-D6C5-A451-36FF-5C7A8F651808}"/>
                    </a:ext>
                  </a:extLst>
                </p14:cNvPr>
                <p14:cNvContentPartPr/>
                <p14:nvPr/>
              </p14:nvContentPartPr>
              <p14:xfrm>
                <a:off x="9187704" y="4800816"/>
                <a:ext cx="258120" cy="117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6DF0E6-D6C5-A451-36FF-5C7A8F65180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69704" y="4783176"/>
                  <a:ext cx="293760" cy="15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699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2193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220</cp:revision>
  <dcterms:created xsi:type="dcterms:W3CDTF">2025-09-22T02:44:38Z</dcterms:created>
  <dcterms:modified xsi:type="dcterms:W3CDTF">2026-06-15T19:04:24Z</dcterms:modified>
</cp:coreProperties>
</file>