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6" r:id="rId3"/>
    <p:sldId id="277" r:id="rId4"/>
    <p:sldId id="278" r:id="rId5"/>
    <p:sldId id="282" r:id="rId6"/>
    <p:sldId id="279" r:id="rId7"/>
    <p:sldId id="280" r:id="rId8"/>
    <p:sldId id="281" r:id="rId9"/>
    <p:sldId id="283" r:id="rId10"/>
    <p:sldId id="28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0.8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 24575,'96'-1'0,"9"-1"0,166 20 0,-205-12-335,107-2 0,-146-4-360,-6 0-6131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1.6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186 7 24575,'-19'-6'0,"16"6"0,17 11 0,-14-11 0,37 26 0,33 27 0,-66-49 0,0-1 0,0 1 0,-1 0 0,0 0 0,1 0 0,-1 1 0,-1-1 0,1 1 0,-1-1 0,1 1 0,-1 0 0,2 9 0,-4-9 0,0 0 0,-1 0 0,1-1 0,-1 1 0,0-1 0,-1 1 0,1-1 0,-1 1 0,0-1 0,0 0 0,0 0 0,-1 0 0,1 0 0,-1 0 0,0 0 0,0-1 0,0 1 0,-7 4 0,-8 8 0,0 0 0,-25 15 0,-146 86-1365,173-108-5461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3.3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56 24575,'49'-20'0,"29"12"0,0 4 0,92 7 0,-32 0 0,-136-3-25,8 1-109,0-1 0,1 0 0,-1-1 0,1 0 0,-1-1 0,0 0 0,1 0 0,-1-1 0,15-7 0,-9 0-6692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3.8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24575,'14'2'0,"0"0"0,-1 0 0,1 2 0,-1-1 0,0 2 0,13 5 0,84 44 0,-105-51 0,0 0 0,-1 0 0,1 0 0,-1 0 0,1 1 0,-1-1 0,0 1 0,-1 0 0,1 1 0,0-1 0,-1 1 0,0-1 0,5 11 0,-8-12 0,1 0 0,0 1 0,-1-1 0,0 0 0,0 0 0,0 0 0,0 1 0,0-1 0,-1 0 0,1 0 0,-1 0 0,0 0 0,0 0 0,0 0 0,-1 0 0,1 0 0,0 0 0,-1 0 0,0 0 0,0-1 0,0 1 0,0-1 0,0 0 0,0 1 0,-5 3 0,-12 8-25,0 0-1,-1-1 0,-1 0 1,1-2-1,-42 16 1,14-6-1187,27-11-5614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5.1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46 24575,'-21'-3'0,"16"-4"0,7 5 0,-1 1 0,0 0 0,0 0 0,0 0 0,1 0 0,-1 0 0,0 1 0,1-1 0,-1 0 0,1 1 0,-1-1 0,1 1 0,-1-1 0,1 1 0,0-1 0,-1 1 0,1 0 0,-1 0 0,3 0 0,400-5 0,-226 8 0,-120-1 0,-38-1 0,1 0 0,0-1 0,0-1 0,40-7 0,-30-7-1365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05.5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0 24575,'-5'0'0,"-25"1"0,24 2 0,15 4 0,32 9 0,81 21 0,5 1 0,-97-27 0,0 0 0,-1 2 0,0 1 0,-1 2 0,51 36 0,-77-50 0,0-1 0,-1 1 0,1-1 0,0 1 0,-1 0 0,1-1 0,-1 1 0,0 0 0,1 0 0,-1 0 0,0 0 0,0 0 0,-1 1 0,1-1 0,0 0 0,-1 0 0,1 1 0,-1-1 0,1 0 0,-1 1 0,0-1 0,0 0 0,-1 3 0,0-1 0,0-1 0,-1 1 0,1-1 0,-1 0 0,0 0 0,0 0 0,0 0 0,0 0 0,0 0 0,-1-1 0,0 1 0,1-1 0,-5 3 0,-10 7 0,0-1 0,-1-2 0,0 1 0,-21 6 0,38-16 0,-38 17 0,-1-2 0,-1-1 0,0-2 0,-1-2 0,0-2 0,-51 3 0,63-14-1365,6-2-5461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6:10.4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12708 1272 24575,'-3'-7'0,"1"0"0,-1 0 0,0 0 0,-1 1 0,0-1 0,0 1 0,-6-8 0,7 10 0,-12-15 0,-1 1 0,-1 0 0,-1 1 0,0 1 0,-1 1 0,-28-18 0,-135-70 0,164 94 0,-517-237 0,-113 33 0,296 112 0,82 25 0,-81-8 0,54 33 0,-83 1 0,138 25 0,185 19 0,-96 0 0,97 6 0,-107-13 0,122 8 0,0 2 0,-51 2 0,53 1 0,-1-1 0,-63-9 0,48 3 0,-1 2 0,0 2 0,-60 5 0,-85-5 0,111-9 0,57 6 0,-60-2 0,-75 11 0,-124-6 0,202-9 0,56 7 0,-58-3 0,-1095 8 0,537 1 0,629 0 0,0 1 0,-34 8 0,-37 3 0,-88-15 0,-73 4 0,163 10 0,57-6 0,-60 2 0,21-8 0,17-1 0,-1 2 0,-85 13 0,102-9 0,1-2 0,-73-2 0,-25 1 0,63 10 0,53-8 0,1 0 0,-31 1 0,-99 8 0,-27 0 0,149-12 0,0 1 0,-31 8 0,-46 2 0,-112 13 0,175-22 0,1 2 0,-47 11 0,-41 6 0,-67 8 0,37-4 0,-21 6 0,89-15 0,-46 10 0,-30 8 0,118-24 0,-25 6 0,-39 7 0,2 5 0,-165 64 0,-82 54 0,248-105 0,-159 68 0,223-89 0,0 3 0,2 1 0,-67 51 0,88-61 0,25-27 0,32-36 0,-28 40 0,171-227 0,-165 219 0,-7 10 0,0-1 0,0 0 0,-1 0 0,0 0 0,0 0 0,-1-1 0,0 0 0,0 0 0,-1 0 0,3-11 0,-6 19 0,-1 0 0,1 0 0,-1-1 0,1 1 0,-1 0 0,1 0 0,-1 0 0,1 0 0,-1 0 0,1 0 0,-1 0 0,1 0 0,-1 0 0,1 0 0,-1 0 0,1 1 0,-1-1 0,1 0 0,-1 0 0,1 0 0,-1 1 0,1-1 0,-1 0 0,1 0 0,0 1 0,-1-1 0,1 0 0,-1 1 0,1-1 0,0 1 0,-1-1 0,1 0 0,0 1 0,0-1 0,-1 1 0,1-1 0,0 1 0,-19 17 0,-215 252 0,231-267 0,0 0 0,0 0 0,0 0 0,1 1 0,-1-1 0,1 1 0,0-1 0,0 1 0,1 0 0,-3 5 0,4-8 0,0 0 0,1 1 0,-1-1 0,0 1 0,0-1 0,1 0 0,-1 1 0,0-1 0,1 0 0,0 1 0,-1-1 0,1 0 0,0 0 0,0 1 0,-1-1 0,1 0 0,0 0 0,0 0 0,1 0 0,-1 0 0,0 0 0,0 0 0,0-1 0,1 1 0,-1 0 0,0-1 0,1 1 0,-1-1 0,0 1 0,1-1 0,-1 1 0,1-1 0,2 0 0,18 6 0,1-2 0,37 2 0,-1 1 0,159 17 0,-205-21-119,-7-2 5,0 1 1,0-1 0,1 0 0,-1 0-1,0-1 1,0 0 0,0 0 0,1 0-1,-1 0 1,12-3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3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2346 24575,'14'-12'0,"0"0"0,23-14 0,22-18 0,8-19 0,-3-2 0,90-121 0,-88 100 0,-43 58 0,-1 0 0,-2-1 0,0-1 0,-2-1 0,-2-1 0,23-58 0,-31 60 0,-1-1 0,-2 1 0,0-1 0,-3 0 0,0-46 0,-2 3 0,0 16 0,-2-1 0,-12-81 0,3 85 0,-45-214 0,39 207 0,-3 1 0,-35-76 0,42 107 0,-17-36 0,-3 1 0,-79-118 0,111 181 0,0 1 0,0 0 0,0-1 0,0 1 0,0 0 0,0 0 0,-1 0 0,1 0 0,0 0 0,0 0 0,-1 0 0,1 0 0,-1 0 0,1 1 0,-1-1 0,1 1 0,-1-1 0,1 1 0,-1-1 0,0 1 0,1 0 0,-1 0 0,0 0 0,1 0 0,-1 0 0,0 0 0,1 0 0,-1 1 0,1-1 0,-1 0 0,1 1 0,-1 0 0,1-1 0,-1 1 0,1 0 0,-1 0 0,1-1 0,0 1 0,-1 0 0,1 1 0,0-1 0,0 0 0,0 0 0,-2 3 0,-7 7 0,2 0 0,-1 1 0,1 0 0,-7 16 0,7-14 0,-6 11 0,-72 135 0,124-231 0,55-164 0,-91 231 0,1 0 0,-1 0 0,1 0 0,0 0 0,0 1 0,0-1 0,1 1 0,-1 0 0,1 0 0,0 0 0,-1 1 0,1-1 0,0 1 0,1 0 0,-1 0 0,0 0 0,1 1 0,-1-1 0,1 1 0,-1 0 0,1 1 0,0-1 0,7 1 0,15-1 0,-1 1 0,0 2 0,27 4 0,-34-4 0,319 67 0,-276-54 0,-59-15-114,0 1 1,0-1-1,0 0 0,-1 0 0,1 0 1,0 0-1,0 0 0,0-1 0,0 1 1,0-1-1,4-2 0,11-4-6712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01.8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336 0 24575,'-15'9'0,"0"1"0,1 0 0,0 1 0,0 0 0,1 1 0,1 0 0,0 1 0,1 1 0,-12 16 0,3 2 0,0 0 0,2 1 0,-17 44 0,10-2 0,3 0 0,-15 100 0,36-170 0,-7 52 0,4 0 0,1 1 0,7 62 0,-2-5 0,-1-90 0,0 0 0,2 0 0,1 0 0,1-1 0,1 1 0,1-1 0,1-1 0,1 1 0,13 22 0,5 2 0,3-1 0,1-2 0,39 43 0,-49-63 0,-1-2 0,-1 0 0,-1 2 0,20 35 0,-35-50-1365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02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0 302 24575,'1'-4'0,"-1"-1"0,0 1 0,1 0 0,0 0 0,0 0 0,0 0 0,1 0 0,-1 1 0,1-1 0,0 0 0,4-6 0,-5 8 0,0 1 0,1 0 0,-1-1 0,0 1 0,0 0 0,0 0 0,1-1 0,-1 1 0,1 0 0,-1 0 0,1 1 0,-1-1 0,1 0 0,-1 0 0,1 1 0,0-1 0,-1 1 0,1 0 0,0-1 0,-1 1 0,1 0 0,0 0 0,0 0 0,-1 0 0,1 0 0,0 0 0,-1 1 0,1-1 0,0 1 0,1 0 0,17 8 0,-1 2 0,0 1 0,-1 0 0,-1 1 0,19 17 0,47 34 0,-32-31 0,-23-14 0,48 25 0,-74-43 0,0 0 0,0 0 0,0-1 0,0 1 0,0-1 0,0 0 0,0 0 0,0 0 0,0 0 0,0 0 0,0 0 0,0 0 0,0 0 0,0-1 0,0 1 0,0-1 0,0 0 0,0 0 0,0 1 0,0-1 0,0 0 0,-1 0 0,1-1 0,0 1 0,-1 0 0,1-1 0,-1 1 0,1-1 0,-1 1 0,0-1 0,1 1 0,-1-1 0,1-2 0,6-9 0,-1-1 0,-1 1 0,9-25 0,-5 14 0,24-51 0,35-85 0,-65 146-273,0-1 0,-1 0 0,0 0 0,0-23 0,-2 16-6553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07.6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12 24575,'0'-12'0,"-2"18"0,2 23 0,25 74 0,-18-77 0,0-1 0,-1 1 0,3 52 0,-9-77-19,0 2-85,0 0 1,0-1-1,0 1 1,1 0-1,-1 0 1,1 0-1,-1-1 1,1 1-1,0 0 1,0 0-1,0-1 1,3 4-1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0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405 24 24575,'-1'-1'0,"1"0"0,-1 0 0,1-1 0,-1 1 0,0 0 0,0 0 0,0 0 0,1 0 0,-1 0 0,0 0 0,0 0 0,0 0 0,-1 0 0,1 1 0,0-1 0,0 0 0,0 1 0,0-1 0,-1 1 0,1-1 0,0 1 0,-1 0 0,1-1 0,0 1 0,-1 0 0,1 0 0,-2 0 0,-39-3 0,27 4 0,1 1 0,0 0 0,0 1 0,0 1 0,0 0 0,0 1 0,1 1 0,0 0 0,0 0 0,0 1 0,1 1 0,0 0 0,-19 18 0,19-15 0,0 1 0,1 0 0,0 1 0,1 0 0,0 0 0,1 1 0,0 1 0,1 0 0,1 0 0,1 0 0,-8 28 0,12-38 0,1 0 0,0 1 0,0-1 0,0 0 0,1 1 0,0-1 0,0 1 0,0-1 0,1 0 0,-1 1 0,1-1 0,1 1 0,-1-1 0,1 0 0,0 0 0,0 0 0,0 0 0,1 0 0,0-1 0,0 1 0,0-1 0,0 0 0,1 1 0,0-1 0,0-1 0,7 7 0,-1-4 0,-1-1 0,1 0 0,0 0 0,0-1 0,0 0 0,1-1 0,-1 0 0,1-1 0,0 0 0,-1-1 0,1 0 0,16-1 0,-14 0 0,0 0 0,1-2 0,-1 1 0,0-2 0,0 0 0,13-4 0,-19 4 0,0 0 0,0-1 0,-1 1 0,0-1 0,0-1 0,0 1 0,0-1 0,0 0 0,-1 0 0,0-1 0,0 1 0,5-9 0,-3 2 0,0-1 0,-1 1 0,-1-1 0,0 0 0,-1 0 0,0 0 0,-1-1 0,-1 1 0,0-1 0,0 0 0,-2 0 0,0 1 0,0-1 0,-1 0 0,-1 0 0,-5-21 0,6 31 7,-1 0-1,1 0 0,-1 0 0,0 0 1,-1 1-1,1-1 0,0 1 1,-1-1-1,0 1 0,0 0 1,0 0-1,0 0 0,0 0 0,-1 1 1,1-1-1,-1 1 0,0 0 1,-6-3-1,3 2-141,0 1 0,1-1 0,-1 2 0,-1-1 0,1 1 0,0 0 0,0 0 0,0 1 0,-1 0 0,-9 1 0,-5 3-6691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0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24575,'22'20'0,"1"-1"0,1-1 0,1-1 0,29 16 0,-23-15 0,0 1 0,34 30 0,-53-39-119,-5-5 6,-1 0 0,0 1-1,0 0 1,0 0 0,-1 0-1,1 0 1,-1 1 0,-1 0 0,0 0-1,7 14 1,-7-3-6713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7.3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1856 1 24575,'-59'1'0,"-96"13"0,38-2 0,77-9 0,0 1 0,-60 15 0,-28 16 0,-130 55 0,224-76 0,0 1 0,0 2 0,2 2 0,0 0 0,-41 35 0,45-30 0,-41 36 0,-82 89 0,105-90 0,2 2 0,3 2 0,3 1 0,2 2 0,-33 89 0,26-48 0,-53 203 0,78-238 0,4 1 0,2 1 0,-3 129 0,15-156 0,7 122 0,-5-145 0,2 1 0,1-1 0,1 0 0,17 43 0,5-4 0,3-3 0,2 0 0,3-2 0,83 101 0,-90-125 0,0-1 0,43 35 0,-55-55 0,0 0 0,1-1 0,0-1 0,1 0 0,0-2 0,34 13 0,24 4 0,1-4 0,84 14 0,-43-16 0,-58-8 0,0-3 0,69 2 0,-73-3-18,-53-6-43,1 0 0,-1-1 0,1 0-1,0 0 1,-1 0 0,1 0 0,0-1-1,0 0 1,0 0 0,-1 0 0,1-1-1,0 1 1,0-1 0,-1 0 0,1-1-1,0 1 1,-1-1 0,1 0 0,-1 0-1,0 0 1,8-6 0,4-7-6765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7.8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151 49 24575,'-4'-1'0,"0"0"0,0-1 0,1 1 0,-1-1 0,0 0 0,1 0 0,0 0 0,0-1 0,-1 1 0,1-1 0,1 0 0,-4-3 0,-16-13 0,119 86 0,-76-55 0,104 62 0,-111-65 0,-2 0 0,0 1 0,0 0 0,0 1 0,-2 1 0,20 25 0,-29-35 0,1 1 0,-1-1 0,1 1 0,-1 0 0,0 0 0,0 0 0,0-1 0,-1 1 0,1 0 0,-1 0 0,1 0 0,-1 0 0,0 0 0,0 0 0,0 0 0,-1 0 0,1 0 0,-2 5 0,-1-2 0,1-1 0,-1 0 0,1 1 0,-1-1 0,-1-1 0,1 1 0,-1 0 0,0-1 0,-5 5 0,-8 6 0,-2 0 0,0-2 0,-35 20 0,51-32 0,-37 22-120,-7 5-295,-2-2 0,-80 30 0,107-50-6411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9.5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384 34 24575,'0'-1'0,"0"0"0,0 0 0,0-1 0,0 1 0,0 0 0,-1 0 0,1 0 0,0-1 0,-1 1 0,1 0 0,-1 0 0,1 0 0,-1 0 0,0 0 0,1 0 0,-1 0 0,0 0 0,0 0 0,0 0 0,0 0 0,1 0 0,-1 1 0,0-1 0,-2-1 0,0 1 0,0 0 0,0 0 0,0 0 0,-1 0 0,1 1 0,0-1 0,0 1 0,0 0 0,-5 0 0,-4 1 0,1 0 0,0 1 0,-1 0 0,-14 6 0,7 0 0,0 0 0,1 1 0,0 1 0,1 1 0,0 1 0,1 0 0,0 1 0,1 0 0,0 2 0,1 0 0,1 0 0,0 1 0,-17 29 0,27-37 0,-1-1 0,1 1 0,1 0 0,0 0 0,0 0 0,0 0 0,1 0 0,0 0 0,1 1 0,0-1 0,0 0 0,1 0 0,-1 1 0,2-1 0,0 0 0,0 0 0,0 0 0,1 0 0,0-1 0,0 1 0,1-1 0,0 0 0,0 0 0,1 0 0,0 0 0,0-1 0,1 0 0,-1 0 0,1 0 0,1-1 0,-1 0 0,1 0 0,0 0 0,0-1 0,0 0 0,0-1 0,1 1 0,0-1 0,0-1 0,-1 0 0,2 0 0,-1 0 0,14 0 0,0 0 0,0 0 0,1-2 0,-1-1 0,0 0 0,33-7 0,-43 5 0,-1-1 0,0 0 0,0 0 0,0-1 0,0 0 0,-1-1 0,0 0 0,0-1 0,0 0 0,-1-1 0,16-16 0,-12 9 0,0 0 0,-2 0 0,1-1 0,-2-1 0,0 0 0,9-23 0,-15 31 0,-1 0 0,0-1 0,0 1 0,-1-1 0,0 1 0,-1-1 0,0 0 0,-1 0 0,0 1 0,0-1 0,-1 0 0,0 0 0,-1 1 0,-4-16 0,4 21-5,1 0 0,-1 0 0,0-1 0,0 1 0,-1 0 0,1 1 0,-1-1 0,0 0 0,0 1 0,0 0 0,-1 0 0,1 0 0,-1 0 0,1 0 0,-9-4 0,6 4 25,-1 0 0,0 1 0,0 0 0,0 0 0,-1 0 0,1 1 0,0 0 0,-1 1 0,-7 0 0,-5 1-232,1 1 0,0 1 0,0 0-1,0 2 1,0 0 0,-28 13 0,31-11-6614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9.9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1 24575,'-1'0'0,"1"0"0,0 0 0,0 0 0,0 0 0,0 0 0,-1 0 0,1 0 0,0 0 0,0 0 0,0 0 0,0 0 0,0 0 0,-1 0 0,1 0 0,0 1 0,0-1 0,0 0 0,0 0 0,0 0 0,-1 0 0,1 0 0,0 0 0,0 0 0,0 1 0,0-1 0,0 0 0,0 0 0,0 0 0,0 0 0,0 1 0,0-1 0,0 0 0,-1 0 0,1 0 0,0 0 0,0 1 0,0-1 0,0 0 0,0 0 0,0 0 0,0 0 0,1 1 0,-1-1 0,0 0 0,0 0 0,0 0 0,0 0 0,0 1 0,0-1 0,0 0 0,0 0 0,0 0 0,0 0 0,9 15 0,13 10 0,3-3 0,0-1 0,43 25 0,-40-28 0,-1 1 0,36 33 0,-50-40-1365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0.5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51 24575,'0'0'0,"0"0"0,0 0 0,0 0 0,0 0 0,0 0 0,-1 0 0,1 0 0,0 0 0,0 0 0,0 0 0,0 0 0,0 0 0,0 0 0,-1 0 0,1 0 0,0-1 0,0 1 0,0 0 0,0 0 0,0 0 0,0 0 0,0 0 0,0 0 0,-1 0 0,1 0 0,0 0 0,0-1 0,0 1 0,0 0 0,0 0 0,0 0 0,0 0 0,0 0 0,0 0 0,0-1 0,0 1 0,0 0 0,0 0 0,0 0 0,0 0 0,0 0 0,0-1 0,0 1 0,0 0 0,0 0 0,0 0 0,0 0 0,0 0 0,0 0 0,0-1 0,0 1 0,0 0 0,0 0 0,0 0 0,0 0 0,1 0 0,-1 0 0,0 0 0,0-1 0,10-11 0,15-8 0,-20 17 0,1 1 0,-1 1 0,0-1 0,1 1 0,0 0 0,-1 0 0,1 0 0,-1 1 0,1 0 0,0 0 0,-1 0 0,1 1 0,0 0 0,-1 0 0,1 0 0,9 5 0,-12-5 0,0 1 0,0 0 0,0-1 0,-1 2 0,1-1 0,-1 0 0,1 0 0,-1 1 0,0-1 0,0 1 0,0 0 0,0-1 0,0 1 0,-1 0 0,1 0 0,-1 0 0,0 0 0,0 1 0,0-1 0,0 0 0,-1 0 0,1 1 0,-1-1 0,0 0 0,0 1 0,0-1 0,0 0 0,-1 1 0,-1 4 0,-5 26 0,4-24 0,0 0 0,1 0 0,1 0 0,-1 0 0,1 17 0,2-25 0,-1 1 0,0-1 0,1 0 0,-1 0 0,1 0 0,0 0 0,0 0 0,-1 0 0,1 0 0,0 0 0,1-1 0,-1 1 0,0 0 0,1 0 0,-1-1 0,1 1 0,-1-1 0,1 1 0,-1-1 0,1 0 0,0 0 0,0 0 0,0 0 0,0 0 0,0 0 0,0 0 0,0-1 0,0 1 0,0-1 0,0 1 0,4-1 0,45 4-3,-1-2 0,1-2-1,98-15 1,-34 3-1349,-65 9-5474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7.7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4518 80 24575,'0'-1'0,"-1"0"0,0-1 0,1 1 0,-1 0 0,0 0 0,0 0 0,0 0 0,0 0 0,0 0 0,0 0 0,0 0 0,0 0 0,0 0 0,-1 0 0,1 1 0,0-1 0,0 0 0,-1 1 0,1-1 0,0 1 0,-2-1 0,-38-11 0,32 10 0,-41-12 0,-2 3 0,1 3 0,-80-4 0,-160 12 0,130 3 0,-699 61 0,524-29 0,110-7 0,-313 80 0,470-89 0,1 3 0,1 4 0,-76 39 0,42-10 0,-117 84 0,150-88 0,-111 109 0,-44 77 0,-44 87 0,218-258 0,2 2 0,4 1 0,3 3 0,-54 133 0,81-166 0,2 1 0,2 0 0,1 0 0,3 0 0,-2 43 0,-1 17 0,3-57 0,1 0 0,3-1 0,6 70 0,14 108 0,-15-141 0,4 0 0,24 108 0,145 382 0,-175-563 0,11 29 0,1-1 0,2 0 0,1-1 0,31 43 0,-10-25 0,2-1 0,1-3 0,3-1 0,2-2 0,54 39 0,-51-50 0,1-3 0,2-2 0,1-2 0,1-3 0,96 29 0,54 10 0,-65-18 0,254 46 0,-308-78 0,129 2 0,-179-13 0,59 11 0,-54-6 0,41 0 0,100-5 0,222 13 0,131-2 0,-331-14 0,-27-11 0,8 0 0,-168 13 0,20 1 0,0-1 0,0-2 0,0-1 0,55-13 0,-74 9-1365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8.3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153 47 24575,'0'-1'0,"-1"-1"0,0 1 0,1 0 0,-1-1 0,0 1 0,0 0 0,0-1 0,0 1 0,0 0 0,0 0 0,0 0 0,0 0 0,0 0 0,-1 0 0,1 0 0,0 0 0,-1 1 0,1-1 0,0 0 0,-3 0 0,-36-14 0,33 13 0,1-1 0,8 1 0,20 1 0,32 5 0,8 10 0,-1 3 0,69 28 0,-122-42 0,0 1 0,0-1 0,0 1 0,-1 1 0,0 0 0,0 0 0,13 11 0,-19-14 0,1 0 0,-1-1 0,1 1 0,-1 0 0,0 0 0,0 0 0,0 0 0,0 0 0,0 0 0,0 0 0,0 1 0,-1-1 0,1 0 0,-1 0 0,0 1 0,1-1 0,-1 0 0,0 1 0,0-1 0,-1 0 0,1 0 0,0 1 0,-1-1 0,1 0 0,-1 0 0,0 0 0,0 1 0,0-1 0,0 0 0,0 0 0,0 0 0,-1-1 0,1 1 0,-2 2 0,-8 8 0,-1 0 0,0 0 0,-1-2 0,0 1 0,-24 14 0,-78 37 0,102-55 0,-221 97-1365,213-95-5461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29.8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335 15 24575,'-45'-7'0,"39"5"0,0 0 0,0 1 0,0 0 0,-1 1 0,1-1 0,0 1 0,-8 1 0,2 0 0,0 1 0,0 1 0,0 0 0,1 1 0,-1 0 0,1 1 0,0 0 0,0 1 0,1 0 0,0 0 0,0 1 0,0 1 0,-9 8 0,12-8 0,0 0 0,1 0 0,0 0 0,0 1 0,1 0 0,0 0 0,0 0 0,1 1 0,1 0 0,-1-1 0,1 1 0,1 0 0,0 1 0,1-1 0,-1 19 0,1-2 0,1 0 0,2 0 0,7 40 0,-6-55 0,0 0 0,1 0 0,0-1 0,1 0 0,0 0 0,1 0 0,0-1 0,1 0 0,0 0 0,11 11 0,-8-10 0,2 0 0,-1-1 0,2-1 0,-1 1 0,1-2 0,0 0 0,1-1 0,0 0 0,0-1 0,1 0 0,-1-1 0,1-1 0,0 0 0,1-1 0,-1-1 0,25 1 0,-20-3 0,1-1 0,0-1 0,-1-1 0,0 0 0,0-1 0,0-2 0,0 0 0,-1-1 0,0 0 0,0-2 0,-1-1 0,20-13 0,-29 17 0,0-1 0,0-1 0,-1 0 0,0 0 0,-1 0 0,0-1 0,0 0 0,-1-1 0,0 1 0,-1-1 0,0 0 0,-1-1 0,0 1 0,0-1 0,-1 0 0,0 0 0,-1 0 0,0 0 0,-1 0 0,-1 0 0,1 0 0,-2-1 0,1 1 0,-2 0 0,0 0 0,0 0 0,0 0 0,-2 0 0,1 0 0,-1 1 0,-1 0 0,0-1 0,0 2 0,-1-1 0,-1 1 0,1 0 0,-1 0 0,-1 0 0,0 1 0,0 1 0,0-1 0,-1 1 0,0 1 0,-1-1 0,1 2 0,-1-1 0,0 1 0,-1 1 0,1 0 0,-1 0 0,-15-3 0,-1 4-306,-1 1 0,-38 3 0,59-1-141,-15 0-6379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0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1 24575,'-1'0'0,"1"0"0,0 0 0,-1 0 0,1 1 0,0-1 0,-1 0 0,1 0 0,0 1 0,-1-1 0,1 0 0,0 0 0,0 1 0,-1-1 0,1 0 0,0 1 0,0-1 0,0 0 0,-1 1 0,1-1 0,0 0 0,0 1 0,0-1 0,0 0 0,0 1 0,0-1 0,0 1 0,0-1 0,0 0 0,0 1 0,0-1 0,0 1 0,0-1 0,0 0 0,0 1 0,0-1 0,0 0 0,0 1 0,1-1 0,-1 0 0,0 1 0,0-1 0,0 0 0,1 1 0,-1-1 0,0 0 0,0 1 0,1-1 0,-1 0 0,1 1 0,12 19 0,9 3 0,1-1 0,1-1 0,1-2 0,42 26 0,-13-8 0,40 24 0,-62-43 0,-1 2 0,0 2 0,36 34 0,-52-44-1365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1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73 24575,'0'-2'0,"1"0"0,-1 1 0,1-1 0,-1 1 0,1-1 0,0 1 0,0-1 0,0 1 0,0 0 0,0-1 0,0 1 0,0 0 0,0 0 0,1 0 0,-1 0 0,0 0 0,1 0 0,-1 0 0,1 0 0,1-1 0,38-16 0,-32 14 0,2 0 0,0 0 0,-1 0 0,1 1 0,0 0 0,12-1 0,-21 4 0,-1 0 0,1-1 0,-1 1 0,1 0 0,0 0 0,-1 0 0,1 0 0,-1 0 0,1 1 0,0-1 0,-1 0 0,1 1 0,-1-1 0,1 1 0,-1 0 0,1-1 0,-1 1 0,0 0 0,1 0 0,-1 0 0,0 0 0,0 0 0,0 0 0,1 0 0,-1 0 0,0 1 0,0-1 0,-1 0 0,1 1 0,0-1 0,0 1 0,-1-1 0,1 1 0,-1-1 0,1 1 0,-1-1 0,1 1 0,-1-1 0,0 1 0,0 0 0,0-1 0,0 1 0,0-1 0,-1 4 0,1 0 0,-1 1 0,1 0 0,0-1 0,0 1 0,1-1 0,0 1 0,0-1 0,0 1 0,0-1 0,1 1 0,0-1 0,0 0 0,1 0 0,-1 0 0,1 0 0,0 0 0,0-1 0,1 1 0,-1-1 0,1 0 0,0 0 0,0 0 0,1-1 0,-1 0 0,1 1 0,-1-1 0,1-1 0,10 5 0,-5-2 0,1 1 0,-1 0 0,0 1 0,-1 0 0,1 1 0,8 9 0,-16-15 0,0 1 0,0-1 0,0 1 0,0 0 0,-1 0 0,1 0 0,-1 0 0,0 0 0,0 0 0,0 0 0,0 0 0,0 1 0,-1-1 0,1 0 0,-1 0 0,0 1 0,0-1 0,0 0 0,-1 0 0,1 1 0,-1-1 0,0 0 0,1 0 0,-1 0 0,-1 0 0,-2 6 0,-7 9 0,0 1 0,-2-1 0,-1-1 0,0 0 0,-1-1 0,0-1 0,-1 0 0,-1-1 0,-1-1 0,-35 20 0,49-30 14,0-1-1,-1 0 0,1-1 0,-1 1 1,1-1-1,-1 0 0,0 0 1,-7 0-1,10-1-55,1 0-1,0 0 1,-1 0-1,1 0 1,-1 0-1,1-1 1,0 1 0,0 0-1,-1-1 1,1 1-1,0-1 1,0 0-1,-1 1 1,1-1 0,0 0-1,0 0 1,0 1-1,0-1 1,0 0-1,0 0 1,0 0 0,1 0-1,-1-1 1,0 1-1,0 0 1,1 0-1,-1 0 1,1-1 0,-1 1-1,1 0 1,-1 0-1,1-1 1,0 1-1,0-3 1,-1-13-6784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3.24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1301 24575,'16'-10'0,"0"0"0,0-1 0,-1-1 0,-1 0 0,0-1 0,-1 0 0,0-2 0,-1 1 0,19-32 0,0-6 0,42-98 0,-58 112 0,-2 0 0,-2 0 0,-1-1 0,-2-1 0,3-45 0,-1 23 0,-7 47 0,0 0 0,-1 0 0,-1 0 0,0 0 0,-1 0 0,-1 0 0,-3-22 0,-24-118 0,15 76 0,-25-83 0,37 156 0,-1 0 0,0 1 0,0 0 0,-1-1 0,1 1 0,-1 0 0,0 0 0,-6-6 0,8 9 0,-1 1 0,1 0 0,0 1 0,0-1 0,-1 0 0,1 0 0,0 0 0,-1 1 0,1-1 0,-1 1 0,1-1 0,-1 1 0,1 0 0,-1-1 0,0 1 0,1 0 0,-1 0 0,1 0 0,-1 0 0,1 0 0,-1 1 0,1-1 0,-1 0 0,0 1 0,1-1 0,0 1 0,-1 0 0,1-1 0,-1 1 0,1 0 0,0 0 0,-1 0 0,1 0 0,0 0 0,0 0 0,-2 1 0,-14 15 0,0 0 0,1 1 0,1 1 0,0 0 0,-22 41 0,37-60 0,-1 0 0,1 1 0,0-1 0,-1 0 0,1 1 0,0-1 0,-1 1 0,1-1 0,0 0 0,0 1 0,0-1 0,-1 1 0,1-1 0,0 0 0,0 1 0,0-1 0,0 1 0,0-1 0,0 1 0,0-1 0,0 1 0,0-1 0,0 1 0,0-1 0,0 0 0,0 1 0,0-1 0,0 1 0,1-1 0,-1 1 0,0 0 0,14-8 0,16-20 0,-1-7 0,-17 20 0,0 0 0,0 1 0,1 1 0,20-15 0,-29 24 0,1 1 0,-1-1 0,1 1 0,0 0 0,0 0 0,0 0 0,0 0 0,0 1 0,0 0 0,0 0 0,1 1 0,-1-1 0,0 1 0,0 0 0,1 1 0,-1-1 0,0 1 0,0 0 0,7 2 0,116 48-1365,-106-43-5461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4.2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0 196 24575,'1'-7'0,"1"24"0,5 33 0,29 145 0,-38-159 0,-3-28 0,-2-26 0,2-15 0,1 0 0,2 0 0,4-59 0,0 28 0,-1 44 0,1-1 0,0 1 0,2 0 0,1 1 0,0-1 0,13-30 0,-17 47 0,0 0 0,1 0 0,-1 0 0,1 0 0,0 0 0,0 0 0,0 1 0,0-1 0,0 0 0,0 1 0,1 0 0,-1 0 0,1 0 0,0 0 0,0 0 0,-1 0 0,1 0 0,0 1 0,0 0 0,1 0 0,3-2 0,-3 3 0,1 0 0,0 0 0,-1 0 0,1 1 0,-1-1 0,1 1 0,-1 0 0,1 0 0,-1 1 0,1-1 0,-1 1 0,0 0 0,6 4 0,7 5 0,-1 0 0,0 2 0,-1-1 0,-1 2 0,26 31 0,-24-26 0,-1 0 0,-1 2 0,-1 0 0,-1 0 0,-1 1 0,-1 1 0,-1 0 0,-1 0 0,9 41 0,-16-59-108,-1-4 48,0 0 0,0 0 0,0 0 0,0 0 0,0 0 0,0 0 1,0 0-1,0 0 0,1 0 0,-1 0 0,0 0 0,1 0 1,-1 0-1,1 0 0,-1 0 0,1 0 0,0 0 0,-1 0 1,1 0-1,1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4.6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51 24575,'-5'0'0,"4"0"0,6-4 0,6-2 0,6 1 0,4 0 0,3 2 0,1-3 0,2-1 0,0 1 0,-1 2 0,5 1 0,-4 1-8191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14.8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 24575,'4'0'0,"2"-4"0,4 2 0,0 7 0,-2 6 0,3 6 0,-1 4 0,-2 3 0,-3 2 0,-1 0 0,-7-4 0,-2-1 0,-1 0 0,1 0 0,2 2 0,0 1 0,2 0 0,0-3-8191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4.79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4458 24575,'-2'-2'0,"12"-2"0,33-8 0,57-11 0,334-37 0,-52 9 0,-364 48 0,418-86 0,42-49 0,-435 125 0,0-2 0,-1-2 0,-1-2 0,-1-2 0,0-1 0,-2-2 0,-1-1 0,0-2 0,42-43 0,0-2 0,-43 41 0,-2-1 0,30-37 0,-10-5 0,-4-2 0,-3-3 0,-3-1 0,40-105 0,-56 121 0,106-269 0,-120 286 0,-1 0 0,-3-1 0,-2 0 0,-2-1 0,0-68 0,-6 62 0,-4 0 0,-1 0 0,-3 0 0,-2 1 0,-34-102 0,25 102 0,-61-146 0,36 107 0,20 39 0,-3 1 0,-1 2 0,-40-54 0,-207-225 0,39 93 0,193 201 0,0 1 0,-3 2 0,-96-52 0,-87-17 0,97 46 0,-218-62 0,277 99 0,-1 3 0,-109-9 0,100 14 0,39 5 0,-53-2 0,-68-5 0,-6 0 0,168 13 0,0 0 0,1 0 0,-1 0 0,0 0 0,0 0 0,1 1 0,-1-1 0,0 1 0,1 0 0,-1 0 0,1 0 0,-1 0 0,1 0 0,-1 0 0,1 1 0,0-1 0,-1 1 0,1-1 0,-2 3 0,3-1 0,0-1 0,0 1 0,0 0 0,0-1 0,0 1 0,1 0 0,-1-1 0,1 1 0,0 0 0,0-1 0,0 1 0,0 0 0,0 0 0,0-1 0,1 1 0,0 0 0,-1 0 0,1-1 0,2 4 0,79 200 0,-79-188 0,-11-22 0,-14-28 0,-47-127 0,60 135 0,1 0 0,2-1 0,0 0 0,-4-46 0,10 67 0,0 1 0,0 0 0,1 0 0,-1-1 0,1 1 0,-1 0 0,1 0 0,0 0 0,0 0 0,1 0 0,-1 0 0,1 0 0,-1 0 0,1 1 0,0-1 0,0 0 0,0 1 0,4-4 0,0 1 0,0 1 0,0-1 0,0 2 0,1-1 0,-1 1 0,1 0 0,0 0 0,8-1 0,8-2 0,0 1 0,0 2 0,1 0 0,29 1 0,-2-4 7,-44 5-121,0-1-1,0 1 1,0 1 0,0-1-1,0 1 1,0 0 0,0 1-1,-1 0 1,1 0 0,0 0-1,8 3 1,6 5-6712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6.1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52 309 24575,'-3'3'0,"1"0"0,-1 1 0,1-1 0,0 1 0,0 0 0,1-1 0,-1 1 0,1 0 0,0 0 0,0 0 0,0 0 0,0 0 0,1 0 0,0 1 0,0 7 0,11 72 0,-2-34 0,-5 8 0,-7 113 0,3-170 0,0 0 0,0 0 0,0 0 0,0 0 0,0 0 0,0-1 0,0 1 0,0 0 0,-1 0 0,1 0 0,0 0 0,0 0 0,-1 0 0,1 0 0,-1-1 0,1 1 0,-1 0 0,1 0 0,-1-1 0,0 1 0,1 0 0,-2 1 0,1-3 0,0 1 0,0 0 0,1 0 0,-1 0 0,0-1 0,1 1 0,-1 0 0,0-1 0,1 1 0,-1 0 0,0-1 0,1 1 0,-1-1 0,1 1 0,-1-1 0,1 0 0,-1 1 0,1-1 0,-1 1 0,1-1 0,-1-1 0,-19-43 0,16 24 0,2-1 0,0 0 0,1 0 0,2-1 0,2-22 0,23-113 0,-15 100 0,-7 37 0,1-13 0,1 1 0,1 1 0,2-1 0,1 1 0,2 1 0,19-37 0,-29 64 0,0 1 0,0-1 0,0 1 0,1 0 0,0 0 0,0 0 0,0 0 0,0 0 0,0 1 0,0-1 0,1 1 0,-1 0 0,1 0 0,-1 0 0,1 1 0,0-1 0,0 1 0,0 0 0,0 0 0,0 0 0,0 1 0,0-1 0,0 1 0,0 0 0,0 0 0,0 0 0,0 1 0,0 0 0,0-1 0,0 1 0,0 1 0,0-1 0,4 2 0,1 1 0,-1 0 0,0 1 0,1 0 0,-2 1 0,1-1 0,-1 1 0,1 1 0,-2-1 0,1 1 0,-1 0 0,0 1 0,0 0 0,5 10 0,14 36 0,-3 1 0,-2 1 0,-2 1 0,17 99 0,-28-97-28,-2 0 1,-6 106-1,0-82-1254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36.4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 94 24575,'-4'-4'0,"7"-2"0,7 0 0,11-2 0,10-1 0,9 1 0,10-1 0,6-1 0,1 3 0,0-3 0,4 1 0,-10 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49.4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24 189 24575,'-1'1'0,"0"-1"0,0 1 0,0-1 0,-1 1 0,1-1 0,0 1 0,0 0 0,0 0 0,0-1 0,0 1 0,1 0 0,-1 0 0,0 0 0,0 0 0,0 0 0,1 0 0,-1 0 0,1 0 0,-1 1 0,1-1 0,-1 0 0,1 0 0,-1 0 0,1 1 0,0-1 0,0 0 0,0 0 0,0 0 0,0 1 0,0 0 0,0 41 0,7 0 0,-1-11 0,-2-1 0,-1 1 0,-3 62 0,-5-77 0,-2-20 0,-3-30 0,8 3 0,3-1 0,0 0 0,2 0 0,1 1 0,1-1 0,2 1 0,1 0 0,2 1 0,0 0 0,16-29 0,-20 48 0,1 1 0,0 0 0,0 0 0,0 1 0,1 0 0,1 0 0,-1 1 0,1 0 0,0 0 0,1 1 0,-1 1 0,1-1 0,0 1 0,18-5 0,-26 10 0,1-1 0,0 1 0,-1 0 0,1 0 0,0 0 0,0 0 0,-1 0 0,1 1 0,0-1 0,0 1 0,-1 0 0,1 0 0,-1 0 0,1 0 0,-1 0 0,1 0 0,-1 1 0,0-1 0,1 1 0,-1 0 0,0-1 0,0 1 0,0 0 0,-1 0 0,1 1 0,0-1 0,-1 0 0,1 0 0,1 6 0,7 9 0,0 1 0,12 35 0,-18-45 0,62 187 120,-57-163-417,-2 1 0,-2-1 0,-1 1 0,1 38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49.8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78 24575,'-4'-5'0,"7"0"0,3-5 0,5 0 0,9 2 0,6 1 0,2-1 0,5 0 0,2 1 0,3 2 0,0 2 0,-3 2 0,-3 0 0,-2 1 0,-6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50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78 24575,'-1'0'0,"1"1"0,0-1 0,-1 0 0,1 0 0,-1 0 0,1 0 0,0 0 0,-1 0 0,1 0 0,0 0 0,-1 0 0,1 0 0,-1-1 0,1 1 0,0 0 0,-1 0 0,1 0 0,0 0 0,-1 0 0,1-1 0,0 1 0,-1 0 0,1 0 0,0-1 0,0 1 0,-1 0 0,1 0 0,0-1 0,0 1 0,-1 0 0,1-1 0,0 1 0,0 0 0,0-1 0,0 1 0,0 0 0,-1-1 0,9-14 0,17-11 0,-18 22 0,1 0 0,0 0 0,0 1 0,0-1 0,0 2 0,0-1 0,1 1 0,-1 1 0,1 0 0,9-1 0,-14 2 0,0 0 0,0 0 0,0 0 0,0 1 0,0 0 0,1-1 0,-1 1 0,-1 1 0,1-1 0,6 3 0,-8-3 0,0 1 0,-1-1 0,1 0 0,-1 0 0,1 1 0,-1-1 0,0 1 0,1-1 0,-1 1 0,0 0 0,0-1 0,0 1 0,0 0 0,0 0 0,-1 0 0,1 0 0,0 0 0,-1 0 0,0 0 0,1 0 0,-1 0 0,0 2 0,0 2 0,-1 0 0,0 0 0,0-1 0,-1 1 0,1-1 0,-1 1 0,-1-1 0,1 0 0,-1 1 0,0-1 0,0 0 0,0-1 0,0 1 0,-6 5 0,-11 12 0,-35 29 0,32-30 0,21-20 0,-6 7 0,1-1 0,-1 1 0,1 0 0,-8 13 0,14-20 0,0 0 0,1 0 0,-1 0 0,0 0 0,1 0 0,-1 0 0,1 0 0,-1 0 0,1 0 0,0 0 0,-1 0 0,1 1 0,0-1 0,0 0 0,0 0 0,0 0 0,0 1 0,0-1 0,0 0 0,0 0 0,0 0 0,1 1 0,-1-1 0,0 0 0,1 0 0,-1 0 0,1 0 0,-1 0 0,1 0 0,0 0 0,-1 0 0,1 0 0,0 0 0,0 0 0,0 0 0,0-1 0,0 1 0,0 0 0,0 0 0,0-1 0,0 1 0,0-1 0,0 1 0,0-1 0,0 1 0,0-1 0,0 0 0,1 0 0,-1 1 0,0-1 0,2 0 0,23 3 0,1-1 0,-1-1 0,1-1 0,-1-2 0,52-9 0,-32 5 0,150-19-1365,-98 12-5461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51.5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483 2 24575,'1'0'0,"1"-1"0,-1 1 0,0 0 0,1 0 0,-1 0 0,0 0 0,1 0 0,-1 0 0,1 0 0,-1 1 0,0-1 0,1 0 0,-1 1 0,0-1 0,1 1 0,-1 0 0,0-1 0,0 1 0,0 0 0,0-1 0,1 1 0,-1 0 0,0 0 0,0 0 0,-1 0 0,1 0 0,0 0 0,0 1 0,0-1 0,-1 0 0,1 0 0,0 1 0,-1-1 0,0 0 0,1 1 0,-1-1 0,0 0 0,1 1 0,-1-1 0,0 0 0,0 1 0,0-1 0,0 1 0,0-1 0,0 0 0,-1 1 0,1-1 0,0 0 0,-1 1 0,1-1 0,-2 2 0,-2 8 0,-1 0 0,-1 0 0,0-1 0,-8 12 0,8-14 0,0 1 0,1-1 0,0 1 0,0 0 0,1 0 0,-4 15 0,7-21 0,1 0 0,0 0 0,0 0 0,0 0 0,0 0 0,0 0 0,1 0 0,-1 0 0,1 0 0,0 0 0,0 0 0,0 0 0,0 0 0,0-1 0,1 1 0,-1-1 0,1 1 0,0-1 0,0 1 0,0-1 0,0 0 0,0 0 0,0 0 0,1 0 0,-1 0 0,4 2 0,7 4 0,0-1 0,0-1 0,0 1 0,1-2 0,22 6 0,38 17 0,-73-28 0,-1 0 0,1 0 0,-1 0 0,1 0 0,-1 1 0,1-1 0,0 0 0,-1 0 0,1 1 0,-1-1 0,1 0 0,-1 0 0,0 1 0,1-1 0,-1 0 0,1 1 0,-1-1 0,0 1 0,1-1 0,-1 1 0,0-1 0,1 1 0,-1-1 0,0 1 0,0-1 0,1 1 0,-1-1 0,0 1 0,0-1 0,0 1 0,0-1 0,0 1 0,0-1 0,0 1 0,0 0 0,0-1 0,0 1 0,0-1 0,0 1 0,0-1 0,0 1 0,-1-1 0,1 1 0,0-1 0,0 1 0,-1-1 0,1 1 0,0-1 0,-1 1 0,1-1 0,0 1 0,-1-1 0,1 0 0,-1 1 0,1-1 0,0 0 0,-1 1 0,1-1 0,-1 0 0,1 1 0,-1-1 0,1 0 0,-1 0 0,0 0 0,-42 17 0,39-16 0,-416 93-35,265-65-1295,121-22-5496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28:52.3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329 0 24575,'-5'0'0,"-9"0"0,-7 0 0,-5 0 0,-1 0 0,-1 0 0,-1 0 0,2 4 0,0 2 0,1-1 0,0 0 0,0-2 0,1-1 0,4-1-8191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1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37 900 24575,'-1'0'0,"-1"0"0,0 0 0,0 0 0,1 0 0,-1 0 0,0 0 0,0-1 0,1 1 0,-1-1 0,0 1 0,1-1 0,-1 0 0,1 1 0,-1-1 0,1 0 0,-1 0 0,-1-2 0,2 2 0,0 0 0,1 0 0,-1 0 0,1 0 0,-1 0 0,1 0 0,0 0 0,-1 0 0,1 0 0,0 0 0,0 0 0,0 0 0,0 0 0,0 0 0,0-1 0,0 1 0,0 0 0,0 0 0,0 0 0,1-2 0,1-2 0,0 0 0,1 1 0,-1-1 0,1 0 0,0 1 0,0 0 0,0-1 0,1 1 0,0 1 0,4-5 0,43-29 0,1 2 0,2 2 0,64-28 0,-50 26 0,134-63-274,381-129-1,240 5-273,-665 186 1645,-153 35-1221,-1-1 0,0 0 0,0 0 0,0 0 0,-1 0 0,1-1-1,0 0 1,-1 1 0,1-1 0,2-4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2.2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180 27 24575,'-2'0'0,"-1"-1"0,1 0 0,-1 1 0,1-1 0,0 0 0,-1-1 0,1 1 0,0 0 0,0-1 0,-3-2 0,-1-5 0,20 5 0,22 10 0,1 1 0,-1 2 0,0 1 0,-1 2 0,58 28 0,-87-38 0,1 1 0,-1 0 0,0 1 0,-1-1 0,10 8 0,-14-10 0,0 0 0,0 0 0,0 0 0,0 0 0,0 0 0,-1 0 0,1 0 0,0 1 0,0-1 0,-1 0 0,1 0 0,-1 1 0,1-1 0,-1 0 0,0 1 0,1-1 0,-1 1 0,0-1 0,0 0 0,0 1 0,0-1 0,0 1 0,0-1 0,-1 0 0,1 1 0,0-1 0,-1 0 0,1 1 0,-1-1 0,1 0 0,-1 1 0,1-1 0,-1 0 0,-1 2 0,-4 4 0,-1 1 0,1-2 0,-1 1 0,-1-1 0,1 0 0,-1 0 0,-12 6 0,-67 33 0,62-33 0,-246 117-1365,241-113-5461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3.2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2 24575,'-17'-1'0,"1"1"0,28 2 0,554 101 0,-166-24 0,-20-21 0,-377-58-97,0 1-1,-1-1 1,1 1-1,0-1 1,0 0-1,-1 0 1,1-1-1,0 1 1,-1 0-1,1-1 1,0 0-1,-1 0 0,6-1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3.5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64 50 24575,'-27'-19'0,"24"17"0,-1 1 0,1-1 0,0-1 0,-1 1 0,1 0 0,0-1 0,1 0 0,-1 1 0,0-1 0,-2-5 0,9 8 0,1 0 0,0 1 0,0-1 0,0 1 0,-1 0 0,1 0 0,0 1 0,5 2 0,415 179 0,-422-182 0,7 4 0,-1-1 0,1 2 0,-1-1 0,0 1 0,16 15 0,-24-20 0,0 0 0,0 1 0,0-1 0,0 0 0,0 1 0,-1-1 0,1 1 0,0-1 0,-1 1 0,1-1 0,-1 1 0,1-1 0,-1 1 0,0-1 0,0 1 0,1 0 0,-1-1 0,-1 4 0,1-3 0,-1 1 0,0-1 0,0 0 0,0 1 0,-1-1 0,1 0 0,0 1 0,-1-1 0,0 0 0,1 0 0,-1 0 0,0 0 0,0-1 0,0 1 0,-3 1 0,-14 10 0,0 0 0,-1-2 0,0-1 0,-32 13 0,-94 24 0,61-22 0,5-1-1365,51-17-5461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4.3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58 24575,'-1'-5'0,"1"1"0,-1-1 0,0 1 0,0-1 0,-1 1 0,1-1 0,-1 1 0,-3-6 0,0 0 0,5 10 0,0 0 0,0 1 0,0-1 0,0 0 0,0 0 0,0 0 0,0 0 0,1 0 0,-1 0 0,0 0 0,0 0 0,0 0 0,0 0 0,0 0 0,0 1 0,0-1 0,0 0 0,0 0 0,1 0 0,-1 0 0,0 0 0,0 0 0,0 0 0,0 0 0,0 0 0,0 0 0,0 0 0,1 0 0,-1 0 0,0 0 0,0 0 0,0 0 0,0 0 0,0 0 0,0 0 0,0 0 0,0 0 0,1 0 0,-1-1 0,0 1 0,0 0 0,0 0 0,0 0 0,0 0 0,0 0 0,0 0 0,0 0 0,0 0 0,0 0 0,1 0 0,-1 0 0,0-1 0,0 1 0,0 0 0,0 0 0,0 0 0,0 0 0,0 0 0,0 0 0,0 0 0,0-1 0,0 1 0,0 0 0,0 0 0,0 0 0,0 0 0,0 0 0,16 9 0,19 13 0,62 42-122,3-4 0,114 50 0,227 77-365,-326-141 454,1408 551 33,-1460-569 306,-38-16-16,47 14 0,-70-25-343,1-1 0,-1 0-1,1 0 1,-1 0 0,1 0 0,-1 0-1,1-1 1,-1 1 0,1-1 0,-1 1-1,1-1 1,-1 0 0,0 0 0,0 0-1,1 0 1,-1-1 0,0 1-1,0 0 1,2-3 0,-2 3-247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4.7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64 24575,'-2'-2'0,"0"0"0,-1 0 0,1-1 0,0 1 0,0-1 0,1 0 0,-1 1 0,1-1 0,-1 0 0,1 0 0,0 0 0,0 0 0,0 0 0,0 0 0,0-7 0,1 10 0,0-1 0,0 0 0,0 1 0,0-1 0,1 1 0,-1-1 0,0 0 0,0 1 0,1-1 0,-1 1 0,0-1 0,1 1 0,-1-1 0,0 1 0,1-1 0,-1 1 0,1 0 0,-1-1 0,1 1 0,-1-1 0,1 1 0,-1 0 0,1-1 0,-1 1 0,1 0 0,0 0 0,-1 0 0,1-1 0,0 1 0,2 0 0,0 0 0,-1 0 0,1 0 0,0 0 0,0 1 0,0-1 0,-1 1 0,1 0 0,0-1 0,4 3 0,34 15 0,0 2 0,-2 1 0,66 48 0,99 97 0,-203-165 0,1 0 0,-1 0 0,0 0 0,0 0 0,0 0 0,1 0 0,-1 0 0,0 1 0,-1-1 0,1 0 0,0 1 0,0-1 0,0 1 0,-1-1 0,1 1 0,-1 0 0,1-1 0,-1 1 0,0-1 0,0 1 0,1 0 0,-1-1 0,0 1 0,-1 2 0,0-2 0,0 1 0,0-1 0,0 0 0,-1 0 0,1 0 0,-1-1 0,1 1 0,-1 0 0,1 0 0,-1-1 0,0 1 0,0-1 0,0 0 0,0 1 0,-3 0 0,-12 6 0,0-1 0,0-1 0,-30 7 0,31-9 0,-245 58-1365,227-51-5461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5.7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2 24575,'-1'-2'0,"0"9"0,3 16 0,11 10 0,1 0 0,1-1 0,2 0 0,35 48 0,100 112 0,-81-107 0,79 91-117,8-8-1,238 199 1,411 227-236,-179-202 470,-607-380 125,9 7-581,2-1-1,56 22 0,-69-34-6486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49:46.4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406 130 24575,'-20'-53'0,"16"36"0,2 9 0,0 1 0,1-1 0,0 0 0,0 0 0,0-13 0,36 59 0,20 28 0,2-2 0,123 104 0,11 12 0,-188-177 0,0 0 0,0 0 0,-1 0 0,1 0 0,-1 1 0,1-1 0,-1 1 0,0 0 0,-1 0 0,1 0 0,-1-1 0,1 1 0,-1 1 0,1 4 0,-3-8 0,1 1 0,0-1 0,0 0 0,0 0 0,0 1 0,-1-1 0,1 0 0,-1 0 0,1 1 0,-1-1 0,1 0 0,-1 0 0,0 0 0,0 0 0,1 0 0,-1 0 0,0 0 0,-2 2 0,0-2 0,1 1 0,-1 0 0,0-1 0,0 0 0,0 1 0,0-1 0,0 0 0,0-1 0,0 1 0,-5 0 0,-72 6 0,-151-8 0,104-3 0,33 2 0,-130 4 0,209 0-273,0 0 0,0 1 0,0 1 0,-23 8 0,18-3-6553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1.3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70 24575,'2'-1'0,"-1"0"0,0 0 0,1 0 0,-1-1 0,0 1 0,0 0 0,0-1 0,0 1 0,0-1 0,-1 1 0,1-1 0,0 1 0,-1-1 0,1 1 0,-1-1 0,1 0 0,-1 1 0,0-1 0,0 0 0,0 1 0,0-1 0,0 0 0,0 1 0,0-1 0,0 0 0,-1 1 0,1-1 0,-1 0 0,1 1 0,-1-1 0,0 1 0,1-1 0,-1 1 0,0-1 0,0 1 0,0 0 0,0-1 0,0 1 0,0 0 0,-1 0 0,1 0 0,0 0 0,-1 0 0,1 0 0,-1 0 0,1 0 0,-1 1 0,1-1 0,-1 0 0,1 1 0,-1-1 0,0 1 0,1 0 0,-1-1 0,0 1 0,1 0 0,-1 0 0,0 0 0,1 0 0,-1 1 0,0-1 0,1 0 0,-1 1 0,-2 0 0,-4 2 0,0 0 0,0 0 0,0 1 0,0 0 0,1 0 0,0 1 0,0 0 0,0 0 0,0 1 0,-8 9 0,14-14 0,-1 1 0,0 0 0,1 0 0,-1 0 0,1 0 0,0 1 0,0-1 0,0 0 0,0 0 0,0 1 0,0-1 0,1 1 0,-1-1 0,1 1 0,0-1 0,-1 1 0,1-1 0,0 1 0,1-1 0,-1 1 0,0-1 0,1 0 0,-1 1 0,1-1 0,0 1 0,0-1 0,0 0 0,0 1 0,0-1 0,0 0 0,1 0 0,-1 0 0,1 0 0,-1 0 0,1 0 0,0-1 0,0 1 0,0 0 0,3 2 0,1-1 0,0 1 0,0-1 0,0 0 0,1-1 0,-1 0 0,1 0 0,-1 0 0,1 0 0,0-1 0,0 0 0,0-1 0,-1 0 0,1 0 0,0 0 0,0-1 0,0 1 0,13-5 0,-5 1 0,1 0 0,-1-1 0,0-1 0,-1 0 0,0-1 0,24-15 0,-37 22 0,1-1 0,-1 0 0,0 1 0,0-1 0,0 0 0,0 0 0,0 0 0,0 0 0,0 0 0,0 0 0,0 0 0,0 0 0,0 0 0,-1 0 0,1 0 0,0 0 0,-1-1 0,1 1 0,-1 0 0,1 0 0,-1-1 0,0 1 0,1 0 0,-1-1 0,0 1 0,0-1 0,0 1 0,0 0 0,0-1 0,-1 1 0,1 0 0,0-1 0,0 1 0,-1 0 0,1-1 0,-1 1 0,-1-2 0,1 1 0,-1 0 0,0 0 0,0 1 0,0-1 0,0 1 0,0-1 0,0 1 0,-1 0 0,1-1 0,0 1 0,-1 1 0,1-1 0,0 0 0,-1 1 0,1-1 0,-1 1 0,1-1 0,-1 1 0,-5 0 0,-9 1 0,0 1 0,0 0 0,0 1 0,0 1 0,1 1 0,-1 0 0,1 1 0,0 0 0,1 2 0,-26 15 0,39-22 0,1 0 0,-1 0 0,1 1 0,-1-1 0,1 0 0,0 1 0,0-1 0,0 1 0,0-1 0,0 1 0,0 0 0,0-1 0,0 1 0,0 0 0,0 3 0,1-4 0,0-1 0,0 1 0,0 0 0,0-1 0,0 1 0,0 0 0,1 0 0,-1-1 0,0 1 0,0 0 0,1-1 0,-1 1 0,0 0 0,1-1 0,-1 1 0,1 0 0,-1-1 0,1 1 0,-1-1 0,1 1 0,-1-1 0,1 1 0,0-1 0,-1 0 0,1 1 0,0 0 0,2 0 0,0 0 0,0-1 0,-1 1 0,1 0 0,0-1 0,0 0 0,0 1 0,0-1 0,-1 0 0,1-1 0,0 1 0,0 0 0,0-1 0,0 0 0,-1 1 0,1-1 0,0 0 0,-1-1 0,4-1 0,-4 2 0,0 0 0,0 0 0,0 0 0,0-1 0,0 1 0,0-1 0,-1 0 0,1 1 0,-1-1 0,1 0 0,-1 0 0,2-3 0,-2 5 0,-1-1 0,0 0 0,0 1 0,0-1 0,0 0 0,1 0 0,-1 1 0,0-1 0,0 0 0,0 1 0,0-1 0,-1 0 0,1 1 0,0-1 0,0 0 0,0 1 0,0-1 0,-1 0 0,1 1 0,0-1 0,-1 0 0,1 1 0,0-1 0,-1 1 0,1-1 0,-2 0 0,0-1 0,-1 1 0,1-1 0,-1 1 0,1 0 0,-1 0 0,1 0 0,-1 0 0,0 0 0,0 1 0,1-1 0,-1 1 0,0 0 0,0 0 0,0 0 0,0 0 0,1 0 0,-1 1 0,-5 1 0,2-1-85,1 0 0,-1 1-1,1-1 1,-1 1 0,1 1-1,0-1 1,0 1 0,0 0-1,0 0 1,1 0 0,-1 0-1,1 1 1,0 0 0,0 0-1,-6 9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2.5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255 55 24575,'-8'-1'0,"-1"0"0,1 0 0,-1-1 0,-12-4 0,14 4 0,0 0 0,0 0 0,0 1 0,0 0 0,0 0 0,0 0 0,0 1 0,-8 1 0,0 1 0,1 1 0,-1 1 0,1 0 0,-17 8 0,28-11 0,0 0 0,0 1 0,0 0 0,0-1 0,0 1 0,0 1 0,1-1 0,-1 0 0,1 0 0,0 1 0,-3 3 0,4-5 0,1 0 0,-1 1 0,1-1 0,-1 1 0,1-1 0,0 0 0,-1 1 0,1-1 0,0 1 0,0-1 0,0 1 0,0-1 0,0 1 0,0-1 0,1 0 0,-1 1 0,0-1 0,1 1 0,-1-1 0,1 0 0,-1 1 0,1-1 0,0 0 0,-1 1 0,1-1 0,2 2 0,0 0 0,0-1 0,0 1 0,1-1 0,-1 1 0,1-1 0,-1 0 0,1-1 0,0 1 0,0 0 0,0-1 0,0 0 0,0 0 0,0 0 0,0-1 0,0 1 0,0-1 0,0 0 0,0 0 0,1 0 0,-1-1 0,0 0 0,5-1 0,11-1 0,0-2 0,-1 0 0,23-10 0,-35 12 0,-1 0 0,0 0 0,0-1 0,-1 1 0,1-1 0,-1-1 0,0 1 0,0-1 0,6-7 0,-10 11 0,0 0 0,0 0 0,0-1 0,0 1 0,0 0 0,0-1 0,-1 1 0,1-1 0,-1 1 0,1-1 0,-1 1 0,1-1 0,-1 1 0,0-1 0,0 1 0,0-1 0,0 0 0,0 1 0,0-1 0,0 1 0,0-1 0,-1 1 0,1-1 0,-1 1 0,1-1 0,-1 1 0,1-1 0,-1 1 0,0-1 0,0 1 0,0 0 0,0-1 0,0 1 0,0 0 0,0 0 0,0 0 0,0 0 0,0 0 0,-1 0 0,1 0 0,0 0 0,-1 1 0,1-1 0,-1 0 0,-1 0 0,-3-2 0,-1 1 0,1 0 0,0 0 0,-1 0 0,1 1 0,-1 0 0,1 0 0,-1 1 0,0 0 0,1 0 0,-1 0 0,1 1 0,-1 0 0,1 0 0,-1 1 0,-6 2 0,10-3 0,0 0 0,0 0 0,0 0 0,0 1 0,0-1 0,0 1 0,1 0 0,-1 0 0,0 0 0,1 0 0,0 0 0,-1 1 0,1-1 0,0 1 0,0-1 0,0 1 0,1 0 0,-1 0 0,1 0 0,-1 0 0,1 0 0,0 0 0,0 0 0,1 0 0,-1 0 0,0 1 0,1-1 0,0 0 0,0 0 0,0 1 0,0-1 0,1 0 0,0 5 0,-1-6 0,1-1 0,-1 1 0,0-1 0,1 1 0,0-1 0,-1 1 0,1-1 0,0 0 0,-1 1 0,1-1 0,0 0 0,0 0 0,0 1 0,0-1 0,0 0 0,0 0 0,1 0 0,-1 0 0,0 0 0,0-1 0,1 1 0,-1 0 0,0-1 0,1 1 0,-1-1 0,1 1 0,-1-1 0,1 1 0,-1-1 0,1 0 0,-1 0 0,1 0 0,-1 0 0,1 0 0,-1 0 0,1 0 0,-1-1 0,1 1 0,-1 0 0,3-2 0,0 1 0,1-1 0,-1 1 0,0-1 0,0 0 0,0 0 0,0-1 0,-1 1 0,1-1 0,-1 0 0,1 0 0,-1 0 0,5-5 0,-8 8-1,0-1 0,0 1 0,0 0 0,0 0 0,1 0 0,-1 0 0,0 0 0,0 0 0,0 0 0,0 0 1,0 0-1,0-1 0,1 1 0,-1 0 0,0 0 0,0 0 0,0 0 0,0 0 0,0-1 0,0 1 0,0 0 0,0 0 0,0 0 0,0 0 0,0-1 0,0 1 0,0 0 0,0 0 0,0 0 0,0 0 0,0-1 0,0 1 0,0 0 0,0 0 0,0 0 0,0 0 0,0-1 0,0 1 0,0 0 0,0 0 0,0 0 0,0 0 0,0 0 0,0-1 0,0 1 0,-1 0 0,1 0 0,0 0 0,0 0 0,0 0 0,0 0 0,0-1 0,0 1 1,-1 0-1,1 0 0,0 0 0,0 0 0,0 0 0,-1 0 0,-13 4 146,-16 12-1597,8 1-5374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5.8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72 24575,'-10'-29'0,"6"25"0,9 18 0,11 20 0,2-1 0,2-1 0,1 0 0,1-2 0,1 0 0,51 48 0,-61-66 0,1-1 0,0-1 0,1 0 0,0-1 0,1-1 0,0 0 0,0-1 0,29 8 0,2-3 0,92 13 0,-104-22 0,0-2 0,0-2 0,1-1 0,57-11 0,-73 10 0,19-3 0,16-1 0,0-3 0,75-24 0,-62 10 0,0-3 0,-2-4 0,-2-2 0,0-3 0,-3-2 0,70-57 0,-121 85-273,0 1 0,0-2 0,-1 1 0,14-23 0,-11 14-6553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6.5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 24575,'0'0'0,"0"1"0,0-1 0,1 0 0,-1 0 0,0 0 0,0 0 0,0 0 0,1 0 0,-1 0 0,0 0 0,0 0 0,0 1 0,1-1 0,-1 0 0,0 0 0,0 0 0,1 0 0,-1 0 0,0 0 0,0-1 0,0 1 0,1 0 0,-1 0 0,0 0 0,0 0 0,0 0 0,1 0 0,-1 0 0,0 0 0,0 0 0,0-1 0,1 1 0,-1 0 0,0 0 0,0 0 0,0 0 0,0-1 0,0 1 0,0 0 0,1 0 0,-1 0 0,0 0 0,0-1 0,0 1 0,0 0 0,0 0 0,0-1 0,7 8 0,15 17 12,-1 0 0,0 2 0,30 53 0,-3-6-1425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0:57.4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383 0 24575,'-8'2'0,"0"-1"0,0 2 0,0-1 0,0 1 0,1 0 0,-1 0 0,-8 7 0,-10 2 0,-26 13-111,1 3 0,-71 50 0,78-48-921,27-19-5794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1:00.2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24575,'97'0'0,"466"20"0,-547-18-107,2 1-73,0 0 1,0-2-1,0 0 0,0-1 0,0-1 1,33-6-1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1:01.0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102 13 24575,'-30'-9'0,"22"5"0,24 9 0,362 102 0,-368-104 0,8 1 0,0 1 0,0 1 0,19 9 0,-36-15 0,0 0 0,-1 1 0,1-1 0,-1 0 0,1 1 0,-1-1 0,1 0 0,-1 1 0,1-1 0,-1 1 0,1-1 0,-1 1 0,1-1 0,-1 1 0,0-1 0,1 1 0,-1-1 0,0 1 0,1 0 0,-1-1 0,0 1 0,0 0 0,0-1 0,0 1 0,1-1 0,-1 1 0,0 0 0,0-1 0,0 1 0,0 0 0,-1-1 0,1 2 0,-16 17 0,-33 11 0,47-29 0,-219 90 0,36-17 0,116-45-1365,43-19-5461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37 900 24575,'-1'0'0,"-1"0"0,0 0 0,0 0 0,1 0 0,-1 0 0,0 0 0,0-1 0,1 1 0,-1-1 0,0 1 0,1-1 0,-1 0 0,1 1 0,-1-1 0,1 0 0,-1 0 0,-1-2 0,2 2 0,0 0 0,1 0 0,-1 0 0,1 0 0,-1 0 0,1 0 0,0 0 0,-1 0 0,1 0 0,0 0 0,0 0 0,0 0 0,0 0 0,0 0 0,0-1 0,0 1 0,0 0 0,0 0 0,0 0 0,1-2 0,1-2 0,0 0 0,1 1 0,-1-1 0,1 0 0,0 1 0,0 0 0,0-1 0,1 1 0,0 1 0,4-5 0,43-29 0,1 2 0,2 2 0,64-28 0,-50 26 0,134-63-274,381-129-1,240 5-273,-665 186 1645,-153 35-1221,-1-1 0,0 0 0,0 0 0,0 0 0,-1 0 0,1-1-1,0 0 1,-1 1 0,1-1 0,2-4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180 27 24575,'-2'0'0,"-1"-1"0,1 0 0,-1 1 0,1-1 0,0 0 0,-1-1 0,1 1 0,0 0 0,0-1 0,-3-2 0,-1-5 0,20 5 0,22 10 0,1 1 0,-1 2 0,0 1 0,-1 2 0,58 28 0,-87-38 0,1 1 0,-1 0 0,0 1 0,-1-1 0,10 8 0,-14-10 0,0 0 0,0 0 0,0 0 0,0 0 0,0 0 0,-1 0 0,1 0 0,0 1 0,0-1 0,-1 0 0,1 0 0,-1 1 0,1-1 0,-1 0 0,0 1 0,1-1 0,-1 1 0,0-1 0,0 0 0,0 1 0,0-1 0,0 1 0,0-1 0,-1 0 0,1 1 0,0-1 0,-1 0 0,1 1 0,-1-1 0,1 0 0,-1 1 0,1-1 0,-1 0 0,-1 2 0,-4 4 0,-1 1 0,1-2 0,-1 1 0,-1-1 0,1 0 0,-1 0 0,-12 6 0,-67 33 0,62-33 0,-246 117-1365,241-113-5461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70 24575,'2'-1'0,"-1"0"0,0 0 0,1 0 0,-1-1 0,0 1 0,0 0 0,0-1 0,0 1 0,0-1 0,-1 1 0,1-1 0,0 1 0,-1-1 0,1 1 0,-1-1 0,1 0 0,-1 1 0,0-1 0,0 0 0,0 1 0,0-1 0,0 0 0,0 1 0,0-1 0,0 0 0,-1 1 0,1-1 0,-1 0 0,1 1 0,-1-1 0,0 1 0,1-1 0,-1 1 0,0-1 0,0 1 0,0 0 0,0-1 0,0 1 0,0 0 0,-1 0 0,1 0 0,0 0 0,-1 0 0,1 0 0,-1 0 0,1 0 0,-1 1 0,1-1 0,-1 0 0,1 1 0,-1-1 0,0 1 0,1 0 0,-1-1 0,0 1 0,1 0 0,-1 0 0,0 0 0,1 0 0,-1 1 0,0-1 0,1 0 0,-1 1 0,-2 0 0,-4 2 0,0 0 0,0 0 0,0 1 0,0 0 0,1 0 0,0 1 0,0 0 0,0 0 0,0 1 0,-8 9 0,14-14 0,-1 1 0,0 0 0,1 0 0,-1 0 0,1 0 0,0 1 0,0-1 0,0 0 0,0 0 0,0 1 0,0-1 0,1 1 0,-1-1 0,1 1 0,0-1 0,-1 1 0,1-1 0,0 1 0,1-1 0,-1 1 0,0-1 0,1 0 0,-1 1 0,1-1 0,0 1 0,0-1 0,0 0 0,0 1 0,0-1 0,0 0 0,1 0 0,-1 0 0,1 0 0,-1 0 0,1 0 0,0-1 0,0 1 0,0 0 0,3 2 0,1-1 0,0 1 0,0-1 0,0 0 0,1-1 0,-1 0 0,1 0 0,-1 0 0,1 0 0,0-1 0,0 0 0,0-1 0,-1 0 0,1 0 0,0 0 0,0-1 0,0 1 0,13-5 0,-5 1 0,1 0 0,-1-1 0,0-1 0,-1 0 0,0-1 0,24-15 0,-37 22 0,1-1 0,-1 0 0,0 1 0,0-1 0,0 0 0,0 0 0,0 0 0,0 0 0,0 0 0,0 0 0,0 0 0,0 0 0,0 0 0,-1 0 0,1 0 0,0 0 0,-1-1 0,1 1 0,-1 0 0,1 0 0,-1-1 0,0 1 0,1 0 0,-1-1 0,0 1 0,0-1 0,0 1 0,0 0 0,0-1 0,-1 1 0,1 0 0,0-1 0,0 1 0,-1 0 0,1-1 0,-1 1 0,-1-2 0,1 1 0,-1 0 0,0 0 0,0 1 0,0-1 0,0 1 0,0-1 0,0 1 0,-1 0 0,1-1 0,0 1 0,-1 1 0,1-1 0,0 0 0,-1 1 0,1-1 0,-1 1 0,1-1 0,-1 1 0,-5 0 0,-9 1 0,0 1 0,0 0 0,0 1 0,0 1 0,1 1 0,-1 0 0,1 1 0,0 0 0,1 2 0,-26 15 0,39-22 0,1 0 0,-1 0 0,1 1 0,-1-1 0,1 0 0,0 1 0,0-1 0,0 1 0,0-1 0,0 1 0,0 0 0,0-1 0,0 1 0,0 0 0,0 3 0,1-4 0,0-1 0,0 1 0,0 0 0,0-1 0,0 1 0,0 0 0,1 0 0,-1-1 0,0 1 0,0 0 0,1-1 0,-1 1 0,0 0 0,1-1 0,-1 1 0,1 0 0,-1-1 0,1 1 0,-1-1 0,1 1 0,-1-1 0,1 1 0,0-1 0,-1 0 0,1 1 0,0 0 0,2 0 0,0 0 0,0-1 0,-1 1 0,1 0 0,0-1 0,0 0 0,0 1 0,0-1 0,-1 0 0,1-1 0,0 1 0,0 0 0,0-1 0,0 0 0,-1 1 0,1-1 0,0 0 0,-1-1 0,4-1 0,-4 2 0,0 0 0,0 0 0,0 0 0,0-1 0,0 1 0,0-1 0,-1 0 0,1 1 0,-1-1 0,1 0 0,-1 0 0,2-3 0,-2 5 0,-1-1 0,0 0 0,0 1 0,0-1 0,0 0 0,1 0 0,-1 1 0,0-1 0,0 0 0,0 1 0,0-1 0,-1 0 0,1 1 0,0-1 0,0 0 0,0 1 0,0-1 0,-1 0 0,1 1 0,0-1 0,-1 0 0,1 1 0,0-1 0,-1 1 0,1-1 0,-2 0 0,0-1 0,-1 1 0,1-1 0,-1 1 0,1 0 0,-1 0 0,1 0 0,-1 0 0,0 0 0,0 1 0,1-1 0,-1 1 0,0 0 0,0 0 0,0 0 0,0 0 0,1 0 0,-1 1 0,-5 1 0,2-1-85,1 0 0,-1 1-1,1-1 1,-1 1 0,1 1-1,0-1 1,0 1 0,0 0-1,0 0 1,1 0 0,-1 0-1,1 1 1,0 0 0,0 0-1,-6 9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255 55 24575,'-8'-1'0,"-1"0"0,1 0 0,-1-1 0,-12-4 0,14 4 0,0 0 0,0 0 0,0 1 0,0 0 0,0 0 0,0 0 0,0 1 0,-8 1 0,0 1 0,1 1 0,-1 1 0,1 0 0,-17 8 0,28-11 0,0 0 0,0 1 0,0 0 0,0-1 0,0 1 0,0 1 0,1-1 0,-1 0 0,1 0 0,0 1 0,-3 3 0,4-5 0,1 0 0,-1 1 0,1-1 0,-1 1 0,1-1 0,0 0 0,-1 1 0,1-1 0,0 1 0,0-1 0,0 1 0,0-1 0,0 1 0,0-1 0,1 0 0,-1 1 0,0-1 0,1 1 0,-1-1 0,1 0 0,-1 1 0,1-1 0,0 0 0,-1 1 0,1-1 0,2 2 0,0 0 0,0-1 0,0 1 0,1-1 0,-1 1 0,1-1 0,-1 0 0,1-1 0,0 1 0,0 0 0,0-1 0,0 0 0,0 0 0,0 0 0,0-1 0,0 1 0,0-1 0,0 0 0,0 0 0,1 0 0,-1-1 0,0 0 0,5-1 0,11-1 0,0-2 0,-1 0 0,23-10 0,-35 12 0,-1 0 0,0 0 0,0-1 0,-1 1 0,1-1 0,-1-1 0,0 1 0,0-1 0,6-7 0,-10 11 0,0 0 0,0 0 0,0-1 0,0 1 0,0 0 0,0-1 0,-1 1 0,1-1 0,-1 1 0,1-1 0,-1 1 0,1-1 0,-1 1 0,0-1 0,0 1 0,0-1 0,0 0 0,0 1 0,0-1 0,0 1 0,0-1 0,-1 1 0,1-1 0,-1 1 0,1-1 0,-1 1 0,1-1 0,-1 1 0,0-1 0,0 1 0,0 0 0,0-1 0,0 1 0,0 0 0,0 0 0,0 0 0,0 0 0,0 0 0,-1 0 0,1 0 0,0 0 0,-1 1 0,1-1 0,-1 0 0,-1 0 0,-3-2 0,-1 1 0,1 0 0,0 0 0,-1 0 0,1 1 0,-1 0 0,1 0 0,-1 1 0,0 0 0,1 0 0,-1 0 0,1 1 0,-1 0 0,1 0 0,-1 1 0,-6 2 0,10-3 0,0 0 0,0 0 0,0 0 0,0 1 0,0-1 0,0 1 0,1 0 0,-1 0 0,0 0 0,1 0 0,0 0 0,-1 1 0,1-1 0,0 1 0,0-1 0,0 1 0,1 0 0,-1 0 0,1 0 0,-1 0 0,1 0 0,0 0 0,0 0 0,1 0 0,-1 0 0,0 1 0,1-1 0,0 0 0,0 0 0,0 1 0,0-1 0,1 0 0,0 5 0,-1-6 0,1-1 0,-1 1 0,0-1 0,1 1 0,0-1 0,-1 1 0,1-1 0,0 0 0,-1 1 0,1-1 0,0 0 0,0 0 0,0 1 0,0-1 0,0 0 0,0 0 0,1 0 0,-1 0 0,0 0 0,0-1 0,1 1 0,-1 0 0,0-1 0,1 1 0,-1-1 0,1 1 0,-1-1 0,1 1 0,-1-1 0,1 0 0,-1 0 0,1 0 0,-1 0 0,1 0 0,-1 0 0,1 0 0,-1-1 0,1 1 0,-1 0 0,3-2 0,0 1 0,1-1 0,-1 1 0,0-1 0,0 0 0,0 0 0,0-1 0,-1 1 0,1-1 0,-1 0 0,1 0 0,-1 0 0,5-5 0,-8 8-1,0-1 0,0 1 0,0 0 0,0 0 0,1 0 0,-1 0 0,0 0 0,0 0 0,0 0 0,0 0 1,0 0-1,0-1 0,1 1 0,-1 0 0,0 0 0,0 0 0,0 0 0,0 0 0,0-1 0,0 1 0,0 0 0,0 0 0,0 0 0,0 0 0,0-1 0,0 1 0,0 0 0,0 0 0,0 0 0,0 0 0,0-1 0,0 1 0,0 0 0,0 0 0,0 0 0,0 0 0,0-1 0,0 1 0,0 0 0,0 0 0,0 0 0,0 0 0,0 0 0,0-1 0,0 1 0,-1 0 0,1 0 0,0 0 0,0 0 0,0 0 0,0 0 0,0-1 0,0 1 1,-1 0-1,1 0 0,0 0 0,0 0 0,0 0 0,-1 0 0,-13 4 146,-16 12-1597,8 1-5374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72 24575,'-10'-29'0,"6"25"0,9 18 0,11 20 0,2-1 0,2-1 0,1 0 0,1-2 0,1 0 0,51 48 0,-61-66 0,1-1 0,0-1 0,1 0 0,0-1 0,1-1 0,0 0 0,0-1 0,29 8 0,2-3 0,92 13 0,-104-22 0,0-2 0,0-2 0,1-1 0,57-11 0,-73 10 0,19-3 0,16-1 0,0-3 0,75-24 0,-62 10 0,0-3 0,-2-4 0,-2-2 0,0-3 0,-3-2 0,70-57 0,-121 85-273,0 1 0,0-2 0,-1 1 0,14-23 0,-11 14-6553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 24575,'0'0'0,"0"1"0,0-1 0,1 0 0,-1 0 0,0 0 0,0 0 0,0 0 0,1 0 0,-1 0 0,0 0 0,0 0 0,0 1 0,1-1 0,-1 0 0,0 0 0,0 0 0,1 0 0,-1 0 0,0 0 0,0-1 0,0 1 0,1 0 0,-1 0 0,0 0 0,0 0 0,0 0 0,1 0 0,-1 0 0,0 0 0,0 0 0,0-1 0,1 1 0,-1 0 0,0 0 0,0 0 0,0 0 0,0-1 0,0 1 0,0 0 0,1 0 0,-1 0 0,0 0 0,0-1 0,0 1 0,0 0 0,0 0 0,0-1 0,7 8 0,15 17 12,-1 0 0,0 2 0,30 53 0,-3-6-1425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383 0 24575,'-8'2'0,"0"-1"0,0 2 0,0-1 0,0 1 0,1 0 0,-1 0 0,-8 7 0,-10 2 0,-26 13-111,1 3 0,-71 50 0,78-48-921,27-19-5794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24575,'97'0'0,"466"20"0,-547-18-107,2 1-73,0 0 1,0-2-1,0 0 0,0-1 0,0-1 1,33-6-1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2:15.0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102 13 24575,'-30'-9'0,"22"5"0,24 9 0,362 102 0,-368-104 0,8 1 0,0 1 0,0 1 0,19 9 0,-36-15 0,0 0 0,-1 1 0,1-1 0,-1 0 0,1 1 0,-1-1 0,1 0 0,-1 1 0,1-1 0,-1 1 0,1-1 0,-1 1 0,1-1 0,-1 1 0,0-1 0,1 1 0,-1-1 0,0 1 0,1 0 0,-1-1 0,0 1 0,0 0 0,0-1 0,0 1 0,1-1 0,-1 1 0,0 0 0,0-1 0,0 1 0,0 0 0,-1-1 0,1 2 0,-16 17 0,-33 11 0,47-29 0,-219 90 0,36-17 0,116-45-1365,43-19-5461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31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 1 24575,'-1'0'0,"-12"2"0,13-2 0,0 1 0,-1-1 0,1 1 0,0-1 0,0 1 0,0 0 0,1-1 0,-1 1 0,0-1 0,0 1 0,0-1 0,0 1 0,0-1 0,1 1 0,-1-1 0,0 1 0,0-1 0,1 1 0,-1-1 0,0 1 0,1-1 0,-1 0 0,1 1 0,-1-1 0,0 0 0,1 1 0,-1-1 0,1 1 0,43 40 0,1-1 0,3-3 0,0-1 0,68 36 0,-2 0 0,109 56 0,-116-70 0,68 32 0,4-7 0,206 64 0,-253-101 0,7 4 0,224 50 0,-283-79 0,-55-14 0,0-1 0,46 6 0,-50-13-1365,-4-3-5461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32.1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151 27 24575,'-11'-20'0,"8"14"0,11 14 0,142 129 0,31 32 0,-179-168 0,-1-1 0,1 2 0,-1-1 0,0 0 0,0 0 0,0 0 0,0 0 0,0 1 0,0-1 0,0 1 0,0-1 0,0 0 0,0 1 0,-1 0 0,1-1 0,-1 1 0,1-1 0,-1 1 0,1 0 0,-1-1 0,0 1 0,0 0 0,0-1 0,0 1 0,0 0 0,0-1 0,-1 1 0,1 0 0,-1-1 0,1 1 0,-1-1 0,1 1 0,-1 0 0,0-1 0,0 0 0,1 1 0,-1-1 0,0 1 0,-1-1 0,1 0 0,0 0 0,0 0 0,0 1 0,-1-1 0,1 0 0,0-1 0,-1 1 0,1 0 0,-1 0 0,0-1 0,-1 2 0,-13 5 0,0-1 0,-1-1 0,1 0 0,-20 2 0,21-4 0,-51 13-106,-20 4-523,-91 9-1,156-28-6196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37.1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2417 1406 24575,'-9'-6'0,"0"1"0,0 1 0,0-1 0,-1 2 0,0-1 0,1 1 0,-1 1 0,0-1 0,-11 0 0,3 0 0,-101-29 0,-197-79 0,125 40 0,-92-39 0,-234-141 0,458 219 0,-60-32 0,-181-128 0,258 158 0,2-2 0,-65-74 0,36 13 0,49 66 0,-1 1 0,-26-28 0,46 57 0,1 0 0,-1 0 0,0 1 0,1-1 0,-1 0 0,0 0 0,1 0 0,-1 1 0,0-1 0,0 0 0,1 1 0,-1-1 0,0 1 0,0-1 0,0 1 0,0-1 0,0 1 0,0 0 0,0-1 0,0 1 0,0 0 0,0 0 0,0 0 0,0 0 0,0 0 0,0 0 0,0 0 0,0 0 0,0 0 0,0 0 0,0 1 0,-1-1 0,1 2 0,-1 0 0,1-1 0,0 1 0,0 0 0,0 0 0,0 0 0,0 0 0,0-1 0,1 1 0,-1 1 0,0-1 0,1 0 0,0 0 0,-1 3 0,0 12 0,0 1 0,3 29 0,5-1 0,13 51 0,-8-126 0,8-86 0,-10 43 0,-5 36 0,-5 28 0,1-1 0,0 0 0,0 0 0,1 1 0,1-1 0,5-13 0,-7 20 0,0 0 0,0 1 0,1-1 0,-1 0 0,0 1 0,1-1 0,0 1 0,-1-1 0,1 1 0,0 0 0,0 0 0,-1 0 0,1 0 0,0 0 0,0 0 0,0 1 0,0-1 0,0 0 0,1 1 0,-1 0 0,0-1 0,0 1 0,0 0 0,0 0 0,0 0 0,0 1 0,1-1 0,-1 0 0,0 1 0,0 0 0,0-1 0,3 2 0,29 8-273,0 0 0,0 2 0,-1 2 0,38 21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42.27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1969 1 24575,'-70'59'0,"11"-4"0,-2-4 0,-108 72 0,129-95 0,-10 2 0,-1-2 0,-1-3 0,-62 21 0,37-14 0,-47 20 0,-178 71 0,258-107 0,-31 12 0,-1-3 0,-85 16 0,-18-14 0,100-14 0,62-8 0,-1-2 0,0 0 0,0-1 0,-1 0 0,1-2 0,0 0 0,-29-4 0,34-4-1365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42.9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651 1 24575,'-204'81'0,"80"-22"0,-159 86 0,280-144 0,0 0 0,1 1 0,-1 0 0,1 0 0,-1 0 0,1 0 0,0 0 0,0 0 0,0 0 0,0 1 0,0-1 0,0 1 0,1 0 0,-1-1 0,1 1 0,0 0 0,0 0 0,0 0 0,-1 4 0,2-5 0,0 1 0,0-1 0,1 1 0,-1-1 0,1 1 0,0-1 0,-1 1 0,1-1 0,0 0 0,0 1 0,1-1 0,-1 0 0,0 0 0,1 0 0,-1 0 0,1 0 0,0 0 0,0 0 0,0-1 0,0 1 0,0 0 0,0-1 0,4 3 0,61 33 0,2-2 0,75 27 0,-61-28 0,238 105-1365,-305-131-5461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49.1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659 0 24575,'-21'2'0,"0"0"0,-30 7 0,-30 3 0,-26 1 0,72-7 0,-58 2 0,-134-9-1365,205 1-5461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7T08:53:49.9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542 20 24575,'-4'-3'0,"0"1"0,1 0 0,-1 0 0,0 0 0,-1 0 0,1 1 0,0 0 0,0 0 0,0 0 0,-1 0 0,1 0 0,-1 1 0,1 0 0,0 0 0,-1 0 0,1 1 0,-1-1 0,-5 3 0,-12 1 0,0 1 0,-25 10 0,31-10 0,-310 125 0,324-130 0,1 1 0,0-1 0,0 1 0,0-1 0,-1 1 0,1 0 0,0-1 0,0 1 0,0 0 0,0 0 0,0 0 0,0 0 0,0 0 0,1 0 0,-1 0 0,0 0 0,0 0 0,1 0 0,-1 0 0,1 0 0,-1 1 0,1-1 0,-1 0 0,1 0 0,0 1 0,-1 1 0,2-2 0,-1 1 0,1 0 0,0 0 0,-1-1 0,1 1 0,0 0 0,0-1 0,0 1 0,0-1 0,1 1 0,-1-1 0,0 1 0,0-1 0,1 0 0,2 2 0,7 5 0,0-1 0,1-1 0,24 10 0,-7-4 0,346 120 0,-354-125-1365,-6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16.xml"/><Relationship Id="rId26" Type="http://schemas.openxmlformats.org/officeDocument/2006/relationships/customXml" Target="../ink/ink20.xml"/><Relationship Id="rId39" Type="http://schemas.openxmlformats.org/officeDocument/2006/relationships/image" Target="../media/image27.png"/><Relationship Id="rId21" Type="http://schemas.openxmlformats.org/officeDocument/2006/relationships/image" Target="../media/image18.png"/><Relationship Id="rId34" Type="http://schemas.openxmlformats.org/officeDocument/2006/relationships/customXml" Target="../ink/ink24.xml"/><Relationship Id="rId42" Type="http://schemas.openxmlformats.org/officeDocument/2006/relationships/customXml" Target="../ink/ink28.xml"/><Relationship Id="rId47" Type="http://schemas.openxmlformats.org/officeDocument/2006/relationships/image" Target="../media/image31.png"/><Relationship Id="rId50" Type="http://schemas.openxmlformats.org/officeDocument/2006/relationships/customXml" Target="../ink/ink32.xml"/><Relationship Id="rId55" Type="http://schemas.openxmlformats.org/officeDocument/2006/relationships/image" Target="../media/image35.png"/><Relationship Id="rId7" Type="http://schemas.openxmlformats.org/officeDocument/2006/relationships/image" Target="../media/image11.png"/><Relationship Id="rId12" Type="http://schemas.openxmlformats.org/officeDocument/2006/relationships/customXml" Target="../ink/ink13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26.xml"/><Relationship Id="rId46" Type="http://schemas.openxmlformats.org/officeDocument/2006/relationships/customXml" Target="../ink/ink30.xml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0" Type="http://schemas.openxmlformats.org/officeDocument/2006/relationships/customXml" Target="../ink/ink17.xml"/><Relationship Id="rId29" Type="http://schemas.openxmlformats.org/officeDocument/2006/relationships/image" Target="../media/image22.png"/><Relationship Id="rId41" Type="http://schemas.openxmlformats.org/officeDocument/2006/relationships/image" Target="../media/image28.png"/><Relationship Id="rId54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3.png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../media/image26.png"/><Relationship Id="rId40" Type="http://schemas.openxmlformats.org/officeDocument/2006/relationships/customXml" Target="../ink/ink27.xml"/><Relationship Id="rId45" Type="http://schemas.openxmlformats.org/officeDocument/2006/relationships/image" Target="../media/image30.png"/><Relationship Id="rId53" Type="http://schemas.openxmlformats.org/officeDocument/2006/relationships/image" Target="../media/image34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10" Type="http://schemas.openxmlformats.org/officeDocument/2006/relationships/customXml" Target="../ink/ink12.xml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4" Type="http://schemas.openxmlformats.org/officeDocument/2006/relationships/customXml" Target="../ink/ink29.xml"/><Relationship Id="rId52" Type="http://schemas.openxmlformats.org/officeDocument/2006/relationships/customXml" Target="../ink/ink33.xml"/><Relationship Id="rId4" Type="http://schemas.openxmlformats.org/officeDocument/2006/relationships/customXml" Target="../ink/ink9.xml"/><Relationship Id="rId9" Type="http://schemas.openxmlformats.org/officeDocument/2006/relationships/image" Target="../media/image12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21.png"/><Relationship Id="rId30" Type="http://schemas.openxmlformats.org/officeDocument/2006/relationships/customXml" Target="../ink/ink22.xml"/><Relationship Id="rId35" Type="http://schemas.openxmlformats.org/officeDocument/2006/relationships/image" Target="../media/image25.png"/><Relationship Id="rId43" Type="http://schemas.openxmlformats.org/officeDocument/2006/relationships/image" Target="../media/image29.png"/><Relationship Id="rId48" Type="http://schemas.openxmlformats.org/officeDocument/2006/relationships/customXml" Target="../ink/ink31.xml"/><Relationship Id="rId56" Type="http://schemas.openxmlformats.org/officeDocument/2006/relationships/customXml" Target="../ink/ink35.xml"/><Relationship Id="rId8" Type="http://schemas.openxmlformats.org/officeDocument/2006/relationships/customXml" Target="../ink/ink11.xml"/><Relationship Id="rId51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13" Type="http://schemas.openxmlformats.org/officeDocument/2006/relationships/image" Target="../media/image42.png"/><Relationship Id="rId18" Type="http://schemas.openxmlformats.org/officeDocument/2006/relationships/customXml" Target="../ink/ink44.xml"/><Relationship Id="rId26" Type="http://schemas.openxmlformats.org/officeDocument/2006/relationships/customXml" Target="../ink/ink48.xml"/><Relationship Id="rId3" Type="http://schemas.openxmlformats.org/officeDocument/2006/relationships/image" Target="../media/image37.png"/><Relationship Id="rId21" Type="http://schemas.openxmlformats.org/officeDocument/2006/relationships/image" Target="../media/image46.png"/><Relationship Id="rId7" Type="http://schemas.openxmlformats.org/officeDocument/2006/relationships/image" Target="../media/image39.png"/><Relationship Id="rId12" Type="http://schemas.openxmlformats.org/officeDocument/2006/relationships/customXml" Target="../ink/ink41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2" Type="http://schemas.openxmlformats.org/officeDocument/2006/relationships/customXml" Target="../ink/ink36.xml"/><Relationship Id="rId16" Type="http://schemas.openxmlformats.org/officeDocument/2006/relationships/customXml" Target="../ink/ink43.xml"/><Relationship Id="rId20" Type="http://schemas.openxmlformats.org/officeDocument/2006/relationships/customXml" Target="../ink/ink45.xml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11" Type="http://schemas.openxmlformats.org/officeDocument/2006/relationships/image" Target="../media/image41.png"/><Relationship Id="rId24" Type="http://schemas.openxmlformats.org/officeDocument/2006/relationships/customXml" Target="../ink/ink47.xml"/><Relationship Id="rId5" Type="http://schemas.openxmlformats.org/officeDocument/2006/relationships/image" Target="../media/image38.png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28" Type="http://schemas.openxmlformats.org/officeDocument/2006/relationships/customXml" Target="../ink/ink49.xml"/><Relationship Id="rId10" Type="http://schemas.openxmlformats.org/officeDocument/2006/relationships/customXml" Target="../ink/ink40.xml"/><Relationship Id="rId19" Type="http://schemas.openxmlformats.org/officeDocument/2006/relationships/image" Target="../media/image45.png"/><Relationship Id="rId31" Type="http://schemas.openxmlformats.org/officeDocument/2006/relationships/image" Target="../media/image51.png"/><Relationship Id="rId4" Type="http://schemas.openxmlformats.org/officeDocument/2006/relationships/customXml" Target="../ink/ink37.xml"/><Relationship Id="rId9" Type="http://schemas.openxmlformats.org/officeDocument/2006/relationships/image" Target="../media/image40.png"/><Relationship Id="rId14" Type="http://schemas.openxmlformats.org/officeDocument/2006/relationships/customXml" Target="../ink/ink42.xml"/><Relationship Id="rId22" Type="http://schemas.openxmlformats.org/officeDocument/2006/relationships/customXml" Target="../ink/ink46.xml"/><Relationship Id="rId27" Type="http://schemas.openxmlformats.org/officeDocument/2006/relationships/image" Target="../media/image49.png"/><Relationship Id="rId30" Type="http://schemas.openxmlformats.org/officeDocument/2006/relationships/customXml" Target="../ink/ink5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4.xml"/><Relationship Id="rId13" Type="http://schemas.openxmlformats.org/officeDocument/2006/relationships/image" Target="../media/image48.png"/><Relationship Id="rId18" Type="http://schemas.openxmlformats.org/officeDocument/2006/relationships/customXml" Target="../ink/ink59.xml"/><Relationship Id="rId26" Type="http://schemas.openxmlformats.org/officeDocument/2006/relationships/customXml" Target="../ink/ink63.xml"/><Relationship Id="rId3" Type="http://schemas.openxmlformats.org/officeDocument/2006/relationships/image" Target="../media/image37.png"/><Relationship Id="rId21" Type="http://schemas.openxmlformats.org/officeDocument/2006/relationships/image" Target="../media/image52.png"/><Relationship Id="rId7" Type="http://schemas.openxmlformats.org/officeDocument/2006/relationships/image" Target="../media/image45.png"/><Relationship Id="rId12" Type="http://schemas.openxmlformats.org/officeDocument/2006/relationships/customXml" Target="../ink/ink56.xml"/><Relationship Id="rId17" Type="http://schemas.openxmlformats.org/officeDocument/2006/relationships/image" Target="../media/image50.png"/><Relationship Id="rId25" Type="http://schemas.openxmlformats.org/officeDocument/2006/relationships/image" Target="../media/image54.png"/><Relationship Id="rId33" Type="http://schemas.openxmlformats.org/officeDocument/2006/relationships/image" Target="../media/image58.png"/><Relationship Id="rId2" Type="http://schemas.openxmlformats.org/officeDocument/2006/relationships/customXml" Target="../ink/ink51.xml"/><Relationship Id="rId16" Type="http://schemas.openxmlformats.org/officeDocument/2006/relationships/customXml" Target="../ink/ink58.xml"/><Relationship Id="rId20" Type="http://schemas.openxmlformats.org/officeDocument/2006/relationships/customXml" Target="../ink/ink60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3.xml"/><Relationship Id="rId11" Type="http://schemas.openxmlformats.org/officeDocument/2006/relationships/image" Target="../media/image47.png"/><Relationship Id="rId24" Type="http://schemas.openxmlformats.org/officeDocument/2006/relationships/customXml" Target="../ink/ink62.xml"/><Relationship Id="rId32" Type="http://schemas.openxmlformats.org/officeDocument/2006/relationships/customXml" Target="../ink/ink66.xml"/><Relationship Id="rId5" Type="http://schemas.openxmlformats.org/officeDocument/2006/relationships/image" Target="../media/image38.png"/><Relationship Id="rId15" Type="http://schemas.openxmlformats.org/officeDocument/2006/relationships/image" Target="../media/image49.png"/><Relationship Id="rId23" Type="http://schemas.openxmlformats.org/officeDocument/2006/relationships/image" Target="../media/image53.png"/><Relationship Id="rId28" Type="http://schemas.openxmlformats.org/officeDocument/2006/relationships/customXml" Target="../ink/ink64.xml"/><Relationship Id="rId10" Type="http://schemas.openxmlformats.org/officeDocument/2006/relationships/customXml" Target="../ink/ink55.xml"/><Relationship Id="rId19" Type="http://schemas.openxmlformats.org/officeDocument/2006/relationships/image" Target="../media/image51.png"/><Relationship Id="rId31" Type="http://schemas.openxmlformats.org/officeDocument/2006/relationships/image" Target="../media/image57.png"/><Relationship Id="rId4" Type="http://schemas.openxmlformats.org/officeDocument/2006/relationships/customXml" Target="../ink/ink52.xml"/><Relationship Id="rId9" Type="http://schemas.openxmlformats.org/officeDocument/2006/relationships/image" Target="../media/image46.png"/><Relationship Id="rId14" Type="http://schemas.openxmlformats.org/officeDocument/2006/relationships/customXml" Target="../ink/ink57.xml"/><Relationship Id="rId22" Type="http://schemas.openxmlformats.org/officeDocument/2006/relationships/customXml" Target="../ink/ink61.xml"/><Relationship Id="rId27" Type="http://schemas.openxmlformats.org/officeDocument/2006/relationships/image" Target="../media/image55.png"/><Relationship Id="rId30" Type="http://schemas.openxmlformats.org/officeDocument/2006/relationships/customXml" Target="../ink/ink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generic interface to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LLM.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-&gt; OpenAI, Anthropic, DeepSeek, Claude,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etc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framework that helps you build applications powered by Large Language Models (LLMs) like OpenAI API or open-source models.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Instead of just calling an LLM once, LangChain lets you: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multiple steps together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 the model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Allow it to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tools/APIs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intelligent agents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decide what to do 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7E826-7A5F-2168-BF68-EE2BDA88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83B7EE-58D2-AA66-A89A-A2327F275BDE}"/>
              </a:ext>
            </a:extLst>
          </p:cNvPr>
          <p:cNvSpPr txBox="1"/>
          <p:nvPr/>
        </p:nvSpPr>
        <p:spPr>
          <a:xfrm>
            <a:off x="477520" y="22653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LangChain Exists 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alone are powerful, but limited: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BDB3AE-FFFA-4C05-7045-B45DB544E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936255"/>
              </p:ext>
            </p:extLst>
          </p:nvPr>
        </p:nvGraphicFramePr>
        <p:xfrm>
          <a:off x="801624" y="1618488"/>
          <a:ext cx="8269224" cy="2651760"/>
        </p:xfrm>
        <a:graphic>
          <a:graphicData uri="http://schemas.openxmlformats.org/drawingml/2006/table">
            <a:tbl>
              <a:tblPr/>
              <a:tblGrid>
                <a:gridCol w="3651504">
                  <a:extLst>
                    <a:ext uri="{9D8B030D-6E8A-4147-A177-3AD203B41FA5}">
                      <a16:colId xmlns:a16="http://schemas.microsoft.com/office/drawing/2014/main" val="1767313747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3121482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Problem with plain 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How LangChain solves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83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Adds conversation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437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Static responses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Dynamic workflows (chains)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824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 real-world data-</a:t>
                      </a:r>
                    </a:p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Trained with fixed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Connects to databases, PDFs,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72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Agents that choose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275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029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8ECF4-72BE-D821-4590-4CC363045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FFA57571-9074-EDAC-DC3B-E15E66BBEDCC}"/>
              </a:ext>
            </a:extLst>
          </p:cNvPr>
          <p:cNvSpPr/>
          <p:nvPr/>
        </p:nvSpPr>
        <p:spPr>
          <a:xfrm>
            <a:off x="0" y="1235440"/>
            <a:ext cx="5779008" cy="3063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109F4-5630-FEBE-366E-03142C9926CA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9B5C3-FFCF-DEC1-DAE8-CD5D68C0B3EC}"/>
              </a:ext>
            </a:extLst>
          </p:cNvPr>
          <p:cNvSpPr txBox="1"/>
          <p:nvPr/>
        </p:nvSpPr>
        <p:spPr>
          <a:xfrm>
            <a:off x="411480" y="1982230"/>
            <a:ext cx="100218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🔗 Chains (The Backbone)</a:t>
            </a:r>
          </a:p>
          <a:p>
            <a:pPr marL="457200" indent="-457200">
              <a:buFontTx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Memory (Context Awareness)</a:t>
            </a:r>
          </a:p>
          <a:p>
            <a:pPr marL="457200" indent="-457200">
              <a:buFontTx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🛠️ Tools (External Power)</a:t>
            </a:r>
          </a:p>
          <a:p>
            <a:pPr marL="457200" indent="-457200">
              <a:buFontTx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🤖 Agents (Decision Makers)</a:t>
            </a:r>
          </a:p>
        </p:txBody>
      </p:sp>
    </p:spTree>
    <p:extLst>
      <p:ext uri="{BB962C8B-B14F-4D97-AF65-F5344CB8AC3E}">
        <p14:creationId xmlns:p14="http://schemas.microsoft.com/office/powerpoint/2010/main" val="123248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0A09-C09B-1F95-7D74-EF7301D9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54C816-7191-7D74-0F3B-F4D3A5AC27D9}"/>
              </a:ext>
            </a:extLst>
          </p:cNvPr>
          <p:cNvSpPr txBox="1"/>
          <p:nvPr/>
        </p:nvSpPr>
        <p:spPr>
          <a:xfrm>
            <a:off x="477520" y="22653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664A6-30C4-2DB7-7A90-476F387A7500}"/>
              </a:ext>
            </a:extLst>
          </p:cNvPr>
          <p:cNvSpPr txBox="1"/>
          <p:nvPr/>
        </p:nvSpPr>
        <p:spPr>
          <a:xfrm>
            <a:off x="411480" y="738646"/>
            <a:ext cx="112288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🔗 Chains (The Backbone)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sequence of steps: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User Input → HTML Page → Extract Text → LLM → Output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"Summarize the document from website https://en.wikivoyage.org/wiki/India"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Read the HTML webpage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Extract the relevant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Send to LLM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Return summary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Think of chain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03519C-87E4-CA9D-9E1A-B2C84D1DCDF9}"/>
              </a:ext>
            </a:extLst>
          </p:cNvPr>
          <p:cNvSpPr/>
          <p:nvPr/>
        </p:nvSpPr>
        <p:spPr>
          <a:xfrm>
            <a:off x="786384" y="5486400"/>
            <a:ext cx="1490472" cy="8503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Input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1E99C7-C69E-8176-500F-A8BD16D4F520}"/>
              </a:ext>
            </a:extLst>
          </p:cNvPr>
          <p:cNvSpPr/>
          <p:nvPr/>
        </p:nvSpPr>
        <p:spPr>
          <a:xfrm>
            <a:off x="2694432" y="5486400"/>
            <a:ext cx="1490472" cy="8503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 HTML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6A3D48-631B-9B8E-2D05-9A131E4C875A}"/>
              </a:ext>
            </a:extLst>
          </p:cNvPr>
          <p:cNvSpPr/>
          <p:nvPr/>
        </p:nvSpPr>
        <p:spPr>
          <a:xfrm>
            <a:off x="4520184" y="5500116"/>
            <a:ext cx="1490472" cy="8503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Text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E8C74A-439E-D88C-9FF3-1C88BC81E2C6}"/>
              </a:ext>
            </a:extLst>
          </p:cNvPr>
          <p:cNvSpPr/>
          <p:nvPr/>
        </p:nvSpPr>
        <p:spPr>
          <a:xfrm>
            <a:off x="6656832" y="5500116"/>
            <a:ext cx="1490472" cy="8503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F6B33C-7258-57DD-6BDD-0533009CC2E2}"/>
              </a:ext>
            </a:extLst>
          </p:cNvPr>
          <p:cNvGrpSpPr/>
          <p:nvPr/>
        </p:nvGrpSpPr>
        <p:grpSpPr>
          <a:xfrm>
            <a:off x="2340504" y="5877216"/>
            <a:ext cx="273960" cy="154800"/>
            <a:chOff x="2340504" y="5877216"/>
            <a:chExt cx="27396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01065FE-7BDB-B022-0407-DC6CEB3E9E68}"/>
                    </a:ext>
                  </a:extLst>
                </p14:cNvPr>
                <p14:cNvContentPartPr/>
                <p14:nvPr/>
              </p14:nvContentPartPr>
              <p14:xfrm>
                <a:off x="2340504" y="5942736"/>
                <a:ext cx="273960" cy="10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01065FE-7BDB-B022-0407-DC6CEB3E9E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22864" y="5924736"/>
                  <a:ext cx="309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8CF8E1-7B2C-CD90-9B12-A59E5BA7C75C}"/>
                    </a:ext>
                  </a:extLst>
                </p14:cNvPr>
                <p14:cNvContentPartPr/>
                <p14:nvPr/>
              </p14:nvContentPartPr>
              <p14:xfrm>
                <a:off x="2493144" y="5877216"/>
                <a:ext cx="117720" cy="15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8CF8E1-7B2C-CD90-9B12-A59E5BA7C7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75504" y="5859576"/>
                  <a:ext cx="15336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898C3C-CBF1-F90C-8EA1-8EDFF1BE973A}"/>
              </a:ext>
            </a:extLst>
          </p:cNvPr>
          <p:cNvGrpSpPr/>
          <p:nvPr/>
        </p:nvGrpSpPr>
        <p:grpSpPr>
          <a:xfrm>
            <a:off x="4251744" y="5852016"/>
            <a:ext cx="275040" cy="125640"/>
            <a:chOff x="4251744" y="5852016"/>
            <a:chExt cx="27504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CF67A93-D21E-0DF5-967B-7047775BBC77}"/>
                    </a:ext>
                  </a:extLst>
                </p14:cNvPr>
                <p14:cNvContentPartPr/>
                <p14:nvPr/>
              </p14:nvContentPartPr>
              <p14:xfrm>
                <a:off x="4251744" y="5905296"/>
                <a:ext cx="233640" cy="20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CF67A93-D21E-0DF5-967B-7047775BBC7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33744" y="5887296"/>
                  <a:ext cx="269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9E34A82-A702-29AB-9AB1-BE0AA2D679D7}"/>
                    </a:ext>
                  </a:extLst>
                </p14:cNvPr>
                <p14:cNvContentPartPr/>
                <p14:nvPr/>
              </p14:nvContentPartPr>
              <p14:xfrm>
                <a:off x="4425624" y="5852016"/>
                <a:ext cx="101160" cy="125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9E34A82-A702-29AB-9AB1-BE0AA2D679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07624" y="5834016"/>
                  <a:ext cx="13680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46A511-C091-6E44-8028-67C5759835E3}"/>
              </a:ext>
            </a:extLst>
          </p:cNvPr>
          <p:cNvGrpSpPr/>
          <p:nvPr/>
        </p:nvGrpSpPr>
        <p:grpSpPr>
          <a:xfrm>
            <a:off x="6153624" y="5833656"/>
            <a:ext cx="392760" cy="165600"/>
            <a:chOff x="6153624" y="5833656"/>
            <a:chExt cx="39276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EB93CB-F67A-EB02-F344-87F946E104B9}"/>
                    </a:ext>
                  </a:extLst>
                </p14:cNvPr>
                <p14:cNvContentPartPr/>
                <p14:nvPr/>
              </p14:nvContentPartPr>
              <p14:xfrm>
                <a:off x="6153624" y="5917896"/>
                <a:ext cx="304920" cy="16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EB93CB-F67A-EB02-F344-87F946E104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35624" y="5900256"/>
                  <a:ext cx="3405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4C3D782-212D-C970-CA53-5ED142CB4E3B}"/>
                    </a:ext>
                  </a:extLst>
                </p14:cNvPr>
                <p14:cNvContentPartPr/>
                <p14:nvPr/>
              </p14:nvContentPartPr>
              <p14:xfrm>
                <a:off x="6349104" y="5833656"/>
                <a:ext cx="197280" cy="165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4C3D782-212D-C970-CA53-5ED142CB4E3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31464" y="5815656"/>
                  <a:ext cx="23292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19469E3-3C83-C1EE-5994-62DAA0D57523}"/>
                  </a:ext>
                </a:extLst>
              </p14:cNvPr>
              <p14:cNvContentPartPr/>
              <p14:nvPr/>
            </p14:nvContentPartPr>
            <p14:xfrm>
              <a:off x="2082024" y="5147424"/>
              <a:ext cx="4574808" cy="458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19469E3-3C83-C1EE-5994-62DAA0D5752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64024" y="5129784"/>
                <a:ext cx="4610447" cy="4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809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5237-B29F-75F2-851F-AB038BDE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64130FC-606A-8A4A-4A63-C761FB18AF14}"/>
              </a:ext>
            </a:extLst>
          </p:cNvPr>
          <p:cNvSpPr txBox="1"/>
          <p:nvPr/>
        </p:nvSpPr>
        <p:spPr>
          <a:xfrm>
            <a:off x="477520" y="13509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8BCA3-3FF8-95D6-4434-0BC3C3DDC3D6}"/>
              </a:ext>
            </a:extLst>
          </p:cNvPr>
          <p:cNvSpPr txBox="1"/>
          <p:nvPr/>
        </p:nvSpPr>
        <p:spPr>
          <a:xfrm>
            <a:off x="411480" y="811798"/>
            <a:ext cx="1067104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🧠 Memory (Context Awareness)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normally forget everything.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 adds: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 history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Context tracking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Suppose you enter following 3 prompts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Q1: Today I started working in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Academy. How should I dress on day 1?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Q2: What is meaning of API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Q3: Where do I work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Without memory ❌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With memory ✅ “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Academy"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C4261F7-C2D8-E2D8-3A16-564621BC7AAC}"/>
              </a:ext>
            </a:extLst>
          </p:cNvPr>
          <p:cNvSpPr/>
          <p:nvPr/>
        </p:nvSpPr>
        <p:spPr>
          <a:xfrm>
            <a:off x="8586216" y="3950208"/>
            <a:ext cx="1344168" cy="10149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645CE-7530-390E-9C45-9851AFA846D9}"/>
              </a:ext>
            </a:extLst>
          </p:cNvPr>
          <p:cNvSpPr/>
          <p:nvPr/>
        </p:nvSpPr>
        <p:spPr>
          <a:xfrm>
            <a:off x="8586216" y="5660136"/>
            <a:ext cx="1344168" cy="905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50A22AA-FE54-5731-C0CF-AE4E519BCD6B}"/>
                  </a:ext>
                </a:extLst>
              </p14:cNvPr>
              <p14:cNvContentPartPr/>
              <p14:nvPr/>
            </p14:nvContentPartPr>
            <p14:xfrm>
              <a:off x="10076544" y="4733496"/>
              <a:ext cx="329400" cy="844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50A22AA-FE54-5731-C0CF-AE4E519BCD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58544" y="4715856"/>
                <a:ext cx="365040" cy="88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1A643698-5AEC-1807-7EA8-5698AB6A2B81}"/>
              </a:ext>
            </a:extLst>
          </p:cNvPr>
          <p:cNvGrpSpPr/>
          <p:nvPr/>
        </p:nvGrpSpPr>
        <p:grpSpPr>
          <a:xfrm>
            <a:off x="6298704" y="4405896"/>
            <a:ext cx="2443680" cy="1724760"/>
            <a:chOff x="6298704" y="4405896"/>
            <a:chExt cx="2443680" cy="172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704E00C-A9D0-DCC4-1C95-759664CAA0C1}"/>
                    </a:ext>
                  </a:extLst>
                </p14:cNvPr>
                <p14:cNvContentPartPr/>
                <p14:nvPr/>
              </p14:nvContentPartPr>
              <p14:xfrm>
                <a:off x="8529264" y="4864536"/>
                <a:ext cx="125640" cy="613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704E00C-A9D0-DCC4-1C95-759664CAA0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11264" y="4846536"/>
                  <a:ext cx="161280" cy="6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FE3C0E7-7F19-6E28-37FE-04D2A8531D9F}"/>
                    </a:ext>
                  </a:extLst>
                </p14:cNvPr>
                <p14:cNvContentPartPr/>
                <p14:nvPr/>
              </p14:nvContentPartPr>
              <p14:xfrm>
                <a:off x="8503704" y="5332176"/>
                <a:ext cx="238680" cy="17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FE3C0E7-7F19-6E28-37FE-04D2A8531D9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85704" y="5314536"/>
                  <a:ext cx="274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173B680-01E1-2FB9-E45E-33215713019C}"/>
                    </a:ext>
                  </a:extLst>
                </p14:cNvPr>
                <p14:cNvContentPartPr/>
                <p14:nvPr/>
              </p14:nvContentPartPr>
              <p14:xfrm>
                <a:off x="8356464" y="5052096"/>
                <a:ext cx="23400" cy="120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173B680-01E1-2FB9-E45E-3321571301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38824" y="5034096"/>
                  <a:ext cx="59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466BCB-D4E9-5CCD-6D9F-427481A6B85A}"/>
                    </a:ext>
                  </a:extLst>
                </p14:cNvPr>
                <p14:cNvContentPartPr/>
                <p14:nvPr/>
              </p14:nvContentPartPr>
              <p14:xfrm>
                <a:off x="7974144" y="5029416"/>
                <a:ext cx="157320" cy="165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466BCB-D4E9-5CCD-6D9F-427481A6B8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56504" y="5011776"/>
                  <a:ext cx="1929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C8EBD2-202F-4D95-34E5-63B1DE8DFAA1}"/>
                    </a:ext>
                  </a:extLst>
                </p14:cNvPr>
                <p14:cNvContentPartPr/>
                <p14:nvPr/>
              </p14:nvContentPartPr>
              <p14:xfrm>
                <a:off x="8092224" y="5129496"/>
                <a:ext cx="129240" cy="109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C8EBD2-202F-4D95-34E5-63B1DE8DFA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74584" y="5111856"/>
                  <a:ext cx="164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804E0D3-02F4-A789-CE90-7E0C303E0EAD}"/>
                    </a:ext>
                  </a:extLst>
                </p14:cNvPr>
                <p14:cNvContentPartPr/>
                <p14:nvPr/>
              </p14:nvContentPartPr>
              <p14:xfrm>
                <a:off x="7644024" y="4672296"/>
                <a:ext cx="668160" cy="1085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804E0D3-02F4-A789-CE90-7E0C303E0E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26024" y="4654656"/>
                  <a:ext cx="703800" cy="11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721133-5242-E1C4-41E4-629DBE35FE14}"/>
                    </a:ext>
                  </a:extLst>
                </p14:cNvPr>
                <p14:cNvContentPartPr/>
                <p14:nvPr/>
              </p14:nvContentPartPr>
              <p14:xfrm>
                <a:off x="8092944" y="5633136"/>
                <a:ext cx="158040" cy="209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721133-5242-E1C4-41E4-629DBE35FE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74944" y="5615136"/>
                  <a:ext cx="1936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5D793D1-F6AC-684F-68A4-03CFB04F5E17}"/>
                    </a:ext>
                  </a:extLst>
                </p14:cNvPr>
                <p14:cNvContentPartPr/>
                <p14:nvPr/>
              </p14:nvContentPartPr>
              <p14:xfrm>
                <a:off x="7131024" y="5172336"/>
                <a:ext cx="214560" cy="178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5D793D1-F6AC-684F-68A4-03CFB04F5E1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13384" y="5154696"/>
                  <a:ext cx="2502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991B80F-F182-C031-E58B-7F613181285A}"/>
                    </a:ext>
                  </a:extLst>
                </p14:cNvPr>
                <p14:cNvContentPartPr/>
                <p14:nvPr/>
              </p14:nvContentPartPr>
              <p14:xfrm>
                <a:off x="7203744" y="5275656"/>
                <a:ext cx="101520" cy="85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991B80F-F182-C031-E58B-7F613181285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85744" y="5258016"/>
                  <a:ext cx="137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D98329-6A12-17F5-6342-B46E6ED2B198}"/>
                    </a:ext>
                  </a:extLst>
                </p14:cNvPr>
                <p14:cNvContentPartPr/>
                <p14:nvPr/>
              </p14:nvContentPartPr>
              <p14:xfrm>
                <a:off x="7395984" y="5257656"/>
                <a:ext cx="243360" cy="94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D98329-6A12-17F5-6342-B46E6ED2B1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78344" y="5240016"/>
                  <a:ext cx="279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B304C63-E8BC-EF9E-6F6B-E6F93E23D584}"/>
                    </a:ext>
                  </a:extLst>
                </p14:cNvPr>
                <p14:cNvContentPartPr/>
                <p14:nvPr/>
              </p14:nvContentPartPr>
              <p14:xfrm>
                <a:off x="6603264" y="4405896"/>
                <a:ext cx="1626840" cy="1648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B304C63-E8BC-EF9E-6F6B-E6F93E23D5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85264" y="4388256"/>
                  <a:ext cx="1662480" cy="16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D324602-9167-13AE-DDA3-A2DEE2F4DF4A}"/>
                    </a:ext>
                  </a:extLst>
                </p14:cNvPr>
                <p14:cNvContentPartPr/>
                <p14:nvPr/>
              </p14:nvContentPartPr>
              <p14:xfrm>
                <a:off x="8000784" y="5963256"/>
                <a:ext cx="178560" cy="167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D324602-9167-13AE-DDA3-A2DEE2F4DF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82784" y="5945616"/>
                  <a:ext cx="214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7D3933E-751C-7F6E-0615-B12AA1F6278D}"/>
                    </a:ext>
                  </a:extLst>
                </p14:cNvPr>
                <p14:cNvContentPartPr/>
                <p14:nvPr/>
              </p14:nvContentPartPr>
              <p14:xfrm>
                <a:off x="6298704" y="5435496"/>
                <a:ext cx="259560" cy="229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7D3933E-751C-7F6E-0615-B12AA1F6278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1064" y="5417856"/>
                  <a:ext cx="295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92F16A-CC8E-F101-A01D-36288849C4B8}"/>
                    </a:ext>
                  </a:extLst>
                </p14:cNvPr>
                <p14:cNvContentPartPr/>
                <p14:nvPr/>
              </p14:nvContentPartPr>
              <p14:xfrm>
                <a:off x="6425784" y="5586696"/>
                <a:ext cx="181080" cy="141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92F16A-CC8E-F101-A01D-36288849C4B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08144" y="5569056"/>
                  <a:ext cx="2167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4B1DD6-8465-2083-D975-C49580A38221}"/>
                    </a:ext>
                  </a:extLst>
                </p14:cNvPr>
                <p14:cNvContentPartPr/>
                <p14:nvPr/>
              </p14:nvContentPartPr>
              <p14:xfrm>
                <a:off x="6711264" y="5579136"/>
                <a:ext cx="135000" cy="19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4B1DD6-8465-2083-D975-C49580A382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93624" y="5561136"/>
                  <a:ext cx="17064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568D42A-1CFC-4CD8-EE95-810B239F13A8}"/>
              </a:ext>
            </a:extLst>
          </p:cNvPr>
          <p:cNvGrpSpPr/>
          <p:nvPr/>
        </p:nvGrpSpPr>
        <p:grpSpPr>
          <a:xfrm>
            <a:off x="9518544" y="4329576"/>
            <a:ext cx="2115360" cy="1605240"/>
            <a:chOff x="9518544" y="4329576"/>
            <a:chExt cx="2115360" cy="160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7DD8CDB-7D0E-7CE2-F24A-A3E4284A7B05}"/>
                    </a:ext>
                  </a:extLst>
                </p14:cNvPr>
                <p14:cNvContentPartPr/>
                <p14:nvPr/>
              </p14:nvContentPartPr>
              <p14:xfrm>
                <a:off x="9518544" y="5091336"/>
                <a:ext cx="173160" cy="468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7DD8CDB-7D0E-7CE2-F24A-A3E4284A7B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00904" y="5073336"/>
                  <a:ext cx="2088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5E4BA2A-2997-62A6-7617-32E1F1533677}"/>
                    </a:ext>
                  </a:extLst>
                </p14:cNvPr>
                <p14:cNvContentPartPr/>
                <p14:nvPr/>
              </p14:nvContentPartPr>
              <p14:xfrm>
                <a:off x="9811584" y="5077656"/>
                <a:ext cx="157680" cy="178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5E4BA2A-2997-62A6-7617-32E1F15336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93584" y="5060016"/>
                  <a:ext cx="193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CE8C2BB-16B1-756E-6242-CF37D0AAD2B7}"/>
                    </a:ext>
                  </a:extLst>
                </p14:cNvPr>
                <p14:cNvContentPartPr/>
                <p14:nvPr/>
              </p14:nvContentPartPr>
              <p14:xfrm>
                <a:off x="9855144" y="5166216"/>
                <a:ext cx="87120" cy="18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CE8C2BB-16B1-756E-6242-CF37D0AAD2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37144" y="5148216"/>
                  <a:ext cx="122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7D7124-5EF9-E36A-9441-CABDC8B52C91}"/>
                    </a:ext>
                  </a:extLst>
                </p14:cNvPr>
                <p14:cNvContentPartPr/>
                <p14:nvPr/>
              </p14:nvContentPartPr>
              <p14:xfrm>
                <a:off x="10085904" y="5081976"/>
                <a:ext cx="27360" cy="110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7D7124-5EF9-E36A-9441-CABDC8B52C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067904" y="5063976"/>
                  <a:ext cx="63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E5F0EF2-EC2D-831F-B82E-2BC0FF1CD6AF}"/>
                    </a:ext>
                  </a:extLst>
                </p14:cNvPr>
                <p14:cNvContentPartPr/>
                <p14:nvPr/>
              </p14:nvContentPartPr>
              <p14:xfrm>
                <a:off x="10048464" y="4329576"/>
                <a:ext cx="1099080" cy="1605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E5F0EF2-EC2D-831F-B82E-2BC0FF1CD6A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30464" y="4311576"/>
                  <a:ext cx="1134720" cy="16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507004A-672A-1E08-7D7E-31685B696F9D}"/>
                    </a:ext>
                  </a:extLst>
                </p14:cNvPr>
                <p14:cNvContentPartPr/>
                <p14:nvPr/>
              </p14:nvContentPartPr>
              <p14:xfrm>
                <a:off x="11255904" y="4744296"/>
                <a:ext cx="175320" cy="306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507004A-672A-1E08-7D7E-31685B696F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237904" y="4726656"/>
                  <a:ext cx="2109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4438A4E-BE16-9FEF-0B66-D943E9C18C27}"/>
                    </a:ext>
                  </a:extLst>
                </p14:cNvPr>
                <p14:cNvContentPartPr/>
                <p14:nvPr/>
              </p14:nvContentPartPr>
              <p14:xfrm>
                <a:off x="11254464" y="4940496"/>
                <a:ext cx="158040" cy="33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4438A4E-BE16-9FEF-0B66-D943E9C18C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236824" y="4922856"/>
                  <a:ext cx="193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8EEF85C-D433-4915-3D7B-0E108EDD1350}"/>
                    </a:ext>
                  </a:extLst>
                </p14:cNvPr>
                <p14:cNvContentPartPr/>
                <p14:nvPr/>
              </p14:nvContentPartPr>
              <p14:xfrm>
                <a:off x="10406304" y="4988376"/>
                <a:ext cx="155520" cy="191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8EEF85C-D433-4915-3D7B-0E108EDD135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88304" y="4970736"/>
                  <a:ext cx="1911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613B26-C4AA-01D1-A97F-3CFBF164345E}"/>
                    </a:ext>
                  </a:extLst>
                </p14:cNvPr>
                <p14:cNvContentPartPr/>
                <p14:nvPr/>
              </p14:nvContentPartPr>
              <p14:xfrm>
                <a:off x="10395144" y="5129136"/>
                <a:ext cx="129600" cy="28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613B26-C4AA-01D1-A97F-3CFBF164345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77144" y="5111136"/>
                  <a:ext cx="165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DE2F91-F72F-DE5B-6A2A-F33A7B8F09BD}"/>
                    </a:ext>
                  </a:extLst>
                </p14:cNvPr>
                <p14:cNvContentPartPr/>
                <p14:nvPr/>
              </p14:nvContentPartPr>
              <p14:xfrm>
                <a:off x="10648584" y="5165496"/>
                <a:ext cx="214200" cy="120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DE2F91-F72F-DE5B-6A2A-F33A7B8F09B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630584" y="5147856"/>
                  <a:ext cx="249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DC1C464-28E5-9A65-FFB4-423FCD873623}"/>
                    </a:ext>
                  </a:extLst>
                </p14:cNvPr>
                <p14:cNvContentPartPr/>
                <p14:nvPr/>
              </p14:nvContentPartPr>
              <p14:xfrm>
                <a:off x="11393424" y="5083416"/>
                <a:ext cx="240480" cy="182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DC1C464-28E5-9A65-FFB4-423FCD87362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75784" y="5065776"/>
                  <a:ext cx="276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F95D9D-8A75-0823-648E-B43D5FE55B34}"/>
                    </a:ext>
                  </a:extLst>
                </p14:cNvPr>
                <p14:cNvContentPartPr/>
                <p14:nvPr/>
              </p14:nvContentPartPr>
              <p14:xfrm>
                <a:off x="11494584" y="5084136"/>
                <a:ext cx="118440" cy="9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F95D9D-8A75-0823-648E-B43D5FE55B3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76944" y="5066136"/>
                  <a:ext cx="154080" cy="4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131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47F14-7403-6C34-6265-00FAF716A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D49124-AC6F-8657-35DC-E13685693519}"/>
              </a:ext>
            </a:extLst>
          </p:cNvPr>
          <p:cNvSpPr txBox="1"/>
          <p:nvPr/>
        </p:nvSpPr>
        <p:spPr>
          <a:xfrm>
            <a:off x="5107004" y="17781"/>
            <a:ext cx="4505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FFBDB-3CEE-0E50-8767-8DEA7FBE48D3}"/>
              </a:ext>
            </a:extLst>
          </p:cNvPr>
          <p:cNvSpPr txBox="1"/>
          <p:nvPr/>
        </p:nvSpPr>
        <p:spPr>
          <a:xfrm>
            <a:off x="278208" y="957149"/>
            <a:ext cx="68988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🛠️ Tools (External Power)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 allow LLMs to interact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(weather, stock)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 – retrieve/update/etc.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Calculators 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functions – run code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 "What's the weather in Berlin?"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+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calls weather API → returns real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 “How many total customers we have ?"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+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reads database → returns real data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6CF6583-0DF5-48AA-C337-30BAA7F85669}"/>
              </a:ext>
            </a:extLst>
          </p:cNvPr>
          <p:cNvSpPr/>
          <p:nvPr/>
        </p:nvSpPr>
        <p:spPr>
          <a:xfrm>
            <a:off x="7443216" y="2295144"/>
            <a:ext cx="1810512" cy="11338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Langchain</a:t>
            </a:r>
            <a:endParaRPr lang="en-US" dirty="0"/>
          </a:p>
          <a:p>
            <a:pPr algn="ctr"/>
            <a:r>
              <a:rPr lang="en-US" dirty="0"/>
              <a:t>Tools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3E137-4B38-0AFD-2895-3146EBBD2D29}"/>
              </a:ext>
            </a:extLst>
          </p:cNvPr>
          <p:cNvSpPr/>
          <p:nvPr/>
        </p:nvSpPr>
        <p:spPr>
          <a:xfrm>
            <a:off x="10332720" y="1728216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0F3B2F-E066-EA70-C028-4A69DCF81E7E}"/>
              </a:ext>
            </a:extLst>
          </p:cNvPr>
          <p:cNvSpPr/>
          <p:nvPr/>
        </p:nvSpPr>
        <p:spPr>
          <a:xfrm>
            <a:off x="10091928" y="2859671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F9DE70-103F-09E7-C445-A05D00E0C9F6}"/>
              </a:ext>
            </a:extLst>
          </p:cNvPr>
          <p:cNvSpPr/>
          <p:nvPr/>
        </p:nvSpPr>
        <p:spPr>
          <a:xfrm>
            <a:off x="10332720" y="3707662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8E99B6-F8E5-9D6B-3432-4A3494E4D2C3}"/>
              </a:ext>
            </a:extLst>
          </p:cNvPr>
          <p:cNvSpPr/>
          <p:nvPr/>
        </p:nvSpPr>
        <p:spPr>
          <a:xfrm>
            <a:off x="9890760" y="4642104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Function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22C2518-8655-1A2D-ADEF-CB2D1744F85A}"/>
              </a:ext>
            </a:extLst>
          </p:cNvPr>
          <p:cNvGrpSpPr/>
          <p:nvPr/>
        </p:nvGrpSpPr>
        <p:grpSpPr>
          <a:xfrm>
            <a:off x="9267624" y="2203056"/>
            <a:ext cx="801720" cy="366840"/>
            <a:chOff x="9267624" y="2203056"/>
            <a:chExt cx="80172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7F3D80-FA76-4D21-4FF5-798A7BBE21B6}"/>
                    </a:ext>
                  </a:extLst>
                </p14:cNvPr>
                <p14:cNvContentPartPr/>
                <p14:nvPr/>
              </p14:nvContentPartPr>
              <p14:xfrm>
                <a:off x="9267624" y="2245536"/>
                <a:ext cx="789840" cy="324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7F3D80-FA76-4D21-4FF5-798A7BBE21B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49984" y="2227896"/>
                  <a:ext cx="8254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B452D2-6C13-86C3-74AC-D73A9B6DB23C}"/>
                    </a:ext>
                  </a:extLst>
                </p14:cNvPr>
                <p14:cNvContentPartPr/>
                <p14:nvPr/>
              </p14:nvContentPartPr>
              <p14:xfrm>
                <a:off x="9892944" y="2203056"/>
                <a:ext cx="176400" cy="150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B452D2-6C13-86C3-74AC-D73A9B6DB2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5304" y="2185056"/>
                  <a:ext cx="21204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CA659F-1652-F9D2-D59F-92447BDDB751}"/>
              </a:ext>
            </a:extLst>
          </p:cNvPr>
          <p:cNvGrpSpPr/>
          <p:nvPr/>
        </p:nvGrpSpPr>
        <p:grpSpPr>
          <a:xfrm>
            <a:off x="9378864" y="3035016"/>
            <a:ext cx="638640" cy="174240"/>
            <a:chOff x="9378864" y="3035016"/>
            <a:chExt cx="63864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81EC601-8631-A26C-DA3B-D4C8624687FB}"/>
                    </a:ext>
                  </a:extLst>
                </p14:cNvPr>
                <p14:cNvContentPartPr/>
                <p14:nvPr/>
              </p14:nvContentPartPr>
              <p14:xfrm>
                <a:off x="9378864" y="3035016"/>
                <a:ext cx="504720" cy="88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81EC601-8631-A26C-DA3B-D4C8624687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61224" y="3017376"/>
                  <a:ext cx="540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797AD4A-F8E9-0AD1-5921-142274FFC77F}"/>
                    </a:ext>
                  </a:extLst>
                </p14:cNvPr>
                <p14:cNvContentPartPr/>
                <p14:nvPr/>
              </p14:nvContentPartPr>
              <p14:xfrm>
                <a:off x="9815904" y="3036096"/>
                <a:ext cx="201600" cy="173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797AD4A-F8E9-0AD1-5921-142274FFC77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98264" y="3018096"/>
                  <a:ext cx="2372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6B2AC93-063B-8D99-5F07-AA231CBEB736}"/>
              </a:ext>
            </a:extLst>
          </p:cNvPr>
          <p:cNvGrpSpPr/>
          <p:nvPr/>
        </p:nvGrpSpPr>
        <p:grpSpPr>
          <a:xfrm>
            <a:off x="8740944" y="3517776"/>
            <a:ext cx="1358640" cy="1057320"/>
            <a:chOff x="8740944" y="3517776"/>
            <a:chExt cx="1358640" cy="105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D03614-A474-98D8-1386-8F5BEAD2F7ED}"/>
                    </a:ext>
                  </a:extLst>
                </p14:cNvPr>
                <p14:cNvContentPartPr/>
                <p14:nvPr/>
              </p14:nvContentPartPr>
              <p14:xfrm>
                <a:off x="9064224" y="3517776"/>
                <a:ext cx="992880" cy="419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D03614-A474-98D8-1386-8F5BEAD2F7E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46224" y="3500136"/>
                  <a:ext cx="10285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B5AEB12-1C7B-F07B-1671-6D2BB21EA93C}"/>
                    </a:ext>
                  </a:extLst>
                </p14:cNvPr>
                <p14:cNvContentPartPr/>
                <p14:nvPr/>
              </p14:nvContentPartPr>
              <p14:xfrm>
                <a:off x="9921024" y="3780936"/>
                <a:ext cx="178560" cy="17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B5AEB12-1C7B-F07B-1671-6D2BB21EA9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03384" y="3763296"/>
                  <a:ext cx="2142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A2FE73A-AC53-7FD7-DAB8-7560919654C8}"/>
                    </a:ext>
                  </a:extLst>
                </p14:cNvPr>
                <p14:cNvContentPartPr/>
                <p14:nvPr/>
              </p14:nvContentPartPr>
              <p14:xfrm>
                <a:off x="8740944" y="3720816"/>
                <a:ext cx="959760" cy="831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A2FE73A-AC53-7FD7-DAB8-7560919654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722944" y="3702816"/>
                  <a:ext cx="995400" cy="86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1C5749-8330-2C2C-7A8B-FDA80F719879}"/>
                    </a:ext>
                  </a:extLst>
                </p14:cNvPr>
                <p14:cNvContentPartPr/>
                <p14:nvPr/>
              </p14:nvContentPartPr>
              <p14:xfrm>
                <a:off x="9500904" y="4342176"/>
                <a:ext cx="332640" cy="23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1C5749-8330-2C2C-7A8B-FDA80F71987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83264" y="4324176"/>
                  <a:ext cx="368280" cy="268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9020E5F9-512D-7AB8-4C87-383E7F5A3840}"/>
              </a:ext>
            </a:extLst>
          </p:cNvPr>
          <p:cNvSpPr/>
          <p:nvPr/>
        </p:nvSpPr>
        <p:spPr>
          <a:xfrm>
            <a:off x="5774544" y="2299572"/>
            <a:ext cx="1200240" cy="11338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AC2922B-6A9A-F8B0-1BCB-02BFC85B6F53}"/>
              </a:ext>
            </a:extLst>
          </p:cNvPr>
          <p:cNvGrpSpPr/>
          <p:nvPr/>
        </p:nvGrpSpPr>
        <p:grpSpPr>
          <a:xfrm>
            <a:off x="6074784" y="2562696"/>
            <a:ext cx="598680" cy="87840"/>
            <a:chOff x="6074784" y="2562696"/>
            <a:chExt cx="59868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021FE2-5CBA-9A64-6069-F7AF86B8A74E}"/>
                    </a:ext>
                  </a:extLst>
                </p14:cNvPr>
                <p14:cNvContentPartPr/>
                <p14:nvPr/>
              </p14:nvContentPartPr>
              <p14:xfrm>
                <a:off x="6074784" y="2562696"/>
                <a:ext cx="119520" cy="6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021FE2-5CBA-9A64-6069-F7AF86B8A74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57144" y="2544696"/>
                  <a:ext cx="1551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E697E6C-A651-86AE-ECB9-76532ADA06E0}"/>
                    </a:ext>
                  </a:extLst>
                </p14:cNvPr>
                <p14:cNvContentPartPr/>
                <p14:nvPr/>
              </p14:nvContentPartPr>
              <p14:xfrm>
                <a:off x="6574104" y="2595456"/>
                <a:ext cx="99360" cy="55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E697E6C-A651-86AE-ECB9-76532ADA06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56464" y="2577816"/>
                  <a:ext cx="1350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E9D41A6-017C-610B-CB2D-2948417CD7D8}"/>
              </a:ext>
            </a:extLst>
          </p:cNvPr>
          <p:cNvGrpSpPr/>
          <p:nvPr/>
        </p:nvGrpSpPr>
        <p:grpSpPr>
          <a:xfrm>
            <a:off x="6052464" y="2838816"/>
            <a:ext cx="1413000" cy="361440"/>
            <a:chOff x="6052464" y="2838816"/>
            <a:chExt cx="1413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85C35E-6328-304A-6F7D-1C23802C2502}"/>
                    </a:ext>
                  </a:extLst>
                </p14:cNvPr>
                <p14:cNvContentPartPr/>
                <p14:nvPr/>
              </p14:nvContentPartPr>
              <p14:xfrm>
                <a:off x="6103224" y="3037176"/>
                <a:ext cx="604440" cy="163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85C35E-6328-304A-6F7D-1C23802C250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85224" y="3019536"/>
                  <a:ext cx="640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3ABF5A2-3CEB-B5E6-4096-88CB4315F4E4}"/>
                    </a:ext>
                  </a:extLst>
                </p14:cNvPr>
                <p14:cNvContentPartPr/>
                <p14:nvPr/>
              </p14:nvContentPartPr>
              <p14:xfrm>
                <a:off x="6693264" y="2997936"/>
                <a:ext cx="64440" cy="83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3ABF5A2-3CEB-B5E6-4096-88CB4315F4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75624" y="2979936"/>
                  <a:ext cx="100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06E93E-3172-8092-57F3-DA23509BDA6A}"/>
                    </a:ext>
                  </a:extLst>
                </p14:cNvPr>
                <p14:cNvContentPartPr/>
                <p14:nvPr/>
              </p14:nvContentPartPr>
              <p14:xfrm>
                <a:off x="6052464" y="3008376"/>
                <a:ext cx="138240" cy="76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06E93E-3172-8092-57F3-DA23509BDA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34464" y="2990376"/>
                  <a:ext cx="173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36402E3-5AA8-9AC6-8C4E-DDF1DA5ABD76}"/>
                    </a:ext>
                  </a:extLst>
                </p14:cNvPr>
                <p14:cNvContentPartPr/>
                <p14:nvPr/>
              </p14:nvContentPartPr>
              <p14:xfrm>
                <a:off x="7059024" y="2879856"/>
                <a:ext cx="300960" cy="11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36402E3-5AA8-9AC6-8C4E-DDF1DA5ABD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41384" y="2862216"/>
                  <a:ext cx="336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CFF758-4CDA-BD95-3478-A5D77BF99EE4}"/>
                    </a:ext>
                  </a:extLst>
                </p14:cNvPr>
                <p14:cNvContentPartPr/>
                <p14:nvPr/>
              </p14:nvContentPartPr>
              <p14:xfrm>
                <a:off x="7260264" y="2838816"/>
                <a:ext cx="205200" cy="150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CFF758-4CDA-BD95-3478-A5D77BF99EE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42624" y="2820816"/>
                  <a:ext cx="240840" cy="185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6758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D8B4D-FCCC-6FCD-3DA9-99AEE98B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D7B0264-8E47-0EF3-4176-772DA8BDC8C7}"/>
              </a:ext>
            </a:extLst>
          </p:cNvPr>
          <p:cNvSpPr txBox="1"/>
          <p:nvPr/>
        </p:nvSpPr>
        <p:spPr>
          <a:xfrm>
            <a:off x="477520" y="13509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Components of LangChain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44E0A-5D6A-EEE9-99E7-2A2F1F40BAFF}"/>
              </a:ext>
            </a:extLst>
          </p:cNvPr>
          <p:cNvSpPr txBox="1"/>
          <p:nvPr/>
        </p:nvSpPr>
        <p:spPr>
          <a:xfrm>
            <a:off x="411480" y="811798"/>
            <a:ext cx="88687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🤖 Agents (Decision Makers)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are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 brain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 what to do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which tool to use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multiple steps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“Tell today's weather and convert this into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Farenheit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Step 1: Call weather API tool – get temp in Celsius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Step 2: Use calculator to convert the temp. into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Farenheit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→ Step 3: Combine answer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E1266F4-0E1E-6092-F8B4-A3C7143BE0E7}"/>
              </a:ext>
            </a:extLst>
          </p:cNvPr>
          <p:cNvSpPr/>
          <p:nvPr/>
        </p:nvSpPr>
        <p:spPr>
          <a:xfrm>
            <a:off x="7443216" y="2203056"/>
            <a:ext cx="1810512" cy="12259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Langchain</a:t>
            </a:r>
            <a:endParaRPr lang="en-US" dirty="0"/>
          </a:p>
          <a:p>
            <a:pPr algn="ctr"/>
            <a:r>
              <a:rPr lang="en-US" dirty="0"/>
              <a:t>Tools</a:t>
            </a:r>
          </a:p>
          <a:p>
            <a:pPr algn="ctr"/>
            <a:r>
              <a:rPr lang="en-US" dirty="0"/>
              <a:t>+</a:t>
            </a:r>
          </a:p>
          <a:p>
            <a:pPr algn="ctr"/>
            <a:r>
              <a:rPr lang="en-US" dirty="0"/>
              <a:t>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CF4318-9F77-A3C6-1B47-9E7F773F27D2}"/>
              </a:ext>
            </a:extLst>
          </p:cNvPr>
          <p:cNvSpPr/>
          <p:nvPr/>
        </p:nvSpPr>
        <p:spPr>
          <a:xfrm>
            <a:off x="10332720" y="1728216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C53DAF-D81F-15DF-9475-D9AEFBE2964F}"/>
              </a:ext>
            </a:extLst>
          </p:cNvPr>
          <p:cNvSpPr/>
          <p:nvPr/>
        </p:nvSpPr>
        <p:spPr>
          <a:xfrm>
            <a:off x="10332720" y="3707662"/>
            <a:ext cx="1225296" cy="5669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Calculator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9EE6A1-9E62-0B37-AB4B-F7CCEE807907}"/>
              </a:ext>
            </a:extLst>
          </p:cNvPr>
          <p:cNvGrpSpPr/>
          <p:nvPr/>
        </p:nvGrpSpPr>
        <p:grpSpPr>
          <a:xfrm>
            <a:off x="9267624" y="2203056"/>
            <a:ext cx="801720" cy="366840"/>
            <a:chOff x="9267624" y="2203056"/>
            <a:chExt cx="801720" cy="36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87B3AE-47FC-CA67-4DB0-91EA0433C5F0}"/>
                    </a:ext>
                  </a:extLst>
                </p14:cNvPr>
                <p14:cNvContentPartPr/>
                <p14:nvPr/>
              </p14:nvContentPartPr>
              <p14:xfrm>
                <a:off x="9267624" y="2245536"/>
                <a:ext cx="789840" cy="324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87B3AE-47FC-CA67-4DB0-91EA0433C5F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49984" y="2227896"/>
                  <a:ext cx="8254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4D3105-1E74-874E-D91C-47E0917B5A74}"/>
                    </a:ext>
                  </a:extLst>
                </p14:cNvPr>
                <p14:cNvContentPartPr/>
                <p14:nvPr/>
              </p14:nvContentPartPr>
              <p14:xfrm>
                <a:off x="9892944" y="2203056"/>
                <a:ext cx="176400" cy="150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4D3105-1E74-874E-D91C-47E0917B5A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5304" y="2185056"/>
                  <a:ext cx="212040" cy="1857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D2707C2C-ABAC-DA49-AAA1-4C225799CCC1}"/>
              </a:ext>
            </a:extLst>
          </p:cNvPr>
          <p:cNvSpPr/>
          <p:nvPr/>
        </p:nvSpPr>
        <p:spPr>
          <a:xfrm>
            <a:off x="5774544" y="2299572"/>
            <a:ext cx="1200240" cy="11338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18326B-6750-4672-6C23-CB7233A9B737}"/>
              </a:ext>
            </a:extLst>
          </p:cNvPr>
          <p:cNvGrpSpPr/>
          <p:nvPr/>
        </p:nvGrpSpPr>
        <p:grpSpPr>
          <a:xfrm>
            <a:off x="6074784" y="2562696"/>
            <a:ext cx="598680" cy="87840"/>
            <a:chOff x="6074784" y="2562696"/>
            <a:chExt cx="59868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0E6327-C2F3-B225-F9CC-FFB4EF208FDA}"/>
                    </a:ext>
                  </a:extLst>
                </p14:cNvPr>
                <p14:cNvContentPartPr/>
                <p14:nvPr/>
              </p14:nvContentPartPr>
              <p14:xfrm>
                <a:off x="6074784" y="2562696"/>
                <a:ext cx="119520" cy="6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0E6327-C2F3-B225-F9CC-FFB4EF208F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57144" y="2544696"/>
                  <a:ext cx="1551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84CA7E3-FA5D-B265-1238-E33A671B7A9A}"/>
                    </a:ext>
                  </a:extLst>
                </p14:cNvPr>
                <p14:cNvContentPartPr/>
                <p14:nvPr/>
              </p14:nvContentPartPr>
              <p14:xfrm>
                <a:off x="6574104" y="2595456"/>
                <a:ext cx="99360" cy="55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84CA7E3-FA5D-B265-1238-E33A671B7A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56464" y="2577816"/>
                  <a:ext cx="1350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6894D6-C4BA-27C8-329E-1D99E37DFAAA}"/>
              </a:ext>
            </a:extLst>
          </p:cNvPr>
          <p:cNvGrpSpPr/>
          <p:nvPr/>
        </p:nvGrpSpPr>
        <p:grpSpPr>
          <a:xfrm>
            <a:off x="6052464" y="2838816"/>
            <a:ext cx="1413000" cy="361440"/>
            <a:chOff x="6052464" y="2838816"/>
            <a:chExt cx="141300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27D616-CF82-A849-0E61-0D83D8409EDA}"/>
                    </a:ext>
                  </a:extLst>
                </p14:cNvPr>
                <p14:cNvContentPartPr/>
                <p14:nvPr/>
              </p14:nvContentPartPr>
              <p14:xfrm>
                <a:off x="6103224" y="3037176"/>
                <a:ext cx="604440" cy="163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27D616-CF82-A849-0E61-0D83D8409E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85224" y="3019536"/>
                  <a:ext cx="640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4E593BC-8917-2852-1247-0F5D6DE9C893}"/>
                    </a:ext>
                  </a:extLst>
                </p14:cNvPr>
                <p14:cNvContentPartPr/>
                <p14:nvPr/>
              </p14:nvContentPartPr>
              <p14:xfrm>
                <a:off x="6693264" y="2997936"/>
                <a:ext cx="64440" cy="83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4E593BC-8917-2852-1247-0F5D6DE9C8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75624" y="2979936"/>
                  <a:ext cx="100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8DB5078-1234-161A-BE95-1B9721C5D771}"/>
                    </a:ext>
                  </a:extLst>
                </p14:cNvPr>
                <p14:cNvContentPartPr/>
                <p14:nvPr/>
              </p14:nvContentPartPr>
              <p14:xfrm>
                <a:off x="6052464" y="3008376"/>
                <a:ext cx="138240" cy="76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8DB5078-1234-161A-BE95-1B9721C5D7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34464" y="2990376"/>
                  <a:ext cx="173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54CADA-98C0-7037-97C1-E560B07106BA}"/>
                    </a:ext>
                  </a:extLst>
                </p14:cNvPr>
                <p14:cNvContentPartPr/>
                <p14:nvPr/>
              </p14:nvContentPartPr>
              <p14:xfrm>
                <a:off x="7059024" y="2879856"/>
                <a:ext cx="30096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54CADA-98C0-7037-97C1-E560B07106B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41384" y="2862216"/>
                  <a:ext cx="336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AEBDF4F-DB82-902B-9EA7-F89F3D04CE63}"/>
                    </a:ext>
                  </a:extLst>
                </p14:cNvPr>
                <p14:cNvContentPartPr/>
                <p14:nvPr/>
              </p14:nvContentPartPr>
              <p14:xfrm>
                <a:off x="7260264" y="2838816"/>
                <a:ext cx="205200" cy="150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AEBDF4F-DB82-902B-9EA7-F89F3D04CE6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242624" y="2820816"/>
                  <a:ext cx="24084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649E739-806A-6B14-745D-A11F6BD8294E}"/>
              </a:ext>
            </a:extLst>
          </p:cNvPr>
          <p:cNvGrpSpPr/>
          <p:nvPr/>
        </p:nvGrpSpPr>
        <p:grpSpPr>
          <a:xfrm>
            <a:off x="9151704" y="3401136"/>
            <a:ext cx="984960" cy="613440"/>
            <a:chOff x="9151704" y="3401136"/>
            <a:chExt cx="984960" cy="61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C1E6F70-041E-6CD3-3C23-FA01B13389BE}"/>
                    </a:ext>
                  </a:extLst>
                </p14:cNvPr>
                <p14:cNvContentPartPr/>
                <p14:nvPr/>
              </p14:nvContentPartPr>
              <p14:xfrm>
                <a:off x="9211824" y="3401136"/>
                <a:ext cx="851040" cy="382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C1E6F70-041E-6CD3-3C23-FA01B13389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93824" y="3383496"/>
                  <a:ext cx="8866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44A2E55-3C4F-1776-5072-F774BAE40B84}"/>
                    </a:ext>
                  </a:extLst>
                </p14:cNvPr>
                <p14:cNvContentPartPr/>
                <p14:nvPr/>
              </p14:nvContentPartPr>
              <p14:xfrm>
                <a:off x="9958464" y="3666096"/>
                <a:ext cx="178200" cy="174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44A2E55-3C4F-1776-5072-F774BAE40B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40824" y="3648456"/>
                  <a:ext cx="213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3C44E1-7479-1842-AE34-5B0FE48EB1C7}"/>
                    </a:ext>
                  </a:extLst>
                </p14:cNvPr>
                <p14:cNvContentPartPr/>
                <p14:nvPr/>
              </p14:nvContentPartPr>
              <p14:xfrm>
                <a:off x="9151704" y="3508056"/>
                <a:ext cx="870120" cy="506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3C44E1-7479-1842-AE34-5B0FE48EB1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33704" y="3490056"/>
                  <a:ext cx="905760" cy="54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D9C3E18-0930-CA3C-D08E-59FD7317F187}"/>
              </a:ext>
            </a:extLst>
          </p:cNvPr>
          <p:cNvGrpSpPr/>
          <p:nvPr/>
        </p:nvGrpSpPr>
        <p:grpSpPr>
          <a:xfrm>
            <a:off x="9321264" y="2432016"/>
            <a:ext cx="829080" cy="427320"/>
            <a:chOff x="9321264" y="2432016"/>
            <a:chExt cx="82908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AB00DA9-9E47-4E91-B297-790D77DB9C2E}"/>
                    </a:ext>
                  </a:extLst>
                </p14:cNvPr>
                <p14:cNvContentPartPr/>
                <p14:nvPr/>
              </p14:nvContentPartPr>
              <p14:xfrm>
                <a:off x="9441144" y="2432016"/>
                <a:ext cx="709200" cy="294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AB00DA9-9E47-4E91-B297-790D77DB9C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23144" y="2414376"/>
                  <a:ext cx="7448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B71C9BD-99E0-1944-6AAA-B347ADD3633E}"/>
                    </a:ext>
                  </a:extLst>
                </p14:cNvPr>
                <p14:cNvContentPartPr/>
                <p14:nvPr/>
              </p14:nvContentPartPr>
              <p14:xfrm>
                <a:off x="9321264" y="2605896"/>
                <a:ext cx="264240" cy="253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B71C9BD-99E0-1944-6AAA-B347ADD363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03624" y="2588256"/>
                  <a:ext cx="29988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A1044F1-BA63-8C15-AEA6-F7C53DABD423}"/>
              </a:ext>
            </a:extLst>
          </p:cNvPr>
          <p:cNvGrpSpPr/>
          <p:nvPr/>
        </p:nvGrpSpPr>
        <p:grpSpPr>
          <a:xfrm>
            <a:off x="6992064" y="3083616"/>
            <a:ext cx="360000" cy="148320"/>
            <a:chOff x="6992064" y="3083616"/>
            <a:chExt cx="36000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F1F943-9013-7AD1-0A5C-1F3FCC924DBA}"/>
                    </a:ext>
                  </a:extLst>
                </p14:cNvPr>
                <p14:cNvContentPartPr/>
                <p14:nvPr/>
              </p14:nvContentPartPr>
              <p14:xfrm>
                <a:off x="7114824" y="3145536"/>
                <a:ext cx="237240" cy="19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F1F943-9013-7AD1-0A5C-1F3FCC924DB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97184" y="3127536"/>
                  <a:ext cx="272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4CAA0D9-5E55-D711-8D70-28B69AB0D688}"/>
                    </a:ext>
                  </a:extLst>
                </p14:cNvPr>
                <p14:cNvContentPartPr/>
                <p14:nvPr/>
              </p14:nvContentPartPr>
              <p14:xfrm>
                <a:off x="6992064" y="3083616"/>
                <a:ext cx="195120" cy="148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4CAA0D9-5E55-D711-8D70-28B69AB0D6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74064" y="3065976"/>
                  <a:ext cx="230760" cy="183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47331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EB3A-13ED-D8E0-1CB4-27B2B56E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FF5BED-864B-7403-A7A0-9582E057EB0C}"/>
              </a:ext>
            </a:extLst>
          </p:cNvPr>
          <p:cNvSpPr txBox="1"/>
          <p:nvPr/>
        </p:nvSpPr>
        <p:spPr>
          <a:xfrm>
            <a:off x="411480" y="10771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example: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CD9B6-3AE8-32FB-67ED-09BDE6ADBCD0}"/>
              </a:ext>
            </a:extLst>
          </p:cNvPr>
          <p:cNvSpPr txBox="1"/>
          <p:nvPr/>
        </p:nvSpPr>
        <p:spPr>
          <a:xfrm>
            <a:off x="9544812" y="1164396"/>
            <a:ext cx="26471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Input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(LLM decides)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Pick Tool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Tool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 Result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↓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Respond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ReAct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(Reason + Act)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738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68EB1-31AD-AD16-C6D5-1ACB64F46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18CCCF-375D-0306-5006-988AD579DFF2}"/>
              </a:ext>
            </a:extLst>
          </p:cNvPr>
          <p:cNvSpPr txBox="1"/>
          <p:nvPr/>
        </p:nvSpPr>
        <p:spPr>
          <a:xfrm>
            <a:off x="411480" y="391174"/>
            <a:ext cx="744321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Should You Use LangChain?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it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multi-step logic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(documents search) &lt;- Very Common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agents/tools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building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with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 Q&amp;A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assistants with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Autonomous agents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bots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generation systems</a:t>
            </a:r>
          </a:p>
        </p:txBody>
      </p:sp>
    </p:spTree>
    <p:extLst>
      <p:ext uri="{BB962C8B-B14F-4D97-AF65-F5344CB8AC3E}">
        <p14:creationId xmlns:p14="http://schemas.microsoft.com/office/powerpoint/2010/main" val="2182803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1265</TotalTime>
  <Words>612</Words>
  <Application>Microsoft Office PowerPoint</Application>
  <PresentationFormat>Widescreen</PresentationFormat>
  <Paragraphs>143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231</cp:revision>
  <dcterms:created xsi:type="dcterms:W3CDTF">2025-09-22T02:44:38Z</dcterms:created>
  <dcterms:modified xsi:type="dcterms:W3CDTF">2026-06-01T16:13:04Z</dcterms:modified>
</cp:coreProperties>
</file>