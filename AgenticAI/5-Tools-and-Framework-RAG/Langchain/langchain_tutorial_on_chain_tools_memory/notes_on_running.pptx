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7" r:id="rId2"/>
    <p:sldId id="286" r:id="rId3"/>
    <p:sldId id="294" r:id="rId4"/>
    <p:sldId id="278" r:id="rId5"/>
    <p:sldId id="27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DDAF8-56B5-0FBF-6294-9256A6329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3145381-B9A2-A769-8C9F-EFA4F55A89DE}"/>
              </a:ext>
            </a:extLst>
          </p:cNvPr>
          <p:cNvSpPr txBox="1"/>
          <p:nvPr/>
        </p:nvSpPr>
        <p:spPr>
          <a:xfrm>
            <a:off x="246888" y="226536"/>
            <a:ext cx="11631168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 STEPS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## Work with python3.11. </a:t>
            </a: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### 1) Create virtual environment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(Took 2 minutes)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 List all python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&gt; </a:t>
            </a:r>
            <a:r>
              <a:rPr lang="en-US" sz="24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py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--list-paths</a:t>
            </a:r>
          </a:p>
          <a:p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*               C:\Users\ash32\Desktop\education\play_langchain_langgraph\.venv\Scripts\python.exe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-V:3.14          C:\Users\ash32\AppData\Local\Python\pythoncore-3.14-64\python.exe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-V:3.11          C:\Users\ash32\AppData\Local\Programs\Python\Python311\python.exe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C:\Users\ash32\AppData\Local\Programs\Python\Python311\python.exe -m 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venv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.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venv</a:t>
            </a:r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8087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48961-3A2F-397E-527E-49BDBE14D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F5F42C-55E7-F79F-3F73-903DF5DF3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212" y="4444181"/>
            <a:ext cx="11600256" cy="8999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88F1822-0B86-37C6-F92A-8B7A59B50EF1}"/>
              </a:ext>
            </a:extLst>
          </p:cNvPr>
          <p:cNvSpPr txBox="1"/>
          <p:nvPr/>
        </p:nvSpPr>
        <p:spPr>
          <a:xfrm>
            <a:off x="806245" y="1513894"/>
            <a:ext cx="661694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### 2) To activate virtual environment:</a:t>
            </a:r>
          </a:p>
          <a:p>
            <a:r>
              <a:rPr lang="en-IN" sz="3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 </a:t>
            </a:r>
            <a:r>
              <a:rPr lang="en-IN" sz="3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.\.</a:t>
            </a:r>
            <a:r>
              <a:rPr lang="en-IN" sz="32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venv</a:t>
            </a:r>
            <a:r>
              <a:rPr lang="en-IN" sz="3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\Scripts\activate</a:t>
            </a:r>
          </a:p>
        </p:txBody>
      </p:sp>
    </p:spTree>
    <p:extLst>
      <p:ext uri="{BB962C8B-B14F-4D97-AF65-F5344CB8AC3E}">
        <p14:creationId xmlns:p14="http://schemas.microsoft.com/office/powerpoint/2010/main" val="1608578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0577C-64FB-4E16-A671-227630795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D3F74FB-A744-A10F-FEE8-78E2EF082C5F}"/>
              </a:ext>
            </a:extLst>
          </p:cNvPr>
          <p:cNvSpPr txBox="1"/>
          <p:nvPr/>
        </p:nvSpPr>
        <p:spPr>
          <a:xfrm>
            <a:off x="477520" y="226536"/>
            <a:ext cx="1029208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 STEPS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### 3) Install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jupyter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(Took 3 minutes)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 python -m pip install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jupyter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### 4) Run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jupyter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 python -m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jupyter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notebook</a:t>
            </a:r>
          </a:p>
        </p:txBody>
      </p:sp>
    </p:spTree>
    <p:extLst>
      <p:ext uri="{BB962C8B-B14F-4D97-AF65-F5344CB8AC3E}">
        <p14:creationId xmlns:p14="http://schemas.microsoft.com/office/powerpoint/2010/main" val="3080943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C902D-FED6-06DD-5FBA-2A3A8469E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53705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1509</TotalTime>
  <Words>173</Words>
  <Application>Microsoft Office PowerPoint</Application>
  <PresentationFormat>Widescreen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273</cp:revision>
  <dcterms:created xsi:type="dcterms:W3CDTF">2025-09-22T02:44:38Z</dcterms:created>
  <dcterms:modified xsi:type="dcterms:W3CDTF">2026-09-07T15:48:19Z</dcterms:modified>
</cp:coreProperties>
</file>