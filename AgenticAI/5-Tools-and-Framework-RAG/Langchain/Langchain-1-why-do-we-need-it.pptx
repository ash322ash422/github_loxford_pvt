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7" r:id="rId2"/>
    <p:sldId id="276" r:id="rId3"/>
    <p:sldId id="279" r:id="rId4"/>
    <p:sldId id="277" r:id="rId5"/>
    <p:sldId id="275" r:id="rId6"/>
    <p:sldId id="27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4T05:32:05.2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0 435 5256 0 0,'6'-37'911'0'0,"-6"35"-676"0"0,3-31 2219 0 0,70 122-2847 0 0,15 14 311 0 0,-66-76 63 0 0,-22-25 26 0 0,13 9-2 0 0,-12-10 176 0 0,16-24-91 0 0,21-33-71 0 0,2 1 1 0 0,3 3-1 0 0,2 1 1 0 0,2 2 0 0 0,3 3-1 0 0,1 1 1 0 0,2 3-1 0 0,108-65 1 0 0,-146 100-29 0 0,-9 4 1 0 0,-1 1 1 0 0,1-2-1 0 0,-1 1 0 0 0,0 0 0 0 0,0-1 0 0 0,0 0 0 0 0,6-7 0 0 0,30-16 38 0 0,-40 26-20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4T05:32:07.8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2 420 5957 0 0,'-1'-7'95'0'0,"1"0"0"0"0,-1-1 1 0 0,1 1-1 0 0,1 0 1 0 0,-1 0-1 0 0,1 0 1 0 0,0 0-1 0 0,4-13 0 0 0,-3 13 293 0 0,-1 5-116 0 0,-2-12 286 0 0,3 12-314 0 0,7 23-253 0 0,1 0-1 0 0,1-1 0 0 0,1 0 0 0 0,1-1 0 0 0,0 0 0 0 0,2-1 0 0 0,0-1 1 0 0,26 23-1 0 0,0-10 770 0 0,-21-46-457 0 0,-4 2-183 0 0,-2-1 0 0 0,25-31-1 0 0,12-13 6 0 0,-11 23-64 0 0,0 2 1 0 0,3 2-1 0 0,85-49 1 0 0,-56 43-14 0 0,138-52 1 0 0,-171 76-44 0 0,-14 4-23 0 0,1 1-1 0 0,34-7 1 0 0,-58 15 5 0 0,-1 1-12 0 0,-1 1-1 0 0,1-1 0 0 0,-1 0 1 0 0,1 0-1 0 0,0 0 0 0 0,-1 0 1 0 0,1 0-1 0 0,-1 0 1 0 0,1 0-1 0 0,0 0 0 0 0,-1 0 1 0 0,1 0-1 0 0,-1 0 0 0 0,1 0 1 0 0,-1-1-1 0 0,1 1 0 0 0,0 0 1 0 0,-1 0-1 0 0,1 0 1 0 0,-1-1-1 0 0,1 1 0 0 0,-1 0 1 0 0,1-1-1 0 0,-1 1 0 0 0,0-1 1 0 0,1 1-1 0 0,-1 0 0 0 0,1-1 1 0 0,-1 1-1 0 0,0-1 1 0 0,1 1-1 0 0,-1-1 0 0 0,1 0 1 0 0,3-14-4563 0 0,-4 5 1887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4T05:32:10.1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0 487 6333 0 0,'0'0'-174'0'0,"14"-38"1293"0"0,33 128-1082 0 0,-27-52-68 0 0,-12-19 28 0 0,2-2 0 0 0,14 21 0 0 0,-23-36-7 0 0,-2-2 17 0 0,1 1 1 0 0,0-1-1 0 0,0 1 1 0 0,0-1 0 0 0,0 1-1 0 0,0-1 1 0 0,0 1 0 0 0,0-1-1 0 0,0 1 1 0 0,0 0-1 0 0,0-1 1 0 0,0 1 0 0 0,0-1-1 0 0,0 1 1 0 0,0-1-1 0 0,0 1 1 0 0,0-1 0 0 0,1 1-1 0 0,-1-1 1 0 0,0 1-1 0 0,0-1 1 0 0,1 1 0 0 0,-1-1-1 0 0,0 1 1 0 0,1-1-1 0 0,-1 0 1 0 0,0 1 0 0 0,1-1-1 0 0,-1 1 1 0 0,1-1-1 0 0,-1 0 1 0 0,0 0 0 0 0,1 1-1 0 0,-1-1 1 0 0,1 0-1 0 0,-1 0 1 0 0,1 1 0 0 0,-1-1-1 0 0,1 0 1 0 0,-1 0 0 0 0,1 0-1 0 0,0 0 1 0 0,-1 0-1 0 0,1 0 1 0 0,-1 0 0 0 0,1 0-1 0 0,-1 0 1 0 0,1 0-1 0 0,-1 0 1 0 0,1 0 0 0 0,-1 0-1 0 0,1 0 1 0 0,-1-1-1 0 0,1 1 1 0 0,-1 0 0 0 0,2-1-1 0 0,20-15 214 0 0,84-114 110 0 0,9-9-192 0 0,173-131 179 0 0,-251 236-164 0 0,9-6-13 0 0,-45 39-123 0 0,21-19-473 0 0,-32 5-3918 0 0,-2 13 2037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4T05:32:12.1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23 764 5849 0 0,'-16'-65'626'0'0,"15"63"-292"0"0,0-12 114 0 0,-1 4 350 0 0,0 4-782 0 0,2 4-21 0 0,1 13-17 0 0,0 0 19 0 0,1 0 1 0 0,1 0-1 0 0,0 0 1 0 0,0 0-1 0 0,1-1 0 0 0,7 14 1 0 0,-5-12 4 0 0,-1 0 0 0 0,-1 1 0 0 0,1-1 0 0 0,1 16 0 0 0,-4-19 75 0 0,1-1 0 0 0,0 0 0 0 0,0 0 0 0 0,0 0-1 0 0,1 0 1 0 0,9 13 0 0 0,-10-23-43 0 0,0-1 0 0 0,0 0 1 0 0,-1 0-1 0 0,1 0 0 0 0,0 0 0 0 0,-1 0 0 0 0,4-7 0 0 0,1 0 21 0 0,57-76 23 0 0,5 3 1 0 0,3 3-1 0 0,3 3 0 0 0,4 4 0 0 0,165-120 1 0 0,-108 107-58 0 0,59-41 8 0 0,-156 104-228 0 0,-38 22 51 0 0,1-14-2804 0 0,-8 3 901 0 0,2-3-165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4T05:32:16.5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11 361 6293 0 0,'0'0'-85'0'0,"-10"-55"1544"0"0,9 53-1407 0 0,4 15-92 0 0,1 0 40 0 0,0-1 0 0 0,1 0 0 0 0,0 0 0 0 0,0 0 0 0 0,9 12-1 0 0,-3-3 14 0 0,32 46 45 0 0,-39-61-40 0 0,-3-6-5 0 0,0 1 1 0 0,1-1-1 0 0,-1 1 0 0 0,0 0 0 0 0,0-1 0 0 0,0 0 0 0 0,1 1 0 0 0,-1-1 0 0 0,0 0 1 0 0,0 0-1 0 0,1 1 0 0 0,-1-1 0 0 0,0 0 0 0 0,1 0 0 0 0,-1-1 0 0 0,0 1 0 0 0,0 0 0 0 0,1 0 1 0 0,-1 0-1 0 0,0-1 0 0 0,0 1 0 0 0,1-1 0 0 0,-1 1 0 0 0,0-1 0 0 0,0 1 0 0 0,0-1 0 0 0,0 0 1 0 0,2-1-1 0 0,41-27 6 0 0,-36 23 15 0 0,102-69 43 0 0,168-84-1 0 0,137-32 1 0 0,-335 159-66 0 0,-77 31 16 0 0,5 14-4682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4T05:32:18.2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0 524 5128 0 0,'20'-27'683'0'0,"-20"27"-662"0"0,0-1-1 0 0,0 1 1 0 0,0 0-1 0 0,0-1 1 0 0,0 1-1 0 0,0-1 1 0 0,0 1 0 0 0,0-1-1 0 0,0 1 1 0 0,0 0-1 0 0,0-1 1 0 0,1 1-1 0 0,-1-1 1 0 0,0 1-1 0 0,0 0 1 0 0,0-1-1 0 0,1 1 1 0 0,-1 0 0 0 0,0-1-1 0 0,0 1 1 0 0,1 0-1 0 0,-1-1 1 0 0,0 1-1 0 0,1 0 1 0 0,-1-1-1 0 0,0 1 1 0 0,1 0 0 0 0,-1 0-1 0 0,1 0 1 0 0,-1-1-1 0 0,0 1 1 0 0,1 0-1 0 0,-1 0 1 0 0,1 0-1 0 0,-1 0 1 0 0,0 0-1 0 0,1 0 1 0 0,-1 0 0 0 0,1 0-1 0 0,-1 0 1 0 0,1 0-1 0 0,-1 0 1 0 0,0 0-1 0 0,1 0 1 0 0,-1 0-1 0 0,1 0 1 0 0,-1 0-1 0 0,1 1 1 0 0,-1-1 0 0 0,21 25 162 0 0,14 47-316 0 0,-35-70 157 0 0,88 170-16 0 0,-82-163-6 0 0,-5-7 11 0 0,13 15 34 0 0,-13-14-37 0 0,-1-2 26 0 0,1 0-13 0 0,-1 0 1 0 0,0-1-1 0 0,1 1 0 0 0,-1 0 1 0 0,0-1-1 0 0,1 1 1 0 0,-1 0-1 0 0,1-1 1 0 0,-1 1-1 0 0,1-1 1 0 0,-1 1-1 0 0,1-1 0 0 0,0 1 1 0 0,-1-1-1 0 0,1 1 1 0 0,0-1-1 0 0,-1 0 1 0 0,1 1-1 0 0,0-1 1 0 0,-1 0-1 0 0,1 1 0 0 0,0-1 1 0 0,0 0-1 0 0,-1 0 1 0 0,1 0-1 0 0,0 0 1 0 0,0 0-1 0 0,-1 0 1 0 0,2 0-1 0 0,23-17 41 0 0,-2-1 0 0 0,32-29 0 0 0,-6 3-27 0 0,202-154 131 0 0,303-181 0 0 0,-445 316 154 0 0,-107 62-308 0 0,14-11-771 0 0,-14-3-3485 0 0,-4 7 2464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4T05:32:42.56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59 109 5945 0 0,'0'0'-310'0'0,"-44"-21"830"0"0,31 19-231 0 0,11-2 271 0 0,24-3 98 0 0,147-20-607 0 0,-146 24-52 0 0,81-10 29 0 0,-88 11-27 0 0,97-4 9 0 0,203-1 0 0 0,-233 10-4 0 0,5 1 27 0 0,-55-5-28 0 0,-1 3 0 0 0,38 5 0 0 0,-65-7-4 0 0,212 3 606 0 0,144-23-356 0 0,-333 16-243 0 0,4 3 7 0 0,155-9 1530 0 0,-186 12-1475 0 0,5 4-34 0 0,-5-4-48 0 0,-7 4-1743 0 0,-6 7-1814 0 0,6-5 413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4T05:32:44.0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58 206 6541 0 0,'0'0'-322'0'0,"-21"0"-439"0"0,5 0 834 0 0,12 0 848 0 0,-8 6-602 0 0,8-2 32 0 0,8-3-218 0 0,27-6-132 0 0,-1 1-1 0 0,44 0 0 0 0,-29 3 5 0 0,396-23 3 0 0,-234 19 45 0 0,-108-1 19 0 0,1-4 0 0 0,103-24-1 0 0,421-47 131 0 0,-517 74 206 0 0,-103 6-203 0 0,5 2 96 0 0,-9-1-340 0 0,0 0 0 0 0,0 0-40 0 0,-1 0 39 0 0,1 0 1 0 0,0 0 0 0 0,0 0-1 0 0,0-1 1 0 0,0 1 0 0 0,0 0-1 0 0,0 0 1 0 0,0 0-1 0 0,0 0 1 0 0,0 0 0 0 0,0 0-1 0 0,0 0 1 0 0,0-1 0 0 0,0 1-1 0 0,0 0 1 0 0,0 0 0 0 0,0 0-1 0 0,0 0 1 0 0,0 0-1 0 0,0-1 1 0 0,0 1 0 0 0,0 0-1 0 0,0 0 1 0 0,0 0 0 0 0,0 0-1 0 0,0 0 1 0 0,0 0 0 0 0,0 0-1 0 0,0-1 1 0 0,0 1-1 0 0,1 0 1 0 0,-1 0 0 0 0,0 0-1 0 0,0 0 1 0 0,0 0 0 0 0,0 0-1 0 0,0 0 1 0 0,0 0-1 0 0,0 0 1 0 0,0-1 0 0 0,1 1-1 0 0,-1 0 1 0 0,0 0 0 0 0,0 0-1 0 0,0 0 1 0 0,0 0 0 0 0,0 0-1 0 0,0 0 1 0 0,0 0-1 0 0,1 0 1 0 0,-1 0 0 0 0,0 0-1 0 0,0 0 1 0 0,0 0 0 0 0,0 0-1 0 0,-19-18-2043 0 0,10 6-269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4T05:32:45.37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94 218 5725 0 0,'-44'-37'231'0'0,"23"16"1110"0"0,20 20-1121 0 0,-4-5 219 0 0,-18-8 500 0 0,90 110-1028 0 0,-41-63 70 0 0,-15-18 12 0 0,1 0 0 0 0,25 23-1 0 0,-9-8 391 0 0,-22-32-341 0 0,23-17-3 0 0,0 0 0 0 0,-2-2 1 0 0,37-35-1 0 0,33-26 9 0 0,-40 36-18 0 0,-30 23-11 0 0,1 2 1 0 0,35-21-1 0 0,-52 31-16 0 0,-10 10-17 0 0,20-22-5034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4T05:32:46.3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12 131 6257 0 0,'-2'-3'39'0'0,"0"-1"0"0"0,1 1 0 0 0,-1-1 0 0 0,1 1 0 0 0,0-1 1 0 0,0 0-1 0 0,0 0 0 0 0,1 0 0 0 0,-1 0 0 0 0,1-4 0 0 0,3-2 638 0 0,5 30-677 0 0,-2-1 3 0 0,0 0 0 0 0,2-1 1 0 0,0 0-1 0 0,2 0 0 0 0,-1 0 0 0 0,2-1 0 0 0,1-1 1 0 0,0 0-1 0 0,21 22 0 0 0,-31-36 36 0 0,-1-1 0 0 0,0 0 0 0 0,0-1 0 0 0,1 1-1 0 0,-1 0 1 0 0,0 0 0 0 0,1 0 0 0 0,-1-1 0 0 0,1 1 0 0 0,-1-1 0 0 0,1 1 0 0 0,-1-1-1 0 0,1 0 1 0 0,0 0 0 0 0,-1 1 0 0 0,1-1 0 0 0,-1 0 0 0 0,1 0 0 0 0,-1 0 0 0 0,1-1-1 0 0,0 1 1 0 0,-1 0 0 0 0,1-1 0 0 0,-1 1 0 0 0,1-1 0 0 0,-1 1 0 0 0,1-1 0 0 0,-1 0-1 0 0,2 0 1 0 0,44-32 125 0 0,-36 24-75 0 0,69-52 187 0 0,129-74-1 0 0,-98 76-367 0 0,-109 58 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6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13" Type="http://schemas.openxmlformats.org/officeDocument/2006/relationships/image" Target="../media/image18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customXml" Target="../ink/ink10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11" Type="http://schemas.openxmlformats.org/officeDocument/2006/relationships/image" Target="../media/image17.png"/><Relationship Id="rId5" Type="http://schemas.openxmlformats.org/officeDocument/2006/relationships/image" Target="../media/image14.png"/><Relationship Id="rId10" Type="http://schemas.openxmlformats.org/officeDocument/2006/relationships/customXml" Target="../ink/ink9.xml"/><Relationship Id="rId4" Type="http://schemas.openxmlformats.org/officeDocument/2006/relationships/image" Target="../media/image13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need for </a:t>
            </a:r>
            <a:r>
              <a:rPr lang="en-US" sz="2800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BE86C7-6A53-C1CC-A1E4-872D33E97C54}"/>
              </a:ext>
            </a:extLst>
          </p:cNvPr>
          <p:cNvSpPr txBox="1"/>
          <p:nvPr/>
        </p:nvSpPr>
        <p:spPr>
          <a:xfrm>
            <a:off x="434340" y="98798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 No Uniformity Across LLM Providers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EC389E-31B0-7A6B-48A8-FBEFC81E8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20" y="1913775"/>
            <a:ext cx="5949580" cy="33982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4378C1-C76B-1ADB-CD17-C84F8FADA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088" y="2497331"/>
            <a:ext cx="5575912" cy="391066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E7563EC-47D3-4F81-1037-F5F2E6394675}"/>
                  </a:ext>
                </a:extLst>
              </p14:cNvPr>
              <p14:cNvContentPartPr/>
              <p14:nvPr/>
            </p14:nvContentPartPr>
            <p14:xfrm>
              <a:off x="3372984" y="3231936"/>
              <a:ext cx="308520" cy="214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E7563EC-47D3-4F81-1037-F5F2E639467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54984" y="3214296"/>
                <a:ext cx="34416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D5E8B8B-6059-388B-2755-9F0496C636E2}"/>
                  </a:ext>
                </a:extLst>
              </p14:cNvPr>
              <p14:cNvContentPartPr/>
              <p14:nvPr/>
            </p14:nvContentPartPr>
            <p14:xfrm>
              <a:off x="11408544" y="3829536"/>
              <a:ext cx="374400" cy="195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D5E8B8B-6059-388B-2755-9F0496C636E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390544" y="3811536"/>
                <a:ext cx="41004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5560C1A-6196-ADA2-5019-701FA6FBD09C}"/>
                  </a:ext>
                </a:extLst>
              </p14:cNvPr>
              <p14:cNvContentPartPr/>
              <p14:nvPr/>
            </p14:nvContentPartPr>
            <p14:xfrm>
              <a:off x="5572944" y="4702176"/>
              <a:ext cx="280800" cy="241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5560C1A-6196-ADA2-5019-701FA6FBD09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554944" y="4684536"/>
                <a:ext cx="31644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15EC175-B0C0-FC8B-6BC0-D3133EBBE265}"/>
                  </a:ext>
                </a:extLst>
              </p14:cNvPr>
              <p14:cNvContentPartPr/>
              <p14:nvPr/>
            </p14:nvContentPartPr>
            <p14:xfrm>
              <a:off x="10731744" y="5835456"/>
              <a:ext cx="393840" cy="3283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15EC175-B0C0-FC8B-6BC0-D3133EBBE26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714104" y="5817816"/>
                <a:ext cx="429480" cy="36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8A099-1D93-51DE-FF0B-5D63DE8FE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43729E-ECAE-5267-3D6F-0246DD3736D2}"/>
              </a:ext>
            </a:extLst>
          </p:cNvPr>
          <p:cNvSpPr txBox="1"/>
          <p:nvPr/>
        </p:nvSpPr>
        <p:spPr>
          <a:xfrm>
            <a:off x="434340" y="98798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 No Uniformity Across LLM Providers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0A2C69-1A0F-545A-0207-89C34E554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377" y="1792224"/>
            <a:ext cx="6670985" cy="312340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A029202-DE3F-7076-02AB-7E50A40831FD}"/>
                  </a:ext>
                </a:extLst>
              </p14:cNvPr>
              <p14:cNvContentPartPr/>
              <p14:nvPr/>
            </p14:nvContentPartPr>
            <p14:xfrm>
              <a:off x="4650624" y="3187656"/>
              <a:ext cx="389520" cy="180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A029202-DE3F-7076-02AB-7E50A40831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32624" y="3169656"/>
                <a:ext cx="4251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D3D9F64-C86D-D743-049A-1CAB74982BBE}"/>
                  </a:ext>
                </a:extLst>
              </p14:cNvPr>
              <p14:cNvContentPartPr/>
              <p14:nvPr/>
            </p14:nvContentPartPr>
            <p14:xfrm>
              <a:off x="3496464" y="4492656"/>
              <a:ext cx="470160" cy="289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D3D9F64-C86D-D743-049A-1CAB74982BB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78464" y="4474656"/>
                <a:ext cx="505800" cy="32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47818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D972F-60E6-0CBA-76AE-04BEEA856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5FF72C-3B0A-A47A-68E4-416E9FAF9B10}"/>
              </a:ext>
            </a:extLst>
          </p:cNvPr>
          <p:cNvSpPr txBox="1"/>
          <p:nvPr/>
        </p:nvSpPr>
        <p:spPr>
          <a:xfrm>
            <a:off x="434340" y="98798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  helps in providing uniformity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07B2F1-289F-C1F7-561B-C0004F4B1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" y="560463"/>
            <a:ext cx="5144218" cy="8097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732BBA-BA81-E2F8-3F6E-905352F36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" y="1439898"/>
            <a:ext cx="4412469" cy="47367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47C853-2F1B-7F26-5ABE-1BD4A8134B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948" y="1765068"/>
            <a:ext cx="5497658" cy="21359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6192FEB-001A-66ED-CAD2-CB7964E939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1948" y="4256770"/>
            <a:ext cx="4791744" cy="203863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DFBBD2F-9E36-28F8-17A0-2D162C0E5ECA}"/>
                  </a:ext>
                </a:extLst>
              </p14:cNvPr>
              <p14:cNvContentPartPr/>
              <p14:nvPr/>
            </p14:nvContentPartPr>
            <p14:xfrm>
              <a:off x="9467784" y="3441096"/>
              <a:ext cx="686880" cy="39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DFBBD2F-9E36-28F8-17A0-2D162C0E5EC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449784" y="3423096"/>
                <a:ext cx="72252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217B9C8-12B2-59AC-37B7-83F37385B807}"/>
                  </a:ext>
                </a:extLst>
              </p14:cNvPr>
              <p14:cNvContentPartPr/>
              <p14:nvPr/>
            </p14:nvContentPartPr>
            <p14:xfrm>
              <a:off x="9816624" y="3726216"/>
              <a:ext cx="713520" cy="78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217B9C8-12B2-59AC-37B7-83F37385B80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798984" y="3708576"/>
                <a:ext cx="74916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9FCB3D7-B125-282D-DF12-609EA87D3A6D}"/>
                  </a:ext>
                </a:extLst>
              </p14:cNvPr>
              <p14:cNvContentPartPr/>
              <p14:nvPr/>
            </p14:nvContentPartPr>
            <p14:xfrm>
              <a:off x="9989424" y="3086136"/>
              <a:ext cx="230760" cy="1321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9FCB3D7-B125-282D-DF12-609EA87D3A6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971424" y="3068136"/>
                <a:ext cx="26640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3624204-1D39-41ED-0EFF-EF47C265E906}"/>
                  </a:ext>
                </a:extLst>
              </p14:cNvPr>
              <p14:cNvContentPartPr/>
              <p14:nvPr/>
            </p14:nvContentPartPr>
            <p14:xfrm>
              <a:off x="10436544" y="3418776"/>
              <a:ext cx="227520" cy="1094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3624204-1D39-41ED-0EFF-EF47C265E90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418544" y="3400776"/>
                <a:ext cx="263160" cy="14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8861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EBDBAA3E-FB27-810D-6929-04F3DD8A39AD}"/>
              </a:ext>
            </a:extLst>
          </p:cNvPr>
          <p:cNvSpPr/>
          <p:nvPr/>
        </p:nvSpPr>
        <p:spPr>
          <a:xfrm>
            <a:off x="5102352" y="2468880"/>
            <a:ext cx="3090672" cy="15453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LangChain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4267F6-0FCB-53EE-A621-538066395AC8}"/>
              </a:ext>
            </a:extLst>
          </p:cNvPr>
          <p:cNvSpPr/>
          <p:nvPr/>
        </p:nvSpPr>
        <p:spPr>
          <a:xfrm>
            <a:off x="691896" y="3596640"/>
            <a:ext cx="2743200" cy="10789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 Management</a:t>
            </a:r>
          </a:p>
          <a:p>
            <a:pPr algn="ctr"/>
            <a:r>
              <a:rPr lang="en-US" dirty="0"/>
              <a:t>(Store conversation)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C7F5FE-609B-40B9-B72A-4B620082AFA8}"/>
              </a:ext>
            </a:extLst>
          </p:cNvPr>
          <p:cNvSpPr/>
          <p:nvPr/>
        </p:nvSpPr>
        <p:spPr>
          <a:xfrm>
            <a:off x="8083296" y="399288"/>
            <a:ext cx="2249424" cy="10789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Models</a:t>
            </a:r>
          </a:p>
          <a:p>
            <a:pPr algn="ctr"/>
            <a:r>
              <a:rPr lang="en-US" dirty="0"/>
              <a:t>(OpenAI, </a:t>
            </a:r>
            <a:r>
              <a:rPr lang="en-US" dirty="0" err="1"/>
              <a:t>Groq</a:t>
            </a:r>
            <a:r>
              <a:rPr lang="en-US" dirty="0"/>
              <a:t>, Anthropic, etc.)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B13F8A-DE9A-BAFB-E565-2E6EB8F03120}"/>
              </a:ext>
            </a:extLst>
          </p:cNvPr>
          <p:cNvSpPr/>
          <p:nvPr/>
        </p:nvSpPr>
        <p:spPr>
          <a:xfrm>
            <a:off x="2310384" y="585216"/>
            <a:ext cx="2249424" cy="10789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Vector DB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PineCone</a:t>
            </a:r>
            <a:r>
              <a:rPr lang="en-US" dirty="0"/>
              <a:t>, FAISS, </a:t>
            </a:r>
            <a:r>
              <a:rPr lang="en-US" dirty="0" err="1"/>
              <a:t>ChromaDB</a:t>
            </a:r>
            <a:r>
              <a:rPr lang="en-US" dirty="0"/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8EB17F-9A48-DFE7-9598-2EE6CE0A2AD0}"/>
              </a:ext>
            </a:extLst>
          </p:cNvPr>
          <p:cNvSpPr/>
          <p:nvPr/>
        </p:nvSpPr>
        <p:spPr>
          <a:xfrm>
            <a:off x="9367651" y="4168355"/>
            <a:ext cx="2249424" cy="10789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Chains</a:t>
            </a:r>
          </a:p>
          <a:p>
            <a:pPr algn="ctr"/>
            <a:r>
              <a:rPr lang="en-US" dirty="0"/>
              <a:t>(Sequence of steps)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C654EC-2976-9159-1C97-303DF71B2036}"/>
              </a:ext>
            </a:extLst>
          </p:cNvPr>
          <p:cNvSpPr/>
          <p:nvPr/>
        </p:nvSpPr>
        <p:spPr>
          <a:xfrm>
            <a:off x="5128647" y="5352288"/>
            <a:ext cx="2249424" cy="10789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Agents</a:t>
            </a:r>
          </a:p>
          <a:p>
            <a:pPr algn="ctr"/>
            <a:r>
              <a:rPr lang="en-US" dirty="0"/>
              <a:t>(Which tools to call)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C304226F-1029-2B49-2645-D9D7FC81A8F7}"/>
              </a:ext>
            </a:extLst>
          </p:cNvPr>
          <p:cNvSpPr/>
          <p:nvPr/>
        </p:nvSpPr>
        <p:spPr>
          <a:xfrm rot="13724381">
            <a:off x="4428491" y="1824422"/>
            <a:ext cx="1400312" cy="4876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A4BCDEC-5F2D-4DF7-F042-14257A1DA954}"/>
              </a:ext>
            </a:extLst>
          </p:cNvPr>
          <p:cNvSpPr/>
          <p:nvPr/>
        </p:nvSpPr>
        <p:spPr>
          <a:xfrm rot="18147963">
            <a:off x="7142106" y="1782661"/>
            <a:ext cx="1227702" cy="4876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B65F1A40-9F96-69B9-88D1-2938E9DC55E1}"/>
              </a:ext>
            </a:extLst>
          </p:cNvPr>
          <p:cNvSpPr/>
          <p:nvPr/>
        </p:nvSpPr>
        <p:spPr>
          <a:xfrm rot="9695196">
            <a:off x="3415978" y="3441313"/>
            <a:ext cx="1594610" cy="4876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F2194C2A-6342-6242-FB8F-94DEB16856BD}"/>
              </a:ext>
            </a:extLst>
          </p:cNvPr>
          <p:cNvSpPr/>
          <p:nvPr/>
        </p:nvSpPr>
        <p:spPr>
          <a:xfrm rot="1626954">
            <a:off x="7964488" y="3838420"/>
            <a:ext cx="1353943" cy="4876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CD45019-9BAA-FD5D-683D-969CB5A0CA8D}"/>
              </a:ext>
            </a:extLst>
          </p:cNvPr>
          <p:cNvSpPr/>
          <p:nvPr/>
        </p:nvSpPr>
        <p:spPr>
          <a:xfrm rot="5400000">
            <a:off x="5901203" y="4420132"/>
            <a:ext cx="1227702" cy="4876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1FC16D-3AFB-54EB-F888-2C0F29D9BD35}"/>
              </a:ext>
            </a:extLst>
          </p:cNvPr>
          <p:cNvSpPr txBox="1"/>
          <p:nvPr/>
        </p:nvSpPr>
        <p:spPr>
          <a:xfrm>
            <a:off x="7946910" y="2026501"/>
            <a:ext cx="1673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Communication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4B125F-F801-B80B-2AFD-3FA41D26A870}"/>
              </a:ext>
            </a:extLst>
          </p:cNvPr>
          <p:cNvSpPr txBox="1"/>
          <p:nvPr/>
        </p:nvSpPr>
        <p:spPr>
          <a:xfrm>
            <a:off x="5053748" y="1552888"/>
            <a:ext cx="1673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Communication</a:t>
            </a: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CA00E-C292-328A-7012-15498AE00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A18FAF-6772-6F9E-BBD0-D4583EEC68B0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059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1177</TotalTime>
  <Words>71</Words>
  <Application>Microsoft Office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214</cp:revision>
  <dcterms:created xsi:type="dcterms:W3CDTF">2025-09-22T02:44:38Z</dcterms:created>
  <dcterms:modified xsi:type="dcterms:W3CDTF">2026-06-24T05:33:41Z</dcterms:modified>
</cp:coreProperties>
</file>