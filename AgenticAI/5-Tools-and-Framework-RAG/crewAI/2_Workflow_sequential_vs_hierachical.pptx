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6" r:id="rId3"/>
    <p:sldId id="279" r:id="rId4"/>
    <p:sldId id="275" r:id="rId5"/>
    <p:sldId id="277" r:id="rId6"/>
    <p:sldId id="280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 of Crew AI:</a:t>
            </a:r>
          </a:p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and Hierarchical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CrewAI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Sequential and Hierarchical describe how multiple agents in a crew coordinate and execute tasks.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F3E98-1A9B-C8B7-0EC0-DC9CA9696D32}"/>
              </a:ext>
            </a:extLst>
          </p:cNvPr>
          <p:cNvSpPr txBox="1"/>
          <p:nvPr/>
        </p:nvSpPr>
        <p:spPr>
          <a:xfrm>
            <a:off x="205740" y="1340364"/>
            <a:ext cx="6917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Sequential Process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execute one after another in a fixed order.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153B41-8C69-0115-C0B7-618D44A29AAF}"/>
              </a:ext>
            </a:extLst>
          </p:cNvPr>
          <p:cNvSpPr/>
          <p:nvPr/>
        </p:nvSpPr>
        <p:spPr>
          <a:xfrm>
            <a:off x="8403336" y="1682496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1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5EA445-B96A-BC7F-5C22-752C2E80EF6F}"/>
              </a:ext>
            </a:extLst>
          </p:cNvPr>
          <p:cNvSpPr/>
          <p:nvPr/>
        </p:nvSpPr>
        <p:spPr>
          <a:xfrm>
            <a:off x="8403336" y="2417342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2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297ED4-7882-EB01-F5D7-02ADBE890031}"/>
              </a:ext>
            </a:extLst>
          </p:cNvPr>
          <p:cNvSpPr/>
          <p:nvPr/>
        </p:nvSpPr>
        <p:spPr>
          <a:xfrm>
            <a:off x="8403336" y="3073277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3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B7C19D-2977-E27A-0B6C-D173506352B0}"/>
              </a:ext>
            </a:extLst>
          </p:cNvPr>
          <p:cNvSpPr/>
          <p:nvPr/>
        </p:nvSpPr>
        <p:spPr>
          <a:xfrm>
            <a:off x="8403336" y="3792081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4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52C169-47B3-977A-0529-A02F6BF62C59}"/>
              </a:ext>
            </a:extLst>
          </p:cNvPr>
          <p:cNvSpPr/>
          <p:nvPr/>
        </p:nvSpPr>
        <p:spPr>
          <a:xfrm>
            <a:off x="8470392" y="4522922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E099D2-EB73-DFA5-3B4F-17CC000EB831}"/>
              </a:ext>
            </a:extLst>
          </p:cNvPr>
          <p:cNvSpPr/>
          <p:nvPr/>
        </p:nvSpPr>
        <p:spPr>
          <a:xfrm>
            <a:off x="8403336" y="779534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8A544AE-26EA-ABA7-E67E-AFC65D23CD99}"/>
              </a:ext>
            </a:extLst>
          </p:cNvPr>
          <p:cNvSpPr/>
          <p:nvPr/>
        </p:nvSpPr>
        <p:spPr>
          <a:xfrm>
            <a:off x="9052560" y="1435608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E48B26E-B75F-1C6E-955A-EC094576130D}"/>
              </a:ext>
            </a:extLst>
          </p:cNvPr>
          <p:cNvSpPr/>
          <p:nvPr/>
        </p:nvSpPr>
        <p:spPr>
          <a:xfrm>
            <a:off x="9019032" y="2119130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BF27192-99AA-4B3A-1448-B8E432AE24F4}"/>
              </a:ext>
            </a:extLst>
          </p:cNvPr>
          <p:cNvSpPr/>
          <p:nvPr/>
        </p:nvSpPr>
        <p:spPr>
          <a:xfrm>
            <a:off x="9019032" y="2809847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5E22B5C1-BE1B-7EFA-CDA3-D4A045B7D368}"/>
              </a:ext>
            </a:extLst>
          </p:cNvPr>
          <p:cNvSpPr/>
          <p:nvPr/>
        </p:nvSpPr>
        <p:spPr>
          <a:xfrm>
            <a:off x="9029700" y="3546487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B10F3D5D-4D5F-BD78-C7A9-4AABB84FB4A2}"/>
              </a:ext>
            </a:extLst>
          </p:cNvPr>
          <p:cNvSpPr/>
          <p:nvPr/>
        </p:nvSpPr>
        <p:spPr>
          <a:xfrm>
            <a:off x="9066276" y="4238763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522D6D-FA20-AECC-810B-089B5E07C656}"/>
              </a:ext>
            </a:extLst>
          </p:cNvPr>
          <p:cNvSpPr txBox="1"/>
          <p:nvPr/>
        </p:nvSpPr>
        <p:spPr>
          <a:xfrm>
            <a:off x="137922" y="2987394"/>
            <a:ext cx="3759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Research crew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48D264D-496F-21F0-051F-6D62F039FF7F}"/>
              </a:ext>
            </a:extLst>
          </p:cNvPr>
          <p:cNvSpPr/>
          <p:nvPr/>
        </p:nvSpPr>
        <p:spPr>
          <a:xfrm>
            <a:off x="426720" y="4421550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Researcher</a:t>
            </a:r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9C9497F-5563-1FD6-B3E7-E997D02C1E4D}"/>
              </a:ext>
            </a:extLst>
          </p:cNvPr>
          <p:cNvSpPr/>
          <p:nvPr/>
        </p:nvSpPr>
        <p:spPr>
          <a:xfrm>
            <a:off x="469392" y="5093527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Writer</a:t>
            </a:r>
            <a:endParaRPr lang="en-IN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107F3D4-9231-AA70-BCE8-CB9ED56367DE}"/>
              </a:ext>
            </a:extLst>
          </p:cNvPr>
          <p:cNvSpPr/>
          <p:nvPr/>
        </p:nvSpPr>
        <p:spPr>
          <a:xfrm>
            <a:off x="477520" y="5731095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Editor</a:t>
            </a:r>
            <a:endParaRPr lang="en-IN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24CD314-99F4-7CA1-E56F-DE4071FCBC64}"/>
              </a:ext>
            </a:extLst>
          </p:cNvPr>
          <p:cNvSpPr/>
          <p:nvPr/>
        </p:nvSpPr>
        <p:spPr>
          <a:xfrm>
            <a:off x="469392" y="3483738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72A3F597-A4D5-57CF-7001-41F4C4FEE89B}"/>
              </a:ext>
            </a:extLst>
          </p:cNvPr>
          <p:cNvSpPr/>
          <p:nvPr/>
        </p:nvSpPr>
        <p:spPr>
          <a:xfrm>
            <a:off x="1075944" y="4174662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E9860707-29CC-913E-4072-8F7CEC84D127}"/>
              </a:ext>
            </a:extLst>
          </p:cNvPr>
          <p:cNvSpPr/>
          <p:nvPr/>
        </p:nvSpPr>
        <p:spPr>
          <a:xfrm>
            <a:off x="1042416" y="4858184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DCD895AF-0BD2-6505-0A94-DE6EFF459B2C}"/>
              </a:ext>
            </a:extLst>
          </p:cNvPr>
          <p:cNvSpPr/>
          <p:nvPr/>
        </p:nvSpPr>
        <p:spPr>
          <a:xfrm>
            <a:off x="1042416" y="5548901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318D216-4EEF-1E90-71B1-F2ED1C9F926F}"/>
              </a:ext>
            </a:extLst>
          </p:cNvPr>
          <p:cNvSpPr/>
          <p:nvPr/>
        </p:nvSpPr>
        <p:spPr>
          <a:xfrm>
            <a:off x="0" y="6366725"/>
            <a:ext cx="2337816" cy="4616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EC429DB0-9819-50FC-94EE-7D01EEF7DF0B}"/>
              </a:ext>
            </a:extLst>
          </p:cNvPr>
          <p:cNvSpPr/>
          <p:nvPr/>
        </p:nvSpPr>
        <p:spPr>
          <a:xfrm>
            <a:off x="1016508" y="6191802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C58DD1-8599-A21D-89F5-2086E80B5F81}"/>
              </a:ext>
            </a:extLst>
          </p:cNvPr>
          <p:cNvSpPr txBox="1"/>
          <p:nvPr/>
        </p:nvSpPr>
        <p:spPr>
          <a:xfrm>
            <a:off x="2337816" y="4413686"/>
            <a:ext cx="3342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Researcher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collects information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6B120A-67CF-3BF3-C967-393AEE8432E6}"/>
              </a:ext>
            </a:extLst>
          </p:cNvPr>
          <p:cNvSpPr txBox="1"/>
          <p:nvPr/>
        </p:nvSpPr>
        <p:spPr>
          <a:xfrm>
            <a:off x="2281428" y="5068989"/>
            <a:ext cx="515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Writer 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input received from researcher to write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2A91C2-CBE0-6BF0-572A-0676C7E78313}"/>
              </a:ext>
            </a:extLst>
          </p:cNvPr>
          <p:cNvSpPr txBox="1"/>
          <p:nvPr/>
        </p:nvSpPr>
        <p:spPr>
          <a:xfrm>
            <a:off x="2281428" y="5724292"/>
            <a:ext cx="515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Editor 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input received from writer to edit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3574E-48BA-438A-D000-8FBF7FA1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3E6E29-58C6-9F28-63BF-D78B8FE1B2A0}"/>
              </a:ext>
            </a:extLst>
          </p:cNvPr>
          <p:cNvSpPr txBox="1"/>
          <p:nvPr/>
        </p:nvSpPr>
        <p:spPr>
          <a:xfrm>
            <a:off x="237744" y="242423"/>
            <a:ext cx="108905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Sequential Process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students submit a project proposal on Machine Learning system</a:t>
            </a: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A685B3-CD55-E32D-10E7-5532099F6761}"/>
              </a:ext>
            </a:extLst>
          </p:cNvPr>
          <p:cNvSpPr/>
          <p:nvPr/>
        </p:nvSpPr>
        <p:spPr>
          <a:xfrm>
            <a:off x="725629" y="2452042"/>
            <a:ext cx="1481328" cy="532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Research</a:t>
            </a:r>
          </a:p>
          <a:p>
            <a:pPr algn="ctr"/>
            <a:r>
              <a:rPr lang="en-US" dirty="0"/>
              <a:t>Agent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C2B4CD-3DB5-BE77-AED2-2B106EBE4DB6}"/>
              </a:ext>
            </a:extLst>
          </p:cNvPr>
          <p:cNvSpPr/>
          <p:nvPr/>
        </p:nvSpPr>
        <p:spPr>
          <a:xfrm>
            <a:off x="582448" y="4933934"/>
            <a:ext cx="1700733" cy="561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Documentation</a:t>
            </a:r>
          </a:p>
          <a:p>
            <a:pPr algn="ctr"/>
            <a:r>
              <a:rPr lang="en-US" dirty="0"/>
              <a:t>Agent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EFAD0B-237C-DED0-DAD4-19B08A503C32}"/>
              </a:ext>
            </a:extLst>
          </p:cNvPr>
          <p:cNvSpPr/>
          <p:nvPr/>
        </p:nvSpPr>
        <p:spPr>
          <a:xfrm>
            <a:off x="692150" y="3750216"/>
            <a:ext cx="1481328" cy="549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Technical</a:t>
            </a:r>
          </a:p>
          <a:p>
            <a:pPr algn="ctr"/>
            <a:r>
              <a:rPr lang="en-US" dirty="0"/>
              <a:t>Agent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8208557-6A6F-F1E6-A79C-3E2B80FB0A7F}"/>
              </a:ext>
            </a:extLst>
          </p:cNvPr>
          <p:cNvSpPr/>
          <p:nvPr/>
        </p:nvSpPr>
        <p:spPr>
          <a:xfrm>
            <a:off x="736952" y="6103021"/>
            <a:ext cx="1283562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2CED24-1B86-2148-3B41-F99B54F37D87}"/>
              </a:ext>
            </a:extLst>
          </p:cNvPr>
          <p:cNvSpPr/>
          <p:nvPr/>
        </p:nvSpPr>
        <p:spPr>
          <a:xfrm>
            <a:off x="769874" y="1564545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4F02A495-7993-74F8-4B64-864A19193DF4}"/>
              </a:ext>
            </a:extLst>
          </p:cNvPr>
          <p:cNvSpPr/>
          <p:nvPr/>
        </p:nvSpPr>
        <p:spPr>
          <a:xfrm>
            <a:off x="1378733" y="2174023"/>
            <a:ext cx="228600" cy="294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B4025-C8B0-DC20-46ED-B552905661E2}"/>
              </a:ext>
            </a:extLst>
          </p:cNvPr>
          <p:cNvSpPr txBox="1"/>
          <p:nvPr/>
        </p:nvSpPr>
        <p:spPr>
          <a:xfrm>
            <a:off x="2717947" y="1632536"/>
            <a:ext cx="7453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to build a machine-learning system to predict student dropout.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D21DB-9D47-2D0E-B59F-61CDF4319D6A}"/>
              </a:ext>
            </a:extLst>
          </p:cNvPr>
          <p:cNvSpPr txBox="1"/>
          <p:nvPr/>
        </p:nvSpPr>
        <p:spPr>
          <a:xfrm>
            <a:off x="2717947" y="2227674"/>
            <a:ext cx="3461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Research Agent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Finds relevant research topics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Identifies datasets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Suggests research questions 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7B6388E2-5047-3A55-5938-EC07731FABF6}"/>
              </a:ext>
            </a:extLst>
          </p:cNvPr>
          <p:cNvSpPr/>
          <p:nvPr/>
        </p:nvSpPr>
        <p:spPr>
          <a:xfrm>
            <a:off x="1351993" y="3045988"/>
            <a:ext cx="228600" cy="5727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4EFAA8-6E3D-68CC-147A-EC111C4DB05E}"/>
              </a:ext>
            </a:extLst>
          </p:cNvPr>
          <p:cNvSpPr txBox="1"/>
          <p:nvPr/>
        </p:nvSpPr>
        <p:spPr>
          <a:xfrm>
            <a:off x="2808562" y="3600057"/>
            <a:ext cx="5302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Technical Agent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Suggests ML algorithms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Writes + Checks Python/code structure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Suggests evaluation metrics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D165D7-422D-AFAB-7EBF-CA23D566B5C2}"/>
              </a:ext>
            </a:extLst>
          </p:cNvPr>
          <p:cNvSpPr txBox="1"/>
          <p:nvPr/>
        </p:nvSpPr>
        <p:spPr>
          <a:xfrm>
            <a:off x="2808562" y="4990170"/>
            <a:ext cx="39579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Documentation Agent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project report structure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Reviews references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Checks formatting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50C6E1F-A2EE-00C5-E603-DFD6EA8F1B18}"/>
              </a:ext>
            </a:extLst>
          </p:cNvPr>
          <p:cNvSpPr/>
          <p:nvPr/>
        </p:nvSpPr>
        <p:spPr>
          <a:xfrm>
            <a:off x="1318514" y="4361782"/>
            <a:ext cx="228600" cy="5727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9580BA13-6B05-F5A3-7B09-9208C6C6BB97}"/>
              </a:ext>
            </a:extLst>
          </p:cNvPr>
          <p:cNvSpPr/>
          <p:nvPr/>
        </p:nvSpPr>
        <p:spPr>
          <a:xfrm>
            <a:off x="1237693" y="5568126"/>
            <a:ext cx="228600" cy="4312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832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E26E9F-D372-3320-BCE8-8CA99A4C7FB2}"/>
              </a:ext>
            </a:extLst>
          </p:cNvPr>
          <p:cNvSpPr txBox="1"/>
          <p:nvPr/>
        </p:nvSpPr>
        <p:spPr>
          <a:xfrm>
            <a:off x="498348" y="1240459"/>
            <a:ext cx="68900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Sequential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workflow is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predictable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tasks naturally depend on the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previous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task.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DB915F-B931-B085-B32C-CD60017E244B}"/>
              </a:ext>
            </a:extLst>
          </p:cNvPr>
          <p:cNvSpPr/>
          <p:nvPr/>
        </p:nvSpPr>
        <p:spPr>
          <a:xfrm>
            <a:off x="8403336" y="1682496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1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894B82-BF7B-DFDE-9F7B-C82F46E27F00}"/>
              </a:ext>
            </a:extLst>
          </p:cNvPr>
          <p:cNvSpPr/>
          <p:nvPr/>
        </p:nvSpPr>
        <p:spPr>
          <a:xfrm>
            <a:off x="8403336" y="2417342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2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3F8A82-5094-18B4-2D0F-9C4C01728573}"/>
              </a:ext>
            </a:extLst>
          </p:cNvPr>
          <p:cNvSpPr/>
          <p:nvPr/>
        </p:nvSpPr>
        <p:spPr>
          <a:xfrm>
            <a:off x="8403336" y="3073277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3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A731FF-098E-C2FB-B60E-A94BED8A4631}"/>
              </a:ext>
            </a:extLst>
          </p:cNvPr>
          <p:cNvSpPr/>
          <p:nvPr/>
        </p:nvSpPr>
        <p:spPr>
          <a:xfrm>
            <a:off x="8403336" y="3792081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4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F83C2D-2AB2-E579-CF1F-FAFC9D3AC94D}"/>
              </a:ext>
            </a:extLst>
          </p:cNvPr>
          <p:cNvSpPr/>
          <p:nvPr/>
        </p:nvSpPr>
        <p:spPr>
          <a:xfrm>
            <a:off x="8470392" y="4522922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22FC5B-D17C-128C-E91B-FD51E0B953E3}"/>
              </a:ext>
            </a:extLst>
          </p:cNvPr>
          <p:cNvSpPr/>
          <p:nvPr/>
        </p:nvSpPr>
        <p:spPr>
          <a:xfrm>
            <a:off x="8403336" y="779534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5DC4DFDE-185E-BB64-437E-897799CD9AC0}"/>
              </a:ext>
            </a:extLst>
          </p:cNvPr>
          <p:cNvSpPr/>
          <p:nvPr/>
        </p:nvSpPr>
        <p:spPr>
          <a:xfrm>
            <a:off x="9052560" y="1435608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AFECDB0-9BD7-065B-82EE-3ECE92CE68D1}"/>
              </a:ext>
            </a:extLst>
          </p:cNvPr>
          <p:cNvSpPr/>
          <p:nvPr/>
        </p:nvSpPr>
        <p:spPr>
          <a:xfrm>
            <a:off x="9019032" y="2119130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9ED7D1E6-AB97-BB70-B8DF-EAB73E84BBC0}"/>
              </a:ext>
            </a:extLst>
          </p:cNvPr>
          <p:cNvSpPr/>
          <p:nvPr/>
        </p:nvSpPr>
        <p:spPr>
          <a:xfrm>
            <a:off x="9019032" y="2809847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36897306-1481-001F-8BC9-AD000A2F501F}"/>
              </a:ext>
            </a:extLst>
          </p:cNvPr>
          <p:cNvSpPr/>
          <p:nvPr/>
        </p:nvSpPr>
        <p:spPr>
          <a:xfrm>
            <a:off x="9029700" y="3546487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6123CEC-B80B-5C7D-BAA1-943C88CFDDBD}"/>
              </a:ext>
            </a:extLst>
          </p:cNvPr>
          <p:cNvSpPr/>
          <p:nvPr/>
        </p:nvSpPr>
        <p:spPr>
          <a:xfrm>
            <a:off x="9066276" y="4238763"/>
            <a:ext cx="228600" cy="1749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DC57-C819-A916-5792-C541EE83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E27848-2CB8-CAC6-B77E-01A8F01D08AF}"/>
              </a:ext>
            </a:extLst>
          </p:cNvPr>
          <p:cNvSpPr txBox="1"/>
          <p:nvPr/>
        </p:nvSpPr>
        <p:spPr>
          <a:xfrm>
            <a:off x="237744" y="242423"/>
            <a:ext cx="82901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Hierarchical Process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manager agent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coordinates/manages the other agents.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2657E2-799A-48A5-B39D-234D4266ADCB}"/>
              </a:ext>
            </a:extLst>
          </p:cNvPr>
          <p:cNvSpPr/>
          <p:nvPr/>
        </p:nvSpPr>
        <p:spPr>
          <a:xfrm>
            <a:off x="7388352" y="2243762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1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B1CDFE-0892-1047-0EFA-4F67824C1381}"/>
              </a:ext>
            </a:extLst>
          </p:cNvPr>
          <p:cNvSpPr/>
          <p:nvPr/>
        </p:nvSpPr>
        <p:spPr>
          <a:xfrm>
            <a:off x="10558272" y="2231786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3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71304B-AA7D-5881-A945-B05CF261250D}"/>
              </a:ext>
            </a:extLst>
          </p:cNvPr>
          <p:cNvSpPr/>
          <p:nvPr/>
        </p:nvSpPr>
        <p:spPr>
          <a:xfrm>
            <a:off x="8973312" y="2243762"/>
            <a:ext cx="1481328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2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263FB9D-AD5A-55DB-DFA0-3B4EA203C927}"/>
              </a:ext>
            </a:extLst>
          </p:cNvPr>
          <p:cNvSpPr/>
          <p:nvPr/>
        </p:nvSpPr>
        <p:spPr>
          <a:xfrm>
            <a:off x="10858575" y="1263322"/>
            <a:ext cx="1283562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4386E39-F266-146F-5302-B3B175C4C54C}"/>
              </a:ext>
            </a:extLst>
          </p:cNvPr>
          <p:cNvSpPr/>
          <p:nvPr/>
        </p:nvSpPr>
        <p:spPr>
          <a:xfrm>
            <a:off x="8833104" y="383327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4AF4539-8475-DEB3-2BC1-011C7918F8DB}"/>
              </a:ext>
            </a:extLst>
          </p:cNvPr>
          <p:cNvSpPr/>
          <p:nvPr/>
        </p:nvSpPr>
        <p:spPr>
          <a:xfrm>
            <a:off x="8670391" y="1332208"/>
            <a:ext cx="1861772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Manager Agent</a:t>
            </a:r>
            <a:endParaRPr lang="en-IN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FCD5F0D8-69CE-1895-AA92-EB9DBD886BDA}"/>
              </a:ext>
            </a:extLst>
          </p:cNvPr>
          <p:cNvSpPr/>
          <p:nvPr/>
        </p:nvSpPr>
        <p:spPr>
          <a:xfrm>
            <a:off x="9496044" y="968543"/>
            <a:ext cx="228600" cy="294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91A2D7-DA74-E0AD-E153-1BD6EAE89442}"/>
              </a:ext>
            </a:extLst>
          </p:cNvPr>
          <p:cNvSpPr txBox="1"/>
          <p:nvPr/>
        </p:nvSpPr>
        <p:spPr>
          <a:xfrm>
            <a:off x="388620" y="3077663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manager can: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 which agent should perform a task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Delegate work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Review/coordinate results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 the overall workflow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C01F596F-2474-1D95-8612-04AC0148E2FC}"/>
              </a:ext>
            </a:extLst>
          </p:cNvPr>
          <p:cNvSpPr/>
          <p:nvPr/>
        </p:nvSpPr>
        <p:spPr>
          <a:xfrm rot="16200000">
            <a:off x="10607230" y="1391059"/>
            <a:ext cx="228600" cy="294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Up-Down 43">
            <a:extLst>
              <a:ext uri="{FF2B5EF4-FFF2-40B4-BE49-F238E27FC236}">
                <a16:creationId xmlns:a16="http://schemas.microsoft.com/office/drawing/2014/main" id="{B6F93886-09F3-BE8E-1AC3-53605733F484}"/>
              </a:ext>
            </a:extLst>
          </p:cNvPr>
          <p:cNvSpPr/>
          <p:nvPr/>
        </p:nvSpPr>
        <p:spPr>
          <a:xfrm rot="2686396">
            <a:off x="8351570" y="1686716"/>
            <a:ext cx="258379" cy="49377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15A48E41-E7D9-6EFD-26E9-1938B5619A7B}"/>
              </a:ext>
            </a:extLst>
          </p:cNvPr>
          <p:cNvSpPr/>
          <p:nvPr/>
        </p:nvSpPr>
        <p:spPr>
          <a:xfrm>
            <a:off x="9472087" y="1686716"/>
            <a:ext cx="258379" cy="49377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6674AEB7-9520-4719-445D-8DA399B42F88}"/>
              </a:ext>
            </a:extLst>
          </p:cNvPr>
          <p:cNvSpPr/>
          <p:nvPr/>
        </p:nvSpPr>
        <p:spPr>
          <a:xfrm rot="19368076">
            <a:off x="10566179" y="1741705"/>
            <a:ext cx="258379" cy="49377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169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C4C61-1704-D6FC-FF44-989FFCB0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9B6E27-2A7D-8EAE-CEF2-889FC140C4AE}"/>
              </a:ext>
            </a:extLst>
          </p:cNvPr>
          <p:cNvSpPr txBox="1"/>
          <p:nvPr/>
        </p:nvSpPr>
        <p:spPr>
          <a:xfrm>
            <a:off x="237744" y="242423"/>
            <a:ext cx="8290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Hierarchical Process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Consider an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University Event Planning System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B53D24-F26E-5898-502E-CF7A441EBABA}"/>
              </a:ext>
            </a:extLst>
          </p:cNvPr>
          <p:cNvSpPr/>
          <p:nvPr/>
        </p:nvSpPr>
        <p:spPr>
          <a:xfrm>
            <a:off x="237744" y="3335084"/>
            <a:ext cx="1857876" cy="532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Venue Agent:</a:t>
            </a:r>
          </a:p>
          <a:p>
            <a:pPr algn="ctr"/>
            <a:r>
              <a:rPr lang="en-US" dirty="0"/>
              <a:t>Finds Venue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71A356-AFA7-AE2B-9BB5-280BA8C326E7}"/>
              </a:ext>
            </a:extLst>
          </p:cNvPr>
          <p:cNvSpPr/>
          <p:nvPr/>
        </p:nvSpPr>
        <p:spPr>
          <a:xfrm>
            <a:off x="5029455" y="3335084"/>
            <a:ext cx="3498396" cy="549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Agent:</a:t>
            </a:r>
          </a:p>
          <a:p>
            <a:pPr algn="ctr"/>
            <a:r>
              <a:rPr lang="en-US" dirty="0"/>
              <a:t>Promotes on Social media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B53CC7-BDBE-B3EB-DB1F-1776788B1BF9}"/>
              </a:ext>
            </a:extLst>
          </p:cNvPr>
          <p:cNvSpPr/>
          <p:nvPr/>
        </p:nvSpPr>
        <p:spPr>
          <a:xfrm>
            <a:off x="2341514" y="3335084"/>
            <a:ext cx="2541381" cy="549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Speaker Agent:</a:t>
            </a:r>
          </a:p>
          <a:p>
            <a:pPr algn="ctr"/>
            <a:r>
              <a:rPr lang="en-US" dirty="0"/>
              <a:t>Finds Speakers + Topics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258AB10-5F42-9D64-C859-B5A4BA475504}"/>
              </a:ext>
            </a:extLst>
          </p:cNvPr>
          <p:cNvSpPr/>
          <p:nvPr/>
        </p:nvSpPr>
        <p:spPr>
          <a:xfrm>
            <a:off x="2760084" y="6136638"/>
            <a:ext cx="1283562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E7D4E2F-4500-67F5-01CD-6C14C5D9CF83}"/>
              </a:ext>
            </a:extLst>
          </p:cNvPr>
          <p:cNvSpPr/>
          <p:nvPr/>
        </p:nvSpPr>
        <p:spPr>
          <a:xfrm>
            <a:off x="3076956" y="1073420"/>
            <a:ext cx="1554480" cy="58521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B20CF6-6DCB-1132-4A9D-9B7F53E15D6B}"/>
              </a:ext>
            </a:extLst>
          </p:cNvPr>
          <p:cNvSpPr/>
          <p:nvPr/>
        </p:nvSpPr>
        <p:spPr>
          <a:xfrm>
            <a:off x="2923310" y="2181576"/>
            <a:ext cx="1861772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Manager Agent</a:t>
            </a:r>
            <a:endParaRPr lang="en-IN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0907BF42-46DE-1444-C838-A1F5DF0EF9AB}"/>
              </a:ext>
            </a:extLst>
          </p:cNvPr>
          <p:cNvSpPr/>
          <p:nvPr/>
        </p:nvSpPr>
        <p:spPr>
          <a:xfrm>
            <a:off x="3739896" y="1772716"/>
            <a:ext cx="228600" cy="294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B9086-DA64-E865-794D-26C71D011437}"/>
              </a:ext>
            </a:extLst>
          </p:cNvPr>
          <p:cNvSpPr txBox="1"/>
          <p:nvPr/>
        </p:nvSpPr>
        <p:spPr>
          <a:xfrm>
            <a:off x="5432607" y="1212378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Organize a 2-day AI conference for 500 students.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7B255E1-BDDD-821A-6728-3FC5E777845A}"/>
              </a:ext>
            </a:extLst>
          </p:cNvPr>
          <p:cNvSpPr/>
          <p:nvPr/>
        </p:nvSpPr>
        <p:spPr>
          <a:xfrm>
            <a:off x="3625596" y="2649850"/>
            <a:ext cx="228600" cy="5258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E3F97E-EBB6-4EDD-05A2-8D0BD163034F}"/>
              </a:ext>
            </a:extLst>
          </p:cNvPr>
          <p:cNvSpPr/>
          <p:nvPr/>
        </p:nvSpPr>
        <p:spPr>
          <a:xfrm>
            <a:off x="902208" y="5224844"/>
            <a:ext cx="1857876" cy="532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Budget Agent:</a:t>
            </a:r>
          </a:p>
          <a:p>
            <a:pPr algn="ctr"/>
            <a:r>
              <a:rPr lang="en-US" dirty="0"/>
              <a:t>Checks budget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9D53BB-69D5-9398-8F63-5F5599152044}"/>
              </a:ext>
            </a:extLst>
          </p:cNvPr>
          <p:cNvSpPr/>
          <p:nvPr/>
        </p:nvSpPr>
        <p:spPr>
          <a:xfrm>
            <a:off x="2560371" y="4412521"/>
            <a:ext cx="1861772" cy="366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Manager Agent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BE6E51A-C0E2-20A8-5452-0B1378B1D859}"/>
              </a:ext>
            </a:extLst>
          </p:cNvPr>
          <p:cNvSpPr/>
          <p:nvPr/>
        </p:nvSpPr>
        <p:spPr>
          <a:xfrm>
            <a:off x="3947160" y="5252070"/>
            <a:ext cx="1857876" cy="532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Schedule Agent:</a:t>
            </a:r>
          </a:p>
          <a:p>
            <a:pPr algn="ctr"/>
            <a:r>
              <a:rPr lang="en-US" dirty="0"/>
              <a:t>Finds time slots</a:t>
            </a:r>
            <a:endParaRPr lang="en-IN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B49FAC76-FD1D-6C83-F913-B6C6C228DC2A}"/>
              </a:ext>
            </a:extLst>
          </p:cNvPr>
          <p:cNvSpPr/>
          <p:nvPr/>
        </p:nvSpPr>
        <p:spPr>
          <a:xfrm rot="3268404">
            <a:off x="1979945" y="2423046"/>
            <a:ext cx="228600" cy="9822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8D0B807-37E9-1D24-3EFF-40B138DF5D87}"/>
              </a:ext>
            </a:extLst>
          </p:cNvPr>
          <p:cNvSpPr/>
          <p:nvPr/>
        </p:nvSpPr>
        <p:spPr>
          <a:xfrm rot="18362961">
            <a:off x="5204982" y="2325858"/>
            <a:ext cx="228600" cy="10352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2ABEC5D-CC6B-E39D-3C7E-33764E8F9D53}"/>
              </a:ext>
            </a:extLst>
          </p:cNvPr>
          <p:cNvSpPr/>
          <p:nvPr/>
        </p:nvSpPr>
        <p:spPr>
          <a:xfrm>
            <a:off x="3516165" y="4016310"/>
            <a:ext cx="228600" cy="294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A0B3F651-1ED6-650D-A2B3-DC8FA6A7EDE8}"/>
              </a:ext>
            </a:extLst>
          </p:cNvPr>
          <p:cNvSpPr/>
          <p:nvPr/>
        </p:nvSpPr>
        <p:spPr>
          <a:xfrm rot="2923151">
            <a:off x="2323281" y="4742112"/>
            <a:ext cx="228600" cy="4781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0315E43-ABA3-D9A0-37B8-5F8359DA4435}"/>
              </a:ext>
            </a:extLst>
          </p:cNvPr>
          <p:cNvSpPr/>
          <p:nvPr/>
        </p:nvSpPr>
        <p:spPr>
          <a:xfrm rot="18858420">
            <a:off x="4469247" y="4795797"/>
            <a:ext cx="228600" cy="468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F966C397-C3AF-1ACA-4C0E-58F2B0D65A07}"/>
              </a:ext>
            </a:extLst>
          </p:cNvPr>
          <p:cNvSpPr/>
          <p:nvPr/>
        </p:nvSpPr>
        <p:spPr>
          <a:xfrm rot="18858420">
            <a:off x="2526341" y="5854938"/>
            <a:ext cx="228600" cy="3925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BBB810D1-EBAA-BD12-D6F5-B0A90255F4E9}"/>
              </a:ext>
            </a:extLst>
          </p:cNvPr>
          <p:cNvSpPr/>
          <p:nvPr/>
        </p:nvSpPr>
        <p:spPr>
          <a:xfrm rot="2923151">
            <a:off x="4042077" y="5757061"/>
            <a:ext cx="228600" cy="5066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04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C0-BD26-6BBB-7A14-E38AB3F2D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34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1245</TotalTime>
  <Words>290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204</cp:revision>
  <dcterms:created xsi:type="dcterms:W3CDTF">2025-09-22T02:44:38Z</dcterms:created>
  <dcterms:modified xsi:type="dcterms:W3CDTF">2026-09-16T03:46:48Z</dcterms:modified>
</cp:coreProperties>
</file>