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2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98C2D-59F6-4011-B96D-23F775261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927D9-39E1-FDEB-3FFD-3159C3B22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08756-1450-6825-1212-3946D0CFB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BABB8-716D-C7D8-D2DB-DA460D1FDA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16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502920" cy="502920"/>
          </a:xfrm>
          <a:prstGeom prst="ellipse">
            <a:avLst/>
          </a:prstGeom>
          <a:solidFill>
            <a:srgbClr val="26335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1737360"/>
            <a:ext cx="502920" cy="502920"/>
          </a:xfrm>
          <a:prstGeom prst="ellipse">
            <a:avLst/>
          </a:prstGeom>
          <a:solidFill>
            <a:srgbClr val="26335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3291840"/>
            <a:ext cx="502920" cy="502920"/>
          </a:xfrm>
          <a:prstGeom prst="ellipse">
            <a:avLst/>
          </a:prstGeom>
          <a:solidFill>
            <a:srgbClr val="26335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4206240"/>
            <a:ext cx="502920" cy="502920"/>
          </a:xfrm>
          <a:prstGeom prst="ellipse">
            <a:avLst/>
          </a:prstGeom>
          <a:solidFill>
            <a:srgbClr val="26335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31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CREWAI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2461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</a:t>
            </a:r>
            <a:r>
              <a:rPr lang="en-US" sz="2000" b="1" i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AI agents </a:t>
            </a:r>
            <a:r>
              <a:rPr lang="en-US" sz="20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work together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7947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the open-source multi-agent framework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CrewAI?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Python framework for orchestrating role-playing, autonomous AI agents that collaborate to complete complex tasks — like a </a:t>
            </a:r>
            <a:r>
              <a:rPr lang="en-US" sz="1600" b="1" u="sng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single chatbot.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88" y="2234428"/>
            <a:ext cx="487192" cy="487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2121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47802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with a role, a goal, a backstory, and optional tools it can call.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310896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388" y="3194548"/>
            <a:ext cx="487192" cy="4871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3081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343814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of work: a description of what to do and the expected output.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85800" y="406908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388" y="4154668"/>
            <a:ext cx="487192" cy="4871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600200" y="43982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— a set of agents and tasks, run together toward one outcome.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85800" y="50292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388" y="5114788"/>
            <a:ext cx="487192" cy="4871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5001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600200" y="535838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tasks execute: sequential hand-off, or hierarchical delegation.</a:t>
            </a:r>
            <a:endParaRPr lang="en-US" sz="13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D57A5D-4792-1340-4719-94CAD4DBBD9C}"/>
              </a:ext>
            </a:extLst>
          </p:cNvPr>
          <p:cNvSpPr txBox="1"/>
          <p:nvPr/>
        </p:nvSpPr>
        <p:spPr>
          <a:xfrm>
            <a:off x="4088921" y="65905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CrewAI?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LLM call struggles with work that needs division of labor and hand-offs.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EEF3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67" y="2317547"/>
            <a:ext cx="439826" cy="4398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2585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0175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can't cleanly divide research, analysis, and writing.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prompt-chaining is brittle and hard to maintain.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structure for delegation, hand-offs, or memory.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8233F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240280"/>
            <a:ext cx="594360" cy="594360"/>
          </a:xfrm>
          <a:prstGeom prst="ellipse">
            <a:avLst/>
          </a:prstGeom>
          <a:solidFill>
            <a:srgbClr val="26335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227" y="231754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2585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CrewAI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0175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take on specialized roles automatically.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pass context to each other without extra wiring.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and hierarchical workflows are built in.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</a:t>
            </a:r>
            <a:r>
              <a:rPr lang="en-US" sz="3200" b="1" dirty="0" err="1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CrewAI</a:t>
            </a:r>
            <a:r>
              <a:rPr lang="en-US" sz="32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Compares with Others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best framework — here's the trade-off each one makes.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40233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(raw)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Low-level building blocks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design the orchestration yourself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Conversation-centric agents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 to predict and debug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/ state-machine control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Steep learning curve for simple crews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teams, built-in orchestration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to prototype, readable, lean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61" y="176534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&amp; Independent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7063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on LangChain — a small, standalone dependency footprint.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16916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421" y="1765341"/>
            <a:ext cx="419527" cy="41952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by Design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77063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task configs read like plain English, even in YAML.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16916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81" y="1765341"/>
            <a:ext cx="419527" cy="41952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Execution Modes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77063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Crews and deterministic Flows in one framework.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0233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61" y="4371381"/>
            <a:ext cx="419527" cy="41952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Built In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766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and hierarchical processes ship out of the box.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43400" y="40233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24" name="Shape 18"/>
          <p:cNvSpPr/>
          <p:nvPr/>
        </p:nvSpPr>
        <p:spPr>
          <a:xfrm>
            <a:off x="4617720" y="4297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1421" y="4371381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1772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Tool Ecosystem</a:t>
            </a:r>
            <a:endParaRPr lang="en-US" sz="155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53766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RAG, and code-execution tools ready via crewai-tools.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138160" y="40233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29" name="Shape 22"/>
          <p:cNvSpPr/>
          <p:nvPr/>
        </p:nvSpPr>
        <p:spPr>
          <a:xfrm>
            <a:off x="8412480" y="4297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181" y="4371381"/>
            <a:ext cx="419527" cy="41952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1248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Production</a:t>
            </a:r>
            <a:endParaRPr lang="en-US" sz="155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53766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YAML-driven project structure grows cleanly from prototype.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1051560"/>
            <a:ext cx="1463040" cy="1463040"/>
          </a:xfrm>
          <a:prstGeom prst="ellipse">
            <a:avLst/>
          </a:prstGeom>
          <a:solidFill>
            <a:srgbClr val="26335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723" y="1241755"/>
            <a:ext cx="1082650" cy="10826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9640" y="4023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–m pip </a:t>
            </a:r>
            <a:r>
              <a:rPr lang="en-US" sz="16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crewai crewai-tools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docs.crewai.com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A6520B-2048-8FBA-9BEF-4B7A7593F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2FD043AF-DEFF-4552-6ACF-66C17FA8D7AF}"/>
              </a:ext>
            </a:extLst>
          </p:cNvPr>
          <p:cNvSpPr txBox="1"/>
          <p:nvPr/>
        </p:nvSpPr>
        <p:spPr>
          <a:xfrm>
            <a:off x="646981" y="85401"/>
            <a:ext cx="10332720" cy="639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Crew AI Agent Key Parameters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4DE33-37A5-BB9C-09FB-14FF67D44521}"/>
              </a:ext>
            </a:extLst>
          </p:cNvPr>
          <p:cNvSpPr txBox="1"/>
          <p:nvPr/>
        </p:nvSpPr>
        <p:spPr>
          <a:xfrm>
            <a:off x="353683" y="785003"/>
            <a:ext cx="113331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role: 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type of personality this agent has – email assistant, blog writer, code writer, mathematician, etc</a:t>
            </a: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task that needs to be completed</a:t>
            </a: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backstory:  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little more background detail about the role</a:t>
            </a: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llm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Large Language Model that would be used by Agent</a:t>
            </a: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E7B2D-1FAD-D1D8-51D4-3680396A8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83" y="2872596"/>
            <a:ext cx="11082327" cy="370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73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424</Words>
  <Application>Microsoft Office PowerPoint</Application>
  <PresentationFormat>Widescreen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Ashwani Kumar</cp:lastModifiedBy>
  <cp:revision>8</cp:revision>
  <dcterms:created xsi:type="dcterms:W3CDTF">2026-08-27T09:01:14Z</dcterms:created>
  <dcterms:modified xsi:type="dcterms:W3CDTF">2026-09-16T08:51:26Z</dcterms:modified>
</cp:coreProperties>
</file>