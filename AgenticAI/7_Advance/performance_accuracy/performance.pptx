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F7A2DC-0D77-A0A8-D76E-968C935D9593}"/>
              </a:ext>
            </a:extLst>
          </p:cNvPr>
          <p:cNvSpPr txBox="1"/>
          <p:nvPr/>
        </p:nvSpPr>
        <p:spPr>
          <a:xfrm>
            <a:off x="384048" y="795957"/>
            <a:ext cx="1116482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Measure AI Agent Performance and Accuracy</a:t>
            </a:r>
          </a:p>
          <a:p>
            <a:pPr>
              <a:buNone/>
            </a:pPr>
            <a:endParaRPr lang="en-IN" sz="28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When we build an AI agent, we need to answer several questions: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: Does the agent produce the correct answer?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Task success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: Does it complete the user's task successfully?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Tool-use performance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: Does it select and use the correct tools?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Efficiency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: How much time, money, and how many LLM calls does it require?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Reliability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: Does it perform consistently across different attempts?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Safety</a:t>
            </a:r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: Does it avoid harmful actions, unauthorized access, and incorrect decisions?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2026-10-11T20:12:37Z</dcterms:modified>
</cp:coreProperties>
</file>