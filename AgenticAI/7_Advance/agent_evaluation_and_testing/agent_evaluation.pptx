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143FF3-6C40-4107-91BB-30F1D3636FB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94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85387-CF7C-790D-C492-9D7BC7D88806}"/>
              </a:ext>
            </a:extLst>
          </p:cNvPr>
          <p:cNvSpPr txBox="1"/>
          <p:nvPr/>
        </p:nvSpPr>
        <p:spPr>
          <a:xfrm>
            <a:off x="4398264" y="2807208"/>
            <a:ext cx="4505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Agent Evaluation</a:t>
            </a:r>
            <a:endParaRPr lang="en-IN" sz="48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D9EC9-05D5-690A-6C0A-0DCD3E54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B7E892-60CB-441A-9F23-65E7D5C9C052}"/>
              </a:ext>
            </a:extLst>
          </p:cNvPr>
          <p:cNvSpPr txBox="1"/>
          <p:nvPr/>
        </p:nvSpPr>
        <p:spPr>
          <a:xfrm>
            <a:off x="382257" y="405636"/>
            <a:ext cx="104679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 have an agent that produces a good final answer but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40 seconds,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12 redundant tool calls,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violates a policy.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failed agent .</a:t>
            </a:r>
          </a:p>
          <a:p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Therefore, evaluating only the final answer is not enough — we should also evaluate the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29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50C3C-871B-6DE5-C6D2-3113BF3E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00E813-7E89-15A5-1E7F-4A53964D9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023235"/>
              </p:ext>
            </p:extLst>
          </p:nvPr>
        </p:nvGraphicFramePr>
        <p:xfrm>
          <a:off x="60960" y="1546583"/>
          <a:ext cx="12070080" cy="447005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524783089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1229264127"/>
                    </a:ext>
                  </a:extLst>
                </a:gridCol>
                <a:gridCol w="5001768">
                  <a:extLst>
                    <a:ext uri="{9D8B030D-6E8A-4147-A177-3AD203B41FA5}">
                      <a16:colId xmlns:a16="http://schemas.microsoft.com/office/drawing/2014/main" val="195227734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/>
                        <a:t>Metric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/>
                        <a:t>What does it measure?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/>
                        <a:t>Example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43350771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1. Task success rate (Accuracy)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Did the agent achieve its goal?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Did a travel agent find a suitable flight?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5243491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2. Tool-use accuracy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Did it select and use the correct tools?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Did it use the correct tool to query database and not website?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947908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3. Reasoning and planning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Did it follow a sensible sequence of steps?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Did it check eligibility before approving a loan?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3676006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4. Efficiency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How much time and money did it consume?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Did it finish in 5 seconds or 60 seconds? How many tokens it consumed 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69663772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5. Reliability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Does it perform consistently across repeated runs?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Does it succeed on 95 of 100 similar tasks?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8886725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6. Safety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Does it avoid harmful or unauthorized actions?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Does it ask permission before sending a payment?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726989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AFCB7A2-8260-340D-E113-FF52C69018A6}"/>
              </a:ext>
            </a:extLst>
          </p:cNvPr>
          <p:cNvSpPr txBox="1"/>
          <p:nvPr/>
        </p:nvSpPr>
        <p:spPr>
          <a:xfrm>
            <a:off x="532638" y="153662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1. Few key metrics for evaluating an AI agent</a:t>
            </a:r>
          </a:p>
        </p:txBody>
      </p:sp>
    </p:spTree>
    <p:extLst>
      <p:ext uri="{BB962C8B-B14F-4D97-AF65-F5344CB8AC3E}">
        <p14:creationId xmlns:p14="http://schemas.microsoft.com/office/powerpoint/2010/main" val="239468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4FD14-A3CB-9FEB-E9D2-7B20E533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649B35-08AF-98FB-8714-546089DBE695}"/>
              </a:ext>
            </a:extLst>
          </p:cNvPr>
          <p:cNvSpPr txBox="1"/>
          <p:nvPr/>
        </p:nvSpPr>
        <p:spPr>
          <a:xfrm>
            <a:off x="532638" y="153662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Data-analysis agent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190069-7A5C-F414-0D61-FF827932B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05173"/>
              </p:ext>
            </p:extLst>
          </p:nvPr>
        </p:nvGraphicFramePr>
        <p:xfrm>
          <a:off x="532638" y="1697006"/>
          <a:ext cx="10515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0290">
                  <a:extLst>
                    <a:ext uri="{9D8B030D-6E8A-4147-A177-3AD203B41FA5}">
                      <a16:colId xmlns:a16="http://schemas.microsoft.com/office/drawing/2014/main" val="3858526163"/>
                    </a:ext>
                  </a:extLst>
                </a:gridCol>
                <a:gridCol w="8195310">
                  <a:extLst>
                    <a:ext uri="{9D8B030D-6E8A-4147-A177-3AD203B41FA5}">
                      <a16:colId xmlns:a16="http://schemas.microsoft.com/office/drawing/2014/main" val="1277923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/>
                        <a:t>What to evaluate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413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Profiler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Correctly identifies columns, data types, and missing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887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Cleaning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Correctly handles missing values, duplicates, and outliers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796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Produces correct statistics and conclusions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043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Uses appropriate charts and accurate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562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Insights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Generates evidence-supported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516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Report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Includes the required findings accurately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32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Entire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Completes the user’s request reliably, safely, and within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351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78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284</Words>
  <Application>Microsoft Office PowerPoint</Application>
  <PresentationFormat>Widescreen</PresentationFormat>
  <Paragraphs>48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</cp:revision>
  <dcterms:created xsi:type="dcterms:W3CDTF">2026-09-25T02:37:34Z</dcterms:created>
  <dcterms:modified xsi:type="dcterms:W3CDTF">2026-10-18T06:50:55Z</dcterms:modified>
</cp:coreProperties>
</file>