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90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76" r:id="rId17"/>
    <p:sldId id="28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927320"/>
            <a:ext cx="102920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 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CD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5B0A-E0A4-0BD0-9403-B6AA4B9F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FFFD135-963E-1ECD-AAD6-A87D89D6BD26}"/>
              </a:ext>
            </a:extLst>
          </p:cNvPr>
          <p:cNvSpPr txBox="1"/>
          <p:nvPr/>
        </p:nvSpPr>
        <p:spPr>
          <a:xfrm>
            <a:off x="477520" y="1927320"/>
            <a:ext cx="1029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https://www.youtube.com/watch?v=G1u4WBdlWgU</a:t>
            </a:r>
          </a:p>
        </p:txBody>
      </p:sp>
    </p:spTree>
    <p:extLst>
      <p:ext uri="{BB962C8B-B14F-4D97-AF65-F5344CB8AC3E}">
        <p14:creationId xmlns:p14="http://schemas.microsoft.com/office/powerpoint/2010/main" val="398567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normal app: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→ Build → Test → Deploy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an ML app: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+ Data + Model → Train → Evaluate → Deploy → Monitor → Retrain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difference: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depends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+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just code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AA51E-2FEA-CCCF-0B3F-B759FFD6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5B4BC9-CBDF-7617-19A3-ED5C8D47F20C}"/>
              </a:ext>
            </a:extLst>
          </p:cNvPr>
          <p:cNvSpPr txBox="1"/>
          <p:nvPr/>
        </p:nvSpPr>
        <p:spPr>
          <a:xfrm>
            <a:off x="274320" y="933117"/>
            <a:ext cx="11658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CI/CD Pipeline (Industry Flow)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🔄 Full Lifecycle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→ Preprocessing → Training → Evaluation → Deployment → Monitoring → Retraining</a:t>
            </a:r>
          </a:p>
        </p:txBody>
      </p:sp>
    </p:spTree>
    <p:extLst>
      <p:ext uri="{BB962C8B-B14F-4D97-AF65-F5344CB8AC3E}">
        <p14:creationId xmlns:p14="http://schemas.microsoft.com/office/powerpoint/2010/main" val="280156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1ABD-9FE5-1D6E-25B7-A56A04C6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864C6-46AE-6072-66D1-C3B200A13EF8}"/>
              </a:ext>
            </a:extLst>
          </p:cNvPr>
          <p:cNvSpPr txBox="1"/>
          <p:nvPr/>
        </p:nvSpPr>
        <p:spPr>
          <a:xfrm>
            <a:off x="274320" y="2652189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Continuous Integration (CI) in ML</a:t>
            </a:r>
          </a:p>
        </p:txBody>
      </p:sp>
    </p:spTree>
    <p:extLst>
      <p:ext uri="{BB962C8B-B14F-4D97-AF65-F5344CB8AC3E}">
        <p14:creationId xmlns:p14="http://schemas.microsoft.com/office/powerpoint/2010/main" val="213208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6E61-8877-590E-20E6-C22E0E61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6B466A-C251-0429-58F7-57C33DCF8F3F}"/>
              </a:ext>
            </a:extLst>
          </p:cNvPr>
          <p:cNvSpPr txBox="1"/>
          <p:nvPr/>
        </p:nvSpPr>
        <p:spPr>
          <a:xfrm>
            <a:off x="274320" y="402765"/>
            <a:ext cx="1165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integrated?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code : Model training code,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pipelines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engineering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files</a:t>
            </a:r>
          </a:p>
        </p:txBody>
      </p:sp>
    </p:spTree>
    <p:extLst>
      <p:ext uri="{BB962C8B-B14F-4D97-AF65-F5344CB8AC3E}">
        <p14:creationId xmlns:p14="http://schemas.microsoft.com/office/powerpoint/2010/main" val="285224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BBC3-349A-FC0F-4EC9-CA5462EB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7708E6-441D-F676-EB5B-4F9E1C3173D3}"/>
              </a:ext>
            </a:extLst>
          </p:cNvPr>
          <p:cNvSpPr txBox="1"/>
          <p:nvPr/>
        </p:nvSpPr>
        <p:spPr>
          <a:xfrm>
            <a:off x="246888" y="55293"/>
            <a:ext cx="11658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CI Steps in ML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Validation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code runs correctly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Linting (flake8)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Unit 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888A68-8924-E331-CA99-19485CA32601}"/>
              </a:ext>
            </a:extLst>
          </p:cNvPr>
          <p:cNvSpPr txBox="1"/>
          <p:nvPr/>
        </p:nvSpPr>
        <p:spPr>
          <a:xfrm>
            <a:off x="274320" y="3027093"/>
            <a:ext cx="1165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Validation 🚨 (VERY IMPORTANT)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Schema mismatch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assert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df.shape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[1] == 10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assert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df.isnull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().sum().sum() &lt; 100</a:t>
            </a:r>
          </a:p>
        </p:txBody>
      </p:sp>
    </p:spTree>
    <p:extLst>
      <p:ext uri="{BB962C8B-B14F-4D97-AF65-F5344CB8AC3E}">
        <p14:creationId xmlns:p14="http://schemas.microsoft.com/office/powerpoint/2010/main" val="3530913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96BC-967A-D49E-251E-49018E81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E331F-B1C9-FF34-7220-BA05D5D566FF}"/>
              </a:ext>
            </a:extLst>
          </p:cNvPr>
          <p:cNvSpPr txBox="1"/>
          <p:nvPr/>
        </p:nvSpPr>
        <p:spPr>
          <a:xfrm>
            <a:off x="274320" y="338757"/>
            <a:ext cx="6172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Model Training (Optional in CI)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small/quick version of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full training (too expensive)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040F9-2D0B-73C4-594F-51B4DFB9BC41}"/>
              </a:ext>
            </a:extLst>
          </p:cNvPr>
          <p:cNvSpPr txBox="1"/>
          <p:nvPr/>
        </p:nvSpPr>
        <p:spPr>
          <a:xfrm>
            <a:off x="256032" y="2850910"/>
            <a:ext cx="60807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Model Evaluation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Precision/Recall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F1 Score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assert accuracy &gt; 0.75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If model is worse → pipeline FAILS ❌</a:t>
            </a:r>
          </a:p>
        </p:txBody>
      </p:sp>
    </p:spTree>
    <p:extLst>
      <p:ext uri="{BB962C8B-B14F-4D97-AF65-F5344CB8AC3E}">
        <p14:creationId xmlns:p14="http://schemas.microsoft.com/office/powerpoint/2010/main" val="2085706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70A2-08DB-C5D2-75BE-8C895D72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C79F1-B94A-1E45-CFA4-ACA8FEB5BD9C}"/>
              </a:ext>
            </a:extLst>
          </p:cNvPr>
          <p:cNvSpPr txBox="1"/>
          <p:nvPr/>
        </p:nvSpPr>
        <p:spPr>
          <a:xfrm>
            <a:off x="2363724" y="2659118"/>
            <a:ext cx="8526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Continuous Delivery / Deployment (CD)</a:t>
            </a:r>
          </a:p>
        </p:txBody>
      </p:sp>
    </p:spTree>
    <p:extLst>
      <p:ext uri="{BB962C8B-B14F-4D97-AF65-F5344CB8AC3E}">
        <p14:creationId xmlns:p14="http://schemas.microsoft.com/office/powerpoint/2010/main" val="341486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F1A8-CE22-7524-444A-7E9590F7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E1F7D0-F9FE-73F8-B836-E58DD4227311}"/>
              </a:ext>
            </a:extLst>
          </p:cNvPr>
          <p:cNvSpPr txBox="1"/>
          <p:nvPr/>
        </p:nvSpPr>
        <p:spPr>
          <a:xfrm>
            <a:off x="160020" y="440912"/>
            <a:ext cx="58933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CI passes: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Model Packaging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Save model: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joblib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joblib.dump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(model,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model.pkl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2F492-807D-3147-8C07-1CBE1CD0FB4A}"/>
              </a:ext>
            </a:extLst>
          </p:cNvPr>
          <p:cNvSpPr txBox="1"/>
          <p:nvPr/>
        </p:nvSpPr>
        <p:spPr>
          <a:xfrm>
            <a:off x="3922776" y="4208240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API Creation (Serving Model)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@app.post("/predict")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def predict(data):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return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model.predict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643320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12BA-15D9-7E33-50CE-57D4BA58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A26480-520F-786A-22D9-7B57C2BE5CC0}"/>
              </a:ext>
            </a:extLst>
          </p:cNvPr>
          <p:cNvSpPr txBox="1"/>
          <p:nvPr/>
        </p:nvSpPr>
        <p:spPr>
          <a:xfrm>
            <a:off x="160020" y="440912"/>
            <a:ext cx="58933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Deployment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 (AWS / GCP)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Docker container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41795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09E3-46E7-5A2E-668A-4815F3F6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D75AA7-50C1-7775-1B7D-A17898358088}"/>
              </a:ext>
            </a:extLst>
          </p:cNvPr>
          <p:cNvSpPr txBox="1"/>
          <p:nvPr/>
        </p:nvSpPr>
        <p:spPr>
          <a:xfrm>
            <a:off x="1495044" y="2662904"/>
            <a:ext cx="9249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Continuous Monitoring (ML-Specific)</a:t>
            </a:r>
          </a:p>
        </p:txBody>
      </p:sp>
    </p:spTree>
    <p:extLst>
      <p:ext uri="{BB962C8B-B14F-4D97-AF65-F5344CB8AC3E}">
        <p14:creationId xmlns:p14="http://schemas.microsoft.com/office/powerpoint/2010/main" val="321305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A304-5D02-BFC3-D1BB-F270B530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A1F98F3-2AFD-80B9-8FE6-5F84FE09128F}"/>
              </a:ext>
            </a:extLst>
          </p:cNvPr>
          <p:cNvSpPr txBox="1"/>
          <p:nvPr/>
        </p:nvSpPr>
        <p:spPr>
          <a:xfrm>
            <a:off x="274320" y="281214"/>
            <a:ext cx="85267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ML is DIFFERENT.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deployment: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Monitor: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accuracy in real world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drift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distribution 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Problem: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trained on: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Age: 20–40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Production data: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Age: 60–80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Model performance drops → NEED retraining</a:t>
            </a:r>
          </a:p>
        </p:txBody>
      </p:sp>
    </p:spTree>
    <p:extLst>
      <p:ext uri="{BB962C8B-B14F-4D97-AF65-F5344CB8AC3E}">
        <p14:creationId xmlns:p14="http://schemas.microsoft.com/office/powerpoint/2010/main" val="2219166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D47D-7CC7-0A79-D09C-08CE19AB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3441B34-3379-91FC-126A-B44F7A59B033}"/>
              </a:ext>
            </a:extLst>
          </p:cNvPr>
          <p:cNvSpPr txBox="1"/>
          <p:nvPr/>
        </p:nvSpPr>
        <p:spPr>
          <a:xfrm>
            <a:off x="274320" y="281214"/>
            <a:ext cx="85267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Continuous Retraining (Advanced CD)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 automatically: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Collect new data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Retrain model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Re-evaluate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 new version </a:t>
            </a:r>
          </a:p>
        </p:txBody>
      </p:sp>
    </p:spTree>
    <p:extLst>
      <p:ext uri="{BB962C8B-B14F-4D97-AF65-F5344CB8AC3E}">
        <p14:creationId xmlns:p14="http://schemas.microsoft.com/office/powerpoint/2010/main" val="1095401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2AE6F-EEF4-6A26-D7E4-CEB75A671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94D18BA-AD30-2DA3-38D1-D97B7E18E29F}"/>
              </a:ext>
            </a:extLst>
          </p:cNvPr>
          <p:cNvSpPr txBox="1"/>
          <p:nvPr/>
        </p:nvSpPr>
        <p:spPr>
          <a:xfrm>
            <a:off x="274320" y="281214"/>
            <a:ext cx="5989320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GitHub Actions for ML Pipeline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name: ML Pipeline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on: [push]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jobs: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ml-pipeline: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runs-on: ubuntu-latest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steps: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uses: actions/checkout@v3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Install Dependencies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pip install -r requirements.txt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Run Data Validation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validate_data.py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Train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train.py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16D8A-2151-022E-3D2F-2E5D02C49A66}"/>
              </a:ext>
            </a:extLst>
          </p:cNvPr>
          <p:cNvSpPr txBox="1"/>
          <p:nvPr/>
        </p:nvSpPr>
        <p:spPr>
          <a:xfrm>
            <a:off x="6931152" y="1674674"/>
            <a:ext cx="38953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Evaluate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evaluate.py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- name: Save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run: python save_model.py</a:t>
            </a:r>
          </a:p>
        </p:txBody>
      </p:sp>
    </p:spTree>
    <p:extLst>
      <p:ext uri="{BB962C8B-B14F-4D97-AF65-F5344CB8AC3E}">
        <p14:creationId xmlns:p14="http://schemas.microsoft.com/office/powerpoint/2010/main" val="417026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AF29-D29B-A6B6-40D7-A4D7272D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180810-739C-C9FC-397C-62B4CB37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454" y="1849135"/>
            <a:ext cx="8683784" cy="315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2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BEA6-F3D4-0321-F388-23D9107A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09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475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2026-10-17T11:25:51Z</dcterms:modified>
</cp:coreProperties>
</file>