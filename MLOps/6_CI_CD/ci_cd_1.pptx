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90" r:id="rId3"/>
    <p:sldId id="275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76" r:id="rId17"/>
    <p:sldId id="28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927320"/>
            <a:ext cx="1029208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 </a:t>
            </a:r>
          </a:p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CD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D5B0A-E0A4-0BD0-9403-B6AA4B9F5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FFFD135-963E-1ECD-AAD6-A87D89D6BD26}"/>
              </a:ext>
            </a:extLst>
          </p:cNvPr>
          <p:cNvSpPr txBox="1"/>
          <p:nvPr/>
        </p:nvSpPr>
        <p:spPr>
          <a:xfrm>
            <a:off x="477520" y="1927320"/>
            <a:ext cx="1029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https://www.youtube.com/watch?v=G1u4WBdlWgU</a:t>
            </a:r>
          </a:p>
        </p:txBody>
      </p:sp>
    </p:spTree>
    <p:extLst>
      <p:ext uri="{BB962C8B-B14F-4D97-AF65-F5344CB8AC3E}">
        <p14:creationId xmlns:p14="http://schemas.microsoft.com/office/powerpoint/2010/main" val="398567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 normal app: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→ Build → Test → Deploy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an ML app: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+ Data + Model → Train → Evaluate → Deploy → Monitor → Retrain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Key difference: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depends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+ model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just code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AA51E-2FEA-CCCF-0B3F-B759FFD66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5B4BC9-CBDF-7617-19A3-ED5C8D47F20C}"/>
              </a:ext>
            </a:extLst>
          </p:cNvPr>
          <p:cNvSpPr txBox="1"/>
          <p:nvPr/>
        </p:nvSpPr>
        <p:spPr>
          <a:xfrm>
            <a:off x="274320" y="933117"/>
            <a:ext cx="11658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ML CI/CD Pipeline (Industry Flow)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🔄 Full Lifecycle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→ Preprocessing → Training → Evaluation → Deployment → Monitoring → Retraining</a:t>
            </a:r>
          </a:p>
        </p:txBody>
      </p:sp>
    </p:spTree>
    <p:extLst>
      <p:ext uri="{BB962C8B-B14F-4D97-AF65-F5344CB8AC3E}">
        <p14:creationId xmlns:p14="http://schemas.microsoft.com/office/powerpoint/2010/main" val="280156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1ABD-9FE5-1D6E-25B7-A56A04C63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5864C6-46AE-6072-66D1-C3B200A13EF8}"/>
              </a:ext>
            </a:extLst>
          </p:cNvPr>
          <p:cNvSpPr txBox="1"/>
          <p:nvPr/>
        </p:nvSpPr>
        <p:spPr>
          <a:xfrm>
            <a:off x="274320" y="2652189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AutoNum type="arabicPeriod"/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Continuous Integration (CI) in ML</a:t>
            </a:r>
          </a:p>
        </p:txBody>
      </p:sp>
    </p:spTree>
    <p:extLst>
      <p:ext uri="{BB962C8B-B14F-4D97-AF65-F5344CB8AC3E}">
        <p14:creationId xmlns:p14="http://schemas.microsoft.com/office/powerpoint/2010/main" val="2132089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F6E61-8877-590E-20E6-C22E0E615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6B466A-C251-0429-58F7-57C33DCF8F3F}"/>
              </a:ext>
            </a:extLst>
          </p:cNvPr>
          <p:cNvSpPr txBox="1"/>
          <p:nvPr/>
        </p:nvSpPr>
        <p:spPr>
          <a:xfrm>
            <a:off x="274320" y="402765"/>
            <a:ext cx="11658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gets integrated?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code : Model training code,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etc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pipelines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 engineering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 files</a:t>
            </a:r>
          </a:p>
        </p:txBody>
      </p:sp>
    </p:spTree>
    <p:extLst>
      <p:ext uri="{BB962C8B-B14F-4D97-AF65-F5344CB8AC3E}">
        <p14:creationId xmlns:p14="http://schemas.microsoft.com/office/powerpoint/2010/main" val="2852246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4BBC3-349A-FC0F-4EC9-CA5462EBF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7708E6-441D-F676-EB5B-4F9E1C3173D3}"/>
              </a:ext>
            </a:extLst>
          </p:cNvPr>
          <p:cNvSpPr txBox="1"/>
          <p:nvPr/>
        </p:nvSpPr>
        <p:spPr>
          <a:xfrm>
            <a:off x="246888" y="55293"/>
            <a:ext cx="11658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CI Steps in ML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Validation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code runs correctly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Linting (flake8)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Unit 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888A68-8924-E331-CA99-19485CA32601}"/>
              </a:ext>
            </a:extLst>
          </p:cNvPr>
          <p:cNvSpPr txBox="1"/>
          <p:nvPr/>
        </p:nvSpPr>
        <p:spPr>
          <a:xfrm>
            <a:off x="274320" y="3027093"/>
            <a:ext cx="11658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Data Validation 🚨 (VERY IMPORTANT)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Missing values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Schema mismatch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drift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assert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df.shape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[1] == 10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assert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df.isnull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().sum().sum() &lt; 100</a:t>
            </a:r>
          </a:p>
        </p:txBody>
      </p:sp>
    </p:spTree>
    <p:extLst>
      <p:ext uri="{BB962C8B-B14F-4D97-AF65-F5344CB8AC3E}">
        <p14:creationId xmlns:p14="http://schemas.microsoft.com/office/powerpoint/2010/main" val="3530913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896BC-967A-D49E-251E-49018E815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EE331F-B1C9-FF34-7220-BA05D5D566FF}"/>
              </a:ext>
            </a:extLst>
          </p:cNvPr>
          <p:cNvSpPr txBox="1"/>
          <p:nvPr/>
        </p:nvSpPr>
        <p:spPr>
          <a:xfrm>
            <a:off x="274320" y="338757"/>
            <a:ext cx="6172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Model Training (Optional in CI)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small/quick version of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full training (too expensive)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D040F9-2D0B-73C4-594F-51B4DFB9BC41}"/>
              </a:ext>
            </a:extLst>
          </p:cNvPr>
          <p:cNvSpPr txBox="1"/>
          <p:nvPr/>
        </p:nvSpPr>
        <p:spPr>
          <a:xfrm>
            <a:off x="256032" y="2850910"/>
            <a:ext cx="60807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Model Evaluation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Accuracy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Precision/Recall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F1 Score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assert accuracy &gt; 0.75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If model is worse → pipeline FAILS ❌</a:t>
            </a:r>
          </a:p>
        </p:txBody>
      </p:sp>
    </p:spTree>
    <p:extLst>
      <p:ext uri="{BB962C8B-B14F-4D97-AF65-F5344CB8AC3E}">
        <p14:creationId xmlns:p14="http://schemas.microsoft.com/office/powerpoint/2010/main" val="2085706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370A2-08DB-C5D2-75BE-8C895D729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BC79F1-B94A-1E45-CFA4-ACA8FEB5BD9C}"/>
              </a:ext>
            </a:extLst>
          </p:cNvPr>
          <p:cNvSpPr txBox="1"/>
          <p:nvPr/>
        </p:nvSpPr>
        <p:spPr>
          <a:xfrm>
            <a:off x="2363724" y="2659118"/>
            <a:ext cx="85267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Continuous Delivery / Deployment (CD)</a:t>
            </a:r>
          </a:p>
        </p:txBody>
      </p:sp>
    </p:spTree>
    <p:extLst>
      <p:ext uri="{BB962C8B-B14F-4D97-AF65-F5344CB8AC3E}">
        <p14:creationId xmlns:p14="http://schemas.microsoft.com/office/powerpoint/2010/main" val="3414868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6F1A8-CE22-7524-444A-7E9590F7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E1F7D0-F9FE-73F8-B836-E58DD4227311}"/>
              </a:ext>
            </a:extLst>
          </p:cNvPr>
          <p:cNvSpPr txBox="1"/>
          <p:nvPr/>
        </p:nvSpPr>
        <p:spPr>
          <a:xfrm>
            <a:off x="160020" y="440912"/>
            <a:ext cx="589330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Once CI passes: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Model Packaging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Save model: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import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joblib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joblib.dump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(model,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model.pkl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82F492-807D-3147-8C07-1CBE1CD0FB4A}"/>
              </a:ext>
            </a:extLst>
          </p:cNvPr>
          <p:cNvSpPr txBox="1"/>
          <p:nvPr/>
        </p:nvSpPr>
        <p:spPr>
          <a:xfrm>
            <a:off x="3922776" y="4208240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API Creation (Serving Model)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@app.post("/predict")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def predict(data):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  return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(data)</a:t>
            </a:r>
          </a:p>
        </p:txBody>
      </p:sp>
    </p:spTree>
    <p:extLst>
      <p:ext uri="{BB962C8B-B14F-4D97-AF65-F5344CB8AC3E}">
        <p14:creationId xmlns:p14="http://schemas.microsoft.com/office/powerpoint/2010/main" val="643320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E12BA-15D9-7E33-50CE-57D4BA58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A26480-520F-786A-22D9-7B57C2BE5CC0}"/>
              </a:ext>
            </a:extLst>
          </p:cNvPr>
          <p:cNvSpPr txBox="1"/>
          <p:nvPr/>
        </p:nvSpPr>
        <p:spPr>
          <a:xfrm>
            <a:off x="160020" y="440912"/>
            <a:ext cx="58933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Deployment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Cloud (AWS / GCP)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Docker container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Kubernetes</a:t>
            </a:r>
          </a:p>
        </p:txBody>
      </p:sp>
    </p:spTree>
    <p:extLst>
      <p:ext uri="{BB962C8B-B14F-4D97-AF65-F5344CB8AC3E}">
        <p14:creationId xmlns:p14="http://schemas.microsoft.com/office/powerpoint/2010/main" val="417958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709E3-46E7-5A2E-668A-4815F3F66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D75AA7-50C1-7775-1B7D-A17898358088}"/>
              </a:ext>
            </a:extLst>
          </p:cNvPr>
          <p:cNvSpPr txBox="1"/>
          <p:nvPr/>
        </p:nvSpPr>
        <p:spPr>
          <a:xfrm>
            <a:off x="1495044" y="2662904"/>
            <a:ext cx="9249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Continuous Monitoring (ML-Specific)</a:t>
            </a:r>
          </a:p>
        </p:txBody>
      </p:sp>
    </p:spTree>
    <p:extLst>
      <p:ext uri="{BB962C8B-B14F-4D97-AF65-F5344CB8AC3E}">
        <p14:creationId xmlns:p14="http://schemas.microsoft.com/office/powerpoint/2010/main" val="321305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3A304-5D02-BFC3-D1BB-F270B5305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7A1F98F3-2AFD-80B9-8FE6-5F84FE09128F}"/>
              </a:ext>
            </a:extLst>
          </p:cNvPr>
          <p:cNvSpPr txBox="1"/>
          <p:nvPr/>
        </p:nvSpPr>
        <p:spPr>
          <a:xfrm>
            <a:off x="274320" y="281214"/>
            <a:ext cx="852678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where ML is DIFFERENT.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deployment: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Monitor: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accuracy in real world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drift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distribution </a:t>
            </a:r>
          </a:p>
          <a:p>
            <a:pPr>
              <a:buNone/>
            </a:pP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Problem: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trained on: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Age: 20–40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Production data: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Age: 60–80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Model performance drops → NEED retraining</a:t>
            </a:r>
          </a:p>
        </p:txBody>
      </p:sp>
    </p:spTree>
    <p:extLst>
      <p:ext uri="{BB962C8B-B14F-4D97-AF65-F5344CB8AC3E}">
        <p14:creationId xmlns:p14="http://schemas.microsoft.com/office/powerpoint/2010/main" val="2219166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D47D-7CC7-0A79-D09C-08CE19AB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B3441B34-3379-91FC-126A-B44F7A59B033}"/>
              </a:ext>
            </a:extLst>
          </p:cNvPr>
          <p:cNvSpPr txBox="1"/>
          <p:nvPr/>
        </p:nvSpPr>
        <p:spPr>
          <a:xfrm>
            <a:off x="274320" y="281214"/>
            <a:ext cx="85267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Continuous Retraining (Advanced CD)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Pipeline automatically: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Collect new data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Retrain model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Re-evaluate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 new version </a:t>
            </a:r>
          </a:p>
        </p:txBody>
      </p:sp>
    </p:spTree>
    <p:extLst>
      <p:ext uri="{BB962C8B-B14F-4D97-AF65-F5344CB8AC3E}">
        <p14:creationId xmlns:p14="http://schemas.microsoft.com/office/powerpoint/2010/main" val="1095401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2AE6F-EEF4-6A26-D7E4-CEB75A671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94D18BA-AD30-2DA3-38D1-D97B7E18E29F}"/>
              </a:ext>
            </a:extLst>
          </p:cNvPr>
          <p:cNvSpPr txBox="1"/>
          <p:nvPr/>
        </p:nvSpPr>
        <p:spPr>
          <a:xfrm>
            <a:off x="274320" y="281214"/>
            <a:ext cx="5989320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GitHub Actions for ML Pipeline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name: ML Pipeline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on: [push]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jobs: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ml-pipeline: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runs-on: ubuntu-latest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steps: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uses: actions/checkout@v3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name: Install Dependencies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run: pip install -r requirements.txt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name: Run Data Validation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run: python validate_data.py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name: Train Model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run: python train.py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916D8A-2151-022E-3D2F-2E5D02C49A66}"/>
              </a:ext>
            </a:extLst>
          </p:cNvPr>
          <p:cNvSpPr txBox="1"/>
          <p:nvPr/>
        </p:nvSpPr>
        <p:spPr>
          <a:xfrm>
            <a:off x="6931152" y="1674674"/>
            <a:ext cx="38953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name: Evaluate Model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run: python evaluate.py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name: Save Model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run: python save_model.py</a:t>
            </a:r>
          </a:p>
        </p:txBody>
      </p:sp>
    </p:spTree>
    <p:extLst>
      <p:ext uri="{BB962C8B-B14F-4D97-AF65-F5344CB8AC3E}">
        <p14:creationId xmlns:p14="http://schemas.microsoft.com/office/powerpoint/2010/main" val="4170260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AF29-D29B-A6B6-40D7-A4D7272D6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180810-739C-C9FC-397C-62B4CB37E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454" y="1849135"/>
            <a:ext cx="8683784" cy="315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23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4BEA6-F3D4-0321-F388-23D9107A3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19D675-BB91-7042-F810-877CCF698579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096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1908</TotalTime>
  <Words>482</Words>
  <Application>Microsoft Office PowerPoint</Application>
  <PresentationFormat>Widescreen</PresentationFormat>
  <Paragraphs>127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315</cp:revision>
  <dcterms:created xsi:type="dcterms:W3CDTF">2025-09-22T02:44:38Z</dcterms:created>
  <dcterms:modified xsi:type="dcterms:W3CDTF">2026-04-12T12:37:26Z</dcterms:modified>
</cp:coreProperties>
</file>