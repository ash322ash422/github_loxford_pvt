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pPr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E61E89-6535-EC50-F9E1-4CA6BCB32997}"/>
              </a:ext>
            </a:extLst>
          </p:cNvPr>
          <p:cNvSpPr txBox="1"/>
          <p:nvPr/>
        </p:nvSpPr>
        <p:spPr>
          <a:xfrm>
            <a:off x="422148" y="2655546"/>
            <a:ext cx="114757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sz="6000" b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Canary Deployment</a:t>
            </a:r>
          </a:p>
        </p:txBody>
      </p:sp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7EBC81-CF45-253F-B63D-E9B0AE133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A8B02C-F990-1527-F031-D6EDCD16B4A2}"/>
              </a:ext>
            </a:extLst>
          </p:cNvPr>
          <p:cNvSpPr txBox="1"/>
          <p:nvPr/>
        </p:nvSpPr>
        <p:spPr>
          <a:xfrm>
            <a:off x="989838" y="561570"/>
            <a:ext cx="9836658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sz="1800" b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What is a Canary (Canary Deployment) in MLOps?</a:t>
            </a: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en-IN" sz="18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A </a:t>
            </a:r>
            <a:r>
              <a:rPr lang="en-IN" sz="1800" b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canary deployment</a:t>
            </a:r>
            <a:r>
              <a:rPr lang="en-IN" sz="18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 (or canary release) is a delivery strategy where a newly trained ML model is deployed to a tiny slice of live production traffic (such as 1% to 5%) while the rest of the traffic stays on the stable, existing model.</a:t>
            </a:r>
            <a:endParaRPr lang="en-IN" sz="1200" b="0" u="none" strike="noStrike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Google San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F6787D5-1FE1-6706-CB68-D00118217A3A}"/>
              </a:ext>
            </a:extLst>
          </p:cNvPr>
          <p:cNvSpPr/>
          <p:nvPr/>
        </p:nvSpPr>
        <p:spPr>
          <a:xfrm>
            <a:off x="4178808" y="2944368"/>
            <a:ext cx="2231136" cy="8412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New ML Model</a:t>
            </a:r>
          </a:p>
          <a:p>
            <a:pPr algn="ctr"/>
            <a:r>
              <a:rPr lang="en-IN"/>
              <a:t>(Canary)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08DC773-2C3F-CCE2-66BD-7679EF15AC80}"/>
              </a:ext>
            </a:extLst>
          </p:cNvPr>
          <p:cNvSpPr/>
          <p:nvPr/>
        </p:nvSpPr>
        <p:spPr>
          <a:xfrm>
            <a:off x="4175760" y="4316629"/>
            <a:ext cx="2231136" cy="8412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Old ML Model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CBF593D-5217-A44F-2785-D99B6429EB37}"/>
              </a:ext>
            </a:extLst>
          </p:cNvPr>
          <p:cNvSpPr/>
          <p:nvPr/>
        </p:nvSpPr>
        <p:spPr>
          <a:xfrm>
            <a:off x="2898648" y="3273552"/>
            <a:ext cx="941832" cy="3749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DF3A770-2E1F-97A6-CAFB-FB2027352D34}"/>
              </a:ext>
            </a:extLst>
          </p:cNvPr>
          <p:cNvSpPr/>
          <p:nvPr/>
        </p:nvSpPr>
        <p:spPr>
          <a:xfrm>
            <a:off x="2898648" y="4549801"/>
            <a:ext cx="941832" cy="3749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D5AD461-8850-B296-806B-F8A66B1F45AC}"/>
              </a:ext>
            </a:extLst>
          </p:cNvPr>
          <p:cNvSpPr/>
          <p:nvPr/>
        </p:nvSpPr>
        <p:spPr>
          <a:xfrm>
            <a:off x="989838" y="2839873"/>
            <a:ext cx="1659636" cy="23180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/>
              <a:t>Traffic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3FC5FA-9BAC-0738-08B8-46E201B64B1F}"/>
              </a:ext>
            </a:extLst>
          </p:cNvPr>
          <p:cNvSpPr txBox="1"/>
          <p:nvPr/>
        </p:nvSpPr>
        <p:spPr>
          <a:xfrm>
            <a:off x="2791206" y="2951726"/>
            <a:ext cx="765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5% </a:t>
            </a:r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EC372F-A7FC-B4F1-5E97-C18503FF07EF}"/>
              </a:ext>
            </a:extLst>
          </p:cNvPr>
          <p:cNvSpPr txBox="1"/>
          <p:nvPr/>
        </p:nvSpPr>
        <p:spPr>
          <a:xfrm>
            <a:off x="2932176" y="4924705"/>
            <a:ext cx="765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95% 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68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2ED437-7C1C-7748-0FCA-063FE6C02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BE94734-8758-9062-B586-D1CA27840990}"/>
              </a:ext>
            </a:extLst>
          </p:cNvPr>
          <p:cNvSpPr txBox="1"/>
          <p:nvPr/>
        </p:nvSpPr>
        <p:spPr>
          <a:xfrm>
            <a:off x="182880" y="598807"/>
            <a:ext cx="116586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How it works: Real-time inference requests are split so a small group of users or requests hit the new "canary" model.</a:t>
            </a: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The system continuously monitors live metrics—such as prediction latency, error rates, resource utilization (GPU memory), data drift, or output schema validity.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If the canary model performs well, traffic is gradually scaled up in stages (e.g., 5% → 25% → 50% → 100%).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If an anomaly, high error rate, or silent quality degradation (like hallucination or broken predictions) is detected, automated rules trigger an instant rollback to the stable model</a:t>
            </a:r>
          </a:p>
        </p:txBody>
      </p:sp>
    </p:spTree>
    <p:extLst>
      <p:ext uri="{BB962C8B-B14F-4D97-AF65-F5344CB8AC3E}">
        <p14:creationId xmlns:p14="http://schemas.microsoft.com/office/powerpoint/2010/main" val="279568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193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Google Sans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26</cp:revision>
  <dcterms:created xsi:type="dcterms:W3CDTF">2026-09-25T02:37:34Z</dcterms:created>
  <dcterms:modified xsi:type="dcterms:W3CDTF">2026-10-24T09:25:20Z</dcterms:modified>
</cp:coreProperties>
</file>