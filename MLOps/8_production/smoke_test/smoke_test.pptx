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pPr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E61E89-6535-EC50-F9E1-4CA6BCB32997}"/>
              </a:ext>
            </a:extLst>
          </p:cNvPr>
          <p:cNvSpPr txBox="1"/>
          <p:nvPr/>
        </p:nvSpPr>
        <p:spPr>
          <a:xfrm>
            <a:off x="422148" y="2655546"/>
            <a:ext cx="114757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6000" b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Smoke Test in MLOps</a:t>
            </a: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ACE849-B23E-AE34-7EFB-65E144A01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67A3BA-FEE6-4D7F-8732-9C406AC6389A}"/>
              </a:ext>
            </a:extLst>
          </p:cNvPr>
          <p:cNvSpPr txBox="1"/>
          <p:nvPr/>
        </p:nvSpPr>
        <p:spPr>
          <a:xfrm>
            <a:off x="824865" y="3620792"/>
            <a:ext cx="8786622" cy="1469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It acts as a </a:t>
            </a: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quality gate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 CI/CD pipeline. 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 smoke test fails, the broken model or container is rejected immediately before wasting time or compute resources.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976BC0-233D-DBEE-AF2D-E805CE043856}"/>
              </a:ext>
            </a:extLst>
          </p:cNvPr>
          <p:cNvSpPr txBox="1"/>
          <p:nvPr/>
        </p:nvSpPr>
        <p:spPr>
          <a:xfrm>
            <a:off x="585216" y="544279"/>
            <a:ext cx="85290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 Smoke Test in MLOps?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 smoke test is an automated check run immediately after 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build,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container packaging, 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infrastructure update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to confirm that basic functionality of the system works.</a:t>
            </a:r>
          </a:p>
        </p:txBody>
      </p:sp>
    </p:spTree>
    <p:extLst>
      <p:ext uri="{BB962C8B-B14F-4D97-AF65-F5344CB8AC3E}">
        <p14:creationId xmlns:p14="http://schemas.microsoft.com/office/powerpoint/2010/main" val="1646788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AC52FA-1E64-851D-3E66-1A4B814D0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160128-5452-2064-8C2A-29C91D08A44A}"/>
              </a:ext>
            </a:extLst>
          </p:cNvPr>
          <p:cNvSpPr txBox="1"/>
          <p:nvPr/>
        </p:nvSpPr>
        <p:spPr>
          <a:xfrm>
            <a:off x="313182" y="250674"/>
            <a:ext cx="1076934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What Smoke test checks:</a:t>
            </a:r>
          </a:p>
          <a:p>
            <a:pPr lvl="0"/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Whether the model container starts up and returns HTTP 200 on health or readiness probes.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Whether the model endpoint can take a dummy input/output pair (a lightweight inference call) and return a properly shaped prediction without crashing or throwing a schema error.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Whether GPU/CPU hardware accelerators and runtime libraries are accessible</a:t>
            </a:r>
          </a:p>
        </p:txBody>
      </p:sp>
    </p:spTree>
    <p:extLst>
      <p:ext uri="{BB962C8B-B14F-4D97-AF65-F5344CB8AC3E}">
        <p14:creationId xmlns:p14="http://schemas.microsoft.com/office/powerpoint/2010/main" val="3102147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599F30-B8F2-E2D9-79A3-70B9C533E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45421B-71B6-B73E-5EF8-EFAD80554D07}"/>
              </a:ext>
            </a:extLst>
          </p:cNvPr>
          <p:cNvSpPr txBox="1"/>
          <p:nvPr/>
        </p:nvSpPr>
        <p:spPr>
          <a:xfrm>
            <a:off x="0" y="1988034"/>
            <a:ext cx="44691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This script (smoke_test.py) is executed right after the model is containerised or deployed to a staging endpoint, but before traffic is routed to it.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4DECD0-B8CF-D3D3-2DAE-34EB308CB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130" y="727063"/>
            <a:ext cx="7298716" cy="60082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6A7DE5-87F7-D800-4C32-0C771B947078}"/>
              </a:ext>
            </a:extLst>
          </p:cNvPr>
          <p:cNvSpPr txBox="1"/>
          <p:nvPr/>
        </p:nvSpPr>
        <p:spPr>
          <a:xfrm>
            <a:off x="169164" y="122658"/>
            <a:ext cx="85999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Method 1: The Python Approach (Best for CI/CD Pipelines)</a:t>
            </a:r>
          </a:p>
          <a:p>
            <a:r>
              <a:rPr lang="en-IN" sz="180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write a simple Python script using </a:t>
            </a:r>
            <a:r>
              <a:rPr lang="en-IN" sz="18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pytest</a:t>
            </a:r>
            <a:r>
              <a:rPr lang="en-IN" sz="180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IN" sz="18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requests</a:t>
            </a:r>
            <a:r>
              <a:rPr lang="en-IN" sz="180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25554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EA5A51-0923-4812-04BC-84BB44447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C6E2574-0941-1CDA-1676-82AC17E35D6B}"/>
              </a:ext>
            </a:extLst>
          </p:cNvPr>
          <p:cNvSpPr txBox="1"/>
          <p:nvPr/>
        </p:nvSpPr>
        <p:spPr>
          <a:xfrm>
            <a:off x="646176" y="463005"/>
            <a:ext cx="100797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How it's run:</a:t>
            </a: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You integrate this into your GitHub Actions, GitLab CI, or Jenkins file right after your docker build step:</a:t>
            </a:r>
          </a:p>
          <a:p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pytest smoke_test.py</a:t>
            </a:r>
          </a:p>
        </p:txBody>
      </p:sp>
    </p:spTree>
    <p:extLst>
      <p:ext uri="{BB962C8B-B14F-4D97-AF65-F5344CB8AC3E}">
        <p14:creationId xmlns:p14="http://schemas.microsoft.com/office/powerpoint/2010/main" val="3134690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9AE038-3A32-DE38-3694-613442A2E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3DF670D-60AA-BF67-0BFA-1A7E6FDCD8D5}"/>
              </a:ext>
            </a:extLst>
          </p:cNvPr>
          <p:cNvSpPr txBox="1"/>
          <p:nvPr/>
        </p:nvSpPr>
        <p:spPr>
          <a:xfrm>
            <a:off x="646176" y="463005"/>
            <a:ext cx="1007973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Method 2: Framework &amp; Infrastructure Approaches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 do not want to maintain raw Python test scripts, cloud-native MLOps frameworks provide built-in hooks to perform these checks automatically.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Cloud Provider Tools (AWS SageMaker / Azure ML)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Platforms like </a:t>
            </a: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AWS SageMaker Inference Components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have built-in configuration settings where you provide a sample payload (test_data.json). The framework automatically runs a smoke test inference pass during the deployment phase. If the container throws an error, the framework automatically aborts the rollout.</a:t>
            </a:r>
          </a:p>
        </p:txBody>
      </p:sp>
    </p:spTree>
    <p:extLst>
      <p:ext uri="{BB962C8B-B14F-4D97-AF65-F5344CB8AC3E}">
        <p14:creationId xmlns:p14="http://schemas.microsoft.com/office/powerpoint/2010/main" val="2736135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323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</cp:revision>
  <dcterms:created xsi:type="dcterms:W3CDTF">2026-09-25T02:37:34Z</dcterms:created>
  <dcterms:modified xsi:type="dcterms:W3CDTF">2026-10-24T09:10:06Z</dcterms:modified>
</cp:coreProperties>
</file>