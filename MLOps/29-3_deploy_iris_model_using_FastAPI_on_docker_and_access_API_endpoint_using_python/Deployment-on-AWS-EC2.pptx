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4"/>
  </p:handoutMasterIdLst>
  <p:sldIdLst>
    <p:sldId id="257" r:id="rId2"/>
    <p:sldId id="259" r:id="rId3"/>
    <p:sldId id="260" r:id="rId4"/>
    <p:sldId id="276" r:id="rId5"/>
    <p:sldId id="277" r:id="rId6"/>
    <p:sldId id="288" r:id="rId7"/>
    <p:sldId id="289" r:id="rId8"/>
    <p:sldId id="279" r:id="rId9"/>
    <p:sldId id="264" r:id="rId10"/>
    <p:sldId id="292" r:id="rId11"/>
    <p:sldId id="266" r:id="rId12"/>
    <p:sldId id="265" r:id="rId13"/>
    <p:sldId id="290" r:id="rId14"/>
    <p:sldId id="291" r:id="rId15"/>
    <p:sldId id="293" r:id="rId16"/>
    <p:sldId id="294" r:id="rId17"/>
    <p:sldId id="282" r:id="rId18"/>
    <p:sldId id="285" r:id="rId19"/>
    <p:sldId id="286" r:id="rId20"/>
    <p:sldId id="287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Deployment of ML on AWS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473906" y="819662"/>
            <a:ext cx="100325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ML Model </a:t>
            </a:r>
          </a:p>
          <a:p>
            <a:pPr marL="342900" indent="-3429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an API –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Containerize – Docker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Push the Docker image to Docker hub</a:t>
            </a:r>
          </a:p>
          <a:p>
            <a:pPr marL="342900" indent="-3429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Create an AWS EC2 instance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Pull the Docker image from Docker hub to AWS EC2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7) Start the Docker and access the API endpoint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7A1B01-E691-1A33-9951-82C7371AABE6}"/>
              </a:ext>
            </a:extLst>
          </p:cNvPr>
          <p:cNvSpPr/>
          <p:nvPr/>
        </p:nvSpPr>
        <p:spPr>
          <a:xfrm>
            <a:off x="5995999" y="649224"/>
            <a:ext cx="139903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ML Model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3552AFF-964C-939B-74D0-A7DBFE74B776}"/>
              </a:ext>
            </a:extLst>
          </p:cNvPr>
          <p:cNvSpPr/>
          <p:nvPr/>
        </p:nvSpPr>
        <p:spPr>
          <a:xfrm>
            <a:off x="5045023" y="886968"/>
            <a:ext cx="777240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FED2C65-25A1-BC85-4B31-B40623FE839E}"/>
              </a:ext>
            </a:extLst>
          </p:cNvPr>
          <p:cNvSpPr/>
          <p:nvPr/>
        </p:nvSpPr>
        <p:spPr>
          <a:xfrm>
            <a:off x="7568767" y="897636"/>
            <a:ext cx="777240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736A2-580B-0C5F-8410-CF276EDDD200}"/>
              </a:ext>
            </a:extLst>
          </p:cNvPr>
          <p:cNvSpPr/>
          <p:nvPr/>
        </p:nvSpPr>
        <p:spPr>
          <a:xfrm>
            <a:off x="6032575" y="2209800"/>
            <a:ext cx="1399032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FastAPI</a:t>
            </a:r>
            <a:endParaRPr lang="en-US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C1D800E-479D-C325-92AE-D8B85F1A9326}"/>
              </a:ext>
            </a:extLst>
          </p:cNvPr>
          <p:cNvSpPr/>
          <p:nvPr/>
        </p:nvSpPr>
        <p:spPr>
          <a:xfrm>
            <a:off x="5081599" y="2447544"/>
            <a:ext cx="777240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41E2BEE-5734-0065-1662-E24171F1F53E}"/>
              </a:ext>
            </a:extLst>
          </p:cNvPr>
          <p:cNvSpPr/>
          <p:nvPr/>
        </p:nvSpPr>
        <p:spPr>
          <a:xfrm>
            <a:off x="7605343" y="2458212"/>
            <a:ext cx="777240" cy="2834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876FEE-B177-DA44-144D-D837434F9F53}"/>
              </a:ext>
            </a:extLst>
          </p:cNvPr>
          <p:cNvSpPr txBox="1"/>
          <p:nvPr/>
        </p:nvSpPr>
        <p:spPr>
          <a:xfrm>
            <a:off x="4770703" y="2039112"/>
            <a:ext cx="1196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D49727-0A0F-830A-6CD7-79E0D19218ED}"/>
              </a:ext>
            </a:extLst>
          </p:cNvPr>
          <p:cNvSpPr txBox="1"/>
          <p:nvPr/>
        </p:nvSpPr>
        <p:spPr>
          <a:xfrm>
            <a:off x="7749182" y="2039112"/>
            <a:ext cx="1379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E4C6E8-A203-15B7-9278-C12393CFD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434" y="3517072"/>
            <a:ext cx="1242436" cy="8138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2FE0AA-69D1-DC34-4424-840199B9E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974" y="4480655"/>
            <a:ext cx="1148916" cy="8138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CF1B62-E696-186F-4A1F-E57779375997}"/>
              </a:ext>
            </a:extLst>
          </p:cNvPr>
          <p:cNvSpPr txBox="1"/>
          <p:nvPr/>
        </p:nvSpPr>
        <p:spPr>
          <a:xfrm>
            <a:off x="4053713" y="18288"/>
            <a:ext cx="924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DE195-EE04-44CD-3F28-68696E50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0F5F67-09D0-1EBF-851C-6E4439E3A2C8}"/>
              </a:ext>
            </a:extLst>
          </p:cNvPr>
          <p:cNvSpPr txBox="1"/>
          <p:nvPr/>
        </p:nvSpPr>
        <p:spPr>
          <a:xfrm>
            <a:off x="473906" y="819662"/>
            <a:ext cx="5304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 install scikit-learn pandas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joblib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04502-FBA9-BABD-3D91-3CD8EA15758B}"/>
              </a:ext>
            </a:extLst>
          </p:cNvPr>
          <p:cNvSpPr txBox="1"/>
          <p:nvPr/>
        </p:nvSpPr>
        <p:spPr>
          <a:xfrm>
            <a:off x="4053713" y="18288"/>
            <a:ext cx="2630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ML Model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030C9A-C09D-BC02-87F9-FBEAEFCB6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89" y="479953"/>
            <a:ext cx="6323211" cy="62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C6576-4F4B-2C99-B293-CBE5D257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DB888F-1139-1639-C37A-CDFE5BB7D639}"/>
              </a:ext>
            </a:extLst>
          </p:cNvPr>
          <p:cNvSpPr txBox="1"/>
          <p:nvPr/>
        </p:nvSpPr>
        <p:spPr>
          <a:xfrm>
            <a:off x="4053713" y="18288"/>
            <a:ext cx="423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C808D-9C44-19DC-D3DB-8CFAFDB9F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91" y="1319103"/>
            <a:ext cx="8621328" cy="50870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42DA98-AC05-6359-9FDF-EC3333E8C07E}"/>
              </a:ext>
            </a:extLst>
          </p:cNvPr>
          <p:cNvSpPr txBox="1"/>
          <p:nvPr/>
        </p:nvSpPr>
        <p:spPr>
          <a:xfrm>
            <a:off x="1809946" y="867266"/>
            <a:ext cx="1892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docker file:</a:t>
            </a:r>
          </a:p>
        </p:txBody>
      </p:sp>
    </p:spTree>
    <p:extLst>
      <p:ext uri="{BB962C8B-B14F-4D97-AF65-F5344CB8AC3E}">
        <p14:creationId xmlns:p14="http://schemas.microsoft.com/office/powerpoint/2010/main" val="119933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24F8-2083-FD23-DEE1-E2295FA5D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899B47-EC4F-46D3-0F27-BDF2CF7CCEB8}"/>
              </a:ext>
            </a:extLst>
          </p:cNvPr>
          <p:cNvSpPr txBox="1"/>
          <p:nvPr/>
        </p:nvSpPr>
        <p:spPr>
          <a:xfrm>
            <a:off x="4053713" y="18288"/>
            <a:ext cx="423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32D3E-6F1E-A54C-CF42-6EB0577FF65E}"/>
              </a:ext>
            </a:extLst>
          </p:cNvPr>
          <p:cNvSpPr txBox="1"/>
          <p:nvPr/>
        </p:nvSpPr>
        <p:spPr>
          <a:xfrm>
            <a:off x="265176" y="394639"/>
            <a:ext cx="10305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Create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server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the code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server_app.py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CAD2A4-383B-4B66-A68A-35FDE0D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919445"/>
            <a:ext cx="6536856" cy="55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0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355D-9E97-96DF-CC33-193EDCFC3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E1102E-5BD0-91AF-40F8-E8DB4536C694}"/>
              </a:ext>
            </a:extLst>
          </p:cNvPr>
          <p:cNvSpPr txBox="1"/>
          <p:nvPr/>
        </p:nvSpPr>
        <p:spPr>
          <a:xfrm>
            <a:off x="4053713" y="18288"/>
            <a:ext cx="423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42EF5-E050-E5A1-375D-8B77397000A8}"/>
              </a:ext>
            </a:extLst>
          </p:cNvPr>
          <p:cNvSpPr txBox="1"/>
          <p:nvPr/>
        </p:nvSpPr>
        <p:spPr>
          <a:xfrm>
            <a:off x="265176" y="394639"/>
            <a:ext cx="10305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Create requirements.txt file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the file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requirements.txt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256CD9-4B49-566D-68A6-AB8840A6C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21" y="2050219"/>
            <a:ext cx="2817295" cy="170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5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2FBE-803A-0FA2-AE7A-C5808BA14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8C2855-261B-E421-0B4B-F3C38FDECB0E}"/>
              </a:ext>
            </a:extLst>
          </p:cNvPr>
          <p:cNvSpPr txBox="1"/>
          <p:nvPr/>
        </p:nvSpPr>
        <p:spPr>
          <a:xfrm>
            <a:off x="4053713" y="18288"/>
            <a:ext cx="423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863FE-00FC-3F42-80FB-8FECFA37C0F1}"/>
              </a:ext>
            </a:extLst>
          </p:cNvPr>
          <p:cNvSpPr txBox="1"/>
          <p:nvPr/>
        </p:nvSpPr>
        <p:spPr>
          <a:xfrm>
            <a:off x="265176" y="394639"/>
            <a:ext cx="112288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Create Docker file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the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file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a: Start docker engine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the docker engine by simply running the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Desktop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Start -&gt; Docker Desktop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b: Build docker image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following command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directory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contains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Dockerfile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build -t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image_ml_model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would pull the image from docker hub. This could take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4 - 10 minutes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c: Run container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run --name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container_ml_model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-p 8000:8000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image_ml_model</a:t>
            </a:r>
            <a:endParaRPr lang="en-US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If you make a mistake, then delete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container_ml_model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rm -f &lt;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container_id_name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redo above steps</a:t>
            </a:r>
          </a:p>
        </p:txBody>
      </p:sp>
    </p:spTree>
    <p:extLst>
      <p:ext uri="{BB962C8B-B14F-4D97-AF65-F5344CB8AC3E}">
        <p14:creationId xmlns:p14="http://schemas.microsoft.com/office/powerpoint/2010/main" val="89763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7143-85BB-CD6A-7B78-91B95E87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FED9C2-5942-BEE5-3129-B4E5C1EA0032}"/>
              </a:ext>
            </a:extLst>
          </p:cNvPr>
          <p:cNvSpPr txBox="1"/>
          <p:nvPr/>
        </p:nvSpPr>
        <p:spPr>
          <a:xfrm>
            <a:off x="4053713" y="18288"/>
            <a:ext cx="4236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dockerize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48C7A-2BAF-B6A0-A477-F9B2D07D5454}"/>
              </a:ext>
            </a:extLst>
          </p:cNvPr>
          <p:cNvSpPr txBox="1"/>
          <p:nvPr/>
        </p:nvSpPr>
        <p:spPr>
          <a:xfrm>
            <a:off x="265176" y="714679"/>
            <a:ext cx="97566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URL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docs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http://127.0.0.1:8000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should see a simple Welcome message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Access the API endpoint via python program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 file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client_to_access_API_endpoint.py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in a dedicated terminal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 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client_to_access_API_endpoint.ipynb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docker is running locally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875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B70B-0DEA-75EA-A7D6-4355E9A7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15FD84-1874-F62B-9541-381005F85779}"/>
              </a:ext>
            </a:extLst>
          </p:cNvPr>
          <p:cNvSpPr txBox="1"/>
          <p:nvPr/>
        </p:nvSpPr>
        <p:spPr>
          <a:xfrm>
            <a:off x="3057017" y="3054096"/>
            <a:ext cx="7421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Push the Docker Image to Docker Hub</a:t>
            </a:r>
          </a:p>
        </p:txBody>
      </p:sp>
    </p:spTree>
    <p:extLst>
      <p:ext uri="{BB962C8B-B14F-4D97-AF65-F5344CB8AC3E}">
        <p14:creationId xmlns:p14="http://schemas.microsoft.com/office/powerpoint/2010/main" val="31245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A732-6833-558D-89B0-5FA69D76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84A990-D219-195D-8A0E-62937A5E86CE}"/>
              </a:ext>
            </a:extLst>
          </p:cNvPr>
          <p:cNvSpPr txBox="1"/>
          <p:nvPr/>
        </p:nvSpPr>
        <p:spPr>
          <a:xfrm>
            <a:off x="4053713" y="73152"/>
            <a:ext cx="4041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Push the Image to Docker Hub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15933-3162-DD1D-3960-175B914F2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92106"/>
            <a:ext cx="10847832" cy="51900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4BA77C-FB48-0BA2-AD8A-DE97C8D60CF0}"/>
              </a:ext>
            </a:extLst>
          </p:cNvPr>
          <p:cNvSpPr txBox="1"/>
          <p:nvPr/>
        </p:nvSpPr>
        <p:spPr>
          <a:xfrm>
            <a:off x="1709928" y="768096"/>
            <a:ext cx="650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Goto docker hub and create an account. Also note down user name</a:t>
            </a:r>
          </a:p>
        </p:txBody>
      </p:sp>
    </p:spTree>
    <p:extLst>
      <p:ext uri="{BB962C8B-B14F-4D97-AF65-F5344CB8AC3E}">
        <p14:creationId xmlns:p14="http://schemas.microsoft.com/office/powerpoint/2010/main" val="1901011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550BA-2662-E86C-3124-5BE77DDC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888BA-7F00-C6D3-ADD3-31C72941B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006972"/>
            <a:ext cx="11570208" cy="43985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E4C33A-70A4-8B98-4EAE-3FB368C5980A}"/>
              </a:ext>
            </a:extLst>
          </p:cNvPr>
          <p:cNvSpPr txBox="1"/>
          <p:nvPr/>
        </p:nvSpPr>
        <p:spPr>
          <a:xfrm>
            <a:off x="4053713" y="73152"/>
            <a:ext cx="4041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Push the Image to Docker 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8F4CD-826C-D7AD-6369-52F780320C1C}"/>
              </a:ext>
            </a:extLst>
          </p:cNvPr>
          <p:cNvSpPr txBox="1"/>
          <p:nvPr/>
        </p:nvSpPr>
        <p:spPr>
          <a:xfrm>
            <a:off x="1709928" y="768096"/>
            <a:ext cx="380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repository: </a:t>
            </a:r>
            <a:r>
              <a:rPr lang="sv-S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image_ml_model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5550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7FDB-C695-538D-DDA9-491109CA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DCD0A-BE58-6F62-803A-6D83CD01F98F}"/>
              </a:ext>
            </a:extLst>
          </p:cNvPr>
          <p:cNvSpPr txBox="1"/>
          <p:nvPr/>
        </p:nvSpPr>
        <p:spPr>
          <a:xfrm>
            <a:off x="384048" y="813816"/>
            <a:ext cx="72237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let’s look at the docker images on local machine: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image 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Now we tag the image:</a:t>
            </a:r>
          </a:p>
          <a:p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sv-S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tag image_ml_model    ash322/image_ml_model</a:t>
            </a:r>
          </a:p>
          <a:p>
            <a:endParaRPr lang="sv-SE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  <a:r>
              <a:rPr lang="sv-SE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ash322</a:t>
            </a:r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my username</a:t>
            </a:r>
          </a:p>
          <a:p>
            <a:endParaRPr lang="sv-SE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Now login:</a:t>
            </a:r>
            <a:b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</a:t>
            </a:r>
            <a:r>
              <a:rPr lang="sv-S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login</a:t>
            </a:r>
          </a:p>
          <a:p>
            <a:endParaRPr lang="sv-SE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(Follow instructions)</a:t>
            </a:r>
          </a:p>
          <a:p>
            <a:endParaRPr lang="sv-SE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Now push the image to docker hub (This could take few minutes):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docker push ash322/</a:t>
            </a:r>
            <a:r>
              <a:rPr lang="sv-S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image_ml_model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6B095-AB42-D0EE-E132-CC1AE0E5AA41}"/>
              </a:ext>
            </a:extLst>
          </p:cNvPr>
          <p:cNvSpPr txBox="1"/>
          <p:nvPr/>
        </p:nvSpPr>
        <p:spPr>
          <a:xfrm>
            <a:off x="4053713" y="73152"/>
            <a:ext cx="4041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Push the Image to Docker Hub</a:t>
            </a:r>
          </a:p>
        </p:txBody>
      </p:sp>
    </p:spTree>
    <p:extLst>
      <p:ext uri="{BB962C8B-B14F-4D97-AF65-F5344CB8AC3E}">
        <p14:creationId xmlns:p14="http://schemas.microsoft.com/office/powerpoint/2010/main" val="293078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8356-0AC3-1663-0984-85EA88BAB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8701CA-9E7A-888E-71BF-9CB58CDDC4B4}"/>
              </a:ext>
            </a:extLst>
          </p:cNvPr>
          <p:cNvSpPr txBox="1"/>
          <p:nvPr/>
        </p:nvSpPr>
        <p:spPr>
          <a:xfrm>
            <a:off x="2267712" y="813816"/>
            <a:ext cx="7223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CREATE AN AWS EC2 INSTANCE </a:t>
            </a:r>
          </a:p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PULL THE DOCKER IMAGE</a:t>
            </a:r>
          </a:p>
        </p:txBody>
      </p:sp>
    </p:spTree>
    <p:extLst>
      <p:ext uri="{BB962C8B-B14F-4D97-AF65-F5344CB8AC3E}">
        <p14:creationId xmlns:p14="http://schemas.microsoft.com/office/powerpoint/2010/main" val="570489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FD1C-5D85-1523-1EDF-F0AD7099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3F8469-F6C3-7516-6D89-EDEAAA1E8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76483"/>
            <a:ext cx="9421368" cy="4916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19B62B-9879-46D7-6D81-84E15C25CAD1}"/>
              </a:ext>
            </a:extLst>
          </p:cNvPr>
          <p:cNvSpPr txBox="1"/>
          <p:nvPr/>
        </p:nvSpPr>
        <p:spPr>
          <a:xfrm>
            <a:off x="137160" y="265176"/>
            <a:ext cx="9421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launch the EC2 instance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 = iris-model-instance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OS image=Ubuntu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not need to create key-pair. Proceed without key-pair  </a:t>
            </a:r>
          </a:p>
        </p:txBody>
      </p:sp>
    </p:spTree>
    <p:extLst>
      <p:ext uri="{BB962C8B-B14F-4D97-AF65-F5344CB8AC3E}">
        <p14:creationId xmlns:p14="http://schemas.microsoft.com/office/powerpoint/2010/main" val="2672738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DEEE-9010-3BDF-9EAD-D536C573A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59B40F-9DD7-4FE7-391D-9DEAC0D2D430}"/>
              </a:ext>
            </a:extLst>
          </p:cNvPr>
          <p:cNvSpPr txBox="1"/>
          <p:nvPr/>
        </p:nvSpPr>
        <p:spPr>
          <a:xfrm>
            <a:off x="137160" y="265176"/>
            <a:ext cx="942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connect to our EC2 instance: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using a Public IP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EC2AF-D905-5C42-5976-B04DDB90A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20508"/>
            <a:ext cx="10006584" cy="487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86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8C749-9714-1B54-51C3-95056CBF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33642E-3E72-3720-F7FC-1CC8C0882D8C}"/>
              </a:ext>
            </a:extLst>
          </p:cNvPr>
          <p:cNvSpPr txBox="1"/>
          <p:nvPr/>
        </p:nvSpPr>
        <p:spPr>
          <a:xfrm>
            <a:off x="137160" y="265176"/>
            <a:ext cx="9421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should see following EC2 console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4A2DB-11EF-49B7-C57A-3676E8C0A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1204778"/>
            <a:ext cx="11369040" cy="55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3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D520-AF23-09FE-1A57-C786B5782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74C63E-8417-8186-F830-BDF4BC9F444A}"/>
              </a:ext>
            </a:extLst>
          </p:cNvPr>
          <p:cNvSpPr txBox="1"/>
          <p:nvPr/>
        </p:nvSpPr>
        <p:spPr>
          <a:xfrm>
            <a:off x="672084" y="135374"/>
            <a:ext cx="892911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following commands on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EC2 console: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Docker on EC2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sudo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apt update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sudo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apt install docker.io -y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sudo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systemctl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start docker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if docker is running: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ps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–aux | grep dock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Login to docker: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docker login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url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specified and paste the code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(Now we give permission)</a:t>
            </a:r>
          </a:p>
          <a:p>
            <a:r>
              <a:rPr lang="de-D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sudo usermod -aG docker $USER</a:t>
            </a:r>
          </a:p>
          <a:p>
            <a:r>
              <a:rPr lang="de-DE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newgrp docker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Pull Image on Ubuntu OS: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docker pull ash322/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image_ml_model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Container</a:t>
            </a:r>
          </a:p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docker run -d -p 8000:8000 ash322/</a:t>
            </a:r>
            <a:r>
              <a:rPr lang="en-U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image_ml_model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968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6877-F9D7-0075-858C-887B9184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57A81F-6E19-E246-D4DE-78FC1F8B3A23}"/>
              </a:ext>
            </a:extLst>
          </p:cNvPr>
          <p:cNvSpPr txBox="1"/>
          <p:nvPr/>
        </p:nvSpPr>
        <p:spPr>
          <a:xfrm>
            <a:off x="681228" y="601718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Security Group: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sure you have following</a:t>
            </a: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Custom TCP → Port 8000 → Anywhere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1B286-78C7-61B9-FB91-E9995997B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82945"/>
            <a:ext cx="11330802" cy="428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02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D3E7-E70B-0D37-1CEA-435AC11E4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65F796-5E0E-DC12-297A-BBDA248A2C9C}"/>
              </a:ext>
            </a:extLst>
          </p:cNvPr>
          <p:cNvSpPr txBox="1"/>
          <p:nvPr/>
        </p:nvSpPr>
        <p:spPr>
          <a:xfrm>
            <a:off x="681228" y="601718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 Model: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http://EC2-PUBLIC-IP:8000/docs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25C6D-2211-119B-2515-AD716E31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21019"/>
            <a:ext cx="10024872" cy="416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3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1A00-B12C-4919-68D0-1B8E0E0C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4D2434-89AB-115F-895E-890AE170F75D}"/>
              </a:ext>
            </a:extLst>
          </p:cNvPr>
          <p:cNvSpPr txBox="1"/>
          <p:nvPr/>
        </p:nvSpPr>
        <p:spPr>
          <a:xfrm>
            <a:off x="681228" y="601718"/>
            <a:ext cx="3835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run following: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032D5-2C03-61DD-7CE3-F4BB49B3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77419"/>
            <a:ext cx="6027819" cy="626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5E54-0C3E-891E-AC81-C2250D2A1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278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8C2D-73AC-89B5-81CF-EA3F6CE8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525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1487</TotalTime>
  <Words>648</Words>
  <Application>Microsoft Office PowerPoint</Application>
  <PresentationFormat>Widescreen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127</cp:revision>
  <dcterms:created xsi:type="dcterms:W3CDTF">2025-09-22T02:44:38Z</dcterms:created>
  <dcterms:modified xsi:type="dcterms:W3CDTF">2026-02-10T17:43:10Z</dcterms:modified>
</cp:coreProperties>
</file>