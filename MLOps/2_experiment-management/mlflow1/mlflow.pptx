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89" r:id="rId3"/>
    <p:sldId id="276" r:id="rId4"/>
    <p:sldId id="277" r:id="rId5"/>
    <p:sldId id="291" r:id="rId6"/>
    <p:sldId id="279" r:id="rId7"/>
    <p:sldId id="294" r:id="rId8"/>
    <p:sldId id="295" r:id="rId9"/>
    <p:sldId id="281" r:id="rId10"/>
    <p:sldId id="287" r:id="rId11"/>
    <p:sldId id="282" r:id="rId12"/>
    <p:sldId id="286" r:id="rId13"/>
    <p:sldId id="296" r:id="rId14"/>
    <p:sldId id="288" r:id="rId15"/>
    <p:sldId id="293" r:id="rId16"/>
    <p:sldId id="290" r:id="rId17"/>
    <p:sldId id="292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002/invocation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927320"/>
            <a:ext cx="102920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endParaRPr lang="en-US" sz="4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ACEA-1ED4-1EE4-9C93-9D1FCCDE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A5B59E-11A7-5A98-0A0D-0CA80464A8D5}"/>
              </a:ext>
            </a:extLst>
          </p:cNvPr>
          <p:cNvSpPr txBox="1"/>
          <p:nvPr/>
        </p:nvSpPr>
        <p:spPr>
          <a:xfrm>
            <a:off x="477520" y="683736"/>
            <a:ext cx="1029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train multiple ML models, how do you track which one is best?</a:t>
            </a:r>
          </a:p>
          <a:p>
            <a:pPr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That’s where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comes in — It acts as the GitHub for machine learning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companies don’t just train models — 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track, compare, and promote the best model automatically.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8BD738-9115-DCCE-092B-7790A0E79EE8}"/>
              </a:ext>
            </a:extLst>
          </p:cNvPr>
          <p:cNvSpPr/>
          <p:nvPr/>
        </p:nvSpPr>
        <p:spPr>
          <a:xfrm>
            <a:off x="1426464" y="4855464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835EEA-26E8-2CF9-E57E-E38622F7911E}"/>
              </a:ext>
            </a:extLst>
          </p:cNvPr>
          <p:cNvSpPr/>
          <p:nvPr/>
        </p:nvSpPr>
        <p:spPr>
          <a:xfrm>
            <a:off x="4349496" y="4855464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C1EB13-4E6C-534C-156A-AAE6A89F4086}"/>
              </a:ext>
            </a:extLst>
          </p:cNvPr>
          <p:cNvSpPr/>
          <p:nvPr/>
        </p:nvSpPr>
        <p:spPr>
          <a:xfrm>
            <a:off x="7391400" y="4855464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model3</a:t>
            </a:r>
          </a:p>
        </p:txBody>
      </p:sp>
    </p:spTree>
    <p:extLst>
      <p:ext uri="{BB962C8B-B14F-4D97-AF65-F5344CB8AC3E}">
        <p14:creationId xmlns:p14="http://schemas.microsoft.com/office/powerpoint/2010/main" val="398157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256A7-6F27-7498-A619-0BD8A4AA3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5DB6CC-C6CE-1692-F89F-1AC35245B6CD}"/>
              </a:ext>
            </a:extLst>
          </p:cNvPr>
          <p:cNvSpPr txBox="1"/>
          <p:nvPr/>
        </p:nvSpPr>
        <p:spPr>
          <a:xfrm>
            <a:off x="230632" y="317976"/>
            <a:ext cx="1029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What is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Tracks experiments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Logs parameters &amp; metrics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Stores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Helps deploy models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Flow: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                → Track all the models → Save the best model → Deploy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D32375-060D-2499-77A5-0B87F0DDA0B2}"/>
              </a:ext>
            </a:extLst>
          </p:cNvPr>
          <p:cNvSpPr/>
          <p:nvPr/>
        </p:nvSpPr>
        <p:spPr>
          <a:xfrm>
            <a:off x="78486" y="3734296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  <a:p>
            <a:pPr algn="ctr"/>
            <a:r>
              <a:rPr lang="en-US" dirty="0"/>
              <a:t>Model1,</a:t>
            </a:r>
          </a:p>
          <a:p>
            <a:pPr algn="ctr"/>
            <a:r>
              <a:rPr lang="en-US" dirty="0"/>
              <a:t>Model2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096330-5D52-ACB5-8BF1-F3BF4DDC081F}"/>
              </a:ext>
            </a:extLst>
          </p:cNvPr>
          <p:cNvSpPr/>
          <p:nvPr/>
        </p:nvSpPr>
        <p:spPr>
          <a:xfrm>
            <a:off x="2709672" y="3734296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Track</a:t>
            </a:r>
          </a:p>
          <a:p>
            <a:pPr algn="ctr"/>
            <a:r>
              <a:rPr lang="en-US" dirty="0"/>
              <a:t>Model1,</a:t>
            </a:r>
          </a:p>
          <a:p>
            <a:pPr algn="ctr"/>
            <a:r>
              <a:rPr lang="en-US" dirty="0"/>
              <a:t>Model2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E5F09D-2294-6CEC-D107-F6DA77218BF0}"/>
              </a:ext>
            </a:extLst>
          </p:cNvPr>
          <p:cNvSpPr/>
          <p:nvPr/>
        </p:nvSpPr>
        <p:spPr>
          <a:xfrm>
            <a:off x="5550410" y="3734296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 best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73E70-DA9A-DE37-7F26-3A8B15A1A48C}"/>
              </a:ext>
            </a:extLst>
          </p:cNvPr>
          <p:cNvSpPr/>
          <p:nvPr/>
        </p:nvSpPr>
        <p:spPr>
          <a:xfrm>
            <a:off x="8127492" y="3739904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best model</a:t>
            </a:r>
          </a:p>
        </p:txBody>
      </p:sp>
    </p:spTree>
    <p:extLst>
      <p:ext uri="{BB962C8B-B14F-4D97-AF65-F5344CB8AC3E}">
        <p14:creationId xmlns:p14="http://schemas.microsoft.com/office/powerpoint/2010/main" val="715049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E164A-F22C-909D-A7A0-C32A6AC5C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DD7F646-37E1-E8C8-9AC4-8EA4CBA807B6}"/>
              </a:ext>
            </a:extLst>
          </p:cNvPr>
          <p:cNvSpPr txBox="1"/>
          <p:nvPr/>
        </p:nvSpPr>
        <p:spPr>
          <a:xfrm>
            <a:off x="230632" y="317976"/>
            <a:ext cx="1124508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Installation (I am using python3.12)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Create + Activate the environment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C:\Users\hi\AppData\Local\Programs\Python\Python312\python.exe -m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.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venv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.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\Scripts\activate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Install the packages: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python -m pip install --upgrade pip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python -m pip install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==3.10.1 scikit-learn==1.8.0 pandas==2.3.3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==2.4.4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==0.110.0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uvicorn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==0.42.0 requests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skops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==0.13.0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jupyter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 python -m pip freeze -l &gt; requirements.txt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Start the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notebook: 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 python -m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notebook  </a:t>
            </a:r>
          </a:p>
        </p:txBody>
      </p:sp>
    </p:spTree>
    <p:extLst>
      <p:ext uri="{BB962C8B-B14F-4D97-AF65-F5344CB8AC3E}">
        <p14:creationId xmlns:p14="http://schemas.microsoft.com/office/powerpoint/2010/main" val="2254024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4728B-B302-E73F-9E6C-1B6CA4373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0A5E63-4A55-4322-C1F8-48B7E8B80F6B}"/>
              </a:ext>
            </a:extLst>
          </p:cNvPr>
          <p:cNvSpPr txBox="1"/>
          <p:nvPr/>
        </p:nvSpPr>
        <p:spPr>
          <a:xfrm>
            <a:off x="64008" y="966139"/>
            <a:ext cx="53035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mlflow.sklearn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sklearn.datasets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load_iris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sklearn.model_selection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train_test_split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sklearn.ensemble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RandomForestClassifier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sklearn.svm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SVC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Set experiment</a:t>
            </a:r>
          </a:p>
          <a:p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mlflow.set_experiment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("Model_Compare_RF_vs_SVM_v1")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Load data</a:t>
            </a: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X, y =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load_iris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return_X_y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=True)</a:t>
            </a:r>
          </a:p>
          <a:p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X_train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X_test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y_train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y_test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train_test_split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(X, 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7FCF8-65F7-7BFE-3F34-BE52A5EB2837}"/>
              </a:ext>
            </a:extLst>
          </p:cNvPr>
          <p:cNvSpPr txBox="1"/>
          <p:nvPr/>
        </p:nvSpPr>
        <p:spPr>
          <a:xfrm>
            <a:off x="5321808" y="1409712"/>
            <a:ext cx="68336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def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train_and_log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(model,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model_name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params):</a:t>
            </a: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with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mlflow.start_run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run_name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model_name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):</a:t>
            </a: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model.set_params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(**params)</a:t>
            </a: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model.fit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X_train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y_train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acc =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model.score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X_test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y_test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mlflow.log_params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(params)</a:t>
            </a: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mlflow.log_metric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("accuracy", acc)</a:t>
            </a: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mlflow.set_tag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model_name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model_name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mlflow.sklearn.log_model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(model, "model")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Compare models</a:t>
            </a:r>
          </a:p>
          <a:p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train_and_log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RandomForestClassifier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(), "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RandomForest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", {"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n_estimators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": 30})</a:t>
            </a:r>
          </a:p>
          <a:p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train_and_log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(SVC(), "SVM", {"kernel": "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rbf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"})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print("Clean comparison done ")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587E1-B29C-CED7-E155-C902FA1A4D61}"/>
              </a:ext>
            </a:extLst>
          </p:cNvPr>
          <p:cNvSpPr txBox="1"/>
          <p:nvPr/>
        </p:nvSpPr>
        <p:spPr>
          <a:xfrm>
            <a:off x="230632" y="3179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Basic Example (Core Demo) : Compare Multiple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FE244-B405-A26D-88BB-5189750CCEA7}"/>
              </a:ext>
            </a:extLst>
          </p:cNvPr>
          <p:cNvSpPr txBox="1"/>
          <p:nvPr/>
        </p:nvSpPr>
        <p:spPr>
          <a:xfrm>
            <a:off x="182880" y="4824907"/>
            <a:ext cx="47548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points: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experiment name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function-based training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Clean logging</a:t>
            </a:r>
          </a:p>
        </p:txBody>
      </p:sp>
    </p:spTree>
    <p:extLst>
      <p:ext uri="{BB962C8B-B14F-4D97-AF65-F5344CB8AC3E}">
        <p14:creationId xmlns:p14="http://schemas.microsoft.com/office/powerpoint/2010/main" val="409960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8EFFF-F424-2188-D2B4-B86FAF63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D619AB7-A89E-45EC-5490-4055D1E78ABC}"/>
              </a:ext>
            </a:extLst>
          </p:cNvPr>
          <p:cNvSpPr txBox="1"/>
          <p:nvPr/>
        </p:nvSpPr>
        <p:spPr>
          <a:xfrm>
            <a:off x="230632" y="317976"/>
            <a:ext cx="114645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UI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Open a new terminal -&gt; Run this in terminal inside directory that contained the code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(It needs internet connection):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Open browser: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http://localhost:5000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It shows: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Experiments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Accuracy comparison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all your models visually</a:t>
            </a:r>
          </a:p>
        </p:txBody>
      </p:sp>
    </p:spTree>
    <p:extLst>
      <p:ext uri="{BB962C8B-B14F-4D97-AF65-F5344CB8AC3E}">
        <p14:creationId xmlns:p14="http://schemas.microsoft.com/office/powerpoint/2010/main" val="393197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1657D-978E-D29C-720E-83C98130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4D13063-97A6-A631-F720-CB3EA8C9E7C9}"/>
              </a:ext>
            </a:extLst>
          </p:cNvPr>
          <p:cNvSpPr txBox="1"/>
          <p:nvPr/>
        </p:nvSpPr>
        <p:spPr>
          <a:xfrm>
            <a:off x="230632" y="317976"/>
            <a:ext cx="102920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Access one of models runs through API endpoints: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following in same directory that contains your files: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models serve -m runs:/&lt;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run_id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&gt;/model --no-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conda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-p 5002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run_id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the model UI page.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will look like f2193a4a8833413cb5d0a0d37401c677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will start the server and serve the model.</a:t>
            </a:r>
          </a:p>
        </p:txBody>
      </p:sp>
    </p:spTree>
    <p:extLst>
      <p:ext uri="{BB962C8B-B14F-4D97-AF65-F5344CB8AC3E}">
        <p14:creationId xmlns:p14="http://schemas.microsoft.com/office/powerpoint/2010/main" val="261651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8632-797E-C5AB-0706-4A403246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4ABE36-D300-4370-6963-BC255CC046AD}"/>
              </a:ext>
            </a:extLst>
          </p:cNvPr>
          <p:cNvSpPr txBox="1"/>
          <p:nvPr/>
        </p:nvSpPr>
        <p:spPr>
          <a:xfrm>
            <a:off x="4948936" y="317976"/>
            <a:ext cx="646277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requests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as np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sklearn.datasets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load_iris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Load iris data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iris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load_iris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X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iris.data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Take one sample (or multiple)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sample = X[0:2]   # try 2 rows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Endpoint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url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"http://127.0.0.1:5002/invocations"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Payload format (VERY IMPORTANT)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data = { "inputs":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sample.tolist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()}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Send request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requests.post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url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json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=data)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print("Status Code:",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response.status_code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print("Prediction:",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response.json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639634-06B3-B383-BC0F-EE2720D787FD}"/>
              </a:ext>
            </a:extLst>
          </p:cNvPr>
          <p:cNvSpPr txBox="1"/>
          <p:nvPr/>
        </p:nvSpPr>
        <p:spPr>
          <a:xfrm>
            <a:off x="658369" y="1773936"/>
            <a:ext cx="31181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run following code to access its API endpoints: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3B637-763A-2495-5090-DB31BD82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C776657-33F7-02B1-3163-E5246C20F87F}"/>
              </a:ext>
            </a:extLst>
          </p:cNvPr>
          <p:cNvSpPr txBox="1"/>
          <p:nvPr/>
        </p:nvSpPr>
        <p:spPr>
          <a:xfrm>
            <a:off x="230632" y="3179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END OF STEP1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248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BBE6-75D3-342C-0949-C6B19134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D3576E3-753E-7D76-2016-4420B49A7D9D}"/>
              </a:ext>
            </a:extLst>
          </p:cNvPr>
          <p:cNvSpPr txBox="1"/>
          <p:nvPr/>
        </p:nvSpPr>
        <p:spPr>
          <a:xfrm>
            <a:off x="230632" y="3179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581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12A4-FF7D-952C-BEF2-F33E15453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AC9B9-EB7B-F8E9-2EDA-9D5BFD356514}"/>
              </a:ext>
            </a:extLst>
          </p:cNvPr>
          <p:cNvSpPr txBox="1"/>
          <p:nvPr/>
        </p:nvSpPr>
        <p:spPr>
          <a:xfrm>
            <a:off x="393192" y="1615363"/>
            <a:ext cx="10213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Structured experiments + Automated tracking + Best model promotion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6FD6F-2D30-8A33-DC84-1FACB8029738}"/>
              </a:ext>
            </a:extLst>
          </p:cNvPr>
          <p:cNvSpPr txBox="1"/>
          <p:nvPr/>
        </p:nvSpPr>
        <p:spPr>
          <a:xfrm>
            <a:off x="230632" y="171672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done in Industry?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845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15961-D0CF-637A-DAF5-1D5C2D26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1B3E56F-64F2-152A-1FC8-C6D094A6E7CF}"/>
              </a:ext>
            </a:extLst>
          </p:cNvPr>
          <p:cNvSpPr txBox="1"/>
          <p:nvPr/>
        </p:nvSpPr>
        <p:spPr>
          <a:xfrm>
            <a:off x="230632" y="171672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done in Industry? -  Hyperparameter Tuning (Industry Way)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B2EE3-A77F-9739-3797-40F6E3AE45FD}"/>
              </a:ext>
            </a:extLst>
          </p:cNvPr>
          <p:cNvSpPr txBox="1"/>
          <p:nvPr/>
        </p:nvSpPr>
        <p:spPr>
          <a:xfrm>
            <a:off x="233172" y="780580"/>
            <a:ext cx="548182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mlflowimport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mlflow.sklearnfrom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sklearn.ensemble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RandomForestClassifierfrom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sklearn.datasets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load_irisfrom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sklearn.model_selection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train_test_splitfrom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sklearn.model_selection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ParameterGridfrom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sklearn.metrics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accuracy_score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f1_score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mlflow.set_experiment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Hyperparameter_Tuning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Load data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X, y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load_iris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return_X_y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=True)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X_train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y_train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train_test_split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(X, y)</a:t>
            </a:r>
          </a:p>
          <a:p>
            <a:pPr>
              <a:buNone/>
            </a:pP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best_acc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0</a:t>
            </a:r>
          </a:p>
          <a:p>
            <a:pPr>
              <a:buNone/>
            </a:pP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best_run_id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None</a:t>
            </a:r>
          </a:p>
        </p:txBody>
      </p:sp>
    </p:spTree>
    <p:extLst>
      <p:ext uri="{BB962C8B-B14F-4D97-AF65-F5344CB8AC3E}">
        <p14:creationId xmlns:p14="http://schemas.microsoft.com/office/powerpoint/2010/main" val="1453310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1020-B69B-334A-89C5-3F7DA29D3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39008B-EC9D-D6C5-C515-8BA41C489978}"/>
              </a:ext>
            </a:extLst>
          </p:cNvPr>
          <p:cNvSpPr txBox="1"/>
          <p:nvPr/>
        </p:nvSpPr>
        <p:spPr>
          <a:xfrm>
            <a:off x="3922776" y="256229"/>
            <a:ext cx="844905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for params in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ParameterGrid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param_grid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with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mlflow.start_run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():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model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RandomForestClassifier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(**params)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model.fit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X_train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y_train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y_pred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model.predict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acc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accuracy_score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y_pred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f1 = f1_score(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y_pred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average="macro")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mlflow.log_params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(params)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mlflow.log_metric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("accuracy", acc)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mlflow.log_metric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("f1_score", f1)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mlflow.sklearn.log_model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(model, name="model",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serialization_format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skops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# Track best model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if acc &gt;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best_acc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best_acc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acc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best_run_id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mlflow.active_run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().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info.run_id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f"Best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Accuracy: {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best_acc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}")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f"Best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Run ID: {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best_run_id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}")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29B1CC-74D4-D3D5-C395-506968CC29AF}"/>
              </a:ext>
            </a:extLst>
          </p:cNvPr>
          <p:cNvSpPr txBox="1"/>
          <p:nvPr/>
        </p:nvSpPr>
        <p:spPr>
          <a:xfrm>
            <a:off x="233172" y="5306860"/>
            <a:ext cx="39639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points: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Track best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Avoid manual inspection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E236C-6B06-12CF-E7D5-C8E69C02C522}"/>
              </a:ext>
            </a:extLst>
          </p:cNvPr>
          <p:cNvSpPr txBox="1"/>
          <p:nvPr/>
        </p:nvSpPr>
        <p:spPr>
          <a:xfrm>
            <a:off x="105156" y="311557"/>
            <a:ext cx="38176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param_grid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{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n_estimators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": [10, 50,],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max_depth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": [3, 5,],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min_samples_split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": [2, 5],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"criterion": ["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gini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",]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0406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5FB01-8C3A-5C0D-7EC7-FD8D6930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6503003-0034-85FF-027E-0B8A84084CAB}"/>
              </a:ext>
            </a:extLst>
          </p:cNvPr>
          <p:cNvSpPr txBox="1"/>
          <p:nvPr/>
        </p:nvSpPr>
        <p:spPr>
          <a:xfrm>
            <a:off x="230632" y="171672"/>
            <a:ext cx="1029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done in Industry? - Model Versioning (Correct Way)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EE0186-6A56-B3AD-5BCD-BF608A763246}"/>
              </a:ext>
            </a:extLst>
          </p:cNvPr>
          <p:cNvSpPr txBox="1"/>
          <p:nvPr/>
        </p:nvSpPr>
        <p:spPr>
          <a:xfrm>
            <a:off x="3909060" y="3551212"/>
            <a:ext cx="4549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points: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Register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best model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Registry properly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4D519-A51A-BF33-2B8D-20C19E7C83D4}"/>
              </a:ext>
            </a:extLst>
          </p:cNvPr>
          <p:cNvSpPr txBox="1"/>
          <p:nvPr/>
        </p:nvSpPr>
        <p:spPr>
          <a:xfrm>
            <a:off x="141732" y="1039059"/>
            <a:ext cx="82158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model_uri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f"runs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:/{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best_run_id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}/model"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Register best model</a:t>
            </a: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registered_model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mlflow.register_model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model_uri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"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IrisClassifier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")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f"Registered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Model Version: {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registered_model.version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1066356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B62D-1A45-A4D1-C207-F3E06697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802EDEB-767E-C6CA-159B-7AD9387B96F8}"/>
              </a:ext>
            </a:extLst>
          </p:cNvPr>
          <p:cNvSpPr txBox="1"/>
          <p:nvPr/>
        </p:nvSpPr>
        <p:spPr>
          <a:xfrm>
            <a:off x="230632" y="171672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done in Industry?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83ADB-62E9-E7F7-5359-BAF06D24D710}"/>
              </a:ext>
            </a:extLst>
          </p:cNvPr>
          <p:cNvSpPr txBox="1"/>
          <p:nvPr/>
        </p:nvSpPr>
        <p:spPr>
          <a:xfrm>
            <a:off x="233172" y="954316"/>
            <a:ext cx="69631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Optional (VERY INDUSTRY-LEVEL)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Transition model stages: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mlflow.tracking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MlflowClient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client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MlflowClient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Move to Production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client.set_registered_model_alias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name="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IrisClassifier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alias="production",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version=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registered_model.version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6102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4A513-F477-8B15-7BDF-3324E69C8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B54E3E-0FC1-0107-7E43-3C898D41C678}"/>
              </a:ext>
            </a:extLst>
          </p:cNvPr>
          <p:cNvSpPr txBox="1"/>
          <p:nvPr/>
        </p:nvSpPr>
        <p:spPr>
          <a:xfrm>
            <a:off x="230632" y="171672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done in Industry?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3E680-AC1E-1E13-028B-BA1D6BD95D7A}"/>
              </a:ext>
            </a:extLst>
          </p:cNvPr>
          <p:cNvSpPr txBox="1"/>
          <p:nvPr/>
        </p:nvSpPr>
        <p:spPr>
          <a:xfrm>
            <a:off x="27432" y="663047"/>
            <a:ext cx="102920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Serve the Production Model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you already moved model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run: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models serve -m models:/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IrisClassifier@production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--no-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conda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-p 5002 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This starts a REST API 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57D56-D76F-F298-538F-C146DA53C9C4}"/>
              </a:ext>
            </a:extLst>
          </p:cNvPr>
          <p:cNvSpPr txBox="1"/>
          <p:nvPr/>
        </p:nvSpPr>
        <p:spPr>
          <a:xfrm>
            <a:off x="-22860" y="3112300"/>
            <a:ext cx="6190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Your Model URL</a:t>
            </a:r>
          </a:p>
          <a:p>
            <a:pPr>
              <a:buNone/>
            </a:pP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API endpoint will be:</a:t>
            </a: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http://127.0.0.1:5002/invocations</a:t>
            </a:r>
            <a:endParaRPr lang="en-US" sz="2000" dirty="0">
              <a:solidFill>
                <a:schemeClr val="accent6">
                  <a:lumMod val="20000"/>
                  <a:lumOff val="8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This is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URL to access your model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28064-408B-346D-BFC8-CDEEED82A7E8}"/>
              </a:ext>
            </a:extLst>
          </p:cNvPr>
          <p:cNvSpPr txBox="1"/>
          <p:nvPr/>
        </p:nvSpPr>
        <p:spPr>
          <a:xfrm>
            <a:off x="6195060" y="2504545"/>
            <a:ext cx="535381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Send Request (IMPORTANT)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requests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json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url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"http://127.0.0.1:5002/invocations"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data = {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"inputs": [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[5.1, 3.5, 1.4, 0.2]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]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 =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requests.post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url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json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=data)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response.json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289574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365DA-59B7-9DC5-6AD4-43F7248FC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D746F85-C150-43B5-CD08-68D485D2BCE1}"/>
              </a:ext>
            </a:extLst>
          </p:cNvPr>
          <p:cNvSpPr txBox="1"/>
          <p:nvPr/>
        </p:nvSpPr>
        <p:spPr>
          <a:xfrm>
            <a:off x="230632" y="171672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done in Industry?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CAB0C-63CC-D0EF-28CD-178D7CB81BA2}"/>
              </a:ext>
            </a:extLst>
          </p:cNvPr>
          <p:cNvSpPr txBox="1"/>
          <p:nvPr/>
        </p:nvSpPr>
        <p:spPr>
          <a:xfrm>
            <a:off x="233172" y="954316"/>
            <a:ext cx="54269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Experiments = Trials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Runs = Attempts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Registry = Production storage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200CC-C88C-93F9-5A3A-5AA958F36A96}"/>
              </a:ext>
            </a:extLst>
          </p:cNvPr>
          <p:cNvSpPr txBox="1"/>
          <p:nvPr/>
        </p:nvSpPr>
        <p:spPr>
          <a:xfrm>
            <a:off x="5536692" y="2136339"/>
            <a:ext cx="619048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steps: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models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best run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Register model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Promote to Production ✅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 uses: models:/Name/Production</a:t>
            </a:r>
          </a:p>
        </p:txBody>
      </p:sp>
    </p:spTree>
    <p:extLst>
      <p:ext uri="{BB962C8B-B14F-4D97-AF65-F5344CB8AC3E}">
        <p14:creationId xmlns:p14="http://schemas.microsoft.com/office/powerpoint/2010/main" val="4063005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1686</TotalTime>
  <Words>1474</Words>
  <Application>Microsoft Office PowerPoint</Application>
  <PresentationFormat>Widescreen</PresentationFormat>
  <Paragraphs>247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305</cp:revision>
  <dcterms:created xsi:type="dcterms:W3CDTF">2025-09-22T02:44:38Z</dcterms:created>
  <dcterms:modified xsi:type="dcterms:W3CDTF">2026-03-30T06:44:43Z</dcterms:modified>
</cp:coreProperties>
</file>