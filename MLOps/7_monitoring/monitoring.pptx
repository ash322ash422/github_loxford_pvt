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82C3B-BE4F-86ED-85B1-90B7D4C6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0E5A1-C282-3295-E669-7DB67164D824}"/>
              </a:ext>
            </a:extLst>
          </p:cNvPr>
          <p:cNvSpPr txBox="1"/>
          <p:nvPr/>
        </p:nvSpPr>
        <p:spPr>
          <a:xfrm>
            <a:off x="1236726" y="84592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was working perfectly in training, but suddenly it starts predicting that 1-bedroom apartments are worth ₹10 crores in production.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AA5FF1-60B9-106F-E0B8-21F1BA06376E}"/>
              </a:ext>
            </a:extLst>
          </p:cNvPr>
          <p:cNvSpPr/>
          <p:nvPr/>
        </p:nvSpPr>
        <p:spPr>
          <a:xfrm>
            <a:off x="1453896" y="2944368"/>
            <a:ext cx="2660904" cy="143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/>
              <a:t>Training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21FD5D-FCE1-F904-9619-58C5DF38C744}"/>
              </a:ext>
            </a:extLst>
          </p:cNvPr>
          <p:cNvSpPr/>
          <p:nvPr/>
        </p:nvSpPr>
        <p:spPr>
          <a:xfrm>
            <a:off x="5405628" y="2944368"/>
            <a:ext cx="2522220" cy="143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/>
              <a:t>Production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B2372CC-B0BF-791A-E344-713ACA7ADB01}"/>
              </a:ext>
            </a:extLst>
          </p:cNvPr>
          <p:cNvSpPr/>
          <p:nvPr/>
        </p:nvSpPr>
        <p:spPr>
          <a:xfrm>
            <a:off x="4283964" y="3355848"/>
            <a:ext cx="864108" cy="4937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59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2164-2FF7-B1B6-26B8-A3DACAFA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2DDE81B-DBCB-0312-6649-88518FCAB2DC}"/>
              </a:ext>
            </a:extLst>
          </p:cNvPr>
          <p:cNvSpPr txBox="1"/>
          <p:nvPr/>
        </p:nvSpPr>
        <p:spPr>
          <a:xfrm>
            <a:off x="146304" y="0"/>
            <a:ext cx="114574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production failures based on drift: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(The Inputs Changed): The statistical distribution of the input data shifts.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Housing Example: Your training data only had houses with 1 to 4 bedrooms. Suddenly, a new luxury high-rise opens up with 8-bedroom penthouses, or inflation drives the baseline square footage costs up across the board.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1C74D5-2994-7342-A6E7-AD4A6C2FE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737360"/>
            <a:ext cx="9808464" cy="490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6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950CB-F1AA-09B8-8105-CE99BE9F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B9B5ED5-A953-3998-2F2C-48A6C37A057B}"/>
              </a:ext>
            </a:extLst>
          </p:cNvPr>
          <p:cNvSpPr txBox="1"/>
          <p:nvPr/>
        </p:nvSpPr>
        <p:spPr>
          <a:xfrm>
            <a:off x="0" y="0"/>
            <a:ext cx="115854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 Drift (The Rules Changed): The relationship between the input and the target output changes, even if the inputs look normal.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Housing Example: A new toxic waste facility is built next to a historically expensive neighborhood. The house features (size, zip code) are identical, but the market value crashes. The "concept" of what makes a house valuable has changed.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359B3-F270-1A4A-4FC7-8CA12705D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2" y="1631216"/>
            <a:ext cx="10265664" cy="513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6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B0E10-2AED-2E18-596D-6563A675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EBF8DEE-6CB1-6C60-71D7-2889347FED57}"/>
              </a:ext>
            </a:extLst>
          </p:cNvPr>
          <p:cNvSpPr txBox="1"/>
          <p:nvPr/>
        </p:nvSpPr>
        <p:spPr>
          <a:xfrm>
            <a:off x="100584" y="146304"/>
            <a:ext cx="115854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Drift (The output Changed): The distribution of output changed.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Housing Example: The distribution of the house price changed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2B863-B0BE-3C39-A393-2D488520D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173" y="1444752"/>
            <a:ext cx="9212255" cy="518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3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698FC-0674-400B-0D70-DE92E6A6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7FD502-69F7-E3B9-AB53-D8D1E84CCD53}"/>
              </a:ext>
            </a:extLst>
          </p:cNvPr>
          <p:cNvSpPr txBox="1"/>
          <p:nvPr/>
        </p:nvSpPr>
        <p:spPr>
          <a:xfrm>
            <a:off x="265176" y="197346"/>
            <a:ext cx="11183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The Core Architecture of Evidently AI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Evidently AI works by comparing two distinct snapshots of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982FC-8165-20B3-DA01-CF0923F17439}"/>
              </a:ext>
            </a:extLst>
          </p:cNvPr>
          <p:cNvSpPr txBox="1"/>
          <p:nvPr/>
        </p:nvSpPr>
        <p:spPr>
          <a:xfrm>
            <a:off x="185166" y="1694980"/>
            <a:ext cx="52280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Reference Data: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The golden baseline dataset (usually your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validation or training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you know the model performed well).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01F52-434E-9A5D-AEDE-8D1291262C8E}"/>
              </a:ext>
            </a:extLst>
          </p:cNvPr>
          <p:cNvSpPr txBox="1"/>
          <p:nvPr/>
        </p:nvSpPr>
        <p:spPr>
          <a:xfrm>
            <a:off x="7071360" y="1694980"/>
            <a:ext cx="49354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Current Data: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The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production data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coming in from live API traffic or recent batch predictions.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F0103-D56F-988C-A80A-AFDF55419336}"/>
              </a:ext>
            </a:extLst>
          </p:cNvPr>
          <p:cNvSpPr txBox="1"/>
          <p:nvPr/>
        </p:nvSpPr>
        <p:spPr>
          <a:xfrm>
            <a:off x="185166" y="4747521"/>
            <a:ext cx="112631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Evidently analyzes these two dataframes and generates either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 HTML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Reports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(for humans to read)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JSON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Test Suites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(for automated CI/CD or Airflow alerts)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091470DA-F2AD-FC4B-B62B-FB19A6D524BD}"/>
              </a:ext>
            </a:extLst>
          </p:cNvPr>
          <p:cNvSpPr/>
          <p:nvPr/>
        </p:nvSpPr>
        <p:spPr>
          <a:xfrm>
            <a:off x="5559552" y="2020708"/>
            <a:ext cx="1365504" cy="54887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04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273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</cp:revision>
  <dcterms:created xsi:type="dcterms:W3CDTF">2026-09-25T02:37:34Z</dcterms:created>
  <dcterms:modified xsi:type="dcterms:W3CDTF">2026-10-22T09:10:59Z</dcterms:modified>
</cp:coreProperties>
</file>