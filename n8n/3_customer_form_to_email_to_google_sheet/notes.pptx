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76" r:id="rId2"/>
    <p:sldId id="295" r:id="rId3"/>
    <p:sldId id="292" r:id="rId4"/>
    <p:sldId id="294" r:id="rId5"/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C3811E7-7BCF-1F17-3B49-89386B1C5AE6}"/>
              </a:ext>
            </a:extLst>
          </p:cNvPr>
          <p:cNvSpPr txBox="1"/>
          <p:nvPr/>
        </p:nvSpPr>
        <p:spPr>
          <a:xfrm>
            <a:off x="168174" y="1278815"/>
            <a:ext cx="1149127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Automation </a:t>
            </a:r>
          </a:p>
          <a:p>
            <a:pPr algn="ctr"/>
            <a:endParaRPr lang="en-US" sz="32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Based on the user's form answers, the workflow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 an email to user and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Google Sheets, automatically calculates and sets a </a:t>
            </a: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Lead Priority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column (High or Low)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F99E5-0CBA-092B-E7AE-19F15CDD6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5EA9C8A-D28C-D2EC-5257-F8006DC76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30" y="1243026"/>
            <a:ext cx="11021963" cy="5268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728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357F4-21A1-67A6-A576-8C27A0685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AE3CE5-ECE2-8EF1-8C89-F2B01E3157D6}"/>
              </a:ext>
            </a:extLst>
          </p:cNvPr>
          <p:cNvSpPr txBox="1"/>
          <p:nvPr/>
        </p:nvSpPr>
        <p:spPr>
          <a:xfrm>
            <a:off x="420624" y="1307592"/>
            <a:ext cx="308610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Form would take input: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Company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Contact name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Contact email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227C75-11E6-EFE6-0E01-EE1468E7B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925" y="278892"/>
            <a:ext cx="4374703" cy="630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394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4403B-ED87-EBB1-23AD-AF2203700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B662BD-CA70-7FF2-1928-CEB50E4501C3}"/>
              </a:ext>
            </a:extLst>
          </p:cNvPr>
          <p:cNvSpPr txBox="1"/>
          <p:nvPr/>
        </p:nvSpPr>
        <p:spPr>
          <a:xfrm>
            <a:off x="795528" y="1481328"/>
            <a:ext cx="981518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flow logic: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budget &lt; 3000, then send email to user and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lead_priority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Low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                                  send email to user and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lead_priority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= High</a:t>
            </a:r>
          </a:p>
        </p:txBody>
      </p:sp>
    </p:spTree>
    <p:extLst>
      <p:ext uri="{BB962C8B-B14F-4D97-AF65-F5344CB8AC3E}">
        <p14:creationId xmlns:p14="http://schemas.microsoft.com/office/powerpoint/2010/main" val="1094456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A28F4-DC13-1F18-8E11-6FAD2162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9249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1620</TotalTime>
  <Words>77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204</cp:revision>
  <dcterms:created xsi:type="dcterms:W3CDTF">2025-09-22T02:44:38Z</dcterms:created>
  <dcterms:modified xsi:type="dcterms:W3CDTF">2026-07-03T18:35:48Z</dcterms:modified>
</cp:coreProperties>
</file>