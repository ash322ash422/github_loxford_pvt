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notesSlides/notesSlide1.xml" ContentType="application/vnd.openxmlformats-officedocument.presentationml.notesSlide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1" r:id="rId14"/>
    <p:sldId id="290" r:id="rId15"/>
    <p:sldId id="29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5:55.9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0 277 24575,'4'0'0,"0"1"0,0-1 0,0 1 0,-1 0 0,1 0 0,0 0 0,-1 1 0,1-1 0,-1 1 0,0 0 0,1 0 0,-1 0 0,0 1 0,0-1 0,0 1 0,-1-1 0,4 5 0,5 7 0,0 0 0,13 24 0,-4-6 0,-5-9 0,-12-17 0,1 0 0,-1 0 0,1 0 0,0 0 0,0-1 0,0 0 0,1 0 0,0 0 0,0-1 0,0 1 0,9 4 0,-12-8 0,-1-1 0,1 0 0,0 0 0,-1 0 0,1-1 0,0 1 0,-1 0 0,1-1 0,-1 1 0,1-1 0,0 1 0,-1-1 0,1 1 0,-1-1 0,1 0 0,-1 0 0,0 0 0,1 0 0,-1 0 0,0 0 0,0 0 0,0-1 0,0 1 0,0 0 0,0-1 0,0 1 0,1-3 0,28-51 0,-20 32 0,4 0 0,1 0 0,1 1 0,0 1 0,27-27 0,85-66 0,-81 75 0,-29 22-101,29-36-1,-32 35-1060,2-3-5664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6:49.5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0 440 24575,'4'0'0,"0"1"0,0 0 0,0 0 0,-1 0 0,1 0 0,0 1 0,-1 0 0,1-1 0,-1 1 0,1 0 0,-1 1 0,0-1 0,4 4 0,40 41 0,-35-33 0,19 22 0,-2 2 0,31 52 0,-46-69 0,-13-18 0,1-1 0,-1 1 0,1 0 0,0-1 0,0 0 0,0 1 0,0-1 0,1 0 0,-1 0 0,1 0 0,-1 0 0,1 0 0,0-1 0,4 3 0,-5-4 0,1 0 0,-1 0 0,0 0 0,1 0 0,-1-1 0,0 1 0,1 0 0,-1-1 0,0 0 0,1 0 0,-1 1 0,0-1 0,0-1 0,0 1 0,0 0 0,0 0 0,0-1 0,0 1 0,3-4 0,19-16 0,-1-2 0,21-27 0,-22 24 0,46-42 0,-29 40 0,1 1 0,0 2 0,2 2 0,1 1 0,85-29 0,-83 31 0,0-1 0,-2-3 0,40-29 0,-34 21 0,85-42 0,99-33-1365,-172 74-5461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6:50.8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0 233 24575,'1'-1'0,"-1"1"0,1-1 0,0 1 0,-1-1 0,1 1 0,0-1 0,-1 1 0,1 0 0,0-1 0,-1 1 0,1 0 0,0 0 0,0-1 0,-1 1 0,1 0 0,0 0 0,0 0 0,0 0 0,-1 0 0,1 0 0,0 0 0,0 0 0,-1 1 0,1-1 0,0 0 0,0 0 0,-1 1 0,1-1 0,0 0 0,-1 1 0,1-1 0,0 1 0,0 0 0,31 12 0,-2 9 0,0 1 0,-1 2 0,-2 1 0,0 1 0,25 34 0,3 1 0,-53-59 0,0-1 0,1 1 0,0 0 0,-1-1 0,1 1 0,0-1 0,0 0 0,0 0 0,1 0 0,-1-1 0,0 1 0,1-1 0,6 3 0,-7-4 0,-1-1 0,1 1 0,-1 0 0,1-1 0,-1 1 0,1-1 0,-1 0 0,0 0 0,1 0 0,-1 0 0,0 0 0,0-1 0,0 1 0,0 0 0,0-1 0,0 0 0,0 0 0,0 1 0,-1-1 0,1 0 0,1-2 0,85-115 0,12-14 0,-74 103-170,2 1-1,1 2 0,1 0 1,1 2-1,1 2 0,1 0 1,48-23-1,-48 33-6655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7:56.0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1 380 24575,'25'54'0,"2"6"0,66 112 0,-92-170 0,0 0 0,0 0 0,1 0 0,-1 0 0,0-1 0,1 1 0,-1 0 0,1-1 0,0 1 0,-1-1 0,1 0 0,0 0 0,0 1 0,0-1 0,0 0 0,0 0 0,0-1 0,0 1 0,0 0 0,1-1 0,-1 1 0,0-1 0,0 0 0,0 0 0,1 0 0,-1 0 0,0 0 0,0 0 0,0-1 0,1 1 0,-1-1 0,0 1 0,0-1 0,0 0 0,0 0 0,0 0 0,4-2 0,6-6 0,-1 0 0,0 0 0,0-1 0,-1-1 0,9-12 0,6-4 0,-12 13-38,274-277 201,-193 205-908,129-93 0,-199 161-6081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7:57.1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823 54 24575,'-5'-4'0,"-1"1"0,1 0 0,-1 0 0,0 0 0,0 1 0,0 0 0,0 0 0,0 0 0,0 1 0,0 0 0,-9-1 0,-2 0 0,-58-9 0,0 4 0,-1 2 0,1 4 0,-1 4 0,-75 12 0,138-14 0,1 1 0,0 1 0,0 0 0,0 1 0,0 0 0,1 0 0,0 2 0,0-1 0,0 1 0,-14 11 0,20-13 0,0 1 0,0 0 0,1 0 0,0 0 0,-1 0 0,2 1 0,-1 0 0,1 0 0,0 0 0,0 0 0,0 0 0,1 1 0,0-1 0,0 1 0,1-1 0,0 1 0,0 0 0,0-1 0,1 1 0,1 8 0,-1-1 0,1 0 0,0-1 0,1 1 0,1 0 0,0-1 0,9 24 0,-9-30 0,1-1 0,0 1 0,0 0 0,1-1 0,0 0 0,0 0 0,0-1 0,1 1 0,0-1 0,0 0 0,0-1 0,0 0 0,13 7 0,24 7 0,1-1 0,1-2 0,0-3 0,89 14 0,-80-16 0,30 6 0,1-3 0,0-4 0,103-3 0,-172-6 40,0-2 0,31-6 0,-42 7-146,0 0 0,-1-1 0,1 0 0,-1 0 0,1 0 0,-1 0-1,0-1 1,1 0 0,-2 0 0,1 0 0,0 0 0,0-1 0,3-4 0,7-16-6720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7:57.8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24575,'3'49'0,"3"0"0,2-1 0,21 75 0,-22-100 0,1-1 0,22 41 0,-9-20 0,-16-28 19,0-1 0,-1 1 0,-1 0 0,0 0 0,-1 0 0,0 16 0,-1-13-394,0-1 1,2 1-1,8 30 1,-3-26-6452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7:58.9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181 3 24575,'-7'1'0,"0"-1"0,0 2 0,0-1 0,0 1 0,0 0 0,0 1 0,1 0 0,-1 0 0,1 0 0,-1 1 0,1 0 0,0 0 0,1 0 0,-1 1 0,1 0 0,0 0 0,0 0 0,0 1 0,1 0 0,0 0 0,0 0 0,0 0 0,-3 9 0,0-2 0,1 1 0,1 0 0,0 0 0,1 0 0,0 0 0,1 1 0,1 0 0,0-1 0,1 1 0,1 22 0,2-28 0,0 1 0,1-1 0,0 0 0,0 0 0,1 0 0,0 0 0,1 0 0,0-1 0,1 0 0,-1 0 0,1 0 0,1-1 0,0 0 0,0 0 0,0 0 0,0-1 0,1 0 0,0-1 0,14 7 0,-11-5 0,1-1 0,-1-1 0,1 0 0,-1-1 0,1 0 0,1 0 0,-1-1 0,0-1 0,1 0 0,0-1 0,-1-1 0,1 0 0,0 0 0,21-4 0,-23 0 0,-1 0 0,1 0 0,-1-1 0,0 0 0,0-1 0,-1-1 0,0 1 0,0-1 0,0-1 0,-1 1 0,0-2 0,0 1 0,-1-1 0,0 0 0,-1 0 0,0-1 0,-1 0 0,1 0 0,-2 0 0,0-1 0,0 0 0,-1 1 0,0-1 0,-1 0 0,0-1 0,1-13 0,-3 18 1,0 1 0,-1-1 0,1 1 0,-1 0 0,0-1 0,-1 1 0,1 0 0,-1 0 0,0 0 1,-1 0-1,0 0 0,0 1 0,0-1 0,0 1 0,-1 0 0,0 0 0,0 0 0,0 0 0,-1 1 0,-8-8 0,-6 0-16,1 1 1,-2 1-1,1 0 0,-37-12 1,30 13-643,-40-22 0,44 17-6169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8:00.2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292 1 24575,'-28'1'0,"1"2"0,-37 8 0,7 0 0,53-11 0,0 1 0,0 0 0,0 0 0,0 1 0,0-1 0,1 1 0,-1 0 0,1 0 0,-1 0 0,1 0 0,-1 1 0,1-1 0,0 1 0,0 0 0,0 0 0,1 0 0,-1 0 0,1 1 0,0-1 0,0 0 0,0 1 0,0 0 0,0-1 0,1 1 0,0 0 0,-1 0 0,1 0 0,1 0 0,-1 0 0,0 5 0,1-4 0,0 0 0,0-1 0,0 1 0,1 0 0,-1 0 0,1-1 0,0 1 0,1 0 0,-1-1 0,1 1 0,0-1 0,0 0 0,0 1 0,0-1 0,1 0 0,0 0 0,0-1 0,0 1 0,0 0 0,0-1 0,1 0 0,0 0 0,-1 0 0,1 0 0,8 3 0,6 1 0,1-1 0,-1-1 0,1-1 0,1-1 0,-1-1 0,0 0 0,1-1 0,27-3 0,-18 1 0,0 2 0,49 7 0,-68-6 0,0 1 0,0 1 0,-1 0 0,1 0 0,-1 1 0,0 0 0,0 0 0,11 10 0,-17-13 0,0 1 0,1-1 0,-1 1 0,-1 0 0,1 0 0,0 0 0,-1 0 0,1 0 0,-1 0 0,0 1 0,0-1 0,0 1 0,-1-1 0,1 1 0,-1 0 0,0 0 0,0 0 0,0 0 0,0 0 0,-1 0 0,1 0 0,-1 0 0,0 0 0,-1 6 0,-1-7 0,0 1 0,0 0 0,0-1 0,0 1 0,0-1 0,-1 1 0,0-1 0,1 0 0,-1 0 0,0-1 0,0 1 0,-7 4 0,-47 27 0,46-29 0,-15 11 0,0-2 0,-1-1 0,-1-1 0,0-2 0,0 0 0,-1-2 0,-1-1 0,-57 5 0,69-11-116,6 0 179,-1-1-1,0 0 1,-20-3-1,30 2-133,0 1-1,0-1 1,0 0-1,1 0 1,-1 0 0,0 0-1,0-1 1,1 1 0,-1-1-1,1 1 1,-1-1-1,1 0 1,0 0 0,-1 0-1,1 0 1,0-1-1,1 1 1,-1-1 0,0 1-1,-1-4 1,-9-28-6755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8:01.6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0 131 24575,'5'2'0,"-1"0"0,0 0 0,-1 0 0,1 0 0,0 1 0,0 0 0,-1 0 0,0 0 0,0 0 0,0 0 0,0 0 0,0 1 0,0 0 0,3 7 0,13 12 0,-8-13 0,1 0 0,0-1 0,1 0 0,0-1 0,0 0 0,1-1 0,0-1 0,28 10 0,-17-10 0,-1 0 0,1-2 0,0-1 0,41 1 0,-61-4 0,-1 0 0,1 0 0,-1 0 0,0-1 0,1 0 0,-1 0 0,0 0 0,1 0 0,-1 0 0,0-1 0,0 0 0,0 0 0,0 0 0,0 0 0,-1-1 0,1 1 0,-1-1 0,1 0 0,-1 0 0,0-1 0,0 1 0,3-5 0,-4 3 0,0 1 0,0-1 0,0 0 0,0 0 0,-1 0 0,0 0 0,0-1 0,-1 1 0,1 0 0,-1 0 0,0-1 0,0 1 0,-1 0 0,0 0 0,1 0 0,-2 0 0,1 0 0,-4-8 0,4 8 0,-1 1 0,-1-1 0,1 1 0,-1-1 0,0 1 0,1 0 0,-2 0 0,1 0 0,0 1 0,-1-1 0,0 1 0,0 0 0,0 0 0,-5-3 0,-5-2 0,-1 2 0,1 0 0,-19-5 0,-14-6 0,14 3 0,-48-13 0,71 24 0,1 1 0,-1 0 0,1 0 0,-1 1 0,0 1 0,0-1 0,0 2 0,1-1 0,-1 2 0,-12 2 0,19-3 0,-1 1 0,1-1 0,0 1 0,0 0 0,0 0 0,1 1 0,-1-1 0,0 0 0,1 1 0,-1 0 0,1 0 0,0-1 0,0 1 0,0 1 0,0-1 0,1 0 0,-1 0 0,1 1 0,0-1 0,0 0 0,0 1 0,0-1 0,1 1 0,-1 4 0,-1 13 0,1 0 0,1 0 0,2 21 0,-1-20 0,0 17 0,0-12 0,0 1 0,10 45 0,-9-63 0,1-1 0,0 1 0,0-1 0,1 0 0,1 0 0,-1-1 0,2 1 0,-1-1 0,1 0 0,0 0 0,10 9 0,5 3 0,1 0 0,46 32 0,-56-45 0,1 0 0,-1-1 0,2 0 0,-1-1 0,1 0 0,-1-1 0,1 0 0,19 1 0,53 2 0,99-5 0,13 1 0,-137 10-832,-56-12 299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39:45.0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0:07.5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14 118 6077 0 0,'2'-10'210'0'0,"-1"-1"1"0"0,0 0-1 0 0,-1 0 1 0 0,0 0 0 0 0,-2-12-1 0 0,0-13 1720 0 0,2 36-1921 0 0,0-1 0 0 0,0 1 0 0 0,0 0 0 0 0,0 0 0 0 0,0 0-1 0 0,0 0 1 0 0,0-1 0 0 0,0 1 0 0 0,0 0 0 0 0,0 0 0 0 0,0 0 0 0 0,0 0 0 0 0,0 0 0 0 0,0-1-1 0 0,0 1 1 0 0,0 0 0 0 0,0 0 0 0 0,0 0 0 0 0,0 0 0 0 0,-1 0 0 0 0,1-1 0 0 0,0 1-1 0 0,0 0 1 0 0,0 0 0 0 0,0 0 0 0 0,0 0 0 0 0,0 0 0 0 0,-1 0 0 0 0,1 0 0 0 0,0 0 0 0 0,0 0-1 0 0,0 0 1 0 0,0 0 0 0 0,-1-1 0 0 0,1 1 0 0 0,0 0 0 0 0,0 0 0 0 0,0 0 0 0 0,0 0-1 0 0,0 0 1 0 0,-1 0 0 0 0,1 0 0 0 0,0 0 0 0 0,0 1 0 0 0,0-1 0 0 0,0 0 0 0 0,-1 0 0 0 0,1 0-1 0 0,0 0 1 0 0,0 0 0 0 0,0 0 0 0 0,0 0 0 0 0,0 0 0 0 0,-1 0 0 0 0,1 0 0 0 0,0 0-1 0 0,0 1 1 0 0,0-1 0 0 0,0 0 0 0 0,0 0 0 0 0,-1 0 0 0 0,-2 21 23 0 0,1 0-1 0 0,1-1 1 0 0,1 1 0 0 0,0 0-1 0 0,6 37 1 0 0,1 37 19 0 0,7 73 107 0 0,-16-145-301 0 0,2-24 119 0 0,0 1 0 0 0,0 0 0 0 0,0 0 0 0 0,0 0-1 0 0,0 0 1 0 0,0 0 0 0 0,0 0 0 0 0,0 0 0 0 0,0 0 0 0 0,0 0 0 0 0,0 0 0 0 0,0 0-1 0 0,0 0 1 0 0,0-1 0 0 0,0 1 0 0 0,0 0 0 0 0,0 0 0 0 0,0 0 0 0 0,0 0 0 0 0,0 0-1 0 0,0 0 1 0 0,0 0 0 0 0,-1 0 0 0 0,1 0 0 0 0,0 0 0 0 0,0 0 0 0 0,0 0 0 0 0,0 0-1 0 0,0 0 1 0 0,0 0 0 0 0,0 0 0 0 0,0 0 0 0 0,0 0 0 0 0,0 0 0 0 0,0 0 0 0 0,-1 0 0 0 0,1 0-1 0 0,0 0 1 0 0,0 0 0 0 0,0 0 0 0 0,0 0 0 0 0,0 0 0 0 0,0 0 0 0 0,0 0 0 0 0,0 0-1 0 0,0 0 1 0 0,0 0 0 0 0,0 0 0 0 0,0 0 0 0 0,-1 0 0 0 0,1 0 0 0 0,0 0 0 0 0,0 0-1 0 0,0 1 1 0 0,-3-41-4239 0 0,6 23 1632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0:08.9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671 82 5921 0 0,'-29'-39'-521'0'0,"28"38"552"0"0,-34-19 565 0 0,20 15-411 0 0,1 0 0 0 0,-1 2 0 0 0,0 0 1 0 0,0 1-1 0 0,0 0 0 0 0,0 1 0 0 0,0 1 0 0 0,0 0 1 0 0,0 1-1 0 0,-19 4 0 0 0,14-1-126 0 0,0 2 0 0 0,1 0-1 0 0,0 1 1 0 0,0 0 0 0 0,1 2 0 0 0,0 0-1 0 0,-23 17 1 0 0,18-10-23 0 0,2 1 0 0 0,0 1 0 0 0,1 1 1 0 0,1 1-1 0 0,1 0 0 0 0,-20 30 0 0 0,27-34-19 0 0,0 1 1 0 0,1 1-1 0 0,1-1 0 0 0,0 1 1 0 0,2 1-1 0 0,0 0 0 0 0,1 0 1 0 0,1 0-1 0 0,-4 28 0 0 0,6-14 32 0 0,2 0-1 0 0,4 49 0 0 0,-2-65-38 0 0,2-1-1 0 0,0 0 0 0 0,0 0 0 0 0,2-1 0 0 0,0 1 0 0 0,0-1 0 0 0,10 17 0 0 0,-5-15 8 0 0,1-1 0 0 0,0-1 0 0 0,2 0-1 0 0,0 0 1 0 0,0-1 0 0 0,1 0 0 0 0,1-2 0 0 0,0 0 0 0 0,1 0-1 0 0,22 12 1 0 0,-16-12 13 0 0,0-1 0 0 0,1-1 0 0 0,0-1 0 0 0,1-2 0 0 0,0 0-1 0 0,0-1 1 0 0,44 5 0 0 0,-45-9 101 0 0,-1-2 0 0 0,1 0 0 0 0,-1-2 0 0 0,1 0 0 0 0,-1-1-1 0 0,0-2 1 0 0,0 0 0 0 0,0-1 0 0 0,-1-2 0 0 0,0 0 0 0 0,27-14 0 0 0,-33 14-36 0 0,0-2 0 0 0,0 1 1 0 0,-1-2-1 0 0,-1 0 0 0 0,1 0 0 0 0,-2-1 1 0 0,0-1-1 0 0,0 0 0 0 0,-1-1 1 0 0,-1 0-1 0 0,0 0 0 0 0,-1-1 0 0 0,-1-1 1 0 0,0 1-1 0 0,6-21 0 0 0,-3 3 86 0 0,-1-1 0 0 0,8-45 0 0 0,-17 67-146 0 0,1-1 0 0 0,-1 1 0 0 0,-1 0 0 0 0,-1-1 0 0 0,1 1 0 0 0,-2-1 0 0 0,0 1 0 0 0,0 0 0 0 0,-1 0 0 0 0,-5-13 0 0 0,-2 4-14 0 0,0 0 0 0 0,-1 1 0 0 0,-1 0 1 0 0,0 1-1 0 0,-2 0 0 0 0,0 1 0 0 0,-2 0 1 0 0,0 2-1 0 0,0 0 0 0 0,-2 0 0 0 0,0 2 0 0 0,0 0 1 0 0,-22-11-1 0 0,11 5-34 0 0,19 12 26 0 0,-1 1 0 0 0,1 0 0 0 0,-2 1 0 0 0,1 0 0 0 0,-1 0 0 0 0,1 2 0 0 0,-21-7 0 0 0,21 9-3 0 0,1 0-5 0 0,0 0 0 0 0,0 1 1 0 0,0 1-1 0 0,0 0 0 0 0,-10 1 1 0 0,-84 1-1266 0 0,95-4 596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0:09.8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31 534 6741 0 0,'-24'-124'2140'0'0,"17"105"-886"0"0,11 43-1035 0 0,12 48-269 0 0,1-22 95 0 0,-13-34 17 0 0,1 0 0 0 0,1 0 0 0 0,0-1 0 0 0,1 0 1 0 0,13 21-1 0 0,-19-34 119 0 0,-1-2-160 0 0,1 0-1 0 0,-1 1 1 0 0,0-1-1 0 0,0 0 0 0 0,1 1 1 0 0,-1-1-1 0 0,0 0 1 0 0,1 1-1 0 0,-1-1 0 0 0,0 0 1 0 0,1 0-1 0 0,-1 0 1 0 0,0 1-1 0 0,1-1 0 0 0,-1 0 1 0 0,1 0-1 0 0,-1 0 1 0 0,0 0-1 0 0,1 0 0 0 0,-1 0 1 0 0,1 1-1 0 0,-1-1 1 0 0,0 0-1 0 0,1 0 0 0 0,-1 0 1 0 0,1-1-1 0 0,-1 1 1 0 0,0 0-1 0 0,1 0 0 0 0,-1 0 1 0 0,1 0-1 0 0,-1 0 1 0 0,0 0-1 0 0,1-1 0 0 0,-1 1 1 0 0,1 0-1 0 0,-1 0 1 0 0,1-1-1 0 0,35-17 125 0 0,0-2 0 0 0,-1-1 0 0 0,-1-1 0 0 0,56-50 0 0 0,28-19 6 0 0,-83 66-108 0 0,102-70 147 0 0,182-94 1 0 0,-241 142-119 0 0,-53 22-4294 0 0,-5 4-265 0 0,-8 13 1981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0:11.4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74 5705 0 0,'-17'-12'114'0'0,"12"2"3515"0"0,13 4-3563 0 0,1 0 0 0 0,0 1 0 0 0,0 0 0 0 0,1 0 0 0 0,-1 1 0 0 0,1 0 0 0 0,0 1 0 0 0,0 0 0 0 0,0 0 1 0 0,0 1-1 0 0,18-1 0 0 0,-15 2-57 0 0,-1 0 1 0 0,1 1 0 0 0,0 0-1 0 0,0 1 1 0 0,-1 0-1 0 0,1 1 1 0 0,-1 1 0 0 0,1 0-1 0 0,15 6 1 0 0,-25-8-8 0 0,0 1 1 0 0,0-1-1 0 0,0 1 0 0 0,0 0 1 0 0,0-1-1 0 0,-1 1 0 0 0,1 1 1 0 0,-1-1-1 0 0,1 0 0 0 0,-1 0 1 0 0,0 1-1 0 0,0 0 0 0 0,0-1 1 0 0,0 1-1 0 0,0 0 0 0 0,-1 0 1 0 0,1 0-1 0 0,-1 0 0 0 0,0 0 1 0 0,0 0-1 0 0,0 0 0 0 0,0 0 1 0 0,-1 1-1 0 0,1-1 0 0 0,-1 0 1 0 0,0 1-1 0 0,0-1 0 0 0,0 0 1 0 0,0 0-1 0 0,0 1 0 0 0,-1-1 1 0 0,0 0-1 0 0,1 0 0 0 0,-1 1 1 0 0,0-1-1 0 0,-3 4 0 0 0,-1 5 15 0 0,-1 0 0 0 0,0 0-1 0 0,-1 0 1 0 0,0-1 0 0 0,0 0 0 0 0,-2-1-1 0 0,-15 17 1 0 0,8-13 4 0 0,0-1 1 0 0,-22 13-1 0 0,-23 19 104 0 0,60-44-143 0 0,5 1-19 0 0,7 1 34 0 0,1 0 0 0 0,0-1 0 0 0,-1 0 0 0 0,1-1 0 0 0,0-1 0 0 0,0 0 0 0 0,0 0 0 0 0,23-4 0 0 0,8 1-5 0 0,294-8 4 0 0,-334 11-155 0 0,10-16-5828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0:12.5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829 160 6189 0 0,'-9'-13'44'0'0,"0"1"0"0"0,-2 0 0 0 0,1 0-1 0 0,-2 1 1 0 0,1 0 0 0 0,-1 1 0 0 0,-1 1 0 0 0,0 0 0 0 0,0 0 0 0 0,-1 1 0 0 0,0 1 0 0 0,0 1 0 0 0,-1 0 0 0 0,0 0 0 0 0,0 2 0 0 0,0 0 0 0 0,0 0 0 0 0,-1 2 0 0 0,0 0 0 0 0,1 0 0 0 0,-1 2 0 0 0,0 0 0 0 0,0 0 0 0 0,1 2 0 0 0,-1 0 0 0 0,-15 4 0 0 0,-3 4-17 0 0,0 1 1 0 0,0 2-1 0 0,1 1 0 0 0,1 2 0 0 0,0 1 1 0 0,1 1-1 0 0,1 2 0 0 0,1 1 0 0 0,-35 32 1 0 0,56-46-24 0 0,0 1 1 0 0,1 0 0 0 0,0 0 0 0 0,1 0-1 0 0,0 1 1 0 0,0 0 0 0 0,1 0-1 0 0,0 0 1 0 0,0 1 0 0 0,-4 15-1 0 0,4-7 24 0 0,1 0-1 0 0,1 0 1 0 0,1 1-1 0 0,1-1 0 0 0,0 20 1 0 0,1-18-7 0 0,1 0 1 0 0,0 0 0 0 0,1 0 0 0 0,2-1 0 0 0,0 1-1 0 0,1-1 1 0 0,1 0 0 0 0,10 23 0 0 0,-10-30 9 0 0,1 0 0 0 0,0-1 0 0 0,1 1 0 0 0,0-2 1 0 0,1 1-1 0 0,0-1 0 0 0,0 0 0 0 0,1-1 0 0 0,1 0 1 0 0,0-1-1 0 0,0 0 0 0 0,24 13 0 0 0,2-3 130 0 0,2-1 1 0 0,0-2-1 0 0,63 15 1 0 0,126 15 532 0 0,-225-45-683 0 0,19 3 101 0 0,0-2 1 0 0,0 0 0 0 0,0-2-1 0 0,0 0 1 0 0,-1-1-1 0 0,1-1 1 0 0,0-2-1 0 0,-1 0 1 0 0,0-1-1 0 0,0-1 1 0 0,39-19 0 0 0,-32 12-31 0 0,-2-1 0 0 0,0-1 1 0 0,-1-1-1 0 0,0-2 0 0 0,-1 0 0 0 0,-2-2 1 0 0,0 0-1 0 0,19-25 0 0 0,-33 35-63 0 0,0 0-1 0 0,0-1 0 0 0,-2 1 0 0 0,0-2 0 0 0,0 1 0 0 0,-1-1 0 0 0,0 1 0 0 0,-1-2 0 0 0,-1 1 0 0 0,0 0 0 0 0,0 0 1 0 0,-2-1-1 0 0,0 0 0 0 0,0 1 0 0 0,-1-1 0 0 0,-1 0 0 0 0,0 1 0 0 0,-1-1 0 0 0,0 1 0 0 0,-1 0 0 0 0,-1 0 1 0 0,0 0-1 0 0,-1 0 0 0 0,0 0 0 0 0,-1 1 0 0 0,0 0 0 0 0,-15-20 0 0 0,5 10-10 0 0,-1 1 0 0 0,-1 1 1 0 0,-1 0-1 0 0,0 1 0 0 0,-2 2 0 0 0,0 0 0 0 0,-1 1 0 0 0,-1 1 0 0 0,0 1 1 0 0,-1 1-1 0 0,-1 1 0 0 0,0 1 0 0 0,0 1 0 0 0,-1 1 0 0 0,0 2 1 0 0,0 0-1 0 0,-30-2 0 0 0,0 2 0 0 0,48 7-18 0 0,-19-1-106 0 0,25 1 46 0 0,1-1 0 0 0,-1 1 0 0 0,1 0 1 0 0,-1 0-1 0 0,1 0 0 0 0,-1 0 0 0 0,1 0 1 0 0,-1 0-1 0 0,1 0 0 0 0,-1 1 0 0 0,1-1 0 0 0,-1 0 1 0 0,1 1-1 0 0,0-1 0 0 0,-1 1 0 0 0,1 0 0 0 0,0-1 1 0 0,-1 1-1 0 0,1 0 0 0 0,-2 1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0:12.9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4 156 6485 0 0,'13'-37'777'0'0,"-17"57"192"0"0,1-15-946 0 0,1 1 0 0 0,1 0 0 0 0,-1 0-1 0 0,1 0 1 0 0,0 0 0 0 0,0 0 0 0 0,0 0 0 0 0,1 0-1 0 0,0 0 1 0 0,0 0 0 0 0,1 0 0 0 0,0 0-1 0 0,2 11 1 0 0,-2-15 1 0 0,0-1 0 0 0,0 0 0 0 0,0 0-1 0 0,0 0 1 0 0,0 0 0 0 0,1 0 0 0 0,-1 0 0 0 0,0 0-1 0 0,0 0 1 0 0,1 0 0 0 0,-1-1 0 0 0,0 1 0 0 0,1 0 0 0 0,-1-1-1 0 0,1 1 1 0 0,-1-1 0 0 0,1 0 0 0 0,-1 1 0 0 0,1-1-1 0 0,-1 0 1 0 0,1 0 0 0 0,-1 0 0 0 0,4 0 0 0 0,44-4 225 0 0,-41 3-218 0 0,62-10 137 0 0,0-3 0 0 0,80-26 0 0 0,131-60 166 0 0,-185 64-133 0 0,-8-6 239 0 0,-87 41-652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0:14.5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136 8 6541 0 0,'0'0'-248'0'0,"-17"0"-246"0"0,-1-5 2545 0 0,38 2-1678 0 0,71 8-418 0 0,-58-1 56 0 0,-18-4-5 0 0,0 2 0 0 0,0-1 1 0 0,0 2-1 0 0,-1 0 0 0 0,1 1 0 0 0,-1 1 1 0 0,0 0-1 0 0,25 12 0 0 0,-39-16-3 0 0,1-1-1 0 0,0 1 1 0 0,-1-1-1 0 0,1 1 0 0 0,-1 0 1 0 0,1-1-1 0 0,-1 1 1 0 0,1 0-1 0 0,-1-1 0 0 0,1 1 1 0 0,-1 0-1 0 0,1 0 0 0 0,-1-1 1 0 0,0 1-1 0 0,0 0 1 0 0,1 0-1 0 0,-1 0 0 0 0,0 0 1 0 0,0-1-1 0 0,0 1 1 0 0,0 0-1 0 0,0 0 0 0 0,0 0 1 0 0,0 0-1 0 0,0 0 1 0 0,0-1-1 0 0,0 1 0 0 0,-1 0 1 0 0,1 0-1 0 0,0 0 0 0 0,-1-1 1 0 0,1 1-1 0 0,0 0 1 0 0,-1 0-1 0 0,1-1 0 0 0,-1 1 1 0 0,1 0-1 0 0,-1 0 1 0 0,1-1-1 0 0,-1 1 0 0 0,0-1 1 0 0,1 1-1 0 0,-1-1 1 0 0,0 1-1 0 0,1-1 0 0 0,-2 1 1 0 0,-33 25 52 0 0,-13-6 15 0 0,0-1-1 0 0,0-3 1 0 0,-95 19 0 0 0,128-31-21 0 0,13-4-12 0 0,-7 1 18 0 0,6 0-51 0 0,9 1 32 0 0,43 6-48 0 0,-1 2 1 0 0,0 2-1 0 0,0 3 1 0 0,-1 1-1 0 0,53 27 0 0 0,-99-42 12 0 0,6 2 2 0 0,-1 0 0 0 0,0 0-1 0 0,0 0 1 0 0,-1 1 0 0 0,1 0 0 0 0,-1 0-1 0 0,0 0 1 0 0,0 1 0 0 0,0 0 0 0 0,-1 0-1 0 0,6 7 1 0 0,-10-12 1 0 0,1 1 0 0 0,-1 0 0 0 0,0 0 0 0 0,0-1 0 0 0,0 1 0 0 0,0 0 0 0 0,0-1 0 0 0,0 1 0 0 0,0 0 0 0 0,0 0 0 0 0,0-1 0 0 0,0 1 0 0 0,0 0 1 0 0,0-1-1 0 0,0 1 0 0 0,-1 0 0 0 0,1-1 0 0 0,0 1 0 0 0,0 0 0 0 0,-1-1 0 0 0,1 1 0 0 0,0 0 0 0 0,-1-1 0 0 0,1 1 0 0 0,-1-1 0 0 0,1 1 0 0 0,-1-1 0 0 0,1 1 0 0 0,-1-1 0 0 0,1 1 0 0 0,-1-1 0 0 0,0 0 0 0 0,1 1 0 0 0,-1-1 0 0 0,0 0 0 0 0,0 1 0 0 0,-25 10 68 0 0,24-10-59 0 0,-32 7 93 0 0,0-2-1 0 0,0 0 1 0 0,-1-3 0 0 0,-57 0 0 0 0,3 0 121 0 0,-7-3 226 0 0,94 0-429 0 0,-1-5-212 0 0,2 4 109 0 0,1 1-1 0 0,-1 0 0 0 0,1-1 0 0 0,-1 1 1 0 0,1-1-1 0 0,-1 1 0 0 0,1-1 0 0 0,0 1 1 0 0,-1-1-1 0 0,1 0 0 0 0,0 1 1 0 0,0-1-1 0 0,-1 1 0 0 0,1-1 0 0 0,0 0 1 0 0,0 1-1 0 0,0-1 0 0 0,0 1 1 0 0,0-1-1 0 0,0 0 0 0 0,0 1 0 0 0,0-1 1 0 0,0 0-1 0 0,0 1 0 0 0,0-1 0 0 0,0 1 1 0 0,0-1-1 0 0,0 0 0 0 0,1 1 1 0 0,-1-1-1 0 0,0 1 0 0 0,0-1 0 0 0,1 0 1 0 0,8-15-2369 0 0,0 3-557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0:15.6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755 159 6521 0 0,'-1'-5'-49'0'0,"-1"0"0"0"0,0-1 0 0 0,0 1 0 0 0,0 0 1 0 0,-1 0-1 0 0,0 1 0 0 0,0-1 0 0 0,0 0 0 0 0,0 1 0 0 0,-1 0 1 0 0,0 0-1 0 0,0 0 0 0 0,0 0 0 0 0,0 0 0 0 0,-1 1 1 0 0,-4-3-1 0 0,-11-7 271 0 0,0 2 0 0 0,-32-13 0 0 0,33 16-116 0 0,6 3-51 0 0,-1 0-1 0 0,1 1 0 0 0,-1 1 1 0 0,0 0-1 0 0,0 1 0 0 0,0 1 1 0 0,-1 0-1 0 0,1 1 0 0 0,0 0 1 0 0,0 1-1 0 0,0 1 0 0 0,-1 0 1 0 0,1 1-1 0 0,1 0 0 0 0,-1 1 1 0 0,1 1-1 0 0,-1 0 0 0 0,1 1 1 0 0,-24 15-1 0 0,10-4-41 0 0,0 1-1 0 0,1 1 0 0 0,1 1 1 0 0,1 2-1 0 0,1 1 1 0 0,1 0-1 0 0,-34 48 0 0 0,48-59 11 0 0,1 0 0 0 0,0 0 0 0 0,1 1 0 0 0,1 0-1 0 0,0 0 1 0 0,1 0 0 0 0,0 0 0 0 0,1 1-1 0 0,1 0 1 0 0,0-1 0 0 0,0 1 0 0 0,2 0 0 0 0,0 0-1 0 0,0 0 1 0 0,4 23 0 0 0,1-10 32 0 0,2 0 0 0 0,0 0 0 0 0,2-1-1 0 0,0 0 1 0 0,2 0 0 0 0,28 47 0 0 0,-31-61-10 0 0,0 0 0 0 0,1-1 1 0 0,0 0-1 0 0,1 0 0 0 0,0-1 0 0 0,0 0 0 0 0,1-1 0 0 0,1 0 0 0 0,-1-1 1 0 0,18 9-1 0 0,-10-7 84 0 0,-1-2 0 0 0,2 0 0 0 0,-1-2 0 0 0,1 0 0 0 0,0-1 0 0 0,34 4 0 0 0,-21-6 69 0 0,0-2 1 0 0,0-1-1 0 0,0-1 1 0 0,0-2-1 0 0,-1-2 1 0 0,1 0-1 0 0,-1-3 1 0 0,59-20-1 0 0,-58 14-50 0 0,-1 0 1 0 0,41-25-1 0 0,-59 30-105 0 0,0-1 1 0 0,0-1 0 0 0,-1 0 0 0 0,-1-1 0 0 0,0 0 0 0 0,-1 0-1 0 0,11-15 1 0 0,-12 13-5 0 0,-1 0 1 0 0,0-1-1 0 0,-1 0 0 0 0,0-1 0 0 0,-1 1 0 0 0,-1-1 1 0 0,-1-1-1 0 0,6-26 0 0 0,-9 32-23 0 0,-1 1 0 0 0,-1-1 0 0 0,0 1 0 0 0,0-1 0 0 0,-1 0 0 0 0,0 1 0 0 0,-1-1 0 0 0,0 1 0 0 0,-1 0-1 0 0,0 0 1 0 0,-1 0 0 0 0,0 0 0 0 0,0 0 0 0 0,-1 1 0 0 0,-6-10 0 0 0,-1 2 1 0 0,-1 0-1 0 0,-1 1 1 0 0,0 1 0 0 0,-1 0-1 0 0,0 1 1 0 0,-1 0 0 0 0,-1 1-1 0 0,0 1 1 0 0,-1 1 0 0 0,-38-18-1 0 0,13 11-23 0 0,-2 1 0 0 0,0 2-1 0 0,0 3 1 0 0,-49-7 0 0 0,92 18-76 0 0,-8 0 426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0:16.1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36 187 6905 0 0,'5'-17'-474'0'0,"2"-11"2030"0"0,-17 45-652 0 0,4-3-865 0 0,-1 1-1 0 0,2 0 0 0 0,0 0 0 0 0,1 1 0 0 0,0-1 0 0 0,1 1 0 0 0,1 0 0 0 0,1 0 1 0 0,0 0-1 0 0,2 21 0 0 0,-1-36-17 0 0,1 0 1 0 0,-1-1-1 0 0,1 1 1 0 0,-1 0 0 0 0,1 0-1 0 0,0 0 1 0 0,-1 0-1 0 0,1 0 1 0 0,0-1-1 0 0,0 1 1 0 0,-1 0-1 0 0,1-1 1 0 0,0 1-1 0 0,0 0 1 0 0,0-1 0 0 0,0 1-1 0 0,0-1 1 0 0,0 0-1 0 0,0 1 1 0 0,0-1-1 0 0,0 0 1 0 0,0 1-1 0 0,0-1 1 0 0,0 0-1 0 0,0 0 1 0 0,0 0-1 0 0,0 0 1 0 0,0 0 0 0 0,2 0-1 0 0,29-2 212 0 0,-30 1-237 0 0,55-9 132 0 0,-1-3 0 0 0,0-2 1 0 0,59-26-1 0 0,-40 15-43 0 0,555-208 1382 0 0,-613 225-1345 0 0,10-5 124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1:21.4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47 240 6981 0 0,'0'0'-155'0'0,"-1"-2"322"0"0,0 0 88 0 0,0 1 1 0 0,0 0 0 0 0,0-1-1 0 0,0 1 1 0 0,0-1 0 0 0,-1 1-1 0 0,1 0 1 0 0,0 0-1 0 0,-1 0 1 0 0,1 0 0 0 0,-1 0-1 0 0,1 0 1 0 0,-1 0-1 0 0,-2-1 1 0 0,-11 11-251 0 0,12-7 3 0 0,-3 17-44 0 0,7-8 43 0 0,0 0 1 0 0,1 0 0 0 0,0 0-1 0 0,0 0 1 0 0,1 0 0 0 0,7 14-1 0 0,-3-4 2 0 0,41 116 73 0 0,-47-136-85 0 0,3 10 32 0 0,-1-6-15 0 0,-2-4 24 0 0,-1-1-20 0 0,0 1 1 0 0,0-1-1 0 0,0 0 1 0 0,1 0-1 0 0,-1 1 1 0 0,0-1-1 0 0,0 0 1 0 0,0 0-1 0 0,0 0 1 0 0,1 1-1 0 0,-1-1 1 0 0,0 0-1 0 0,0 0 1 0 0,0 0-1 0 0,0 0 1 0 0,1 1-1 0 0,-1-1 1 0 0,0 0-1 0 0,0 0 1 0 0,1 0-1 0 0,-1 0 1 0 0,0 0-1 0 0,0 0 1 0 0,1 0-1 0 0,-1 1 1 0 0,0-1-1 0 0,0 0 1 0 0,1 0-1 0 0,-1 0 1 0 0,0 0-1 0 0,1 0 1 0 0,-1 0-1 0 0,0 0 1 0 0,0-1-1 0 0,1 1 1 0 0,-1 0-1 0 0,0 0 1 0 0,0 0-1 0 0,1 0 1 0 0,-1 0-1 0 0,0 0 1 0 0,1-1-1 0 0,12-6 117 0 0,0 0 0 0 0,-1-2 1 0 0,0 1-1 0 0,21-21 0 0 0,26-18 13 0 0,45-16-71 0 0,3 4 0 0 0,3 5-1 0 0,2 4 1 0 0,193-57 0 0 0,-168 65 93 0 0,-135 42-132 0 0,39-9 181 0 0,-38 8-218 0 0,10-26-11602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9:48.9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67 5128 0 0,'-16'-40'1681'0'0,"15"38"-1551"0"0,0-1-1 0 0,0 1 0 0 0,0 0 1 0 0,0-1-1 0 0,-1 1 0 0 0,1 0 0 0 0,-1 0 1 0 0,0 0-1 0 0,0 0 0 0 0,0 1 1 0 0,-2-3-1 0 0,4 4-114 0 0,-1 1-1 0 0,1-1 1 0 0,0 0 0 0 0,-1 1-1 0 0,1-1 1 0 0,-1 0-1 0 0,1 1 1 0 0,0-1 0 0 0,0 0-1 0 0,-1 1 1 0 0,1-1 0 0 0,0 1-1 0 0,0-1 1 0 0,-1 0 0 0 0,1 1-1 0 0,0-1 1 0 0,0 1 0 0 0,0-1-1 0 0,0 1 1 0 0,0-1 0 0 0,-1 1-1 0 0,1-1 1 0 0,0 1-1 0 0,0-1 1 0 0,0 1 0 0 0,0-1-1 0 0,1 1 1 0 0,-1-1 0 0 0,0 1-1 0 0,0-1 1 0 0,0 1 0 0 0,1 0-1 0 0,9 67 39 0 0,29 85 55 0 0,9 53 27 0 0,-47-202-92 0 0,-1 0 1 0 0,1 0-1 0 0,0 0 1 0 0,0 0-1 0 0,0 0 1 0 0,0 0-1 0 0,1 0 1 0 0,0 0-1 0 0,0-1 1 0 0,2 5-1 0 0,-3-8-53 0 0,1-4-422 0 0,21-47-3764 0 0,-15 32 1072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9:49.4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72 292 6797 0 0,'-33'-8'-305'0'0,"-5"-2"1578"0"0,40 10-1265 0 0,-1-1 0 0 0,1 1 1 0 0,0-1-1 0 0,0 0 1 0 0,0 0-1 0 0,0 0 0 0 0,0 0 1 0 0,-1 0-1 0 0,1-1 1 0 0,0 1-1 0 0,-1 0 0 0 0,2-3 1 0 0,4-1 9 0 0,64-31 93 0 0,1 3 0 0 0,2 4 0 0 0,1 2 0 0 0,82-16 0 0 0,74-8 135 0 0,-86 22 172 0 0,-143 28-393 0 0,14-2 11 0 0,-4 2 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9:49.8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10 348 5973 0 0,'-8'7'-195'0'0,"7"-3"329"0"0,8-5 265 0 0,131-52 33 0 0,515-182 1094 0 0,-462 174-822 0 0,-174 57-551 0 0,5 0-656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9:50.2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756 65 6125 0 0,'3'-5'25'0'0,"-1"0"0"0"0,0-1 0 0 0,-1 1 0 0 0,1 0 1 0 0,-1 0-1 0 0,0-1 0 0 0,0 1 0 0 0,0-1 0 0 0,-1-8 1 0 0,0 12 266 0 0,-5 6-236 0 0,-20 20 0 0 0,2 2 1 0 0,0 0-1 0 0,2 2 1 0 0,-21 34 0 0 0,-69 135 100 0 0,52-87-87 0 0,-77 148 76 0 0,-70 117 103 0 0,164-314-175 0 0,22-34 10 0 0,2 0-1 0 0,-16 31 1 0 0,30-52-1341 0 0,7-18 455 0 0,16-31-1424 0 0,6 6 412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9:50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1 331 5256 0 0,'2'-5'101'0'0,"-1"-1"-1"0"0,0 1 1 0 0,0-1-1 0 0,0 1 0 0 0,-1-1 1 0 0,0 1-1 0 0,0-8 0 0 0,0 2 464 0 0,0 9-118 0 0,-1 7-393 0 0,-2 17-8 0 0,1 1 1 0 0,2-1-1 0 0,0 0 0 0 0,1 1 1 0 0,7 37-1 0 0,32 114 44 0 0,-39-172-88 0 0,17 56 57 0 0,3 0 0 0 0,2-2 0 0 0,3-1 0 0 0,63 101 0 0 0,-81-142 1389 0 0,-20-29-1115 0 0,-23-35-203 0 0,7 2-25 0 0,2-1 1 0 0,2-2-1 0 0,2 0 0 0 0,3-1 1 0 0,2-1-1 0 0,-11-59 1 0 0,24 91-74 0 0,2-1 1 0 0,0 0 0 0 0,2 1-1 0 0,0-1 1 0 0,2 0 0 0 0,0 0-1 0 0,10-42 1 0 0,-7 48-25 0 0,1 1 0 0 0,0-1 0 0 0,1 1 0 0 0,1 0 0 0 0,1 0 0 0 0,0 1 0 0 0,0 1 0 0 0,1-1 0 0 0,1 1 0 0 0,0 1 0 0 0,21-18 0 0 0,-10 14-9 0 0,0 1-1 0 0,1 0 1 0 0,1 2 0 0 0,0 1-1 0 0,1 1 1 0 0,0 1-1 0 0,1 1 1 0 0,0 1-1 0 0,0 2 1 0 0,1 0 0 0 0,-1 2-1 0 0,1 1 1 0 0,46 0-1 0 0,-56 4-5 0 0,-1 0 1 0 0,0 2-1 0 0,0-1 0 0 0,-1 2 0 0 0,22 7 0 0 0,-32-9 3 0 0,0 0 0 0 0,0 0 0 0 0,0 0 0 0 0,0 1 0 0 0,0 0 0 0 0,0 0 0 0 0,-1 0 0 0 0,1 0-1 0 0,-1 1 1 0 0,0 0 0 0 0,0-1 0 0 0,0 2 0 0 0,-1-1 0 0 0,1 0 0 0 0,-1 1 0 0 0,0-1 0 0 0,0 1-1 0 0,4 10 1 0 0,-7-11 6 0 0,1 0-1 0 0,-1 0 1 0 0,0 1-1 0 0,0-1 0 0 0,-1 0 1 0 0,1 0-1 0 0,-1 0 1 0 0,0 1-1 0 0,0-1 0 0 0,0 0 1 0 0,-1 0-1 0 0,1 0 1 0 0,-1-1-1 0 0,0 1 0 0 0,0 0 1 0 0,0 0-1 0 0,-1-1 1 0 0,1 0-1 0 0,-1 1 0 0 0,0-1 1 0 0,0 0-1 0 0,-4 3 1 0 0,-9 9 11 0 0,-1-1 1 0 0,-32 21 0 0 0,12-11 48 0 0,-1-3-1 0 0,-1-1 1 0 0,-1-2 0 0 0,0-1 0 0 0,-2-3 0 0 0,1-1 0 0 0,-79 13 0 0 0,68-30-656 0 0,68-14-714 0 0,27-5-2359 0 0,-27 17 2234 0 0,10-6-811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9:52.6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358 81 5384 0 0,'8'-46'274'0'0,"-9"44"-232"0"0,1 0 0 0 0,-1 0 0 0 0,0 0 1 0 0,0 0-1 0 0,0 0 0 0 0,0 0 0 0 0,0 1 0 0 0,0-1 1 0 0,-1 0-1 0 0,1 1 0 0 0,-1-1 0 0 0,1 1 0 0 0,-1 0 1 0 0,1-1-1 0 0,-1 1 0 0 0,0 0 0 0 0,0 0 0 0 0,1 0 0 0 0,-1 0 1 0 0,0 0-1 0 0,0 1 0 0 0,0-1 0 0 0,0 0 0 0 0,0 1 1 0 0,0 0-1 0 0,0-1 0 0 0,0 1 0 0 0,0 0 0 0 0,-1 0 1 0 0,1 0-1 0 0,0 0 0 0 0,0 1 0 0 0,-2-1 0 0 0,-9 2 3 0 0,0 0 0 0 0,0 1 0 0 0,1 0-1 0 0,-15 6 1 0 0,6-1 5 0 0,1 0 0 0 0,0 2 0 0 0,0 0 0 0 0,1 2 0 0 0,-19 14 0 0 0,29-20-31 0 0,2 0 0 0 0,-1 1 1 0 0,1 0-1 0 0,0 0 0 0 0,0 0 0 0 0,1 1 1 0 0,0 0-1 0 0,0 0 0 0 0,1 1 0 0 0,0 0 1 0 0,0 0-1 0 0,1 0 0 0 0,-5 16 0 0 0,8-19-9 0 0,1-1-1 0 0,0 1 0 0 0,0 0 1 0 0,0 0-1 0 0,1 0 1 0 0,-1 0-1 0 0,2-1 0 0 0,-1 1 1 0 0,0 0-1 0 0,1-1 0 0 0,0 1 1 0 0,0-1-1 0 0,1 0 0 0 0,0 1 1 0 0,0-1-1 0 0,0 0 0 0 0,0-1 1 0 0,1 1-1 0 0,0-1 1 0 0,0 1-1 0 0,0-1 0 0 0,8 6 1 0 0,4 3 14 0 0,1 0 0 0 0,1 0 0 0 0,0-2 0 0 0,35 16 0 0 0,-36-19 2 0 0,0-1 0 0 0,1 0 1 0 0,0-2-1 0 0,0 0 0 0 0,0-1 1 0 0,0-1-1 0 0,1 0 0 0 0,0-2 1 0 0,26 0-1 0 0,-38-2-11 0 0,1 1 1 0 0,-1-1-1 0 0,0 0 1 0 0,0-1-1 0 0,0 0 1 0 0,0 0-1 0 0,-1-1 1 0 0,1 0-1 0 0,0 0 1 0 0,-1 0-1 0 0,0-1 1 0 0,0 1-1 0 0,0-2 1 0 0,0 1-1 0 0,-1-1 1 0 0,0 0-1 0 0,1 0 1 0 0,-2 0-1 0 0,1-1 1 0 0,-1 1-1 0 0,0-1 1 0 0,0 0-1 0 0,0-1 1 0 0,-1 1-1 0 0,0-1 1 0 0,0 1-1 0 0,2-10 0 0 0,-3 10 8 0 0,0 0-1 0 0,-1-1 0 0 0,0 1 0 0 0,0-1 0 0 0,0 0 0 0 0,-1 1 0 0 0,0-1 0 0 0,0 1 0 0 0,-1-1 0 0 0,1 1 0 0 0,-2-1 0 0 0,1 1 0 0 0,-1-1 0 0 0,1 1 0 0 0,-2 0 0 0 0,-3-9 0 0 0,1 7 7 0 0,0 1-1 0 0,0 0 1 0 0,0 0-1 0 0,-1 0 1 0 0,0 1-1 0 0,0-1 1 0 0,-1 1-1 0 0,0 1 1 0 0,0-1-1 0 0,0 1 1 0 0,-10-4-1 0 0,4 2-50 0 0,-1 0 0 0 0,-1 1 0 0 0,1 1 0 0 0,-1 0 0 0 0,0 1 0 0 0,0 0 0 0 0,0 2 0 0 0,0 0 0 0 0,-1 0 0 0 0,1 1 0 0 0,-1 1 0 0 0,1 1 0 0 0,-25 4 0 0 0,30-1-969 0 0,16 1-1062 0 0,13 0-109 0 0,0-4-102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9:53.0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1213 57 5789 0 0,'14'-31'-128'0'0,"-14"31"156"0"0,0-1 0 0 0,1 0-1 0 0,-1 0 1 0 0,0 0 0 0 0,0 0 0 0 0,0 0 0 0 0,0 0 0 0 0,0 0 0 0 0,0 0 0 0 0,0 0 0 0 0,-1 0 0 0 0,1 0 0 0 0,0 0 0 0 0,0 0 0 0 0,-1 0 0 0 0,1 1 0 0 0,-1-1 0 0 0,1 0 0 0 0,-1 0 0 0 0,1 0 0 0 0,-1 1 0 0 0,1-1-1 0 0,-1 0 1 0 0,0 0 0 0 0,1 1 0 0 0,-1-1 0 0 0,-1 0 0 0 0,0-1 75 0 0,-4 4-1 0 0,-13 4-54 0 0,0 1-1 0 0,1 1 1 0 0,0 1 0 0 0,1 1 0 0 0,0 0 0 0 0,-18 15-1 0 0,-97 85 98 0 0,97-79-101 0 0,-341 324 193 0 0,115-105-94 0 0,0-22 68 0 0,260-227-270 0 0,9-2-2034 0 0,30-7 289 0 0,4-8-146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49:53.7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56 308 5416 0 0,'0'0'-18'0'0,"2"-3"24"0"0,-1 1 1 0 0,0-1-1 0 0,-1 1 0 0 0,1-1 0 0 0,0 0 0 0 0,-1 1 0 0 0,1-1 1 0 0,-1 0-1 0 0,0 1 0 0 0,0-1 0 0 0,0 0 0 0 0,0 1 0 0 0,-1-4 1 0 0,1 4 115 0 0,-1-10 186 0 0,1 12-302 0 0,0 0 1 0 0,0 0-1 0 0,0 0 0 0 0,1 0 0 0 0,-1-1 1 0 0,0 1-1 0 0,0 0 0 0 0,0 0 0 0 0,0 0 1 0 0,0 0-1 0 0,0 0 0 0 0,0-1 0 0 0,0 1 1 0 0,0 0-1 0 0,0 0 0 0 0,0 0 0 0 0,0 0 1 0 0,0-1-1 0 0,0 1 0 0 0,0 0 0 0 0,0 0 1 0 0,0 0-1 0 0,0 0 0 0 0,0-1 0 0 0,0 1 0 0 0,0 0 1 0 0,0 0-1 0 0,0 0 0 0 0,0 0 0 0 0,0-1 1 0 0,0 1-1 0 0,0 0 0 0 0,0 0 0 0 0,-1 0 1 0 0,1 0-1 0 0,0 0 0 0 0,0 0 0 0 0,0-1 1 0 0,0 1-1 0 0,0 0 0 0 0,0 0 0 0 0,-1 0 1 0 0,1 0-1 0 0,0 0 0 0 0,0 0 0 0 0,0 0 1 0 0,0 0-1 0 0,0 0 0 0 0,-1 0 0 0 0,1 0 1 0 0,0 0-1 0 0,0-1 0 0 0,0 1 0 0 0,0 0 1 0 0,-1 0-1 0 0,1 0 0 0 0,0 0 0 0 0,0 1 1 0 0,0-1-1 0 0,0 0 0 0 0,-1 0 0 0 0,1 0 0 0 0,0 0 1 0 0,0 0-1 0 0,0 0 0 0 0,0 0 0 0 0,-1 0 1 0 0,1 0-1 0 0,-6 13 7 0 0,0-1 0 0 0,0 1 0 0 0,2 0 0 0 0,-1 0 0 0 0,2 1 0 0 0,0-1 0 0 0,0 1 0 0 0,1-1 0 0 0,1 1 0 0 0,0 15 0 0 0,2 25 19 0 0,8 68 0 0 0,-3-85 11 0 0,2-1 0 0 0,24 66 1 0 0,-16-53 100 0 0,-14-34 1005 0 0,-10-23 80 0 0,-12-31-497 0 0,3-23-557 0 0,2 0 1 0 0,4-1-1 0 0,2-1 1 0 0,3 1-1 0 0,3-1 1 0 0,3 0-1 0 0,12-103 0 0 0,-11 159-169 0 0,0 1 0 0 0,1 0 1 0 0,0 0-1 0 0,1 0 0 0 0,0 0 0 0 0,0 0 0 0 0,0 0 0 0 0,1 1 0 0 0,0-1 0 0 0,0 1 0 0 0,0 0 0 0 0,1 0 0 0 0,0 1 0 0 0,11-10 0 0 0,-7 8-4 0 0,0 1-1 0 0,1 0 1 0 0,0 1-1 0 0,0 0 0 0 0,0 0 1 0 0,1 1-1 0 0,-1 0 1 0 0,1 1-1 0 0,11-2 1 0 0,13 1-10 0 0,-1 0 1 0 0,0 3-1 0 0,1 0 1 0 0,0 3 0 0 0,47 7-1 0 0,-37-2-5 0 0,-1 1-1 0 0,-1 3 1 0 0,56 21 0 0 0,-81-25-8 0 0,1 0 1 0 0,-1 2-1 0 0,-1 0 1 0 0,1 2-1 0 0,-2-1 1 0 0,1 2-1 0 0,-1 0 1 0 0,-1 1-1 0 0,24 27 1 0 0,-37-39 18 0 0,-1 0 0 0 0,0 0 0 0 0,0 1 0 0 0,0-1 0 0 0,0 1 0 0 0,0-1 0 0 0,0 0 0 0 0,0 1 0 0 0,0-1 0 0 0,-1 1-1 0 0,1 0 1 0 0,-1-1 0 0 0,1 1 0 0 0,-1 0 0 0 0,0-1 0 0 0,1 1 0 0 0,-1 0 0 0 0,0-1 0 0 0,0 1 0 0 0,0 0 0 0 0,0 0 0 0 0,0-1 0 0 0,-1 1 0 0 0,1 0 0 0 0,-1-1 0 0 0,1 1 0 0 0,-1 0 0 0 0,1-1 0 0 0,-1 1 0 0 0,0-1 0 0 0,0 1-1 0 0,0-1 1 0 0,0 1 0 0 0,0-1 0 0 0,0 0 0 0 0,0 1 0 0 0,0-1 0 0 0,0 0 0 0 0,-1 0 0 0 0,1 0 0 0 0,0 0 0 0 0,-1 0 0 0 0,-2 1 0 0 0,-6 4-14 0 0,-1-1 0 0 0,0 0-1 0 0,0-1 1 0 0,-24 5 0 0 0,27-6 14 0 0,-34 6 13 0 0,-1-2-1 0 0,1-1 0 0 0,-1-2 1 0 0,0-3-1 0 0,0-1 1 0 0,-1-2-1 0 0,2-1 0 0 0,-49-12 1 0 0,87 15-116 0 0,1-1 0 0 0,-1 0 0 0 0,1-1 0 0 0,0 1 0 0 0,-1-1 1 0 0,1 1-1 0 0,0-1 0 0 0,0 0 0 0 0,0 0 0 0 0,-3-3 0 0 0,6 5-1 0 0,-1-1 0 0 0,1 1-1 0 0,-1-1 1 0 0,1 1 0 0 0,-1-1 0 0 0,1 1-1 0 0,-1-1 1 0 0,1 0 0 0 0,0 1 0 0 0,0-1-1 0 0,-1 1 1 0 0,1-1 0 0 0,0 0 0 0 0,0 1-1 0 0,0-1 1 0 0,0 0 0 0 0,-1 0 0 0 0,1 1-1 0 0,0-1 1 0 0,0 0 0 0 0,0 1 0 0 0,1-2-1 0 0,-1 0-91 0 0,1 1-1 0 0,0 0 1 0 0,0 0-1 0 0,-1-1 0 0 0,1 1 1 0 0,0 0-1 0 0,0 0 1 0 0,0 0-1 0 0,0 0 0 0 0,0 0 1 0 0,1 0-1 0 0,-1 0 1 0 0,0 1-1 0 0,0-1 1 0 0,1 0-1 0 0,0 0 0 0 0,18-8-2035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04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87 40 2784 0 0,'-8'-9'657'0'0,"-21"-20"2930"0"0,28 28-3072 0 0,-11 80-333 0 0,2-22-102 0 0,-15 184 227 0 0,24-228-145 0 0,0 2-387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04.6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771 179 6181 0 0,'-5'-7'-34'0'0,"0"0"0"0"0,0 0 0 0 0,0 1 1 0 0,-1 0-1 0 0,0 0 0 0 0,0 0 1 0 0,-1 1-1 0 0,1 0 0 0 0,-1 0 0 0 0,0 1 1 0 0,-1 0-1 0 0,1 0 0 0 0,-1 1 1 0 0,0 0-1 0 0,0 0 0 0 0,0 0 0 0 0,0 1 1 0 0,0 1-1 0 0,0-1 0 0 0,0 1 1 0 0,-1 1-1 0 0,1-1 0 0 0,0 2 0 0 0,-1-1 1 0 0,1 1-1 0 0,0 0 0 0 0,-1 1 1 0 0,1 0-1 0 0,0 0 0 0 0,0 0 1 0 0,-11 6-1 0 0,-12 8 56 0 0,1 0 1 0 0,0 2 0 0 0,1 1-1 0 0,1 1 1 0 0,1 2-1 0 0,1 1 1 0 0,-27 30 0 0 0,12-8-7 0 0,2 3 0 0 0,2 1 0 0 0,-37 64 0 0 0,62-92-10 0 0,0 0 1 0 0,2 1-1 0 0,0 1 0 0 0,1-1 0 0 0,2 2 1 0 0,-9 38-1 0 0,15-54-2 0 0,0 0 0 0 0,0 0 0 0 0,1 0 0 0 0,0 0 0 0 0,0 1 0 0 0,0-1 0 0 0,1 0 0 0 0,1 0 0 0 0,0 0 0 0 0,0 0-1 0 0,0-1 1 0 0,1 1 0 0 0,0 0 0 0 0,0-1 0 0 0,1 0 0 0 0,0 0 0 0 0,0 0 0 0 0,1 0 0 0 0,0-1 0 0 0,0 1 0 0 0,0-1 0 0 0,1-1 0 0 0,8 8 0 0 0,3-2 47 0 0,0 0 0 0 0,1-1 0 0 0,0-1 0 0 0,1 0 0 0 0,0-1 0 0 0,0-2 1 0 0,0 0-1 0 0,1-1 0 0 0,0 0 0 0 0,0-2 0 0 0,32 1 0 0 0,-15-2 85 0 0,0-2 0 0 0,0-2 0 0 0,0-2 0 0 0,0-1 0 0 0,54-14 0 0 0,-64 11-64 0 0,-2 0 0 0 0,1-2 0 0 0,-1-1 0 0 0,0-1 0 0 0,-1 0 0 0 0,-1-2-1 0 0,0-1 1 0 0,-1-1 0 0 0,0-1 0 0 0,-2-1 0 0 0,0-1 0 0 0,-1 0 0 0 0,-1-2 0 0 0,0 0 0 0 0,-2-1 0 0 0,-1 0 0 0 0,0-2 0 0 0,-2 0 0 0 0,-1 0 0 0 0,-1-1 0 0 0,-1 0 0 0 0,-1-1 0 0 0,8-36 0 0 0,-14 46-14 0 0,-1 1 0 0 0,-1-1 0 0 0,0 1 0 0 0,-1-1 0 0 0,-1 0 0 0 0,0 1 0 0 0,-1-1 0 0 0,-1 1 0 0 0,0-1 0 0 0,-2 1 0 0 0,1 0 0 0 0,-2 0 0 0 0,-6-14 1 0 0,2 12 8 0 0,0 0 1 0 0,-1 0 0 0 0,-1 1 0 0 0,0 1 0 0 0,-2 0 0 0 0,1 0-1 0 0,-2 2 1 0 0,0 0 0 0 0,-24-17 0 0 0,15 14-65 0 0,0 2 1 0 0,0 1-1 0 0,-2 1 1 0 0,1 0-1 0 0,-1 3 1 0 0,-1 0-1 0 0,0 1 1 0 0,0 2-1 0 0,-1 0 1 0 0,0 2-1 0 0,1 2 1 0 0,-1 0-1 0 0,0 2 0 0 0,-49 5 1 0 0,66-4-294 0 0,-69 15-337 0 0,30 5-4279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06.2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412 57 5809 0 0,'0'0'-303'0'0,"-26"-41"-722"0"0,23 39 1028 0 0,1 0 0 0 0,-1 1 0 0 0,0-1 0 0 0,0 1 0 0 0,1 0 0 0 0,-1-1-1 0 0,0 1 1 0 0,0 0 0 0 0,0 1 0 0 0,0-1 0 0 0,0 1 0 0 0,-1-1 0 0 0,1 1 0 0 0,0 0 0 0 0,0 0 0 0 0,0 0-1 0 0,0 0 1 0 0,0 1 0 0 0,0-1 0 0 0,0 1 0 0 0,-4 1 0 0 0,-7 3 20 0 0,0 0 0 0 0,0 1-1 0 0,-14 8 1 0 0,20-10-22 0 0,-10 7 4 0 0,0 0-1 0 0,1 0 1 0 0,1 2 0 0 0,0 0-1 0 0,0 1 1 0 0,1 0 0 0 0,1 2-1 0 0,-22 29 1 0 0,27-31-5 0 0,0-1 0 0 0,1 1 0 0 0,0 0-1 0 0,1 1 1 0 0,1 0 0 0 0,0 0 0 0 0,1 0 0 0 0,1 1 0 0 0,1 0-1 0 0,0 0 1 0 0,-2 29 0 0 0,5-36 2 0 0,1-1 0 0 0,0 0 0 0 0,0 1 0 0 0,1-1 0 0 0,0 0 0 0 0,1 1 0 0 0,-1-1-1 0 0,2 0 1 0 0,-1-1 0 0 0,1 1 0 0 0,0-1 0 0 0,0 1 0 0 0,7 7 0 0 0,-2-5 5 0 0,0 1 0 0 0,1-2-1 0 0,0 0 1 0 0,0 0 0 0 0,1-1 0 0 0,0 0 0 0 0,23 12 0 0 0,-18-12 50 0 0,-1-1 0 0 0,1 0 0 0 0,0-2 1 0 0,0 0-1 0 0,1 0 0 0 0,0-2 0 0 0,0 0 0 0 0,0-1 1 0 0,0-1-1 0 0,0 0 0 0 0,0-1 0 0 0,0-1 1 0 0,27-5-1 0 0,-37 4 0 0 0,-1 1-1 0 0,1-2 1 0 0,-1 1 0 0 0,0-1 0 0 0,0 0-1 0 0,0 0 1 0 0,0 0 0 0 0,-1-1 0 0 0,1 0 0 0 0,-1 0-1 0 0,0-1 1 0 0,0 1 0 0 0,0-1 0 0 0,7-9-1 0 0,-11 11-34 0 0,1 0-1 0 0,-1 0 0 0 0,0 0 1 0 0,0 1-1 0 0,0-1 0 0 0,0 0 1 0 0,0 0-1 0 0,-1 0 0 0 0,1-1 1 0 0,-1 1-1 0 0,0 0 0 0 0,0 0 1 0 0,0 0-1 0 0,0 0 0 0 0,-1 0 1 0 0,1 0-1 0 0,-1 0 0 0 0,0 0 1 0 0,0 0-1 0 0,0 0 0 0 0,0 0 1 0 0,0 0-1 0 0,-1 0 0 0 0,1 1 1 0 0,-1-1-1 0 0,0 0 0 0 0,1 1 1 0 0,-1 0-1 0 0,0-1 0 0 0,-1 1 1 0 0,1 0-1 0 0,0 0 0 0 0,-4-2 1 0 0,-6-5 16 0 0,0 1 0 0 0,-1 1 0 0 0,0 0 1 0 0,0 1-1 0 0,-1 0 0 0 0,-20-6 1 0 0,-16-7-123 0 0,48 18 64 0 0,7-1 2 0 0,27-8 2 0 0,0 1 1 0 0,0 1-1 0 0,0 2 1 0 0,54-3 0 0 0,1-1-4 0 0,-83 10 16 0 0,3-2-4 0 0,0 1 0 0 0,0 1 0 0 0,0-1 0 0 0,0 1 1 0 0,0 1-1 0 0,14 1 0 0 0,-20 0 5 0 0,1 1 0 0 0,-1-1 0 0 0,0 1-1 0 0,1-1 1 0 0,-1 1 0 0 0,-1-1 0 0 0,1 1 0 0 0,0-1 0 0 0,-1 1 0 0 0,1 0-1 0 0,-1 0 1 0 0,0-1 0 0 0,1 1 0 0 0,-2 0 0 0 0,1 3 0 0 0,0-5 1 0 0,2 38-25 0 0,1 1 0 0 0,2-1 0 0 0,17 66 0 0 0,-19-78 192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07.0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27 644 5080 0 0,'1'1'-42'0'0,"-1"-1"-1"0"0,1 1 1 0 0,-1 0-1 0 0,1-1 0 0 0,-1 1 1 0 0,1-1-1 0 0,-1 1 0 0 0,1-1 1 0 0,-1 1-1 0 0,1-1 0 0 0,0 1 1 0 0,-1-1-1 0 0,1 0 1 0 0,0 1-1 0 0,-1-1 0 0 0,1 0 1 0 0,0 1-1 0 0,0-1 0 0 0,-1 0 1 0 0,1 0-1 0 0,0 0 0 0 0,0 0 1 0 0,0 0-1 0 0,-1 0 1 0 0,1 0-1 0 0,0 0 0 0 0,0 0 1 0 0,-1 0-1 0 0,1 0 0 0 0,0 0 1 0 0,0-1-1 0 0,-1 1 0 0 0,1 0 1 0 0,0 0-1 0 0,0-1 1 0 0,-1 1-1 0 0,1-1 0 0 0,0 0 1 0 0,9-3 118 0 0,0 0 0 0 0,0-1-1 0 0,-1-1 1 0 0,1 0 0 0 0,-1 0 0 0 0,-1-1 0 0 0,1 0 0 0 0,-1 0 0 0 0,-1-1 0 0 0,1 0 0 0 0,-1 0 0 0 0,0-1 0 0 0,-1 0 0 0 0,0 0 0 0 0,-1-1 0 0 0,0 1 0 0 0,0-1 0 0 0,-1 0 0 0 0,4-14-1 0 0,-8 22-47 0 0,0 1 0 0 0,0-1 0 0 0,-1 1 0 0 0,1-1 0 0 0,-1 1-1 0 0,1-1 1 0 0,-1 1 0 0 0,1-1 0 0 0,-1 1 0 0 0,0 0-1 0 0,1-1 1 0 0,-1 1 0 0 0,0 0 0 0 0,0 0 0 0 0,0-1 0 0 0,0 1-1 0 0,0 0 1 0 0,-1 0 0 0 0,1 0 0 0 0,0 0 0 0 0,0 0 0 0 0,-1 1-1 0 0,1-1 1 0 0,0 0 0 0 0,-1 1 0 0 0,1-1 0 0 0,-1 1-1 0 0,1-1 1 0 0,-1 1 0 0 0,1-1 0 0 0,-1 1 0 0 0,-2 0 0 0 0,1 0 35 0 0,0 0-52 0 0,0 0 0 0 0,1 0 0 0 0,-1 0 0 0 0,0 1 0 0 0,0-1 0 0 0,0 1 0 0 0,1 0 0 0 0,-6 1 0 0 0,1 1-3 0 0,-1-1 0 0 0,0 1 0 0 0,0 0 0 0 0,1 1 0 0 0,0 0 0 0 0,0 0 0 0 0,0 1 0 0 0,0 0 0 0 0,1 0 0 0 0,0 0 0 0 0,0 1 0 0 0,0 0 0 0 0,0 0 0 0 0,1 0 0 0 0,0 1 0 0 0,1 0 0 0 0,-1 0 0 0 0,1 0 0 0 0,1 0 0 0 0,-1 1 0 0 0,1-1 0 0 0,1 1 0 0 0,-4 12 0 0 0,6-16-8 0 0,1 0 0 0 0,-1-1 1 0 0,1 1-1 0 0,-1 0 1 0 0,1-1-1 0 0,0 1 0 0 0,0-1 1 0 0,1 1-1 0 0,-1-1 0 0 0,1 1 1 0 0,0-1-1 0 0,0 0 1 0 0,0 0-1 0 0,0 0 0 0 0,0 0 1 0 0,1 0-1 0 0,-1 0 1 0 0,1-1-1 0 0,0 1 0 0 0,0-1 1 0 0,0 0-1 0 0,0 0 1 0 0,0 0-1 0 0,0 0 0 0 0,4 1 1 0 0,7 5 9 0 0,1-1 0 0 0,0-1 0 0 0,0 0 0 0 0,20 4 0 0 0,-20-6 31 0 0,0-1 0 0 0,0 0 0 0 0,0-2 0 0 0,1 0 0 0 0,-1 0 0 0 0,0-1 0 0 0,0-1 0 0 0,1-1 0 0 0,-1 0 0 0 0,0-1-1 0 0,20-6 1 0 0,-25 5 20 0 0,0 0-1 0 0,-1-1 0 0 0,1 0 0 0 0,-1 0 1 0 0,-1-1-1 0 0,1 0 0 0 0,-1-1 1 0 0,0 0-1 0 0,0 0 0 0 0,-1 0 0 0 0,0-1 1 0 0,0 0-1 0 0,-1-1 0 0 0,0 1 1 0 0,0-1-1 0 0,-1-1 0 0 0,6-12 0 0 0,-1-7 40 0 0,0 0-1 0 0,-2 0 1 0 0,-1-1-1 0 0,-1 0 0 0 0,3-52 1 0 0,-7 14 610 0 0,-9-100 0 0 0,6 70-20 0 0,1 96-690 0 0,0-4 25 0 0,1 4-141 0 0,-1 4-591 0 0,2 65 536 0 0,-8 74 1 0 0,1-84 149 0 0,3-1 1 0 0,10 103-1 0 0,-8-153 23 0 0,2 1 1 0 0,-1-1-1 0 0,1 0 0 0 0,-1 0 1 0 0,2 0-1 0 0,-1 0 0 0 0,1-1 1 0 0,0 1-1 0 0,0-1 0 0 0,0 1 1 0 0,1-1-1 0 0,-1 0 0 0 0,2 0 1 0 0,-1-1-1 0 0,0 1 0 0 0,8 5 1 0 0,-5-5 3 0 0,1 0 0 0 0,0-1 0 0 0,0 0 1 0 0,1 0-1 0 0,-1-1 0 0 0,1 0 0 0 0,0-1 0 0 0,0 1 1 0 0,0-2-1 0 0,11 2 0 0 0,10-2-792 0 0,0-1 0 0 0,1-1 1 0 0,-1-2-1 0 0,0-1 0 0 0,49-13 0 0 0,-29 4-2102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07.2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 87 6769 0 0,'-68'-7'-464'0'0,"65"7"434"0"0,8-3-68 0 0,27-9-37 0 0,1 2 0 0 0,1 0 0 0 0,-1 3 0 0 0,54-6 0 0 0,-28 4-662 0 0,-8 1-642 0 0,-4 1 29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08.2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321 133 4792 0 0,'11'-31'1182'0'0,"-246"380"-789"0"0,227-336-384 0 0,-13 22 49 0 0,-27 64 0 0 0,28-61 2325 0 0,22-42-2140 0 0,59-102 697 0 0,75-147-375 0 0,-131 243-549 0 0,89-187 183 0 0,-61 137-316 0 0,-32 58 86 0 0,-1 2 20 0 0,0 0 0 0 0,1-1 0 0 0,-1 1 0 0 0,0 0 1 0 0,0 0-1 0 0,0-1 0 0 0,1 1 0 0 0,-1 0 1 0 0,0 0-1 0 0,1-1 0 0 0,-1 1 0 0 0,0 0 0 0 0,0 0 1 0 0,1 0-1 0 0,-1 0 0 0 0,0-1 0 0 0,1 1 0 0 0,-1 0 1 0 0,0 0-1 0 0,1 0 0 0 0,-1 0 0 0 0,0 0 0 0 0,1 0 1 0 0,-1 0-1 0 0,1 0 0 0 0,-1 0 0 0 0,0 0 0 0 0,1 0 1 0 0,-1 0-1 0 0,0 0 0 0 0,1 0 0 0 0,-1 0 0 0 0,0 1 1 0 0,1-1-1 0 0,-1 0 0 0 0,0 0 0 0 0,1 0 0 0 0,-1 0 1 0 0,0 1-1 0 0,0-1 0 0 0,1 0 0 0 0,-1 0 1 0 0,0 1-1 0 0,0-1 0 0 0,1 0 0 0 0,-1 1 0 0 0,15 8 32 0 0,-15-9-28 0 0,9 7-13 0 0,-2 1 0 0 0,1 0 1 0 0,-1 0-1 0 0,0 0 0 0 0,0 1 0 0 0,-1 0 0 0 0,7 13 0 0 0,6 9-9 0 0,252 394 71 0 0,-268-419-224 0 0,3 6 530 0 0,-11-43-8708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08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47 6841 0 0,'0'0'-356'0'0,"-7"-1"-547"0"0,5 0 797 0 0,7-1-528 0 0,62-10 440 0 0,107-5 0 0 0,-53 6-1019 0 0,-115 10 297 0 0,3-1 447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09.5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160 329 3084 0 0,'0'-4'100'0'0,"1"1"1"0"0,-1 0-1 0 0,0-1 0 0 0,0 1 0 0 0,-1-1 0 0 0,1 1 0 0 0,-1 0 1 0 0,1 0-1 0 0,-1-1 0 0 0,0 1 0 0 0,-1 0 0 0 0,1 0 1 0 0,-3-5-1 0 0,-2-7 849 0 0,6 14-702 0 0,-4-10 332 0 0,4 11-561 0 0,0 0-1 0 0,0 0 0 0 0,0 0 0 0 0,-1 0 1 0 0,1 1-1 0 0,0-1 0 0 0,0 0 0 0 0,0 0 0 0 0,0 0 1 0 0,0 0-1 0 0,0 0 0 0 0,-1 0 0 0 0,1 0 1 0 0,0 0-1 0 0,0 0 0 0 0,0 0 0 0 0,0 1 1 0 0,-1-1-1 0 0,1 0 0 0 0,0 0 0 0 0,0 0 1 0 0,0 0-1 0 0,0 0 0 0 0,0 0 0 0 0,-1 0 0 0 0,1 0 1 0 0,0 0-1 0 0,0 0 0 0 0,0 0 0 0 0,0-1 1 0 0,-1 1-1 0 0,1 0 0 0 0,0 0 0 0 0,0 0 1 0 0,0 0-1 0 0,0 0 0 0 0,0 0 0 0 0,-1 0 0 0 0,1 0 1 0 0,0 0-1 0 0,0 0 0 0 0,0-1 0 0 0,0 1 1 0 0,0 0-1 0 0,0 0 0 0 0,0 0 0 0 0,-1 0 1 0 0,1 0-1 0 0,0 0 0 0 0,0-1 0 0 0,0 1 0 0 0,0 0 1 0 0,0 0-1 0 0,0 0 0 0 0,0 0 0 0 0,0-1 1 0 0,0 1-1 0 0,0 0 0 0 0,0 0 0 0 0,0 0 1 0 0,0 0-1 0 0,0-1 0 0 0,0 1 0 0 0,0 0 1 0 0,0 0-1 0 0,0 0 0 0 0,0 0 0 0 0,0 0 0 0 0,0-1 1 0 0,-4 15-4 0 0,1 0-1 0 0,0 0 1 0 0,1 0 0 0 0,0 0 0 0 0,1 0 0 0 0,0 0 0 0 0,2 1-1 0 0,2 20 1 0 0,27 120 184 0 0,-19-107 45 0 0,-11-48-215 0 0,0 0 1 0 0,1 1-1 0 0,-1-1 0 0 0,0 0 1 0 0,0 0-1 0 0,0 0 1 0 0,0 0-1 0 0,0 0 0 0 0,0 0 1 0 0,0 1-1 0 0,0-1 0 0 0,0 0 1 0 0,0 0-1 0 0,0 0 0 0 0,0 0 1 0 0,0 0-1 0 0,0 1 0 0 0,0-1 1 0 0,0 0-1 0 0,0 0 0 0 0,0 0 1 0 0,0 0-1 0 0,0 0 1 0 0,0 1-1 0 0,0-1 0 0 0,0 0 1 0 0,0 0-1 0 0,0 0 0 0 0,-1 0 1 0 0,1 0-1 0 0,0 1 0 0 0,0-1 1 0 0,0 0-1 0 0,0 0 0 0 0,0 0 1 0 0,0 0-1 0 0,0 0 1 0 0,-1 0-1 0 0,1 0 0 0 0,0 0 1 0 0,0 0-1 0 0,0 0 0 0 0,0 0 1 0 0,0 1-1 0 0,0-1 0 0 0,-1 0 1 0 0,1 0-1 0 0,0 0 0 0 0,0 0 1 0 0,0 0-1 0 0,0 0 0 0 0,-1 0 1 0 0,1 0-1 0 0,0 0 1 0 0,0 0-1 0 0,0 0 0 0 0,0 0 1 0 0,0 0-1 0 0,-1-1 0 0 0,1 1 1 0 0,-14-8 343 0 0,-14-19-183 0 0,15 8-69 0 0,2-1-1 0 0,0 0 1 0 0,1 0-1 0 0,2-1 1 0 0,-12-37-1 0 0,7 7 37 0 0,-7-68-1 0 0,11 63-114 0 0,9 49-30 0 0,0 0-1 0 0,0-1 0 0 0,1 1 1 0 0,0 0-1 0 0,0 0 0 0 0,1 0 0 0 0,0 0 1 0 0,0 0-1 0 0,0 0 0 0 0,1 1 1 0 0,0-1-1 0 0,1 1 0 0 0,-1 0 0 0 0,1-1 1 0 0,8-8-1 0 0,-7 9-46 0 0,0 0 0 0 0,0 1-1 0 0,0-1 1 0 0,1 1 0 0 0,0 1 0 0 0,0-1-1 0 0,0 1 1 0 0,0 0 0 0 0,1 0 0 0 0,-1 1 0 0 0,1-1-1 0 0,12-3 1 0 0,-12 6 12 0 0,-1 0 0 0 0,0 1 0 0 0,0 0-1 0 0,0 0 1 0 0,0 0 0 0 0,0 0 0 0 0,1 1 0 0 0,-1 0-1 0 0,0 0 1 0 0,0 1 0 0 0,0 0 0 0 0,-1 0 0 0 0,1 0-1 0 0,0 1 1 0 0,8 4 0 0 0,20 12-110 0 0,0 1-1 0 0,-1 1 1 0 0,-1 2-1 0 0,-1 1 1 0 0,-1 2 0 0 0,38 41-1 0 0,-68-66 131 0 0,1-1 0 0 0,-1 1 0 0 0,1-1 1 0 0,-1 1-1 0 0,0-1 0 0 0,0 1 0 0 0,1-1 0 0 0,-1 1 0 0 0,0 0 0 0 0,0-1 0 0 0,1 1 0 0 0,-1 0 0 0 0,0-1 0 0 0,0 1 0 0 0,0 0 0 0 0,0-1 0 0 0,0 1 1 0 0,0 0-1 0 0,0-1 0 0 0,0 1 0 0 0,0-1 0 0 0,-1 1 0 0 0,1 0 0 0 0,0-1 0 0 0,0 1 0 0 0,0 0 0 0 0,-1-1 0 0 0,1 1 0 0 0,0-1 0 0 0,-1 1 1 0 0,1-1-1 0 0,0 1 0 0 0,-1-1 0 0 0,0 1 0 0 0,-26 17-59 0 0,-37 1 10 0 0,-3-8 24 0 0,-80 3 0 0 0,95-10 66 0 0,47-3-63 0 0,1-1 0 0 0,0 0 0 0 0,0 0 0 0 0,0 0 0 0 0,0 0 0 0 0,-1-1 1 0 0,-6-1-1 0 0,11 2 4 0 0,0 0 0 0 0,-1 0 1 0 0,1 0-1 0 0,0-1 0 0 0,-1 1 1 0 0,1 0-1 0 0,0 0 0 0 0,0 0 1 0 0,0-1-1 0 0,-1 1 0 0 0,1 0 1 0 0,0 0-1 0 0,0 0 0 0 0,0-1 1 0 0,-1 1-1 0 0,1 0 0 0 0,0-1 0 0 0,0 1 1 0 0,0 0-1 0 0,0 0 0 0 0,0-1 1 0 0,0 1-1 0 0,-1 0 0 0 0,1-1 1 0 0,0 1-1 0 0,0 0 0 0 0,0-1 1 0 0,0 1-1 0 0,0 0 0 0 0,0 0 1 0 0,0-1-1 0 0,1 1 0 0 0,-1 0 1 0 0,0-1-1 0 0,14-17-1067 0 0,8 2-2278 0 0,-11 9 1159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09.9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59 5765 0 0,'6'-7'156'0'0,"0"-1"1"0"0,0 0 0 0 0,-1 0 0 0 0,7-14 0 0 0,-12 21 8 0 0,0 1-150 0 0,0 0 1 0 0,0 0-1 0 0,0-1 0 0 0,1 1 0 0 0,-1 0 1 0 0,0 0-1 0 0,0 0 0 0 0,0-1 1 0 0,0 1-1 0 0,0 0 0 0 0,0 0 1 0 0,0 0-1 0 0,0 0 0 0 0,0-1 1 0 0,0 1-1 0 0,1 0 0 0 0,-1 0 0 0 0,0 0 1 0 0,0 0-1 0 0,0 0 0 0 0,0 0 1 0 0,1-1-1 0 0,-1 1 0 0 0,0 0 1 0 0,0 0-1 0 0,0 0 0 0 0,0 0 0 0 0,1 0 1 0 0,-1 0-1 0 0,0 0 0 0 0,0 0 1 0 0,0 0-1 0 0,0 0 0 0 0,1 0 1 0 0,-1 0-1 0 0,0 0 0 0 0,0 0 1 0 0,0 0-1 0 0,1 0 0 0 0,-1 0 0 0 0,0 0 1 0 0,0 0-1 0 0,0 0 0 0 0,1 0 1 0 0,41 195 107 0 0,-36-160-101 0 0,-2 0 1 0 0,0 52-1 0 0,-5-82 235 0 0,0-3-1185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10.3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77 4584 0 0,'-3'-3'74'0'0,"1"-1"-1"0"0,-1 1 1 0 0,1-1-1 0 0,0 0 1 0 0,0 0-1 0 0,1 0 1 0 0,-1 0-1 0 0,-1-4 1 0 0,13 3-60 0 0,0 1 0 0 0,-1 0 0 0 0,2 0 1 0 0,-1 1-1 0 0,0 1 0 0 0,0 0 0 0 0,16-1 0 0 0,83-2 61 0 0,-72 4-42 0 0,437-4 527 0 0,-471 5-538 0 0,24 6-31 0 0,-13-2-3074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10.6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27 3876 0 0,'-12'10'57'0'0,"14"-4"35"0"0,30-2 158 0 0,51-11 246 0 0,145-7 231 0 0,15-2 322 0 0,-200 14-793 0 0,-20-6-3503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14.3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89 5040 0 0,'-1'0'14'0'0,"0"0"-1"0"0,0-1 0 0 0,0 0 0 0 0,0 1 0 0 0,0-1 0 0 0,0 1 1 0 0,0-1-1 0 0,0 0 0 0 0,0 0 0 0 0,0 0 0 0 0,0 0 0 0 0,1 1 0 0 0,-1-1 1 0 0,0 0-1 0 0,1 0 0 0 0,-1 0 0 0 0,1 0 0 0 0,-1-1 0 0 0,1 1 1 0 0,-1 0-1 0 0,1 0 0 0 0,0 0 0 0 0,0 0 0 0 0,-1 0 0 0 0,1-1 1 0 0,0 1-1 0 0,0 0 0 0 0,0 0 0 0 0,0 0 0 0 0,1-3 0 0 0,0 2-2 0 0,1 0 0 0 0,-1 0-1 0 0,1 0 1 0 0,-1 0-1 0 0,1 0 1 0 0,0 1 0 0 0,0-1-1 0 0,0 0 1 0 0,0 1 0 0 0,0 0-1 0 0,0-1 1 0 0,0 1 0 0 0,4-2-1 0 0,10-3-10 0 0,-1 0 0 0 0,1 1 0 0 0,24-5 0 0 0,-24 7-7 0 0,1 2 0 0 0,0-1 0 0 0,0 2 0 0 0,0 1 0 0 0,32 4 0 0 0,-38-3 3 0 0,0 0 0 0 0,1 1 0 0 0,-1 0 0 0 0,0 1-1 0 0,-1 0 1 0 0,1 1 0 0 0,-1 0 0 0 0,0 0 0 0 0,14 11 0 0 0,-22-15 6 0 0,1 1 1 0 0,-1 0-1 0 0,0 0 1 0 0,0 0 0 0 0,0 0-1 0 0,0 1 1 0 0,0-1-1 0 0,0 0 1 0 0,0 1-1 0 0,-1-1 1 0 0,1 1-1 0 0,-1 0 1 0 0,0 0-1 0 0,0-1 1 0 0,0 1-1 0 0,0 0 1 0 0,-1 0 0 0 0,1 0-1 0 0,-1 0 1 0 0,1 0-1 0 0,-1 6 1 0 0,-1-5 8 0 0,0 1 0 0 0,-1 0 0 0 0,1-1 1 0 0,-1 0-1 0 0,0 1 0 0 0,0-1 0 0 0,0 0 1 0 0,-1 0-1 0 0,1 0 0 0 0,-1 0 0 0 0,0 0 1 0 0,-5 4-1 0 0,-10 9 56 0 0,0-2 1 0 0,-1-1 0 0 0,-1 0 0 0 0,-25 13-1 0 0,41-25-56 0 0,-31 21 153 0 0,23-14-41 0 0,-1-1 0 0 0,0-1 0 0 0,0 0 0 0 0,0 0 0 0 0,-16 4 0 0 0,30-11-117 0 0,-1 0-1 0 0,0 0 1 0 0,0 0 0 0 0,0 1 0 0 0,0-1 0 0 0,1 0 0 0 0,-1 0 0 0 0,0 0-1 0 0,0 0 1 0 0,0 0 0 0 0,0 1 0 0 0,0-1 0 0 0,0 0 0 0 0,0 0 0 0 0,1 0-1 0 0,-1 1 1 0 0,0-1 0 0 0,0 0 0 0 0,0 0 0 0 0,0 0 0 0 0,0 1 0 0 0,0-1 0 0 0,0 0-1 0 0,0 0 1 0 0,0 0 0 0 0,0 1 0 0 0,0-1 0 0 0,0 0 0 0 0,0 0 0 0 0,0 0-1 0 0,0 1 1 0 0,0-1 0 0 0,-1 0 0 0 0,1 0 0 0 0,0 0 0 0 0,0 0 0 0 0,0 1 0 0 0,0-1-1 0 0,0 0 1 0 0,0 0 0 0 0,0 0 0 0 0,-1 0 0 0 0,1 1 0 0 0,0-1 0 0 0,0 0-1 0 0,0 0 1 0 0,0 0 0 0 0,-1 0 0 0 0,1 0 0 0 0,0 0 0 0 0,0 0 0 0 0,0 0-1 0 0,0 0 1 0 0,-1 1 0 0 0,1-1 0 0 0,0 0 0 0 0,0 0 0 0 0,-1 0 0 0 0,113 5 130 0 0,145-10 1 0 0,-168 1-72 0 0,42 0 65 0 0,-130 4-165 0 0,-1 0-1 0 0,1 0 1 0 0,0 0 0 0 0,0-1-1 0 0,-1 1 1 0 0,1 0-1 0 0,0 0 1 0 0,-1 0-1 0 0,1-1 1 0 0,0 1-1 0 0,-1 0 1 0 0,1-1-1 0 0,0 1 1 0 0,-1-1-1 0 0,1 1 1 0 0,-1-1 0 0 0,1 1-1 0 0,-1-1 1 0 0,1 1-1 0 0,-1-1 1 0 0,1 1-1 0 0,0-2 1 0 0,-2-9-3312 0 0,-3 1 1584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14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982 215 4908 0 0,'-2'-9'14'0'0,"0"0"-1"0"0,-1 0 0 0 0,-1 0 0 0 0,0 1 0 0 0,0-1 0 0 0,0 1 0 0 0,-1 0 0 0 0,0 0 0 0 0,-1 1 0 0 0,0 0 0 0 0,0 0 0 0 0,-13-12 0 0 0,8 10 56 0 0,-2 0 0 0 0,0 0-1 0 0,0 1 1 0 0,0 1-1 0 0,-1 0 1 0 0,0 1 0 0 0,-19-6-1 0 0,4 4 37 0 0,-1 2 0 0 0,0 0 0 0 0,0 2 0 0 0,0 1 0 0 0,-1 1 0 0 0,1 2 0 0 0,-44 5 0 0 0,47 0-89 0 0,0 0-1 0 0,0 2 0 0 0,0 1 0 0 0,1 1 1 0 0,0 2-1 0 0,1 0 0 0 0,0 2 0 0 0,0 0 1 0 0,2 2-1 0 0,0 1 0 0 0,0 0 0 0 0,2 2 1 0 0,0 0-1 0 0,1 2 0 0 0,1 0 0 0 0,1 1 1 0 0,1 1-1 0 0,-24 39 0 0 0,34-48-16 0 0,1 0-1 0 0,0 1 1 0 0,1 0-1 0 0,1 0 1 0 0,0 0-1 0 0,1 1 1 0 0,0 0-1 0 0,1-1 1 0 0,1 1-1 0 0,0 0 1 0 0,1 0-1 0 0,3 26 1 0 0,1-22-1 0 0,0 0-1 0 0,2-1 1 0 0,0 1 0 0 0,0-1 0 0 0,2-1-1 0 0,0 1 1 0 0,2-1 0 0 0,-1-1 0 0 0,17 21-1 0 0,-6-11 5 0 0,2-2 0 0 0,0 0 0 0 0,2-2-1 0 0,0 0 1 0 0,1-2 0 0 0,2 0 0 0 0,0-2-1 0 0,0-1 1 0 0,2-1 0 0 0,37 15 0 0 0,-21-12 56 0 0,1-2 0 0 0,0-2 0 0 0,1-1 0 0 0,1-3 0 0 0,0-2 0 0 0,0-2 0 0 0,1-2 0 0 0,51-2 0 0 0,-72-4 26 0 0,-1-1 1 0 0,1-1-1 0 0,-1-1 0 0 0,0-2 1 0 0,0 0-1 0 0,-1-2 0 0 0,0-1 1 0 0,0-2-1 0 0,-1 0 0 0 0,0-1 1 0 0,-1-2-1 0 0,-1 0 0 0 0,0-2 0 0 0,-1 0 1 0 0,34-33-1 0 0,-31 23-10 0 0,-2-1 0 0 0,-1 0 1 0 0,-2-2-1 0 0,0 0 0 0 0,-2-1 0 0 0,-1-2 0 0 0,-2 1 0 0 0,15-44 0 0 0,-23 57-13 0 0,-1-1 0 0 0,-2 1-1 0 0,0-1 1 0 0,0-1 0 0 0,-2 1-1 0 0,0 0 1 0 0,-2-1 0 0 0,0 1-1 0 0,-1 0 1 0 0,-1-1 0 0 0,0 1 0 0 0,-2 0-1 0 0,0 0 1 0 0,-2 0 0 0 0,1 1-1 0 0,-14-28 1 0 0,10 32-19 0 0,0-1 0 0 0,0 2 0 0 0,-2-1 0 0 0,0 1 0 0 0,0 1 0 0 0,-1 0 0 0 0,0 1 0 0 0,-1 0 1 0 0,-1 1-1 0 0,1 0 0 0 0,-2 1 0 0 0,1 1 0 0 0,-1 0 0 0 0,-31-11 0 0 0,13 8-197 0 0,0 1-1 0 0,-1 2 1 0 0,0 2 0 0 0,-1 1-1 0 0,0 1 1 0 0,-41 2 0 0 0,23-1-5071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17.3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285 265 6433 0 0,'12'-13'-511'0'0,"-5"7"434"0"0,-7 7 127 0 0,-58 82-69 0 0,3 2 1 0 0,-74 157 0 0 0,103-189 34 0 0,-10 30 2337 0 0,52-104-1858 0 0,34-54-150 0 0,-4-2 0 0 0,-3-2-1 0 0,42-105 1 0 0,-82 176-330 0 0,52-129 150 0 0,-31 73-340 0 0,43-82-1 0 0,-66 144 70 0 0,6 28-287 0 0,23 46 213 0 0,-2-3 96 0 0,172 414-36 0 0,-184-450 129 0 0,-3-6 22 0 0,1 0 0 0 0,19 28 1 0 0,-20-30-1893 0 0,-11-52-540 0 0,-2 10-613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17.7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62 6529 0 0,'-1'0'-26'0'0,"0"-1"0"0"0,0 1 0 0 0,0 0 0 0 0,0-1 1 0 0,0 1-1 0 0,0-1 0 0 0,1 1 0 0 0,-1-1 0 0 0,0 1 1 0 0,0-1-1 0 0,1 0 0 0 0,-1 1 0 0 0,0-1 0 0 0,1 0 1 0 0,-1 0-1 0 0,0 1 0 0 0,1-1 0 0 0,-1 0 1 0 0,1 0-1 0 0,0 0 0 0 0,-1 0 0 0 0,1 0 0 0 0,0 0 1 0 0,-1 1-1 0 0,1-1 0 0 0,0 0 0 0 0,0 0 0 0 0,0 0 1 0 0,0 0-1 0 0,0 0 0 0 0,0 0 0 0 0,0 0 0 0 0,0 0 1 0 0,0 0-1 0 0,1-1 0 0 0,0 0 7 0 0,1 0 0 0 0,0 1 0 0 0,0-1 1 0 0,0 1-1 0 0,0-1 0 0 0,1 1 0 0 0,-1 0 0 0 0,0 0 0 0 0,1 0 0 0 0,-1 0 0 0 0,0 0 1 0 0,1 1-1 0 0,2-1 0 0 0,16-4 1 0 0,0 2 0 0 0,27-1 0 0 0,152 6-1 0 0,-70 1-98 0 0,-129-3 26 0 0,16-4-2565 0 0,-14-2 2113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18.4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295 613 3512 0 0,'9'-2'130'0'0,"-9"2"-115"0"0,0 0 0 0 0,0 0 0 0 0,1 0 0 0 0,-1 0 0 0 0,0 0 0 0 0,0 0 0 0 0,0 0 0 0 0,0 0 0 0 0,1 0 0 0 0,-1 0-1 0 0,0 0 1 0 0,0 0 0 0 0,0 0 0 0 0,0 0 0 0 0,1 0 0 0 0,-1 0 0 0 0,0 0 0 0 0,0 0 0 0 0,0 0 0 0 0,0 0 0 0 0,0-1 0 0 0,1 1 0 0 0,-1 0 0 0 0,0 0 0 0 0,0 0 0 0 0,0 0 0 0 0,0 0 0 0 0,0 0 0 0 0,0-1 0 0 0,0 1-1 0 0,0 0 1 0 0,1 0 0 0 0,-1 0 0 0 0,0 0 0 0 0,0 0 0 0 0,0-1 0 0 0,0 1 0 0 0,0 0 0 0 0,0 0 0 0 0,0 0 0 0 0,0 0 0 0 0,0-1 0 0 0,0 1 0 0 0,0 0 0 0 0,0 0 0 0 0,0 0 0 0 0,0 0 0 0 0,0-1 0 0 0,0 1 0 0 0,0 0 0 0 0,0 0-1 0 0,-1 0 1 0 0,1 0 0 0 0,0-1 0 0 0,0 1 0 0 0,0 0 0 0 0,0 0 0 0 0,0 0 0 0 0,0 0 0 0 0,-6-5 51 0 0,0 2-1 0 0,0-1 1 0 0,-1 1-1 0 0,1-1 1 0 0,-1 2-1 0 0,0-1 1 0 0,1 1 0 0 0,-1 0-1 0 0,0 0 1 0 0,0 1-1 0 0,-1 0 1 0 0,1 1-1 0 0,0-1 1 0 0,0 1 0 0 0,0 0-1 0 0,0 1 1 0 0,-1 0-1 0 0,-6 2 1 0 0,-3 0-14 0 0,1 1 0 0 0,0 0 0 0 0,0 1 0 0 0,0 1 0 0 0,0 1 1 0 0,1 0-1 0 0,-16 11 0 0 0,29-18-50 0 0,1 1 0 0 0,-1 0 0 0 0,0 1 0 0 0,0-1 0 0 0,1 0 0 0 0,-1 0 0 0 0,1 1 0 0 0,-1-1 0 0 0,1 1 0 0 0,0 0 0 0 0,-1-1 0 0 0,1 1 0 0 0,0 0 0 0 0,0-1 0 0 0,0 1 0 0 0,0 0 0 0 0,1 0 0 0 0,-1 0 0 0 0,0 0 0 0 0,1 0 0 0 0,-1 0 0 0 0,1 0 0 0 0,0 0 0 0 0,-1 3 0 0 0,2-2 0 0 0,0 0 0 0 0,0 0 0 0 0,0 0 0 0 0,0 0 0 0 0,1 0 0 0 0,-1 0 0 0 0,1 0 0 0 0,-1-1 0 0 0,1 1 0 0 0,0-1 0 0 0,0 1 0 0 0,0-1 0 0 0,1 0 0 0 0,2 3 0 0 0,7 5 8 0 0,1-1 0 0 0,0 0 0 0 0,0-1 0 0 0,1 0 0 0 0,16 6 0 0 0,-20-9 45 0 0,0-1 0 0 0,-1-1 1 0 0,1 0-1 0 0,0-1 0 0 0,0 1 0 0 0,1-2 1 0 0,-1 1-1 0 0,0-2 0 0 0,1 1 0 0 0,-1-2 1 0 0,12 0-1 0 0,-17 0-16 0 0,1-1 1 0 0,-1 0 0 0 0,0 0 0 0 0,1 0-1 0 0,-1 0 1 0 0,0-1 0 0 0,0 0-1 0 0,0 0 1 0 0,-1 0 0 0 0,1-1-1 0 0,-1 1 1 0 0,0-1 0 0 0,0 0-1 0 0,0 0 1 0 0,0-1 0 0 0,-1 1 0 0 0,1-1-1 0 0,-1 0 1 0 0,-1 0 0 0 0,1 0-1 0 0,3-10 1 0 0,7-23 72 0 0,-2 0-1 0 0,-2 0 1 0 0,-1-2 0 0 0,-3 1 0 0 0,0 0-1 0 0,-3-47 1 0 0,8-52 366 0 0,2-86 1525 0 0,-10 195-2261 0 0,-2 28 150 0 0,-3 6-154 0 0,-8 18 216 0 0,1 1 1 0 0,2 0-1 0 0,0 0 1 0 0,2 1-1 0 0,0 0 1 0 0,2 0-1 0 0,0 0 1 0 0,2 0-1 0 0,1 30 1 0 0,2 2 35 0 0,3-1-1 0 0,2 1 1 0 0,16 61 0 0 0,-17-93 39 0 0,2 0-1 0 0,0 0 1 0 0,2 0 0 0 0,15 31 0 0 0,-19-48-176 0 0,-1-1 1 0 0,1 1 0 0 0,1-1 0 0 0,-1 0 0 0 0,1-1 0 0 0,0 1 0 0 0,8 5 0 0 0,-10-9-208 0 0,1 0 1 0 0,-1 0-1 0 0,1 0 0 0 0,0 0 1 0 0,0-1-1 0 0,0 0 1 0 0,1 0-1 0 0,-1 0 0 0 0,0-1 1 0 0,1 1-1 0 0,-1-1 1 0 0,8 0-1 0 0,6-1-2185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19.0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315 583 6469 0 0,'0'0'763'0'0,"-5"-2"-647"0"0,-13-5-25 0 0,-1 1-1 0 0,-1 1 1 0 0,1 0-1 0 0,-1 2 1 0 0,1 0-1 0 0,-25 0 1 0 0,37 2-91 0 0,0 1 0 0 0,0 0 1 0 0,1 0-1 0 0,-1 1 0 0 0,0 0 0 0 0,1 0 1 0 0,-1 0-1 0 0,0 1 0 0 0,1 0 1 0 0,0 0-1 0 0,-1 1 0 0 0,1 0 1 0 0,0 0-1 0 0,0 0 0 0 0,1 1 1 0 0,-1 0-1 0 0,1 0 0 0 0,0 0 0 0 0,0 0 1 0 0,0 1-1 0 0,0 0 0 0 0,-6 10 1 0 0,10-12-3 0 0,0 0 0 0 0,0 0 0 0 0,0 0 0 0 0,0 0 0 0 0,1 0 0 0 0,-1 0 0 0 0,1 0 1 0 0,0 0-1 0 0,0 0 0 0 0,0 0 0 0 0,1 1 0 0 0,-1-1 0 0 0,1 0 0 0 0,-1 0 0 0 0,1 0 0 0 0,0 0 1 0 0,0 0-1 0 0,0 0 0 0 0,1-1 0 0 0,-1 1 0 0 0,1 0 0 0 0,-1-1 0 0 0,1 1 0 0 0,0-1 0 0 0,2 3 1 0 0,6 7-2 0 0,0-1 0 0 0,0-1 0 0 0,22 17 1 0 0,-12-12 0 0 0,0-1 0 0 0,0-1-1 0 0,26 11 1 0 0,-38-20 37 0 0,1 0 0 0 0,-1 0 0 0 0,1-1-1 0 0,0-1 1 0 0,1 1 0 0 0,-1-1 0 0 0,0-1-1 0 0,1 0 1 0 0,-1 0 0 0 0,0-1 0 0 0,11 0-1 0 0,-15-2-5 0 0,0 1-1 0 0,0-1 0 0 0,0 0 0 0 0,-1 0 0 0 0,1 0 1 0 0,-1-1-1 0 0,0 1 0 0 0,0-1 0 0 0,0 0 0 0 0,0-1 0 0 0,0 1 1 0 0,-1-1-1 0 0,1 1 0 0 0,-1-1 0 0 0,0 0 0 0 0,0 0 0 0 0,0-1 1 0 0,-1 1-1 0 0,1 0 0 0 0,-1-1 0 0 0,3-9 0 0 0,3-9 15 0 0,-1-1 0 0 0,-1 0-1 0 0,3-27 1 0 0,-8 43-28 0 0,10-81 68 0 0,-2-108 0 0 0,-4 56-33 0 0,3-65 647 0 0,-8 205-767 0 0,-1 9-192 0 0,-4 28 219 0 0,1 0 0 0 0,3 0 0 0 0,0 1 0 0 0,9 60 0 0 0,38 152 34 0 0,-38-214 48 0 0,2 0 1 0 0,14 32-1 0 0,-20-58-469 0 0,0 0 1 0 0,0 0-1 0 0,0-1 0 0 0,1 1 0 0 0,1-1 1 0 0,-1 0-1 0 0,1-1 0 0 0,1 0 0 0 0,-1 0 0 0 0,1 0 1 0 0,0 0-1 0 0,16 9 0 0 0,0-7-1745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1.5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50 5404 0 0,'17'-49'2293'0'0,"-16"53"-2485"0"0,11 37 165 0 0,-2 1 0 0 0,-1 1-1 0 0,2 47 1 0 0,-2 135-376 0 0,-9-223-113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2.1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21 250 4856 0 0,'0'0'-18'0'0,"-1"0"0"0"0,0 0 0 0 0,1 0 0 0 0,-1 1 0 0 0,1-1 0 0 0,-1 0-1 0 0,0 0 1 0 0,1 0 0 0 0,-1 0 0 0 0,0 0 0 0 0,1 0 0 0 0,-1 0 0 0 0,0 0-1 0 0,1 0 1 0 0,-1-1 0 0 0,1 1 0 0 0,-1 0 0 0 0,0 0 0 0 0,1 0 0 0 0,-1-1-1 0 0,1 1 1 0 0,-1 0 0 0 0,1-1 0 0 0,-1 1 0 0 0,1-1 0 0 0,-1 1 0 0 0,1 0-1 0 0,-1-1 1 0 0,1 1 0 0 0,0-1 0 0 0,-1 1 0 0 0,1-1 0 0 0,0 1 0 0 0,-1-1-1 0 0,1 0 1 0 0,0 1 0 0 0,-1-1 0 0 0,1 1 0 0 0,0-1 0 0 0,0 0 0 0 0,1-1-8 0 0,0-1 0 0 0,-1 1 1 0 0,2 0-1 0 0,-1 0 0 0 0,0 0 0 0 0,0 0 1 0 0,1 1-1 0 0,-1-1 0 0 0,1 0 1 0 0,-1 0-1 0 0,3-1 0 0 0,58-43-156 0 0,-26 27 177 0 0,1 2 1 0 0,1 1-1 0 0,1 2 1 0 0,0 2-1 0 0,0 1 0 0 0,42-4 1 0 0,94-29 258 0 0,-104 27 146 0 0,-61 14-129 0 0,-44 7-294 0 0,-39 5-522 0 0,-1 2-1 0 0,-117 35 1 0 0,177-43 433 0 0,-28 10-159 0 0,41-12 260 0 0,-1 0 0 0 0,0 0 0 0 0,1 0 0 0 0,-1 0 0 0 0,1 0-1 0 0,-1 0 1 0 0,1 0 0 0 0,0 0 0 0 0,-1 1 0 0 0,1-1 0 0 0,0 1 0 0 0,0-1 0 0 0,0 1 0 0 0,0-1 0 0 0,0 1 0 0 0,0 0 0 0 0,0-1 0 0 0,1 1 0 0 0,-1 0 0 0 0,1 0 0 0 0,-1 3 0 0 0,1-2 15 0 0,0 0 0 0 0,1 0 0 0 0,-1 1 1 0 0,1-1-1 0 0,0 0 0 0 0,0 0 1 0 0,0 0-1 0 0,1 0 0 0 0,-1 0 1 0 0,1 0-1 0 0,0 0 0 0 0,-1-1 0 0 0,1 1 1 0 0,0-1-1 0 0,1 1 0 0 0,-1-1 1 0 0,0 0-1 0 0,1 1 0 0 0,-1-1 1 0 0,6 2-1 0 0,63 40 180 0 0,-56-36-162 0 0,47 23 166 0 0,2-3 1 0 0,75 22-1 0 0,15 6 268 0 0,-104-45-263 0 0,-48-11-525 0 0,9-13-1916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2.6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38 169 2604 0 0,'0'0'85'0'0,"29"-6"550"0"0,-11 1-574 0 0,0-1 1 0 0,0 0 0 0 0,23-14 0 0 0,-35 17 13 0 0,-1 0 0 0 0,0 0 0 0 0,0-1 0 0 0,0 0 0 0 0,-1 0 0 0 0,1 0 0 0 0,-1 0 0 0 0,0-1 0 0 0,0 0 0 0 0,0 0 0 0 0,-1 0 0 0 0,0 0 0 0 0,4-8 0 0 0,-6 11-53 0 0,-1 1 0 0 0,0-1 1 0 0,1 1-1 0 0,-1 0 0 0 0,0-1 0 0 0,0 1 0 0 0,0-1 1 0 0,0 1-1 0 0,0-1 0 0 0,0 1 0 0 0,0-1 0 0 0,0 1 1 0 0,0 0-1 0 0,-1-1 0 0 0,1 1 0 0 0,-1-1 0 0 0,1 1 1 0 0,-1 0-1 0 0,1 0 0 0 0,-1-1 0 0 0,0 1 0 0 0,0 0 0 0 0,0 0 1 0 0,0 0-1 0 0,0 0 0 0 0,0-1 0 0 0,0 1 0 0 0,0 1 1 0 0,0-1-1 0 0,0 0 0 0 0,0 0 0 0 0,0 0 0 0 0,-3 0 1 0 0,0-2 0 0 0,-1 1 1 0 0,1 0 0 0 0,0 0-1 0 0,-1 1 1 0 0,0 0 0 0 0,1-1-1 0 0,-1 2 1 0 0,0-1 0 0 0,-7 0 0 0 0,0 1-18 0 0,1 1 0 0 0,-1 1 0 0 0,1 0 0 0 0,-1 1 0 0 0,-14 5 0 0 0,21-7-13 0 0,1 0 1 0 0,0 1 0 0 0,-1 0-1 0 0,1 0 1 0 0,0 0 0 0 0,0 1 0 0 0,0-1-1 0 0,0 1 1 0 0,1 0 0 0 0,-1 0 0 0 0,1 0-1 0 0,0 0 1 0 0,0 1 0 0 0,0-1 0 0 0,0 1-1 0 0,0 0 1 0 0,-2 5 0 0 0,4-6 5 0 0,1-1-1 0 0,-1 0 1 0 0,1 1 0 0 0,0-1 0 0 0,0 1-1 0 0,0-1 1 0 0,0 1 0 0 0,0-1 0 0 0,1 0-1 0 0,-1 1 1 0 0,0-1 0 0 0,1 1 0 0 0,0-1-1 0 0,0 0 1 0 0,0 0 0 0 0,0 1 0 0 0,0-1 0 0 0,0 0-1 0 0,0 0 1 0 0,1 0 0 0 0,-1 0 0 0 0,1 0-1 0 0,-1 0 1 0 0,1-1 0 0 0,3 4 0 0 0,6 4 4 0 0,0-1 1 0 0,0 0 0 0 0,17 9 0 0 0,-15-9-8 0 0,9 5 63 0 0,1-2 0 0 0,0 0 0 0 0,1-1 0 0 0,41 12 0 0 0,-54-19-260 0 0,0 0 0 0 0,0-1-1 0 0,1 0 1 0 0,-1-1 0 0 0,1 0-1 0 0,-1-1 1 0 0,0 0 0 0 0,1-1-1 0 0,-1 0 1 0 0,0-1 0 0 0,1 0-1 0 0,20-8 1 0 0,-10 1-1136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3.4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 1 4588 0 0,'-5'3'14'0'0,"-15"8"-22"0"0,15-8 6 0 0,3-1 51 0 0,0 0-1 0 0,0 0 0 0 0,0 0 0 0 0,0 1 0 0 0,0-1 0 0 0,1 0 0 0 0,-1 1 1 0 0,-1 4-1 0 0,7-3-39 0 0,1 1-1 0 0,0-1 1 0 0,0 1 0 0 0,0-1 0 0 0,0-1 0 0 0,1 1 0 0 0,-1-1 0 0 0,1 0-1 0 0,0 0 1 0 0,0-1 0 0 0,0 1 0 0 0,0-1 0 0 0,1-1 0 0 0,8 2 0 0 0,8 2 43 0 0,0-2 1 0 0,43 1-1 0 0,-61-4-28 0 0,0 1-1 0 0,0-1 1 0 0,0 0-1 0 0,0-1 1 0 0,0 1-1 0 0,0-1 1 0 0,0 0-1 0 0,0 0 1 0 0,0-1-1 0 0,0 0 1 0 0,-1 1-1 0 0,1-2 1 0 0,-1 1-1 0 0,1 0 1 0 0,-1-1-1 0 0,0 0 1 0 0,0 0-1 0 0,0 0 1 0 0,0 0-1 0 0,-1-1 1 0 0,5-4-1 0 0,-7-14 610 0 0,-1 14-266 0 0,0 7 11 0 0,-2-7-277 0 0,2 8-100 0 0,0 0 1 0 0,0 0-1 0 0,0 0 1 0 0,0 0 0 0 0,0 0-1 0 0,0 1 1 0 0,0-1 0 0 0,0 0-1 0 0,0 0 1 0 0,0 0-1 0 0,0 0 1 0 0,0 0 0 0 0,0 0-1 0 0,-1 0 1 0 0,1 0 0 0 0,0 0-1 0 0,0 0 1 0 0,0 0 0 0 0,0 0-1 0 0,0 0 1 0 0,0 0-1 0 0,0 0 1 0 0,0 0 0 0 0,0 0-1 0 0,0 0 1 0 0,0 0 0 0 0,-1 0-1 0 0,1 0 1 0 0,0-1 0 0 0,0 1-1 0 0,0 0 1 0 0,0 0-1 0 0,0 0 1 0 0,0 0 0 0 0,-2 20-17 0 0,0 0 0 0 0,1 0 0 0 0,2 0 0 0 0,0 1 0 0 0,1-1 0 0 0,1-1 0 0 0,0 1 0 0 0,10 28 0 0 0,66 160-5 0 0,-57-157 34 0 0,-5-13-5 0 0,-7-18 7 0 0,-1 1 0 0 0,-1-1 1 0 0,0 1-1 0 0,4 26 1 0 0,-11-42-11 0 0,0-1 1 0 0,0 1 0 0 0,-1-1 0 0 0,0 0 0 0 0,0 1-1 0 0,0-1 1 0 0,0 1 0 0 0,-1-1 0 0 0,1 1 0 0 0,-1-1-1 0 0,0 0 1 0 0,-1 1 0 0 0,1-1 0 0 0,-1 0-1 0 0,0 0 1 0 0,0 0 0 0 0,0 0 0 0 0,0 0 0 0 0,-1-1-1 0 0,1 1 1 0 0,-1-1 0 0 0,0 1 0 0 0,0-1 0 0 0,-1 0-1 0 0,1 0 1 0 0,-6 3 0 0 0,-3 1 51 0 0,0 0-1 0 0,0-2 1 0 0,-1 1 0 0 0,0-2-1 0 0,0 1 1 0 0,0-2 0 0 0,0 0-1 0 0,-1 0 1 0 0,1-2 0 0 0,-1 1-1 0 0,0-2 1 0 0,1 0 0 0 0,-1 0-1 0 0,0-1 1 0 0,1-1 0 0 0,-1-1-1 0 0,1 1 1 0 0,0-2-1 0 0,0 0 1 0 0,-18-8 0 0 0,30 11-41 0 0,-1 0 1 0 0,1 0 0 0 0,0 0-1 0 0,0 0 1 0 0,-1 0-1 0 0,1 0 1 0 0,0 0-1 0 0,0 0 1 0 0,0 0 0 0 0,0 0-1 0 0,1-1 1 0 0,-1 1-1 0 0,0 0 1 0 0,0-1 0 0 0,1 1-1 0 0,-1 0 1 0 0,1-1-1 0 0,-1 1 1 0 0,1-1 0 0 0,0 1-1 0 0,-1-1 1 0 0,1 1-1 0 0,0-1 1 0 0,0 1-1 0 0,0-1 1 0 0,0 0 0 0 0,0 1-1 0 0,1-1 1 0 0,-1 1-1 0 0,0-1 1 0 0,1 1 0 0 0,-1 0-1 0 0,1-1 1 0 0,-1 1-1 0 0,1-1 1 0 0,0 1 0 0 0,0 0-1 0 0,-1-1 1 0 0,1 1-1 0 0,0 0 1 0 0,2-2-1 0 0,3-5 19 0 0,1-1-1 0 0,0 1 1 0 0,1 0-1 0 0,10-8 0 0 0,2 1-13 0 0,1 0 0 0 0,1 1-1 0 0,0 1 1 0 0,1 1-1 0 0,1 1 1 0 0,0 1 0 0 0,0 2-1 0 0,31-8 1 0 0,1 3-236 0 0,0 3 1 0 0,95-6-1 0 0,-82 18-1723 0 0,-67-2 814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6.1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169 248 5649 0 0,'19'-30'309'0'0,"-48"79"-288"0"0,2 1 0 0 0,2 1 0 0 0,3 2 0 0 0,-28 95 0 0 0,18-24 197 0 0,30-117 2434 0 0,6-25-2118 0 0,12-34-519 0 0,59-94 269 0 0,117-246-62 0 0,-182 371-345 0 0,0 0 0 0 0,18-27 0 0 0,-27 47 78 0 0,2 4-97 0 0,15 24 105 0 0,-1-1 1 0 0,-1 2 0 0 0,-1 0 0 0 0,-1 1-1 0 0,11 35 1 0 0,15 32 19 0 0,-6-21 20 0 0,-11-23-7 0 0,2 0 1 0 0,56 87 0 0 0,-28-46 251 0 0,-53-92-234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6.4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63 6517 0 0,'-3'-2'-223'0'0,"1"2"162"0"0,0-1-1 0 0,0 0 1 0 0,1 0-1 0 0,-1 0 1 0 0,1 0 0 0 0,-1 0-1 0 0,1-1 1 0 0,-1 1 0 0 0,1 0-1 0 0,-1-1 1 0 0,1 1-1 0 0,0-1 1 0 0,0 1 0 0 0,0-1-1 0 0,0 0 1 0 0,0 1 0 0 0,0-1-1 0 0,-1-3 1 0 0,2 3-33 0 0,25-12-129 0 0,3 8 167 0 0,0 2-1 0 0,1 0 1 0 0,0 2 0 0 0,-1 2-1 0 0,53 4 1 0 0,11 0-98 0 0,-13-4-1811 0 0,-59 0 1467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7.1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0 236 3656 0 0,'15'-27'1794'0'0,"-8"18"535"0"0,5 27-2166 0 0,6 24-112 0 0,19 67 0 0 0,-9-25-24 0 0,25 67 1854 0 0,-53-153-1848 0 0,-1-1 0 0 0,0 1 0 0 0,0 0-1 0 0,0 0 1 0 0,0-1 0 0 0,0 1 0 0 0,0 0-1 0 0,0 0 1 0 0,-1 0 0 0 0,1 0 0 0 0,-3-2-1 0 0,-8-13 141 0 0,-11-31 1 0 0,3 0 1 0 0,2-2 0 0 0,2 0 0 0 0,2-1 0 0 0,3 0-1 0 0,-10-99 1 0 0,20 143-185 0 0,0 0 0 0 0,1 0 0 0 0,0 0-1 0 0,0 1 1 0 0,0-1 0 0 0,1 0 0 0 0,0 0 0 0 0,3-11 0 0 0,-2 16-3 0 0,-1-1 0 0 0,1 1 0 0 0,0 0 0 0 0,-1 0 0 0 0,1 0 0 0 0,0-1 0 0 0,0 2 1 0 0,0-1-1 0 0,1 0 0 0 0,-1 0 0 0 0,0 1 0 0 0,1-1 0 0 0,-1 1 0 0 0,1 0 0 0 0,-1 0 0 0 0,1 0 1 0 0,-1 0-1 0 0,1 0 0 0 0,0 0 0 0 0,0 1 0 0 0,-1-1 0 0 0,1 1 0 0 0,4 0 0 0 0,18-2-69 0 0,1 1-1 0 0,0 1 0 0 0,0 1 0 0 0,0 2 1 0 0,0 0-1 0 0,-1 2 0 0 0,1 1 0 0 0,-1 1 0 0 0,-1 1 1 0 0,1 1-1 0 0,-1 1 0 0 0,-1 1 0 0 0,0 1 1 0 0,35 25-1 0 0,-56-36 72 0 0,-1 0-1 0 0,1 0 1 0 0,0 0 0 0 0,-1 0-1 0 0,0 1 1 0 0,1-1 0 0 0,-1 0-1 0 0,0 1 1 0 0,0-1-1 0 0,1 1 1 0 0,-1-1 0 0 0,0 1-1 0 0,-1 0 1 0 0,1-1 0 0 0,0 1-1 0 0,0 0 1 0 0,-1 0 0 0 0,1-1-1 0 0,-1 1 1 0 0,1 0 0 0 0,-1 0-1 0 0,0 0 1 0 0,0 0 0 0 0,0 0-1 0 0,0 3 1 0 0,-1-3 4 0 0,-1 0 1 0 0,1 0-1 0 0,-1 0 1 0 0,1 0-1 0 0,-1 0 1 0 0,0 0-1 0 0,1-1 1 0 0,-1 1-1 0 0,0-1 1 0 0,0 1-1 0 0,0-1 1 0 0,-1 0-1 0 0,1 1 1 0 0,0-1-1 0 0,0 0 1 0 0,-1 0-1 0 0,1-1 1 0 0,0 1-1 0 0,-5 0 1 0 0,-42 10-25 0 0,-1-1 0 0 0,0-3 0 0 0,-90 0 0 0 0,137-7-161 0 0,46-15-7310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7.4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80 6145 0 0,'36'-24'-639'0'0,"-18"12"1199"0"0,0-1 0 0 0,20-17 1 0 0,-30 60-449 0 0,-6 15-76 0 0,3 0 1 0 0,11 50 0 0 0,5 35-90 0 0,-18-117 31 0 0,-1 4-3870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7.8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50 4736 0 0,'-16'-25'188'0'0,"16"25"-173"0"0,0-1 0 0 0,-1 1 1 0 0,1-1-1 0 0,0 1 0 0 0,0-1 0 0 0,0 1 0 0 0,0-1 0 0 0,0 1 0 0 0,0-1 0 0 0,0 1 0 0 0,0-1 0 0 0,0 1 0 0 0,0-1 0 0 0,0 1 0 0 0,0-1 0 0 0,1 1 0 0 0,-1-1 0 0 0,0 1 0 0 0,0-1 0 0 0,0 1 0 0 0,1 0 0 0 0,-1-1 1 0 0,0 1-1 0 0,1-1 0 0 0,-1 1 0 0 0,0 0 0 0 0,1-1 0 0 0,0 0 0 0 0,3 0 32 0 0,1-1 1 0 0,0 1-1 0 0,0 0 1 0 0,-1 0-1 0 0,1 0 0 0 0,0 0 1 0 0,0 1-1 0 0,7 0 1 0 0,-3 0-135 0 0,431-3 165 0 0,-363 3-84 0 0,-74 1-72 0 0,6 1-2726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8.1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1 3816 0 0,'-1'0'21'0'0,"0"1"-1"0"0,0-1 0 0 0,1 1 1 0 0,-1 0-1 0 0,0-1 0 0 0,0 1 1 0 0,0 0-1 0 0,1 0 1 0 0,-1-1-1 0 0,0 1 0 0 0,1 0 1 0 0,-1 0-1 0 0,1 0 0 0 0,-1 0 1 0 0,1 0-1 0 0,-1 0 0 0 0,1 0 1 0 0,0 0-1 0 0,-1 1 0 0 0,18 2 464 0 0,-9-4-617 0 0,244 6 392 0 0,-179-6-259 0 0,26-7-2177 0 0,-85 7 1377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9.2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42 4000 0 0,'-2'-38'2662'0'0,"2"34"-1706"0"0,2 9-351 0 0,2 23-170 0 0,8 52-744 0 0,-8-59 471 0 0,-2-2-217 0 0,1-1 0 0 0,1 1-1 0 0,1-1 1 0 0,1 0-1 0 0,1 0 1 0 0,0-1 0 0 0,1 0-1 0 0,1 0 1 0 0,19 28-1 0 0,-9-28-1052 0 0,-8-13-2052 0 0,0-2 1327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29.8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1 323 5016 0 0,'0'0'303'0'0,"3"-4"-280"0"0,6-5-14 0 0,-1 1 0 0 0,1 0 1 0 0,1 0-1 0 0,-1 1 0 0 0,2 0 1 0 0,-1 1-1 0 0,22-10 0 0 0,94-32 29 0 0,-78 31-16 0 0,277-86 112 0 0,-115 40 63 0 0,-185 54-143 0 0,-20 3-58 0 0,-36 2-129 0 0,-73 12-352 0 0,29 3 162 0 0,-17 1-22 0 0,1 3-1 0 0,-153 47 1 0 0,204-47 495 0 0,-42 21 0 0 0,81-36-148 0 0,1 1-1 0 0,-1-1 0 0 0,0 0 0 0 0,0 1 1 0 0,0-1-1 0 0,1 1 0 0 0,-1-1 1 0 0,0 1-1 0 0,0 0 0 0 0,1-1 0 0 0,-1 1 1 0 0,1 0-1 0 0,-1-1 0 0 0,0 1 0 0 0,1 0 1 0 0,-1 0-1 0 0,1-1 0 0 0,0 1 0 0 0,-1 0 1 0 0,1 0-1 0 0,0 0 0 0 0,-1 0 1 0 0,1 0-1 0 0,0-1 0 0 0,0 1 0 0 0,0 0 1 0 0,0 0-1 0 0,0 0 0 0 0,0 1 0 0 0,0 0 9 0 0,1 0 0 0 0,0 0 0 0 0,0 0 0 0 0,0 0 0 0 0,0 0 0 0 0,0-1 0 0 0,0 1 0 0 0,1-1 0 0 0,-1 1 0 0 0,1-1 0 0 0,-1 1 0 0 0,3 1 0 0 0,52 31 215 0 0,-54-33-223 0 0,59 24 107 0 0,1-3-1 0 0,0-2 1 0 0,105 18-1 0 0,-45-10 13 0 0,211 40 482 0 0,-332-67-678 0 0,0-1 1 0 0,0 0 0 0 0,-1 1 0 0 0,1-1 0 0 0,0 0 0 0 0,0 0 0 0 0,-1 0-1 0 0,1 1 1 0 0,0-1 0 0 0,0 0 0 0 0,0 0 0 0 0,-1 0 0 0 0,1 0 0 0 0,0 0-1 0 0,0-1 1 0 0,0 1 0 0 0,-1 0 0 0 0,1 0 0 0 0,0 0 0 0 0,0-1 0 0 0,-1 1-1 0 0,1 0 1 0 0,0-1 0 0 0,-1 1 0 0 0,1-1 0 0 0,0 1 0 0 0,-1-1 0 0 0,1 1-1 0 0,-1-1 1 0 0,1 1 0 0 0,0-1 0 0 0,-1 0 0 0 0,0 1 0 0 0,2-2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30.3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53 205 4480 0 0,'0'0'-22'0'0,"6"0"-220"0"0,11-1 251 0 0,1-1 0 0 0,-1 0 0 0 0,1-1 0 0 0,-1-1 0 0 0,26-10 1 0 0,-35 12 51 0 0,-1-1 0 0 0,-1 1 0 0 0,1-2 0 0 0,0 1 0 0 0,-1 0 0 0 0,0-1 0 0 0,0-1 0 0 0,0 1 0 0 0,0-1 0 0 0,0 0 1 0 0,-1 0-1 0 0,0 0 0 0 0,0-1 0 0 0,-1 1 0 0 0,1-1 0 0 0,5-12 0 0 0,-9 16-29 0 0,0 0 0 0 0,0-1 0 0 0,0 1 1 0 0,0-1-1 0 0,-1 1 0 0 0,1-1 0 0 0,-1 1 0 0 0,1-1 0 0 0,-1 0 0 0 0,0 1 0 0 0,0-1 0 0 0,0 1 0 0 0,-1-1 1 0 0,1 0-1 0 0,-1 1 0 0 0,1-1 0 0 0,-1 1 0 0 0,0-1 0 0 0,0 1 0 0 0,0 0 0 0 0,0-1 0 0 0,0 1 0 0 0,-1 0 1 0 0,1 0-1 0 0,-1-1 0 0 0,1 1 0 0 0,-1 0 0 0 0,0 1 0 0 0,0-1 0 0 0,0 0 0 0 0,0 0 0 0 0,0 1 0 0 0,0-1 1 0 0,0 1-1 0 0,0 0 0 0 0,-1 0 0 0 0,1 0 0 0 0,0 0 0 0 0,-5-1 0 0 0,0 0-6 0 0,0 0-1 0 0,0 0 0 0 0,0 1 1 0 0,0 0-1 0 0,0 1 1 0 0,0 0-1 0 0,0 0 0 0 0,0 0 1 0 0,0 1-1 0 0,-1 0 0 0 0,1 0 1 0 0,0 1-1 0 0,-7 2 1 0 0,-8 5-2 0 0,0 1 1 0 0,-21 14-1 0 0,38-21-27 0 0,0 0-1 0 0,1 0 0 0 0,-1 0 0 0 0,1 1 1 0 0,-1 0-1 0 0,1 0 0 0 0,0 0 0 0 0,0 1 1 0 0,1-1-1 0 0,0 1 0 0 0,-1 0 0 0 0,2 0 0 0 0,-1 0 1 0 0,-3 7-1 0 0,6-10 4 0 0,0-1 0 0 0,0 1 0 0 0,0 0 0 0 0,0 0-1 0 0,0 0 1 0 0,0 0 0 0 0,1-1 0 0 0,-1 1 0 0 0,0 0 0 0 0,1 0 0 0 0,0-1 0 0 0,-1 1 0 0 0,1 0 0 0 0,0-1 0 0 0,0 1-1 0 0,0-1 1 0 0,0 1 0 0 0,0-1 0 0 0,0 1 0 0 0,0-1 0 0 0,1 0 0 0 0,-1 0 0 0 0,0 1 0 0 0,1-1 0 0 0,-1 0-1 0 0,2 1 1 0 0,45 24 23 0 0,-40-22-19 0 0,11 5-6 0 0,1-2 0 0 0,-1 0 1 0 0,1-1-1 0 0,0-1 0 0 0,1-1 0 0 0,-1-1 0 0 0,32 1 1 0 0,-30-4-961 0 0,0 0 1 0 0,0-2 0 0 0,42-9-1 0 0,-31 4-312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2:31.0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33 4268 0 0,'0'0'180'0'0,"0"0"-149"0"0,0-1 0 0 0,0 1 0 0 0,0 0 0 0 0,0-1 1 0 0,0 1-1 0 0,0 0 0 0 0,0 0 0 0 0,0-1 0 0 0,0 1 1 0 0,0 0-1 0 0,0-1 0 0 0,0 1 0 0 0,-1 0 0 0 0,1 0 1 0 0,0-1-1 0 0,0 1 0 0 0,0 0 0 0 0,0 0 0 0 0,0-1 0 0 0,-1 1 1 0 0,1 0-1 0 0,0 0 0 0 0,0 0 0 0 0,-1-1 0 0 0,1 1 1 0 0,0 0-1 0 0,0 0 0 0 0,-1 0 0 0 0,1 0 0 0 0,0 0 1 0 0,0-1-1 0 0,-1 1 0 0 0,1 0 0 0 0,0 0 0 0 0,0 0 0 0 0,-1 0 1 0 0,1 0-1 0 0,0 0 0 0 0,-1 0 0 0 0,1 0 0 0 0,0 0 1 0 0,0 0-1 0 0,-1 0 0 0 0,1 0 0 0 0,0 0 0 0 0,-1 0 1 0 0,1 0-1 0 0,-1 1 0 0 0,-1 1-16 0 0,-1-1 0 0 0,1 1 1 0 0,-1 0-1 0 0,1 1 0 0 0,0-1 1 0 0,0 0-1 0 0,0 1 0 0 0,0-1 0 0 0,0 1 1 0 0,-2 4-1 0 0,3-5-9 0 0,1-1 0 0 0,0 1 0 0 0,-1 0 0 0 0,1-1-1 0 0,0 1 1 0 0,0-1 0 0 0,0 1 0 0 0,0-1 0 0 0,0 1 0 0 0,0 0 0 0 0,1-1 0 0 0,-1 1 0 0 0,0-1 0 0 0,1 1 0 0 0,-1-1-1 0 0,1 1 1 0 0,0-1 0 0 0,-1 0 0 0 0,1 1 0 0 0,0-1 0 0 0,0 0 0 0 0,0 1 0 0 0,0-1 0 0 0,0 0 0 0 0,0 0 0 0 0,0 0-1 0 0,0 0 1 0 0,2 1 0 0 0,10 8-9 0 0,0 0-1 0 0,1-1 0 0 0,0-1 0 0 0,0 0 1 0 0,1-1-1 0 0,0-1 0 0 0,0 0 0 0 0,1-1 1 0 0,-1-1-1 0 0,1 0 0 0 0,21 2 0 0 0,-20-4-67 0 0,0 0 0 0 0,1-1 0 0 0,-1-1 0 0 0,1-1 0 0 0,-1 0 0 0 0,0-1 0 0 0,0-1 0 0 0,0-1 0 0 0,0-1 0 0 0,23-8 0 0 0,-36 11 80 0 0,-1 1 0 0 0,1-1 0 0 0,0 0 1 0 0,-1 0-1 0 0,1 0 0 0 0,-1 0 1 0 0,0-1-1 0 0,0 1 0 0 0,0-1 1 0 0,0 0-1 0 0,0 0 0 0 0,-1 0 0 0 0,1 0 1 0 0,-1 0-1 0 0,0-1 0 0 0,0 1 1 0 0,0-1-1 0 0,0 0 0 0 0,1-3 1 0 0,-3 3 37 0 0,1 1 0 0 0,-1 0 0 0 0,0-1 0 0 0,-1 1 0 0 0,1-1 0 0 0,0 1 0 0 0,-1 0 0 0 0,0 0 0 0 0,0-1 0 0 0,0 1 0 0 0,0 0 0 0 0,0 0 0 0 0,-1 0 0 0 0,1 0 0 0 0,-1 0 0 0 0,0 0 0 0 0,0 1 0 0 0,0-1 0 0 0,0 1 0 0 0,-1-1 0 0 0,1 1 0 0 0,-6-4 0 0 0,5 3-28 0 0,0 1 0 0 0,0-1 0 0 0,0 1 0 0 0,0 0 0 0 0,0 0 0 0 0,-1 0 0 0 0,1 1 0 0 0,-1-1 0 0 0,0 1 0 0 0,1 0 0 0 0,-1 0 0 0 0,0 0 1 0 0,0 1-1 0 0,1-1 0 0 0,-5 1 0 0 0,6 2-25 0 0,0 0 5 0 0,0 0 1 0 0,0 0-1 0 0,1-1 0 0 0,-1 1 0 0 0,1 1 0 0 0,0-1 0 0 0,0 0 0 0 0,0 0 1 0 0,0 0-1 0 0,0 1 0 0 0,0-1 0 0 0,0 0 0 0 0,1 1 0 0 0,-1-1 1 0 0,1 0-1 0 0,0 1 0 0 0,0-1 0 0 0,0 1 0 0 0,0-1 0 0 0,0 1 0 0 0,0-1 1 0 0,0 1-1 0 0,1-1 0 0 0,0 3 0 0 0,1 3-3 0 0,1 11 0 0 0,1-1 0 0 0,1 1 1 0 0,1-1-1 0 0,0 0 0 0 0,1 0 0 0 0,11 18 0 0 0,64 100 3 0 0,-77-126 4 0 0,31 42-4 0 0,-19-28 14 0 0,0 0 1 0 0,-2 0-1 0 0,-1 2 1 0 0,-1 0 0 0 0,10 29-1 0 0,-22-52-8 0 0,-1-1 0 0 0,1 1-1 0 0,0 0 1 0 0,-1 0 0 0 0,0-1 0 0 0,0 1-1 0 0,0 0 1 0 0,0 0 0 0 0,0 0 0 0 0,0-1-1 0 0,-1 1 1 0 0,1 0 0 0 0,-1 0-1 0 0,0-1 1 0 0,0 1 0 0 0,0 0 0 0 0,0-1-1 0 0,0 1 1 0 0,-3 2 0 0 0,1-1 2 0 0,0 0-1 0 0,-1 0 1 0 0,0 0 0 0 0,0-1 0 0 0,0 0 0 0 0,0 1-1 0 0,0-1 1 0 0,-1-1 0 0 0,-8 5 0 0 0,-6 0 9 0 0,0 0 0 0 0,-1-1 1 0 0,1-1-1 0 0,-29 4 0 0 0,3-3 81 0 0,-1-1-1 0 0,0-2 1 0 0,0-2-1 0 0,0-2 1 0 0,-50-8-1 0 0,92 8-55 0 0,-1 0 0 0 0,1 0 0 0 0,-1 0 0 0 0,1 0 1 0 0,0-1-1 0 0,0 0 0 0 0,-1 0 0 0 0,1 0 0 0 0,0 0 0 0 0,1-1 0 0 0,-1 1 0 0 0,0-1 0 0 0,-4-5 0 0 0,7 7-30 0 0,-1-1 0 0 0,1 0 0 0 0,0 0-1 0 0,1 0 1 0 0,-1 0 0 0 0,0 0-1 0 0,0 0 1 0 0,1 0 0 0 0,-1-1 0 0 0,1 1-1 0 0,0 0 1 0 0,0 0 0 0 0,0 0-1 0 0,0 0 1 0 0,0-1 0 0 0,0 1 0 0 0,0 0-1 0 0,1 0 1 0 0,-1 0 0 0 0,1 0-1 0 0,0 0 1 0 0,-1 0 0 0 0,1 0-1 0 0,0 0 1 0 0,0 0 0 0 0,0 0 0 0 0,1 0-1 0 0,-1 0 1 0 0,0 1 0 0 0,3-3-1 0 0,9-12-16 0 0,1 1-1 0 0,0 1 0 0 0,1 0 0 0 0,0 1 1 0 0,1 1-1 0 0,1 1 0 0 0,0 0 0 0 0,0 1 1 0 0,1 0-1 0 0,22-7 0 0 0,6-1-100 0 0,1 3 1 0 0,0 1-1 0 0,51-7 1 0 0,3 9-1934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56:49.4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1 434 24575,'0'0'0,"0"0"0,0 0 0,0 0 0,0-1 0,0 1 0,0 0 0,0 0 0,0 0 0,0 0 0,0 0 0,0 0 0,0 0 0,0 0 0,0-1 0,0 1 0,0 0 0,0 0 0,0 0 0,0 0 0,0 0 0,0 0 0,0 0 0,0 0 0,0 0 0,0-1 0,0 1 0,0 0 0,0 0 0,1 0 0,-1 0 0,0 0 0,0 0 0,0 0 0,0 0 0,0 0 0,0 0 0,0 0 0,0 0 0,0 0 0,0 0 0,1-1 0,-1 1 0,0 0 0,0 0 0,0 0 0,0 0 0,0 0 0,0 0 0,0 0 0,0 0 0,1 0 0,-1 0 0,0 0 0,0 0 0,0 0 0,0 1 0,0-1 0,0 0 0,0 0 0,0 0 0,0 0 0,1 0 0,-1 0 0,0 0 0,0 0 0,0 0 0,0 0 0,0 0 0,9 10 0,5 13 0,-7-10 0,9 17 0,-2 1 0,21 63 0,-35-94 0,0 0 0,0 1 0,0-1 0,0 0 0,0 1 0,0-1 0,0 0 0,0 0 0,0 1 0,0-1 0,1 0 0,-1 1 0,0-1 0,0 0 0,0 0 0,1 0 0,-1 1 0,0-1 0,0 0 0,0 0 0,1 0 0,-1 1 0,0-1 0,0 0 0,1 0 0,-1 0 0,0 0 0,1 0 0,-1 1 0,0-1 0,1 0 0,-1 0 0,0 0 0,0 0 0,1 0 0,-1 0 0,13-8 0,20-30 0,-18 19 0,62-68-273,4 4 0,4 4 0,3 3 0,180-118 0,-176 139-6553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4:56:51.6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1 775 24575,'5'0'0,"0"1"0,0-1 0,0 1 0,0 0 0,0 0 0,0 0 0,-1 1 0,1 0 0,0 0 0,-1 0 0,1 0 0,-1 1 0,0 0 0,1 0 0,-1 0 0,-1 0 0,1 0 0,5 7 0,1 4 0,0 0 0,0 2 0,14 31 0,-17-32 0,1 0 0,0-1 0,18 24 0,-26-38 0,1 1 0,0 0 0,0 0 0,-1 0 0,1-1 0,0 1 0,0 0 0,0-1 0,-1 1 0,1-1 0,0 1 0,0-1 0,0 1 0,0-1 0,0 0 0,0 1 0,0-1 0,0 0 0,0 0 0,0 0 0,1 0 0,-1 0 0,0 0 0,0 0 0,0 0 0,0 0 0,0 0 0,0-1 0,0 1 0,0 0 0,1-1 0,29-27 0,66-88 0,46-50 0,-4 34 62,194-142-1,-16 17-1549,-289 231-5338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6:56.6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96 5080 0 0,'7'-14'718'0'0,"-1"-1"0"0"0,0 0 0 0 0,4-22 0 0 0,-6 22 764 0 0,-3 21-1450 0 0,11 110 183 0 0,-3 131 1 0 0,-12-227 294 0 0,-4-15-1708 0 0,6-5 994 0 0,0-1 0 0 0,0 1 0 0 0,0-1 0 0 0,0 0-1 0 0,0 1 1 0 0,0-1 0 0 0,0 0 0 0 0,0 0 0 0 0,0 0 0 0 0,1 0 0 0 0,-1 1 0 0 0,0-1-1 0 0,1 0 1 0 0,-1 0 0 0 0,1 0 0 0 0,-1-1 0 0 0,1 1 0 0 0,-1 0 0 0 0,1-2-1 0 0,-2-11-3065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6:57.3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772 150 6937 0 0,'-1'-3'-45'0'0,"0"-1"-1"0"0,0 1 1 0 0,0-1 0 0 0,0 1 0 0 0,-1-1 0 0 0,1 1 0 0 0,-1 0 0 0 0,0 0 0 0 0,0 0 0 0 0,0 0 0 0 0,0 0 0 0 0,-1 0 0 0 0,1 0 0 0 0,-1 1 0 0 0,1-1-1 0 0,-1 1 1 0 0,0 0 0 0 0,-6-4 0 0 0,2 3 81 0 0,0 0-1 0 0,0 0 0 0 0,0 1 1 0 0,0 0-1 0 0,-1 0 1 0 0,1 0-1 0 0,-1 1 0 0 0,-13 0 1 0 0,-2 1 104 0 0,0 2 1 0 0,0 0-1 0 0,0 2 1 0 0,0 0-1 0 0,-27 9 1 0 0,18 0-112 0 0,0 1 0 0 0,0 1 0 0 0,1 2 0 0 0,1 1-1 0 0,1 2 1 0 0,1 0 0 0 0,0 2 0 0 0,2 1 0 0 0,1 1 0 0 0,0 1 0 0 0,2 2 0 0 0,1 0-1 0 0,1 1 1 0 0,2 1 0 0 0,-18 34 0 0 0,30-49-29 0 0,0 1 0 0 0,1 1 0 0 0,0-1-1 0 0,1 1 1 0 0,1 0 0 0 0,1 0 0 0 0,0 0 0 0 0,1 0 0 0 0,1 0-1 0 0,0 1 1 0 0,2 18 0 0 0,1-22 2 0 0,0 0 0 0 0,0 0 0 0 0,1-1-1 0 0,0 1 1 0 0,2-1 0 0 0,-1 1 0 0 0,1-1 0 0 0,1 0-1 0 0,0-1 1 0 0,1 0 0 0 0,0 0 0 0 0,1 0 0 0 0,0-1 0 0 0,12 12-1 0 0,-3-6 19 0 0,1-2-1 0 0,1 0 1 0 0,0-1-1 0 0,0-1 1 0 0,2-1-1 0 0,-1 0 1 0 0,1-2-1 0 0,1-1 1 0 0,0 0-1 0 0,0-1 0 0 0,0-2 1 0 0,1 0-1 0 0,30 2 1 0 0,-25-5 55 0 0,-1-1 1 0 0,1 0 0 0 0,0-3-1 0 0,0 0 1 0 0,-1-2 0 0 0,0 0-1 0 0,1-2 1 0 0,-2-2 0 0 0,1 0-1 0 0,44-21 1 0 0,-42 13-10 0 0,-1-1 0 0 0,-1-1 0 0 0,0-1 1 0 0,-2-1-1 0 0,0-2 0 0 0,-1-1 0 0 0,-1 0 0 0 0,33-46 0 0 0,-40 47 49 0 0,-1-2-1 0 0,-1 1 0 0 0,-1-2 1 0 0,-1 0-1 0 0,-1 0 1 0 0,-1-1-1 0 0,-1 0 0 0 0,-2-1 1 0 0,0 0-1 0 0,4-44 1 0 0,-10 60-50 0 0,-1 0 0 0 0,0 0 0 0 0,-1 0 0 0 0,0 0 0 0 0,-1 0 1 0 0,0 1-1 0 0,0-1 0 0 0,-1 0 0 0 0,-1 1 0 0 0,0 0 0 0 0,0-1 0 0 0,-11-16 1 0 0,7 15 8 0 0,-1 0 1 0 0,0 1-1 0 0,-1 0 1 0 0,0 1-1 0 0,-1 0 1 0 0,0 0-1 0 0,-1 1 1 0 0,-20-12-1 0 0,-5 2-111 0 0,-1 1 1 0 0,0 2-1 0 0,-2 2 0 0 0,1 1 1 0 0,-72-12-1 0 0,100 23-328 0 0,0-1 0 0 0,0 0 0 0 0,-18-9 1 0 0,-6-11-5399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6:58.9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26 116 6553 0 0,'0'0'-159'0'0,"-4"-1"-211"0"0,3 1 363 0 0,0 0 7 0 0,0 0 0 0 0,0 0 1 0 0,0-1-1 0 0,0 1 0 0 0,1 0 0 0 0,-1 0 1 0 0,0-1-1 0 0,0 1 0 0 0,0-1 0 0 0,0 1 1 0 0,0-1-1 0 0,1 1 0 0 0,-1-1 0 0 0,0 1 1 0 0,0-1-1 0 0,1 1 0 0 0,-1-1 0 0 0,0 0 1 0 0,1 0-1 0 0,-1 1 0 0 0,1-1 0 0 0,-1 0 1 0 0,1 0-1 0 0,-2-1 0 0 0,2-1 16 0 0,30-40-62 0 0,-19 35 39 0 0,1 1 0 0 0,0 1 1 0 0,0 0-1 0 0,0 1 0 0 0,1 0 1 0 0,0 1-1 0 0,0 0 0 0 0,0 1 0 0 0,0 0 1 0 0,1 1-1 0 0,-1 1 0 0 0,18 0 1 0 0,-14 1 4 0 0,0 2 1 0 0,0-1-1 0 0,-1 2 1 0 0,1 0-1 0 0,-1 1 1 0 0,1 1-1 0 0,-1 0 0 0 0,27 14 1 0 0,-39-18 12 0 0,-2 1 0 0 0,1-1 0 0 0,0 1-1 0 0,0 0 1 0 0,0 0 0 0 0,-1 0 0 0 0,1 0 0 0 0,-1 0 0 0 0,0 0 0 0 0,0 1 0 0 0,1-1-1 0 0,-1 1 1 0 0,-1 0 0 0 0,1-1 0 0 0,0 1 0 0 0,-1 0 0 0 0,1 0 0 0 0,-1 0 0 0 0,0 0-1 0 0,0 0 1 0 0,1 6 0 0 0,-2-5 9 0 0,-1 0-1 0 0,1 0 0 0 0,-1 0 0 0 0,0 0 1 0 0,0-1-1 0 0,0 1 0 0 0,0 0 0 0 0,0-1 1 0 0,-1 1-1 0 0,0-1 0 0 0,0 1 0 0 0,0-1 1 0 0,0 0-1 0 0,0 0 0 0 0,-1 0 0 0 0,1 0 1 0 0,-1 0-1 0 0,-4 3 0 0 0,-37 34 208 0 0,-3-1 0 0 0,-1-3 0 0 0,-101 58 0 0 0,144-92-199 0 0,0 1-1 0 0,-1 0 1 0 0,1 1-1 0 0,1-1 1 0 0,-1 1 0 0 0,0 0-1 0 0,1 0 1 0 0,0 1-1 0 0,-5 5 1 0 0,38-6 30 0 0,245-11 61 0 0,-68 0 150 0 0,-190 7-186 0 0,1 0-1 0 0,0-2 1 0 0,21-3 0 0 0,-35 4-460 0 0,-6-11-3640 0 0,0 2 1809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6:59.6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1148 201 5280 0 0,'-28'-17'43'0'0,"-1"1"-1"0"0,0 2 0 0 0,-1 1 0 0 0,-1 1 0 0 0,0 2 0 0 0,-1 1 0 0 0,0 1 0 0 0,0 2 0 0 0,0 1 0 0 0,-1 1 0 0 0,-63 2 0 0 0,55 6 12 0 0,1 1-1 0 0,0 2 0 0 0,0 2 1 0 0,0 1-1 0 0,1 2 1 0 0,1 2-1 0 0,0 1 0 0 0,1 2 1 0 0,1 2-1 0 0,1 1 0 0 0,0 2 1 0 0,-50 42-1 0 0,67-49-43 0 0,0 1-1 0 0,1 1 0 0 0,1 1 0 0 0,1 0 1 0 0,1 1-1 0 0,0 1 0 0 0,-17 34 1 0 0,26-44-11 0 0,1 0 0 0 0,0 1 1 0 0,1-1-1 0 0,0 1 0 0 0,1-1 0 0 0,0 1 1 0 0,1 0-1 0 0,0 0 0 0 0,0 0 1 0 0,1 0-1 0 0,1 0 0 0 0,0 0 1 0 0,0 0-1 0 0,1-1 0 0 0,1 1 1 0 0,0 0-1 0 0,0-1 0 0 0,9 20 1 0 0,0-9 6 0 0,0 0 0 0 0,1 0 0 0 0,1-1 0 0 0,0 0 0 0 0,2-2 0 0 0,0 0 0 0 0,28 24 0 0 0,-15-19 3 0 0,1-1 1 0 0,1-1-1 0 0,1-1 1 0 0,48 21 0 0 0,-22-17 32 0 0,1-2 1 0 0,1-3-1 0 0,1-2 1 0 0,0-3-1 0 0,98 9 1 0 0,-111-18 51 0 0,0-3 0 0 0,-1-2 0 0 0,1-2 1 0 0,0-1-1 0 0,-1-3 0 0 0,0-2 0 0 0,88-28 0 0 0,-110 28-8 0 0,-1-2 1 0 0,0-1-1 0 0,0-1 0 0 0,-1-1 1 0 0,-1-1-1 0 0,0-1 0 0 0,-2-1 1 0 0,1-1-1 0 0,-2-1 0 0 0,0 0 1 0 0,-1-1-1 0 0,-1-1 0 0 0,-1-1 1 0 0,-1-1-1 0 0,24-44 0 0 0,-30 48-4 0 0,-1 0 0 0 0,-1-1 0 0 0,-1 1 0 0 0,-1-2 0 0 0,0 1 0 0 0,-2 0 0 0 0,0-1 0 0 0,-1 0 0 0 0,-1 1-1 0 0,-1-1 1 0 0,0 0 0 0 0,-2 0 0 0 0,0 1 0 0 0,-1-1 0 0 0,-1 1 0 0 0,-1-1 0 0 0,-1 1 0 0 0,-1 1 0 0 0,-12-26 0 0 0,7 20-13 0 0,-2 0 0 0 0,-1 1 0 0 0,-1 1 1 0 0,-1 0-1 0 0,0 1 0 0 0,-2 1 0 0 0,-1 0 0 0 0,0 2 1 0 0,-1 0-1 0 0,-1 2 0 0 0,0 0 0 0 0,-2 1 1 0 0,-36-17-1 0 0,25 17-38 0 0,-1 1 0 0 0,0 2 1 0 0,0 2-1 0 0,-2 1 0 0 0,1 2 1 0 0,-67-5-1 0 0,78 11-481 0 0,0 0 1 0 0,0 2 0 0 0,1 1-1 0 0,-1 2 1 0 0,1 0-1 0 0,-1 1 1 0 0,1 2 0 0 0,1 0-1 0 0,-1 2 1 0 0,-45 23-1 0 0,53-21-1884 0 0,3-1-385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33.5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0 215 4168 0 0,'3'-40'3333'0'0,"-3"39"-2635"0"0,39 101 226 0 0,-10 15-895 0 0,-28-113-15 0 0,-1-2 23 0 0,0 1-20 0 0,0-1 0 0 0,0 1 0 0 0,-1-1 0 0 0,1 1 0 0 0,0-1 0 0 0,0 1-1 0 0,0-1 1 0 0,1 1 0 0 0,-1-1 0 0 0,0 0 0 0 0,0 1 0 0 0,0-1 0 0 0,0 1 0 0 0,0-1-1 0 0,0 1 1 0 0,1-1 0 0 0,-1 1 0 0 0,0-1 0 0 0,0 0 0 0 0,1 1 0 0 0,-1-1 0 0 0,0 0 0 0 0,1 1-1 0 0,-1-1 1 0 0,0 0 0 0 0,1 1 0 0 0,-1-1 0 0 0,0 0 0 0 0,1 1 0 0 0,-1-1 0 0 0,1 0-1 0 0,-1 0 1 0 0,1 0 0 0 0,-1 1 0 0 0,1-1 0 0 0,-1 0 0 0 0,0 0 0 0 0,1 0 0 0 0,-1 0 0 0 0,1 0-1 0 0,-1 0 1 0 0,1 0 0 0 0,-1 0 0 0 0,2 0 0 0 0,68-37 195 0 0,113-78 0 0 0,1-2-484 0 0,-48 42-546 0 0,-45 25-4066 0 0,-72 40 2327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34.7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0 295 6433 0 0,'30'-71'1245'0'0,"-29"70"-1104"0"0,2-9 583 0 0,3 19-602 0 0,4 25-164 0 0,-8 7 57 0 0,-4 48-1 0 0,-1-11 1 0 0,3-59-7 0 0,-1-14 43 0 0,1 0 1 0 0,0 0-1 0 0,0 0 0 0 0,0 0 1 0 0,1-1-1 0 0,1 9 0 0 0,4-12 53 0 0,25-9-39 0 0,0-2-1 0 0,0-1 0 0 0,-1-1 1 0 0,50-28-1 0 0,-12 6-39 0 0,134-59-214 0 0,156-77-640 0 0,-129 42-3714 0 0,-197 109 2475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37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68 5669 0 0,'21'-66'2532'0'0,"-20"65"-2024"0"0,11 33-426 0 0,2 1-42 0 0,45 215 210 0 0,-56-220 67 0 0,0-3-1050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38.3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650 47 5745 0 0,'-4'-4'-49'0'0,"1"0"0"0"0,-1 0 0 0 0,0 1 0 0 0,0-1 0 0 0,0 1 0 0 0,0 0 0 0 0,-1 0 0 0 0,1 0 0 0 0,-1 1 0 0 0,1 0 0 0 0,-1-1 0 0 0,0 2 0 0 0,0-1 1 0 0,0 1-1 0 0,-1-1 0 0 0,1 1 0 0 0,0 1 0 0 0,0-1 0 0 0,-1 1 0 0 0,1 0 0 0 0,0 0 0 0 0,0 0 0 0 0,-7 2 0 0 0,-4 0 35 0 0,-1 1-1 0 0,1 1 0 0 0,-1 0 0 0 0,1 1 0 0 0,-29 14 1 0 0,15-4 30 0 0,0 2 0 0 0,1 2 1 0 0,1 0-1 0 0,1 2 0 0 0,1 0 1 0 0,1 2-1 0 0,-31 36 0 0 0,38-37 2 0 0,1 1 1 0 0,0 0-1 0 0,2 1 0 0 0,1 1 0 0 0,1 0 0 0 0,1 1 0 0 0,1 0 0 0 0,1 1 1 0 0,-7 31-1 0 0,14-44 4 0 0,1 0 0 0 0,1-1 0 0 0,-1 1 0 0 0,2 0 0 0 0,0 0 0 0 0,1-1 0 0 0,0 1 0 0 0,1 0 0 0 0,1-1 0 0 0,0 1 0 0 0,0-1 1 0 0,2 0-1 0 0,0 0 0 0 0,0 0 0 0 0,1 0 0 0 0,0-1 0 0 0,13 18 0 0 0,-8-17 21 0 0,0 0-1 0 0,0 0 1 0 0,1-1 0 0 0,1-1-1 0 0,0 0 1 0 0,1-1 0 0 0,0 0-1 0 0,0-1 1 0 0,1 0 0 0 0,0-1-1 0 0,0-1 1 0 0,1-1 0 0 0,30 9 0 0 0,-8-6 72 0 0,0-1 1 0 0,0-3 0 0 0,1-1 0 0 0,-1-1 0 0 0,1-2 0 0 0,0-2 0 0 0,61-10 0 0 0,-75 7-48 0 0,0-1 0 0 0,0-1 0 0 0,-1-2 0 0 0,0 0-1 0 0,-1-2 1 0 0,0 0 0 0 0,0-2 0 0 0,-1 0 0 0 0,0-1 0 0 0,-2-2-1 0 0,1 0 1 0 0,28-28 0 0 0,-27 19-1 0 0,-1-1-1 0 0,-2 0 0 0 0,0-2 1 0 0,-2 0-1 0 0,0-1 1 0 0,-2 0-1 0 0,-1-2 1 0 0,-2 0-1 0 0,17-59 1 0 0,-26 74-23 0 0,0-1 0 0 0,-1 1 1 0 0,-1-1-1 0 0,0 0 0 0 0,-1 1 0 0 0,0-1 0 0 0,-2 0 1 0 0,0 0-1 0 0,-7-25 0 0 0,5 29-15 0 0,0 1-1 0 0,-1-1 1 0 0,0 1-1 0 0,-1 0 1 0 0,0 1-1 0 0,-1 0 1 0 0,0 0 0 0 0,-1 0-1 0 0,0 1 1 0 0,-1 0-1 0 0,1 0 1 0 0,-2 1-1 0 0,-17-12 1 0 0,9 9-8 0 0,-1 1 1 0 0,0 1-1 0 0,0 1 1 0 0,-1 0-1 0 0,0 2 1 0 0,0 0-1 0 0,-1 1 1 0 0,1 2-1 0 0,-1 0 1 0 0,0 1-1 0 0,-42 1 1 0 0,12 4-233 0 0,0 1-1 0 0,0 3 1 0 0,-89 25-1 0 0,129-29 64 0 0,-28 8-1727 0 0,-47 19 1 0 0,57-17-890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39.3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61 132 6553 0 0,'-12'-6'-314'0'0,"6"4"394"0"0,1-1 0 0 0,-1 0 0 0 0,1 0 1 0 0,0-1-1 0 0,0 0 0 0 0,0 1 0 0 0,-5-7 0 0 0,9 9 184 0 0,9-18 101 0 0,7 9-343 0 0,-1 1 0 0 0,2 0-1 0 0,-1 2 1 0 0,1 0-1 0 0,1 0 1 0 0,-1 2 0 0 0,1 0-1 0 0,0 1 1 0 0,0 0 0 0 0,0 1-1 0 0,0 2 1 0 0,1-1 0 0 0,-1 2-1 0 0,1 0 1 0 0,31 6-1 0 0,-45-6-20 0 0,-1 1 0 0 0,1 0-1 0 0,-1 0 1 0 0,0 0-1 0 0,0 0 1 0 0,1 0 0 0 0,-1 1-1 0 0,0 0 1 0 0,0-1-1 0 0,0 1 1 0 0,-1 0 0 0 0,1 1-1 0 0,0-1 1 0 0,-1 0-1 0 0,0 1 1 0 0,1 0 0 0 0,-1-1-1 0 0,0 1 1 0 0,0 0-1 0 0,0 0 1 0 0,-1 0 0 0 0,1 0-1 0 0,-1 0 1 0 0,0 1-1 0 0,1-1 1 0 0,-1 0 0 0 0,-1 1-1 0 0,1-1 1 0 0,0 0-1 0 0,-1 1 1 0 0,0-1 0 0 0,0 1-1 0 0,0-1 1 0 0,0 1-1 0 0,-1-1 1 0 0,1 1-1 0 0,-1-1 1 0 0,0 0 0 0 0,0 1-1 0 0,-2 4 1 0 0,-2 7 2 0 0,-2 1 0 0 0,1-1 0 0 0,-2-1 1 0 0,0 0-1 0 0,-1 0 0 0 0,0 0 0 0 0,-14 14 0 0 0,-199 189 103 0 0,204-201-46 0 0,16-14 51 0 0,8-2-65 0 0,41-3 23 0 0,1-3 1 0 0,63-15-1 0 0,-38 6-26 0 0,4 0-1 0 0,153-23 159 0 0,-230 38-219 0 0,0 0 1 0 0,1 0-1 0 0,-1 0 0 0 0,0 0 1 0 0,0 0-1 0 0,1 0 0 0 0,-1 0 0 0 0,0 0 1 0 0,1 0-1 0 0,-1 0 0 0 0,0 0 0 0 0,0 0 1 0 0,1 0-1 0 0,-1 0 0 0 0,0 0 1 0 0,1 0-1 0 0,-1 0 0 0 0,0 0 0 0 0,0 0 1 0 0,1-1-1 0 0,-1 1 0 0 0,0 0 1 0 0,0 0-1 0 0,1 0 0 0 0,-1 0 0 0 0,0-1 1 0 0,0 1-1 0 0,0 0 0 0 0,1 0 1 0 0,-1 0-1 0 0,0-1 0 0 0,0 1 0 0 0,0 0 1 0 0,0 0-1 0 0,0-1 0 0 0,1 1 0 0 0,-1 0 1 0 0,0-1-1 0 0,0 1 0 0 0,0 0 1 0 0,0 0-1 0 0,0-1 0 0 0,0 1 0 0 0,0 0 1 0 0,0-1-1 0 0,0 1 0 0 0,0 0 1 0 0,0-1-1 0 0,-11-11-1983 0 0,6 7 326 0 0,-7-8-647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39.9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948 245 5789 0 0,'-8'-9'-67'0'0,"-1"1"1"0"0,0 0-1 0 0,0 0 1 0 0,-1 1 0 0 0,0 0-1 0 0,0 1 1 0 0,-1 0-1 0 0,0 1 1 0 0,0 0 0 0 0,0 1-1 0 0,0 0 1 0 0,-1 1-1 0 0,-18-3 1 0 0,2 0 98 0 0,-1 3-1 0 0,0 0 1 0 0,0 2 0 0 0,-46 3 0 0 0,46 3 2 0 0,-1 0 1 0 0,1 1-1 0 0,0 2 1 0 0,0 2-1 0 0,1 0 1 0 0,0 2-1 0 0,1 0 0 0 0,0 2 1 0 0,1 2-1 0 0,1 0 1 0 0,0 1-1 0 0,-32 31 1 0 0,37-31-11 0 0,1 2-1 0 0,2 0 1 0 0,-1 1 0 0 0,2 0 0 0 0,1 2-1 0 0,1 0 1 0 0,0 0 0 0 0,2 2 0 0 0,0-1 0 0 0,2 1-1 0 0,1 1 1 0 0,1 0 0 0 0,1 0 0 0 0,-6 42 0 0 0,11-49 0 0 0,1 0 1 0 0,1 0 0 0 0,1-1 0 0 0,0 1-1 0 0,2 0 1 0 0,0 0 0 0 0,1-1 0 0 0,0 0-1 0 0,1 0 1 0 0,2 0 0 0 0,-1 0 0 0 0,2-1 0 0 0,0 0-1 0 0,1-1 1 0 0,18 25 0 0 0,-13-23 28 0 0,1-1 0 0 0,0 0 0 0 0,1-2 0 0 0,0 1 0 0 0,2-2 0 0 0,-1 0 0 0 0,1-2 0 0 0,1 1 0 0 0,0-2 0 0 0,1-1 1 0 0,0 0-1 0 0,32 8 0 0 0,-5-6 57 0 0,-1-2 1 0 0,1-2 0 0 0,0-2 0 0 0,1-2 0 0 0,-1-2 0 0 0,1-3-1 0 0,-1-1 1 0 0,0-2 0 0 0,0-3 0 0 0,0-1 0 0 0,-1-3 0 0 0,75-29-1 0 0,-72 21-39 0 0,-1-1-1 0 0,-1-3 1 0 0,0-2-1 0 0,-3-2 0 0 0,0-2 1 0 0,-1-2-1 0 0,-3-2 1 0 0,0-1-1 0 0,-2-2 0 0 0,-2-2 1 0 0,36-50-1 0 0,-55 65-5 0 0,-1-1 1 0 0,-1 0-1 0 0,-1-1 0 0 0,-2-1 0 0 0,0 0 1 0 0,-2-1-1 0 0,-1 0 0 0 0,-1-1 1 0 0,4-35-1 0 0,-10 51-31 0 0,0-1-1 0 0,-2 1 1 0 0,0-1 0 0 0,0 1-1 0 0,-1-1 1 0 0,-1 1 0 0 0,0-1-1 0 0,-1 1 1 0 0,0 0 0 0 0,-1 0-1 0 0,-1 0 1 0 0,0 1 0 0 0,-1-1-1 0 0,0 1 1 0 0,0 0 0 0 0,-2 1 0 0 0,1 0-1 0 0,-1 0 1 0 0,-1 0 0 0 0,0 1-1 0 0,-1 1 1 0 0,-11-10 0 0 0,2 5-16 0 0,0 1 0 0 0,-1 0 1 0 0,0 2-1 0 0,0 1 1 0 0,-2 0-1 0 0,1 1 0 0 0,-1 2 1 0 0,0 0-1 0 0,-1 1 1 0 0,1 1-1 0 0,-34-2 0 0 0,-18 3-506 0 0,0 3-1 0 0,-90 11 0 0 0,138-8 193 0 0,-56-2-3944 0 0,62-2 1256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41.6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147 48 6581 0 0,'0'0'-292'0'0,"-3"-1"59"0"0,-14 0-120 0 0,17 1 350 0 0,0 0 0 0 0,0 0-1 0 0,-1 0 1 0 0,1 0 0 0 0,0 0-1 0 0,0 0 1 0 0,0 0 0 0 0,0 0-1 0 0,-1 0 1 0 0,1 0 0 0 0,0 0-1 0 0,0 0 1 0 0,0 0 0 0 0,0 0-1 0 0,0 0 1 0 0,-1 0 0 0 0,1 0-1 0 0,0-1 1 0 0,0 1 0 0 0,0 0-1 0 0,0 0 1 0 0,0 0 0 0 0,0 0-1 0 0,0 0 1 0 0,-1 0 0 0 0,1 0-1 0 0,0 0 1 0 0,0-1 0 0 0,0 1-1 0 0,0 0 1 0 0,0 0 0 0 0,0 0-1 0 0,0 0 1 0 0,0 0 0 0 0,0-1-1 0 0,0 1 1 0 0,0 0 0 0 0,0 0-1 0 0,0 0 1 0 0,0 0 0 0 0,0 0-1 0 0,0-1 1 0 0,0 1 0 0 0,0 0-1 0 0,0 0 1 0 0,0 0 0 0 0,0 0-1 0 0,0 0 1 0 0,0-1 0 0 0,0 1-1 0 0,0 0 1 0 0,0 0 0 0 0,0 0-1 0 0,24-9 734 0 0,12-1-726 0 0,-16 5-11 0 0,1 0 0 0 0,-1 1 0 0 0,1 1-1 0 0,0 1 1 0 0,29 1 0 0 0,-47 1 4 0 0,-1 0 1 0 0,0-1 1 0 0,1 1 0 0 0,-1 0-1 0 0,1 0 1 0 0,-1 0 0 0 0,0 0-1 0 0,1 0 1 0 0,-1 1 0 0 0,0-1-1 0 0,1 1 1 0 0,-1-1-1 0 0,0 1 1 0 0,0 0 0 0 0,1 0-1 0 0,-1 0 1 0 0,0 0 0 0 0,0 1-1 0 0,0-1 1 0 0,0 0 0 0 0,0 1-1 0 0,-1 0 1 0 0,1-1-1 0 0,0 1 1 0 0,-1 0 0 0 0,1 0-1 0 0,-1 0 1 0 0,1 0 0 0 0,-1 0-1 0 0,0 0 1 0 0,1 3 0 0 0,-2-2 2 0 0,0-1 0 0 0,0 0 0 0 0,0 1 0 0 0,-1-1 0 0 0,1 0 0 0 0,-1 1 0 0 0,0-1 0 0 0,0 0 0 0 0,0 0 0 0 0,0 0 0 0 0,0 0 0 0 0,0 0 1 0 0,0 0-1 0 0,-1 0 0 0 0,1 0 0 0 0,-1 0 0 0 0,1 0 0 0 0,-1-1 0 0 0,0 1 0 0 0,1-1 0 0 0,-5 3 0 0 0,-48 31 22 0 0,47-30-18 0 0,-97 44 12 0 0,-4 4 92 0 0,107-52 36 0 0,9-4-129 0 0,18-4-20 0 0,0 1 1 0 0,1 1-1 0 0,0 1 0 0 0,47 0 0 0 0,-58 4 3 0 0,0 1 0 0 0,-1 0 0 0 0,1 1 0 0 0,0 1-1 0 0,-1 1 1 0 0,1 0 0 0 0,-1 1 0 0 0,0 0 0 0 0,-1 1 0 0 0,16 9 0 0 0,-28-14 2 0 0,0 0-1 0 0,0 0 1 0 0,0 0-1 0 0,0 0 1 0 0,0 0 0 0 0,-1 1-1 0 0,1-1 1 0 0,0 0 0 0 0,-1 1-1 0 0,1 0 1 0 0,-1-1 0 0 0,0 1-1 0 0,1 0 1 0 0,-1 0 0 0 0,0-1-1 0 0,0 1 1 0 0,0 0-1 0 0,0 0 1 0 0,-1 0 0 0 0,1 0-1 0 0,0 0 1 0 0,-1 1 0 0 0,0-1-1 0 0,1 0 1 0 0,-1 0 0 0 0,0 0-1 0 0,0 3 1 0 0,-1-1 1 0 0,-1-1 1 0 0,1 1-1 0 0,-1-1 1 0 0,0 0-1 0 0,1 0 0 0 0,-1 0 1 0 0,-1 0-1 0 0,1 0 1 0 0,0 0-1 0 0,-1 0 1 0 0,0-1-1 0 0,1 0 0 0 0,-1 1 1 0 0,0-1-1 0 0,-5 3 1 0 0,-12 7 36 0 0,-1-1 0 0 0,0-1 0 0 0,-1-1 0 0 0,0 0 0 0 0,0-2 0 0 0,-45 9 1 0 0,31-9 118 0 0,0-3 0 0 0,0-1 0 0 0,-64-3 0 0 0,87 0-88 0 0,10 0-75 0 0,0 0 1 0 0,0 0-1 0 0,-1-1 0 0 0,1 1 0 0 0,0 0 0 0 0,0-1 1 0 0,0 0-1 0 0,0 0 0 0 0,1 0 0 0 0,-1 0 0 0 0,0 0 1 0 0,0-1-1 0 0,-3-2 0 0 0,5 4-51 0 0,1-1 0 0 0,-1 0 0 0 0,1 0 1 0 0,0 1-1 0 0,0-1 0 0 0,-1 0 0 0 0,1 0 0 0 0,0 1 0 0 0,0-1 0 0 0,0 0 0 0 0,0 0 0 0 0,0 0 1 0 0,0 1-1 0 0,0-1 0 0 0,0 0 0 0 0,0 0 0 0 0,0 0 0 0 0,0 1 0 0 0,0-1 0 0 0,0 0 1 0 0,1 0-1 0 0,-1 1 0 0 0,0-1 0 0 0,1 0 0 0 0,-1 1 0 0 0,1-1 0 0 0,0-1 0 0 0,12-19-2371 0 0,-4 11 833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42.3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978 80 4432 0 0,'-2'-4'-66'0'0,"0"0"-1"0"0,-1 0 0 0 0,1 1 0 0 0,-1-1 0 0 0,0 0 0 0 0,0 1 1 0 0,0 0-1 0 0,-1 0 0 0 0,1 0 0 0 0,-1 0 0 0 0,1 0 1 0 0,-1 1-1 0 0,0 0 0 0 0,0 0 0 0 0,0 0 0 0 0,-1 0 0 0 0,1 0 1 0 0,-7-1-1 0 0,-12-3 146 0 0,0 1 0 0 0,-31-3 0 0 0,39 7-43 0 0,-12-2 11 0 0,0 3 0 0 0,1 0 0 0 0,-1 1-1 0 0,1 2 1 0 0,0 1 0 0 0,-1 0 0 0 0,2 2 0 0 0,-1 2 0 0 0,1 0 0 0 0,0 1 0 0 0,0 2 0 0 0,1 0 0 0 0,-31 21 0 0 0,14-5-29 0 0,0 2 1 0 0,2 1-1 0 0,1 2 1 0 0,2 2-1 0 0,1 2 0 0 0,-38 50 1 0 0,61-71-14 0 0,1 0 1 0 0,1 1 0 0 0,0 0-1 0 0,1 1 1 0 0,1 0 0 0 0,1 1 0 0 0,0-1-1 0 0,1 1 1 0 0,1 1 0 0 0,1-1-1 0 0,0 1 1 0 0,0 19 0 0 0,3-23 15 0 0,1 0 0 0 0,1 0 1 0 0,1 0-1 0 0,0-1 1 0 0,1 1-1 0 0,1-1 0 0 0,0 1 1 0 0,0-1-1 0 0,2 0 0 0 0,0-1 1 0 0,0 1-1 0 0,1-1 1 0 0,1 0-1 0 0,0-1 0 0 0,19 21 1 0 0,-7-12 44 0 0,1 0 1 0 0,1-2-1 0 0,1 0 0 0 0,1-2 1 0 0,0-1-1 0 0,1 0 1 0 0,1-2-1 0 0,0-1 1 0 0,1-1-1 0 0,1-2 0 0 0,50 14 1 0 0,-26-13 105 0 0,-1-1 0 0 0,2-3 0 0 0,-1-2 1 0 0,1-2-1 0 0,89-8 0 0 0,-114 3-82 0 0,-1-2 1 0 0,1-1-1 0 0,-1-1 1 0 0,0-1-1 0 0,-1-2 1 0 0,0 0-1 0 0,0-2 1 0 0,-1-1-1 0 0,0-1 1 0 0,-1-1-1 0 0,-1-1 1 0 0,0-1-1 0 0,-1-1 1 0 0,-1-1-1 0 0,-1-1 1 0 0,0 0-1 0 0,-1-2 1 0 0,-1 0-1 0 0,-2-1 1 0 0,0-1-1 0 0,-1-1 1 0 0,17-35-1 0 0,-18 29 24 0 0,-1 0-1 0 0,-2-1 0 0 0,-1 0 1 0 0,-1-1-1 0 0,-1 0 0 0 0,-2 0 1 0 0,-2 0-1 0 0,1-50 0 0 0,-5 67-65 0 0,0 0-1 0 0,-2 0 0 0 0,0 0 0 0 0,0 1 1 0 0,-1-1-1 0 0,-1 1 0 0 0,-1 0 0 0 0,0 0 1 0 0,-1 0-1 0 0,0 0 0 0 0,-1 1 0 0 0,0 0 1 0 0,-1 1-1 0 0,-1 0 0 0 0,0 0 0 0 0,0 0 1 0 0,-1 1-1 0 0,-1 1 0 0 0,0 0 0 0 0,-24-17 1 0 0,17 16-54 0 0,0 1 0 0 0,-1 1 0 0 0,0 1 0 0 0,-1 0 0 0 0,0 1 0 0 0,0 2 0 0 0,-1 0 0 0 0,0 1 0 0 0,0 1 0 0 0,0 0 0 0 0,-26 2 0 0 0,-13 3-364 0 0,1 2-1 0 0,-100 21 0 0 0,152-23 210 0 0,-77 17-940 0 0,31 0-2521 0 0,36-9 984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45.0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2745 294 6017 0 0,'-18'-15'-31'0'0,"-1"1"0"0"0,0 1 1 0 0,-1 1-1 0 0,0 0 1 0 0,-1 2-1 0 0,0 0 1 0 0,-38-11-1 0 0,-164-30 255 0 0,144 36-251 0 0,-139-23 178 0 0,-440-20 0 0 0,434 58-89 0 0,1 10 0 0 0,-408 71 0 0 0,595-74-63 0 0,1 1 1 0 0,-58 21-1 0 0,85-26-7 0 0,-1 0 0 0 0,1 1-1 0 0,0 0 1 0 0,0 1-1 0 0,0 0 1 0 0,0 0 0 0 0,1 0-1 0 0,0 1 1 0 0,0 0-1 0 0,1 1 1 0 0,0-1 0 0 0,0 1-1 0 0,0 1 1 0 0,1-1-1 0 0,0 1 1 0 0,-5 10 0 0 0,8-13 4 0 0,1 1 0 0 0,0-1 1 0 0,0 1-1 0 0,1-1 1 0 0,0 1-1 0 0,0-1 0 0 0,0 1 1 0 0,0 0-1 0 0,1-1 1 0 0,0 1-1 0 0,0-1 0 0 0,1 0 1 0 0,-1 1-1 0 0,1-1 1 0 0,0 0-1 0 0,1 0 0 0 0,-1 0 1 0 0,1 0-1 0 0,0 0 1 0 0,6 7-1 0 0,8 9-1 0 0,0-1 1 0 0,37 34-1 0 0,-19-24 13 0 0,1-2 0 0 0,2-1 0 0 0,0-3 0 0 0,2-1 0 0 0,1-1 0 0 0,0-3 0 0 0,86 28 0 0 0,0-11 51 0 0,194 29 0 0 0,52-13 40 0 0,2-17 0 0 0,396-13 1 0 0,-618-27 48 0 0,-1-5 1 0 0,277-57-1 0 0,-391 58-34 0 0,0-2 0 0 0,0-1-1 0 0,-1-3 1 0 0,56-29 0 0 0,-80 37-56 0 0,0 0 0 0 0,-1-1 0 0 0,0-1 0 0 0,0 0-1 0 0,-1-1 1 0 0,0 0 0 0 0,0-1 0 0 0,-2 0 0 0 0,1 0 0 0 0,-1-1 0 0 0,-1-1 0 0 0,0 1 0 0 0,-1-1 0 0 0,0-1 0 0 0,7-19-1 0 0,-12 26-35 0 0,-1 0 0 0 0,0 0 0 0 0,-1 0-1 0 0,1 0 1 0 0,-1 0 0 0 0,0 0 0 0 0,-1 0-1 0 0,0 0 1 0 0,0 0 0 0 0,0 0-1 0 0,-1 0 1 0 0,0 0 0 0 0,-1 1 0 0 0,1-1-1 0 0,-1 0 1 0 0,-1 1 0 0 0,1 0-1 0 0,-1 0 1 0 0,0 0 0 0 0,0 1 0 0 0,-6-7-1 0 0,-5-4 3 0 0,0 1 0 0 0,-1 0 0 0 0,0 1 0 0 0,-1 1-1 0 0,-32-19 1 0 0,-7 2 16 0 0,0 3-1 0 0,-2 2 1 0 0,-85-25-1 0 0,-189-33 45 0 0,283 72-70 0 0,-250-44 162 0 0,253 49-749 0 0,0 3 0 0 0,0 2 0 0 0,0 2 0 0 0,-71 10 0 0 0,92-5-1672 0 0,10 1-485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46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78 151 6489 0 0,'5'-16'-188'0'0,"1"-4"647"0"0,-1-1 0 0 0,0 1 0 0 0,2-30 0 0 0,-7 49-311 0 0,-15 20 339 0 0,-1 12-500 0 0,1 1 1 0 0,-22 67-1 0 0,16-37-28 0 0,21-62 41 0 0,-1 1 1 0 0,1 0-1 0 0,0 0 0 0 0,0 0 1 0 0,-1-1-1 0 0,1 1 0 0 0,0 0 1 0 0,0 0-1 0 0,0 0 0 0 0,0 0 1 0 0,0-1-1 0 0,0 1 1 0 0,0 0-1 0 0,0 0 0 0 0,1 0 1 0 0,-1-1-1 0 0,0 1 0 0 0,0 0 1 0 0,1 0-1 0 0,-1-1 0 0 0,1 1 1 0 0,-1 0-1 0 0,0 0 0 0 0,1-1 1 0 0,-1 1-1 0 0,1 0 1 0 0,1 0-1 0 0,24 11 14 0 0,35-9 8 0 0,47-12 2 0 0,1-5-1 0 0,205-55 1 0 0,204-99 90 0 0,-494 160-109 0 0,-9 3-148 0 0,0-1 0 0 0,25-12 1 0 0,-39 17-261 0 0,-7 0-1398 0 0,-21-2-255 0 0,0 2-329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46.9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77 166 5793 0 0,'39'-96'403'0'0,"-9"27"1262"0"0,-30 68-1579 0 0,-1 10-24 0 0,-1 0 0 0 0,-1 0-1 0 0,1 0 1 0 0,-1 0-1 0 0,-8 15 1 0 0,-35 70-55 0 0,10-23 40 0 0,29-55-39 0 0,-19 43-19 0 0,24-54 9 0 0,1-1-1 0 0,-1 0 1 0 0,1 0-1 0 0,0 1 1 0 0,1-1-1 0 0,-1 1 1 0 0,1-1-1 0 0,-1 1 1 0 0,1-1-1 0 0,2 9 1 0 0,-1-11 4 0 0,0 0 0 0 0,0 0-1 0 0,0 0 1 0 0,0-1 0 0 0,1 1 0 0 0,-1 0 0 0 0,1 0 0 0 0,-1-1 0 0 0,1 1 0 0 0,0-1 0 0 0,-1 1 0 0 0,1-1-1 0 0,0 0 1 0 0,0 0 0 0 0,0 0 0 0 0,0 0 0 0 0,0 0 0 0 0,1 0 0 0 0,-1 0 0 0 0,0-1 0 0 0,0 1-1 0 0,4-1 1 0 0,56 6 22 0 0,-60-6-23 0 0,72 0 23 0 0,136-20 1 0 0,77-32-96 0 0,-129 22-150 0 0,34-8-455 0 0,-65 8-2794 0 0,-99 23 1306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47.4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69 210 5525 0 0,'-3'-1'-10'0'0,"-58"-22"429"0"0,60 22-12 0 0,0 1-398 0 0,1 0 0 0 0,0 0 0 0 0,0-1 1 0 0,0 1-1 0 0,-1 0 0 0 0,1 0 0 0 0,0 0 1 0 0,0-1-1 0 0,0 1 0 0 0,0 0 0 0 0,-1 0 1 0 0,1-1-1 0 0,0 1 0 0 0,0 0 0 0 0,0-1 1 0 0,0 1-1 0 0,0 0 0 0 0,0 0 0 0 0,0-1 1 0 0,0 1-1 0 0,0 0 0 0 0,0-1 0 0 0,0 1 0 0 0,0 0 1 0 0,0 0-1 0 0,0-1 0 0 0,0 1 0 0 0,0 0 1 0 0,0 0-1 0 0,0-1 0 0 0,0 1 0 0 0,1 0 1 0 0,-1-1-1 0 0,0 1 0 0 0,0 0 0 0 0,0 0 1 0 0,0 0-1 0 0,1-1 0 0 0,-1 1 0 0 0,0 0 1 0 0,0 0-1 0 0,0 0 0 0 0,1-1 0 0 0,-1 1 1 0 0,0 0-1 0 0,0 0 0 0 0,1 0 0 0 0,-1 0 1 0 0,0 0-1 0 0,0-1 0 0 0,1 1 0 0 0,-1 0 1 0 0,72-22 191 0 0,1 4 1 0 0,145-19-1 0 0,47-10-843 0 0,-103 8-2731 0 0,-123 29 1809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47.8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37 302 5324 0 0,'0'0'138'0'0,"-4"-2"-11"0"0,2 2-75 0 0,-1-1 0 0 0,1 1 0 0 0,0-1 1 0 0,0 0-1 0 0,-1 0 0 0 0,1 0 1 0 0,0 0-1 0 0,0 0 0 0 0,0-1 0 0 0,1 1 1 0 0,-1-1-1 0 0,0 1 0 0 0,-1-3 1 0 0,2 3-36 0 0,1 0-1 0 0,0 0 1 0 0,-1 0 0 0 0,1 0 0 0 0,0 0 0 0 0,0 0 0 0 0,0-1 0 0 0,0 1 0 0 0,0 0 0 0 0,0 0 0 0 0,0 0 0 0 0,0 0 0 0 0,1 0 0 0 0,-1 0 0 0 0,0 0-1 0 0,1 0 1 0 0,-1 0 0 0 0,0 0 0 0 0,1 0 0 0 0,-1 0 0 0 0,1 0 0 0 0,0 0 0 0 0,-1 0 0 0 0,1 0 0 0 0,0 0 0 0 0,0 0 0 0 0,-1 1 0 0 0,1-1-1 0 0,0 0 1 0 0,0 1 0 0 0,0-1 0 0 0,0 0 0 0 0,0 1 0 0 0,0-1 0 0 0,2 0 0 0 0,25-15 42 0 0,0 0-1 0 0,2 2 1 0 0,0 1 0 0 0,0 1-1 0 0,1 2 1 0 0,34-7 0 0 0,-22 5-17 0 0,464-109-2191 0 0,-447 111 490 0 0,1 2-60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48.3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14 299 5164 0 0,'-3'-2'106'0'0,"2"1"-96"0"0,1 1-1 0 0,-1-1 0 0 0,0 1 1 0 0,0-1-1 0 0,1 1 0 0 0,-1-1 1 0 0,0 0-1 0 0,1 0 0 0 0,-1 1 1 0 0,1-1-1 0 0,-1 0 0 0 0,1 0 1 0 0,-1 0-1 0 0,1 1 0 0 0,-1-1 1 0 0,1 0-1 0 0,0 0 0 0 0,0 0 1 0 0,-1 0-1 0 0,1 0 0 0 0,0 0 1 0 0,0 0-1 0 0,0 0 0 0 0,0 0 1 0 0,0 0-1 0 0,0 0 0 0 0,0 0 1 0 0,1-1-1 0 0,0-1 16 0 0,0 1 0 0 0,0-1 0 0 0,0 0 0 0 0,1 1 0 0 0,-1-1-1 0 0,1 1 1 0 0,-1-1 0 0 0,1 1 0 0 0,0 0 0 0 0,2-3 0 0 0,9-7 29 0 0,1 1 0 0 0,0 1 0 0 0,1 0 0 0 0,0 0 0 0 0,0 2 0 0 0,1 0 0 0 0,31-12 1 0 0,121-28 41 0 0,-149 43-74 0 0,301-59-53 0 0,-177 39-1511 0 0,-100 18 45 0 0,-6 3 57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48.6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11 262 5188 0 0,'0'0'200'0'0,"-1"0"-180"0"0,1 0 1 0 0,-1 0-1 0 0,1 0 0 0 0,-1 0 1 0 0,1-1-1 0 0,-1 1 0 0 0,1 0 1 0 0,-1 0-1 0 0,1 0 1 0 0,-1-1-1 0 0,1 1 0 0 0,0 0 1 0 0,-1 0-1 0 0,1-1 0 0 0,0 1 1 0 0,-1 0-1 0 0,1-1 1 0 0,0 1-1 0 0,-1-1 0 0 0,1 1 1 0 0,0 0-1 0 0,-1-1 1 0 0,1 1-1 0 0,0-1 0 0 0,0 1 1 0 0,0-1-1 0 0,0 1 0 0 0,-1-1 1 0 0,1 1-1 0 0,0 0 1 0 0,0-1-1 0 0,0 1 0 0 0,0-1 1 0 0,0 1-1 0 0,0-1 0 0 0,0 1 1 0 0,0-1-1 0 0,0 0 1 0 0,9-7 38 0 0,0 0 0 0 0,1 0 1 0 0,-1 1-1 0 0,1 0 1 0 0,1 1-1 0 0,-1 0 1 0 0,1 0-1 0 0,0 1 1 0 0,16-4-1 0 0,114-28 114 0 0,-110 30-125 0 0,344-69-137 0 0,-145 31-2988 0 0,-162 32 1101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51.3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22 153 4744 0 0,'-15'6'980'0'0,"9"-3"-676"0"0,10-5 603 0 0,54-18-795 0 0,1 2 0 0 0,79-14-1 0 0,137-11-303 0 0,-119 21-498 0 0,-33 3-1994 0 0,-76 13 836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51.9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27 200 5256 0 0,'-27'-62'2112'0'0,"27"61"-2092"0"0,1 0-1 0 0,-1 0 1 0 0,0 0 0 0 0,0 0 0 0 0,0 0-1 0 0,0 0 1 0 0,1 0 0 0 0,-1 0-1 0 0,1 0 1 0 0,-1 0 0 0 0,0 0 0 0 0,1 0-1 0 0,0 0 1 0 0,-1 0 0 0 0,1 0-1 0 0,-1 0 1 0 0,1 1 0 0 0,0-1 0 0 0,0 0-1 0 0,0 1 1 0 0,-1-1 0 0 0,1 0-1 0 0,0 1 1 0 0,1-1 0 0 0,23-14 142 0 0,-24 15-155 0 0,41-15-133 0 0,0 1 1 0 0,1 2-1 0 0,1 2 0 0 0,85-8 1 0 0,-43 7-965 0 0,-19 0-945 0 0,-6 1-386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52.3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23 117 5921 0 0,'0'0'112'0'0,"-19"-5"4"0"0,16-3 68 0 0,11-7-104 0 0,20 1-44 0 0,2 6-4 0 0,5-2-8 0 0,23 0 8 0 0,8 3-64 0 0,19 0-100 0 0,5-1-152 0 0,-2-2-272 0 0,-19 5-685 0 0,-1 1-219 0 0,-5-1 484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52.8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32 176 4388 0 0,'-31'4'1683'0'0,"42"-13"-714"0"0,53-16-544 0 0,353-64-1088 0 0,-270 63-1011 0 0,-64 11 18 0 0,-1 0 40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4:59:54.2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64 136 4976 0 0,'-19'-58'1597'0'0,"19"57"-1317"0"0,-1-1-143 0 0,-1-5-130 0 0,-13 26 266 0 0,10-5-264 0 0,0 1 1 0 0,0 0-1 0 0,2 0 0 0 0,0 0 1 0 0,0 1-1 0 0,2-1 0 0 0,0 1 1 0 0,1 22-1 0 0,0-37 16 0 0,2 1-20 0 0,0-1 0 0 0,0 0 0 0 0,0 1 1 0 0,0-1-1 0 0,0 0 0 0 0,0 0 0 0 0,0-1 0 0 0,0 1 1 0 0,0 0-1 0 0,1-1 0 0 0,-1 1 0 0 0,0-1 1 0 0,1 0-1 0 0,-1 0 0 0 0,0 0 0 0 0,1 0 0 0 0,-1 0 1 0 0,0 0-1 0 0,1 0 0 0 0,-1-1 0 0 0,0 0 0 0 0,4 0 1 0 0,72-19 21 0 0,-56 14-13 0 0,108-31 91 0 0,-2-6-1 0 0,132-64 1 0 0,-243 100-76 0 0,-11 5-83 0 0,0 0 1 0 0,-1-1-1 0 0,1 0 1 0 0,-1 0-1 0 0,1 0 1 0 0,5-5-1 0 0,-10 6-381 0 0,-20-7-3151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07:15.1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388 194 2056 0 0,'0'0'2748'0'0,"-41"-12"1888"0"0,33 10-4621 0 0,-1 1 0 0 0,1 0 0 0 0,-1 0 0 0 0,0 1 0 0 0,1 0 0 0 0,-1 0 0 0 0,1 1 0 0 0,-1 0 0 0 0,0 1 0 0 0,1 0 0 0 0,0 0 0 0 0,0 1 0 0 0,-1 0-1 0 0,2 0 1 0 0,-1 1 0 0 0,0 0 0 0 0,1 1 0 0 0,-8 5 0 0 0,-4 9-31 0 0,2 1-1 0 0,0 1 1 0 0,1 1 0 0 0,1 0-1 0 0,0 1 1 0 0,2 0-1 0 0,1 2 1 0 0,1-1 0 0 0,2 1-1 0 0,0 1 1 0 0,1-1-1 0 0,-4 31 1 0 0,9-44 11 0 0,1 0 0 0 0,0 1-1 0 0,0 0 1 0 0,2-1 0 0 0,-1 1 0 0 0,2 0 0 0 0,0-1 0 0 0,0 1 0 0 0,1-1 0 0 0,1 1-1 0 0,0-1 1 0 0,1 0 0 0 0,0 0 0 0 0,0 0 0 0 0,2 0 0 0 0,-1-1 0 0 0,2 0 0 0 0,-1 0-1 0 0,1-1 1 0 0,1 0 0 0 0,0 0 0 0 0,0 0 0 0 0,1-1 0 0 0,0 0 0 0 0,1-1-1 0 0,0 0 1 0 0,0-1 0 0 0,1 0 0 0 0,0 0 0 0 0,0-1 0 0 0,0-1 0 0 0,16 6 0 0 0,-7-5 29 0 0,1 0 0 0 0,0-1 0 0 0,0-1 0 0 0,0-1 0 0 0,0-1 1 0 0,1-1-1 0 0,-1-1 0 0 0,1 0 0 0 0,-1-2 0 0 0,0-1 1 0 0,0 0-1 0 0,0-2 0 0 0,0 0 0 0 0,0-1 0 0 0,-1-1 1 0 0,0-1-1 0 0,-1-1 0 0 0,0-1 0 0 0,0-1 0 0 0,-1 0 1 0 0,0-1-1 0 0,-1-1 0 0 0,-1-1 0 0 0,0 0 0 0 0,0-1 1 0 0,-2-1-1 0 0,22-29 0 0 0,-18 19 81 0 0,-2 0 0 0 0,0-2-1 0 0,-2 0 1 0 0,-1 0 0 0 0,-2-2 0 0 0,0 1 0 0 0,8-44-1 0 0,-16 60-55 0 0,-1 0-1 0 0,-1-1 0 0 0,0 1 0 0 0,0 0 0 0 0,-2 0 0 0 0,0-1 0 0 0,0 1 1 0 0,-1 0-1 0 0,0 0 0 0 0,-2 0 0 0 0,1 0 0 0 0,-2 0 0 0 0,1 1 1 0 0,-2 0-1 0 0,1 0 0 0 0,-2 0 0 0 0,0 0 0 0 0,0 1 0 0 0,-18-20 0 0 0,7 14-51 0 0,-1 1 1 0 0,-1 1-1 0 0,0 1 0 0 0,-1 0 0 0 0,0 2 0 0 0,-1 1 0 0 0,0 0 0 0 0,-1 1 0 0 0,0 2 0 0 0,-1 0 0 0 0,0 2 0 0 0,0 0 0 0 0,-25-2 0 0 0,24 6-583 0 0,-8-2-1049 0 0,14-6-3411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07:15.6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98 6613 0 0,'35'-90'1588'0'0,"-34"88"-1421"0"0,-1 2-155 0 0,0 0 0 0 0,0 0 0 0 0,0-1 1 0 0,0 1-1 0 0,0 0 0 0 0,0 0 0 0 0,0 0 0 0 0,0-1 0 0 0,0 1 0 0 0,0 0 0 0 0,0 0 1 0 0,0-1-1 0 0,0 1 0 0 0,0 0 0 0 0,0 0 0 0 0,1 0 0 0 0,-1-1 0 0 0,0 1 0 0 0,0 0 1 0 0,0 0-1 0 0,0 0 0 0 0,0 0 0 0 0,1-1 0 0 0,-1 1 0 0 0,0 0 0 0 0,0 0 0 0 0,0 0 0 0 0,1 0 1 0 0,-1 0-1 0 0,0 0 0 0 0,0 0 0 0 0,0 0 0 0 0,1-1 0 0 0,-1 1 0 0 0,0 0 0 0 0,0 0 1 0 0,1 0-1 0 0,-1 0 0 0 0,0 0 0 0 0,0 0 0 0 0,0 0 0 0 0,1 0 0 0 0,-1 0 0 0 0,0 0 1 0 0,0 1-1 0 0,1-1 0 0 0,-1 0 0 0 0,0 0 0 0 0,0 0 0 0 0,11 30 22 0 0,-2 0-1 0 0,-2 1 1 0 0,0-1-1 0 0,3 61 1 0 0,-7-25 439 0 0,-2-37-3573 0 0,-1-20 723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07:16.3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748 207 5477 0 0,'-6'-8'6'0'0,"1"0"0"0"0,-1 1 0 0 0,0 0 0 0 0,-1 0 0 0 0,0 1 0 0 0,0 0 0 0 0,0 0 0 0 0,-1 1 0 0 0,0 0 0 0 0,0 0 0 0 0,0 0 0 0 0,-1 1 0 0 0,-10-3 0 0 0,5 3 30 0 0,1 0-1 0 0,-1 1 0 0 0,0 1 1 0 0,0 1-1 0 0,0 0 0 0 0,0 0 1 0 0,0 2-1 0 0,-17 1 0 0 0,2 3 0 0 0,0 1-1 0 0,0 2 1 0 0,1 0-1 0 0,0 2 1 0 0,0 1-1 0 0,1 1 1 0 0,-47 30-1 0 0,53-29-31 0 0,0 1-1 0 0,2 1 0 0 0,-1 1 1 0 0,2 1-1 0 0,0 1 1 0 0,1 0-1 0 0,1 1 0 0 0,-15 23 1 0 0,26-33-5 0 0,-1 1 1 0 0,1-1 0 0 0,1 1-1 0 0,-1 0 1 0 0,2 0 0 0 0,-1 1-1 0 0,2-1 1 0 0,-1 1-1 0 0,1-1 1 0 0,1 1 0 0 0,0 0-1 0 0,1 0 1 0 0,0 0 0 0 0,0-1-1 0 0,1 1 1 0 0,0 0-1 0 0,1 0 1 0 0,1-1 0 0 0,-1 1-1 0 0,2-1 1 0 0,5 13 0 0 0,-2-8 7 0 0,1 0 1 0 0,0-1 0 0 0,1 0 0 0 0,1-1-1 0 0,0 0 1 0 0,1 0 0 0 0,0-1-1 0 0,1 0 1 0 0,24 17 0 0 0,-16-14 19 0 0,2-2 1 0 0,0 0-1 0 0,1-1 0 0 0,0-2 1 0 0,46 15-1 0 0,-26-13 77 0 0,1-3 0 0 0,1-1-1 0 0,-1-2 1 0 0,1-3 0 0 0,0-1 0 0 0,87-8-1 0 0,-107 3 18 0 0,-1-1 1 0 0,0-1-1 0 0,0-1 0 0 0,0-1 0 0 0,-1-1 0 0 0,0-1 0 0 0,-1-1 0 0 0,0-1 1 0 0,0-1-1 0 0,-1-1 0 0 0,30-24 0 0 0,-37 24-36 0 0,0 0-1 0 0,0-1 1 0 0,-2 0 0 0 0,0-1-1 0 0,0-1 1 0 0,-1 0 0 0 0,-1 0 0 0 0,-1-1-1 0 0,0 0 1 0 0,-1-1 0 0 0,-1 0-1 0 0,-1 0 1 0 0,-1-1 0 0 0,0 0 0 0 0,2-22-1 0 0,-4 19 13 0 0,-1 1 1 0 0,-1-1-1 0 0,-2 0 0 0 0,0 0 0 0 0,-1 1 0 0 0,-1-1 0 0 0,-1 1 1 0 0,-1 0-1 0 0,-1 0 0 0 0,-11-28 0 0 0,11 36-67 0 0,-1 0 0 0 0,0 0 1 0 0,-1 0-1 0 0,0 1 0 0 0,-1 0 0 0 0,0 0 0 0 0,-1 1 0 0 0,0 1 0 0 0,-1-1 0 0 0,0 2 0 0 0,-1 0 0 0 0,0 0 1 0 0,0 1-1 0 0,-1 0 0 0 0,0 1 0 0 0,-14-5 0 0 0,2 3-115 0 0,0 1 0 0 0,-1 1 0 0 0,1 2 1 0 0,-1 0-1 0 0,0 2 0 0 0,-1 1 0 0 0,-30 1 0 0 0,14 3-3015 0 0,-72 12-1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07:20.2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1716 161 6237 0 0,'0'0'-107'0'0,"-5"-14"184"0"0,-10 2 79 0 0,-1 1 1 0 0,1 0-1 0 0,-2 1 1 0 0,1 1-1 0 0,-2 0 1 0 0,-32-10-1 0 0,3 4 75 0 0,-72-13 0 0 0,76 21-175 0 0,-1 2 1 0 0,-86 3-1 0 0,-89 18 4 0 0,75-3 14 0 0,96-10-47 0 0,-269 30 74 0 0,284-27-103 0 0,1 2 1 0 0,0 0 0 0 0,1 3-1 0 0,0 0 1 0 0,0 2 0 0 0,1 1-1 0 0,-42 27 1 0 0,59-31-6 0 0,0-1 0 0 0,0 2 0 0 0,1 0 0 0 0,0 0 0 0 0,1 1 0 0 0,0 1 0 0 0,1 0 0 0 0,1 0 0 0 0,0 1 0 0 0,1 0-1 0 0,0 0 1 0 0,1 1 0 0 0,-5 16 0 0 0,8-20 4 0 0,2 1-1 0 0,-1-1 1 0 0,2 0-1 0 0,-1 1 1 0 0,1-1-1 0 0,1 1 1 0 0,0 0-1 0 0,1-1 1 0 0,0 1-1 0 0,1-1 0 0 0,0 0 1 0 0,1 1-1 0 0,0-1 1 0 0,1 0-1 0 0,0 0 1 0 0,0-1-1 0 0,2 1 1 0 0,-1-1-1 0 0,9 12 1 0 0,6 4 2 0 0,1 0-1 0 0,0-1 1 0 0,2-1 0 0 0,1-2 0 0 0,1 0 0 0 0,46 30 0 0 0,5-4 4 0 0,102 46 1 0 0,-102-59 6 0 0,1-3 0 0 0,2-4 0 0 0,1-3 0 0 0,0-4 0 0 0,103 13 0 0 0,-81-22 14 0 0,1-5 0 0 0,0-4-1 0 0,192-19 1 0 0,-226 8 65 0 0,0-2-1 0 0,-1-3 0 0 0,-1-3 1 0 0,116-43-1 0 0,-161 49 3 0 0,0-1 0 0 0,0-1 1 0 0,-1-1-1 0 0,-1-1 0 0 0,0 0 0 0 0,-1-2 0 0 0,22-22 0 0 0,-30 24-12 0 0,1 0 1 0 0,-2 0-1 0 0,0-1 0 0 0,0 0 1 0 0,-2-1-1 0 0,0 0 1 0 0,0 0-1 0 0,-2-1 0 0 0,0 0 1 0 0,-1 0-1 0 0,4-20 0 0 0,-6 14-52 0 0,-1 0-1 0 0,-1 0 1 0 0,-1-1-1 0 0,0 1 1 0 0,-2 0-1 0 0,-1 0 1 0 0,-1 0-1 0 0,-1 1 1 0 0,-1 0-1 0 0,0-1 1 0 0,-2 2-1 0 0,-1-1 1 0 0,-1 1-1 0 0,0 1 1 0 0,-18-27-1 0 0,12 24 4 0 0,0 1-1 0 0,-1 0 1 0 0,-2 2-1 0 0,0 0 1 0 0,-1 1-1 0 0,-1 0 1 0 0,0 2-1 0 0,-2 1 1 0 0,0 0-1 0 0,0 2 1 0 0,-2 1-1 0 0,-35-15 1 0 0,17 14-101 0 0,1 2 0 0 0,-2 2 0 0 0,1 2 1 0 0,-1 1-1 0 0,-1 3 0 0 0,1 1 0 0 0,-80 7 1 0 0,93 3-376 0 0,1 0-5346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07:21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64 111 5937 0 0,'-14'-3'-246'0'0,"10"2"422"0"0,-1 0 1 0 0,1 0-1 0 0,0-1 0 0 0,0 1 0 0 0,0-1 0 0 0,0 0 0 0 0,0 0 1 0 0,-6-5-1 0 0,9 6-6 0 0,1 1-158 0 0,-1 0 1 0 0,1 0-1 0 0,0 0 0 0 0,-1-1 0 0 0,1 1 0 0 0,0 0 0 0 0,-1 0 0 0 0,1-1 1 0 0,0 1-1 0 0,-1 0 0 0 0,1-1 0 0 0,0 1 0 0 0,0 0 0 0 0,0-1 0 0 0,-1 1 1 0 0,1 0-1 0 0,0-1 0 0 0,0 1 0 0 0,0-1 0 0 0,0 1 0 0 0,0 0 0 0 0,-1-1 1 0 0,1 1-1 0 0,0-1 0 0 0,0 1 0 0 0,0-1 0 0 0,0 1 0 0 0,0 0 0 0 0,0-1 1 0 0,1 1-1 0 0,-1-1 0 0 0,0 1 0 0 0,0 0 0 0 0,0-1 0 0 0,0 1 0 0 0,0-1 1 0 0,1 1-1 0 0,-1 0 0 0 0,0-1 0 0 0,1 1 0 0 0,5-17 180 0 0,-2 13-175 0 0,0 0 0 0 0,1 1-1 0 0,-1-1 1 0 0,1 1 0 0 0,-1 0 0 0 0,1 1-1 0 0,0-1 1 0 0,0 1 0 0 0,0 0-1 0 0,0 0 1 0 0,10-2 0 0 0,65-10 39 0 0,-68 12-53 0 0,7 0-2 0 0,-1 0 0 0 0,0 2 0 0 0,0 0 0 0 0,0 1 0 0 0,23 4-1 0 0,-35-4-3 0 0,1 1 0 0 0,0 0 0 0 0,-1 0-1 0 0,1 0 1 0 0,-1 1 0 0 0,0 0-1 0 0,10 6 1 0 0,-13-7 1 0 0,-1 0 1 0 0,1 0-1 0 0,-1 1 0 0 0,0-1 0 0 0,1 1 0 0 0,-1-1 1 0 0,0 1-1 0 0,0-1 0 0 0,-1 1 0 0 0,1 0 1 0 0,-1 0-1 0 0,1 0 0 0 0,-1 0 0 0 0,0 0 1 0 0,0 0-1 0 0,1 6 0 0 0,-2-3 4 0 0,0 1 0 0 0,0-1 1 0 0,-1 1-1 0 0,0-1 0 0 0,0 1 0 0 0,-1-1 0 0 0,0 0 0 0 0,0 1 0 0 0,0-1 1 0 0,-1 0-1 0 0,0-1 0 0 0,0 1 0 0 0,0 0 0 0 0,-8 9 0 0 0,-6 8 9 0 0,-38 38 0 0 0,-59 52-34 0 0,134-105 34 0 0,4-5-10 0 0,0 0 0 0 0,0-2 0 0 0,0-1 0 0 0,0 0-1 0 0,38-7 1 0 0,5 0-1 0 0,29-1-2 0 0,47-1 88 0 0,-139 9-71 0 0,6-1 382 0 0,-10 1-475 0 0,0 0 0 0 0,0 0 0 0 0,1 0-1 0 0,-1 0 1 0 0,0 0 0 0 0,1 0 0 0 0,-1 0 0 0 0,0 0 0 0 0,0 0 0 0 0,1 0 0 0 0,-1 0 0 0 0,0 0-1 0 0,0 0 1 0 0,1 0 0 0 0,-1-1 0 0 0,0 1 0 0 0,0 0 0 0 0,0 0 0 0 0,1 0 0 0 0,-1 0 0 0 0,0 0-1 0 0,0-1 1 0 0,1 1 0 0 0,-1 0 0 0 0,0 0 0 0 0,0 0 0 0 0,0-1 0 0 0,0 1 0 0 0,0 0 0 0 0,1 0-1 0 0,-1 0 1 0 0,0-1 0 0 0,0 1 0 0 0,0 0 0 0 0,0 0 0 0 0,0-1 0 0 0,0 1 0 0 0,0 0 0 0 0,0 0-1 0 0,0-1 1 0 0,0 1 0 0 0,0 0 0 0 0,0 0 0 0 0,0-1 0 0 0,0 1 0 0 0,0 0 0 0 0,0 0 0 0 0,0-1 0 0 0,0 1-1 0 0,0 0 1 0 0,0 0 0 0 0,0-1 0 0 0,0 1 0 0 0,0 0 0 0 0,-1 0 0 0 0,1-1 0 0 0,0 1 0 0 0,0 0-1 0 0,0 0 1 0 0,0 0 0 0 0,-1-1 0 0 0,1 1 0 0 0,0 0 0 0 0,0 0 0 0 0,-1 0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07:21.7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1119 255 5100 0 0,'-7'-15'61'0'0,"-1"0"-1"0"0,0 1 0 0 0,-1 0 0 0 0,0 0 1 0 0,-1 1-1 0 0,0 0 0 0 0,-1 1 0 0 0,-1 0 0 0 0,0 1 1 0 0,-1 0-1 0 0,0 1 0 0 0,0 0 0 0 0,-1 1 0 0 0,0 1 1 0 0,-1 0-1 0 0,-22-8 0 0 0,13 6 24 0 0,-1 1-1 0 0,0 2 1 0 0,0 0 0 0 0,-1 1-1 0 0,0 2 1 0 0,0 1 0 0 0,0 1-1 0 0,-1 1 1 0 0,-45 4 0 0 0,38 2-72 0 0,0 2 0 0 0,0 1 0 0 0,1 2-1 0 0,0 1 1 0 0,1 2 0 0 0,0 1 0 0 0,1 1 0 0 0,1 2 0 0 0,1 1 0 0 0,0 2 0 0 0,1 0 0 0 0,1 2 0 0 0,1 1 0 0 0,1 1 0 0 0,1 1 0 0 0,2 1 0 0 0,-21 30 0 0 0,35-44-11 0 0,1 1 0 0 0,0-1 0 0 0,1 1-1 0 0,1 0 1 0 0,0 1 0 0 0,1-1 0 0 0,0 1 0 0 0,1 0 0 0 0,0 0 0 0 0,1 0-1 0 0,1 0 1 0 0,1 1 0 0 0,0-1 0 0 0,0 0 0 0 0,1 0 0 0 0,1 1 0 0 0,1-1 0 0 0,0 0-1 0 0,0-1 1 0 0,2 1 0 0 0,0-1 0 0 0,0 1 0 0 0,1-1 0 0 0,1-1 0 0 0,0 1-1 0 0,0-1 1 0 0,1-1 0 0 0,1 1 0 0 0,0-1 0 0 0,1-1 0 0 0,0 0 0 0 0,1 0-1 0 0,20 14 1 0 0,1-3 30 0 0,0-1 1 0 0,2-2-1 0 0,0-1 0 0 0,2-2 0 0 0,-1-1 0 0 0,2-2 0 0 0,-1-2 0 0 0,2-1 0 0 0,59 7 0 0 0,-23-10 76 0 0,-1-2-1 0 0,1-4 0 0 0,0-3 1 0 0,74-12-1 0 0,-117 10-8 0 0,-2-1 0 0 0,1-1 0 0 0,-1-1 0 0 0,0-2 0 0 0,0-1 1 0 0,-1-1-1 0 0,-1-1 0 0 0,0-2 0 0 0,-1 0 0 0 0,43-35 0 0 0,-48 32 7 0 0,-1-1 0 0 0,-1-2 0 0 0,-1 0 0 0 0,0 0 1 0 0,-2-2-1 0 0,0 0 0 0 0,-2-1 0 0 0,0 0 0 0 0,-2-1 0 0 0,-1-1 0 0 0,-1 0 0 0 0,7-27 1 0 0,-13 40-29 0 0,-1-1 0 0 0,-1 1 1 0 0,0 0-1 0 0,0-1 1 0 0,-1 1-1 0 0,-1-1 0 0 0,-1 1 1 0 0,0-1-1 0 0,0 1 1 0 0,-6-21-1 0 0,4 24-48 0 0,0 0 0 0 0,-1 1-1 0 0,-1-1 1 0 0,1 1 0 0 0,-2 0 0 0 0,1 1-1 0 0,-1-1 1 0 0,0 1 0 0 0,-1 0 0 0 0,0 1-1 0 0,0-1 1 0 0,-1 1 0 0 0,1 1 0 0 0,-15-10-1 0 0,3 5-50 0 0,-1 0 0 0 0,-1 2 0 0 0,1 0 0 0 0,-1 1 0 0 0,-1 1-1 0 0,0 1 1 0 0,0 1 0 0 0,0 0 0 0 0,-44-1 0 0 0,5 4-459 0 0,0 4 1 0 0,-87 12 0 0 0,0 14-4551 0 0,122-22 1804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07:23.0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45 102 6825 0 0,'-26'-21'-1038'0'0,"12"8"1039"0"0,13 12 24 0 0,-3-30 264 0 0,9 27-291 0 0,-1 0-1 0 0,1 1 1 0 0,1-1 0 0 0,-1 1 0 0 0,0 0 0 0 0,1 1-1 0 0,-1-1 1 0 0,1 1 0 0 0,0 0 0 0 0,0 1-1 0 0,0-1 1 0 0,0 1 0 0 0,0 0 0 0 0,0 1 0 0 0,0-1-1 0 0,8 2 1 0 0,13-1 0 0 0,1 2 1 0 0,35 6-1 0 0,-63-8 2 0 0,60 13-23 0 0,-56-12 23 0 0,0 0 0 0 0,0 1 0 0 0,0-1 0 0 0,-1 1 1 0 0,1 0-1 0 0,0 0 0 0 0,-1 1 0 0 0,1-1 0 0 0,-1 1 1 0 0,0-1-1 0 0,6 7 0 0 0,-9-8 7 0 0,0 0 0 0 0,0 0-1 0 0,0 0 1 0 0,0 0 0 0 0,0 0 0 0 0,0 0 0 0 0,0 0-1 0 0,0 0 1 0 0,0 0 0 0 0,0 0 0 0 0,-1 0 0 0 0,1 0 0 0 0,0 0-1 0 0,-1 0 1 0 0,1 0 0 0 0,-1 0 0 0 0,1 0 0 0 0,-1-1 0 0 0,1 1-1 0 0,-1 0 1 0 0,0 0 0 0 0,1 0 0 0 0,-1-1 0 0 0,0 1-1 0 0,1 0 1 0 0,-1-1 0 0 0,0 1 0 0 0,-1 0 0 0 0,1 0-7 0 0,-12 8 78 0 0,0 0 1 0 0,0-1 0 0 0,-1-1-1 0 0,0 0 1 0 0,0-1-1 0 0,0-1 1 0 0,-19 5 0 0 0,-29 13 178 0 0,61-23-255 0 0,1 0 0 0 0,0 0 0 0 0,0 0 0 0 0,0 0 0 0 0,-1 0 1 0 0,1 0-1 0 0,0 1 0 0 0,0-1 0 0 0,0 0 0 0 0,-1 0 0 0 0,1 0 0 0 0,0 0 0 0 0,0 0 0 0 0,0 0 0 0 0,0 1 1 0 0,-1-1-1 0 0,1 0 0 0 0,0 0 0 0 0,0 0 0 0 0,0 0 0 0 0,0 1 0 0 0,0-1 0 0 0,0 0 0 0 0,0 0 0 0 0,0 0 0 0 0,-1 1 1 0 0,1-1-1 0 0,0 0 0 0 0,0 0 0 0 0,0 0 0 0 0,0 1 0 0 0,0-1 0 0 0,0 0 0 0 0,0 0 0 0 0,0 0 0 0 0,0 1 1 0 0,0-1-1 0 0,0 0 0 0 0,0 0 0 0 0,0 0 0 0 0,1 1 0 0 0,-1-1 0 0 0,10 8 22 0 0,15 3-2 0 0,-4-6-7 0 0,20 5 10 0 0,-1 2 0 0 0,0 1-1 0 0,-1 2 1 0 0,0 2 0 0 0,38 23 0 0 0,-77-40-22 0 0,0 0-1 0 0,1 0 1 0 0,-1 1 0 0 0,0-1 0 0 0,0 0-1 0 0,1 0 1 0 0,-1 0 0 0 0,0 0-1 0 0,0 1 1 0 0,1-1 0 0 0,-1 0-1 0 0,0 0 1 0 0,0 1 0 0 0,0-1 0 0 0,0 0-1 0 0,0 0 1 0 0,1 1 0 0 0,-1-1-1 0 0,0 0 1 0 0,0 1 0 0 0,0-1-1 0 0,0 0 1 0 0,0 0 0 0 0,0 1 0 0 0,0-1-1 0 0,0 0 1 0 0,0 1 0 0 0,0-1-1 0 0,0 0 1 0 0,0 1 0 0 0,0-1-1 0 0,0 0 1 0 0,0 0 0 0 0,0 1 0 0 0,0-1-1 0 0,0 0 1 0 0,-1 1 0 0 0,1-1-1 0 0,0 0 1 0 0,0 0 0 0 0,0 1-1 0 0,0-1 1 0 0,-1 0 0 0 0,1 0 0 0 0,0 0-1 0 0,0 1 1 0 0,-1-1 0 0 0,1 0-1 0 0,0 0 1 0 0,-1 1 0 0 0,-12 6 117 0 0,13-7-123 0 0,-12 4 85 0 0,-1-1 0 0 0,1 0-1 0 0,0-1 1 0 0,-1 0 0 0 0,0-1 0 0 0,1 0-1 0 0,-1-1 1 0 0,-16-2 0 0 0,-3 1 48 0 0,9 2-106 0 0,-53-2 341 0 0,72 1-417 0 0,0 0-1 0 0,0 0 1 0 0,0-1-1 0 0,-1 0 1 0 0,1 1-1 0 0,0-2 1 0 0,1 1-1 0 0,-1 0 1 0 0,0-1-1 0 0,0 0 1 0 0,1 0-1 0 0,-1 0 1 0 0,-5-4-1 0 0,9 6-137 0 0,-6-10-399 0 0,8 0-2617 0 0,8-6 850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07:23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685 159 5849 0 0,'-2'-8'24'0'0,"0"0"0"0"0,-1 0 1 0 0,0 0-1 0 0,0 1 0 0 0,-1-1 1 0 0,0 1-1 0 0,0 0 0 0 0,-1 0 1 0 0,1 0-1 0 0,-2 0 1 0 0,1 1-1 0 0,-1 0 0 0 0,0 0 1 0 0,0 1-1 0 0,0-1 0 0 0,-1 1 1 0 0,0 1-1 0 0,0-1 1 0 0,0 1-1 0 0,-1 0 0 0 0,1 1 1 0 0,-1 0-1 0 0,0 0 0 0 0,0 1 1 0 0,-9-2-1 0 0,2 0 27 0 0,1 2-1 0 0,-1 0 0 0 0,0 0 1 0 0,1 2-1 0 0,-1 0 1 0 0,0 0-1 0 0,0 1 0 0 0,1 1 1 0 0,-1 1-1 0 0,1 0 1 0 0,-1 1-1 0 0,1 0 1 0 0,-19 9-1 0 0,9 0-31 0 0,0 0-1 0 0,0 2 1 0 0,2 0-1 0 0,0 2 1 0 0,0 1 0 0 0,2 0-1 0 0,0 1 1 0 0,2 1-1 0 0,-27 37 1 0 0,36-44-15 0 0,1 0 1 0 0,0 0-1 0 0,1 1 1 0 0,1 0-1 0 0,0 0 1 0 0,1 1-1 0 0,0 0 0 0 0,1 0 1 0 0,1 0-1 0 0,0 0 1 0 0,2 0-1 0 0,-1 1 0 0 0,2-1 1 0 0,0 0-1 0 0,1 1 1 0 0,0-1-1 0 0,1 0 1 0 0,6 23-1 0 0,-1-18 2 0 0,0 1 0 0 0,2-1 0 0 0,0 0 0 0 0,1-1 0 0 0,1 0 0 0 0,0-1 0 0 0,2 0 0 0 0,0 0 0 0 0,1-2-1 0 0,1 0 1 0 0,0 0 0 0 0,1-1 0 0 0,1-1 0 0 0,0-1 0 0 0,26 15 0 0 0,-15-12 13 0 0,2-1 1 0 0,0-2-1 0 0,0 0 0 0 0,2-3 0 0 0,-1 0 0 0 0,1-2 1 0 0,0-1-1 0 0,1-2 0 0 0,49 2 0 0 0,-43-5 58 0 0,-1-2-1 0 0,0-2 1 0 0,0-1-1 0 0,0-2 1 0 0,0-1 0 0 0,40-13-1 0 0,-59 12-9 0 0,1 0 1 0 0,-1-1-1 0 0,-1-1 1 0 0,1-1-1 0 0,-2-1 0 0 0,1 0 1 0 0,-2-1-1 0 0,1-1 0 0 0,-2-1 1 0 0,0 0-1 0 0,0-1 0 0 0,23-32 1 0 0,-17 17 55 0 0,-1-1 0 0 0,-1-1 0 0 0,-2 0 0 0 0,21-57 0 0 0,-33 76-36 0 0,-1 0 1 0 0,0 0-1 0 0,-1 0 1 0 0,0-1-1 0 0,-1 0 1 0 0,-1 1 0 0 0,0-1-1 0 0,-1 0 1 0 0,0 0-1 0 0,-1 0 1 0 0,-1 1 0 0 0,0-1-1 0 0,-1 1 1 0 0,0-1-1 0 0,-9-20 1 0 0,9 28-60 0 0,-1-1 0 0 0,1 1 0 0 0,-1 0 0 0 0,-1 1 1 0 0,1-1-1 0 0,-1 1 0 0 0,0 0 0 0 0,0 0 0 0 0,0 0 0 0 0,-1 0 0 0 0,0 1 0 0 0,-12-7 1 0 0,7 6 6 0 0,-1 0 0 0 0,0 0 1 0 0,-1 1-1 0 0,1 1 1 0 0,-1 0-1 0 0,-20-2 0 0 0,-8 2-100 0 0,1 2 0 0 0,-1 3 0 0 0,-60 8 0 0 0,81-6-311 0 0,0 0 0 0 0,-32 12-1 0 0,16-4-1173 0 0,57 3-5441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07:24.2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1 188 6369 0 0,'14'-13'15'0'0,"-11"9"4"0"0,0 1 0 0 0,1-1 0 0 0,-1 1-1 0 0,1 0 1 0 0,0 0 0 0 0,0 0 0 0 0,0 0-1 0 0,0 1 1 0 0,7-3 0 0 0,-9 4-11 0 0,1 48 20 0 0,-6-16 31 0 0,-1 0 0 0 0,-2-1 0 0 0,-16 50 0 0 0,21-79 24 0 0,2 3 140 0 0,-1-4-210 0 0,0 1 0 0 0,0-1 0 0 0,0 1 0 0 0,0-1-1 0 0,0 1 1 0 0,0-1 0 0 0,0 1 0 0 0,0 0-1 0 0,0-1 1 0 0,0 1 0 0 0,0-1 0 0 0,0 1 0 0 0,0-1-1 0 0,0 1 1 0 0,1-1 0 0 0,-1 1 0 0 0,0-1-1 0 0,0 1 1 0 0,1-1 0 0 0,-1 1 0 0 0,0-1 0 0 0,1 0-1 0 0,-1 1 1 0 0,1-1 0 0 0,-1 1 0 0 0,0-1-1 0 0,1 0 1 0 0,-1 1 0 0 0,1-1 0 0 0,-1 0 0 0 0,1 0-1 0 0,-1 1 1 0 0,1-1 0 0 0,-1 0 0 0 0,1 0-1 0 0,-1 0 1 0 0,1 0 0 0 0,-1 1 0 0 0,1-1 0 0 0,0 0-1 0 0,-1 0 1 0 0,1 0 0 0 0,-1 0 0 0 0,1 0-1 0 0,-1-1 1 0 0,1 1 0 0 0,-1 0 0 0 0,1 0 0 0 0,0 0-1 0 0,111-27 327 0 0,202-77 0 0 0,-136 41-215 0 0,320-105 365 0 0,-447 151-289 0 0,-48 17-186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32:51.3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0 502 6277 0 0,'3'-32'817'0'0,"0"31"190"0"0,1 14-1235 0 0,-2-9 223 0 0,-1 0 0 0 0,1-1 0 0 0,-1 1 0 0 0,1-1 0 0 0,0 1 0 0 0,0-1 0 0 0,1 0 1 0 0,-1 0-1 0 0,1 0 0 0 0,2 2 0 0 0,8 10-5 0 0,22 32 26 0 0,-21-31-11 0 0,-2 1 0 0 0,18 30 0 0 0,-28-44 70 0 0,-1 0 0 0 0,1 0 0 0 0,0-1 1 0 0,0 1-1 0 0,0-1 0 0 0,0 1 0 0 0,0-1 0 0 0,1 0 0 0 0,-1 0 0 0 0,1 0 1 0 0,-1 0-1 0 0,1 0 0 0 0,0 0 0 0 0,0-1 0 0 0,0 1 0 0 0,5 1 1 0 0,-5-5-43 0 0,0 0 1 0 0,0 0 0 0 0,0 0 0 0 0,-1 0 0 0 0,1-1 0 0 0,0 1 0 0 0,-1-1 0 0 0,4-4 0 0 0,5-5 68 0 0,24-20 14 0 0,246-214 308 0 0,19 25-297 0 0,-140 123 281 0 0,-107 61-124 0 0,-52 36-202 0 0,-22-16-3546 0 0,4 4-2182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36:00.4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22 671 5481 0 0,'2'-43'39'0'0,"-26"-40"2833"0"0,46 160-2501 0 0,44 162-559 0 0,-56-217 178 0 0,-9-21 38 0 0,0 0 0 0 0,0 0 0 0 0,0 1-1 0 0,0-1 1 0 0,-1 0 0 0 0,1 0 0 0 0,0 1 0 0 0,-1-1-1 0 0,1 1 1 0 0,-1-1 0 0 0,0 0 0 0 0,1 1 0 0 0,-1-1-1 0 0,0 3 1 0 0,21-19 81 0 0,24-27-24 0 0,-3-1 1 0 0,61-81-1 0 0,-6 7-38 0 0,297-309 423 0 0,-349 380-183 0 0,11-14 188 0 0,-55 59-447 0 0,6-8 125 0 0,-7 9-191 0 0,1-1 0 0 0,0 1-1 0 0,-1-1 1 0 0,1 1 0 0 0,0-1-1 0 0,-1 1 1 0 0,1-1 0 0 0,-1 0-1 0 0,1 1 1 0 0,-1-1 0 0 0,1 0-1 0 0,-1 0 1 0 0,0 1 0 0 0,1-1 0 0 0,-1 0-1 0 0,0 0 1 0 0,1 0 0 0 0,-1 1-1 0 0,0-3 1 0 0,0-4-208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36:03.1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6485 0 0,'0'0'-253'0'0,"67"5"358"0"0,756 16-84 0 0,-564-7-17 0 0,1019 64 298 0 0,-1209-78 624 0 0,-101-13-2118 0 0,6-1-1557 0 0,10 9 956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36:03.8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951 1 4996 0 0,'0'0'-192'0'0,"-8"3"-60"0"0,-274 92 265 0 0,-115 49 425 0 0,155-25-33 0 0,238-118-404 0 0,3-1-1 0 0,0 1 0 0 0,0-1 0 0 0,0 0 0 0 0,0 1 0 0 0,0-1 0 0 0,0 0 0 0 0,0 1 0 0 0,0 0 0 0 0,0-1 0 0 0,1 1 0 0 0,-1-1 0 0 0,0 1 0 0 0,0 0 1 0 0,1 0-1 0 0,-1-1 0 0 0,0 1 0 0 0,1 0 0 0 0,-2 1 0 0 0,2-1 0 0 0,0 0 0 0 0,0 0 0 0 0,0-1 0 0 0,0 1 1 0 0,-1 0-1 0 0,1 0 0 0 0,1 0 0 0 0,-1-1 0 0 0,0 1 0 0 0,0 0 1 0 0,0 0-1 0 0,0-1 0 0 0,1 1 0 0 0,-1 0 0 0 0,0 0 0 0 0,0-1 1 0 0,1 1-1 0 0,-1 0 0 0 0,1 0 0 0 0,-1-1 0 0 0,1 1 0 0 0,-1-1 1 0 0,1 1-1 0 0,-1 0 0 0 0,1-1 0 0 0,0 1 0 0 0,-1-1 0 0 0,1 1 1 0 0,0-1-1 0 0,-1 0 0 0 0,1 1 0 0 0,1 0 0 0 0,24 6 11 0 0,-21-6-8 0 0,91 23 37 0 0,145 16 1 0 0,-137-25-32 0 0,597 120 193 0 0,-674-128-153 0 0,-18-4-42 0 0,1-1 0 0 0,0 0 0 0 0,-1 0 0 0 0,11 0 0 0 0,28-14-2980 0 0,-24 4 1997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36:04.8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8 247 3924 0 0,'1'-2'5'0'0,"5"-10"468"0"0,0 0 0 0 0,-1 0 1 0 0,-1-1-1 0 0,0 0 0 0 0,-1 0 1 0 0,0 0-1 0 0,1-16 0 0 0,-4 27-309 0 0,-1 15-47 0 0,-1-1 0 0 0,0 1 0 0 0,-1-1 0 0 0,-4 12-1 0 0,-16 80-124 0 0,21-81 12 0 0,0-11-6 0 0,1 0 0 0 0,1 0 0 0 0,0 0-1 0 0,0 0 1 0 0,1-1 0 0 0,3 13 0 0 0,-3-22 4 0 0,0 0-1 0 0,0 0 1 0 0,0 0 0 0 0,0 0-1 0 0,0-1 1 0 0,1 1-1 0 0,-1 0 1 0 0,1-1 0 0 0,-1 1-1 0 0,1-1 1 0 0,0 1 0 0 0,-1-1-1 0 0,1 0 1 0 0,0 0-1 0 0,0 0 1 0 0,0 0 0 0 0,0 0-1 0 0,0 0 1 0 0,0 0 0 0 0,0-1-1 0 0,0 1 1 0 0,1-1 0 0 0,-1 1-1 0 0,0-1 1 0 0,4 0-1 0 0,59-1 32 0 0,-63 1-33 0 0,84-14 14 0 0,-2-4 0 0 0,0-3 0 0 0,82-34 0 0 0,-96 32-12 0 0,73-27 253 0 0,-3-6 0 0 0,148-82 0 0 0,-287 138-248 0 0,1-1-1 0 0,-1 1 1 0 0,0-1 0 0 0,0 1 0 0 0,0-1 0 0 0,0 1 0 0 0,0-1 0 0 0,0 0 0 0 0,0 0 0 0 0,0 1 0 0 0,-1-1 0 0 0,1 0 0 0 0,0 0 0 0 0,0 0 0 0 0,-1 0 0 0 0,1 0 0 0 0,0 0 0 0 0,-1 0 0 0 0,1 0 0 0 0,-1 0 0 0 0,1-1 0 0 0,-1 1 0 0 0,0-1 0 0 0,0 0-5 0 0,0 1 0 0 0,-1 0-1 0 0,1 0 1 0 0,-1 0 0 0 0,1 0 0 0 0,-1 0 0 0 0,1 0-1 0 0,-1 0 1 0 0,0 0 0 0 0,0 0 0 0 0,1 0 0 0 0,-1 1-1 0 0,0-1 1 0 0,0 0 0 0 0,0 0 0 0 0,0 1 0 0 0,0-1-1 0 0,0 0 1 0 0,-1 0 0 0 0,-11-5-678 0 0,1 1 0 0 0,-1 0 0 0 0,-17-4 0 0 0,15 5-1593 0 0,-2-3-447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28.7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 87 3924 0 0,'-14'-35'2529'0'0,"14"33"-2225"0"0,-13-47 3769 0 0,16 65-4173 0 0,42 284-608 0 0,-43-275 704 0 0,10 83 416 0 0,-12-106-296 0 0,-11-33-6194 0 0,9 13 3466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29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624 77 6285 0 0,'5'-22'31'0'0,"-5"19"48"0"0,-1 1 1 0 0,1-1-1 0 0,-1 1 0 0 0,0-1 0 0 0,0 1 1 0 0,0-1-1 0 0,0 1 0 0 0,0-1 1 0 0,-1 1-1 0 0,1 0 0 0 0,-1 0 1 0 0,1 0-1 0 0,-1 0 0 0 0,0 0 1 0 0,0 0-1 0 0,0 0 0 0 0,0 0 0 0 0,0 1 1 0 0,0-1-1 0 0,-1 1 0 0 0,1 0 1 0 0,0 0-1 0 0,-1-1 0 0 0,-2 0 1 0 0,-2 1-23 0 0,0 0 0 0 0,-1 0 0 0 0,1 1 0 0 0,0 0 0 0 0,0 0 0 0 0,0 0-1 0 0,0 1 1 0 0,-8 2 0 0 0,-5 1-33 0 0,0 2-1 0 0,1 0 1 0 0,-1 1-1 0 0,2 1 0 0 0,-1 0 1 0 0,1 2-1 0 0,1 0 0 0 0,-1 1 1 0 0,2 1-1 0 0,-25 22 0 0 0,9-4-23 0 0,1 2 1 0 0,2 1-1 0 0,-45 65 0 0 0,55-70-7 0 0,2 1 0 0 0,1 1 0 0 0,1 0 0 0 0,-13 40 0 0 0,21-50-7 0 0,2 1 0 0 0,0-1 0 0 0,1 1 1 0 0,1 1-1 0 0,1-1 0 0 0,1 0 0 0 0,2 38 0 0 0,0-50 11 0 0,0-1-1 0 0,1 1 1 0 0,0-1-1 0 0,1 0 0 0 0,-1 0 1 0 0,1 0-1 0 0,1 0 0 0 0,0 0 1 0 0,0 0-1 0 0,0-1 0 0 0,1 0 1 0 0,0 0-1 0 0,10 10 0 0 0,-6-8 3 0 0,1 0 0 0 0,0-1 0 0 0,1-1-1 0 0,0 0 1 0 0,0 0 0 0 0,1-1 0 0 0,-1 0 0 0 0,16 5-1 0 0,6-1 14 0 0,0-1-1 0 0,1-2 0 0 0,0-1 0 0 0,0-2 1 0 0,64 0-1 0 0,-76-4 28 0 0,-1-1 1 0 0,1-1-1 0 0,-1-1 1 0 0,0-1-1 0 0,0 0 1 0 0,0-2-1 0 0,-1 0 0 0 0,1-2 1 0 0,-1 0-1 0 0,-1-1 1 0 0,0-1-1 0 0,0-1 1 0 0,-1-1-1 0 0,0 0 1 0 0,-1-1-1 0 0,-1-1 0 0 0,0-1 1 0 0,-1 0-1 0 0,0-1 1 0 0,-2-1-1 0 0,0 0 1 0 0,0 0-1 0 0,15-32 1 0 0,-16 23 85 0 0,0 0 1 0 0,-2-1 0 0 0,-1-1 0 0 0,-2 0 0 0 0,0 0 0 0 0,-2 0-1 0 0,2-47 1 0 0,-6 64-86 0 0,-1-1 1 0 0,-1 0-1 0 0,0 0 0 0 0,-1 1 0 0 0,0-1 0 0 0,-1 0 0 0 0,0 1 0 0 0,-1 0 1 0 0,0 0-1 0 0,-1 0 0 0 0,0 0 0 0 0,-1 1 0 0 0,0 0 0 0 0,0 0 1 0 0,-1 1-1 0 0,0-1 0 0 0,-1 1 0 0 0,0 1 0 0 0,-1 0 0 0 0,0 0 1 0 0,-11-8-1 0 0,2 5-22 0 0,-1 0 0 0 0,0 1 0 0 0,0 1 1 0 0,-1 1-1 0 0,-1 1 0 0 0,1 1 0 0 0,-1 0 1 0 0,-34-4-1 0 0,3 5-38 0 0,0 1-1 0 0,-74 5 1 0 0,37 12-314 0 0,40-4-1087 0 0,1-5-3655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30.7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36 424 7025 0 0,'-22'-102'-393'0'0,"17"71"1106"0"0,0-10 477 0 0,4 40-1065 0 0,0-5-27 0 0,0 3-125 0 0,1 7-142 0 0,9 57 100 0 0,-6-33 52 0 0,1 1 0 0 0,1-1 0 0 0,2 0 0 0 0,16 45 0 0 0,-8-29-38 0 0,-13-35 146 0 0,0-1 0 0 0,1 0 0 0 0,0 0 0 0 0,0 0 0 0 0,1-1 0 0 0,5 8 0 0 0,-8-14 103 0 0,0-2-171 0 0,0-1 1 0 0,1 0-1 0 0,-1 1 0 0 0,1-1 1 0 0,-1 1-1 0 0,1-1 0 0 0,0 1 1 0 0,-1 0-1 0 0,1 0 0 0 0,0 0 0 0 0,3-2 1 0 0,1 0 24 0 0,37-36 174 0 0,-2-1 0 0 0,56-71 1 0 0,-9 11-75 0 0,116-109 259 0 0,-163 163-267 0 0,-35 37-414 0 0,-4 8 0 0 0,-1-1 1 0 0,1 1-1 0 0,-1-1 1 0 0,0 1 0 0 0,0-1-1 0 0,0 0 1 0 0,0 1-1 0 0,0-1 1 0 0,0 0 0 0 0,-1 0-1 0 0,2-3 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43.6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1092 114 6137 0 0,'0'0'457'0'0,"-2"-3"-360"0"0,-6-6 3 0 0,0 1 1 0 0,0 1 0 0 0,0-1-1 0 0,-1 1 1 0 0,0 1 0 0 0,-1-1-1 0 0,1 1 1 0 0,-1 1 0 0 0,0 0-1 0 0,0 1 1 0 0,-16-6 0 0 0,5 4-62 0 0,1 0 0 0 0,-1 1 0 0 0,0 1 1 0 0,-1 0-1 0 0,-29 1 0 0 0,0 3-21 0 0,0 3-1 0 0,1 2 1 0 0,0 2-1 0 0,-76 21 1 0 0,90-17-28 0 0,-1 2-1 0 0,2 2 1 0 0,0 1 0 0 0,1 2 0 0 0,0 1 0 0 0,-49 38 0 0 0,58-37-18 0 0,0 1 0 0 0,-41 46-1 0 0,58-57 22 0 0,0 0 0 0 0,0 1 0 0 0,1 0 0 0 0,0 0-1 0 0,1 1 1 0 0,0 0 0 0 0,1 0 0 0 0,1 0 0 0 0,-7 26 0 0 0,10-30 3 0 0,1 0-1 0 0,0 1 1 0 0,0-1 0 0 0,1 1 0 0 0,0-1-1 0 0,1 0 1 0 0,0 0 0 0 0,0 0 0 0 0,0 0 0 0 0,1 0-1 0 0,0 0 1 0 0,1 0 0 0 0,0-1 0 0 0,0 0 0 0 0,0 0-1 0 0,1 0 1 0 0,0 0 0 0 0,1-1 0 0 0,-1 0 0 0 0,1 0-1 0 0,8 6 1 0 0,15 12 3 0 0,0-1 1 0 0,2-2-1 0 0,42 24 0 0 0,-72-45 1 0 0,66 38 8 0 0,1-3 0 0 0,1-3-1 0 0,2-3 1 0 0,1-3-1 0 0,112 24 1 0 0,-147-43 37 0 0,0-1 0 0 0,0-1 0 0 0,1-3 0 0 0,-1 0-1 0 0,1-3 1 0 0,-1-1 0 0 0,1-2 0 0 0,-1-2 0 0 0,0-1 0 0 0,-1-1 0 0 0,0-3 0 0 0,0 0 0 0 0,41-21-1 0 0,-65 26 21 0 0,-1-1 0 0 0,1-1 0 0 0,-2 1 0 0 0,1-2 0 0 0,-1 1 0 0 0,0-2 0 0 0,-1 1 0 0 0,0-1 0 0 0,0-1 0 0 0,-1 1 0 0 0,-1-1 0 0 0,0-1 0 0 0,0 0 0 0 0,-1 1 0 0 0,-1-2 0 0 0,0 1 0 0 0,0-1 0 0 0,-1 0-1 0 0,-1 0 1 0 0,0 0 0 0 0,-1 0 0 0 0,0 0 0 0 0,-1-1 0 0 0,-1 1 0 0 0,0 0 0 0 0,-1-1 0 0 0,0 1 0 0 0,-6-23 0 0 0,1 12-31 0 0,-2 0 0 0 0,0 0 0 0 0,-1 1 0 0 0,-1 1 0 0 0,-2 0 0 0 0,0 0 0 0 0,-1 1 0 0 0,-1 0 0 0 0,-1 2 1 0 0,-1-1-1 0 0,-1 2 0 0 0,-22-20 0 0 0,15 19-32 0 0,0 1 0 0 0,-1 1 0 0 0,-1 1 0 0 0,-1 1 1 0 0,0 1-1 0 0,-1 2 0 0 0,0 1 0 0 0,-1 1 0 0 0,-48-10 1 0 0,14 9-83 0 0,0 2 0 0 0,0 3 1 0 0,0 3-1 0 0,-1 3 0 0 0,1 3 1 0 0,-1 2-1 0 0,1 3 1 0 0,-95 25-1 0 0,113-25-1204 0 0,17-6-2503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45.3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276 2 6833 0 0,'13'-2'-601'0'0,"-15"2"268"0"0,-35 5 211 0 0,-63 10 269 0 0,81-11-185 0 0,1 1 1 0 0,0 1-1 0 0,0 0 0 0 0,-26 14 1 0 0,43-19 27 0 0,18 15-16 0 0,70 13 9 0 0,152 54-6 0 0,-228-80-2 0 0,-9-2 30 0 0,0 0 0 0 0,0-1-1 0 0,0 1 1 0 0,0 0 0 0 0,0 0-1 0 0,0 0 1 0 0,0 0 0 0 0,0 0-1 0 0,0 1 1 0 0,0-1 0 0 0,0 1-1 0 0,-1-1 1 0 0,3 3 0 0 0,-3-3 9 0 0,-46 29 28 0 0,-3-15-11 0 0,0-2 0 0 0,-1-2 1 0 0,-1-2-1 0 0,-76 3 0 0 0,118-11-13 0 0,-23-2-17 0 0,31 1-54 0 0,-1 0 0 0 0,1 0 0 0 0,-1 0 0 0 0,1 0 0 0 0,0 0 0 0 0,-1-1 0 0 0,1 1 0 0 0,-1 0 0 0 0,1 0 0 0 0,-1 0 0 0 0,1-1 0 0 0,-1 1 0 0 0,1 0 0 0 0,0 0 1 0 0,-1-1-1 0 0,1 1 0 0 0,-1 0 0 0 0,1-1 0 0 0,0 1 0 0 0,0-1 0 0 0,-1 1 0 0 0,1 0 0 0 0,0-1 0 0 0,0 1 0 0 0,-1-1 0 0 0,1 1 0 0 0,0-1 0 0 0,0 1 0 0 0,0-1 0 0 0,0 1 0 0 0,-1-1 0 0 0,1 1 0 0 0,0 0 0 0 0,0-1 0 0 0,0 1 1 0 0,0-1-1 0 0,0 1 0 0 0,0-1 0 0 0,1 1 0 0 0,-1-1 0 0 0,0 1 0 0 0,0-1 0 0 0,0 1 0 0 0,0-1 0 0 0,0 1 0 0 0,1-1 0 0 0,-1 1 0 0 0,0-1 0 0 0,0 1 0 0 0,1 0 0 0 0,0-1 0 0 0,10-18-1269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45.6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37 100 4080 0 0,'-31'-5'-402'0'0,"29"5"522"0"0,2 0-115 0 0,0-1 1 0 0,0 1-1 0 0,0 0 0 0 0,1 0 1 0 0,-1 0-1 0 0,0 0 1 0 0,0 0-1 0 0,0 0 0 0 0,0 0 1 0 0,0-1-1 0 0,1 1 1 0 0,-1 0-1 0 0,0 0 0 0 0,0 0 1 0 0,0 0-1 0 0,0-1 1 0 0,0 1-1 0 0,0 0 0 0 0,0 0 1 0 0,0 0-1 0 0,0 0 1 0 0,0-1-1 0 0,0 1 1 0 0,0 0-1 0 0,0 0 0 0 0,0 0 1 0 0,0-1-1 0 0,0 1 1 0 0,0 0-1 0 0,0 0 0 0 0,0 0 1 0 0,0 0-1 0 0,0-1 1 0 0,0 1-1 0 0,0 0 0 0 0,0 0 1 0 0,0 0-1 0 0,0 0 1 0 0,0-1-1 0 0,-1 1 1 0 0,1 0-1 0 0,0 0 0 0 0,0 0 1 0 0,0 0-1 0 0,0 0 1 0 0,0-1-1 0 0,0 1 0 0 0,-1 0 1 0 0,1 0-1 0 0,0 0 1 0 0,0 0-1 0 0,0 0 0 0 0,0 0 1 0 0,-1 0-1 0 0,1 0 1 0 0,0 0-1 0 0,0 0 1 0 0,0 0-1 0 0,0 0 0 0 0,-1 0 1 0 0,1 0-1 0 0,0 0 1 0 0,0 0-1 0 0,0 0 0 0 0,-1 0 1 0 0,1 0-1 0 0,0 0 1 0 0,0 0-1 0 0,33-14 83 0 0,0 1 0 0 0,1 2-1 0 0,1 1 1 0 0,71-10 0 0 0,-91 17-14 0 0,42-10-222 0 0,-49 11-1890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46.3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834 24 3132 0 0,'-8'-4'-70'0'0,"0"1"0"0"0,1-1 0 0 0,-1 2 0 0 0,-1-1 0 0 0,1 1 0 0 0,0 0 1 0 0,0 0-1 0 0,-1 1 0 0 0,1 1 0 0 0,-1-1 0 0 0,1 1 0 0 0,-1 1 0 0 0,1-1 0 0 0,-1 1 0 0 0,1 1 0 0 0,-14 4 0 0 0,-12 3 37 0 0,0 2-1 0 0,-53 27 1 0 0,34-12 40 0 0,2 2-1 0 0,0 3 1 0 0,-71 58 0 0 0,88-61 16 0 0,2 2 0 0 0,1 0 0 0 0,1 3 0 0 0,1 0 0 0 0,-36 57 0 0 0,62-84-14 0 0,-1 0 0 0 0,1 0 0 0 0,0 0 0 0 0,0 0 0 0 0,1 1 0 0 0,0-1 0 0 0,0 1 0 0 0,0-1 0 0 0,1 1 0 0 0,0 0 0 0 0,1 0 0 0 0,-1 0 0 0 0,1 0 0 0 0,0-1 0 0 0,1 1 0 0 0,0 0 0 0 0,2 10 0 0 0,0-9 26 0 0,0 0-1 0 0,1-1 1 0 0,-1 1-1 0 0,2-1 1 0 0,-1 1-1 0 0,1-1 1 0 0,0-1-1 0 0,0 1 1 0 0,1-1-1 0 0,0 0 1 0 0,0 0 0 0 0,0 0-1 0 0,13 8 1 0 0,10 3 73 0 0,0-1 0 0 0,0-1 0 0 0,2-1 0 0 0,-1-2 0 0 0,2-1 0 0 0,0-1 0 0 0,0-2 0 0 0,0-2 0 0 0,1 0 0 0 0,40 0 0 0 0,5-3 157 0 0,-1-3 0 0 0,1-4-1 0 0,92-17 1 0 0,-132 15-57 0 0,-1-1-1 0 0,-1-3 1 0 0,1-1-1 0 0,-2-1 1 0 0,0-2-1 0 0,0-2 1 0 0,-1-1 0 0 0,45-31-1 0 0,-63 38-114 0 0,-1-2 0 0 0,0 0 0 0 0,-1-1 0 0 0,0-1 0 0 0,-1 0 0 0 0,-1 0 0 0 0,0-1 0 0 0,-1-1-1 0 0,-1 0 1 0 0,0-1 0 0 0,-1 1 0 0 0,-1-2 0 0 0,-1 1 0 0 0,0-1 0 0 0,-1-1 0 0 0,-1 1 0 0 0,-1-1 0 0 0,3-28 0 0 0,-6 37-42 0 0,-1 0 0 0 0,0-1 0 0 0,-1 1-1 0 0,1 0 1 0 0,-2-1 0 0 0,0 1 0 0 0,0 0 0 0 0,-1 0 0 0 0,0 0 0 0 0,0 0 0 0 0,-1 1 0 0 0,-1-1 0 0 0,1 1 0 0 0,-2 0 0 0 0,-8-12-1 0 0,6 12-25 0 0,-1-1-1 0 0,0 1 0 0 0,-1 1 1 0 0,1 0-1 0 0,-2 0 0 0 0,1 1 1 0 0,-1 0-1 0 0,0 1 0 0 0,-1 0 1 0 0,1 1-1 0 0,-1 0 0 0 0,-15-4 1 0 0,-9 1-12 0 0,0 0 0 0 0,-1 3 0 0 0,0 1 0 0 0,0 2 0 0 0,0 1 0 0 0,0 2 0 0 0,-1 1 0 0 0,-42 9 0 0 0,-21 9-2872 0 0,-164 55-1 0 0,236-65 652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32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63 6637 0 0,'0'0'-182'0'0,"-10"-3"-222"0"0,10 3 425 0 0,0 0 1 0 0,0 0-1 0 0,0 0 0 0 0,-1 0 1 0 0,1 0-1 0 0,0 0 0 0 0,0 0 0 0 0,0 0 1 0 0,0 0-1 0 0,-1 0 0 0 0,1 0 1 0 0,0 0-1 0 0,0 0 0 0 0,0 0 0 0 0,0 0 1 0 0,0 0-1 0 0,-1 0 0 0 0,1 0 0 0 0,0 0 1 0 0,0-1-1 0 0,0 1 0 0 0,0 0 1 0 0,0 0-1 0 0,0 0 0 0 0,0 0 0 0 0,-1 0 1 0 0,1 0-1 0 0,0 0 0 0 0,0-1 0 0 0,0 1 1 0 0,0 0-1 0 0,0 0 0 0 0,0 0 1 0 0,0 0-1 0 0,0 0 0 0 0,0-1 0 0 0,0 1 1 0 0,0 0-1 0 0,0 0 0 0 0,0 0 0 0 0,0 0 1 0 0,0-1-1 0 0,0 1 0 0 0,0 0 1 0 0,0 0-1 0 0,0 0 0 0 0,0 0 0 0 0,0-1 1 0 0,0 1-1 0 0,0 0 0 0 0,0 0 1 0 0,0 0-1 0 0,0 0 0 0 0,0 0 0 0 0,0-1 1 0 0,0 1-1 0 0,1 0 0 0 0,-1 0 0 0 0,0 0 1 0 0,0 0-1 0 0,0 0 0 0 0,0 0 1 0 0,0 0-1 0 0,0 0 0 0 0,1-1 0 0 0,12-6-13 0 0,1 0 0 0 0,0 0-1 0 0,0 2 1 0 0,1-1-1 0 0,0 2 1 0 0,0 0-1 0 0,0 1 1 0 0,0 0 0 0 0,1 1-1 0 0,17 1 1 0 0,5-3 0 0 0,-33 5-9 0 0,16 3-10 0 0,-19-4 11 0 0,0 0-1 0 0,0 0 1 0 0,0 0-1 0 0,0 1 1 0 0,0-1-1 0 0,-1 0 0 0 0,1 1 1 0 0,0 0-1 0 0,0-1 1 0 0,0 1-1 0 0,-1 0 1 0 0,1 0-1 0 0,0 0 0 0 0,-1 0 1 0 0,1 0-1 0 0,-1 0 1 0 0,0 1-1 0 0,1-1 1 0 0,-1 0-1 0 0,0 1 1 0 0,0-1-1 0 0,1 1 0 0 0,-1-1 1 0 0,0 1-1 0 0,-1 0 1 0 0,1-1-1 0 0,0 1 1 0 0,0 0-1 0 0,-1 0 0 0 0,1 0 1 0 0,0 3-1 0 0,-2-1 1 0 0,1 1 0 0 0,-1-1 0 0 0,0 1-1 0 0,0-1 1 0 0,0 1 0 0 0,-1-1 0 0 0,1 0-1 0 0,-1 1 1 0 0,0-1 0 0 0,-1 0 0 0 0,1 0-1 0 0,-6 6 1 0 0,-18 23 22 0 0,-2-1 0 0 0,-1-2-1 0 0,-40 32 1 0 0,39-35-6 0 0,-27 20 116 0 0,56-46-122 0 0,33-3 18 0 0,202-45-6 0 0,-74 18-28 0 0,-101 17 232 0 0,-56 11-210 0 0,10-4-1312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32.9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763 65 6129 0 0,'-4'-5'-61'0'0,"-1"0"-1"0"0,1 0 1 0 0,-1 1 0 0 0,0-1 0 0 0,0 1 0 0 0,0 0 0 0 0,-1 1 0 0 0,1-1 0 0 0,-1 1 0 0 0,0 0 0 0 0,0 0 0 0 0,0 1 0 0 0,0 0 0 0 0,-1 0 0 0 0,1 0 0 0 0,-7 0 0 0 0,-4-1 61 0 0,-1 1 1 0 0,1 1 0 0 0,-1 1 0 0 0,-29 3-1 0 0,25 0 23 0 0,1 1-1 0 0,-1 1 1 0 0,1 1-1 0 0,1 1 0 0 0,-1 1 1 0 0,1 1-1 0 0,1 1 0 0 0,0 0 1 0 0,-34 25-1 0 0,12-3 9 0 0,2 2 0 0 0,1 1-1 0 0,-34 42 1 0 0,57-59-29 0 0,1 1 0 0 0,0 0 0 0 0,1 1 0 0 0,2 0 0 0 0,-13 30 0 0 0,19-39-4 0 0,1-1-1 0 0,0 1 1 0 0,0 1-1 0 0,2-1 1 0 0,-1 0-1 0 0,1 1 0 0 0,1-1 1 0 0,0 1-1 0 0,1-1 1 0 0,0 1-1 0 0,1 0 0 0 0,3 21 1 0 0,-2-26 4 0 0,1 0 0 0 0,0 0 0 0 0,0-1 0 0 0,0 1 0 0 0,1 0 0 0 0,0-1-1 0 0,0 0 1 0 0,1 0 0 0 0,0 0 0 0 0,0-1 0 0 0,9 9 0 0 0,-3-6 15 0 0,0 0-1 0 0,0 0 1 0 0,1-1-1 0 0,0-1 1 0 0,24 10-1 0 0,-3-5 56 0 0,0-2-1 0 0,0-1 0 0 0,1-2 0 0 0,42 3 0 0 0,-46-7 72 0 0,1-1 1 0 0,0-2 0 0 0,0 0-1 0 0,-1-3 1 0 0,1 0-1 0 0,-1-2 1 0 0,0-1 0 0 0,0-1-1 0 0,-1-2 1 0 0,48-23-1 0 0,-58 23-28 0 0,-1 0 0 0 0,0-2 0 0 0,-1 0 0 0 0,0-1-1 0 0,-1 0 1 0 0,0-2 0 0 0,-1 0 0 0 0,-1 0 0 0 0,0-1 0 0 0,-2-1-1 0 0,1 0 1 0 0,-2-1 0 0 0,-1-1 0 0 0,0 1 0 0 0,-1-1 0 0 0,10-32 0 0 0,-16 42-74 0 0,0 0 0 0 0,-1 0 0 0 0,0 0 0 0 0,0 0 0 0 0,-1-1 0 0 0,0 1 0 0 0,-1-1 0 0 0,0 1 0 0 0,0-1 0 0 0,-1 1 1 0 0,-1-1-1 0 0,1 1 0 0 0,-1 0 0 0 0,-1 0 0 0 0,0 0 0 0 0,0 0 0 0 0,-1 0 0 0 0,0 0 0 0 0,0 1 0 0 0,-1 0 1 0 0,0 0-1 0 0,-1 0 0 0 0,1 1 0 0 0,-2-1 0 0 0,1 1 0 0 0,-1 1 0 0 0,0-1 0 0 0,0 1 0 0 0,-1 1 0 0 0,0-1 1 0 0,0 1-1 0 0,0 0 0 0 0,0 1 0 0 0,-1 0 0 0 0,-9-3 0 0 0,-8-2-183 0 0,-1 0 0 0 0,1 2-1 0 0,-1 1 1 0 0,-1 1 0 0 0,1 2 0 0 0,-1 0 0 0 0,1 2-1 0 0,-1 1 1 0 0,-44 6 0 0 0,55-6-1055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33.3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51 7201 0 0,'12'-27'-174'0'0,"-10"26"162"0"0,-2 7 33 0 0,-9 49 127 0 0,5-34-199 0 0,2-8 31 0 0,1-1 0 0 0,0 1 0 0 0,0 0 0 0 0,1-1 0 0 0,4 25 0 0 0,-4-36 21 0 0,0-1 1 0 0,1 1-1 0 0,-1 0 1 0 0,1-1-1 0 0,-1 1 1 0 0,1 0-1 0 0,-1-1 1 0 0,1 1 0 0 0,-1 0-1 0 0,1-1 1 0 0,0 1-1 0 0,-1-1 1 0 0,1 1-1 0 0,0-1 1 0 0,-1 0-1 0 0,1 1 1 0 0,0-1-1 0 0,-1 0 1 0 0,1 1-1 0 0,0-1 1 0 0,0 0 0 0 0,0 0-1 0 0,-1 0 1 0 0,1 1-1 0 0,0-1 1 0 0,1 0-1 0 0,24-1 64 0 0,-24 1-59 0 0,48-7 60 0 0,-1-1 0 0 0,0-3 0 0 0,64-22 0 0 0,143-68 260 0 0,-142 54 171 0 0,-105 44-534 0 0,3-2 125 0 0,-35 21-6495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34.7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130 15 4836 0 0,'-22'-3'-304'0'0,"11"4"318"0"0,6-2 150 0 0,9 0 847 0 0,17-3-1001 0 0,0 1 1 0 0,0 1-1 0 0,0 0 0 0 0,1 2 0 0 0,-1 1 1 0 0,0 0-1 0 0,40 9 0 0 0,-60-10-10 0 0,0 1 1 0 0,0-1-1 0 0,0 0 0 0 0,-1 1 1 0 0,1-1-1 0 0,0 1 0 0 0,0-1 1 0 0,0 1-1 0 0,0-1 0 0 0,0 1 0 0 0,0 0 1 0 0,-1-1-1 0 0,1 1 0 0 0,0 0 1 0 0,-1 0-1 0 0,1 0 0 0 0,0 0 0 0 0,-1-1 1 0 0,1 1-1 0 0,-1 0 0 0 0,0 0 1 0 0,1 2-1 0 0,-1 0 0 0 0,-1 0 0 0 0,0 1 0 0 0,0-1 0 0 0,-1 0 0 0 0,1 0 0 0 0,-1 0 0 0 0,1 0 1 0 0,-1 0-1 0 0,0-1 0 0 0,0 1 0 0 0,0-1 0 0 0,-1 1 0 0 0,1-1 0 0 0,0 1 0 0 0,-1-1 0 0 0,0 0 0 0 0,1 0 0 0 0,-1-1 0 0 0,0 1 1 0 0,0 0-1 0 0,-6 1 0 0 0,4 0-1 0 0,-167 77 51 0 0,89-45 135 0 0,81-34-176 0 0,-5 0-21 0 0,4 0 16 0 0,9 0 30 0 0,59 7-12 0 0,4-1-21 0 0,127 29 0 0 0,-177-31 4 0 0,37 12-14 0 0,-53-16 12 0 0,-1 0 0 0 0,1 0 0 0 0,-1 0 0 0 0,1 1-1 0 0,-1-1 1 0 0,0 1 0 0 0,0-1 0 0 0,1 1 0 0 0,-1 0 0 0 0,0 0 0 0 0,-1 0 0 0 0,1 0 0 0 0,0 0 0 0 0,0 0 0 0 0,-1 0 0 0 0,2 3 0 0 0,-3-3 1 0 0,0-1 0 0 0,0 0 0 0 0,0 0 1 0 0,0 0-1 0 0,0 0 0 0 0,0 0 0 0 0,0 0 1 0 0,0 0-1 0 0,-1 1 0 0 0,1-1 0 0 0,0 0 1 0 0,-1 0-1 0 0,1 0 0 0 0,-1 0 1 0 0,1 0-1 0 0,-1 0 0 0 0,0 0 0 0 0,1 0 1 0 0,-1-1-1 0 0,0 1 0 0 0,0 0 0 0 0,1 0 1 0 0,-1 0-1 0 0,0-1 0 0 0,0 1 0 0 0,0-1 1 0 0,0 1-1 0 0,0 0 0 0 0,0-1 0 0 0,-2 1 1 0 0,-33 15 142 0 0,32-15-130 0 0,-41 12 414 0 0,0-2 0 0 0,-1-1 0 0 0,0-3 0 0 0,-1-2 0 0 0,-77-2 0 0 0,121-3-423 0 0,-1 0-156 0 0,3 0-10 0 0,0-1-1 0 0,-1 1 1 0 0,1 0 0 0 0,0 0 0 0 0,0-1-1 0 0,-1 1 1 0 0,1-1 0 0 0,0 1 0 0 0,0-1-1 0 0,0 1 1 0 0,0-1 0 0 0,-1 0 0 0 0,1 1-1 0 0,0-1 1 0 0,0 0 0 0 0,0 0 0 0 0,1 0-1 0 0,-1 0 1 0 0,0 0 0 0 0,0 0 0 0 0,0 0-1 0 0,1 0 1 0 0,-1 0 0 0 0,1 0 0 0 0,-1-1-1 0 0,1 1 1 0 0,-1 0 0 0 0,1 0 0 0 0,-1-1-1 0 0,1 0 1 0 0,-1-11-1973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35.4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690 85 5412 0 0,'-2'-4'2'0'0,"0"-1"0"0"0,0 0 0 0 0,0 0 0 0 0,0 1 0 0 0,-1-1 0 0 0,1 1 0 0 0,-1 0 0 0 0,0 0 0 0 0,-1 0 0 0 0,1 0 0 0 0,-1 1-1 0 0,1-1 1 0 0,-1 1 0 0 0,0 0 0 0 0,-1 0 0 0 0,1 0 0 0 0,0 0 0 0 0,-1 1 0 0 0,1 0 0 0 0,-1 0 0 0 0,0 0 0 0 0,0 1-1 0 0,0-1 1 0 0,0 1 0 0 0,0 0 0 0 0,0 1 0 0 0,0-1 0 0 0,0 1 0 0 0,-10 1 0 0 0,-5 0 43 0 0,0 1 0 0 0,0 1-1 0 0,0 1 1 0 0,1 1 0 0 0,-1 0 0 0 0,1 2 0 0 0,0 0 0 0 0,1 1 0 0 0,0 1-1 0 0,0 0 1 0 0,-24 19 0 0 0,6-2-21 0 0,2 1 0 0 0,0 2 0 0 0,2 2 0 0 0,-33 40 1 0 0,52-55-23 0 0,0 2 0 0 0,1 0 0 0 0,1 0 1 0 0,0 1-1 0 0,2 0 0 0 0,-12 34 0 0 0,16-39-3 0 0,1 0-1 0 0,0 1 0 0 0,2-1 0 0 0,-1 1 0 0 0,2 0 1 0 0,0 0-1 0 0,1 0 0 0 0,0 0 0 0 0,1 0 0 0 0,5 21 1 0 0,-4-25 2 0 0,2 0 0 0 0,-1-1 0 0 0,1 0 0 0 0,1 1 0 0 0,0-2 0 0 0,0 1 0 0 0,1 0 0 0 0,0-1 0 0 0,1 0 0 0 0,0-1 0 0 0,14 15 1 0 0,-8-13 1 0 0,0 1 0 0 0,0-2 1 0 0,1 0-1 0 0,0 0 0 0 0,1-2 1 0 0,0 0-1 0 0,20 7 0 0 0,0-3 61 0 0,2-2 0 0 0,-1-2 0 0 0,1-1-1 0 0,0-1 1 0 0,0-3 0 0 0,50-2 0 0 0,-66 0 31 0 0,1-2 0 0 0,-1-1 1 0 0,0 0-1 0 0,1-2 0 0 0,-2 0 1 0 0,1-2-1 0 0,-1 0 0 0 0,0-1 1 0 0,0-1-1 0 0,-1-1 0 0 0,0 0 1 0 0,-1-2-1 0 0,0 0 0 0 0,0-1 1 0 0,-2-1-1 0 0,0 0 0 0 0,0-1 1 0 0,-2-1-1 0 0,0 0 0 0 0,0-1 1 0 0,-2-1-1 0 0,18-32 0 0 0,-16 24 47 0 0,-1-1-1 0 0,-1 0 1 0 0,-2 0-1 0 0,-1-1 1 0 0,-1-1-1 0 0,7-46 1 0 0,-14 64-64 0 0,0 0 0 0 0,-1 0 0 0 0,0 0 0 0 0,-1 0 1 0 0,0 0-1 0 0,-1 0 0 0 0,0 0 0 0 0,-1 0 1 0 0,-4-11-1 0 0,3 14-43 0 0,1 1 1 0 0,-1 0 0 0 0,0 0-1 0 0,-1 1 1 0 0,1 0 0 0 0,-1-1-1 0 0,-1 1 1 0 0,1 1-1 0 0,-1-1 1 0 0,0 1 0 0 0,0 0-1 0 0,-1 0 1 0 0,1 1 0 0 0,-9-4-1 0 0,-9-4 44 0 0,-2 2 0 0 0,1 0 0 0 0,-1 2 0 0 0,0 1 0 0 0,-1 1 0 0 0,0 1 0 0 0,0 1 0 0 0,-42 0 0 0 0,25 4-724 0 0,-60 7 0 0 0,-36 18-5531 0 0,126-20 3677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38.1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48 5817 0 0,'-1'-1'38'0'0,"1"0"0"0"0,-1 0 1 0 0,1 0-1 0 0,-1 0 1 0 0,1 0-1 0 0,0 0 1 0 0,-1 0-1 0 0,1 0 1 0 0,0 0-1 0 0,0 0 1 0 0,0 0-1 0 0,0 0 1 0 0,0 0-1 0 0,0 0 1 0 0,0 0-1 0 0,0 0 0 0 0,0 0 1 0 0,1 0-1 0 0,-1 0 1 0 0,0 0-1 0 0,1 0 1 0 0,-1 0-1 0 0,1 0 1 0 0,-1 0-1 0 0,1 0 1 0 0,-1 1-1 0 0,1-1 1 0 0,-1 0-1 0 0,2-1 0 0 0,29 1-116 0 0,-5 2 117 0 0,96-1-33 0 0,145 19 0 0 0,-229-15-23 0 0,48-2 0 0 0,-68-2 17 0 0,173 8 23 0 0,-139-3-15 0 0,-32-2-2 0 0,1-2 0 0 0,-1 1-1 0 0,1-2 1 0 0,31-4 0 0 0,22 2 9 0 0,-25 2-11 0 0,100 1-17 0 0,-65 2 40 0 0,314-16 10 0 0,-341 9-12 0 0,418-17-49 0 0,101 6-17 0 0,-266 9 39 0 0,-240 5 1 0 0,186 7 18 0 0,30 4-59 0 0,-19-1 30 0 0,25 7-8 0 0,107-8 15 0 0,-238-9-12 0 0,-67 1-11 0 0,335-11 260 0 0,-333 9 40 0 0,-98 2-452 0 0,0 0 1 0 0,0-1 0 0 0,0 0 0 0 0,0 1 0 0 0,0-1-1 0 0,0 0 1 0 0,1 0 0 0 0,-1 0 0 0 0,0 0 0 0 0,0 0-1 0 0,1-1 1 0 0,-3-1 0 0 0,-2-2-514 0 0,-16-6-1821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39.2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39 105 5729 0 0,'0'-101'880'0'0,"0"103"-880"0"0,-1 0 0 0 0,0-1 1 0 0,0 1-1 0 0,-1 0 0 0 0,1-1 1 0 0,0 1-1 0 0,0-1 0 0 0,-1 1 1 0 0,1-1-1 0 0,-1 1 1 0 0,-2 0-1 0 0,2 0 0 0 0,0 2-2 0 0,-1-1 0 0 0,1 1 1 0 0,0 0-1 0 0,0 0 0 0 0,1 0 0 0 0,-1 0 1 0 0,1 0-1 0 0,0 0 0 0 0,0 0 1 0 0,0 0-1 0 0,0 0 0 0 0,1 1 1 0 0,0-1-1 0 0,0 0 0 0 0,0 0 1 0 0,0 1-1 0 0,1-1 0 0 0,-1 0 0 0 0,1 0 1 0 0,0 1-1 0 0,0-1 0 0 0,1 0 1 0 0,-1 0-1 0 0,5 6 0 0 0,-2-2-1 0 0,0 0 0 0 0,1-1-1 0 0,0 0 1 0 0,0 0-1 0 0,1-1 1 0 0,0 1 0 0 0,0-1-1 0 0,0 0 1 0 0,1-1 0 0 0,0 0-1 0 0,8 5 1 0 0,1-1 21 0 0,1-1 0 0 0,0 0 0 0 0,1-2 1 0 0,-1 0-1 0 0,1-1 0 0 0,1 0 0 0 0,-1-2 0 0 0,0 0 1 0 0,1-1-1 0 0,22-1 0 0 0,-34-1-10 0 0,-1 0-1 0 0,1-1 1 0 0,-1 0-1 0 0,1 0 1 0 0,-1 0 0 0 0,1-1-1 0 0,-1 0 1 0 0,0 0 0 0 0,0 0-1 0 0,0-1 1 0 0,0 0-1 0 0,0 0 1 0 0,-1-1 0 0 0,1 1-1 0 0,-1-1 1 0 0,0 0 0 0 0,0-1-1 0 0,-1 1 1 0 0,1-1-1 0 0,-1 0 1 0 0,0 0 0 0 0,0-1-1 0 0,-1 1 1 0 0,1-1 0 0 0,-1 0-1 0 0,0 1 1 0 0,-1-1-1 0 0,1-1 1 0 0,-1 1 0 0 0,-1 0-1 0 0,3-13 1 0 0,1-12 705 0 0,1-58 0 0 0,-6 88-664 0 0,1-12 26 0 0,0 7-111 0 0,-1 9-131 0 0,0 50 111 0 0,2-1-1 0 0,13 83 1 0 0,1-1 73 0 0,-13-45-29 0 0,-6-81-182 0 0,-13-31-5913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40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751 91 4780 0 0,'-5'-6'-65'0'0,"-1"1"-1"0"0,1 0 0 0 0,-1-1 1 0 0,0 2-1 0 0,0-1 0 0 0,0 1 0 0 0,-1 0 1 0 0,1 0-1 0 0,-1 1 0 0 0,-14-5 1 0 0,-76-18 366 0 0,83 22-291 0 0,-3 1 13 0 0,-1 1-1 0 0,1 1 0 0 0,-1 0 1 0 0,1 1-1 0 0,-1 1 1 0 0,1 1-1 0 0,0 0 1 0 0,0 1-1 0 0,0 1 1 0 0,0 1-1 0 0,0 0 1 0 0,1 1-1 0 0,0 1 0 0 0,0 0 1 0 0,0 1-1 0 0,1 1 1 0 0,1 1-1 0 0,-1 0 1 0 0,1 0-1 0 0,-22 24 1 0 0,16-14-30 0 0,1 0 1 0 0,1 2 0 0 0,1 0 0 0 0,1 1-1 0 0,1 0 1 0 0,1 1 0 0 0,1 1-1 0 0,1 0 1 0 0,1 1 0 0 0,1 0 0 0 0,2 1-1 0 0,-8 38 1 0 0,14-53 5 0 0,1 0 0 0 0,0 0 1 0 0,1 0-1 0 0,0 0 0 0 0,0 0 0 0 0,2 0 0 0 0,-1 0 0 0 0,2 0 0 0 0,-1-1 0 0 0,2 1 1 0 0,-1-1-1 0 0,2 1 0 0 0,8 15 0 0 0,-5-13 0 0 0,1 0 0 0 0,1 0-1 0 0,1-1 1 0 0,-1-1 0 0 0,2 0 0 0 0,0 0 0 0 0,0-1 0 0 0,27 18-1 0 0,-8-11 44 0 0,1-1-1 0 0,0-1 0 0 0,1-1 0 0 0,1-2 1 0 0,0-2-1 0 0,1-1 0 0 0,0-2 1 0 0,49 6-1 0 0,-32-8 97 0 0,1-3 0 0 0,1-2 0 0 0,-1-2 0 0 0,76-12-1 0 0,-98 7-5 0 0,0 0-1 0 0,-1-2 1 0 0,1-2-1 0 0,-2 0 0 0 0,0-2 1 0 0,0-1-1 0 0,-1-2 1 0 0,47-31-1 0 0,-61 34-49 0 0,0 1 0 0 0,-1-1 0 0 0,0-1 1 0 0,-1-1-1 0 0,-1 1 0 0 0,0-2 0 0 0,-1 1 0 0 0,0-2 0 0 0,-1 1 0 0 0,-1-1 0 0 0,-1-1 1 0 0,0 1-1 0 0,-1-1 0 0 0,-1 0 0 0 0,0-1 0 0 0,3-25 0 0 0,-7 30-17 0 0,0 0 1 0 0,0-1-1 0 0,-1 1 0 0 0,-1-1 0 0 0,-1 1 1 0 0,1 0-1 0 0,-2-1 0 0 0,0 1 0 0 0,-1 0 0 0 0,0 0 1 0 0,-1 1-1 0 0,0 0 0 0 0,-1-1 0 0 0,0 2 1 0 0,-1-1-1 0 0,0 1 0 0 0,-1 0 0 0 0,-1 0 0 0 0,1 1 1 0 0,-2 0-1 0 0,1 1 0 0 0,-15-12 0 0 0,2 7-15 0 0,1 1-1 0 0,-2 0 0 0 0,0 2 1 0 0,0 0-1 0 0,-1 2 1 0 0,0 0-1 0 0,-50-9 0 0 0,15 7-88 0 0,-1 3 0 0 0,-76 0 0 0 0,-13 11-928 0 0,50 5-3678 0 0,75-5 1959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52.9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0 637 5320 0 0,'2'-1'2027'0'0,"13"-13"-2015"0"0,24-18 81 0 0,1 1 0 0 0,2 2 0 0 0,49-26 0 0 0,141-61-5 0 0,-137 71-68 0 0,11-5-20 0 0,2 5 0 0 0,2 4-1 0 0,1 6 1 0 0,166-32-1 0 0,-51 33 1 0 0,1 9 0 0 0,383 8 0 0 0,-491 24-1 0 0,177 33-1 0 0,109 49 27 0 0,-403-88-25 0 0,47 10 5 0 0,915 260 44 0 0,-781-203-30 0 0,290 153 0 0 0,427 310-65 0 0,-343-226 3 0 0,-457-252 31 0 0,163 79-8 0 0,86 47-7 0 0,280 170-33 0 0,99-5-6 0 0,398 69 22 0 0,-163-131 29 0 0,-232-111 63 0 0,-135-36-11 0 0,786 127-49 0 0,-677-158-16 0 0,-263-37 12 0 0,227 31-12 0 0,-592-88 28 0 0,731 76-1 0 0,-133-32-47 0 0,-228-16 27 0 0,317 36-23 0 0,76 50-12 0 0,-625-85 46 0 0,423 60-20 0 0,-461-87 25 0 0,214-13 0 0 0,175-41-17 0 0,-548 40 21 0 0,85-9-3 0 0,-1-6 1 0 0,0-4-1 0 0,170-58 0 0 0,152-105 23 0 0,-238 97-10 0 0,-107 53-36 0 0,160-80 17 0 0,-12 0 26 0 0,-203 101 10 0 0,37-20 233 0 0,100-69 1 0 0,-126 74 192 0 0,57-55 0 0 0,-81 69-404 0 0,-1 0-1 0 0,0-1 1 0 0,12-24 0 0 0,27-43-15 0 0,-42 72-29 0 0,-1 0 0 0 0,0-1 0 0 0,-1 0 0 0 0,7-19 0 0 0,6-9 23 0 0,-14 29-27 0 0,0 0 1 0 0,-1 0-1 0 0,0 0 1 0 0,0 0 0 0 0,-1 0-1 0 0,-1 0 1 0 0,1-13 0 0 0,9-40 13 0 0,-11 60-6 0 0,-1-10 0 0 0,2 10-7 0 0,2-10-5 0 0,-3 11-4 0 0,0-9-79 0 0,-2 4 63 0 0,1 5 4 0 0,-22 5-77 0 0,0 0 72 0 0,0 1 0 0 0,0 2 0 0 0,-30 10 0 0 0,-15 4 15 0 0,-39 8-4 0 0,-67 13 72 0 0,172-41-13 0 0,-8 4-50 0 0,10-4 21 0 0,0 0 0 0 0,0 0 0 0 0,0-1-1 0 0,0 1 1 0 0,0 0 0 0 0,0 0 0 0 0,0 0-1 0 0,0 0 1 0 0,0 0 0 0 0,0 0 0 0 0,0 0-1 0 0,0 0 1 0 0,0 0 0 0 0,0-1-1 0 0,0 1 1 0 0,0 0 0 0 0,0 0 0 0 0,0 0-1 0 0,0 0 1 0 0,0 0 0 0 0,0 0 0 0 0,-1 0-1 0 0,1 0 1 0 0,0 0 0 0 0,0 0 0 0 0,21-12-9 0 0,0 1 0 0 0,1 2 0 0 0,0 0 1 0 0,1 1-1 0 0,-1 1 0 0 0,25-3 0 0 0,67-22 16 0 0,-55 18-80 0 0,-56 13 31 0 0,43-2-335 0 0,-25 21 307 0 0,-1 0 0 0 0,-1 2 0 0 0,28 35 0 0 0,17 18 6 0 0,-39-44 31 0 0,28 27 50 0 0,-52-55-29 0 0,0 0 2 0 0,1 1-37 0 0,0-1 0 0 0,-1 0 1 0 0,1 1-1 0 0,-1-1 0 0 0,0 1 0 0 0,1 0 1 0 0,-1-1-1 0 0,0 1 0 0 0,0 0 0 0 0,0 0 1 0 0,0 0-1 0 0,-1 0 0 0 0,2 3 0 0 0,-2-5-67 0 0,0 1 0 0 0,0-1 0 0 0,0 1 0 0 0,0-1 0 0 0,-1 1 0 0 0,1-1 1 0 0,0 1-1 0 0,0-1 0 0 0,0 0 0 0 0,-1 1 0 0 0,1-1 0 0 0,0 1 0 0 0,0-1 0 0 0,-1 0 0 0 0,1 1 0 0 0,0-1 0 0 0,-1 1 0 0 0,1-1 0 0 0,0 0 0 0 0,-1 0 0 0 0,1 1 0 0 0,-1-1 0 0 0,1 0 0 0 0,-1 0 0 0 0,1 1 0 0 0,0-1 0 0 0,-1 0 0 0 0,1 0 0 0 0,-1 0 0 0 0,1 0 0 0 0,-1 0 0 0 0,1 0 0 0 0,-1 0 0 0 0,1 0 0 0 0,-1 0 0 0 0,1 0 0 0 0,-1 0 0 0 0,1 0 0 0 0,-1 0 0 0 0,1 0 0 0 0,-1 0 0 0 0,1 0 0 0 0,0-1 0 0 0,-1 1 0 0 0,1 0 0 0 0,-2-1 0 0 0,-18-3-1669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55.5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379 8 3552 0 0,'9'-7'2051'0'0,"-12"6"-871"0"0,-28 11-603 0 0,-48 27-720 0 0,50-19 172 0 0,-99 69 77 0 0,114-76-103 0 0,0 1 0 0 0,0 1-1 0 0,1 0 1 0 0,1 1 0 0 0,0 0 0 0 0,-12 19-1 0 0,22-30-5 0 0,1 0 0 0 0,-1-1 0 0 0,0 1 0 0 0,1 0 0 0 0,0 0 0 0 0,0 0 0 0 0,0 0 0 0 0,0 0 0 0 0,0 1 0 0 0,0-1 0 0 0,1 0 0 0 0,-1 0 0 0 0,1 0 0 0 0,0 1 0 0 0,0-1 0 0 0,0 0 1 0 0,1 0-1 0 0,-1 1 0 0 0,1-1 0 0 0,0 0 0 0 0,2 6 0 0 0,-1-5 2 0 0,1 0 0 0 0,0 0 1 0 0,0 0-1 0 0,0-1 1 0 0,1 1-1 0 0,-1-1 1 0 0,1 0-1 0 0,0 0 1 0 0,0 0-1 0 0,0 0 0 0 0,0 0 1 0 0,0-1-1 0 0,5 2 1 0 0,12 4 10 0 0,0 0 0 0 0,1-2 1 0 0,0 0-1 0 0,0-1 0 0 0,23 1 0 0 0,-25-4 47 0 0,0 0 0 0 0,39-2 0 0 0,-55 0-20 0 0,0-1 0 0 0,0 1 0 0 0,1-1 0 0 0,-1 0 0 0 0,0 0 0 0 0,0 0 0 0 0,0 0 1 0 0,0-1-1 0 0,0 0 0 0 0,0 1 0 0 0,-1-2 0 0 0,1 1 0 0 0,-1 0 0 0 0,1-1 0 0 0,-1 1 0 0 0,0-1 0 0 0,0 0 0 0 0,0 0 1 0 0,0 0-1 0 0,3-5 0 0 0,-5 5-19 0 0,0 1 0 0 0,-1 0 1 0 0,1-1-1 0 0,-1 1 0 0 0,0-1 0 0 0,1 1 1 0 0,-1-1-1 0 0,0 1 0 0 0,0-1 0 0 0,-1 1 1 0 0,1 0-1 0 0,0-1 0 0 0,-1 1 1 0 0,0-1-1 0 0,1 1 0 0 0,-1 0 0 0 0,0-1 1 0 0,0 1-1 0 0,0 0 0 0 0,-1 0 1 0 0,1 0-1 0 0,0 0 0 0 0,-1 0 0 0 0,0 0 1 0 0,-2-3-1 0 0,-3-3 23 0 0,-1 1 0 0 0,1-1 1 0 0,-1 1-1 0 0,-15-9 0 0 0,3 5-126 0 0,-1 2 0 0 0,0 0 0 0 0,-1 1 0 0 0,0 1 0 0 0,0 1-1 0 0,-45-6 1 0 0,59 10-144 0 0,-8-5-3559 0 0,16-1 1267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56.2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899 127 5961 0 0,'-4'-6'-57'0'0,"0"0"1"0"0,0 1-1 0 0,-1 0 1 0 0,0 0 0 0 0,0 0-1 0 0,-1 1 1 0 0,1 0-1 0 0,-1 0 1 0 0,0 0 0 0 0,0 0-1 0 0,0 1 1 0 0,-1 0-1 0 0,1 1 1 0 0,-12-4 0 0 0,-3 0 34 0 0,0 1 1 0 0,0 1-1 0 0,-34-2 0 0 0,31 6 31 0 0,1 1-1 0 0,-1 1 0 0 0,0 2 1 0 0,1 0-1 0 0,-1 1 0 0 0,1 1 0 0 0,1 2 1 0 0,-1 0-1 0 0,1 1 0 0 0,1 1 0 0 0,-34 22 1 0 0,14-6-3 0 0,2 2 1 0 0,1 1-1 0 0,1 3 1 0 0,-58 63-1 0 0,79-78-8 0 0,2 1 0 0 0,0 0 0 0 0,2 1 0 0 0,0 1 0 0 0,1 0 0 0 0,0 0 0 0 0,2 1 0 0 0,1 0 0 0 0,-7 24 0 0 0,13-36 0 0 0,0 0 0 0 0,1 0-1 0 0,-1 0 1 0 0,2 0 0 0 0,-1 1-1 0 0,1-1 1 0 0,1 0 0 0 0,0 1 0 0 0,0-1-1 0 0,1 0 1 0 0,0 0 0 0 0,0 0 0 0 0,1 0-1 0 0,0 0 1 0 0,1-1 0 0 0,0 1-1 0 0,0-1 1 0 0,1 0 0 0 0,0 0 0 0 0,0-1-1 0 0,1 1 1 0 0,0-1 0 0 0,0 0-1 0 0,12 9 1 0 0,0-2 16 0 0,1-2 0 0 0,0 0 0 0 0,1 0 1 0 0,0-2-1 0 0,0-1 0 0 0,1 0 0 0 0,1-2 0 0 0,-1 0 0 0 0,1-1 0 0 0,36 4 0 0 0,23-1 113 0 0,129-3 0 0 0,-193-6-108 0 0,24 1 99 0 0,1-3 0 0 0,-1-2 1 0 0,0-1-1 0 0,0-2 1 0 0,0-2-1 0 0,52-19 1 0 0,-75 21-55 0 0,0 0-1 0 0,-1-2 1 0 0,0 0 0 0 0,-1 0 0 0 0,0-2 0 0 0,0 0-1 0 0,-1-1 1 0 0,0 0 0 0 0,-1-1 0 0 0,-1-1-1 0 0,0 0 1 0 0,-1-1 0 0 0,-1-1 0 0 0,0 1-1 0 0,-1-2 1 0 0,8-17 0 0 0,-10 17 0 0 0,-1-1-1 0 0,-1 1 1 0 0,0-1-1 0 0,-1-1 1 0 0,-1 1-1 0 0,-1 0 1 0 0,-1-1-1 0 0,-1 0 1 0 0,0 0-1 0 0,-1 0 1 0 0,-1 1 0 0 0,-1-1-1 0 0,0 0 1 0 0,-7-20-1 0 0,4 23-19 0 0,0 0-1 0 0,-1 0 1 0 0,-1 1 0 0 0,-1 0-1 0 0,0 0 1 0 0,-1 1-1 0 0,0 0 1 0 0,-2 0-1 0 0,1 1 1 0 0,-1 0 0 0 0,-1 1-1 0 0,0 1 1 0 0,-1 0-1 0 0,0 0 1 0 0,-1 2 0 0 0,-15-10-1 0 0,-3 3-36 0 0,-1 2 0 0 0,0 0 0 0 0,-1 3 0 0 0,0 0 1 0 0,-1 3-1 0 0,0 0 0 0 0,0 3 0 0 0,-1 1 0 0 0,1 1 0 0 0,-1 2 0 0 0,0 2 0 0 0,0 1 0 0 0,1 1 0 0 0,-59 14 0 0 0,45-2-430 0 0,47-14 113 0 0,-1 0 0 0 0,0 0 0 0 0,1 0 0 0 0,-1 1 0 0 0,0-1 0 0 0,1 1 1 0 0,0-1-1 0 0,-1 1 0 0 0,1 0 0 0 0,0 0 0 0 0,0 0 0 0 0,0 0 0 0 0,0 0 0 0 0,-3 4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57.5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0 176 5861 0 0,'4'-9'333'0'0,"-1"-1"1"0"0,0 0-1 0 0,-1 0 1 0 0,0 0 0 0 0,-1 0-1 0 0,1-16 1 0 0,-2 25 247 0 0,3 26-665 0 0,-1 16 55 0 0,2-1-1 0 0,1 1 0 0 0,3-1 1 0 0,1 0-1 0 0,2-1 0 0 0,31 75 0 0 0,-23-68 563 0 0,-20-38 493 0 0,-12-25-619 0 0,0-4-356 0 0,1 0-1 0 0,1-1 1 0 0,1-1 0 0 0,1 0-1 0 0,2 0 1 0 0,0-1 0 0 0,1 1-1 0 0,1-1 1 0 0,1-1 0 0 0,2 1-1 0 0,0 0 1 0 0,1-1 0 0 0,6-48-1 0 0,-4 65-94 0 0,1 0-1 0 0,0 0 1 0 0,1 0 0 0 0,-1 0-1 0 0,2 1 1 0 0,-1-1-1 0 0,1 1 1 0 0,0-1-1 0 0,0 1 1 0 0,10-11-1 0 0,-11 15 19 0 0,1-1-1 0 0,-1 1 1 0 0,1 0 0 0 0,0 0-1 0 0,0 0 1 0 0,0 1-1 0 0,0-1 1 0 0,0 1-1 0 0,1 0 1 0 0,-1 0-1 0 0,1 1 1 0 0,-1-1-1 0 0,1 1 1 0 0,-1 0-1 0 0,1 0 1 0 0,0 1-1 0 0,0-1 1 0 0,0 1 0 0 0,-1 0-1 0 0,9 1 1 0 0,6 3-8 0 0,0 0 0 0 0,-1 2 1 0 0,1 0-1 0 0,-1 1 0 0 0,-1 0 1 0 0,1 2-1 0 0,-1 0 1 0 0,-1 1-1 0 0,1 0 0 0 0,17 17 1 0 0,6 6-61 0 0,-1 2 1 0 0,55 67 0 0 0,-84-92 61 0 0,-1 1 0 0 0,-1 1-1 0 0,0 0 1 0 0,-1 0 0 0 0,0 0-1 0 0,8 21 1 0 0,-14-29 27 0 0,0-1-1 0 0,0 0 1 0 0,0 1 0 0 0,0-1-1 0 0,0 1 1 0 0,-1-1 0 0 0,0 0-1 0 0,0 1 1 0 0,0-1 0 0 0,0 1-1 0 0,0-1 1 0 0,-1 1 0 0 0,0-1-1 0 0,1 0 1 0 0,-1 1 0 0 0,0-1-1 0 0,-1 0 1 0 0,1 1 0 0 0,-1-1-1 0 0,1 0 1 0 0,-1 0 0 0 0,0 0-1 0 0,0-1 1 0 0,0 1 0 0 0,0 0-1 0 0,-1-1 1 0 0,1 1 0 0 0,-1-1-1 0 0,0 0 1 0 0,1 0 0 0 0,-5 2 0 0 0,-8 4 0 0 0,1 0 1 0 0,-2-2 0 0 0,1 0-1 0 0,-1 0 1 0 0,0-2 0 0 0,0 0 0 0 0,-21 3-1 0 0,-119 5 55 0 0,151-11-46 0 0,-42 1 407 0 0,-81-6-1 0 0,124 4-365 0 0,0-1-66 0 0,4 1 5 0 0,-1 0 0 0 0,1 0 0 0 0,-1 0 0 0 0,1 0 0 0 0,0 1 0 0 0,-1-1 0 0 0,1 0 0 0 0,-1 0 0 0 0,1 0 0 0 0,0 0 0 0 0,-1 0 0 0 0,1-1 0 0 0,0 1-1 0 0,-1 0 1 0 0,1 0 0 0 0,-1 0 0 0 0,1 0 0 0 0,0 0 0 0 0,-1 0 0 0 0,1-1 0 0 0,0 1 0 0 0,-1 0 0 0 0,1 0 0 0 0,0-1 0 0 0,-1 1 0 0 0,1 0 0 0 0,0 0 0 0 0,-1-1 0 0 0,1 1 0 0 0,0 0-1 0 0,0-1 1 0 0,0 1 0 0 0,-1 0 0 0 0,1-1 0 0 0,0 0 0 0 0,6-6-759 0 0,1-1 1 0 0,0 1-1 0 0,1 0 0 0 0,-1 1 1 0 0,15-10-1 0 0,3 2-2077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58.2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73 6501 0 0,'0'0'-190'0'0,"0"0"-72"0"0,-5-5 768 0 0,-1 3-429 0 0,2 1-68 0 0,7 1 58 0 0,17 6-73 0 0,0 1 0 0 0,-1 1 1 0 0,0 0-1 0 0,0 2 0 0 0,-1 0 0 0 0,0 1 1 0 0,20 16-1 0 0,13 14 15 0 0,49 52 1 0 0,-87-80 14 0 0,-1 0-1 0 0,0 1 1 0 0,-1 0 0 0 0,-1 1 0 0 0,14 25 0 0 0,-24-40-20 0 0,0 1-1 0 0,0 0 1 0 0,-1-1 0 0 0,1 1-1 0 0,0 0 1 0 0,0-1 0 0 0,0 1-1 0 0,0-1 1 0 0,-1 1-1 0 0,1-1 1 0 0,0 1 0 0 0,-1 0-1 0 0,1-1 1 0 0,0 1 0 0 0,-1-1-1 0 0,1 1 1 0 0,-1-1 0 0 0,1 0-1 0 0,-1 1 1 0 0,1-1 0 0 0,-1 1-1 0 0,1-1 1 0 0,-1 0 0 0 0,1 1-1 0 0,-1-1 1 0 0,1 0 0 0 0,-1 0-1 0 0,0 0 1 0 0,1 1 0 0 0,-1-1-1 0 0,0 0 1 0 0,0 0-1 0 0,-24 7 47 0 0,24-7-39 0 0,-13 2 88 0 0,1 0-1 0 0,0-1 0 0 0,-1-1 0 0 0,1 0 0 0 0,0-1 1 0 0,-1 0-1 0 0,1-1 0 0 0,0 0 0 0 0,0-1 0 0 0,0-1 1 0 0,0 0-1 0 0,1-1 0 0 0,0 0 0 0 0,0-1 0 0 0,0 0 1 0 0,-11-8-1 0 0,20 11-75 0 0,0 1 1 0 0,1-1-1 0 0,-1 0 1 0 0,1 0-1 0 0,0 1 1 0 0,0-2-1 0 0,0 1 1 0 0,0 0-1 0 0,0 0 1 0 0,0-1-1 0 0,1 1 1 0 0,0 0-1 0 0,0-1 1 0 0,0 0-1 0 0,0 1 1 0 0,0-1-1 0 0,1 0 1 0 0,-1 1-1 0 0,1-1 1 0 0,0 0-1 0 0,0 1 1 0 0,1-1-1 0 0,-1 0 1 0 0,1 0-1 0 0,0 1 1 0 0,0-1-1 0 0,0 1 1 0 0,0-1-1 0 0,0 1 1 0 0,1-1-1 0 0,0 1 1 0 0,-1 0-1 0 0,6-6 1 0 0,4-8-31 0 0,1 1 1 0 0,0 1-1 0 0,1 0 0 0 0,28-25 1 0 0,-24 27-11 0 0,0 0 1 0 0,0 0-1 0 0,1 2 1 0 0,0 0-1 0 0,39-15 1 0 0,102-25-353 0 0,-152 49 620 0 0,17-2-1534 0 0,-24 4 1188 0 0,0 1 0 0 0,0 0 0 0 0,0-1 1 0 0,0 1-1 0 0,0 0 0 0 0,0 0 0 0 0,0-1 0 0 0,0 1 1 0 0,0 0-1 0 0,0-1 0 0 0,0 1 0 0 0,0 0 0 0 0,-1-1 0 0 0,1 1 1 0 0,0 0-1 0 0,0-1 0 0 0,-1 1 0 0 0,1 0 0 0 0,-1-1 1 0 0,1 1-1 0 0,0-1 0 0 0,-1 1 0 0 0,1-1 0 0 0,-1 1 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58.9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304 33 5112 0 0,'0'0'54'0'0,"-11"-23"2701"0"0,0 20-2722 0 0,0 1 0 0 0,-1 0 0 0 0,0 0 0 0 0,1 2 0 0 0,-1-1 1 0 0,0 2-1 0 0,1-1 0 0 0,-1 2 0 0 0,0-1 0 0 0,1 2 0 0 0,0-1 0 0 0,-1 2 0 0 0,1-1 1 0 0,0 2-1 0 0,1-1 0 0 0,-1 1 0 0 0,1 1 0 0 0,0 0 0 0 0,0 0 0 0 0,1 1 1 0 0,0 1-1 0 0,-13 12 0 0 0,20-18-37 0 0,-1 0 0 0 0,1 0 0 0 0,-1 1 0 0 0,1-1 0 0 0,0 1 0 0 0,0-1 0 0 0,0 1 0 0 0,0 0 0 0 0,1 0 1 0 0,-1 0-1 0 0,1 0 0 0 0,0 0 0 0 0,0 0 0 0 0,0 1 0 0 0,0-1 0 0 0,0 0 0 0 0,1 0 0 0 0,-1 1 0 0 0,1-1 0 0 0,0 0 0 0 0,0 1 0 0 0,0-1 1 0 0,1 0-1 0 0,-1 1 0 0 0,1-1 0 0 0,0 0 0 0 0,0 1 0 0 0,0-1 0 0 0,0 0 0 0 0,3 5 0 0 0,0-3 3 0 0,-1-1-1 0 0,1 0 1 0 0,0 1-1 0 0,0-2 0 0 0,0 1 1 0 0,1 0-1 0 0,-1-1 1 0 0,1 0-1 0 0,0 0 1 0 0,0 0-1 0 0,0-1 1 0 0,0 0-1 0 0,1 0 1 0 0,-1 0-1 0 0,1 0 1 0 0,-1-1-1 0 0,10 1 0 0 0,-7-1 5 0 0,0 0-1 0 0,0-1 0 0 0,0 0 1 0 0,0 0-1 0 0,0-1 1 0 0,0 0-1 0 0,0-1 0 0 0,0 1 1 0 0,0-2-1 0 0,-1 1 0 0 0,1-1 1 0 0,-1 0-1 0 0,1-1 0 0 0,-1 1 1 0 0,0-1-1 0 0,0-1 0 0 0,-1 1 1 0 0,8-8-1 0 0,-2 0 91 0 0,0 0-1 0 0,0-1 1 0 0,-2-1 0 0 0,1 0-1 0 0,-2 0 1 0 0,0-1 0 0 0,10-22 0 0 0,1-9 831 0 0,-19 45-976 0 0,-2 6-302 0 0,-1 7 330 0 0,0-1 0 0 0,1 1 0 0 0,0 0-1 0 0,1 0 1 0 0,0-1 0 0 0,1 1 0 0 0,1 0-1 0 0,5 22 1 0 0,-6-28-38 0 0,0 0 0 0 0,1-1 0 0 0,0 1 0 0 0,0-1 0 0 0,0 1 0 0 0,1-1 0 0 0,0 0 0 0 0,0 0 0 0 0,0 0 0 0 0,1-1 0 0 0,-1 1 0 0 0,1-1 0 0 0,0 0 0 0 0,0 0 1 0 0,1 0-1 0 0,-1 0 0 0 0,1-1 0 0 0,0 0 0 0 0,0 0 0 0 0,0 0 0 0 0,8 3 0 0 0,-12-6-123 0 0,16 3-341 0 0,0-4-2669 0 0,10-3 700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0:59.8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399 63 6097 0 0,'-1'-2'-9'0'0,"1"-1"1"0"0,-1 0 0 0 0,1 1 0 0 0,-1-1 0 0 0,0 0-1 0 0,0 1 1 0 0,0-1 0 0 0,0 1 0 0 0,-1-1 0 0 0,1 1-1 0 0,-1 0 1 0 0,1 0 0 0 0,-1-1 0 0 0,0 1 0 0 0,0 0-1 0 0,0 1 1 0 0,0-1 0 0 0,0 0 0 0 0,0 0 0 0 0,-1 1 0 0 0,1 0-1 0 0,0-1 1 0 0,-1 1 0 0 0,1 0 0 0 0,-1 0 0 0 0,1 0-1 0 0,-1 0 1 0 0,0 1 0 0 0,1-1 0 0 0,-6 0 0 0 0,-5-1 77 0 0,0 0 1 0 0,0 1-1 0 0,0 0 1 0 0,-23 3 0 0 0,12 0-19 0 0,0 2 1 0 0,0 0-1 0 0,-36 12 1 0 0,50-13-46 0 0,0 1 0 0 0,1 0 0 0 0,0 0 0 0 0,0 1 0 0 0,0 0 0 0 0,1 1 0 0 0,-1 0 0 0 0,1 0 0 0 0,0 1 0 0 0,-11 13 0 0 0,18-19-5 0 0,0 0 0 0 0,0 0 0 0 0,0 0 0 0 0,0 1 0 0 0,0-1 0 0 0,0 0 1 0 0,1 1-1 0 0,-1-1 0 0 0,0 1 0 0 0,1-1 0 0 0,0 1 0 0 0,-1-1 0 0 0,1 1 1 0 0,0-1-1 0 0,-1 1 0 0 0,1-1 0 0 0,0 1 0 0 0,0-1 0 0 0,1 1 0 0 0,-1-1 1 0 0,0 1-1 0 0,0-1 0 0 0,1 1 0 0 0,-1-1 0 0 0,2 3 0 0 0,-1-1 3 0 0,1 0 0 0 0,0 0 0 0 0,1-1 0 0 0,-1 1-1 0 0,0-1 1 0 0,1 1 0 0 0,-1-1 0 0 0,1 0 0 0 0,0 0 0 0 0,0 0 0 0 0,3 2-1 0 0,8 2-4 0 0,0 0 0 0 0,0 0 0 0 0,0-1 0 0 0,19 3 0 0 0,0-1-82 0 0,-1-1 0 0 0,56 1 1 0 0,-77-6 56 0 0,0-1 1 0 0,0-1-1 0 0,0 0 0 0 0,0-1 1 0 0,-1 0-1 0 0,1 0 0 0 0,0-1 1 0 0,-1 0-1 0 0,0-1 1 0 0,0-1-1 0 0,0 1 0 0 0,10-8 1 0 0,-18 11 31 0 0,0 0 0 0 0,-1 0 0 0 0,1-1 0 0 0,0 1 0 0 0,-1-1 0 0 0,1 1 0 0 0,-1-1 1 0 0,1 0-1 0 0,-1 0 0 0 0,0 1 0 0 0,1-1 0 0 0,-1 0 0 0 0,0 0 0 0 0,0 0 0 0 0,-1-1 0 0 0,1 1 0 0 0,0 0 0 0 0,-1 0 0 0 0,1 0 0 0 0,-1 0 1 0 0,0-1-1 0 0,0 1 0 0 0,0 0 0 0 0,0 0 0 0 0,0-1 0 0 0,0 1 0 0 0,0 0 0 0 0,-1 0 0 0 0,0-3 0 0 0,-2-2 104 0 0,0 0 1 0 0,0-1-1 0 0,-1 1 0 0 0,0 0 0 0 0,0 1 0 0 0,-7-8 0 0 0,10 12-68 0 0,-2-7 24 0 0,3 8-66 0 0,0 1 1 0 0,0 0-1 0 0,0 0 1 0 0,0 0-1 0 0,0 0 1 0 0,0 0-1 0 0,0-1 1 0 0,0 1-1 0 0,0 0 1 0 0,0 0-1 0 0,0 0 1 0 0,0 0-1 0 0,0-1 1 0 0,0 1-1 0 0,0 0 1 0 0,0 0-1 0 0,-1 0 1 0 0,1 0-1 0 0,0 0 1 0 0,0-1-1 0 0,0 1 1 0 0,0 0-1 0 0,0 0 1 0 0,0 0-1 0 0,0 0 1 0 0,0 0-1 0 0,0 0 1 0 0,-1 0-1 0 0,1-1 1 0 0,0 1-1 0 0,0 0 1 0 0,0 0-1 0 0,0 0 1 0 0,0 0-1 0 0,0 0 1 0 0,-1 0-1 0 0,1 0 1 0 0,0 0-1 0 0,0 0 1 0 0,0 0-1 0 0,0 0 1 0 0,-1 0-1 0 0,1 0 1 0 0,0 0-1 0 0,0 0 1 0 0,0 0-1 0 0,0 0 1 0 0,0 0-1 0 0,-1 0 1 0 0,1 0-1 0 0,0 0 1 0 0,0 0 0 0 0,0 0-1 0 0,0 0 1 0 0,0 0-1 0 0,-1 0 1 0 0,1 0-1 0 0,0 0 1 0 0,0 1-1 0 0,0-1 1 0 0,0 0-1 0 0,0 0 1 0 0,0 0-1 0 0,-1 0 1 0 0,1 0-1 0 0,0 1 1 0 0,-3 9-1 0 0,1 0 1 0 0,0 1-1 0 0,0-1 1 0 0,1 1-1 0 0,1-1 1 0 0,0 1 0 0 0,0 0-1 0 0,1-1 1 0 0,0 1-1 0 0,1-1 1 0 0,0 1-1 0 0,0-1 1 0 0,5 12-1 0 0,10 23 16 0 0,32 66-1 0 0,-47-106-11 0 0,73 120 3 0 0,-58-101-3 0 0,-1 0 1 0 0,-1 1 0 0 0,-1 1-1 0 0,-2 0 1 0 0,0 1-1 0 0,11 40 1 0 0,-23-63-1 0 0,1 0-1 0 0,0 0 1 0 0,-1 0-1 0 0,0 0 1 0 0,0-1-1 0 0,0 1 1 0 0,0 0 0 0 0,-1 0-1 0 0,1 0 1 0 0,-1 0-1 0 0,0-1 1 0 0,0 1 0 0 0,-1 0-1 0 0,1-1 1 0 0,-1 1-1 0 0,1-1 1 0 0,-1 1-1 0 0,-5 5 1 0 0,2-4 0 0 0,0 0 1 0 0,0 0-1 0 0,0 0 0 0 0,-1-1 1 0 0,0 0-1 0 0,0 0 0 0 0,0-1 0 0 0,0 1 1 0 0,-12 3-1 0 0,-4 1 6 0 0,0-2 0 0 0,-1-1 0 0 0,1 0 0 0 0,-1-2 0 0 0,-33 1 0 0 0,21-3 55 0 0,0-2 0 0 0,-36-5 0 0 0,57 4 32 0 0,0-1 1 0 0,1 0 0 0 0,-1-1 0 0 0,1 0 0 0 0,-1-1 0 0 0,1-1 0 0 0,-23-13 0 0 0,33 17-74 0 0,0 0 1 0 0,0 0-1 0 0,0 0 0 0 0,1 0 1 0 0,-1 0-1 0 0,1-1 1 0 0,0 1-1 0 0,-1-1 1 0 0,1 0-1 0 0,0 1 0 0 0,0-1 1 0 0,1 0-1 0 0,-1 0 1 0 0,1 0-1 0 0,-1-1 0 0 0,1 1 1 0 0,0 0-1 0 0,0-1 1 0 0,1 1-1 0 0,-2-7 1 0 0,3 4-4 0 0,-1 1 1 0 0,1-1 0 0 0,0 1 0 0 0,0-1 0 0 0,1 1 0 0 0,-1 0-1 0 0,1-1 1 0 0,1 1 0 0 0,-1 0 0 0 0,1 0 0 0 0,5-8 0 0 0,4-3 2 0 0,0 1 0 0 0,1 1 0 0 0,1 0 0 0 0,0 0 1 0 0,1 2-1 0 0,20-15 0 0 0,-11 13-12 0 0,-1 1 1 0 0,1 0-1 0 0,1 2 1 0 0,0 1-1 0 0,33-8 1 0 0,131-20-1082 0 0,-186 38 882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1:00.7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398 295 4920 0 0,'0'0'651'0'0,"-5"-2"-563"0"0,-17-13 18 0 0,0-1 1 0 0,1 0-1 0 0,1-2 1 0 0,1 0-1 0 0,0-2 1 0 0,1 0-1 0 0,2 0 1 0 0,-24-37-1 0 0,0-15 292 0 0,28 51-511 0 0,16 26-92 0 0,-3-3 197 0 0,0 0 1 0 0,0 0 0 0 0,-1 0 0 0 0,1 0-1 0 0,0 0 1 0 0,-1 1 0 0 0,1-1-1 0 0,-1 0 1 0 0,0 0 0 0 0,0 0 0 0 0,0 1-1 0 0,0-1 1 0 0,0 0 0 0 0,-1 0 0 0 0,1 1-1 0 0,0-1 1 0 0,-1 0 0 0 0,0 0-1 0 0,1 0 1 0 0,-3 4 0 0 0,-14 19-13 0 0,-1-1 1 0 0,-1-1-1 0 0,-1 0 1 0 0,-36 30-1 0 0,39-33 100 0 0,17-20-77 0 0,0 0 0 0 0,0 1 0 0 0,0-1 0 0 0,0 0 0 0 0,0 1 0 0 0,0-1 1 0 0,0 0-1 0 0,0 0 0 0 0,0 1 0 0 0,0-1 0 0 0,0 0 0 0 0,0 1 0 0 0,0-1 0 0 0,0 0 0 0 0,0 0 0 0 0,1 1 0 0 0,-1-1 0 0 0,0 0 0 0 0,0 0 0 0 0,0 1 1 0 0,0-1-1 0 0,0 0 0 0 0,1 0 0 0 0,-1 1 0 0 0,0-1 0 0 0,0 0 0 0 0,0 0 0 0 0,1 0 0 0 0,-1 1 0 0 0,0-1 0 0 0,0 0 0 0 0,1 0 0 0 0,-1 0 1 0 0,0 0-1 0 0,0 0 0 0 0,1 0 0 0 0,-1 0 0 0 0,0 1 0 0 0,1-1 0 0 0,-1 0 0 0 0,53-3 91 0 0,-52 3-95 0 0,193-24 88 0 0,267-26 8 0 0,-446 50-42 0 0,-6 0 142 0 0,-1-1-1 0 0,0 1 0 0 0,1-1 1 0 0,-1-1-1 0 0,0 0 0 0 0,12-4 1 0 0,-19 6-173 0 0,-1 0 0 0 0,0-1 0 0 0,0 1 1 0 0,1 0-1 0 0,-1-1 0 0 0,0 1 0 0 0,0 0 1 0 0,0-1-1 0 0,1 1 0 0 0,-1 0 0 0 0,0-1 0 0 0,0 1 1 0 0,0-1-1 0 0,0 1 0 0 0,0 0 0 0 0,0-1 1 0 0,0 1-1 0 0,0-1 0 0 0,0 1 0 0 0,0 0 0 0 0,0-1 1 0 0,0 1-1 0 0,0-1 0 0 0,-1 1 0 0 0,1 0 1 0 0,0-1-1 0 0,0 1 0 0 0,0 0 0 0 0,0-1 1 0 0,-1 1-1 0 0,1 0 0 0 0,0-1 0 0 0,0 1 0 0 0,-1 0 1 0 0,1-1-1 0 0,0 1 0 0 0,-1 0 0 0 0,1 0 1 0 0,0-1-1 0 0,-1 1 0 0 0,1 0 0 0 0,0 0 0 0 0,-1-1 1 0 0,-6-10-881 0 0,6 4 444 0 0,12-9-5777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1:01.5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449 739 6509 0 0,'-3'-3'-128'0'0,"-1"1"0"0"0,1-1 0 0 0,-1 0 0 0 0,0 1 0 0 0,0 0 1 0 0,0 0-1 0 0,0 0 0 0 0,0 0 0 0 0,0 1 0 0 0,0 0 0 0 0,-1 0 1 0 0,-7-2-1 0 0,-62-4-149 0 0,61 6 193 0 0,-16 0 58 0 0,-1 1 0 0 0,-57 7 0 0 0,74-5 31 0 0,0 0-1 0 0,0 1 1 0 0,0 1 0 0 0,0 0-1 0 0,1 1 1 0 0,0 1 0 0 0,0-1 0 0 0,0 2-1 0 0,-11 7 1 0 0,22-13-5 0 0,-1 0 1 0 0,1 0-1 0 0,-1 1 0 0 0,1-1 1 0 0,0 0-1 0 0,-1 1 0 0 0,1-1 1 0 0,0 1-1 0 0,0-1 0 0 0,0 1 1 0 0,0 0-1 0 0,0-1 0 0 0,0 1 1 0 0,1 0-1 0 0,-1-1 0 0 0,0 1 1 0 0,1 0-1 0 0,0 0 0 0 0,-1 0 1 0 0,1 0-1 0 0,0 0 0 0 0,0 2 1 0 0,0-1 3 0 0,1 0-1 0 0,0 0 1 0 0,0 0 0 0 0,0 0 0 0 0,0 1 0 0 0,0-1 0 0 0,1-1-1 0 0,-1 1 1 0 0,1 0 0 0 0,0 0 0 0 0,4 4 0 0 0,3 2 13 0 0,0 0 0 0 0,0 0 0 0 0,1-1 0 0 0,1 0 0 0 0,15 8 0 0 0,-10-6 95 0 0,2-2-1 0 0,-1 0 0 0 0,1-1 1 0 0,0-1-1 0 0,1 0 1 0 0,0-2-1 0 0,0 0 1 0 0,0-1-1 0 0,0-1 1 0 0,31-1-1 0 0,-42-1-36 0 0,0 0 1 0 0,0-1-1 0 0,0 0 0 0 0,0 0 0 0 0,-1-1 1 0 0,1 0-1 0 0,0 0 0 0 0,-1-1 0 0 0,0 0 1 0 0,0-1-1 0 0,1 1 0 0 0,-2-1 0 0 0,1-1 1 0 0,0 1-1 0 0,-1-1 0 0 0,0 0 0 0 0,0 0 1 0 0,-1-1-1 0 0,1 0 0 0 0,-1 0 0 0 0,-1 0 1 0 0,1-1-1 0 0,-1 0 0 0 0,0 1 0 0 0,0-1 1 0 0,-1-1-1 0 0,5-14 0 0 0,2-17 24 0 0,-1-1 0 0 0,-3 0-1 0 0,-1-1 1 0 0,-2 1 0 0 0,-2-49 0 0 0,-29-201 367 0 0,-7 130 744 0 0,18 87-350 0 0,17 72-869 0 0,0 0-1 0 0,0 1 1 0 0,0-1 0 0 0,0 1 0 0 0,0-1-1 0 0,0 1 1 0 0,0-1 0 0 0,0 0-1 0 0,0 1 1 0 0,-1-1 0 0 0,1 1-1 0 0,0-1 1 0 0,0 1 0 0 0,-1-1 0 0 0,1 1-1 0 0,0-1 1 0 0,0 1 0 0 0,-1-1-1 0 0,1 1 1 0 0,-1-1 0 0 0,1 1 0 0 0,0 0-1 0 0,-1-1 1 0 0,1 1 0 0 0,-1 0-1 0 0,1-1 1 0 0,-1 1 0 0 0,1 0-1 0 0,-1 0 1 0 0,1-1 0 0 0,-1 1 0 0 0,1 0-1 0 0,-1 0 1 0 0,1 0 0 0 0,-1 0-1 0 0,0-1 1 0 0,1 1 0 0 0,-1 0-1 0 0,1 0 1 0 0,-1 0 0 0 0,1 0 0 0 0,-1 0-1 0 0,0 1 1 0 0,-2 0-7 0 0,0 1 0 0 0,1 0 0 0 0,-1 0 0 0 0,1-1 0 0 0,0 2 0 0 0,0-1 0 0 0,0 0 0 0 0,0 0-1 0 0,-2 4 1 0 0,-38 61-114 0 0,28-40 105 0 0,2 1 0 0 0,0 0-1 0 0,2 1 1 0 0,1 0 0 0 0,2 1 0 0 0,0-1-1 0 0,2 1 1 0 0,1 0 0 0 0,2 1 0 0 0,1-1-1 0 0,1 1 1 0 0,5 34 0 0 0,-2-44-14 0 0,1 1 1 0 0,1-1-1 0 0,1 0 1 0 0,0-1-1 0 0,2 0 1 0 0,0 0-1 0 0,2 0 1 0 0,0-1-1 0 0,1 0 0 0 0,0-1 1 0 0,2-1-1 0 0,0 0 1 0 0,1 0-1 0 0,1-1 1 0 0,0-1-1 0 0,1-1 0 0 0,33 23 1 0 0,-38-29-262 0 0,23 13-465 0 0,-11-12-2729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1:02.8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461 366 6453 0 0,'-8'-6'-185'0'0,"1"0"1"0"0,-1-1 0 0 0,1 0 0 0 0,0 0-1 0 0,1-1 1 0 0,-1 0 0 0 0,-4-9 0 0 0,-7-6 319 0 0,-105-117 812 0 0,60 57 44 0 0,62 81-938 0 0,0 1-53 0 0,0 0 1 0 0,0 0 0 0 0,0 0 0 0 0,1 0-1 0 0,-1-1 1 0 0,0 1 0 0 0,0 0 0 0 0,1-1 0 0 0,-1 1-1 0 0,1-1 1 0 0,-1 1 0 0 0,1-1 0 0 0,0 1-1 0 0,-1-1 1 0 0,1 1 0 0 0,0-1 0 0 0,0 1-1 0 0,0-1 1 0 0,0 1 0 0 0,1-3 0 0 0,0 2-17 0 0,0 1 1 0 0,0-1 0 0 0,1 1 0 0 0,-1-1 0 0 0,0 1-1 0 0,1 0 1 0 0,-1 0 0 0 0,1-1 0 0 0,0 1-1 0 0,-1 0 1 0 0,1 0 0 0 0,0 1 0 0 0,0-1 0 0 0,0 0-1 0 0,-1 0 1 0 0,1 1 0 0 0,3-1 0 0 0,-4 1-4 0 0,0 0 1 0 0,1 0-1 0 0,-1 1 1 0 0,0-1-1 0 0,0 0 0 0 0,0 1 1 0 0,0-1-1 0 0,1 1 1 0 0,-1-1-1 0 0,0 1 1 0 0,0-1-1 0 0,0 1 0 0 0,0 0 1 0 0,0 0-1 0 0,0-1 1 0 0,-1 1-1 0 0,1 0 1 0 0,0 0-1 0 0,0 0 1 0 0,-1 0-1 0 0,2 1 0 0 0,0 3-5 0 0,1-1 1 0 0,-1 1-1 0 0,-1-1 0 0 0,1 1 0 0 0,0 0 0 0 0,-1 0 0 0 0,0 0 0 0 0,0 0 0 0 0,-1 0 1 0 0,1 0-1 0 0,-1 0 0 0 0,-1 7 0 0 0,-1 12-2 0 0,-2 0-1 0 0,0-1 1 0 0,-15 44 0 0 0,14-56 23 0 0,0 1 0 0 0,0-1 0 0 0,-1 0-1 0 0,-1 0 1 0 0,1 0 0 0 0,-2-1 0 0 0,0 0 0 0 0,0-1-1 0 0,-11 11 1 0 0,-14 11-19 0 0,16-15 21 0 0,0 0-1 0 0,-38 26 0 0 0,28-10-41 0 0,43-28 27 0 0,0-2 1 0 0,0 1-1 0 0,0-2 0 0 0,0 0 0 0 0,0-2 0 0 0,0 1 1 0 0,0-2-1 0 0,20-3 0 0 0,130-34-2581 0 0,-158 37 2321 0 0,28-8-774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1:04.0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68 3704 0 0,'-18'-7'982'0'0,"25"7"-604"0"0,36 12-348 0 0,-40-10-33 0 0,30 11-34 0 0,40 22 1 0 0,-62-29 36 0 0,0 1 1 0 0,0 1 0 0 0,-1 0-1 0 0,0 1 1 0 0,-1-1 0 0 0,1 2-1 0 0,7 10 1 0 0,18 32 21 0 0,-34-49-11 0 0,1-1 0 0 0,-1 1 0 0 0,0 0 0 0 0,0 0 0 0 0,0 0 0 0 0,0 1 0 0 0,0-1 0 0 0,-1 0-1 0 0,1 0 1 0 0,-1 0 0 0 0,0 1 0 0 0,0-1 0 0 0,0 0 0 0 0,0 0 0 0 0,-1 0 0 0 0,-1 6-1 0 0,1-6 13 0 0,0-1 0 0 0,-1 0 0 0 0,0 0-1 0 0,1 1 1 0 0,-1-1 0 0 0,0 0-1 0 0,0 0 1 0 0,0-1 0 0 0,0 1-1 0 0,0 0 1 0 0,-1-1 0 0 0,1 1-1 0 0,0-1 1 0 0,-1 0 0 0 0,1 0-1 0 0,-1 1 1 0 0,1-2 0 0 0,-1 1-1 0 0,0 0 1 0 0,1-1 0 0 0,-1 1-1 0 0,0-1 1 0 0,0 0 0 0 0,1 0-1 0 0,-1 0 1 0 0,-5 0 0 0 0,5 0 21 0 0,-1 0 0 0 0,1-1 0 0 0,0 1 0 0 0,0-1 0 0 0,0 1 0 0 0,0-1 1 0 0,-1 0-1 0 0,1 0 0 0 0,0 0 0 0 0,0-1 0 0 0,1 1 0 0 0,-1-1 0 0 0,0 1 0 0 0,0-1 0 0 0,1 0 1 0 0,-1 0-1 0 0,1 0 0 0 0,-1-1 0 0 0,1 1 0 0 0,0 0 0 0 0,-3-6 0 0 0,4 4-26 0 0,0 0 0 0 0,1 1 0 0 0,0-1 0 0 0,0 0 0 0 0,0 0 0 0 0,0 0 0 0 0,1 1 0 0 0,-1-1 0 0 0,1 0 0 0 0,0 0 0 0 0,0 1 0 0 0,0-1 0 0 0,1 1 0 0 0,-1-1 0 0 0,1 1-1 0 0,0-1 1 0 0,0 1 0 0 0,4-5 0 0 0,4-6-4 0 0,0 0-1 0 0,20-20 0 0 0,98-92-12 0 0,-97 92-266 0 0,-26 23-2902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1:04.5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112 47 4956 0 0,'-18'42'-456'0'0,"12"-30"382"0"0,1-1 1 0 0,0 1-1 0 0,1 0 0 0 0,-6 24 0 0 0,9-33 86 0 0,1 1 0 0 0,0 0-1 0 0,0 0 1 0 0,0 0 0 0 0,0 0 0 0 0,1 0-1 0 0,0 0 1 0 0,-1 0 0 0 0,1-1 0 0 0,1 1-1 0 0,-1 0 1 0 0,0 0 0 0 0,1-1 0 0 0,0 1-1 0 0,0-1 1 0 0,0 0 0 0 0,0 1-1 0 0,1-1 1 0 0,-1 0 0 0 0,5 4 0 0 0,6 5 85 0 0,1 0 1 0 0,0-1 0 0 0,1-1-1 0 0,31 16 1 0 0,-38-21-55 0 0,0-1 0 0 0,1-1 0 0 0,-1 1-1 0 0,1-1 1 0 0,0-1 0 0 0,0 0 0 0 0,0 0 0 0 0,0 0-1 0 0,0-1 1 0 0,0-1 0 0 0,11 0 0 0 0,-17 0-31 0 0,0 0 0 0 0,0 0 0 0 0,0-1 0 0 0,0 1 0 0 0,0-1 0 0 0,-1 0 0 0 0,1 0 0 0 0,0 0 0 0 0,0 0 0 0 0,-1 0 0 0 0,1 0 0 0 0,0-1 0 0 0,-1 0 0 0 0,1 1 0 0 0,-1-1 0 0 0,0 0 0 0 0,0 0 0 0 0,0 0 0 0 0,0 0-1 0 0,0-1 1 0 0,0 1 0 0 0,0 0 0 0 0,-1-1 0 0 0,1 1 0 0 0,-1-1 0 0 0,1 0 0 0 0,-1 0 0 0 0,0 1 0 0 0,0-1 0 0 0,-1 0 0 0 0,1 0 0 0 0,-1 0 0 0 0,1 0 0 0 0,-1 0 0 0 0,0 0 0 0 0,0 0 0 0 0,0 0 0 0 0,0 0 0 0 0,-1 0 0 0 0,1 1 0 0 0,-1-1 0 0 0,-1-5 0 0 0,-1-1 10 0 0,-1-1 1 0 0,1 0-1 0 0,-2 1 0 0 0,1 0 1 0 0,-1 0-1 0 0,-1 0 0 0 0,0 0 0 0 0,0 1 1 0 0,-1 0-1 0 0,1 1 0 0 0,-10-9 1 0 0,-14-6 41 0 0,-1 2 0 0 0,-1 1 1 0 0,0 2-1 0 0,-1 1 1 0 0,-1 1-1 0 0,0 2 1 0 0,-41-10-1 0 0,72 22-180 0 0,13 4-3628 0 0,38 11 2782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1:05.2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46 150 4304 0 0,'8'-12'3663'0'0,"10"129"-3601"0"0,4-1 0 0 0,5 0 0 0 0,54 142 0 0 0,-76-245-55 0 0,-1-3 131 0 0,-1 0 0 0 0,0 0 0 0 0,0 0 0 0 0,1 16 1598 0 0,-10-29-1426 0 0,-8-7-164 0 0,1 0 1 0 0,0 0 0 0 0,0-1 0 0 0,1-1-1 0 0,1 0 1 0 0,0 0 0 0 0,0-1 0 0 0,1-1-1 0 0,-15-27 1 0 0,11 15-27 0 0,1-1-1 0 0,1 1 0 0 0,2-2 1 0 0,0 0-1 0 0,-5-30 1 0 0,11 41-177 0 0,1 0 0 0 0,1 0 0 0 0,1 0 0 0 0,1 0 0 0 0,0 0 0 0 0,1 0 0 0 0,1 0 0 0 0,0 0 0 0 0,2 0 0 0 0,0 0 0 0 0,0 1 0 0 0,2-1 0 0 0,0 1 0 0 0,1 1 0 0 0,0-1 0 0 0,1 1 0 0 0,1 1 0 0 0,1-1 0 0 0,0 1 0 0 0,0 1 0 0 0,2 0 0 0 0,-1 1 0 0 0,2 0 0 0 0,0 0 0 0 0,0 2 0 0 0,1-1 0 0 0,0 2 1 0 0,0 0-1 0 0,1 0 0 0 0,1 2 0 0 0,-1 0 0 0 0,1 1 0 0 0,1 0 0 0 0,18-4 0 0 0,-16 6-39 0 0,1 1 1 0 0,1 1 0 0 0,-1 0-1 0 0,0 1 1 0 0,0 2-1 0 0,0 0 1 0 0,1 1 0 0 0,-1 1-1 0 0,0 0 1 0 0,-1 2 0 0 0,1 1-1 0 0,-1 0 1 0 0,0 1-1 0 0,0 1 1 0 0,-1 1 0 0 0,0 0-1 0 0,-1 2 1 0 0,0 0 0 0 0,27 23-1 0 0,-43-33 89 0 0,0-1 0 0 0,1 1-1 0 0,-1 0 1 0 0,0 0 0 0 0,0 0 0 0 0,0 0 0 0 0,0 1-1 0 0,0-1 1 0 0,0 0 0 0 0,-1 0 0 0 0,1 0-1 0 0,0 1 1 0 0,-1-1 0 0 0,1 0 0 0 0,-1 1-1 0 0,1-1 1 0 0,-1 1 0 0 0,1-1 0 0 0,-1 1-1 0 0,0-1 1 0 0,0 0 0 0 0,0 1 0 0 0,0-1 0 0 0,0 3-1 0 0,-1-2 4 0 0,0 0 1 0 0,0-1-1 0 0,0 1 0 0 0,0-1 0 0 0,0 1 0 0 0,0-1 1 0 0,-1 1-1 0 0,1-1 0 0 0,0 0 0 0 0,-1 0 0 0 0,1 0 1 0 0,-1 0-1 0 0,0 0 0 0 0,1 0 0 0 0,-1 0 0 0 0,-2 1 1 0 0,-9 2 9 0 0,0 0 1 0 0,0 0 0 0 0,0-1 0 0 0,-14 1 0 0 0,-41 3 67 0 0,-1-2 0 0 0,0-4 0 0 0,-101-11 1 0 0,133 3-728 0 0,19-4-2962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1T15:44:54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1 697 24575,'0'0'0,"0"0"0,0 0 0,0-1 0,0 1 0,-1 0 0,1-1 0,0 1 0,0 0 0,0-1 0,0 1 0,0 0 0,1-1 0,-1 1 0,0 0 0,0-1 0,0 1 0,0 0 0,0-1 0,0 1 0,0 0 0,1-1 0,-1 1 0,0 0 0,0 0 0,0-1 0,1 1 0,-1 0 0,0 0 0,0-1 0,1 1 0,-1 0 0,0 0 0,1 0 0,-1 0 0,0-1 0,1 1 0,-1 0 0,0 0 0,1 0 0,-1 0 0,0 0 0,1 0 0,-1 0 0,0 0 0,1 0 0,-1 0 0,0 0 0,1 0 0,-1 0 0,0 0 0,1 0 0,-1 0 0,0 0 0,0 1 0,1-1 0,-1 0 0,0 0 0,1 0 0,-1 1 0,1-1 0,16 17 0,0 14 0,-2-1 0,16 47 0,-16-51 0,-14-26 0,-1 0 0,1 1 0,-1-1 0,1 0 0,0 1 0,-1-1 0,1 0 0,0 0 0,-1 1 0,1-1 0,0 0 0,-1 0 0,1 0 0,0 0 0,-1 0 0,1 0 0,0 0 0,-1 0 0,1 0 0,0 0 0,-1-1 0,1 1 0,0 0 0,0-1 0,4-2 0,-1 0 0,0-1 0,0 1 0,0-1 0,0 0 0,-1 0 0,1 0 0,3-8 0,98-142 0,-41 56 0,4 4 0,83-89 0,78-30-172,-166 157-1021,-28 24-5633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0.4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187 548 5477 0 0,'-6'-39'651'0'0,"6"37"-590"0"0,-8-28 1040 0 0,0 28-772 0 0,-3 14-338 0 0,5-1 15 0 0,0 0 0 0 0,1 0 1 0 0,1 1-1 0 0,0-1 0 0 0,0 1 0 0 0,-3 20 1 0 0,0-2 3 0 0,-37 158 113 0 0,-18 201 1 0 0,58-366-81 0 0,4-10 1923 0 0,4-29-1115 0 0,14-56-827 0 0,-7 26 185 0 0,167-837 425 0 0,-173 853-594 0 0,0-4 28 0 0,1 0 0 0 0,2 0 0 0 0,14-38 0 0 0,-21 71-83 0 0,-1 0-37 0 0,0 1 45 0 0,-1 0 1 0 0,1 0-1 0 0,0 0 1 0 0,0 0-1 0 0,0-1 1 0 0,0 1-1 0 0,0 0 1 0 0,0 0-1 0 0,0 0 1 0 0,0 0-1 0 0,0 0 1 0 0,0-1-1 0 0,-1 1 1 0 0,1 0-1 0 0,0 0 1 0 0,0 0-1 0 0,0 0 1 0 0,0 0-1 0 0,0-1 1 0 0,0 1-1 0 0,0 0 1 0 0,0 0-1 0 0,0 0 1 0 0,0 0-1 0 0,0 0 1 0 0,0-1-1 0 0,1 1 1 0 0,-1 0 0 0 0,0 0-1 0 0,0 0 1 0 0,0 0-1 0 0,0 0 1 0 0,0-1-1 0 0,0 1 1 0 0,0 0-1 0 0,0 0 1 0 0,0 0-1 0 0,0 0 1 0 0,1 0-1 0 0,-1 0 1 0 0,0 0-1 0 0,0-1 1 0 0,0 1-1 0 0,0 0 1 0 0,0 0-1 0 0,0 0 1 0 0,1 0-1 0 0,-1 0 1 0 0,0 0-1 0 0,0 0 1 0 0,0 0-1 0 0,0 0 1 0 0,0 0-1 0 0,1 0 1 0 0,-1 0-1 0 0,0 0 1 0 0,0 0-1 0 0,0 0 1 0 0,0 0-1 0 0,1 0 1 0 0,-1 0-1 0 0,13 16-29 0 0,-1 1-1 0 0,0 0 1 0 0,-2 0-1 0 0,13 26 1 0 0,17 29-2 0 0,230 416 10 0 0,-249-446 33 0 0,-2 0 0 0 0,-1 1 0 0 0,-2 0 0 0 0,-3 1 0 0 0,16 88 0 0 0,-19-69 292 0 0,-9-61-230 0 0,-3-8-1113 0 0,0 0 431 0 0,1-1 0 0 0,0 1 0 0 0,0-1 0 0 0,0 1 0 0 0,1-1 0 0 0,0 1 1 0 0,0-1-1 0 0,2-10 0 0 0,1-10-2575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0.8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89 6981 0 0,'-14'-2'-511'0'0,"32"-4"343"0"0,62-10 306 0 0,-35 8-146 0 0,165-25 172 0 0,-102 19-900 0 0,-94 10-1656 0 0,2-2 780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1.4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0 556 5172 0 0,'25'-12'585'0'0,"5"-2"-552"0"0,0 2 1 0 0,39-11-1 0 0,38-14 110 0 0,-96 32-76 0 0,-1 0 0 0 0,0-1 0 0 0,1 0 0 0 0,-2-1 1 0 0,1 0-1 0 0,-1-1 0 0 0,10-10 0 0 0,-14 12-27 0 0,-1 0 1 0 0,0 0 0 0 0,-1 0 0 0 0,1-1 0 0 0,-1 1 0 0 0,0-1 0 0 0,-1 0-1 0 0,0 0 1 0 0,0 0 0 0 0,-1 0 0 0 0,1 0 0 0 0,-1-1 0 0 0,-1 1 0 0 0,0 0-1 0 0,0 0 1 0 0,0-1 0 0 0,-1 1 0 0 0,0 0 0 0 0,-2-7 0 0 0,-3-14 218 0 0,-1 0 0 0 0,-1 1 0 0 0,-18-37 1 0 0,-25-39 334 0 0,51 102-630 0 0,-3 4-112 0 0,-1 0 142 0 0,1 1-1 0 0,0 0 1 0 0,1 0-1 0 0,-1 1 1 0 0,1-1-1 0 0,0 0 1 0 0,0 1-1 0 0,0 0 1 0 0,0-1-1 0 0,1 1 1 0 0,0 0-1 0 0,0 0 1 0 0,0 0-1 0 0,1-1 1 0 0,-1 8-1 0 0,1 17-8 0 0,5 44 0 0 0,-2-34 11 0 0,118 872 114 0 0,-105-829-88 0 0,-3-24 40 0 0,-3 1-1 0 0,3 90 1 0 0,-15-111-409 0 0,0-43-110 0 0,1 1 0 0 0,-1-1-1 0 0,1 1 1 0 0,0-1 0 0 0,0 1 0 0 0,1-1 0 0 0,-1-8 0 0 0,4-12-2663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1.7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18 161 6857 0 0,'-2'-2'-113'0'0,"0"0"1"0"0,0 0 0 0 0,0 0-1 0 0,1-1 1 0 0,-1 1 0 0 0,1 0-1 0 0,-1-1 1 0 0,1 1 0 0 0,-2-5-1 0 0,8 3 94 0 0,1-1 1 0 0,-1 1-1 0 0,1 0 0 0 0,0 0 0 0 0,0 1 1 0 0,0 0-1 0 0,0 0 0 0 0,0 0 0 0 0,10-2 1 0 0,70-16 91 0 0,-52 13-31 0 0,300-56 760 0 0,-331 64-782 0 0,9-2-2887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2.3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0 218 5016 0 0,'10'-28'-149'0'0,"59"-162"2775"0"0,-77 215-2459 0 0,1 1 1 0 0,0-1 0 0 0,3 1 0 0 0,-3 31-1 0 0,-7 130-209 0 0,13-181 58 0 0,-1 224 58 0 0,4-192-34 0 0,2 0 1 0 0,1-1 0 0 0,22 73-1 0 0,-25-104-12 0 0,0 0-1 0 0,0 0 1 0 0,1 0-1 0 0,0-1 1 0 0,0 0-1 0 0,0 1 1 0 0,1-1-1 0 0,-1 0 1 0 0,1-1-1 0 0,0 1 1 0 0,1-1-1 0 0,-1 1 1 0 0,1-1-1 0 0,0-1 0 0 0,0 1 1 0 0,6 2-1 0 0,-3-2 12 0 0,1 0-1 0 0,0-1 0 0 0,0 0 0 0 0,0-1 1 0 0,0 0-1 0 0,0 0 0 0 0,0-1 0 0 0,0 0 0 0 0,17-1 1 0 0,2-2-95 0 0,-1-2 0 0 0,1-1 1 0 0,-1-1-1 0 0,0-1 1 0 0,0-1-1 0 0,29-14 0 0 0,-13 4-1499 0 0,-1-2 0 0 0,56-37 0 0 0,-61 31-925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2.5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38 126 5993 0 0,'-18'0'-87'0'0,"14"0"47"0"0,-7-5 331 0 0,11 5-276 0 0,0 0 0 0 0,0 0 0 0 0,-1 0 0 0 0,1 0 0 0 0,0 0 0 0 0,0 0 0 0 0,0-1 0 0 0,-1 1 0 0 0,1 0 0 0 0,0 0 0 0 0,0 0 1 0 0,0 0-1 0 0,-1 0 0 0 0,1 0 0 0 0,0 0 0 0 0,0 0 0 0 0,0-1 0 0 0,0 1 0 0 0,-1 0 0 0 0,1 0 0 0 0,0 0 0 0 0,0 0 0 0 0,0 0 0 0 0,0-1 0 0 0,0 1 0 0 0,0 0 1 0 0,0 0-1 0 0,-1 0 0 0 0,1-1 0 0 0,0 1 0 0 0,0 0 0 0 0,0 0 0 0 0,0 0 0 0 0,0-1 0 0 0,0 1 0 0 0,0 0 0 0 0,0 0 0 0 0,0 0 0 0 0,0-1 0 0 0,0 1 0 0 0,0 0 0 0 0,0 0 1 0 0,0 0-1 0 0,0-1 0 0 0,0 1 0 0 0,1 0 0 0 0,-1 0 0 0 0,0 0 0 0 0,0-1 0 0 0,0 1 0 0 0,0 0 0 0 0,0 0 0 0 0,0 0 0 0 0,0 0 0 0 0,1 0 0 0 0,-1-1 0 0 0,0 1 1 0 0,0 0-1 0 0,0 0 0 0 0,0 0 0 0 0,1 0 0 0 0,-1 0 0 0 0,0 0 0 0 0,1-1 0 0 0,55-17 174 0 0,1 3 0 0 0,66-10-1 0 0,73-18-4590 0 0,-169 33 2958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3.0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98 184 4600 0 0,'2'1'-5'0'0,"-1"0"0"0"0,1 0 0 0 0,0 0 0 0 0,0 0 0 0 0,0 0 0 0 0,0 0 0 0 0,0-1 0 0 0,0 1 0 0 0,0-1 0 0 0,0 1 0 0 0,0-1 0 0 0,0 0 0 0 0,0 0 0 0 0,0 0 0 0 0,0 0 0 0 0,0 0 0 0 0,1 0 0 0 0,-1 0 0 0 0,0-1 0 0 0,0 1 0 0 0,0-1 0 0 0,3-1 0 0 0,51-19 210 0 0,-42 14-61 0 0,1 0 0 0 0,-1-2 0 0 0,24-18 0 0 0,-35 25-96 0 0,0 0-1 0 0,-1-1 1 0 0,1 1-1 0 0,-1 0 1 0 0,1-1-1 0 0,-1 0 1 0 0,0 1-1 0 0,0-1 1 0 0,0 0-1 0 0,0 0 1 0 0,-1 0-1 0 0,1-1 1 0 0,-1 1-1 0 0,0 0 1 0 0,0 0-1 0 0,0-1 1 0 0,0 1-1 0 0,-1-1 1 0 0,1 1-1 0 0,-1-1 1 0 0,0 1-1 0 0,0 0 1 0 0,0-1-1 0 0,-1-5 1 0 0,1 7-32 0 0,-1 0 1 0 0,0 0-1 0 0,1 1 1 0 0,-1-1-1 0 0,0 0 1 0 0,0 0-1 0 0,1 1 1 0 0,-1-1-1 0 0,-1 0 1 0 0,1 1-1 0 0,0-1 1 0 0,0 1 0 0 0,-1-1-1 0 0,1 1 1 0 0,0 0-1 0 0,-1-1 1 0 0,0 1-1 0 0,1 0 1 0 0,-1 0-1 0 0,0 0 1 0 0,1 1-1 0 0,-1-1 1 0 0,-2-1-1 0 0,0 2-4 0 0,1-1-1 0 0,-1 1 1 0 0,0 0 0 0 0,1 0-1 0 0,-1 0 1 0 0,0 0 0 0 0,1 1-1 0 0,-1-1 1 0 0,1 1-1 0 0,-1 0 1 0 0,-4 2 0 0 0,-6 3 0 0 0,1 0 0 0 0,0 1 1 0 0,0 0-1 0 0,-20 17 0 0 0,19-13-3 0 0,0 0 0 0 0,1 1-1 0 0,0 1 1 0 0,1 0 0 0 0,0 1-1 0 0,1 0 1 0 0,1 1 0 0 0,1 0-1 0 0,0 0 1 0 0,0 1 0 0 0,2 0-1 0 0,-8 22 1 0 0,14-34 13 0 0,0 0 1 0 0,0 1-1 0 0,0-1 1 0 0,1 1-1 0 0,0-1 1 0 0,0 1-1 0 0,0-1 1 0 0,0 1-1 0 0,0-1 1 0 0,1 1-1 0 0,0-1 1 0 0,0 0-1 0 0,0 1 1 0 0,1-1-1 0 0,-1 0 0 0 0,1 0 1 0 0,0 0-1 0 0,4 7 1 0 0,-1-6 17 0 0,-1 0 0 0 0,1 0 0 0 0,0-1 0 0 0,0 1 0 0 0,0-1 0 0 0,0 0 0 0 0,1-1 1 0 0,0 1-1 0 0,0-1 0 0 0,0 0 0 0 0,9 3 0 0 0,1-1-124 0 0,0-1 1 0 0,0 0 0 0 0,0-1-1 0 0,0-1 1 0 0,1 0-1 0 0,-1-1 1 0 0,1-1-1 0 0,-1-1 1 0 0,28-4-1 0 0,-27 2-716 0 0,0-1-1 0 0,-1-1 1 0 0,24-10-1 0 0,0-7-1378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3.5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64 198 5609 0 0,'-6'-2'-101'0'0,"0"0"-1"0"0,0 0 1 0 0,0-1 0 0 0,1 0 0 0 0,0 0 0 0 0,-1-1 0 0 0,-5-5 0 0 0,9 8 88 0 0,-6-13 410 0 0,8 13-389 0 0,0 1 0 0 0,-1 0-1 0 0,1 0 1 0 0,0 0 0 0 0,0-1 0 0 0,0 1-1 0 0,-1 0 1 0 0,1 0 0 0 0,0-1 0 0 0,0 1 0 0 0,0 0-1 0 0,0-1 1 0 0,0 1 0 0 0,0 0 0 0 0,0-1 0 0 0,-1 1-1 0 0,1 0 1 0 0,0 0 0 0 0,0-1 0 0 0,0 1-1 0 0,0 0 1 0 0,0-1 0 0 0,0 1 0 0 0,1 0 0 0 0,-1-1-1 0 0,0 1 1 0 0,0 0 0 0 0,0 0 0 0 0,0-1-1 0 0,0 1 1 0 0,0 0 0 0 0,0-1 0 0 0,1 1 0 0 0,-1 0-1 0 0,0 0 1 0 0,0-1 0 0 0,0 1 0 0 0,1 0 0 0 0,-1 0-1 0 0,0 0 1 0 0,0-1 0 0 0,0 1 0 0 0,1 0-1 0 0,-1 0 1 0 0,0 0 0 0 0,1 0 0 0 0,-1 0 0 0 0,0-1-1 0 0,0 1 1 0 0,1 0 0 0 0,-1 0 0 0 0,0 0-1 0 0,1 0 1 0 0,-1 0 0 0 0,1 0 0 0 0,50 8 659 0 0,89 26 1 0 0,-78-17-511 0 0,-52-14-133 0 0,149 42 249 0 0,-136-36-229 0 0,0 0 1 0 0,-1 1 0 0 0,0 1 0 0 0,34 23 0 0 0,-51-30-33 0 0,0 0 0 0 0,0-1 1 0 0,-1 2-1 0 0,1-1 0 0 0,-1 1 1 0 0,0-1-1 0 0,0 1 1 0 0,0 0-1 0 0,-1 0 0 0 0,1 1 1 0 0,-2-1-1 0 0,1 1 0 0 0,4 11 1 0 0,-7-13-4 0 0,1-1 0 0 0,-1 1 0 0 0,0 0 0 0 0,0 0 0 0 0,0 0 0 0 0,0 0 0 0 0,-1 0 1 0 0,1 0-1 0 0,-1 0 0 0 0,0 0 0 0 0,0-1 0 0 0,-1 1 0 0 0,1 0 0 0 0,-1-1 0 0 0,0 1 1 0 0,0-1-1 0 0,0 0 0 0 0,0 1 0 0 0,0-1 0 0 0,-1 0 0 0 0,1 0 0 0 0,-7 4 0 0 0,1 1 109 0 0,0 0 0 0 0,-1 0 0 0 0,0-1 0 0 0,0-1 0 0 0,-1 0 0 0 0,0 0 0 0 0,0-1 0 0 0,-1 0-1 0 0,1 0 1 0 0,-14 2 0 0 0,22-6 161 0 0,-14-13 180 0 0,16 9-435 0 0,-1 0 0 0 0,1 1 0 0 0,0-1 0 0 0,0 0 0 0 0,0 0 0 0 0,0 1 0 0 0,0-1 0 0 0,1 0 0 0 0,-1 1 0 0 0,1-1-1 0 0,0 0 1 0 0,-1 1 0 0 0,1-1 0 0 0,1 1 0 0 0,-1-1 0 0 0,0 1 0 0 0,0 0 0 0 0,1-1 0 0 0,1-1 0 0 0,2-4 19 0 0,23-41 54 0 0,2 1 1 0 0,3 1 0 0 0,1 2 0 0 0,3 1 0 0 0,54-51-1 0 0,-54 60-107 0 0,2 2-1 0 0,81-54 0 0 0,-118 86-79 0 0,-34 18-6488 0 0,14-9 3976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4.2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9 121 6497 0 0,'0'-121'2907'0'0,"-8"253"-2687"0"0,9-117-210 0 0,28 371 180 0 0,-18-266 182 0 0,-11-118-448 0 0,21-36-5660 0 0,-3 11 3208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4.7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72 6017 0 0,'-33'-12'894'0'0,"61"4"-834"0"0,-1 2 0 0 0,1 0 0 0 0,0 2 0 0 0,0 2 0 0 0,55 1 0 0 0,2-2 28 0 0,129-4 309 0 0,-211 7-444 0 0,3-6-367 0 0,-12-10-5025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5.3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69 100 5717 0 0,'-22'-1'42'0'0,"-8"-3"668"0"0,27 4-490 0 0,3 0-164 0 0,-1-1 0 0 0,0 1 1 0 0,0-1-1 0 0,0 1 0 0 0,0-1 1 0 0,1 0-1 0 0,-1 1 0 0 0,0-1 1 0 0,1 0-1 0 0,-1 1 0 0 0,0-1 1 0 0,1 0-1 0 0,-1 0 0 0 0,1 1 0 0 0,-1-1 1 0 0,1 0-1 0 0,-1 0 0 0 0,1 0 1 0 0,0 0-1 0 0,-1 0 0 0 0,1 0 1 0 0,0-1-1 0 0,8-6-23 0 0,0 1-1 0 0,0 0 1 0 0,1 1 0 0 0,0-1-1 0 0,0 2 1 0 0,1-1-1 0 0,-1 2 1 0 0,1-1 0 0 0,0 1-1 0 0,1 0 1 0 0,-1 1-1 0 0,1 1 1 0 0,-1-1 0 0 0,1 2-1 0 0,16-2 1 0 0,-10 2-31 0 0,0 0 0 0 0,0 2-1 0 0,-1-1 1 0 0,1 2 0 0 0,0 0 0 0 0,-1 1 0 0 0,1 1-1 0 0,-1 1 1 0 0,25 10 0 0 0,-36-14-4 0 0,0 1 0 0 0,-1 0 0 0 0,1 1 0 0 0,-1-1 0 0 0,0 1 0 0 0,1 0 0 0 0,-1 0 0 0 0,-1 0 0 0 0,1 1 0 0 0,0-1 0 0 0,-1 1 0 0 0,0 0 0 0 0,0 0 1 0 0,0 0-1 0 0,0 1 0 0 0,-1-1 0 0 0,1 1 0 0 0,-1-1 0 0 0,0 1 0 0 0,-1 0 0 0 0,1-1 0 0 0,-1 1 0 0 0,0 0 0 0 0,0 0 0 0 0,0 0 0 0 0,-1 0 0 0 0,0 0 0 0 0,0 0 0 0 0,0 0 0 0 0,0 1 0 0 0,-1-1 0 0 0,0 0 0 0 0,0-1 0 0 0,-1 1 0 0 0,1 0 0 0 0,-4 7 0 0 0,-3 6 4 0 0,-1-1-1 0 0,0 0 0 0 0,-1-1 1 0 0,-1 0-1 0 0,0-1 1 0 0,-1 0-1 0 0,-1-1 1 0 0,-19 17-1 0 0,-217 172 221 0 0,248-202-86 0 0,4 0-100 0 0,0 1 0 0 0,0-1-1 0 0,0 0 1 0 0,0 0 0 0 0,0-1-1 0 0,0 1 1 0 0,0-1 0 0 0,0 0-1 0 0,1 1 1 0 0,5-2 0 0 0,199-16 417 0 0,124-3-125 0 0,-289 20-322 0 0,-31-1-58 0 0,1 0 0 0 0,0 1 0 0 0,-1 0-1 0 0,1 1 1 0 0,0 1 0 0 0,-1 0 0 0 0,1 1 0 0 0,-1 0-1 0 0,18 7 1 0 0,-61 1-7572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6.9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17 239 6353 0 0,'-13'-35'-680'0'0,"12"34"703"0"0,1 0-17 0 0,-1-1-1 0 0,1 1 0 0 0,0 0 1 0 0,-1 0-1 0 0,1-1 1 0 0,0 1-1 0 0,0 0 0 0 0,0-1 1 0 0,0 1-1 0 0,0 0 0 0 0,0-1 1 0 0,0 1-1 0 0,1 0 1 0 0,-1-1-1 0 0,0 1 0 0 0,1 0 1 0 0,-1 0-1 0 0,1-1 0 0 0,0 1 1 0 0,-1 0-1 0 0,1 0 0 0 0,0 0 1 0 0,-1 0-1 0 0,1 0 1 0 0,0 0-1 0 0,0 0 0 0 0,0 0 1 0 0,0 0-1 0 0,0 0 0 0 0,0 0 1 0 0,0 0-1 0 0,0 1 0 0 0,1-1 1 0 0,-1 1-1 0 0,0-1 1 0 0,0 1-1 0 0,1-1 0 0 0,-1 1 1 0 0,0-1-1 0 0,0 1 0 0 0,1 0 1 0 0,-1 0-1 0 0,0 0 1 0 0,2 0-1 0 0,7-1-8 0 0,-1 0 0 0 0,1 0 0 0 0,0 1 0 0 0,-1 1 0 0 0,1 0 0 0 0,-1 0 0 0 0,1 1 0 0 0,-1 0 0 0 0,1 0 0 0 0,-1 1 0 0 0,0 1 0 0 0,0-1 0 0 0,-1 2 0 0 0,1-1 0 0 0,-1 1 0 0 0,0 0 0 0 0,0 1 0 0 0,8 7 0 0 0,11 9 0 0 0,-2 1 0 0 0,-1 2-1 0 0,36 45 1 0 0,-38-43 26 0 0,-2 1 1 0 0,0 1-1 0 0,-2 1 0 0 0,23 51 1 0 0,-31-64 41 0 0,-9-15 162 0 0,0 0 1 0 0,0 0-1 0 0,1 0 0 0 0,-1-1 0 0 0,0 1 1 0 0,0 1-1 0 0,-1-1 0 0 0,1 0 1 0 0,0 0-1 0 0,-1 0 0 0 0,1 0 1 0 0,-1 4-1 0 0,-6-9-13 0 0,0-1-167 0 0,1 1 0 0 0,0-1 1 0 0,0 0-1 0 0,0-1 0 0 0,1 1 0 0 0,-1-1 0 0 0,1 0 1 0 0,0 0-1 0 0,1 0 0 0 0,-1-1 0 0 0,1 1 0 0 0,0-1 1 0 0,0 0-1 0 0,1 0 0 0 0,-1 0 0 0 0,0-7 1 0 0,-9-34 32 0 0,3-1 0 0 0,2 0 1 0 0,2 0-1 0 0,2-1 1 0 0,2 1-1 0 0,7-64 0 0 0,-1 29-183 0 0,-5 82 99 0 0,0 0 1 0 0,1 0-1 0 0,-1 1 0 0 0,0-1 1 0 0,0 0-1 0 0,1 0 1 0 0,-1 0-1 0 0,0 0 0 0 0,1 1 1 0 0,-1-1-1 0 0,1 0 1 0 0,-1 0-1 0 0,1 1 0 0 0,-1-1 1 0 0,1 0-1 0 0,-1 1 1 0 0,1-1-1 0 0,0 0 0 0 0,1 0 1 0 0,0 0 0 0 0,0 1-1 0 0,0-1 1 0 0,1 1 0 0 0,-1 0-1 0 0,0-1 1 0 0,0 1 0 0 0,1 0-1 0 0,-1 0 1 0 0,0 1 0 0 0,1-1 0 0 0,-1 0-1 0 0,0 1 1 0 0,0-1 0 0 0,0 1-1 0 0,1 0 1 0 0,-1 0 0 0 0,3 1 0 0 0,1 1-9 0 0,0 0 1 0 0,0 0-1 0 0,-1 0 1 0 0,1 1-1 0 0,-1 0 1 0 0,0 0-1 0 0,1 0 1 0 0,-2 1-1 0 0,1 0 1 0 0,5 6-1 0 0,34 59-75 0 0,-4-6 39 0 0,-16-31 33 0 0,27 51 1 0 0,13 18 67 0 0,-52-81 424 0 0,-24-24 392 0 0,7-1-763 0 0,-1 0 1 0 0,1 0 0 0 0,0 0 0 0 0,0-1 0 0 0,-7-9 0 0 0,6 3-66 0 0,0-1 0 0 0,1 1 1 0 0,0-1-1 0 0,1 0 0 0 0,1 0 0 0 0,0 0 0 0 0,0 0 0 0 0,1-1 0 0 0,1 1 0 0 0,0-1 1 0 0,1 1-1 0 0,0-1 0 0 0,3-14 0 0 0,-2 16-35 0 0,0 0 1 0 0,1 0-1 0 0,0 0 0 0 0,1 1 1 0 0,1-1-1 0 0,0 1 0 0 0,0-1 0 0 0,1 1 1 0 0,0 1-1 0 0,0-1 0 0 0,1 1 1 0 0,1 0-1 0 0,0 0 0 0 0,0 1 1 0 0,10-10-1 0 0,-13 14-11 0 0,1 1 1 0 0,-1 0-1 0 0,1 0 0 0 0,0 0 1 0 0,0 0-1 0 0,0 1 0 0 0,0-1 1 0 0,0 2-1 0 0,1-1 0 0 0,-1 0 1 0 0,1 1-1 0 0,-1 0 0 0 0,1 0 1 0 0,-1 1-1 0 0,1 0 0 0 0,-1-1 1 0 0,7 2-1 0 0,-3 1-5 0 0,0 0 0 0 0,0 0-1 0 0,-1 1 1 0 0,1 0 0 0 0,-1 0-1 0 0,0 1 1 0 0,0 0 0 0 0,0 1-1 0 0,12 9 1 0 0,4 5-11 0 0,-2 2 0 0 0,-1 0-1 0 0,0 1 1 0 0,-2 1 0 0 0,22 33 0 0 0,9 32 35 0 0,-35-60-319 0 0,28 41 1 0 0,-42-68 188 0 0,0 0 0 0 0,-1 0 0 0 0,1 0 0 0 0,0-1 0 0 0,0 1 0 0 0,0-1 0 0 0,0 1-1 0 0,0 0 1 0 0,0-1 0 0 0,0 0 0 0 0,0 1 0 0 0,0-1 0 0 0,1 0 0 0 0,-1 1 0 0 0,0-1 0 0 0,0 0 0 0 0,0 0 0 0 0,0 0 0 0 0,0 0 0 0 0,1 0-1 0 0,-1 0 1 0 0,0 0 0 0 0,0-1 0 0 0,0 1 0 0 0,0 0 0 0 0,0-1 0 0 0,0 1 0 0 0,0-1 0 0 0,0 1 0 0 0,0-1 0 0 0,2 0 0 0 0,32-24-3531 0 0,-13 4 997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7.1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1 6349 0 0,'0'0'-14'0'0,"-1"4"-142"0"0,-3 8 154 0 0,-7 17 54 0 0,2 1 0 0 0,-5 31 0 0 0,13-52-27 0 0,0 0 0 0 0,1 0 1 0 0,0 1-1 0 0,1-1 0 0 0,0 0 1 0 0,0 0-1 0 0,1-1 0 0 0,0 1 1 0 0,5 13-1 0 0,7 17 165 0 0,22 45 0 0 0,-30-72-393 0 0,1 0 0 0 0,0 0 0 0 0,1-1 0 0 0,0 0 1 0 0,1 0-1 0 0,0-1 0 0 0,17 15 0 0 0,-16-18-1484 0 0,-2-4-113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7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60 165 5641 0 0,'-4'-20'607'0'0,"0"0"0"0"0,-2 1 1 0 0,0-1-1 0 0,-2 1 0 0 0,0 0 1 0 0,-12-20-1 0 0,17 30 140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7.9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84 6129 0 0,'0'0'-46'0'0,"-3"0"6"0"0,-12 0 64 0 0,11 0 279 0 0,-15 12-273 0 0,15 5-10 0 0,1 0 1 0 0,1 0 0 0 0,0 1-1 0 0,2-1 1 0 0,0 1-1 0 0,1-1 1 0 0,1 1-1 0 0,0-1 1 0 0,1 0-1 0 0,11 32 1 0 0,-4-14 30 0 0,-5-19 5 0 0,0-1-1 0 0,13 28 0 0 0,-9-19 199 0 0,-6-14 2693 0 0,-11-36-2742 0 0,1 0-1 0 0,1 0 1 0 0,2 0-1 0 0,0-1 1 0 0,2 0-1 0 0,0 1 1 0 0,2-1-1 0 0,4-28 1 0 0,-3 46-190 0 0,0-1 0 0 0,1 1 0 0 0,0 0 0 0 0,1 0 0 0 0,0 1 0 0 0,0-1 0 0 0,1 1 0 0 0,0-1 0 0 0,0 1 0 0 0,1 0 0 0 0,0 1 0 0 0,1-1 0 0 0,0 1 0 0 0,0 0 0 0 0,0 0 0 0 0,1 1 0 0 0,0 0 0 0 0,0 0 0 0 0,0 1 0 0 0,1-1 0 0 0,0 2 0 0 0,0-1 0 0 0,0 1 0 0 0,1 0 0 0 0,0 1 0 0 0,-1 0 0 0 0,14-2 0 0 0,-7 2-14 0 0,1 2-1 0 0,-1 0 1 0 0,1 0-1 0 0,0 2 0 0 0,-1 0 1 0 0,1 0-1 0 0,-1 2 1 0 0,1 0-1 0 0,-1 1 1 0 0,0 0-1 0 0,0 1 1 0 0,-1 1-1 0 0,22 11 1 0 0,-7-1-10 0 0,0 1 0 0 0,-1 1 0 0 0,-2 1 1 0 0,0 1-1 0 0,34 34 0 0 0,-47-41 5 0 0,0 1 1 0 0,-1 0-1 0 0,0 1 0 0 0,9 16 0 0 0,-19-27-24 0 0,0-1-1 0 0,0 0 1 0 0,0 1-1 0 0,0-1 1 0 0,-1 1-1 0 0,0 0 1 0 0,0 0-1 0 0,0-1 1 0 0,0 1-1 0 0,0 0 1 0 0,-1 0-1 0 0,0 0 1 0 0,1 0-1 0 0,-2 0 1 0 0,1-1-1 0 0,0 1 1 0 0,-1 0 0 0 0,1 0-1 0 0,-1 0 1 0 0,0 0-1 0 0,-1-1 1 0 0,1 1-1 0 0,-1 0 1 0 0,1-1-1 0 0,-5 7 1 0 0,0-5-485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8.5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61 5941 0 0,'2'-5'89'0'0,"0"0"0"0"0,-1 0 1 0 0,1 0-1 0 0,-1 0 0 0 0,-1 0 1 0 0,1 0-1 0 0,-1 0 0 0 0,0-9 1 0 0,0 14-74 0 0,0 0 1 0 0,0 0-1 0 0,0-1 1 0 0,0 1 0 0 0,0 0-1 0 0,1 0 1 0 0,-1 0-1 0 0,0 0 1 0 0,0 0 0 0 0,0-1-1 0 0,0 1 1 0 0,0 0-1 0 0,0 0 1 0 0,0 0 0 0 0,0 0-1 0 0,0 0 1 0 0,0-1-1 0 0,0 1 1 0 0,0 0 0 0 0,0 0-1 0 0,0 0 1 0 0,0 0-1 0 0,0 0 1 0 0,0-1 0 0 0,0 1-1 0 0,0 0 1 0 0,0 0-1 0 0,0 0 1 0 0,-1 0 0 0 0,1 0-1 0 0,0-1 1 0 0,0 1-1 0 0,0 0 1 0 0,0 0 0 0 0,0 0-1 0 0,0 0 1 0 0,0 0-1 0 0,0 0 1 0 0,-1 0 0 0 0,1 0-1 0 0,0-1 1 0 0,0 1-1 0 0,0 0 1 0 0,0 0 0 0 0,0 0-1 0 0,-1 0 1 0 0,1 0-1 0 0,0 0 1 0 0,0 0 0 0 0,0 0-1 0 0,0 0 1 0 0,0 0-1 0 0,-1 0 1 0 0,1 0 0 0 0,0 0-1 0 0,0 0 1 0 0,0 0-1 0 0,0 0 1 0 0,-1 0 0 0 0,1 0-1 0 0,0 0 1 0 0,0 0-1 0 0,0 0 1 0 0,0 0 0 0 0,0 0-1 0 0,0 1 1 0 0,-1-1-1 0 0,1 0 1 0 0,0 0 0 0 0,-9 30 190 0 0,7-23-190 0 0,1 0-1 0 0,0 0 1 0 0,1 0 0 0 0,-1 0 0 0 0,1 0-1 0 0,1 0 1 0 0,-1 0 0 0 0,1-1-1 0 0,0 1 1 0 0,1 0 0 0 0,-1 0-1 0 0,2 0 1 0 0,-1-1 0 0 0,1 1 0 0 0,0-1-1 0 0,0 0 1 0 0,0 0 0 0 0,1 0-1 0 0,0 0 1 0 0,0 0 0 0 0,1-1-1 0 0,-1 0 1 0 0,1 0 0 0 0,1 0-1 0 0,-1-1 1 0 0,0 1 0 0 0,1-1 0 0 0,0-1-1 0 0,0 1 1 0 0,0-1 0 0 0,1 0-1 0 0,-1 0 1 0 0,1-1 0 0 0,-1 0-1 0 0,1 0 1 0 0,0 0 0 0 0,0-1 0 0 0,0 0-1 0 0,0-1 1 0 0,0 1 0 0 0,0-1-1 0 0,0 0 1 0 0,0-1 0 0 0,0 0-1 0 0,-1 0 1 0 0,1-1 0 0 0,0 1-1 0 0,10-5 1 0 0,3-2 12 0 0,-1-2-1 0 0,0 0 1 0 0,0 0 0 0 0,0-2-1 0 0,16-14 1 0 0,-25 19 68 0 0,-1-2 0 0 0,1 1 0 0 0,-1-1 0 0 0,-1 0 0 0 0,0-1 0 0 0,0 0 0 0 0,-1 0 0 0 0,0-1 0 0 0,10-21 0 0 0,-17 31 89 0 0,0 6-173 0 0,0 1-16 0 0,0 0-1 0 0,0-1 1 0 0,1 1-1 0 0,0 0 1 0 0,0 0-1 0 0,0-1 1 0 0,1 1 0 0 0,-1 0-1 0 0,1-1 1 0 0,1 1-1 0 0,-1-1 1 0 0,1 0 0 0 0,4 6-1 0 0,0-2 51 0 0,-1 0 0 0 0,2-1 0 0 0,-1 1 0 0 0,1-2 0 0 0,0 1 0 0 0,1-1 0 0 0,10 6 0 0 0,-8-6-257 0 0,1 0 1 0 0,-1-1-1 0 0,2 0 1 0 0,-1-1-1 0 0,24 7 1 0 0,-28-10-285 0 0,1 0-1 0 0,-1-1 1 0 0,1 0-1 0 0,-1-1 1 0 0,1 1-1 0 0,0-1 1 0 0,-1-1-1 0 0,1 0 1 0 0,9-2-1 0 0,6-4-2048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8.9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1 163 6501 0 0,'5'-163'3916'0'0,"8"230"-3785"0"0,-3-27-102 0 0,17 203 46 0 0,-19-147-33 0 0,22 104-1 0 0,-28-189-23 0 0,1-1 0 0 0,0 0 0 0 0,0 0 0 0 0,1 0 0 0 0,0 0 0 0 0,1 0 0 0 0,0-1 0 0 0,1 0-1 0 0,0 0 1 0 0,0 0 0 0 0,1-1 0 0 0,0 0 0 0 0,0 0 0 0 0,14 10 0 0 0,-12-12-11 0 0,2 0 1 0 0,-1 0-1 0 0,1-1 0 0 0,-1 0 1 0 0,1-1-1 0 0,1 0 0 0 0,-1 0 1 0 0,1-2-1 0 0,-1 1 0 0 0,1-1 0 0 0,0-1 1 0 0,23 0-1 0 0,-16-2-331 0 0,1-1 0 0 0,-1 0 0 0 0,0-2 0 0 0,0 0-1 0 0,0-1 1 0 0,28-12 0 0 0,-17 5-1845 0 0,40-24-1 0 0,-29 11-465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9.2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56 131 6229 0 0,'-12'-1'-45'0'0,"9"1"93"0"0,-1 0 0 0 0,1 0 0 0 0,0-1 0 0 0,0 0-1 0 0,-1 1 1 0 0,1-1 0 0 0,0 0 0 0 0,0 0 0 0 0,0-1 0 0 0,0 1 0 0 0,-4-3 0 0 0,6 3 92 0 0,32-22 170 0 0,8 8-171 0 0,1 2 1 0 0,0 2-1 0 0,65-9 1 0 0,129-4-1127 0 0,-129 16-2019 0 0,-79 6 1088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09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13 143 5024 0 0,'0'1'-27'0'0,"-1"-1"-1"0"0,0 1 0 0 0,1 0 0 0 0,-1 0 0 0 0,0 0 0 0 0,1 0 1 0 0,-1 0-1 0 0,1 0 0 0 0,0 0 0 0 0,-1 0 0 0 0,1 0 0 0 0,0 0 0 0 0,-1 0 1 0 0,1 0-1 0 0,0 0 0 0 0,0 0 0 0 0,0 0 0 0 0,0 0 0 0 0,0 0 0 0 0,0 0 1 0 0,1 2-1 0 0,12-1 98 0 0,0-1 1 0 0,0 0-1 0 0,1-1 1 0 0,-1-1-1 0 0,1 0 1 0 0,-1 0-1 0 0,0-2 0 0 0,0 0 1 0 0,14-4-1 0 0,-20 5-14 0 0,1-1 0 0 0,-1 1 0 0 0,0-1-1 0 0,0-1 1 0 0,0 0 0 0 0,0 0-1 0 0,-1 0 1 0 0,1 0 0 0 0,-1-1 0 0 0,0 0-1 0 0,0-1 1 0 0,-1 1 0 0 0,0-1-1 0 0,0 0 1 0 0,0 0 0 0 0,-1-1 0 0 0,6-10-1 0 0,-9 16-44 0 0,-1-1-1 0 0,1 1 1 0 0,-1-1-1 0 0,1 0 0 0 0,-1 1 1 0 0,0-1-1 0 0,0 0 1 0 0,0 1-1 0 0,0-1 1 0 0,0 0-1 0 0,0 1 0 0 0,0-1 1 0 0,0 0-1 0 0,-1 1 1 0 0,1-1-1 0 0,0 1 1 0 0,-1-1-1 0 0,0 1 1 0 0,1-1-1 0 0,-1 1 0 0 0,0-1 1 0 0,0 1-1 0 0,0-1 1 0 0,0 1-1 0 0,0 0 1 0 0,0-1-1 0 0,0 1 1 0 0,0 0-1 0 0,0 0 0 0 0,-1 0 1 0 0,1 0-1 0 0,-1 0 1 0 0,1 0-1 0 0,0 0 1 0 0,-1 1-1 0 0,1-1 0 0 0,-1 0 1 0 0,0 1-1 0 0,1-1 1 0 0,-3 1-1 0 0,-1-2-2 0 0,0 1-1 0 0,0-1 0 0 0,0 1 1 0 0,-1 1-1 0 0,1-1 0 0 0,0 1 1 0 0,-1 0-1 0 0,1 0 0 0 0,0 0 1 0 0,-1 1-1 0 0,-8 2 0 0 0,1 2-6 0 0,1 0-1 0 0,0 1 1 0 0,1 0-1 0 0,0 1 1 0 0,0 1-1 0 0,0 0 0 0 0,1 0 1 0 0,0 1-1 0 0,-11 12 1 0 0,16-16 22 0 0,1-1 1 0 0,0 2 0 0 0,0-1-1 0 0,0 0 1 0 0,1 1 0 0 0,0 0-1 0 0,0 0 1 0 0,0 0 0 0 0,0 0-1 0 0,1 0 1 0 0,0 0 0 0 0,1 1-1 0 0,-1-1 1 0 0,1 1 0 0 0,1-1-1 0 0,-1 1 1 0 0,1 0 0 0 0,0-1-1 0 0,1 1 1 0 0,1 10 0 0 0,0-10 8 0 0,1 0 1 0 0,1 0-1 0 0,-1-1 1 0 0,1 1-1 0 0,0-1 1 0 0,0 0 0 0 0,1 0-1 0 0,0 0 1 0 0,0 0-1 0 0,0-1 1 0 0,1 0-1 0 0,0 0 1 0 0,0 0-1 0 0,0-1 1 0 0,0 0 0 0 0,1 0-1 0 0,0-1 1 0 0,7 3-1 0 0,10 5 7 0 0,0-2 0 0 0,1-1-1 0 0,50 9 1 0 0,-61-15-559 0 0,-1-1-1 0 0,1-1 0 0 0,0 0 1 0 0,0-1-1 0 0,0 0 1 0 0,22-6-1 0 0,-5-2-1889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0.4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296 47 5925 0 0,'0'0'-14'0'0,"1"-1"0"0"0,-1 1 0 0 0,1-1 0 0 0,-1 1 0 0 0,1-1 0 0 0,-1 1 0 0 0,1-1 1 0 0,-1 1-1 0 0,0-1 0 0 0,1 0 0 0 0,-1 1 0 0 0,0-1 0 0 0,0 0 0 0 0,1 1 1 0 0,-1-1-1 0 0,0 0 0 0 0,0 1 0 0 0,0-1 0 0 0,0 0 0 0 0,0 0 0 0 0,0 1 1 0 0,0-1-1 0 0,0 0 0 0 0,0 1 0 0 0,0-1 0 0 0,-1 0 0 0 0,1 0 0 0 0,0 1 0 0 0,0-1 1 0 0,0 0-1 0 0,-1 1 0 0 0,1-1 0 0 0,-1 1 0 0 0,1-1 0 0 0,-1 0 0 0 0,-1-1 12 0 0,0 0-1 0 0,0 1 1 0 0,-1 0-1 0 0,1-1 1 0 0,0 1-1 0 0,-1 0 1 0 0,1 0-1 0 0,-1 0 1 0 0,1 0-1 0 0,-4 0 1 0 0,-70-8 255 0 0,72 9-271 0 0,-15-1 62 0 0,1 1 1 0 0,-1 1 0 0 0,-18 3-1 0 0,29-2-29 0 0,1-1-1 0 0,0 1 1 0 0,0 0-1 0 0,0 0 1 0 0,0 0-1 0 0,0 1 1 0 0,1 0-1 0 0,-1 1 1 0 0,1 0-1 0 0,-9 6 1 0 0,14-9-10 0 0,0 0 0 0 0,1 0 1 0 0,-1 0-1 0 0,0 0 1 0 0,0 0-1 0 0,0 0 1 0 0,1 0-1 0 0,-1 0 0 0 0,1 1 1 0 0,-1-1-1 0 0,1 0 1 0 0,-1 0-1 0 0,1 1 1 0 0,0-1-1 0 0,-1 0 0 0 0,1 1 1 0 0,0-1-1 0 0,0 0 1 0 0,0 1-1 0 0,0-1 1 0 0,0 0-1 0 0,0 0 1 0 0,1 1-1 0 0,-1-1 0 0 0,0 0 1 0 0,1 1-1 0 0,-1-1 1 0 0,1 0-1 0 0,-1 0 1 0 0,1 1-1 0 0,-1-1 0 0 0,1 0 1 0 0,0 0-1 0 0,0 0 1 0 0,0 0-1 0 0,0 0 1 0 0,-1 0-1 0 0,1 0 0 0 0,3 1 1 0 0,3 5 9 0 0,1 0 1 0 0,0-1-1 0 0,17 10 1 0 0,-20-13-1 0 0,191 99 59 0 0,-135-74-44 0 0,-2 2 0 0 0,76 53 0 0 0,-133-82-25 0 0,-1 0-1 0 0,0 0 1 0 0,1-1 0 0 0,-1 1 0 0 0,0 0 0 0 0,1 0 0 0 0,-1 0 0 0 0,0 1 0 0 0,0-1 0 0 0,0 0 0 0 0,0 0 0 0 0,0 0 0 0 0,0 1 0 0 0,0-1 0 0 0,0 1 0 0 0,-1-1 0 0 0,1 1 0 0 0,-1-1 0 0 0,1 1 0 0 0,-1-1-1 0 0,1 1 1 0 0,-1-1 0 0 0,0 1 0 0 0,0-1 0 0 0,0 1 0 0 0,0 2 0 0 0,-1-3 12 0 0,0 1 1 0 0,0 0-1 0 0,0 0 0 0 0,0-1 0 0 0,-1 1 1 0 0,1 0-1 0 0,-1-1 0 0 0,1 0 0 0 0,-1 1 1 0 0,0-1-1 0 0,1 0 0 0 0,-1 0 0 0 0,0 0 1 0 0,0 0-1 0 0,0 0 0 0 0,0 0 0 0 0,-2 0 1 0 0,-16 6 134 0 0,-1-2 1 0 0,0 0-1 0 0,-22 2 1 0 0,30-5-107 0 0,-42 7 169 0 0,0-2-1 0 0,-1-2 1 0 0,0-3 0 0 0,-86-8-1 0 0,141 7-239 0 0,0-1 0 0 0,0 0 0 0 0,0 0 0 0 0,0 0 0 0 0,-1 0 0 0 0,1 0-1 0 0,0 0 1 0 0,0 0 0 0 0,0 0 0 0 0,0-1 0 0 0,0 1 0 0 0,0 0 0 0 0,0-1 0 0 0,0 1 0 0 0,0 0 0 0 0,0-1-1 0 0,1 0 1 0 0,-1 1 0 0 0,0-1 0 0 0,0 1 0 0 0,0-1 0 0 0,0 0 0 0 0,1 0 0 0 0,-1 1 0 0 0,0-1 0 0 0,1 0-1 0 0,-1 0 1 0 0,1 0 0 0 0,-1 0 0 0 0,1 0 0 0 0,-1 1 0 0 0,1-1 0 0 0,-1 0 0 0 0,1 0 0 0 0,0 0 0 0 0,-1-2-1 0 0,2 0-187 0 0,1 1-1 0 0,-1-1 0 0 0,0 0 1 0 0,1 1-1 0 0,0-1 0 0 0,-1 1 1 0 0,1 0-1 0 0,0 0 0 0 0,0 0 1 0 0,0 0-1 0 0,1 0 0 0 0,-1 0 1 0 0,0 0-1 0 0,3-1 0 0 0,30-21-2398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0.5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459 0 6089 0 0,'3'4'-22'0'0,"-1"0"1"0"0,1 0 0 0 0,-1 0 0 0 0,0 0 0 0 0,0 0 0 0 0,-1 1 0 0 0,1-1 0 0 0,-1 1 0 0 0,0-1 0 0 0,0 1-1 0 0,0-1 1 0 0,-1 1 0 0 0,0-1 0 0 0,0 1 0 0 0,-1 8 0 0 0,0-7 112 0 0,-1-1 1 0 0,0 0-1 0 0,-1 0 0 0 0,1 0 1 0 0,-1 0-1 0 0,0 0 0 0 0,0 0 1 0 0,0 0-1 0 0,-1-1 1 0 0,0 0-1 0 0,0 0 0 0 0,-8 7 1 0 0,-11 8 144 0 0,-1-1 0 0 0,0-1 0 0 0,-2-2 0 0 0,0 0 1 0 0,-39 15-1 0 0,8-7-2253 0 0,-97 24 0 0 0,121-39-449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1.5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543 60 5857 0 0,'4'-6'-218'0'0,"-1"3"189"0"0,0 0 0 0 0,-1 0-1 0 0,1 0 1 0 0,-1 0 0 0 0,0-1-1 0 0,0 1 1 0 0,0-1-1 0 0,1-5 1 0 0,-2 9 35 0 0,-1-1 0 0 0,0 1 0 0 0,0-1 0 0 0,0 1 0 0 0,0-1 0 0 0,0 1 0 0 0,0-1 0 0 0,0 1 0 0 0,0-1 0 0 0,-1 1 0 0 0,1-1 0 0 0,0 1 0 0 0,0-1 0 0 0,0 1-1 0 0,-1-1 1 0 0,1 1 0 0 0,0-1 0 0 0,0 1 0 0 0,-1-1 0 0 0,1 1 0 0 0,0-1 0 0 0,-1 1 0 0 0,1 0 0 0 0,-1-1 0 0 0,1 1 0 0 0,0 0 0 0 0,-2-1 0 0 0,-28-5 102 0 0,7 8-100 0 0,0 0 0 0 0,0 1 0 0 0,0 1 0 0 0,1 1 1 0 0,-1 2-1 0 0,1 0 0 0 0,0 1 0 0 0,1 1 0 0 0,-26 15 0 0 0,14-5-4 0 0,0 2 0 0 0,2 1-1 0 0,0 2 1 0 0,-53 53 0 0 0,76-68 1 0 0,-1 0 1 0 0,1 0-1 0 0,1 1 1 0 0,0 0-1 0 0,0 1 1 0 0,1-1-1 0 0,1 1 1 0 0,-5 12-1 0 0,9-20 2 0 0,0 0-1 0 0,0 0 1 0 0,0 1 0 0 0,1-1-1 0 0,-1 0 1 0 0,1 0 0 0 0,0 0-1 0 0,0 1 1 0 0,0-1-1 0 0,1 0 1 0 0,-1 0 0 0 0,1 0-1 0 0,0 1 1 0 0,-1-1 0 0 0,1 0-1 0 0,1 0 1 0 0,-1 0-1 0 0,0 0 1 0 0,1-1 0 0 0,0 1-1 0 0,-1 0 1 0 0,1 0 0 0 0,0-1-1 0 0,0 0 1 0 0,1 1 0 0 0,-1-1-1 0 0,0 0 1 0 0,1 0-1 0 0,-1 0 1 0 0,1 0 0 0 0,0 0-1 0 0,0-1 1 0 0,0 1 0 0 0,0-1-1 0 0,3 1 1 0 0,13 6 27 0 0,0-1 1 0 0,1-1-1 0 0,0-1 1 0 0,40 5-1 0 0,85 0 79 0 0,-121-9-100 0 0,505-11 708 0 0,-524 10-692 0 0,0-1 1 0 0,-1 1 0 0 0,1-1 0 0 0,0 0 0 0 0,-1 0-1 0 0,1-1 1 0 0,7-3 0 0 0,-10 4-240 0 0,-1 0-1 0 0,0 1 1 0 0,1-1-1 0 0,-1 0 1 0 0,0-1 0 0 0,0 1-1 0 0,0 0 1 0 0,0 0-1 0 0,0 0 1 0 0,0-1 0 0 0,0 1-1 0 0,0 0 1 0 0,0-1 0 0 0,-1 1-1 0 0,1-1 1 0 0,0-1-1 0 0,2-6-1651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2.2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9 173 5016 0 0,'2'-20'298'0'0,"0"-1"0"0"0,-1 1 0 0 0,-1 0 0 0 0,-5-38-1 0 0,-4 24 814 0 0,22 67-1135 0 0,-1 0 1 0 0,-2 0-1 0 0,-1 1 0 0 0,6 58 1 0 0,9 31-2 0 0,4-10 44 0 0,6 0 0 0 0,60 135 0 0 0,-72-201 16 0 0,-11-29 25 0 0,-2 1 0 0 0,-1 0 0 0 0,0 0 0 0 0,8 34 0 0 0,-16-53-19 0 0,0 0-1 0 0,0 1 1 0 0,0-1 0 0 0,0 0 0 0 0,0 0 0 0 0,1 0 0 0 0,-1 1 0 0 0,0-1-1 0 0,0 0 1 0 0,0 0 0 0 0,0 1 0 0 0,0-1 0 0 0,0 0 0 0 0,0 0 0 0 0,0 1-1 0 0,0-1 1 0 0,0 0 0 0 0,0 0 0 0 0,0 1 0 0 0,0-1 0 0 0,0 0 0 0 0,0 0 0 0 0,0 0-1 0 0,0 1 1 0 0,0-1 0 0 0,0 0 0 0 0,-1 0 0 0 0,1 1 0 0 0,0-1 0 0 0,0 0-1 0 0,0 0 1 0 0,0 0 0 0 0,0 1 0 0 0,-1-1 0 0 0,1 0 0 0 0,0 0 0 0 0,0 0-1 0 0,0 0 1 0 0,-1 0 0 0 0,1 1 0 0 0,0-1 0 0 0,0 0 0 0 0,0 0 0 0 0,-1 0-1 0 0,1 0 1 0 0,0 0 0 0 0,0 0 0 0 0,-1 0 0 0 0,1 0 0 0 0,0 0 0 0 0,0 0-1 0 0,-1 0 1 0 0,1 0 0 0 0,0 0 0 0 0,0 0 0 0 0,-1 0 0 0 0,-17-14 502 0 0,15 11-519 0 0,0-1 0 0 0,-1 0 0 0 0,1 0 1 0 0,1-1-1 0 0,-1 1 0 0 0,1 0 0 0 0,-1-1 0 0 0,1 0 0 0 0,1 1 0 0 0,-3-8 0 0 0,3 2-3 0 0,0-1 0 0 0,1 1-1 0 0,0 0 1 0 0,1-1 0 0 0,0 1 0 0 0,0 0-1 0 0,1-1 1 0 0,0 1 0 0 0,1 0-1 0 0,0 0 1 0 0,1 0 0 0 0,0 1 0 0 0,1 0-1 0 0,0-1 1 0 0,0 1 0 0 0,1 1-1 0 0,0-1 1 0 0,0 1 0 0 0,1 0-1 0 0,0 1 1 0 0,1-1 0 0 0,-1 1 0 0 0,13-8-1 0 0,-9 8-27 0 0,1 0 1 0 0,0 0-1 0 0,0 1 0 0 0,0 1 0 0 0,1 0 1 0 0,-1 1-1 0 0,1 0 0 0 0,0 1 0 0 0,1 0 0 0 0,-1 1 1 0 0,0 1-1 0 0,1 0 0 0 0,-1 1 0 0 0,1 0 0 0 0,-1 1 1 0 0,1 0-1 0 0,21 6 0 0 0,-12-1-16 0 0,0 2-1 0 0,0 0 0 0 0,0 2 1 0 0,-1 0-1 0 0,22 15 1 0 0,-33-19-8 0 0,-1 1-1 0 0,0 0 1 0 0,-1 1-1 0 0,0 0 1 0 0,0 0 0 0 0,0 1-1 0 0,-1 0 1 0 0,-1 1 0 0 0,0-1-1 0 0,0 2 1 0 0,0-1 0 0 0,4 13-1 0 0,-6 11-769 0 0,-8-13-2705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2.9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201 256 5753 0 0,'14'-4'-153'0'0,"-1"-1"0"0"0,1 0 1 0 0,-1-1-1 0 0,0-1 1 0 0,-1 0-1 0 0,0 0 1 0 0,16-13-1 0 0,-22 15 173 0 0,1-1-1 0 0,-1 0 1 0 0,0 0-1 0 0,0 0 1 0 0,-1-1-1 0 0,0 1 1 0 0,0-1-1 0 0,0-1 1 0 0,-1 1-1 0 0,0-1 1 0 0,-1 1-1 0 0,0-1 1 0 0,4-14-1 0 0,-6 19-4 0 0,-1 0-1 0 0,1 1 1 0 0,-1-1 0 0 0,0 0-1 0 0,0 0 1 0 0,0 0 0 0 0,0 0-1 0 0,0 1 1 0 0,-1-1 0 0 0,1 0-1 0 0,-1 0 1 0 0,0 0-1 0 0,0 1 1 0 0,0-1 0 0 0,0 1-1 0 0,0-1 1 0 0,-1 1 0 0 0,1-1-1 0 0,-1 1 1 0 0,1-1 0 0 0,-1 1-1 0 0,0 0 1 0 0,0 0 0 0 0,0 0-1 0 0,0 0 1 0 0,0 0-1 0 0,-1 1 1 0 0,1-1 0 0 0,0 1-1 0 0,-1-1 1 0 0,1 1 0 0 0,-1 0-1 0 0,0 0 1 0 0,1 0 0 0 0,-1 0-1 0 0,0 1 1 0 0,0-1 0 0 0,-3 0-1 0 0,-2 0-7 0 0,0 0 1 0 0,0 0-1 0 0,0 1 0 0 0,0-1 1 0 0,-1 2-1 0 0,1-1 0 0 0,0 2 1 0 0,0-1-1 0 0,0 1 0 0 0,0 0 1 0 0,0 0-1 0 0,-9 5 0 0 0,0 2-7 0 0,0 2-1 0 0,0 0 0 0 0,1 1 1 0 0,1 0-1 0 0,0 1 0 0 0,0 1 0 0 0,2 1 1 0 0,0 0-1 0 0,0 0 0 0 0,2 1 1 0 0,0 1-1 0 0,0 0 0 0 0,2 0 1 0 0,-11 27-1 0 0,19-40 16 0 0,-1 0 0 0 0,1 0 1 0 0,0 0-1 0 0,1 0 0 0 0,-1 0 0 0 0,1 0 0 0 0,-1 0 0 0 0,1 0 1 0 0,0 0-1 0 0,1 0 0 0 0,-1 0 0 0 0,1 0 0 0 0,0 0 0 0 0,0 0 1 0 0,0 0-1 0 0,0 0 0 0 0,0-1 0 0 0,1 1 0 0 0,0 0 0 0 0,4 5 1 0 0,-2-3 8 0 0,1-1 0 0 0,1 1 1 0 0,-1-1-1 0 0,1 0 1 0 0,0 0-1 0 0,0-1 1 0 0,1 0-1 0 0,-1 0 0 0 0,1-1 1 0 0,10 5-1 0 0,7 1 26 0 0,1-1-1 0 0,1-2 1 0 0,-1 0 0 0 0,1-1-1 0 0,36 1 1 0 0,-31-5-478 0 0,0-1 0 0 0,0-1 0 0 0,0-2 1 0 0,0 0-1 0 0,-1-3 0 0 0,51-14 0 0 0,-31 1-1067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4.0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412 611 4552 0 0,'0'-1'-12'0'0,"1"0"-1"0"0,-1 0 1 0 0,0 0-1 0 0,0 0 1 0 0,0 0-1 0 0,0-1 1 0 0,0 1-1 0 0,0 0 1 0 0,0 0 0 0 0,0 0-1 0 0,0 0 1 0 0,0 0-1 0 0,-1 0 1 0 0,1 0-1 0 0,0 0 1 0 0,-1 0-1 0 0,1 0 1 0 0,-1 0-1 0 0,1 0 1 0 0,-1 0-1 0 0,1 0 1 0 0,-1 0-1 0 0,0 0 1 0 0,0 1-1 0 0,1-1 1 0 0,-2-1-1 0 0,-1 1 8 0 0,1-1-1 0 0,-1 1 1 0 0,1 0 0 0 0,-1 0-1 0 0,1 0 1 0 0,-1 1 0 0 0,0-1-1 0 0,1 0 1 0 0,-1 1 0 0 0,-4 0-1 0 0,-7 0 22 0 0,0 0 0 0 0,0 2 0 0 0,-19 3 0 0 0,11 0 1 0 0,0 1-1 0 0,0 1 0 0 0,1 1 0 0 0,0 1 0 0 0,1 1 1 0 0,-31 20-1 0 0,41-25-4 0 0,1 1 0 0 0,0 1 0 0 0,1 0 0 0 0,0 0 0 0 0,0 0 0 0 0,1 1 0 0 0,-1 1 0 0 0,2-1 1 0 0,-1 1-1 0 0,1 0 0 0 0,1 0 0 0 0,-1 1 0 0 0,2 0 0 0 0,-1 0 0 0 0,-4 19 0 0 0,8-25 4 0 0,1 0 0 0 0,-1 0-1 0 0,1 0 1 0 0,0 0 0 0 0,1-1 0 0 0,-1 1-1 0 0,1 0 1 0 0,0 0 0 0 0,0 0-1 0 0,0 0 1 0 0,0 0 0 0 0,1 0 0 0 0,-1-1-1 0 0,1 1 1 0 0,0-1 0 0 0,0 1 0 0 0,0-1-1 0 0,1 0 1 0 0,-1 0 0 0 0,1 0 0 0 0,0 0-1 0 0,0 0 1 0 0,0-1 0 0 0,0 1 0 0 0,4 2-1 0 0,9 5 32 0 0,1 0 0 0 0,-1-1 1 0 0,35 13-1 0 0,-48-20-42 0 0,37 13 43 0 0,1-2 0 0 0,0-2 0 0 0,1-1 0 0 0,0-2 0 0 0,43 2 0 0 0,-51-8 55 0 0,0-1 1 0 0,0-2 0 0 0,0-1 0 0 0,0-2 0 0 0,0-1 0 0 0,59-17 0 0 0,-77 17-58 0 0,-1-1 0 0 0,0-1 0 0 0,0 0 0 0 0,-1-1 0 0 0,0-1 1 0 0,0 0-1 0 0,-1-1 0 0 0,0 0 0 0 0,-1-1 0 0 0,0 0 0 0 0,0-1 1 0 0,-2-1-1 0 0,1 0 0 0 0,-2 0 0 0 0,0-1 0 0 0,0 0 0 0 0,12-27 1 0 0,-12 15-16 0 0,0 0 0 0 0,-1 0 0 0 0,-2-1 0 0 0,-1 0 0 0 0,-1 0 1 0 0,-1 0-1 0 0,-1 0 0 0 0,-2-1 0 0 0,-5-53 0 0 0,-2 23 123 0 0,-1 0 0 0 0,-4 1 0 0 0,-1 0-1 0 0,-34-88 1 0 0,18 74 135 0 0,29 71-290 0 0,0 0-1 0 0,0-1 1 0 0,0 1 0 0 0,-1 0-1 0 0,1-1 1 0 0,0 1-1 0 0,0 0 1 0 0,0-1-1 0 0,0 1 1 0 0,-1 0-1 0 0,1 0 1 0 0,0-1-1 0 0,0 1 1 0 0,-1 0-1 0 0,1 0 1 0 0,0-1-1 0 0,0 1 1 0 0,-1 0-1 0 0,1 0 1 0 0,0 0-1 0 0,-1-1 1 0 0,1 1-1 0 0,0 0 1 0 0,-1 0 0 0 0,1 0-1 0 0,0 0 1 0 0,-1 0-1 0 0,1 0 1 0 0,0 0-1 0 0,-1 0 1 0 0,1 0-1 0 0,0 0 1 0 0,-1 0-1 0 0,1 0 1 0 0,0 0-1 0 0,-1 0 1 0 0,1 0-1 0 0,-11 12-13 0 0,-2 23-20 0 0,10 6 10 0 0,3 0 0 0 0,1 0 0 0 0,13 80 1 0 0,39 119 25 0 0,-26-147 69 0 0,71 167 0 0 0,-92-248 63 0 0,-2-4 70 0 0,0 1 0 0 0,0 0 1 0 0,-1 0-1 0 0,0 0 1 0 0,-1 0-1 0 0,0 0 1 0 0,1 11-1 0 0,-9-22-9 0 0,-6-3-122 0 0,1-1 0 0 0,0 0 0 0 0,0-1 0 0 0,0 0 0 0 0,1-1 0 0 0,0 0 0 0 0,0 0 0 0 0,1-1 0 0 0,0 0 0 0 0,1-1 0 0 0,-14-19 0 0 0,5 3-15 0 0,0-1 0 0 0,2 0 0 0 0,1 0-1 0 0,-10-31 1 0 0,19 46-58 0 0,1-1-1 0 0,1 1 1 0 0,0-1 0 0 0,1 0-1 0 0,1 0 1 0 0,0 0 0 0 0,0 0-1 0 0,1 0 1 0 0,1 0 0 0 0,0 0-1 0 0,1 0 1 0 0,4-16 0 0 0,-4 22-11 0 0,1 0 1 0 0,-1 0-1 0 0,1 0 1 0 0,1 0 0 0 0,-1 0-1 0 0,1 1 1 0 0,0 0-1 0 0,1-1 1 0 0,-1 2 0 0 0,1-1-1 0 0,0 0 1 0 0,1 1 0 0 0,-1 0-1 0 0,1 0 1 0 0,0 1-1 0 0,1 0 1 0 0,-1 0 0 0 0,1 0-1 0 0,-1 1 1 0 0,1 0-1 0 0,0 0 1 0 0,11-3 0 0 0,-4 3-41 0 0,0 0 1 0 0,0 1-1 0 0,0 1 1 0 0,1 0-1 0 0,-1 1 1 0 0,0 1-1 0 0,0 0 1 0 0,0 0-1 0 0,0 2 1 0 0,0 0-1 0 0,0 0 1 0 0,0 1-1 0 0,-1 1 0 0 0,0 0 1 0 0,0 1-1 0 0,0 1 1 0 0,-1 0-1 0 0,17 12 1 0 0,-27-18 33 0 0,0 1 1 0 0,0-1-1 0 0,0 1 0 0 0,-1 0 0 0 0,1 0 1 0 0,-1 0-1 0 0,1 0 0 0 0,-1 0 1 0 0,0 0-1 0 0,1 0 0 0 0,-1 0 1 0 0,0 1-1 0 0,0-1 0 0 0,-1 0 0 0 0,1 1 1 0 0,0-1-1 0 0,-1 1 0 0 0,0-1 1 0 0,1 1-1 0 0,-1-1 0 0 0,0 1 1 0 0,0-1-1 0 0,0 1 0 0 0,-1-1 0 0 0,1 0 1 0 0,-1 1-1 0 0,1-1 0 0 0,-1 1 1 0 0,0-1-1 0 0,0 0 0 0 0,0 1 1 0 0,0-1-1 0 0,0 0 0 0 0,0 0 1 0 0,-1 0-1 0 0,1 0 0 0 0,-1 0 0 0 0,1 0 1 0 0,-1 0-1 0 0,-3 2 0 0 0,-6 7-25 0 0,-1 0 0 0 0,0 0 0 0 0,-1-2 0 0 0,-26 16 0 0 0,-18 6-12 0 0,-2-3-1 0 0,-62 20 1 0 0,92-37 165 0 0,59-7 495 0 0,54-4-533 0 0,6 1-29 0 0,-20 1-43 0 0,-1 3 0 0 0,0 3 0 0 0,0 3 0 0 0,-1 3 0 0 0,-1 3 0 0 0,72 28 0 0 0,-135-44-32 0 0,1 1 0 0 0,-1 0 0 0 0,0 0 0 0 0,0 0 0 0 0,1 1 0 0 0,-1 0 0 0 0,-1-1 0 0 0,1 1 0 0 0,0 1 0 0 0,-1-1 0 0 0,0 0 0 0 0,1 1 0 0 0,2 4 0 0 0,-5-6-395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9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65 246 6285 0 0,'-2'-15'-53'0'0,"1"7"81"0"0,0-1 1 0 0,0 0-1 0 0,0 1 1 0 0,-1 0-1 0 0,-1-1 1 0 0,0 1 0 0 0,0 0-1 0 0,-4-8 1 0 0,6 15-9 0 0,-4 5-37 0 0,1 0 15 0 0,1-1 0 0 0,0 1 0 0 0,0 0 0 0 0,0 1 0 0 0,0-1 0 0 0,1 1 0 0 0,-1-1 0 0 0,1 1 0 0 0,1-1 0 0 0,-1 1 0 0 0,0 0 0 0 0,1 0 0 0 0,0 0 0 0 0,0 0 0 0 0,1 0 0 0 0,-1 0 0 0 0,1 0 0 0 0,0 1 0 0 0,1-1 0 0 0,-1 0 0 0 0,1 0 0 0 0,0 0 0 0 0,2 6 0 0 0,1-3 7 0 0,0 0 0 0 0,0-1 0 0 0,1 1 0 0 0,0-1 0 0 0,1 0 0 0 0,0-1 0 0 0,0 1 0 0 0,0-1 0 0 0,1 0 0 0 0,-1-1 0 0 0,1 0 0 0 0,1 0 0 0 0,-1 0 0 0 0,1-1 0 0 0,0 0 0 0 0,0 0 0 0 0,0-1 0 0 0,13 3 0 0 0,16 4 10 0 0,-1-2 0 0 0,75 6 0 0 0,-110-14-15 0 0,140 9 58 0 0,160-10 1 0 0,135-34 5 0 0,-123-14 11 0 0,-270 39-46 0 0,-1-2 0 0 0,0-1 0 0 0,-1-3 0 0 0,0-1-1 0 0,40-24 1 0 0,-74 37-13 0 0,0-1-1 0 0,-1 1 0 0 0,0-1 0 0 0,0 0 0 0 0,0-1 1 0 0,0 0-1 0 0,-1 1 0 0 0,0-2 0 0 0,0 1 0 0 0,4-8 1 0 0,-8 12-10 0 0,0-1 0 0 0,0 1 0 0 0,0 0 0 0 0,0-1 0 0 0,0 1 0 0 0,-1 0 0 0 0,1-1 0 0 0,-1 1 0 0 0,0-1 0 0 0,1 1 0 0 0,-1-1 0 0 0,0 1 0 0 0,-1-1 0 0 0,1 1 0 0 0,0-1 0 0 0,-1 1 1 0 0,1-1-1 0 0,-1 1 0 0 0,0 0 0 0 0,0-1 0 0 0,0 1 0 0 0,0 0 0 0 0,0 0 0 0 0,0-1 0 0 0,-1 1 0 0 0,1 0 0 0 0,-1 0 0 0 0,0 1 0 0 0,1-1 0 0 0,-1 0 0 0 0,0 0 0 0 0,0 1 0 0 0,0-1 1 0 0,0 1-1 0 0,0 0 0 0 0,-4-2 0 0 0,-12-7 10 0 0,1 1 0 0 0,-2 1 0 0 0,1 1 0 0 0,-1 1 0 0 0,0 0 1 0 0,-35-5-1 0 0,-124-5 23 0 0,131 13-41 0 0,33 1-3 0 0,10 1 3 0 0,-1 1 0 0 0,1 0 1 0 0,-1 0-1 0 0,1 0 0 0 0,-1 1 0 0 0,1-1 1 0 0,-1 1-1 0 0,1 0 0 0 0,-9 3 1 0 0,11-3-1 0 0,65 19 37 0 0,363 26 28 0 0,115 41-103 0 0,-536-86 42 0 0,35 10-25 0 0,-39-11 28 0 0,0 1 0 0 0,0-1 0 0 0,1 1 0 0 0,-1-1 0 0 0,0 1 0 0 0,0-1 0 0 0,0 1 0 0 0,0 0-1 0 0,0 0 1 0 0,0-1 0 0 0,0 1 0 0 0,0 0 0 0 0,0 0 0 0 0,0 0 0 0 0,0 0 0 0 0,0 0 0 0 0,-1 0 0 0 0,1 0 0 0 0,0 1 0 0 0,-1-1 0 0 0,1 0 0 0 0,-1 0 0 0 0,1 0-1 0 0,0 2 1 0 0,-2-1 5 0 0,0 0 0 0 0,0-1 0 0 0,-1 1-1 0 0,1-1 1 0 0,0 1 0 0 0,-1-1 0 0 0,1 1 0 0 0,0-1-1 0 0,-1 0 1 0 0,1 0 0 0 0,-1 0 0 0 0,0 0-1 0 0,1 0 1 0 0,-4 1 0 0 0,3-1 11 0 0,-28 14 67 0 0,-1-1-1 0 0,-1-2 1 0 0,0-1 0 0 0,-1-2 0 0 0,-46 8 0 0 0,55-12-51 0 0,-68 14 175 0 0,-2-3-1 0 0,-168 6 1 0 0,260-22-329 0 0,1 0 0 0 0,0 0 0 0 0,-1 0 0 0 0,1 0 0 0 0,0 0 0 0 0,0-1 0 0 0,-1 1 0 0 0,1 0 0 0 0,0-1 0 0 0,0 1 0 0 0,0-1 0 0 0,0 1 0 0 0,0-1 0 0 0,-1 0 0 0 0,1 0 0 0 0,0 1 0 0 0,0-1 0 0 0,0 0 0 0 0,1 0 0 0 0,-1 0 0 0 0,0 0 0 0 0,0 0 0 0 0,0 0 0 0 0,1 0 0 0 0,-1 0 0 0 0,1 0 0 0 0,-1 0 1 0 0,1 0-1 0 0,-1-1 0 0 0,1 1 0 0 0,-1 0 0 0 0,1 0 0 0 0,0-1 0 0 0,0 1 0 0 0,0 0 0 0 0,0 0 0 0 0,0-1 0 0 0,0 1 0 0 0,0 0 0 0 0,0-1 0 0 0,0 1 0 0 0,1-1 0 0 0,4-13-2055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4.7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173 212 6065 0 0,'0'0'-242'0'0,"-10"0"-25"0"0,6 0 329 0 0,10-2 308 0 0,9-3-324 0 0,1 0 1 0 0,-1 0-1 0 0,0-2 0 0 0,-1 0 1 0 0,17-10-1 0 0,-27 15-23 0 0,0-1 1 0 0,-1 1-1 0 0,1 0 0 0 0,-1-1 0 0 0,0 0 1 0 0,0 0-1 0 0,0 0 0 0 0,0 0 1 0 0,0 0-1 0 0,0 0 0 0 0,-1-1 0 0 0,0 1 1 0 0,0-1-1 0 0,0 0 0 0 0,0 0 1 0 0,0 0-1 0 0,-1 0 0 0 0,0 0 0 0 0,0 0 1 0 0,0 0-1 0 0,0 0 0 0 0,-1 0 1 0 0,1-1-1 0 0,-1 1 0 0 0,0 0 0 0 0,0 0 1 0 0,-2-7-1 0 0,2 8-16 0 0,-1 0-1 0 0,0 0 1 0 0,0 0 0 0 0,0 0-1 0 0,-1 1 1 0 0,1-1-1 0 0,-1 0 1 0 0,1 1 0 0 0,-1-1-1 0 0,0 1 1 0 0,0-1 0 0 0,0 1-1 0 0,0 0 1 0 0,0 0 0 0 0,-1 0-1 0 0,1 0 1 0 0,-1 0-1 0 0,1 1 1 0 0,-4-2 0 0 0,1 1-7 0 0,0 0 0 0 0,1 1 1 0 0,-1-1-1 0 0,0 1 0 0 0,-1 0 1 0 0,1 1-1 0 0,0 0 0 0 0,0-1 1 0 0,0 1-1 0 0,-8 2 0 0 0,1 0-12 0 0,0 0 0 0 0,0 1 0 0 0,1 0 0 0 0,0 1 0 0 0,0 0 0 0 0,0 1 0 0 0,0 0 0 0 0,0 1 0 0 0,-9 7 0 0 0,11-6-4 0 0,0 0 0 0 0,1 0 0 0 0,0 1 0 0 0,0 0 1 0 0,1 0-1 0 0,0 1 0 0 0,0 0 0 0 0,1 0 0 0 0,1 1 0 0 0,-1-1 0 0 0,-7 21 1 0 0,12-24 19 0 0,-1 0 1 0 0,1 1-1 0 0,0-1 1 0 0,0 0 0 0 0,1 0-1 0 0,0 1 1 0 0,0-1-1 0 0,0 0 1 0 0,1 1 0 0 0,0-1-1 0 0,0 0 1 0 0,1 0-1 0 0,0 0 1 0 0,0 0 0 0 0,0 0-1 0 0,1 0 1 0 0,-1 0-1 0 0,1-1 1 0 0,1 0 0 0 0,-1 1-1 0 0,1-1 1 0 0,5 5-1 0 0,5 5 24 0 0,1-1 0 0 0,0-1 0 0 0,0-1 0 0 0,2 0 1 0 0,-1-1-1 0 0,1-1 0 0 0,1-1 0 0 0,18 8 0 0 0,20 5 75 0 0,76 21 0 0 0,-112-38-419 0 0,0 0 0 0 0,0-2 0 0 0,0 0 0 0 0,0-1 0 0 0,1-1 0 0 0,-1-1 0 0 0,1-1 0 0 0,-1-1 0 0 0,1-1 0 0 0,-1 0 0 0 0,35-12 0 0 0,-10 1-1344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5.9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192 101 4772 0 0,'-17'-6'-201'0'0,"-9"0"209"0"0,1-2 0 0 0,1-1 0 0 0,-1-1 0 0 0,-37-22 0 0 0,60 31 54 0 0,1 1-53 0 0,1-1 0 0 0,-1 1 0 0 0,1 0 0 0 0,-1-1 0 0 0,0 1 0 0 0,1 0 0 0 0,-1-1 0 0 0,1 1 0 0 0,-1-1 0 0 0,1 1 0 0 0,-1-1 0 0 0,1 1 0 0 0,0-1 0 0 0,-1 1 0 0 0,1-1 0 0 0,-1 1 0 0 0,1-1 0 0 0,0 1 0 0 0,0-1 0 0 0,-1 0 0 0 0,1 1 0 0 0,0-1 0 0 0,0 0 0 0 0,0-1 0 0 0,-1 1-23 0 0,6 2-135 0 0,-1 0 144 0 0,1 0 0 0 0,0 1 0 0 0,-1-1 0 0 0,0 1 0 0 0,1 0 0 0 0,-1 0 0 0 0,0 0 0 0 0,0 1 0 0 0,0 0 0 0 0,7 6 0 0 0,45 42-66 0 0,-45-39 76 0 0,14 16-3 0 0,-1 1 0 0 0,-2 0 0 0 0,-1 2 0 0 0,24 46 0 0 0,-10-17 19 0 0,-24-41 153 0 0,-1 1-1 0 0,0 0 1 0 0,9 32 1053 0 0,-25-55-1016 0 0,-7-3-124 0 0,1 0-1 0 0,-1-1 1 0 0,2-1 0 0 0,-1 0-1 0 0,1-1 1 0 0,0 0-1 0 0,1-1 1 0 0,0 0 0 0 0,0 0-1 0 0,1-1 1 0 0,1-1 0 0 0,-9-12-1 0 0,5 4-20 0 0,1 0-1 0 0,0-1 0 0 0,2 0 1 0 0,1-1-1 0 0,0 0 0 0 0,1 0 0 0 0,-3-23 1 0 0,9 36-65 0 0,-1 1-1 0 0,2 0 1 0 0,-1 0 0 0 0,1 0 0 0 0,1 0 0 0 0,-1 0-1 0 0,1-1 1 0 0,1 1 0 0 0,-1 0 0 0 0,1 0 0 0 0,1 1-1 0 0,0-1 1 0 0,0 0 0 0 0,5-9 0 0 0,-6 16-5 0 0,0-1-1 0 0,-1 1 1 0 0,1 0 0 0 0,0-1 0 0 0,0 1-1 0 0,0 0 1 0 0,0 0 0 0 0,0 0 0 0 0,0 0-1 0 0,1 1 1 0 0,-1-1 0 0 0,0 1 0 0 0,0-1 0 0 0,1 1-1 0 0,-1 0 1 0 0,0 0 0 0 0,0 0 0 0 0,5 0-1 0 0,37 8-81 0 0,-28-1 63 0 0,-1 1 0 0 0,0 0 0 0 0,0 1-1 0 0,-1 1 1 0 0,-1 0 0 0 0,1 1 0 0 0,-2 0 0 0 0,1 1 0 0 0,17 24-1 0 0,3 8-66 0 0,45 81 0 0 0,-28-41 39 0 0,-27-32 1982 0 0,-26-53-1897 0 0,0 0 0 0 0,0 0-1 0 0,0 0 1 0 0,1 0 0 0 0,-1-1-1 0 0,0 1 1 0 0,1-1 0 0 0,-1 0 0 0 0,1 0-1 0 0,0 0 1 0 0,0 0 0 0 0,-1 0-1 0 0,-2-5 1 0 0,-25-33 308 0 0,21 26-293 0 0,1-1 0 0 0,0 0 1 0 0,2 0-1 0 0,-1-1 0 0 0,2 0 0 0 0,0 0 1 0 0,1 0-1 0 0,-2-17 0 0 0,5 26-54 0 0,1 1 0 0 0,0 0 0 0 0,0 0 0 0 0,0 0 0 0 0,1-1 0 0 0,0 1 0 0 0,0 0 0 0 0,1 0 0 0 0,-1 0 0 0 0,1 0 0 0 0,1 1 0 0 0,-1-1 0 0 0,1 0 0 0 0,0 1 0 0 0,0 0 0 0 0,1-1 0 0 0,-1 1 0 0 0,1 1 0 0 0,0-1 0 0 0,1 0 0 0 0,-1 1 0 0 0,1 0 0 0 0,-1 0 0 0 0,11-6 0 0 0,-7 6-11 0 0,0-1 0 0 0,0 1 0 0 0,0 1 0 0 0,0-1 0 0 0,1 1 0 0 0,0 1 0 0 0,-1 0 0 0 0,1 0 0 0 0,0 0 0 0 0,0 1 0 0 0,0 1 0 0 0,0-1 0 0 0,0 2 0 0 0,9 0 0 0 0,-5 1-7 0 0,0 1-1 0 0,0 0 0 0 0,0 1 0 0 0,-1 1 1 0 0,0 0-1 0 0,0 0 0 0 0,0 1 1 0 0,21 14-1 0 0,-15-6-10 0 0,-1-1 0 0 0,0 2 0 0 0,-1 0 0 0 0,-1 1 0 0 0,0 1 0 0 0,-1 0 0 0 0,-1 1 0 0 0,-1 1 0 0 0,0 0 0 0 0,-2 0 1 0 0,12 28-1 0 0,-19-38 5 0 0,2 1-7 0 0,-1 1 0 0 0,-1 0 1 0 0,0 0-1 0 0,0 0 0 0 0,-1 0 1 0 0,1 15-1 0 0,-3-24-225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7.2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380 776 6569 0 0,'-4'-3'-131'0'0,"-3"-8"-29"0"0,-2 1 0 0 0,0 1 0 0 0,0 0-1 0 0,-19-15 1 0 0,24 22 166 0 0,0-1 0 0 0,0 1 0 0 0,-1 1-1 0 0,1-1 1 0 0,0 0 0 0 0,-1 1 0 0 0,1 0 0 0 0,-1 0-1 0 0,0 1 1 0 0,1-1 0 0 0,-1 1 0 0 0,0 0 0 0 0,1 0-1 0 0,-1 0 1 0 0,1 1 0 0 0,-9 1 0 0 0,-1 2-15 0 0,0 0 0 0 0,0 0 0 0 0,1 1 0 0 0,-1 1 1 0 0,1 0-1 0 0,0 1 0 0 0,0 1 0 0 0,1 0 0 0 0,0 0 0 0 0,1 1 0 0 0,0 1 0 0 0,0 0 1 0 0,1 0-1 0 0,0 1 0 0 0,1 0 0 0 0,-14 21 0 0 0,21-28 17 0 0,1-1-1 0 0,-1 1 1 0 0,0-1-1 0 0,1 1 0 0 0,0 0 1 0 0,0-1-1 0 0,0 1 1 0 0,0 0-1 0 0,1 0 1 0 0,-1 0-1 0 0,1 0 1 0 0,0 0-1 0 0,0-1 0 0 0,1 1 1 0 0,-1 0-1 0 0,1 0 1 0 0,0 0-1 0 0,0 0 1 0 0,0-1-1 0 0,0 1 1 0 0,1 0-1 0 0,-1-1 0 0 0,1 1 1 0 0,0-1-1 0 0,0 0 1 0 0,0 0-1 0 0,1 1 1 0 0,-1-1-1 0 0,1-1 1 0 0,-1 1-1 0 0,1 0 0 0 0,0-1 1 0 0,0 1-1 0 0,0-1 1 0 0,1 0-1 0 0,-1 0 1 0 0,6 2-1 0 0,-2 0 13 0 0,1 0 1 0 0,-1 0-1 0 0,1-1 0 0 0,0 0 0 0 0,0-1 1 0 0,0 0-1 0 0,0 0 0 0 0,1-1 0 0 0,-1 0 1 0 0,0 0-1 0 0,1-1 0 0 0,-1 0 1 0 0,0-1-1 0 0,1 1 0 0 0,-1-2 0 0 0,15-3 1 0 0,-12 0 63 0 0,1 0 0 0 0,-1-1 1 0 0,-1 0-1 0 0,1-1 1 0 0,-1 0-1 0 0,0-1 1 0 0,0 0-1 0 0,-1-1 0 0 0,0 0 1 0 0,-1 0-1 0 0,0-1 1 0 0,0 0-1 0 0,-1 0 1 0 0,-1 0-1 0 0,1-1 1 0 0,-2 0-1 0 0,0-1 0 0 0,0 1 1 0 0,-1-1-1 0 0,0 0 1 0 0,-1 0-1 0 0,0-1 1 0 0,-1 1-1 0 0,1-17 0 0 0,-3 13 12 0 0,0-5 196 0 0,-3 21-172 0 0,-3 13-72 0 0,4-9-46 0 0,2-1-1 0 0,-1 1 0 0 0,0 0 0 0 0,1-1 0 0 0,-1 1 0 0 0,1 0 0 0 0,0 0 0 0 0,0-1 1 0 0,1 1-1 0 0,-1 0 0 0 0,1 0 0 0 0,0-1 0 0 0,2 7 0 0 0,20 43 24 0 0,-19-46-22 0 0,5 8 12 0 0,0-1 1 0 0,0-1 0 0 0,1 0-1 0 0,1 0 1 0 0,0-1 0 0 0,16 13-1 0 0,-20-18 3 0 0,1-1 0 0 0,-1 0 0 0 0,1 0 0 0 0,1-1 0 0 0,-1 0 0 0 0,1 0 0 0 0,0-1 0 0 0,0 0 0 0 0,0-1 0 0 0,0 0 0 0 0,19 3 0 0 0,-20-6-5 0 0,-1-1-1 0 0,1 0 1 0 0,-1 0-1 0 0,1-1 0 0 0,-1 0 1 0 0,0 0-1 0 0,0 0 1 0 0,0-1-1 0 0,0 0 1 0 0,0-1-1 0 0,-1 0 1 0 0,1 0-1 0 0,-1 0 1 0 0,0 0-1 0 0,0-1 1 0 0,0 0-1 0 0,-1-1 0 0 0,0 1 1 0 0,5-8-1 0 0,3-3 104 0 0,-1 0 0 0 0,0-1 0 0 0,-1 0 0 0 0,-1 0-1 0 0,15-38 1 0 0,-4-3 524 0 0,-21 56-622 0 0,1 8-56 0 0,4 7 35 0 0,0-1 1 0 0,1 1 0 0 0,0-1 0 0 0,1 0-1 0 0,0-1 1 0 0,1 0 0 0 0,0 0 0 0 0,1 0-1 0 0,0-1 1 0 0,0-1 0 0 0,1 1 0 0 0,1-1-1 0 0,-1-1 1 0 0,2 0 0 0 0,20 11 0 0 0,-21-12 13 0 0,0-1 1 0 0,0-1-1 0 0,1 0 0 0 0,-1-1 1 0 0,1 0-1 0 0,0-1 1 0 0,0 0-1 0 0,1 0 0 0 0,-1-2 1 0 0,0 1-1 0 0,1-2 1 0 0,-1 1-1 0 0,1-2 0 0 0,-1 0 1 0 0,0 0-1 0 0,1-1 1 0 0,22-7-1 0 0,-26 4-2 0 0,0 1 0 0 0,-1-1 0 0 0,1-1 0 0 0,-1 0 0 0 0,0 0 0 0 0,-1 0 0 0 0,0-1-1 0 0,0 0 1 0 0,0-1 0 0 0,-1 1 0 0 0,0-1 0 0 0,0-1 0 0 0,-1 1 0 0 0,0-1 0 0 0,-1 0 0 0 0,0 0 0 0 0,5-16 0 0 0,-1 0-17 0 0,-1-1 1 0 0,-1-1 0 0 0,-1 0-1 0 0,-2 1 1 0 0,1-35 0 0 0,-3-15 73 0 0,-3-1 1 0 0,-3 1 0 0 0,-4-1-1 0 0,-35-142 1 0 0,24 134 155 0 0,20 83-242 0 0,-12 25-62 0 0,9-13 71 0 0,0 1 1 0 0,1-1-1 0 0,0 1 0 0 0,0 0 0 0 0,2 0 1 0 0,-1 0-1 0 0,2 11 0 0 0,-2 22-7 0 0,-3 25 5 0 0,4 0-1 0 0,2 1 1 0 0,3-1 0 0 0,20 95-1 0 0,-19-139 19 0 0,1 0-1 0 0,1-1 1 0 0,1 1-1 0 0,14 25 1 0 0,-16-37-8 0 0,0 0 1 0 0,1 0 0 0 0,1 0-1 0 0,0-1 1 0 0,1 0 0 0 0,0-1-1 0 0,1 0 1 0 0,16 12 0 0 0,-22-19-117 0 0,0-1 1 0 0,0 0 0 0 0,0 0-1 0 0,1-1 1 0 0,-1 0 0 0 0,1 0-1 0 0,-1 0 1 0 0,1 0 0 0 0,5 0-1 0 0,-5-1-280 0 0,0-1-1 0 0,0 0 1 0 0,0 0 0 0 0,-1 0-1 0 0,1 0 1 0 0,0-1 0 0 0,0 0-1 0 0,-1-1 1 0 0,1 1 0 0 0,-1-1-1 0 0,1 0 1 0 0,-1 0-1 0 0,0-1 1 0 0,10-5 0 0 0,15-17-1953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17.4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138 67 6729 0 0,'-136'-65'4044'0'0,"135"64"-4431"0"0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1T15:45:20.0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151 56 5436 0 0,'-37'-31'-98'0'0,"33"28"152"0"0,1 0-1 0 0,-1 1 1 0 0,0-1 0 0 0,-1 1 0 0 0,1 0-1 0 0,0 0 1 0 0,0 0 0 0 0,-1 1 0 0 0,-6-2-1 0 0,9 3-49 0 0,-1-1 0 0 0,0 1 0 0 0,1 0 0 0 0,-1 0 0 0 0,0 0 0 0 0,1 0 0 0 0,-1 0 0 0 0,1 1 0 0 0,-1-1 0 0 0,0 1 0 0 0,1 0 0 0 0,-1-1 0 0 0,1 1 0 0 0,0 0 0 0 0,-1 1 0 0 0,1-1 0 0 0,0 0 0 0 0,0 1 0 0 0,-1-1 0 0 0,1 1 0 0 0,0 0 0 0 0,0-1 0 0 0,1 1 0 0 0,-1 0 0 0 0,0 0 0 0 0,-1 3 0 0 0,3-4-3 0 0,-1 0 0 0 0,1 0 0 0 0,0 0 1 0 0,0 0-1 0 0,-1-1 0 0 0,1 1 0 0 0,0 0 0 0 0,0 0 0 0 0,0 0 0 0 0,0 0 0 0 0,0 0 0 0 0,0 0 0 0 0,1 0 0 0 0,-1 0 0 0 0,0 0 1 0 0,0 0-1 0 0,1-1 0 0 0,-1 1 0 0 0,0 0 0 0 0,1 0 0 0 0,-1 0 0 0 0,1 0 0 0 0,-1-1 0 0 0,1 1 0 0 0,-1 0 0 0 0,1-1 1 0 0,0 1-1 0 0,-1 0 0 0 0,1-1 0 0 0,0 1 0 0 0,0-1 0 0 0,-1 1 0 0 0,1-1 0 0 0,0 1 0 0 0,0-1 0 0 0,0 1 0 0 0,0-1 0 0 0,1 0 1 0 0,-1 1-2 0 0,9 4 61 0 0,1 0 0 0 0,0-1-1 0 0,0 0 1 0 0,0-1 0 0 0,1 0 0 0 0,-1 0 0 0 0,1-2-1 0 0,21 2 1 0 0,-15-3 50 0 0,-1 0-1 0 0,0-1 1 0 0,0 0 0 0 0,0-2-1 0 0,22-6 1 0 0,-38 9-92 0 0,-1 0 1 0 0,1 0 0 0 0,-1 0-1 0 0,1 0 1 0 0,-1 0 0 0 0,0 0-1 0 0,1 0 1 0 0,-1 0 0 0 0,1 0-1 0 0,-1 0 1 0 0,1 0 0 0 0,-1-1-1 0 0,0 1 1 0 0,1 0-1 0 0,-1 0 1 0 0,0-1 0 0 0,1 1-1 0 0,-1 0 1 0 0,1 0 0 0 0,-1-1-1 0 0,0 1 1 0 0,0 0 0 0 0,1-1-1 0 0,-1 1 1 0 0,0-1 0 0 0,0 1-1 0 0,1 0 1 0 0,-1-1 0 0 0,0 1-1 0 0,0-1 1 0 0,0 1 0 0 0,0-1-1 0 0,0 1 1 0 0,1 0 0 0 0,-1-1-1 0 0,-13-10 276 0 0,-23-1-96 0 0,12 7-160 0 0,-1 2-1 0 0,1 1 0 0 0,-43 1 1 0 0,13 9-3237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15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7.xml"/><Relationship Id="rId18" Type="http://schemas.openxmlformats.org/officeDocument/2006/relationships/image" Target="../media/image12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9.png"/><Relationship Id="rId17" Type="http://schemas.openxmlformats.org/officeDocument/2006/relationships/customXml" Target="../ink/ink9.xml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5.xml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15.xml"/><Relationship Id="rId18" Type="http://schemas.openxmlformats.org/officeDocument/2006/relationships/image" Target="../media/image21.png"/><Relationship Id="rId3" Type="http://schemas.openxmlformats.org/officeDocument/2006/relationships/image" Target="../media/image13.png"/><Relationship Id="rId21" Type="http://schemas.openxmlformats.org/officeDocument/2006/relationships/customXml" Target="../ink/ink19.xml"/><Relationship Id="rId7" Type="http://schemas.openxmlformats.org/officeDocument/2006/relationships/customXml" Target="../ink/ink12.xml"/><Relationship Id="rId12" Type="http://schemas.openxmlformats.org/officeDocument/2006/relationships/image" Target="../media/image18.png"/><Relationship Id="rId17" Type="http://schemas.openxmlformats.org/officeDocument/2006/relationships/customXml" Target="../ink/ink17.xml"/><Relationship Id="rId2" Type="http://schemas.openxmlformats.org/officeDocument/2006/relationships/customXml" Target="../ink/ink10.xml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10" Type="http://schemas.openxmlformats.org/officeDocument/2006/relationships/image" Target="../media/image17.png"/><Relationship Id="rId19" Type="http://schemas.openxmlformats.org/officeDocument/2006/relationships/customXml" Target="../ink/ink18.xml"/><Relationship Id="rId4" Type="http://schemas.openxmlformats.org/officeDocument/2006/relationships/image" Target="../media/image14.png"/><Relationship Id="rId9" Type="http://schemas.openxmlformats.org/officeDocument/2006/relationships/customXml" Target="../ink/ink13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6.xml"/><Relationship Id="rId18" Type="http://schemas.openxmlformats.org/officeDocument/2006/relationships/image" Target="../media/image34.png"/><Relationship Id="rId26" Type="http://schemas.openxmlformats.org/officeDocument/2006/relationships/customXml" Target="../ink/ink32.xml"/><Relationship Id="rId39" Type="http://schemas.openxmlformats.org/officeDocument/2006/relationships/image" Target="../media/image45.png"/><Relationship Id="rId21" Type="http://schemas.openxmlformats.org/officeDocument/2006/relationships/image" Target="../media/image36.png"/><Relationship Id="rId34" Type="http://schemas.openxmlformats.org/officeDocument/2006/relationships/customXml" Target="../ink/ink36.xml"/><Relationship Id="rId42" Type="http://schemas.openxmlformats.org/officeDocument/2006/relationships/customXml" Target="../ink/ink40.xml"/><Relationship Id="rId47" Type="http://schemas.openxmlformats.org/officeDocument/2006/relationships/image" Target="../media/image49.png"/><Relationship Id="rId50" Type="http://schemas.openxmlformats.org/officeDocument/2006/relationships/customXml" Target="../ink/ink44.xml"/><Relationship Id="rId55" Type="http://schemas.openxmlformats.org/officeDocument/2006/relationships/image" Target="../media/image53.png"/><Relationship Id="rId63" Type="http://schemas.openxmlformats.org/officeDocument/2006/relationships/image" Target="../media/image57.png"/><Relationship Id="rId68" Type="http://schemas.openxmlformats.org/officeDocument/2006/relationships/customXml" Target="../ink/ink53.xml"/><Relationship Id="rId76" Type="http://schemas.openxmlformats.org/officeDocument/2006/relationships/customXml" Target="../ink/ink57.xml"/><Relationship Id="rId7" Type="http://schemas.openxmlformats.org/officeDocument/2006/relationships/customXml" Target="../ink/ink23.xml"/><Relationship Id="rId71" Type="http://schemas.openxmlformats.org/officeDocument/2006/relationships/image" Target="../media/image61.png"/><Relationship Id="rId2" Type="http://schemas.openxmlformats.org/officeDocument/2006/relationships/image" Target="../media/image26.png"/><Relationship Id="rId16" Type="http://schemas.openxmlformats.org/officeDocument/2006/relationships/image" Target="../media/image33.png"/><Relationship Id="rId29" Type="http://schemas.openxmlformats.org/officeDocument/2006/relationships/image" Target="../media/image40.png"/><Relationship Id="rId11" Type="http://schemas.openxmlformats.org/officeDocument/2006/relationships/customXml" Target="../ink/ink25.xml"/><Relationship Id="rId24" Type="http://schemas.openxmlformats.org/officeDocument/2006/relationships/customXml" Target="../ink/ink31.xml"/><Relationship Id="rId32" Type="http://schemas.openxmlformats.org/officeDocument/2006/relationships/customXml" Target="../ink/ink35.xml"/><Relationship Id="rId37" Type="http://schemas.openxmlformats.org/officeDocument/2006/relationships/image" Target="../media/image44.png"/><Relationship Id="rId40" Type="http://schemas.openxmlformats.org/officeDocument/2006/relationships/customXml" Target="../ink/ink39.xml"/><Relationship Id="rId45" Type="http://schemas.openxmlformats.org/officeDocument/2006/relationships/image" Target="../media/image48.png"/><Relationship Id="rId53" Type="http://schemas.openxmlformats.org/officeDocument/2006/relationships/image" Target="../media/image52.png"/><Relationship Id="rId58" Type="http://schemas.openxmlformats.org/officeDocument/2006/relationships/customXml" Target="../ink/ink48.xml"/><Relationship Id="rId66" Type="http://schemas.openxmlformats.org/officeDocument/2006/relationships/customXml" Target="../ink/ink52.xml"/><Relationship Id="rId74" Type="http://schemas.openxmlformats.org/officeDocument/2006/relationships/customXml" Target="../ink/ink56.xml"/><Relationship Id="rId79" Type="http://schemas.openxmlformats.org/officeDocument/2006/relationships/image" Target="../media/image65.png"/><Relationship Id="rId5" Type="http://schemas.openxmlformats.org/officeDocument/2006/relationships/customXml" Target="../ink/ink22.xml"/><Relationship Id="rId61" Type="http://schemas.openxmlformats.org/officeDocument/2006/relationships/image" Target="../media/image56.png"/><Relationship Id="rId10" Type="http://schemas.openxmlformats.org/officeDocument/2006/relationships/image" Target="../media/image30.png"/><Relationship Id="rId19" Type="http://schemas.openxmlformats.org/officeDocument/2006/relationships/image" Target="../media/image35.png"/><Relationship Id="rId31" Type="http://schemas.openxmlformats.org/officeDocument/2006/relationships/image" Target="../media/image41.png"/><Relationship Id="rId44" Type="http://schemas.openxmlformats.org/officeDocument/2006/relationships/customXml" Target="../ink/ink41.xml"/><Relationship Id="rId52" Type="http://schemas.openxmlformats.org/officeDocument/2006/relationships/customXml" Target="../ink/ink45.xml"/><Relationship Id="rId60" Type="http://schemas.openxmlformats.org/officeDocument/2006/relationships/customXml" Target="../ink/ink49.xml"/><Relationship Id="rId65" Type="http://schemas.openxmlformats.org/officeDocument/2006/relationships/image" Target="../media/image58.png"/><Relationship Id="rId73" Type="http://schemas.openxmlformats.org/officeDocument/2006/relationships/image" Target="../media/image62.png"/><Relationship Id="rId78" Type="http://schemas.openxmlformats.org/officeDocument/2006/relationships/customXml" Target="../ink/ink58.xml"/><Relationship Id="rId81" Type="http://schemas.openxmlformats.org/officeDocument/2006/relationships/image" Target="../media/image66.png"/><Relationship Id="rId4" Type="http://schemas.openxmlformats.org/officeDocument/2006/relationships/image" Target="../media/image27.png"/><Relationship Id="rId9" Type="http://schemas.openxmlformats.org/officeDocument/2006/relationships/customXml" Target="../ink/ink24.xml"/><Relationship Id="rId14" Type="http://schemas.openxmlformats.org/officeDocument/2006/relationships/image" Target="../media/image32.png"/><Relationship Id="rId22" Type="http://schemas.openxmlformats.org/officeDocument/2006/relationships/customXml" Target="../ink/ink30.xml"/><Relationship Id="rId27" Type="http://schemas.openxmlformats.org/officeDocument/2006/relationships/image" Target="../media/image39.png"/><Relationship Id="rId30" Type="http://schemas.openxmlformats.org/officeDocument/2006/relationships/customXml" Target="../ink/ink34.xml"/><Relationship Id="rId35" Type="http://schemas.openxmlformats.org/officeDocument/2006/relationships/image" Target="../media/image43.png"/><Relationship Id="rId43" Type="http://schemas.openxmlformats.org/officeDocument/2006/relationships/image" Target="../media/image47.png"/><Relationship Id="rId48" Type="http://schemas.openxmlformats.org/officeDocument/2006/relationships/customXml" Target="../ink/ink43.xml"/><Relationship Id="rId56" Type="http://schemas.openxmlformats.org/officeDocument/2006/relationships/customXml" Target="../ink/ink47.xml"/><Relationship Id="rId64" Type="http://schemas.openxmlformats.org/officeDocument/2006/relationships/customXml" Target="../ink/ink51.xml"/><Relationship Id="rId69" Type="http://schemas.openxmlformats.org/officeDocument/2006/relationships/image" Target="../media/image60.png"/><Relationship Id="rId77" Type="http://schemas.openxmlformats.org/officeDocument/2006/relationships/image" Target="../media/image64.png"/><Relationship Id="rId8" Type="http://schemas.openxmlformats.org/officeDocument/2006/relationships/image" Target="../media/image29.png"/><Relationship Id="rId51" Type="http://schemas.openxmlformats.org/officeDocument/2006/relationships/image" Target="../media/image51.png"/><Relationship Id="rId72" Type="http://schemas.openxmlformats.org/officeDocument/2006/relationships/customXml" Target="../ink/ink55.xml"/><Relationship Id="rId80" Type="http://schemas.openxmlformats.org/officeDocument/2006/relationships/customXml" Target="../ink/ink59.xml"/><Relationship Id="rId3" Type="http://schemas.openxmlformats.org/officeDocument/2006/relationships/customXml" Target="../ink/ink21.xml"/><Relationship Id="rId12" Type="http://schemas.openxmlformats.org/officeDocument/2006/relationships/image" Target="../media/image31.png"/><Relationship Id="rId17" Type="http://schemas.openxmlformats.org/officeDocument/2006/relationships/customXml" Target="../ink/ink28.xml"/><Relationship Id="rId25" Type="http://schemas.openxmlformats.org/officeDocument/2006/relationships/image" Target="../media/image38.png"/><Relationship Id="rId33" Type="http://schemas.openxmlformats.org/officeDocument/2006/relationships/image" Target="../media/image42.png"/><Relationship Id="rId38" Type="http://schemas.openxmlformats.org/officeDocument/2006/relationships/customXml" Target="../ink/ink38.xml"/><Relationship Id="rId46" Type="http://schemas.openxmlformats.org/officeDocument/2006/relationships/customXml" Target="../ink/ink42.xml"/><Relationship Id="rId59" Type="http://schemas.openxmlformats.org/officeDocument/2006/relationships/image" Target="../media/image55.png"/><Relationship Id="rId67" Type="http://schemas.openxmlformats.org/officeDocument/2006/relationships/image" Target="../media/image59.png"/><Relationship Id="rId20" Type="http://schemas.openxmlformats.org/officeDocument/2006/relationships/customXml" Target="../ink/ink29.xml"/><Relationship Id="rId41" Type="http://schemas.openxmlformats.org/officeDocument/2006/relationships/image" Target="../media/image46.png"/><Relationship Id="rId54" Type="http://schemas.openxmlformats.org/officeDocument/2006/relationships/customXml" Target="../ink/ink46.xml"/><Relationship Id="rId62" Type="http://schemas.openxmlformats.org/officeDocument/2006/relationships/customXml" Target="../ink/ink50.xml"/><Relationship Id="rId70" Type="http://schemas.openxmlformats.org/officeDocument/2006/relationships/customXml" Target="../ink/ink54.xml"/><Relationship Id="rId75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5" Type="http://schemas.openxmlformats.org/officeDocument/2006/relationships/customXml" Target="../ink/ink27.xml"/><Relationship Id="rId23" Type="http://schemas.openxmlformats.org/officeDocument/2006/relationships/image" Target="../media/image37.png"/><Relationship Id="rId28" Type="http://schemas.openxmlformats.org/officeDocument/2006/relationships/customXml" Target="../ink/ink33.xml"/><Relationship Id="rId36" Type="http://schemas.openxmlformats.org/officeDocument/2006/relationships/customXml" Target="../ink/ink37.xml"/><Relationship Id="rId49" Type="http://schemas.openxmlformats.org/officeDocument/2006/relationships/image" Target="../media/image50.png"/><Relationship Id="rId57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customXml" Target="../ink/ink65.xml"/><Relationship Id="rId3" Type="http://schemas.openxmlformats.org/officeDocument/2006/relationships/customXml" Target="../ink/ink60.xml"/><Relationship Id="rId7" Type="http://schemas.openxmlformats.org/officeDocument/2006/relationships/customXml" Target="../ink/ink62.xml"/><Relationship Id="rId12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customXml" Target="../ink/ink64.xml"/><Relationship Id="rId5" Type="http://schemas.openxmlformats.org/officeDocument/2006/relationships/customXml" Target="../ink/ink61.xml"/><Relationship Id="rId10" Type="http://schemas.openxmlformats.org/officeDocument/2006/relationships/image" Target="../media/image71.png"/><Relationship Id="rId4" Type="http://schemas.openxmlformats.org/officeDocument/2006/relationships/image" Target="../media/image68.png"/><Relationship Id="rId9" Type="http://schemas.openxmlformats.org/officeDocument/2006/relationships/customXml" Target="../ink/ink63.xml"/><Relationship Id="rId14" Type="http://schemas.openxmlformats.org/officeDocument/2006/relationships/image" Target="../media/image7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customXml" Target="../ink/ink71.xml"/><Relationship Id="rId18" Type="http://schemas.openxmlformats.org/officeDocument/2006/relationships/image" Target="../media/image82.png"/><Relationship Id="rId26" Type="http://schemas.openxmlformats.org/officeDocument/2006/relationships/image" Target="../media/image86.png"/><Relationship Id="rId39" Type="http://schemas.openxmlformats.org/officeDocument/2006/relationships/customXml" Target="../ink/ink84.xml"/><Relationship Id="rId3" Type="http://schemas.openxmlformats.org/officeDocument/2006/relationships/customXml" Target="../ink/ink66.xml"/><Relationship Id="rId21" Type="http://schemas.openxmlformats.org/officeDocument/2006/relationships/customXml" Target="../ink/ink75.xml"/><Relationship Id="rId34" Type="http://schemas.openxmlformats.org/officeDocument/2006/relationships/image" Target="../media/image90.png"/><Relationship Id="rId42" Type="http://schemas.openxmlformats.org/officeDocument/2006/relationships/image" Target="../media/image94.png"/><Relationship Id="rId7" Type="http://schemas.openxmlformats.org/officeDocument/2006/relationships/customXml" Target="../ink/ink68.xml"/><Relationship Id="rId12" Type="http://schemas.openxmlformats.org/officeDocument/2006/relationships/image" Target="../media/image79.png"/><Relationship Id="rId17" Type="http://schemas.openxmlformats.org/officeDocument/2006/relationships/customXml" Target="../ink/ink73.xml"/><Relationship Id="rId25" Type="http://schemas.openxmlformats.org/officeDocument/2006/relationships/customXml" Target="../ink/ink77.xml"/><Relationship Id="rId33" Type="http://schemas.openxmlformats.org/officeDocument/2006/relationships/customXml" Target="../ink/ink81.xml"/><Relationship Id="rId38" Type="http://schemas.openxmlformats.org/officeDocument/2006/relationships/image" Target="../media/image92.png"/><Relationship Id="rId2" Type="http://schemas.openxmlformats.org/officeDocument/2006/relationships/image" Target="../media/image74.png"/><Relationship Id="rId16" Type="http://schemas.openxmlformats.org/officeDocument/2006/relationships/image" Target="../media/image81.png"/><Relationship Id="rId20" Type="http://schemas.openxmlformats.org/officeDocument/2006/relationships/image" Target="../media/image83.png"/><Relationship Id="rId29" Type="http://schemas.openxmlformats.org/officeDocument/2006/relationships/customXml" Target="../ink/ink79.xml"/><Relationship Id="rId41" Type="http://schemas.openxmlformats.org/officeDocument/2006/relationships/customXml" Target="../ink/ink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customXml" Target="../ink/ink70.xml"/><Relationship Id="rId24" Type="http://schemas.openxmlformats.org/officeDocument/2006/relationships/image" Target="../media/image85.png"/><Relationship Id="rId32" Type="http://schemas.openxmlformats.org/officeDocument/2006/relationships/image" Target="../media/image89.png"/><Relationship Id="rId37" Type="http://schemas.openxmlformats.org/officeDocument/2006/relationships/customXml" Target="../ink/ink83.xml"/><Relationship Id="rId40" Type="http://schemas.openxmlformats.org/officeDocument/2006/relationships/image" Target="../media/image93.png"/><Relationship Id="rId5" Type="http://schemas.openxmlformats.org/officeDocument/2006/relationships/customXml" Target="../ink/ink67.xml"/><Relationship Id="rId15" Type="http://schemas.openxmlformats.org/officeDocument/2006/relationships/customXml" Target="../ink/ink72.xml"/><Relationship Id="rId23" Type="http://schemas.openxmlformats.org/officeDocument/2006/relationships/customXml" Target="../ink/ink76.xml"/><Relationship Id="rId28" Type="http://schemas.openxmlformats.org/officeDocument/2006/relationships/image" Target="../media/image87.png"/><Relationship Id="rId36" Type="http://schemas.openxmlformats.org/officeDocument/2006/relationships/image" Target="../media/image91.png"/><Relationship Id="rId10" Type="http://schemas.openxmlformats.org/officeDocument/2006/relationships/image" Target="../media/image78.png"/><Relationship Id="rId19" Type="http://schemas.openxmlformats.org/officeDocument/2006/relationships/customXml" Target="../ink/ink74.xml"/><Relationship Id="rId31" Type="http://schemas.openxmlformats.org/officeDocument/2006/relationships/customXml" Target="../ink/ink80.xml"/><Relationship Id="rId4" Type="http://schemas.openxmlformats.org/officeDocument/2006/relationships/image" Target="../media/image75.png"/><Relationship Id="rId9" Type="http://schemas.openxmlformats.org/officeDocument/2006/relationships/customXml" Target="../ink/ink69.xml"/><Relationship Id="rId14" Type="http://schemas.openxmlformats.org/officeDocument/2006/relationships/image" Target="../media/image80.png"/><Relationship Id="rId22" Type="http://schemas.openxmlformats.org/officeDocument/2006/relationships/image" Target="../media/image84.png"/><Relationship Id="rId27" Type="http://schemas.openxmlformats.org/officeDocument/2006/relationships/customXml" Target="../ink/ink78.xml"/><Relationship Id="rId30" Type="http://schemas.openxmlformats.org/officeDocument/2006/relationships/image" Target="../media/image88.png"/><Relationship Id="rId35" Type="http://schemas.openxmlformats.org/officeDocument/2006/relationships/customXml" Target="../ink/ink8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customXml" Target="../ink/ink91.xml"/><Relationship Id="rId18" Type="http://schemas.openxmlformats.org/officeDocument/2006/relationships/image" Target="../media/image103.png"/><Relationship Id="rId3" Type="http://schemas.openxmlformats.org/officeDocument/2006/relationships/customXml" Target="../ink/ink86.xml"/><Relationship Id="rId7" Type="http://schemas.openxmlformats.org/officeDocument/2006/relationships/customXml" Target="../ink/ink88.xml"/><Relationship Id="rId12" Type="http://schemas.openxmlformats.org/officeDocument/2006/relationships/image" Target="../media/image100.png"/><Relationship Id="rId17" Type="http://schemas.openxmlformats.org/officeDocument/2006/relationships/customXml" Target="../ink/ink93.xml"/><Relationship Id="rId2" Type="http://schemas.openxmlformats.org/officeDocument/2006/relationships/image" Target="../media/image95.png"/><Relationship Id="rId16" Type="http://schemas.openxmlformats.org/officeDocument/2006/relationships/image" Target="../media/image102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customXml" Target="../ink/ink90.xml"/><Relationship Id="rId5" Type="http://schemas.openxmlformats.org/officeDocument/2006/relationships/customXml" Target="../ink/ink87.xml"/><Relationship Id="rId15" Type="http://schemas.openxmlformats.org/officeDocument/2006/relationships/customXml" Target="../ink/ink92.xml"/><Relationship Id="rId10" Type="http://schemas.openxmlformats.org/officeDocument/2006/relationships/image" Target="../media/image99.png"/><Relationship Id="rId19" Type="http://schemas.openxmlformats.org/officeDocument/2006/relationships/customXml" Target="../ink/ink94.xml"/><Relationship Id="rId4" Type="http://schemas.openxmlformats.org/officeDocument/2006/relationships/image" Target="../media/image96.png"/><Relationship Id="rId9" Type="http://schemas.openxmlformats.org/officeDocument/2006/relationships/customXml" Target="../ink/ink89.xml"/><Relationship Id="rId14" Type="http://schemas.openxmlformats.org/officeDocument/2006/relationships/image" Target="../media/image10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5.xml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customXml" Target="../ink/ink96.xml"/><Relationship Id="rId7" Type="http://schemas.openxmlformats.org/officeDocument/2006/relationships/customXml" Target="../ink/ink98.xml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customXml" Target="../ink/ink97.xml"/><Relationship Id="rId10" Type="http://schemas.openxmlformats.org/officeDocument/2006/relationships/image" Target="../media/image112.png"/><Relationship Id="rId4" Type="http://schemas.openxmlformats.org/officeDocument/2006/relationships/image" Target="../media/image109.png"/><Relationship Id="rId9" Type="http://schemas.openxmlformats.org/officeDocument/2006/relationships/customXml" Target="../ink/ink99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5.xml"/><Relationship Id="rId18" Type="http://schemas.openxmlformats.org/officeDocument/2006/relationships/image" Target="../media/image121.png"/><Relationship Id="rId26" Type="http://schemas.openxmlformats.org/officeDocument/2006/relationships/image" Target="../media/image125.png"/><Relationship Id="rId39" Type="http://schemas.openxmlformats.org/officeDocument/2006/relationships/customXml" Target="../ink/ink118.xml"/><Relationship Id="rId21" Type="http://schemas.openxmlformats.org/officeDocument/2006/relationships/customXml" Target="../ink/ink109.xml"/><Relationship Id="rId34" Type="http://schemas.openxmlformats.org/officeDocument/2006/relationships/image" Target="../media/image129.png"/><Relationship Id="rId42" Type="http://schemas.openxmlformats.org/officeDocument/2006/relationships/image" Target="../media/image133.png"/><Relationship Id="rId47" Type="http://schemas.openxmlformats.org/officeDocument/2006/relationships/customXml" Target="../ink/ink122.xml"/><Relationship Id="rId50" Type="http://schemas.openxmlformats.org/officeDocument/2006/relationships/image" Target="../media/image137.png"/><Relationship Id="rId55" Type="http://schemas.openxmlformats.org/officeDocument/2006/relationships/customXml" Target="../ink/ink126.xml"/><Relationship Id="rId7" Type="http://schemas.openxmlformats.org/officeDocument/2006/relationships/customXml" Target="../ink/ink102.xml"/><Relationship Id="rId12" Type="http://schemas.openxmlformats.org/officeDocument/2006/relationships/image" Target="../media/image118.png"/><Relationship Id="rId17" Type="http://schemas.openxmlformats.org/officeDocument/2006/relationships/customXml" Target="../ink/ink107.xml"/><Relationship Id="rId25" Type="http://schemas.openxmlformats.org/officeDocument/2006/relationships/customXml" Target="../ink/ink111.xml"/><Relationship Id="rId33" Type="http://schemas.openxmlformats.org/officeDocument/2006/relationships/customXml" Target="../ink/ink115.xml"/><Relationship Id="rId38" Type="http://schemas.openxmlformats.org/officeDocument/2006/relationships/image" Target="../media/image131.png"/><Relationship Id="rId46" Type="http://schemas.openxmlformats.org/officeDocument/2006/relationships/image" Target="../media/image135.png"/><Relationship Id="rId2" Type="http://schemas.openxmlformats.org/officeDocument/2006/relationships/image" Target="../media/image113.png"/><Relationship Id="rId16" Type="http://schemas.openxmlformats.org/officeDocument/2006/relationships/image" Target="../media/image120.png"/><Relationship Id="rId20" Type="http://schemas.openxmlformats.org/officeDocument/2006/relationships/image" Target="../media/image122.png"/><Relationship Id="rId29" Type="http://schemas.openxmlformats.org/officeDocument/2006/relationships/customXml" Target="../ink/ink113.xml"/><Relationship Id="rId41" Type="http://schemas.openxmlformats.org/officeDocument/2006/relationships/customXml" Target="../ink/ink119.xml"/><Relationship Id="rId54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customXml" Target="../ink/ink104.xml"/><Relationship Id="rId24" Type="http://schemas.openxmlformats.org/officeDocument/2006/relationships/image" Target="../media/image124.png"/><Relationship Id="rId32" Type="http://schemas.openxmlformats.org/officeDocument/2006/relationships/image" Target="../media/image128.png"/><Relationship Id="rId37" Type="http://schemas.openxmlformats.org/officeDocument/2006/relationships/customXml" Target="../ink/ink117.xml"/><Relationship Id="rId40" Type="http://schemas.openxmlformats.org/officeDocument/2006/relationships/image" Target="../media/image132.png"/><Relationship Id="rId45" Type="http://schemas.openxmlformats.org/officeDocument/2006/relationships/customXml" Target="../ink/ink121.xml"/><Relationship Id="rId53" Type="http://schemas.openxmlformats.org/officeDocument/2006/relationships/customXml" Target="../ink/ink125.xml"/><Relationship Id="rId58" Type="http://schemas.openxmlformats.org/officeDocument/2006/relationships/image" Target="../media/image141.png"/><Relationship Id="rId5" Type="http://schemas.openxmlformats.org/officeDocument/2006/relationships/customXml" Target="../ink/ink101.xml"/><Relationship Id="rId15" Type="http://schemas.openxmlformats.org/officeDocument/2006/relationships/customXml" Target="../ink/ink106.xml"/><Relationship Id="rId23" Type="http://schemas.openxmlformats.org/officeDocument/2006/relationships/customXml" Target="../ink/ink110.xml"/><Relationship Id="rId28" Type="http://schemas.openxmlformats.org/officeDocument/2006/relationships/image" Target="../media/image126.png"/><Relationship Id="rId36" Type="http://schemas.openxmlformats.org/officeDocument/2006/relationships/image" Target="../media/image130.png"/><Relationship Id="rId49" Type="http://schemas.openxmlformats.org/officeDocument/2006/relationships/customXml" Target="../ink/ink123.xml"/><Relationship Id="rId57" Type="http://schemas.openxmlformats.org/officeDocument/2006/relationships/customXml" Target="../ink/ink127.xml"/><Relationship Id="rId10" Type="http://schemas.openxmlformats.org/officeDocument/2006/relationships/image" Target="../media/image117.png"/><Relationship Id="rId19" Type="http://schemas.openxmlformats.org/officeDocument/2006/relationships/customXml" Target="../ink/ink108.xml"/><Relationship Id="rId31" Type="http://schemas.openxmlformats.org/officeDocument/2006/relationships/customXml" Target="../ink/ink114.xml"/><Relationship Id="rId44" Type="http://schemas.openxmlformats.org/officeDocument/2006/relationships/image" Target="../media/image134.png"/><Relationship Id="rId52" Type="http://schemas.openxmlformats.org/officeDocument/2006/relationships/image" Target="../media/image138.png"/><Relationship Id="rId4" Type="http://schemas.openxmlformats.org/officeDocument/2006/relationships/image" Target="../media/image114.png"/><Relationship Id="rId9" Type="http://schemas.openxmlformats.org/officeDocument/2006/relationships/customXml" Target="../ink/ink103.xml"/><Relationship Id="rId14" Type="http://schemas.openxmlformats.org/officeDocument/2006/relationships/image" Target="../media/image119.png"/><Relationship Id="rId22" Type="http://schemas.openxmlformats.org/officeDocument/2006/relationships/image" Target="../media/image123.png"/><Relationship Id="rId27" Type="http://schemas.openxmlformats.org/officeDocument/2006/relationships/customXml" Target="../ink/ink112.xml"/><Relationship Id="rId30" Type="http://schemas.openxmlformats.org/officeDocument/2006/relationships/image" Target="../media/image127.png"/><Relationship Id="rId35" Type="http://schemas.openxmlformats.org/officeDocument/2006/relationships/customXml" Target="../ink/ink116.xml"/><Relationship Id="rId43" Type="http://schemas.openxmlformats.org/officeDocument/2006/relationships/customXml" Target="../ink/ink120.xml"/><Relationship Id="rId48" Type="http://schemas.openxmlformats.org/officeDocument/2006/relationships/image" Target="../media/image136.png"/><Relationship Id="rId56" Type="http://schemas.openxmlformats.org/officeDocument/2006/relationships/image" Target="../media/image140.png"/><Relationship Id="rId8" Type="http://schemas.openxmlformats.org/officeDocument/2006/relationships/image" Target="../media/image116.png"/><Relationship Id="rId51" Type="http://schemas.openxmlformats.org/officeDocument/2006/relationships/customXml" Target="../ink/ink124.xml"/><Relationship Id="rId3" Type="http://schemas.openxmlformats.org/officeDocument/2006/relationships/customXml" Target="../ink/ink10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8.xml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png"/><Relationship Id="rId18" Type="http://schemas.openxmlformats.org/officeDocument/2006/relationships/customXml" Target="../ink/ink136.xml"/><Relationship Id="rId26" Type="http://schemas.openxmlformats.org/officeDocument/2006/relationships/customXml" Target="../ink/ink140.xml"/><Relationship Id="rId39" Type="http://schemas.openxmlformats.org/officeDocument/2006/relationships/image" Target="../media/image162.png"/><Relationship Id="rId21" Type="http://schemas.openxmlformats.org/officeDocument/2006/relationships/image" Target="../media/image153.png"/><Relationship Id="rId34" Type="http://schemas.openxmlformats.org/officeDocument/2006/relationships/customXml" Target="../ink/ink144.xml"/><Relationship Id="rId42" Type="http://schemas.openxmlformats.org/officeDocument/2006/relationships/customXml" Target="../ink/ink148.xml"/><Relationship Id="rId47" Type="http://schemas.openxmlformats.org/officeDocument/2006/relationships/image" Target="../media/image166.png"/><Relationship Id="rId50" Type="http://schemas.openxmlformats.org/officeDocument/2006/relationships/customXml" Target="../ink/ink152.xml"/><Relationship Id="rId55" Type="http://schemas.openxmlformats.org/officeDocument/2006/relationships/image" Target="../media/image170.png"/><Relationship Id="rId63" Type="http://schemas.openxmlformats.org/officeDocument/2006/relationships/image" Target="../media/image174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135.xml"/><Relationship Id="rId20" Type="http://schemas.openxmlformats.org/officeDocument/2006/relationships/customXml" Target="../ink/ink137.xml"/><Relationship Id="rId29" Type="http://schemas.openxmlformats.org/officeDocument/2006/relationships/image" Target="../media/image157.png"/><Relationship Id="rId41" Type="http://schemas.openxmlformats.org/officeDocument/2006/relationships/image" Target="../media/image163.png"/><Relationship Id="rId54" Type="http://schemas.openxmlformats.org/officeDocument/2006/relationships/customXml" Target="../ink/ink154.xml"/><Relationship Id="rId62" Type="http://schemas.openxmlformats.org/officeDocument/2006/relationships/customXml" Target="../ink/ink1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0.xml"/><Relationship Id="rId11" Type="http://schemas.openxmlformats.org/officeDocument/2006/relationships/image" Target="../media/image148.png"/><Relationship Id="rId24" Type="http://schemas.openxmlformats.org/officeDocument/2006/relationships/customXml" Target="../ink/ink139.xml"/><Relationship Id="rId32" Type="http://schemas.openxmlformats.org/officeDocument/2006/relationships/customXml" Target="../ink/ink143.xml"/><Relationship Id="rId37" Type="http://schemas.openxmlformats.org/officeDocument/2006/relationships/image" Target="../media/image161.png"/><Relationship Id="rId40" Type="http://schemas.openxmlformats.org/officeDocument/2006/relationships/customXml" Target="../ink/ink147.xml"/><Relationship Id="rId45" Type="http://schemas.openxmlformats.org/officeDocument/2006/relationships/image" Target="../media/image165.png"/><Relationship Id="rId53" Type="http://schemas.openxmlformats.org/officeDocument/2006/relationships/image" Target="../media/image169.png"/><Relationship Id="rId58" Type="http://schemas.openxmlformats.org/officeDocument/2006/relationships/customXml" Target="../ink/ink156.xml"/><Relationship Id="rId5" Type="http://schemas.openxmlformats.org/officeDocument/2006/relationships/image" Target="../media/image145.png"/><Relationship Id="rId15" Type="http://schemas.openxmlformats.org/officeDocument/2006/relationships/image" Target="../media/image150.png"/><Relationship Id="rId23" Type="http://schemas.openxmlformats.org/officeDocument/2006/relationships/image" Target="../media/image154.png"/><Relationship Id="rId28" Type="http://schemas.openxmlformats.org/officeDocument/2006/relationships/customXml" Target="../ink/ink141.xml"/><Relationship Id="rId36" Type="http://schemas.openxmlformats.org/officeDocument/2006/relationships/customXml" Target="../ink/ink145.xml"/><Relationship Id="rId49" Type="http://schemas.openxmlformats.org/officeDocument/2006/relationships/image" Target="../media/image167.png"/><Relationship Id="rId57" Type="http://schemas.openxmlformats.org/officeDocument/2006/relationships/image" Target="../media/image171.png"/><Relationship Id="rId61" Type="http://schemas.openxmlformats.org/officeDocument/2006/relationships/image" Target="../media/image173.png"/><Relationship Id="rId10" Type="http://schemas.openxmlformats.org/officeDocument/2006/relationships/customXml" Target="../ink/ink132.xml"/><Relationship Id="rId19" Type="http://schemas.openxmlformats.org/officeDocument/2006/relationships/image" Target="../media/image152.png"/><Relationship Id="rId31" Type="http://schemas.openxmlformats.org/officeDocument/2006/relationships/image" Target="../media/image158.png"/><Relationship Id="rId44" Type="http://schemas.openxmlformats.org/officeDocument/2006/relationships/customXml" Target="../ink/ink149.xml"/><Relationship Id="rId52" Type="http://schemas.openxmlformats.org/officeDocument/2006/relationships/customXml" Target="../ink/ink153.xml"/><Relationship Id="rId60" Type="http://schemas.openxmlformats.org/officeDocument/2006/relationships/customXml" Target="../ink/ink157.xml"/><Relationship Id="rId65" Type="http://schemas.openxmlformats.org/officeDocument/2006/relationships/image" Target="../media/image175.png"/><Relationship Id="rId4" Type="http://schemas.openxmlformats.org/officeDocument/2006/relationships/customXml" Target="../ink/ink129.xml"/><Relationship Id="rId9" Type="http://schemas.openxmlformats.org/officeDocument/2006/relationships/image" Target="../media/image147.png"/><Relationship Id="rId14" Type="http://schemas.openxmlformats.org/officeDocument/2006/relationships/customXml" Target="../ink/ink134.xml"/><Relationship Id="rId22" Type="http://schemas.openxmlformats.org/officeDocument/2006/relationships/customXml" Target="../ink/ink138.xml"/><Relationship Id="rId27" Type="http://schemas.openxmlformats.org/officeDocument/2006/relationships/image" Target="../media/image156.png"/><Relationship Id="rId30" Type="http://schemas.openxmlformats.org/officeDocument/2006/relationships/customXml" Target="../ink/ink142.xml"/><Relationship Id="rId35" Type="http://schemas.openxmlformats.org/officeDocument/2006/relationships/image" Target="../media/image160.png"/><Relationship Id="rId43" Type="http://schemas.openxmlformats.org/officeDocument/2006/relationships/image" Target="../media/image164.png"/><Relationship Id="rId48" Type="http://schemas.openxmlformats.org/officeDocument/2006/relationships/customXml" Target="../ink/ink151.xml"/><Relationship Id="rId56" Type="http://schemas.openxmlformats.org/officeDocument/2006/relationships/customXml" Target="../ink/ink155.xml"/><Relationship Id="rId64" Type="http://schemas.openxmlformats.org/officeDocument/2006/relationships/customXml" Target="../ink/ink159.xml"/><Relationship Id="rId8" Type="http://schemas.openxmlformats.org/officeDocument/2006/relationships/customXml" Target="../ink/ink131.xml"/><Relationship Id="rId51" Type="http://schemas.openxmlformats.org/officeDocument/2006/relationships/image" Target="../media/image168.png"/><Relationship Id="rId3" Type="http://schemas.openxmlformats.org/officeDocument/2006/relationships/image" Target="../media/image144.png"/><Relationship Id="rId12" Type="http://schemas.openxmlformats.org/officeDocument/2006/relationships/customXml" Target="../ink/ink133.xml"/><Relationship Id="rId17" Type="http://schemas.openxmlformats.org/officeDocument/2006/relationships/image" Target="../media/image151.png"/><Relationship Id="rId25" Type="http://schemas.openxmlformats.org/officeDocument/2006/relationships/image" Target="../media/image155.png"/><Relationship Id="rId33" Type="http://schemas.openxmlformats.org/officeDocument/2006/relationships/image" Target="../media/image159.png"/><Relationship Id="rId38" Type="http://schemas.openxmlformats.org/officeDocument/2006/relationships/customXml" Target="../ink/ink146.xml"/><Relationship Id="rId46" Type="http://schemas.openxmlformats.org/officeDocument/2006/relationships/customXml" Target="../ink/ink150.xml"/><Relationship Id="rId59" Type="http://schemas.openxmlformats.org/officeDocument/2006/relationships/image" Target="../media/image17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3811E7-7BCF-1F17-3B49-89386B1C5AE6}"/>
              </a:ext>
            </a:extLst>
          </p:cNvPr>
          <p:cNvSpPr txBox="1"/>
          <p:nvPr/>
        </p:nvSpPr>
        <p:spPr>
          <a:xfrm>
            <a:off x="424206" y="2659559"/>
            <a:ext cx="114912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Automation </a:t>
            </a:r>
          </a:p>
          <a:p>
            <a:pPr algn="ctr"/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weather every hour and send me an email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82D0-85D6-1412-6738-8E2C1FC1F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53C55-877F-B3ED-0E95-D3859783E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1727973"/>
            <a:ext cx="8043959" cy="50214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75ED62-17AA-95E9-C960-4E67E89E7618}"/>
                  </a:ext>
                </a:extLst>
              </p14:cNvPr>
              <p14:cNvContentPartPr/>
              <p14:nvPr/>
            </p14:nvContentPartPr>
            <p14:xfrm>
              <a:off x="7241904" y="5341176"/>
              <a:ext cx="238320" cy="180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75ED62-17AA-95E9-C960-4E67E89E76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23904" y="5323176"/>
                <a:ext cx="273960" cy="21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795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2872-3348-6F91-C480-D5F3C6F32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5C3143-C63E-3D5F-81CF-B6495131E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98401"/>
            <a:ext cx="11039856" cy="50896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14EF07-AE77-AAB0-560C-C4586386E679}"/>
                  </a:ext>
                </a:extLst>
              </p14:cNvPr>
              <p14:cNvContentPartPr/>
              <p14:nvPr/>
            </p14:nvContentPartPr>
            <p14:xfrm>
              <a:off x="1792224" y="4157496"/>
              <a:ext cx="553680" cy="268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14EF07-AE77-AAB0-560C-C4586386E6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4224" y="4139496"/>
                <a:ext cx="58932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E11C63-D755-DC6C-9B6B-9EB67DC7EA23}"/>
                  </a:ext>
                </a:extLst>
              </p14:cNvPr>
              <p14:cNvContentPartPr/>
              <p14:nvPr/>
            </p14:nvContentPartPr>
            <p14:xfrm>
              <a:off x="1627704" y="4908816"/>
              <a:ext cx="329760" cy="188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E11C63-D755-DC6C-9B6B-9EB67DC7EA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9704" y="4891176"/>
                <a:ext cx="3654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4EBEA8B-8B3C-BDA5-BC6A-040B941906C5}"/>
                  </a:ext>
                </a:extLst>
              </p14:cNvPr>
              <p14:cNvContentPartPr/>
              <p14:nvPr/>
            </p14:nvContentPartPr>
            <p14:xfrm>
              <a:off x="11255904" y="1856736"/>
              <a:ext cx="346680" cy="250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4EBEA8B-8B3C-BDA5-BC6A-040B941906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238264" y="1838736"/>
                <a:ext cx="38232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B917019-4BEB-3DE3-D9D7-5147F4D52F08}"/>
              </a:ext>
            </a:extLst>
          </p:cNvPr>
          <p:cNvGrpSpPr/>
          <p:nvPr/>
        </p:nvGrpSpPr>
        <p:grpSpPr>
          <a:xfrm>
            <a:off x="10274184" y="2322216"/>
            <a:ext cx="1510560" cy="399240"/>
            <a:chOff x="10274184" y="2322216"/>
            <a:chExt cx="151056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66F233-E162-25D2-92EA-3B28437F90E2}"/>
                    </a:ext>
                  </a:extLst>
                </p14:cNvPr>
                <p14:cNvContentPartPr/>
                <p14:nvPr/>
              </p14:nvContentPartPr>
              <p14:xfrm>
                <a:off x="10274184" y="2449656"/>
                <a:ext cx="385560" cy="199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66F233-E162-25D2-92EA-3B28437F90E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56184" y="2431656"/>
                  <a:ext cx="421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4CBEBCC-E987-100F-B776-2D5232479F96}"/>
                    </a:ext>
                  </a:extLst>
                </p14:cNvPr>
                <p14:cNvContentPartPr/>
                <p14:nvPr/>
              </p14:nvContentPartPr>
              <p14:xfrm>
                <a:off x="10615824" y="2322216"/>
                <a:ext cx="57960" cy="239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4CBEBCC-E987-100F-B776-2D5232479F9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598184" y="2304576"/>
                  <a:ext cx="936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328EDE7-C3E3-E56B-1BBB-858EEA66C0AC}"/>
                    </a:ext>
                  </a:extLst>
                </p14:cNvPr>
                <p14:cNvContentPartPr/>
                <p14:nvPr/>
              </p14:nvContentPartPr>
              <p14:xfrm>
                <a:off x="10779624" y="2449656"/>
                <a:ext cx="183600" cy="176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328EDE7-C3E3-E56B-1BBB-858EEA66C0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761984" y="2431656"/>
                  <a:ext cx="219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854139-19CD-2347-C396-A5E61A6A8F42}"/>
                    </a:ext>
                  </a:extLst>
                </p14:cNvPr>
                <p14:cNvContentPartPr/>
                <p14:nvPr/>
              </p14:nvContentPartPr>
              <p14:xfrm>
                <a:off x="11123784" y="2477736"/>
                <a:ext cx="205200" cy="212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854139-19CD-2347-C396-A5E61A6A8F4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05784" y="2460096"/>
                  <a:ext cx="2408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1BEBC7B-EFEC-F5FB-4579-9B22976876A8}"/>
                    </a:ext>
                  </a:extLst>
                </p14:cNvPr>
                <p14:cNvContentPartPr/>
                <p14:nvPr/>
              </p14:nvContentPartPr>
              <p14:xfrm>
                <a:off x="11466504" y="2485656"/>
                <a:ext cx="318240" cy="235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1BEBC7B-EFEC-F5FB-4579-9B22976876A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448504" y="2467656"/>
                  <a:ext cx="353880" cy="27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636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FAE5-F516-F142-3655-701543C8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19235C5-AC2C-264B-C0AE-7B21301B1695}"/>
                  </a:ext>
                </a:extLst>
              </p14:cNvPr>
              <p14:cNvContentPartPr/>
              <p14:nvPr/>
            </p14:nvContentPartPr>
            <p14:xfrm>
              <a:off x="3885984" y="425181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19235C5-AC2C-264B-C0AE-7B21301B16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68344" y="423381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051219B-4AA9-6D18-01DB-5BCEFFC42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92" y="2228730"/>
            <a:ext cx="9631119" cy="444879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6CD04BD-FCE1-2A7D-4B3C-CAB4A7A6F5BD}"/>
              </a:ext>
            </a:extLst>
          </p:cNvPr>
          <p:cNvGrpSpPr/>
          <p:nvPr/>
        </p:nvGrpSpPr>
        <p:grpSpPr>
          <a:xfrm>
            <a:off x="4317624" y="3623976"/>
            <a:ext cx="446400" cy="646200"/>
            <a:chOff x="4317624" y="3623976"/>
            <a:chExt cx="446400" cy="64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D5C06C-A8C1-D28A-DBDA-F48EFFF1FA3D}"/>
                    </a:ext>
                  </a:extLst>
                </p14:cNvPr>
                <p14:cNvContentPartPr/>
                <p14:nvPr/>
              </p14:nvContentPartPr>
              <p14:xfrm>
                <a:off x="4561704" y="4027896"/>
                <a:ext cx="10440" cy="162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D5C06C-A8C1-D28A-DBDA-F48EFFF1FA3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44064" y="4009896"/>
                  <a:ext cx="46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6526D9-D015-2719-CF3A-6040F3EF5A6A}"/>
                    </a:ext>
                  </a:extLst>
                </p14:cNvPr>
                <p14:cNvContentPartPr/>
                <p14:nvPr/>
              </p14:nvContentPartPr>
              <p14:xfrm>
                <a:off x="4415184" y="3916656"/>
                <a:ext cx="348840" cy="353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6526D9-D015-2719-CF3A-6040F3EF5A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97544" y="3899016"/>
                  <a:ext cx="3844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FD6323E-A57D-97C2-FF46-AC80A78660D7}"/>
                    </a:ext>
                  </a:extLst>
                </p14:cNvPr>
                <p14:cNvContentPartPr/>
                <p14:nvPr/>
              </p14:nvContentPartPr>
              <p14:xfrm>
                <a:off x="4317624" y="3623976"/>
                <a:ext cx="387720" cy="236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FD6323E-A57D-97C2-FF46-AC80A78660D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99624" y="3606336"/>
                  <a:ext cx="42336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3A0451-4628-E278-7910-266E50F48A25}"/>
              </a:ext>
            </a:extLst>
          </p:cNvPr>
          <p:cNvGrpSpPr/>
          <p:nvPr/>
        </p:nvGrpSpPr>
        <p:grpSpPr>
          <a:xfrm>
            <a:off x="7653024" y="2923776"/>
            <a:ext cx="778320" cy="451440"/>
            <a:chOff x="7653024" y="2923776"/>
            <a:chExt cx="77832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B68B1C-79B8-70E8-0D5C-E30475FE9DC5}"/>
                    </a:ext>
                  </a:extLst>
                </p14:cNvPr>
                <p14:cNvContentPartPr/>
                <p14:nvPr/>
              </p14:nvContentPartPr>
              <p14:xfrm>
                <a:off x="7772544" y="3132576"/>
                <a:ext cx="231120" cy="12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B68B1C-79B8-70E8-0D5C-E30475FE9DC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54904" y="3114936"/>
                  <a:ext cx="266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99DE29-83F3-220A-F22F-B14DDE7122C3}"/>
                    </a:ext>
                  </a:extLst>
                </p14:cNvPr>
                <p14:cNvContentPartPr/>
                <p14:nvPr/>
              </p14:nvContentPartPr>
              <p14:xfrm>
                <a:off x="7653024" y="3045816"/>
                <a:ext cx="444240" cy="329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99DE29-83F3-220A-F22F-B14DDE7122C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35384" y="3028176"/>
                  <a:ext cx="4798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A5308E-29B1-9B81-C7B1-26DF086E97AD}"/>
                    </a:ext>
                  </a:extLst>
                </p14:cNvPr>
                <p14:cNvContentPartPr/>
                <p14:nvPr/>
              </p14:nvContentPartPr>
              <p14:xfrm>
                <a:off x="8123904" y="2923776"/>
                <a:ext cx="307440" cy="90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A5308E-29B1-9B81-C7B1-26DF086E97A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06264" y="2905776"/>
                  <a:ext cx="34308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DFB728-7706-9E9D-D1FC-AC65B46C8389}"/>
              </a:ext>
            </a:extLst>
          </p:cNvPr>
          <p:cNvGrpSpPr/>
          <p:nvPr/>
        </p:nvGrpSpPr>
        <p:grpSpPr>
          <a:xfrm>
            <a:off x="8485344" y="3811896"/>
            <a:ext cx="819360" cy="411480"/>
            <a:chOff x="8485344" y="3811896"/>
            <a:chExt cx="81936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DC1CD3-8D74-2EEC-204F-0565D6262345}"/>
                    </a:ext>
                  </a:extLst>
                </p14:cNvPr>
                <p14:cNvContentPartPr/>
                <p14:nvPr/>
              </p14:nvContentPartPr>
              <p14:xfrm>
                <a:off x="8580024" y="3962736"/>
                <a:ext cx="167760" cy="155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DC1CD3-8D74-2EEC-204F-0565D626234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62384" y="3944736"/>
                  <a:ext cx="203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E096BB5-8A49-DF30-1E59-39C3D517D10D}"/>
                    </a:ext>
                  </a:extLst>
                </p14:cNvPr>
                <p14:cNvContentPartPr/>
                <p14:nvPr/>
              </p14:nvContentPartPr>
              <p14:xfrm>
                <a:off x="8485344" y="3895776"/>
                <a:ext cx="384840" cy="32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E096BB5-8A49-DF30-1E59-39C3D517D10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67704" y="3878136"/>
                  <a:ext cx="4204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F58229-F31B-ABB5-7859-48D8F58C378F}"/>
                    </a:ext>
                  </a:extLst>
                </p14:cNvPr>
                <p14:cNvContentPartPr/>
                <p14:nvPr/>
              </p14:nvContentPartPr>
              <p14:xfrm>
                <a:off x="8910144" y="3811896"/>
                <a:ext cx="394560" cy="131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F58229-F31B-ABB5-7859-48D8F58C378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92144" y="3793896"/>
                  <a:ext cx="430200" cy="16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939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FE47D-6A7D-7028-2ED0-4811A06FA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3CA11F-5447-FDA5-C499-3D827E288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828" y="2323467"/>
            <a:ext cx="9354856" cy="45345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90E765-C501-C903-BF42-F693340374ED}"/>
                  </a:ext>
                </a:extLst>
              </p14:cNvPr>
              <p14:cNvContentPartPr/>
              <p14:nvPr/>
            </p14:nvContentPartPr>
            <p14:xfrm>
              <a:off x="8662464" y="5000256"/>
              <a:ext cx="421920" cy="187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90E765-C501-C903-BF42-F693340374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4464" y="4982256"/>
                <a:ext cx="457560" cy="22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579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18CA1-07DA-CEA5-9408-CC771AAC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0F7771-0C3B-341E-D3ED-0E5DCE411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790343"/>
            <a:ext cx="11698224" cy="498744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15032A1-F2D2-F84B-89FD-A523F3A51B03}"/>
              </a:ext>
            </a:extLst>
          </p:cNvPr>
          <p:cNvGrpSpPr/>
          <p:nvPr/>
        </p:nvGrpSpPr>
        <p:grpSpPr>
          <a:xfrm>
            <a:off x="1772424" y="3631176"/>
            <a:ext cx="963000" cy="464400"/>
            <a:chOff x="1772424" y="3631176"/>
            <a:chExt cx="963000" cy="46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902EBE-CB09-9DE1-5B2E-07EF7F4FEE08}"/>
                    </a:ext>
                  </a:extLst>
                </p14:cNvPr>
                <p14:cNvContentPartPr/>
                <p14:nvPr/>
              </p14:nvContentPartPr>
              <p14:xfrm>
                <a:off x="1893744" y="3760056"/>
                <a:ext cx="54000" cy="176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902EBE-CB09-9DE1-5B2E-07EF7F4FEE0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75744" y="3742056"/>
                  <a:ext cx="89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6F368B9-A79F-386E-3A1B-956A28487F05}"/>
                    </a:ext>
                  </a:extLst>
                </p14:cNvPr>
                <p14:cNvContentPartPr/>
                <p14:nvPr/>
              </p14:nvContentPartPr>
              <p14:xfrm>
                <a:off x="1772424" y="3681936"/>
                <a:ext cx="319680" cy="105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6F368B9-A79F-386E-3A1B-956A28487F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54784" y="3664296"/>
                  <a:ext cx="355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6260C8C-C608-8BB9-A823-B64E3F692381}"/>
                    </a:ext>
                  </a:extLst>
                </p14:cNvPr>
                <p14:cNvContentPartPr/>
                <p14:nvPr/>
              </p14:nvContentPartPr>
              <p14:xfrm>
                <a:off x="1801584" y="3897936"/>
                <a:ext cx="370440" cy="129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6260C8C-C608-8BB9-A823-B64E3F6923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83944" y="3880296"/>
                  <a:ext cx="406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D24BE2E-4A76-2257-F5B1-F1D74B99C3BB}"/>
                    </a:ext>
                  </a:extLst>
                </p14:cNvPr>
                <p14:cNvContentPartPr/>
                <p14:nvPr/>
              </p14:nvContentPartPr>
              <p14:xfrm>
                <a:off x="2096784" y="3631176"/>
                <a:ext cx="277200" cy="464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D24BE2E-4A76-2257-F5B1-F1D74B99C3B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79144" y="3613536"/>
                  <a:ext cx="31284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520E84-AE5B-DC33-C57A-1C7863061D0A}"/>
                    </a:ext>
                  </a:extLst>
                </p14:cNvPr>
                <p14:cNvContentPartPr/>
                <p14:nvPr/>
              </p14:nvContentPartPr>
              <p14:xfrm>
                <a:off x="2464344" y="3648096"/>
                <a:ext cx="271080" cy="366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520E84-AE5B-DC33-C57A-1C7863061D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46704" y="3630456"/>
                  <a:ext cx="30672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C1F264-DA86-66B1-A4B2-618CE47BF01A}"/>
              </a:ext>
            </a:extLst>
          </p:cNvPr>
          <p:cNvGrpSpPr/>
          <p:nvPr/>
        </p:nvGrpSpPr>
        <p:grpSpPr>
          <a:xfrm>
            <a:off x="10481904" y="3946896"/>
            <a:ext cx="732600" cy="379080"/>
            <a:chOff x="10481904" y="3946896"/>
            <a:chExt cx="73260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EFC63CD-0CE2-08A4-4C16-5A341742F634}"/>
                    </a:ext>
                  </a:extLst>
                </p14:cNvPr>
                <p14:cNvContentPartPr/>
                <p14:nvPr/>
              </p14:nvContentPartPr>
              <p14:xfrm>
                <a:off x="10505304" y="3978216"/>
                <a:ext cx="196920" cy="168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EFC63CD-0CE2-08A4-4C16-5A341742F6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487664" y="3960216"/>
                  <a:ext cx="232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F362EC-3053-D977-B77D-2574E18482D0}"/>
                    </a:ext>
                  </a:extLst>
                </p14:cNvPr>
                <p14:cNvContentPartPr/>
                <p14:nvPr/>
              </p14:nvContentPartPr>
              <p14:xfrm>
                <a:off x="10481904" y="3946896"/>
                <a:ext cx="442080" cy="379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F362EC-3053-D977-B77D-2574E18482D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4264" y="3928896"/>
                  <a:ext cx="4777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89DC69-91C1-0408-A40D-E2063EAFBF91}"/>
                    </a:ext>
                  </a:extLst>
                </p14:cNvPr>
                <p14:cNvContentPartPr/>
                <p14:nvPr/>
              </p14:nvContentPartPr>
              <p14:xfrm>
                <a:off x="10898424" y="4003056"/>
                <a:ext cx="316080" cy="297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89DC69-91C1-0408-A40D-E2063EAFBF9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80784" y="3985056"/>
                  <a:ext cx="351720" cy="332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90C41700-A9EC-5802-4FEE-6F77200E875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74779" y="684724"/>
            <a:ext cx="4030249" cy="600587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5B3CF1F7-9DC2-FAE7-ECAE-6D79954538C2}"/>
              </a:ext>
            </a:extLst>
          </p:cNvPr>
          <p:cNvGrpSpPr/>
          <p:nvPr/>
        </p:nvGrpSpPr>
        <p:grpSpPr>
          <a:xfrm>
            <a:off x="6168384" y="903096"/>
            <a:ext cx="384120" cy="366120"/>
            <a:chOff x="6168384" y="903096"/>
            <a:chExt cx="38412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78F0065-C1E6-AC80-585A-8492B1637A59}"/>
                    </a:ext>
                  </a:extLst>
                </p14:cNvPr>
                <p14:cNvContentPartPr/>
                <p14:nvPr/>
              </p14:nvContentPartPr>
              <p14:xfrm>
                <a:off x="6340464" y="1058616"/>
                <a:ext cx="31680" cy="146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78F0065-C1E6-AC80-585A-8492B1637A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22464" y="1040976"/>
                  <a:ext cx="67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29BFD3-B1F4-727D-208B-593A7D1A02D2}"/>
                    </a:ext>
                  </a:extLst>
                </p14:cNvPr>
                <p14:cNvContentPartPr/>
                <p14:nvPr/>
              </p14:nvContentPartPr>
              <p14:xfrm>
                <a:off x="6168384" y="903096"/>
                <a:ext cx="384120" cy="366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29BFD3-B1F4-727D-208B-593A7D1A02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50744" y="885456"/>
                  <a:ext cx="41976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B33919-5D72-036F-95B7-01FE3EAD90D5}"/>
              </a:ext>
            </a:extLst>
          </p:cNvPr>
          <p:cNvGrpSpPr/>
          <p:nvPr/>
        </p:nvGrpSpPr>
        <p:grpSpPr>
          <a:xfrm>
            <a:off x="7422264" y="1399536"/>
            <a:ext cx="709200" cy="262080"/>
            <a:chOff x="7422264" y="1399536"/>
            <a:chExt cx="70920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803A5E7-FB48-55FE-3CB8-9079DCBB61BA}"/>
                    </a:ext>
                  </a:extLst>
                </p14:cNvPr>
                <p14:cNvContentPartPr/>
                <p14:nvPr/>
              </p14:nvContentPartPr>
              <p14:xfrm>
                <a:off x="7422264" y="1403856"/>
                <a:ext cx="263880" cy="233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803A5E7-FB48-55FE-3CB8-9079DCBB61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04264" y="1386216"/>
                  <a:ext cx="299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C19E65-FF98-D675-E07A-0FD7EBDC7E5F}"/>
                    </a:ext>
                  </a:extLst>
                </p14:cNvPr>
                <p14:cNvContentPartPr/>
                <p14:nvPr/>
              </p14:nvContentPartPr>
              <p14:xfrm>
                <a:off x="7780824" y="1399536"/>
                <a:ext cx="350640" cy="262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C19E65-FF98-D675-E07A-0FD7EBDC7E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62824" y="1381896"/>
                  <a:ext cx="3862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78EACC8-B855-031F-AFB5-5FC8060F3C3D}"/>
                    </a:ext>
                  </a:extLst>
                </p14:cNvPr>
                <p14:cNvContentPartPr/>
                <p14:nvPr/>
              </p14:nvContentPartPr>
              <p14:xfrm>
                <a:off x="7960464" y="1524456"/>
                <a:ext cx="137520" cy="31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78EACC8-B855-031F-AFB5-5FC8060F3C3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42464" y="1506816"/>
                  <a:ext cx="17316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6CF9D1A-3656-8171-4ACF-A29C852F0F79}"/>
              </a:ext>
            </a:extLst>
          </p:cNvPr>
          <p:cNvGrpSpPr/>
          <p:nvPr/>
        </p:nvGrpSpPr>
        <p:grpSpPr>
          <a:xfrm>
            <a:off x="8524224" y="1381536"/>
            <a:ext cx="836640" cy="250920"/>
            <a:chOff x="8524224" y="1381536"/>
            <a:chExt cx="83664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4B9CE0-548F-A923-FE74-66335B821D84}"/>
                    </a:ext>
                  </a:extLst>
                </p14:cNvPr>
                <p14:cNvContentPartPr/>
                <p14:nvPr/>
              </p14:nvContentPartPr>
              <p14:xfrm>
                <a:off x="8524224" y="1403136"/>
                <a:ext cx="261000" cy="229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4B9CE0-548F-A923-FE74-66335B821D8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506224" y="1385136"/>
                  <a:ext cx="296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9015FAC-4E75-3E5A-9ABC-37132C20D50A}"/>
                    </a:ext>
                  </a:extLst>
                </p14:cNvPr>
                <p14:cNvContentPartPr/>
                <p14:nvPr/>
              </p14:nvContentPartPr>
              <p14:xfrm>
                <a:off x="8563104" y="1523736"/>
                <a:ext cx="137880" cy="17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9015FAC-4E75-3E5A-9ABC-37132C20D5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45464" y="1505736"/>
                  <a:ext cx="173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7B9907-06F3-EE5C-C71B-65CA04952D9F}"/>
                    </a:ext>
                  </a:extLst>
                </p14:cNvPr>
                <p14:cNvContentPartPr/>
                <p14:nvPr/>
              </p14:nvContentPartPr>
              <p14:xfrm>
                <a:off x="8854704" y="1381536"/>
                <a:ext cx="180360" cy="217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7B9907-06F3-EE5C-C71B-65CA04952D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37064" y="1363896"/>
                  <a:ext cx="2160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80A3DC5-F647-C07A-9077-D8AAC563708B}"/>
                    </a:ext>
                  </a:extLst>
                </p14:cNvPr>
                <p14:cNvContentPartPr/>
                <p14:nvPr/>
              </p14:nvContentPartPr>
              <p14:xfrm>
                <a:off x="9181584" y="1411776"/>
                <a:ext cx="35640" cy="129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80A3DC5-F647-C07A-9077-D8AAC56370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63944" y="1394136"/>
                  <a:ext cx="712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98991E-8738-F9F7-2F31-817531D8308A}"/>
                    </a:ext>
                  </a:extLst>
                </p14:cNvPr>
                <p14:cNvContentPartPr/>
                <p14:nvPr/>
              </p14:nvContentPartPr>
              <p14:xfrm>
                <a:off x="9086904" y="1397376"/>
                <a:ext cx="273960" cy="28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98991E-8738-F9F7-2F31-817531D8308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68904" y="1379736"/>
                  <a:ext cx="309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238898C-4A39-6ABA-0216-E48CC5F5AC28}"/>
                    </a:ext>
                  </a:extLst>
                </p14:cNvPr>
                <p14:cNvContentPartPr/>
                <p14:nvPr/>
              </p14:nvContentPartPr>
              <p14:xfrm>
                <a:off x="9092304" y="1586016"/>
                <a:ext cx="235800" cy="17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238898C-4A39-6ABA-0216-E48CC5F5AC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74664" y="1568016"/>
                  <a:ext cx="27144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FA3788-3B04-AA27-8E3C-185DD165212E}"/>
              </a:ext>
            </a:extLst>
          </p:cNvPr>
          <p:cNvGrpSpPr/>
          <p:nvPr/>
        </p:nvGrpSpPr>
        <p:grpSpPr>
          <a:xfrm>
            <a:off x="8694864" y="2912976"/>
            <a:ext cx="1519200" cy="567360"/>
            <a:chOff x="8694864" y="2912976"/>
            <a:chExt cx="1519200" cy="56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FA33D5-50E0-47F7-5EE3-50F5781DC502}"/>
                    </a:ext>
                  </a:extLst>
                </p14:cNvPr>
                <p14:cNvContentPartPr/>
                <p14:nvPr/>
              </p14:nvContentPartPr>
              <p14:xfrm>
                <a:off x="8779464" y="3212496"/>
                <a:ext cx="259200" cy="126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FA33D5-50E0-47F7-5EE3-50F5781DC50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61464" y="3194496"/>
                  <a:ext cx="294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017593-BE79-E4B9-CEE6-5E9ABC350F83}"/>
                    </a:ext>
                  </a:extLst>
                </p14:cNvPr>
                <p14:cNvContentPartPr/>
                <p14:nvPr/>
              </p14:nvContentPartPr>
              <p14:xfrm>
                <a:off x="8694864" y="3096216"/>
                <a:ext cx="554400" cy="384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017593-BE79-E4B9-CEE6-5E9ABC350F8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77224" y="3078216"/>
                  <a:ext cx="5900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21A3A6-A9C0-1403-A5D2-D2C0D60C3B22}"/>
                    </a:ext>
                  </a:extLst>
                </p14:cNvPr>
                <p14:cNvContentPartPr/>
                <p14:nvPr/>
              </p14:nvContentPartPr>
              <p14:xfrm>
                <a:off x="9406944" y="2956536"/>
                <a:ext cx="268920" cy="294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21A3A6-A9C0-1403-A5D2-D2C0D60C3B2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88944" y="2938536"/>
                  <a:ext cx="3045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ABC2D5D-39E6-D8FA-E53F-9E71857E3719}"/>
                    </a:ext>
                  </a:extLst>
                </p14:cNvPr>
                <p14:cNvContentPartPr/>
                <p14:nvPr/>
              </p14:nvContentPartPr>
              <p14:xfrm>
                <a:off x="9455904" y="3134376"/>
                <a:ext cx="171360" cy="22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ABC2D5D-39E6-D8FA-E53F-9E71857E37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38264" y="3116376"/>
                  <a:ext cx="207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A3C213-121E-6FBA-6CE1-093659F622E2}"/>
                    </a:ext>
                  </a:extLst>
                </p14:cNvPr>
                <p14:cNvContentPartPr/>
                <p14:nvPr/>
              </p14:nvContentPartPr>
              <p14:xfrm>
                <a:off x="9747144" y="2912976"/>
                <a:ext cx="213840" cy="293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A3C213-121E-6FBA-6CE1-093659F622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29144" y="2895336"/>
                  <a:ext cx="2494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D7F4551-F9FC-E6F2-B7CB-FDDD1EC01D10}"/>
                    </a:ext>
                  </a:extLst>
                </p14:cNvPr>
                <p14:cNvContentPartPr/>
                <p14:nvPr/>
              </p14:nvContentPartPr>
              <p14:xfrm>
                <a:off x="9979704" y="2938896"/>
                <a:ext cx="234360" cy="304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D7F4551-F9FC-E6F2-B7CB-FDDD1EC01D1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61704" y="2920896"/>
                  <a:ext cx="27000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5E386C6-EFD1-2526-E335-EABC36E0111D}"/>
              </a:ext>
            </a:extLst>
          </p:cNvPr>
          <p:cNvGrpSpPr/>
          <p:nvPr/>
        </p:nvGrpSpPr>
        <p:grpSpPr>
          <a:xfrm>
            <a:off x="9778104" y="1412496"/>
            <a:ext cx="901800" cy="397800"/>
            <a:chOff x="9778104" y="1412496"/>
            <a:chExt cx="90180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42E272C-C61F-2685-3248-4AA497094D1D}"/>
                    </a:ext>
                  </a:extLst>
                </p14:cNvPr>
                <p14:cNvContentPartPr/>
                <p14:nvPr/>
              </p14:nvContentPartPr>
              <p14:xfrm>
                <a:off x="9778104" y="1412496"/>
                <a:ext cx="25200" cy="161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42E272C-C61F-2685-3248-4AA497094D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60104" y="1394856"/>
                  <a:ext cx="60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E8144DF-0905-957E-F98F-D5F5D188D54A}"/>
                    </a:ext>
                  </a:extLst>
                </p14:cNvPr>
                <p14:cNvContentPartPr/>
                <p14:nvPr/>
              </p14:nvContentPartPr>
              <p14:xfrm>
                <a:off x="9832824" y="1438416"/>
                <a:ext cx="286920" cy="146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E8144DF-0905-957E-F98F-D5F5D188D54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15184" y="1420416"/>
                  <a:ext cx="322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0303BE-AE73-255D-17C3-CA4CBA9CBF8F}"/>
                    </a:ext>
                  </a:extLst>
                </p14:cNvPr>
                <p14:cNvContentPartPr/>
                <p14:nvPr/>
              </p14:nvContentPartPr>
              <p14:xfrm>
                <a:off x="10183104" y="1503936"/>
                <a:ext cx="159840" cy="93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0303BE-AE73-255D-17C3-CA4CBA9CBF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65464" y="1486296"/>
                  <a:ext cx="195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BEE657D-983A-002C-80B6-7022FCACBB91}"/>
                    </a:ext>
                  </a:extLst>
                </p14:cNvPr>
                <p14:cNvContentPartPr/>
                <p14:nvPr/>
              </p14:nvContentPartPr>
              <p14:xfrm>
                <a:off x="10406664" y="1517256"/>
                <a:ext cx="273240" cy="293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BEE657D-983A-002C-80B6-7022FCACBB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88664" y="1499616"/>
                  <a:ext cx="30888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5C32906-D9F5-0F69-1296-06A3DCEB5A0D}"/>
              </a:ext>
            </a:extLst>
          </p:cNvPr>
          <p:cNvGrpSpPr/>
          <p:nvPr/>
        </p:nvGrpSpPr>
        <p:grpSpPr>
          <a:xfrm>
            <a:off x="10561464" y="2962656"/>
            <a:ext cx="835200" cy="257400"/>
            <a:chOff x="10561464" y="2962656"/>
            <a:chExt cx="83520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4A95ED4-A409-F1D2-ADCF-18311FF51B6E}"/>
                    </a:ext>
                  </a:extLst>
                </p14:cNvPr>
                <p14:cNvContentPartPr/>
                <p14:nvPr/>
              </p14:nvContentPartPr>
              <p14:xfrm>
                <a:off x="10561464" y="2962656"/>
                <a:ext cx="252720" cy="257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4A95ED4-A409-F1D2-ADCF-18311FF51B6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43824" y="2945016"/>
                  <a:ext cx="2883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DF9862-87EC-DA5A-8E05-453D18051B4D}"/>
                    </a:ext>
                  </a:extLst>
                </p14:cNvPr>
                <p14:cNvContentPartPr/>
                <p14:nvPr/>
              </p14:nvContentPartPr>
              <p14:xfrm>
                <a:off x="10612224" y="3125016"/>
                <a:ext cx="158400" cy="23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DF9862-87EC-DA5A-8E05-453D18051B4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94584" y="3107376"/>
                  <a:ext cx="194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6B4A89-AFC4-5EAD-008D-8C9399AD16F6}"/>
                    </a:ext>
                  </a:extLst>
                </p14:cNvPr>
                <p14:cNvContentPartPr/>
                <p14:nvPr/>
              </p14:nvContentPartPr>
              <p14:xfrm>
                <a:off x="10902744" y="2999736"/>
                <a:ext cx="185400" cy="217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6B4A89-AFC4-5EAD-008D-8C9399AD16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84744" y="2982096"/>
                  <a:ext cx="2210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316B0B-A924-E44A-0390-AEF0F569DE33}"/>
                    </a:ext>
                  </a:extLst>
                </p14:cNvPr>
                <p14:cNvContentPartPr/>
                <p14:nvPr/>
              </p14:nvContentPartPr>
              <p14:xfrm>
                <a:off x="11234304" y="3064896"/>
                <a:ext cx="60480" cy="135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316B0B-A924-E44A-0390-AEF0F569DE3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16664" y="3047256"/>
                  <a:ext cx="96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10A3AA0-DDBF-B70A-CFF6-B550037D0478}"/>
                    </a:ext>
                  </a:extLst>
                </p14:cNvPr>
                <p14:cNvContentPartPr/>
                <p14:nvPr/>
              </p14:nvContentPartPr>
              <p14:xfrm>
                <a:off x="11182824" y="3051576"/>
                <a:ext cx="213840" cy="18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10A3AA0-DDBF-B70A-CFF6-B550037D047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65184" y="3033576"/>
                  <a:ext cx="249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47EBF20-8594-4588-75D5-1C66AD6D7DB1}"/>
                    </a:ext>
                  </a:extLst>
                </p14:cNvPr>
                <p14:cNvContentPartPr/>
                <p14:nvPr/>
              </p14:nvContentPartPr>
              <p14:xfrm>
                <a:off x="11224944" y="3207096"/>
                <a:ext cx="167040" cy="10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47EBF20-8594-4588-75D5-1C66AD6D7DB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06944" y="3189456"/>
                  <a:ext cx="2026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66BAF5B-C8FA-D865-1D97-48A09776EEB8}"/>
              </a:ext>
            </a:extLst>
          </p:cNvPr>
          <p:cNvGrpSpPr/>
          <p:nvPr/>
        </p:nvGrpSpPr>
        <p:grpSpPr>
          <a:xfrm>
            <a:off x="9543024" y="3393216"/>
            <a:ext cx="940680" cy="340560"/>
            <a:chOff x="9543024" y="3393216"/>
            <a:chExt cx="94068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CAF64B-88FB-3F2F-9D38-C3C1F52D44FE}"/>
                    </a:ext>
                  </a:extLst>
                </p14:cNvPr>
                <p14:cNvContentPartPr/>
                <p14:nvPr/>
              </p14:nvContentPartPr>
              <p14:xfrm>
                <a:off x="9543024" y="3407256"/>
                <a:ext cx="51840" cy="131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CAF64B-88FB-3F2F-9D38-C3C1F52D44F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25384" y="3389256"/>
                  <a:ext cx="87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572A59-43B6-20F6-32F3-2CCBCE7CF40E}"/>
                    </a:ext>
                  </a:extLst>
                </p14:cNvPr>
                <p14:cNvContentPartPr/>
                <p14:nvPr/>
              </p14:nvContentPartPr>
              <p14:xfrm>
                <a:off x="9585504" y="3393216"/>
                <a:ext cx="351360" cy="160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572A59-43B6-20F6-32F3-2CCBCE7CF40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67864" y="3375216"/>
                  <a:ext cx="387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546F29-4511-9011-F71B-6FDB9E867E67}"/>
                    </a:ext>
                  </a:extLst>
                </p14:cNvPr>
                <p14:cNvContentPartPr/>
                <p14:nvPr/>
              </p14:nvContentPartPr>
              <p14:xfrm>
                <a:off x="10028664" y="3458016"/>
                <a:ext cx="155520" cy="86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546F29-4511-9011-F71B-6FDB9E867E6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11024" y="3440376"/>
                  <a:ext cx="191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A2387D-1D18-18BB-CF3A-30B20E50D734}"/>
                    </a:ext>
                  </a:extLst>
                </p14:cNvPr>
                <p14:cNvContentPartPr/>
                <p14:nvPr/>
              </p14:nvContentPartPr>
              <p14:xfrm>
                <a:off x="10249344" y="3468456"/>
                <a:ext cx="234360" cy="265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A2387D-1D18-18BB-CF3A-30B20E50D73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31344" y="3450816"/>
                  <a:ext cx="270000" cy="30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52504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7773-F52B-C863-D4A3-295F8207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0C48A2-78F6-C189-09DD-164B0315C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4470"/>
            <a:ext cx="12192000" cy="49766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8DFB6E-F1D0-5E19-E503-025C19C0C6F1}"/>
                  </a:ext>
                </a:extLst>
              </p14:cNvPr>
              <p14:cNvContentPartPr/>
              <p14:nvPr/>
            </p14:nvContentPartPr>
            <p14:xfrm>
              <a:off x="5531544" y="4635216"/>
              <a:ext cx="309240" cy="230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8DFB6E-F1D0-5E19-E503-025C19C0C6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13904" y="4617216"/>
                <a:ext cx="34488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A5FD38-8793-72EE-B979-83403E4A6E0D}"/>
                  </a:ext>
                </a:extLst>
              </p14:cNvPr>
              <p14:cNvContentPartPr/>
              <p14:nvPr/>
            </p14:nvContentPartPr>
            <p14:xfrm>
              <a:off x="10341504" y="1787616"/>
              <a:ext cx="473040" cy="360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A5FD38-8793-72EE-B979-83403E4A6E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23864" y="1769616"/>
                <a:ext cx="508680" cy="39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82C3469-EA85-4DF8-4962-07C10ABA5E36}"/>
              </a:ext>
            </a:extLst>
          </p:cNvPr>
          <p:cNvGrpSpPr/>
          <p:nvPr/>
        </p:nvGrpSpPr>
        <p:grpSpPr>
          <a:xfrm>
            <a:off x="5888664" y="4619016"/>
            <a:ext cx="411480" cy="367920"/>
            <a:chOff x="5888664" y="4619016"/>
            <a:chExt cx="41148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EB4A2FE-C59A-B3BF-CCF6-AB8B0B1D3E8E}"/>
                    </a:ext>
                  </a:extLst>
                </p14:cNvPr>
                <p14:cNvContentPartPr/>
                <p14:nvPr/>
              </p14:nvContentPartPr>
              <p14:xfrm>
                <a:off x="6063624" y="4737096"/>
                <a:ext cx="20160" cy="142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EB4A2FE-C59A-B3BF-CCF6-AB8B0B1D3E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45624" y="4719096"/>
                  <a:ext cx="55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A31BA2-85B5-77A9-E45C-FD774448504F}"/>
                    </a:ext>
                  </a:extLst>
                </p14:cNvPr>
                <p14:cNvContentPartPr/>
                <p14:nvPr/>
              </p14:nvContentPartPr>
              <p14:xfrm>
                <a:off x="5888664" y="4619016"/>
                <a:ext cx="411480" cy="36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A31BA2-85B5-77A9-E45C-FD774448504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70664" y="4601376"/>
                  <a:ext cx="447120" cy="40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D2E28-A856-BA0D-77E2-917DD5A14CE3}"/>
              </a:ext>
            </a:extLst>
          </p:cNvPr>
          <p:cNvGrpSpPr/>
          <p:nvPr/>
        </p:nvGrpSpPr>
        <p:grpSpPr>
          <a:xfrm>
            <a:off x="9929664" y="2305656"/>
            <a:ext cx="609480" cy="409320"/>
            <a:chOff x="9929664" y="2305656"/>
            <a:chExt cx="609480" cy="4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6FBB08-0372-2F6A-2A6B-6CC69F6AF5B2}"/>
                    </a:ext>
                  </a:extLst>
                </p14:cNvPr>
                <p14:cNvContentPartPr/>
                <p14:nvPr/>
              </p14:nvContentPartPr>
              <p14:xfrm>
                <a:off x="10101744" y="2417256"/>
                <a:ext cx="238320" cy="153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6FBB08-0372-2F6A-2A6B-6CC69F6AF5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084104" y="2399256"/>
                  <a:ext cx="273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776CBD8-D00F-E5D5-0F7E-A2879075D45C}"/>
                    </a:ext>
                  </a:extLst>
                </p14:cNvPr>
                <p14:cNvContentPartPr/>
                <p14:nvPr/>
              </p14:nvContentPartPr>
              <p14:xfrm>
                <a:off x="9929664" y="2305656"/>
                <a:ext cx="609480" cy="409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776CBD8-D00F-E5D5-0F7E-A2879075D45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11664" y="2287656"/>
                  <a:ext cx="645120" cy="444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075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2EF8-43B8-06DD-8D64-E6CAACC7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DA5BF-2C72-57E0-B055-DC061BF3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1" y="695983"/>
            <a:ext cx="10816837" cy="61620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92FC39-F80D-97CC-4978-14711A3590A0}"/>
                  </a:ext>
                </a:extLst>
              </p14:cNvPr>
              <p14:cNvContentPartPr/>
              <p14:nvPr/>
            </p14:nvContentPartPr>
            <p14:xfrm>
              <a:off x="2593944" y="3743136"/>
              <a:ext cx="276840" cy="145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92FC39-F80D-97CC-4978-14711A3590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5944" y="3725496"/>
                <a:ext cx="31248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8859B3-1189-FF31-6C81-97554707D388}"/>
                  </a:ext>
                </a:extLst>
              </p14:cNvPr>
              <p14:cNvContentPartPr/>
              <p14:nvPr/>
            </p14:nvContentPartPr>
            <p14:xfrm>
              <a:off x="2620584" y="4389336"/>
              <a:ext cx="412920" cy="189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8859B3-1189-FF31-6C81-97554707D3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02584" y="4371696"/>
                <a:ext cx="44856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B14F6A7-8319-27E5-D4F1-6FFB6D6E0E67}"/>
              </a:ext>
            </a:extLst>
          </p:cNvPr>
          <p:cNvGrpSpPr/>
          <p:nvPr/>
        </p:nvGrpSpPr>
        <p:grpSpPr>
          <a:xfrm>
            <a:off x="2926944" y="3712176"/>
            <a:ext cx="421200" cy="341280"/>
            <a:chOff x="2926944" y="3712176"/>
            <a:chExt cx="42120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B1C79B1-ABEE-D732-0FE7-C7F14D624930}"/>
                    </a:ext>
                  </a:extLst>
                </p14:cNvPr>
                <p14:cNvContentPartPr/>
                <p14:nvPr/>
              </p14:nvContentPartPr>
              <p14:xfrm>
                <a:off x="3084624" y="3794616"/>
                <a:ext cx="41400" cy="132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B1C79B1-ABEE-D732-0FE7-C7F14D6249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66984" y="3776976"/>
                  <a:ext cx="77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E443E1-F565-FAAF-EC43-5EA4B3998F14}"/>
                    </a:ext>
                  </a:extLst>
                </p14:cNvPr>
                <p14:cNvContentPartPr/>
                <p14:nvPr/>
              </p14:nvContentPartPr>
              <p14:xfrm>
                <a:off x="2926944" y="3712176"/>
                <a:ext cx="421200" cy="341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E443E1-F565-FAAF-EC43-5EA4B3998F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09304" y="3694536"/>
                  <a:ext cx="45684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424877-DDE8-D430-A82F-D44CF9DBE2D8}"/>
              </a:ext>
            </a:extLst>
          </p:cNvPr>
          <p:cNvGrpSpPr/>
          <p:nvPr/>
        </p:nvGrpSpPr>
        <p:grpSpPr>
          <a:xfrm>
            <a:off x="3112704" y="4386816"/>
            <a:ext cx="614880" cy="434520"/>
            <a:chOff x="3112704" y="4386816"/>
            <a:chExt cx="61488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E34CA26-641A-301E-2B2F-4336007CB05A}"/>
                    </a:ext>
                  </a:extLst>
                </p14:cNvPr>
                <p14:cNvContentPartPr/>
                <p14:nvPr/>
              </p14:nvContentPartPr>
              <p14:xfrm>
                <a:off x="3244464" y="4493016"/>
                <a:ext cx="234360" cy="173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E34CA26-641A-301E-2B2F-4336007CB05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26824" y="4475376"/>
                  <a:ext cx="2700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E969583-3C6C-E89A-D1FA-E028EB87BE9B}"/>
                    </a:ext>
                  </a:extLst>
                </p14:cNvPr>
                <p14:cNvContentPartPr/>
                <p14:nvPr/>
              </p14:nvContentPartPr>
              <p14:xfrm>
                <a:off x="3112704" y="4386816"/>
                <a:ext cx="614880" cy="434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E969583-3C6C-E89A-D1FA-E028EB87BE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94704" y="4368816"/>
                  <a:ext cx="650520" cy="47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5ECA17-DB5A-7A7C-BB77-30A66C256A9E}"/>
              </a:ext>
            </a:extLst>
          </p:cNvPr>
          <p:cNvGrpSpPr/>
          <p:nvPr/>
        </p:nvGrpSpPr>
        <p:grpSpPr>
          <a:xfrm>
            <a:off x="4730184" y="1327896"/>
            <a:ext cx="522000" cy="394920"/>
            <a:chOff x="4730184" y="1327896"/>
            <a:chExt cx="52200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7371D58-0210-45A1-0A23-619B5FCED4CB}"/>
                    </a:ext>
                  </a:extLst>
                </p14:cNvPr>
                <p14:cNvContentPartPr/>
                <p14:nvPr/>
              </p14:nvContentPartPr>
              <p14:xfrm>
                <a:off x="4875264" y="1409616"/>
                <a:ext cx="182160" cy="155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7371D58-0210-45A1-0A23-619B5FCED4C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57624" y="1391976"/>
                  <a:ext cx="217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8BED60-4744-C45D-40BE-3A8ADAB8C474}"/>
                    </a:ext>
                  </a:extLst>
                </p14:cNvPr>
                <p14:cNvContentPartPr/>
                <p14:nvPr/>
              </p14:nvContentPartPr>
              <p14:xfrm>
                <a:off x="4730184" y="1327896"/>
                <a:ext cx="522000" cy="394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8BED60-4744-C45D-40BE-3A8ADAB8C47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12184" y="1310256"/>
                  <a:ext cx="557640" cy="43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5B1CA3-0F5D-A635-9221-55D98B0B38BD}"/>
              </a:ext>
            </a:extLst>
          </p:cNvPr>
          <p:cNvGrpSpPr/>
          <p:nvPr/>
        </p:nvGrpSpPr>
        <p:grpSpPr>
          <a:xfrm>
            <a:off x="6539904" y="4874976"/>
            <a:ext cx="2018160" cy="428400"/>
            <a:chOff x="6539904" y="4874976"/>
            <a:chExt cx="201816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174CE0-FA9E-4DFA-1245-AFF00FCDA5AE}"/>
                    </a:ext>
                  </a:extLst>
                </p14:cNvPr>
                <p14:cNvContentPartPr/>
                <p14:nvPr/>
              </p14:nvContentPartPr>
              <p14:xfrm>
                <a:off x="6539904" y="4874976"/>
                <a:ext cx="1307520" cy="327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174CE0-FA9E-4DFA-1245-AFF00FCDA5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22264" y="4856976"/>
                  <a:ext cx="13431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C45D51-EEE4-D190-7B23-387ACDFCB1FA}"/>
                    </a:ext>
                  </a:extLst>
                </p14:cNvPr>
                <p14:cNvContentPartPr/>
                <p14:nvPr/>
              </p14:nvContentPartPr>
              <p14:xfrm>
                <a:off x="8112024" y="5193936"/>
                <a:ext cx="446040" cy="10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C45D51-EEE4-D190-7B23-387ACDFCB1F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94024" y="5175936"/>
                  <a:ext cx="48168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DBB2949-E938-3989-E76E-E927BE2827BE}"/>
                  </a:ext>
                </a:extLst>
              </p14:cNvPr>
              <p14:cNvContentPartPr/>
              <p14:nvPr/>
            </p14:nvContentPartPr>
            <p14:xfrm>
              <a:off x="7946424" y="5428656"/>
              <a:ext cx="426960" cy="145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DBB2949-E938-3989-E76E-E927BE2827B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928424" y="5410656"/>
                <a:ext cx="4626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53F1BC8-93A6-BAC4-7C6B-C6B0C170C1A3}"/>
                  </a:ext>
                </a:extLst>
              </p14:cNvPr>
              <p14:cNvContentPartPr/>
              <p14:nvPr/>
            </p14:nvContentPartPr>
            <p14:xfrm>
              <a:off x="8041104" y="5792256"/>
              <a:ext cx="300600" cy="75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53F1BC8-93A6-BAC4-7C6B-C6B0C170C1A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023464" y="5774256"/>
                <a:ext cx="3362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4912B27-4794-1571-3493-2C611FB7AEAA}"/>
                  </a:ext>
                </a:extLst>
              </p14:cNvPr>
              <p14:cNvContentPartPr/>
              <p14:nvPr/>
            </p14:nvContentPartPr>
            <p14:xfrm>
              <a:off x="7865064" y="6096096"/>
              <a:ext cx="335520" cy="108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4912B27-4794-1571-3493-2C611FB7AEA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847424" y="6078096"/>
                <a:ext cx="371160" cy="1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B4C405E5-F2A7-9462-D275-8FDC48B8FAE1}"/>
              </a:ext>
            </a:extLst>
          </p:cNvPr>
          <p:cNvGrpSpPr/>
          <p:nvPr/>
        </p:nvGrpSpPr>
        <p:grpSpPr>
          <a:xfrm>
            <a:off x="8076744" y="6345936"/>
            <a:ext cx="397440" cy="225360"/>
            <a:chOff x="8076744" y="6345936"/>
            <a:chExt cx="397440" cy="22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4ECC45-1F35-8DAD-E50D-4FE431EE4B0B}"/>
                    </a:ext>
                  </a:extLst>
                </p14:cNvPr>
                <p14:cNvContentPartPr/>
                <p14:nvPr/>
              </p14:nvContentPartPr>
              <p14:xfrm>
                <a:off x="8076744" y="6345936"/>
                <a:ext cx="323280" cy="108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4ECC45-1F35-8DAD-E50D-4FE431EE4B0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058744" y="6327936"/>
                  <a:ext cx="358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83278C-1E94-849B-B477-3044EC9F07D1}"/>
                    </a:ext>
                  </a:extLst>
                </p14:cNvPr>
                <p14:cNvContentPartPr/>
                <p14:nvPr/>
              </p14:nvContentPartPr>
              <p14:xfrm>
                <a:off x="8127504" y="6476616"/>
                <a:ext cx="346680" cy="9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83278C-1E94-849B-B477-3044EC9F07D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09504" y="6458616"/>
                  <a:ext cx="38232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C342419-12F9-AED5-E6D0-D9E063E2DB08}"/>
                  </a:ext>
                </a:extLst>
              </p14:cNvPr>
              <p14:cNvContentPartPr/>
              <p14:nvPr/>
            </p14:nvContentPartPr>
            <p14:xfrm>
              <a:off x="7847064" y="3320136"/>
              <a:ext cx="309960" cy="58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C342419-12F9-AED5-E6D0-D9E063E2DB0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29424" y="3302136"/>
                <a:ext cx="3456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C897092-AED9-032E-6D83-729B8362D001}"/>
                  </a:ext>
                </a:extLst>
              </p14:cNvPr>
              <p14:cNvContentPartPr/>
              <p14:nvPr/>
            </p14:nvContentPartPr>
            <p14:xfrm>
              <a:off x="8635824" y="3534336"/>
              <a:ext cx="199800" cy="72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C897092-AED9-032E-6D83-729B8362D00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617824" y="3516336"/>
                <a:ext cx="2354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105DEA9-B0A1-6CDE-C734-6B1BC64C0BF2}"/>
                  </a:ext>
                </a:extLst>
              </p14:cNvPr>
              <p14:cNvContentPartPr/>
              <p14:nvPr/>
            </p14:nvContentPartPr>
            <p14:xfrm>
              <a:off x="9196344" y="3803616"/>
              <a:ext cx="248040" cy="421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105DEA9-B0A1-6CDE-C734-6B1BC64C0BF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178704" y="3785976"/>
                <a:ext cx="2836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A4927F6-C522-973B-2111-06C6EFBE992B}"/>
                  </a:ext>
                </a:extLst>
              </p14:cNvPr>
              <p14:cNvContentPartPr/>
              <p14:nvPr/>
            </p14:nvContentPartPr>
            <p14:xfrm>
              <a:off x="8004384" y="3953736"/>
              <a:ext cx="289800" cy="64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A4927F6-C522-973B-2111-06C6EFBE992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986744" y="3936096"/>
                <a:ext cx="3254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8FC9A81-30AA-DDF0-9CB2-614FB47FD2B1}"/>
                  </a:ext>
                </a:extLst>
              </p14:cNvPr>
              <p14:cNvContentPartPr/>
              <p14:nvPr/>
            </p14:nvContentPartPr>
            <p14:xfrm>
              <a:off x="8083584" y="2408976"/>
              <a:ext cx="264960" cy="93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8FC9A81-30AA-DDF0-9CB2-614FB47FD2B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065584" y="2391336"/>
                <a:ext cx="300600" cy="12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121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47150-4D2D-E053-9F85-1E97D87EA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BEE7E9-39FE-A4E4-8839-CA6A5589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" y="2295781"/>
            <a:ext cx="12192000" cy="438784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1AD3F1D-57CC-121B-6D15-271DD47A112A}"/>
              </a:ext>
            </a:extLst>
          </p:cNvPr>
          <p:cNvGrpSpPr/>
          <p:nvPr/>
        </p:nvGrpSpPr>
        <p:grpSpPr>
          <a:xfrm>
            <a:off x="5545944" y="4661856"/>
            <a:ext cx="751320" cy="660600"/>
            <a:chOff x="5545944" y="4661856"/>
            <a:chExt cx="751320" cy="66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D10279F-A186-29A5-BB10-D8EDE6BCD8E8}"/>
                    </a:ext>
                  </a:extLst>
                </p14:cNvPr>
                <p14:cNvContentPartPr/>
                <p14:nvPr/>
              </p14:nvContentPartPr>
              <p14:xfrm>
                <a:off x="5545944" y="4989816"/>
                <a:ext cx="319320" cy="332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D10279F-A186-29A5-BB10-D8EDE6BCD8E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27944" y="4972176"/>
                  <a:ext cx="3549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974F96A-9228-9B2A-552B-8F65B99B4916}"/>
                    </a:ext>
                  </a:extLst>
                </p14:cNvPr>
                <p14:cNvContentPartPr/>
                <p14:nvPr/>
              </p14:nvContentPartPr>
              <p14:xfrm>
                <a:off x="6030144" y="4801536"/>
                <a:ext cx="33120" cy="114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974F96A-9228-9B2A-552B-8F65B99B49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12144" y="4783536"/>
                  <a:ext cx="687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0AFB06-6C22-34AE-6364-F89A034946D4}"/>
                    </a:ext>
                  </a:extLst>
                </p14:cNvPr>
                <p14:cNvContentPartPr/>
                <p14:nvPr/>
              </p14:nvContentPartPr>
              <p14:xfrm>
                <a:off x="5869584" y="4661856"/>
                <a:ext cx="427680" cy="324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0AFB06-6C22-34AE-6364-F89A034946D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51944" y="4643856"/>
                  <a:ext cx="463320" cy="36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0D7BFE2-2167-1AD2-13A1-42F53EBE7ECE}"/>
              </a:ext>
            </a:extLst>
          </p:cNvPr>
          <p:cNvGrpSpPr/>
          <p:nvPr/>
        </p:nvGrpSpPr>
        <p:grpSpPr>
          <a:xfrm>
            <a:off x="9438984" y="3523536"/>
            <a:ext cx="1613880" cy="432360"/>
            <a:chOff x="9438984" y="3523536"/>
            <a:chExt cx="161388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A0F4419-C149-42E6-3B72-31D673305875}"/>
                    </a:ext>
                  </a:extLst>
                </p14:cNvPr>
                <p14:cNvContentPartPr/>
                <p14:nvPr/>
              </p14:nvContentPartPr>
              <p14:xfrm>
                <a:off x="9438984" y="3542256"/>
                <a:ext cx="878040" cy="413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A0F4419-C149-42E6-3B72-31D67330587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20984" y="3524256"/>
                  <a:ext cx="9136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ACBB34-B117-F82E-FA93-E26A40BB028C}"/>
                    </a:ext>
                  </a:extLst>
                </p14:cNvPr>
                <p14:cNvContentPartPr/>
                <p14:nvPr/>
              </p14:nvContentPartPr>
              <p14:xfrm>
                <a:off x="10590624" y="3616416"/>
                <a:ext cx="252720" cy="142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ACBB34-B117-F82E-FA93-E26A40BB02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572624" y="3598776"/>
                  <a:ext cx="288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75881D-AB8C-8B80-8549-2D7302D33752}"/>
                    </a:ext>
                  </a:extLst>
                </p14:cNvPr>
                <p14:cNvContentPartPr/>
                <p14:nvPr/>
              </p14:nvContentPartPr>
              <p14:xfrm>
                <a:off x="10487304" y="3523536"/>
                <a:ext cx="565560" cy="343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75881D-AB8C-8B80-8549-2D7302D3375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469664" y="3505896"/>
                  <a:ext cx="601200" cy="37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B55138-108B-149E-1A89-C6AC09132477}"/>
              </a:ext>
            </a:extLst>
          </p:cNvPr>
          <p:cNvGrpSpPr/>
          <p:nvPr/>
        </p:nvGrpSpPr>
        <p:grpSpPr>
          <a:xfrm>
            <a:off x="10286064" y="4187376"/>
            <a:ext cx="1039320" cy="336240"/>
            <a:chOff x="10286064" y="4187376"/>
            <a:chExt cx="103932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FC408F-F42C-357A-C9A0-2F8DCD78106A}"/>
                    </a:ext>
                  </a:extLst>
                </p14:cNvPr>
                <p14:cNvContentPartPr/>
                <p14:nvPr/>
              </p14:nvContentPartPr>
              <p14:xfrm>
                <a:off x="10380024" y="4309416"/>
                <a:ext cx="165600" cy="122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FC408F-F42C-357A-C9A0-2F8DCD78106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362024" y="4291416"/>
                  <a:ext cx="2012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FAD44B7-11D4-4663-1D47-E2B1AAA89B64}"/>
                    </a:ext>
                  </a:extLst>
                </p14:cNvPr>
                <p14:cNvContentPartPr/>
                <p14:nvPr/>
              </p14:nvContentPartPr>
              <p14:xfrm>
                <a:off x="10286064" y="4187376"/>
                <a:ext cx="464760" cy="336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FAD44B7-11D4-4663-1D47-E2B1AAA89B6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68424" y="4169736"/>
                  <a:ext cx="5004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C31E47-E788-FF82-F044-A34E186DCE66}"/>
                    </a:ext>
                  </a:extLst>
                </p14:cNvPr>
                <p14:cNvContentPartPr/>
                <p14:nvPr/>
              </p14:nvContentPartPr>
              <p14:xfrm>
                <a:off x="10892664" y="4248936"/>
                <a:ext cx="432720" cy="137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C31E47-E788-FF82-F044-A34E186DCE6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75024" y="4231296"/>
                  <a:ext cx="468360" cy="17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1641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B5A84-E1A1-ED3D-3F66-F4E28364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A29D32-D170-F6CD-B47D-078A0A756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3" y="1014601"/>
            <a:ext cx="4010585" cy="54871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84BC49-BBC4-091C-545C-199AF773A869}"/>
                  </a:ext>
                </a:extLst>
              </p14:cNvPr>
              <p14:cNvContentPartPr/>
              <p14:nvPr/>
            </p14:nvContentPartPr>
            <p14:xfrm>
              <a:off x="2426184" y="4856976"/>
              <a:ext cx="379440" cy="252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84BC49-BBC4-091C-545C-199AF773A8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8184" y="4838976"/>
                <a:ext cx="415080" cy="288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BBA3AAC-B576-13D4-F21C-454B8608B8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6993" y="715008"/>
            <a:ext cx="6302756" cy="608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7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36825-A322-142C-BD9F-12E7CD179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18573F-8B92-AEEB-F39D-80EE971A7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547" y="0"/>
            <a:ext cx="5293402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155D68-6C7D-9B43-ACDD-8BB691DCBC64}"/>
                  </a:ext>
                </a:extLst>
              </p14:cNvPr>
              <p14:cNvContentPartPr/>
              <p14:nvPr/>
            </p14:nvContentPartPr>
            <p14:xfrm>
              <a:off x="1543464" y="3029976"/>
              <a:ext cx="334080" cy="326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155D68-6C7D-9B43-ACDD-8BB691DCBC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5464" y="3011976"/>
                <a:ext cx="369720" cy="36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87F16D9-5A52-A081-E29B-6E4E6AC57166}"/>
              </a:ext>
            </a:extLst>
          </p:cNvPr>
          <p:cNvGrpSpPr/>
          <p:nvPr/>
        </p:nvGrpSpPr>
        <p:grpSpPr>
          <a:xfrm>
            <a:off x="6729624" y="3055176"/>
            <a:ext cx="1743480" cy="269640"/>
            <a:chOff x="6729624" y="3055176"/>
            <a:chExt cx="174348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C80E77-C9E8-CD28-D52A-5B9285AFC7CB}"/>
                    </a:ext>
                  </a:extLst>
                </p14:cNvPr>
                <p14:cNvContentPartPr/>
                <p14:nvPr/>
              </p14:nvContentPartPr>
              <p14:xfrm>
                <a:off x="6944184" y="3205296"/>
                <a:ext cx="898920" cy="43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C80E77-C9E8-CD28-D52A-5B9285AFC7C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26544" y="3187656"/>
                  <a:ext cx="934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D122E14-CC97-887C-C9DA-FB5A0EFB24B9}"/>
                    </a:ext>
                  </a:extLst>
                </p14:cNvPr>
                <p14:cNvContentPartPr/>
                <p14:nvPr/>
              </p14:nvContentPartPr>
              <p14:xfrm>
                <a:off x="6729624" y="3095136"/>
                <a:ext cx="483480" cy="229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D122E14-CC97-887C-C9DA-FB5A0EFB24B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11624" y="3077496"/>
                  <a:ext cx="519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6B0807-084A-4B7B-D13C-BE941D8A11D8}"/>
                    </a:ext>
                  </a:extLst>
                </p14:cNvPr>
                <p14:cNvContentPartPr/>
                <p14:nvPr/>
              </p14:nvContentPartPr>
              <p14:xfrm>
                <a:off x="8040384" y="3055176"/>
                <a:ext cx="432720" cy="163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6B0807-084A-4B7B-D13C-BE941D8A11D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22744" y="3037536"/>
                  <a:ext cx="468360" cy="19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144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7C93-FDC4-2905-4417-2A8798BC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1B7D76-BE3B-5C54-F6A9-6F3347FDB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356834"/>
            <a:ext cx="12192000" cy="643693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D9F0D7A-A2AB-0456-6D04-C3C2925FCDDB}"/>
              </a:ext>
            </a:extLst>
          </p:cNvPr>
          <p:cNvGrpSpPr/>
          <p:nvPr/>
        </p:nvGrpSpPr>
        <p:grpSpPr>
          <a:xfrm>
            <a:off x="8995104" y="3333816"/>
            <a:ext cx="560160" cy="497520"/>
            <a:chOff x="8995104" y="3333816"/>
            <a:chExt cx="56016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1837FA4-DDD9-EED3-5D65-769FAD60D091}"/>
                    </a:ext>
                  </a:extLst>
                </p14:cNvPr>
                <p14:cNvContentPartPr/>
                <p14:nvPr/>
              </p14:nvContentPartPr>
              <p14:xfrm>
                <a:off x="9371664" y="3587616"/>
                <a:ext cx="22680" cy="163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1837FA4-DDD9-EED3-5D65-769FAD60D09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353664" y="3569976"/>
                  <a:ext cx="58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0A5B7D2-42BD-4951-C5F0-109F9ECA25D7}"/>
                    </a:ext>
                  </a:extLst>
                </p14:cNvPr>
                <p14:cNvContentPartPr/>
                <p14:nvPr/>
              </p14:nvContentPartPr>
              <p14:xfrm>
                <a:off x="9211824" y="3494376"/>
                <a:ext cx="343440" cy="336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0A5B7D2-42BD-4951-C5F0-109F9ECA25D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94184" y="3476736"/>
                  <a:ext cx="3790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6E32DD-BE73-91C2-46F8-074C56BF7ADB}"/>
                    </a:ext>
                  </a:extLst>
                </p14:cNvPr>
                <p14:cNvContentPartPr/>
                <p14:nvPr/>
              </p14:nvContentPartPr>
              <p14:xfrm>
                <a:off x="8995104" y="3333816"/>
                <a:ext cx="236160" cy="216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6E32DD-BE73-91C2-46F8-074C56BF7A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77464" y="3316176"/>
                  <a:ext cx="27180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963593-AA47-93A3-EDC5-1B8AE023155E}"/>
              </a:ext>
            </a:extLst>
          </p:cNvPr>
          <p:cNvGrpSpPr/>
          <p:nvPr/>
        </p:nvGrpSpPr>
        <p:grpSpPr>
          <a:xfrm>
            <a:off x="5919624" y="275976"/>
            <a:ext cx="689760" cy="645120"/>
            <a:chOff x="5919624" y="275976"/>
            <a:chExt cx="689760" cy="64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D9879A1-0220-9F58-74D7-E8024245F049}"/>
                    </a:ext>
                  </a:extLst>
                </p14:cNvPr>
                <p14:cNvContentPartPr/>
                <p14:nvPr/>
              </p14:nvContentPartPr>
              <p14:xfrm>
                <a:off x="6071544" y="576936"/>
                <a:ext cx="537840" cy="344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D9879A1-0220-9F58-74D7-E8024245F04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53544" y="559296"/>
                  <a:ext cx="5734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6191C9-77F7-274E-6BAB-4E503EE4EFB9}"/>
                    </a:ext>
                  </a:extLst>
                </p14:cNvPr>
                <p14:cNvContentPartPr/>
                <p14:nvPr/>
              </p14:nvContentPartPr>
              <p14:xfrm>
                <a:off x="6008904" y="424296"/>
                <a:ext cx="149760" cy="109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6191C9-77F7-274E-6BAB-4E503EE4EFB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90904" y="406296"/>
                  <a:ext cx="185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8E740D0-268D-27E7-DA77-235565597E9D}"/>
                    </a:ext>
                  </a:extLst>
                </p14:cNvPr>
                <p14:cNvContentPartPr/>
                <p14:nvPr/>
              </p14:nvContentPartPr>
              <p14:xfrm>
                <a:off x="6094944" y="370656"/>
                <a:ext cx="115920" cy="36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8E740D0-268D-27E7-DA77-235565597E9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77304" y="353016"/>
                  <a:ext cx="151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459C304-B1A7-B84F-2B46-E60D73EE9824}"/>
                    </a:ext>
                  </a:extLst>
                </p14:cNvPr>
                <p14:cNvContentPartPr/>
                <p14:nvPr/>
              </p14:nvContentPartPr>
              <p14:xfrm>
                <a:off x="5919624" y="275976"/>
                <a:ext cx="515880" cy="303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459C304-B1A7-B84F-2B46-E60D73EE982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01624" y="257976"/>
                  <a:ext cx="551520" cy="33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FE31ABF-CA74-E6B5-F3F6-3C5D7C5F33D3}"/>
              </a:ext>
            </a:extLst>
          </p:cNvPr>
          <p:cNvGrpSpPr/>
          <p:nvPr/>
        </p:nvGrpSpPr>
        <p:grpSpPr>
          <a:xfrm>
            <a:off x="1834704" y="4110696"/>
            <a:ext cx="8293320" cy="2507760"/>
            <a:chOff x="1834704" y="4110696"/>
            <a:chExt cx="8293320" cy="250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35C457D-FB6A-7D1A-2781-1D60C15244FD}"/>
                    </a:ext>
                  </a:extLst>
                </p14:cNvPr>
                <p14:cNvContentPartPr/>
                <p14:nvPr/>
              </p14:nvContentPartPr>
              <p14:xfrm>
                <a:off x="8486424" y="4337496"/>
                <a:ext cx="189720" cy="121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35C457D-FB6A-7D1A-2781-1D60C15244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68784" y="4319496"/>
                  <a:ext cx="225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040D5A-C801-D506-60FC-7C921122CB61}"/>
                    </a:ext>
                  </a:extLst>
                </p14:cNvPr>
                <p14:cNvContentPartPr/>
                <p14:nvPr/>
              </p14:nvContentPartPr>
              <p14:xfrm>
                <a:off x="8366184" y="4264776"/>
                <a:ext cx="361800" cy="279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040D5A-C801-D506-60FC-7C921122CB6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48544" y="4247136"/>
                  <a:ext cx="3974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6FD526-3256-D3BD-94B0-8199DADA3C8D}"/>
                    </a:ext>
                  </a:extLst>
                </p14:cNvPr>
                <p14:cNvContentPartPr/>
                <p14:nvPr/>
              </p14:nvContentPartPr>
              <p14:xfrm>
                <a:off x="8771544" y="4110696"/>
                <a:ext cx="253080" cy="78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6FD526-3256-D3BD-94B0-8199DADA3C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53544" y="4093056"/>
                  <a:ext cx="288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EF60FD-D300-D027-01CD-FF0F7AB0EC4D}"/>
                    </a:ext>
                  </a:extLst>
                </p14:cNvPr>
                <p14:cNvContentPartPr/>
                <p14:nvPr/>
              </p14:nvContentPartPr>
              <p14:xfrm>
                <a:off x="7662744" y="5042016"/>
                <a:ext cx="161640" cy="146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EF60FD-D300-D027-01CD-FF0F7AB0EC4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44744" y="5024016"/>
                  <a:ext cx="197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714ABB-7FD7-C92C-522C-69D0408067A7}"/>
                    </a:ext>
                  </a:extLst>
                </p14:cNvPr>
                <p14:cNvContentPartPr/>
                <p14:nvPr/>
              </p14:nvContentPartPr>
              <p14:xfrm>
                <a:off x="7525584" y="4985496"/>
                <a:ext cx="372960" cy="311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714ABB-7FD7-C92C-522C-69D0408067A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07944" y="4967856"/>
                  <a:ext cx="4086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1AEAB3-22ED-D34C-16FD-F529CB1AE000}"/>
                    </a:ext>
                  </a:extLst>
                </p14:cNvPr>
                <p14:cNvContentPartPr/>
                <p14:nvPr/>
              </p14:nvContentPartPr>
              <p14:xfrm>
                <a:off x="7381224" y="5984856"/>
                <a:ext cx="1978560" cy="22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1AEAB3-22ED-D34C-16FD-F529CB1AE00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63584" y="5966856"/>
                  <a:ext cx="2014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96B0F1-E4B7-CBD2-D26C-C6F40BBA27DA}"/>
                    </a:ext>
                  </a:extLst>
                </p14:cNvPr>
                <p14:cNvContentPartPr/>
                <p14:nvPr/>
              </p14:nvContentPartPr>
              <p14:xfrm>
                <a:off x="8228664" y="5561496"/>
                <a:ext cx="184320" cy="171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96B0F1-E4B7-CBD2-D26C-C6F40BBA27D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211024" y="5543496"/>
                  <a:ext cx="2199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DA2CAB-F11A-9318-E524-5A8CCB4915B1}"/>
                    </a:ext>
                  </a:extLst>
                </p14:cNvPr>
                <p14:cNvContentPartPr/>
                <p14:nvPr/>
              </p14:nvContentPartPr>
              <p14:xfrm>
                <a:off x="8105904" y="5458176"/>
                <a:ext cx="477720" cy="329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DA2CAB-F11A-9318-E524-5A8CCB4915B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088264" y="5440176"/>
                  <a:ext cx="5133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8B3A19-5D18-EDD7-F1D9-B7B72C374FE9}"/>
                    </a:ext>
                  </a:extLst>
                </p14:cNvPr>
                <p14:cNvContentPartPr/>
                <p14:nvPr/>
              </p14:nvContentPartPr>
              <p14:xfrm>
                <a:off x="1834704" y="4937256"/>
                <a:ext cx="8293320" cy="1681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8B3A19-5D18-EDD7-F1D9-B7B72C374F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16704" y="4919256"/>
                  <a:ext cx="8328960" cy="171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61CC5C-0BCC-A909-4ADB-34D4E5BACF2F}"/>
                    </a:ext>
                  </a:extLst>
                </p14:cNvPr>
                <p14:cNvContentPartPr/>
                <p14:nvPr/>
              </p14:nvContentPartPr>
              <p14:xfrm>
                <a:off x="2727144" y="4623336"/>
                <a:ext cx="142920" cy="15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61CC5C-0BCC-A909-4ADB-34D4E5BACF2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09144" y="4605336"/>
                  <a:ext cx="1785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6CCB3A-1C28-32F4-081E-E2A838A927FF}"/>
                    </a:ext>
                  </a:extLst>
                </p14:cNvPr>
                <p14:cNvContentPartPr/>
                <p14:nvPr/>
              </p14:nvContentPartPr>
              <p14:xfrm>
                <a:off x="2611944" y="4489776"/>
                <a:ext cx="460800" cy="326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6CCB3A-1C28-32F4-081E-E2A838A927F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593944" y="4471776"/>
                  <a:ext cx="496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C5623AA-D711-AC8C-A175-6DDA756D08CD}"/>
                    </a:ext>
                  </a:extLst>
                </p14:cNvPr>
                <p14:cNvContentPartPr/>
                <p14:nvPr/>
              </p14:nvContentPartPr>
              <p14:xfrm>
                <a:off x="3347424" y="4703976"/>
                <a:ext cx="222840" cy="193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C5623AA-D711-AC8C-A175-6DDA756D08C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29424" y="4685976"/>
                  <a:ext cx="258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6951FE0-0B96-E614-3C17-4B1ACBEF3AA7}"/>
                    </a:ext>
                  </a:extLst>
                </p14:cNvPr>
                <p14:cNvContentPartPr/>
                <p14:nvPr/>
              </p14:nvContentPartPr>
              <p14:xfrm>
                <a:off x="3632184" y="4748976"/>
                <a:ext cx="197280" cy="151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6951FE0-0B96-E614-3C17-4B1ACBEF3AA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14184" y="4731336"/>
                  <a:ext cx="232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7031434-A3DF-807C-4D4C-AF7FB2CB6BFF}"/>
                    </a:ext>
                  </a:extLst>
                </p14:cNvPr>
                <p14:cNvContentPartPr/>
                <p14:nvPr/>
              </p14:nvContentPartPr>
              <p14:xfrm>
                <a:off x="3877704" y="4808016"/>
                <a:ext cx="186840" cy="89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7031434-A3DF-807C-4D4C-AF7FB2CB6BF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59704" y="4790016"/>
                  <a:ext cx="222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68FF17F-D0C0-EF3E-FD07-94B2B9CDA8AD}"/>
                    </a:ext>
                  </a:extLst>
                </p14:cNvPr>
                <p14:cNvContentPartPr/>
                <p14:nvPr/>
              </p14:nvContentPartPr>
              <p14:xfrm>
                <a:off x="4099464" y="4794336"/>
                <a:ext cx="239400" cy="312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68FF17F-D0C0-EF3E-FD07-94B2B9CDA8A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81464" y="4776336"/>
                  <a:ext cx="2750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C3BC38-4EDB-C9B7-C92F-82B7551072E6}"/>
                    </a:ext>
                  </a:extLst>
                </p14:cNvPr>
                <p14:cNvContentPartPr/>
                <p14:nvPr/>
              </p14:nvContentPartPr>
              <p14:xfrm>
                <a:off x="4699944" y="4809456"/>
                <a:ext cx="289440" cy="106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C3BC38-4EDB-C9B7-C92F-82B7551072E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82304" y="4791456"/>
                  <a:ext cx="325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8DCC8CF-EB8B-0A28-8B80-F78FB4A50FA1}"/>
                    </a:ext>
                  </a:extLst>
                </p14:cNvPr>
                <p14:cNvContentPartPr/>
                <p14:nvPr/>
              </p14:nvContentPartPr>
              <p14:xfrm>
                <a:off x="5173344" y="4562496"/>
                <a:ext cx="209520" cy="345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8DCC8CF-EB8B-0A28-8B80-F78FB4A50FA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5704" y="4544496"/>
                  <a:ext cx="2451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11BE6BB-C2C7-53D7-EED7-E4B9D8AD36DA}"/>
                    </a:ext>
                  </a:extLst>
                </p14:cNvPr>
                <p14:cNvContentPartPr/>
                <p14:nvPr/>
              </p14:nvContentPartPr>
              <p14:xfrm>
                <a:off x="4608144" y="4711176"/>
                <a:ext cx="166320" cy="175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11BE6BB-C2C7-53D7-EED7-E4B9D8AD36D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90144" y="4693536"/>
                  <a:ext cx="2019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BBDF55-A626-9FDC-EC1B-E8A66D4D0926}"/>
                    </a:ext>
                  </a:extLst>
                </p14:cNvPr>
                <p14:cNvContentPartPr/>
                <p14:nvPr/>
              </p14:nvContentPartPr>
              <p14:xfrm>
                <a:off x="5450544" y="4748976"/>
                <a:ext cx="141120" cy="123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BBDF55-A626-9FDC-EC1B-E8A66D4D092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432904" y="4731336"/>
                  <a:ext cx="176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D1FA0D-8353-B0D4-54EF-7641345DB2A6}"/>
                    </a:ext>
                  </a:extLst>
                </p14:cNvPr>
                <p14:cNvContentPartPr/>
                <p14:nvPr/>
              </p14:nvContentPartPr>
              <p14:xfrm>
                <a:off x="5661864" y="4755816"/>
                <a:ext cx="136800" cy="126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D1FA0D-8353-B0D4-54EF-7641345DB2A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43864" y="4737816"/>
                  <a:ext cx="172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43F7E4E-A0EF-19F2-803E-3A38D5F092E2}"/>
                    </a:ext>
                  </a:extLst>
                </p14:cNvPr>
                <p14:cNvContentPartPr/>
                <p14:nvPr/>
              </p14:nvContentPartPr>
              <p14:xfrm>
                <a:off x="5922864" y="4762296"/>
                <a:ext cx="264960" cy="297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43F7E4E-A0EF-19F2-803E-3A38D5F092E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05224" y="4744296"/>
                  <a:ext cx="300600" cy="33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43311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DF9D7-0C6D-EABC-71BD-A8811E37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EDD94B-59CD-381F-793F-5768C7834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330" y="2248961"/>
            <a:ext cx="8926171" cy="38962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878B35-920B-104D-1279-3F3AC4747927}"/>
                  </a:ext>
                </a:extLst>
              </p14:cNvPr>
              <p14:cNvContentPartPr/>
              <p14:nvPr/>
            </p14:nvContentPartPr>
            <p14:xfrm>
              <a:off x="9189504" y="5390856"/>
              <a:ext cx="317160" cy="314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878B35-920B-104D-1279-3F3AC47479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71504" y="5372856"/>
                <a:ext cx="352800" cy="3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6535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21909-2D90-4C0B-7D86-6B09ED69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95C20F-33DB-7B8E-40BF-1668ED49D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271" y="2214697"/>
            <a:ext cx="5577346" cy="461855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1E492DA-B123-FF32-1846-CE38053E612F}"/>
              </a:ext>
            </a:extLst>
          </p:cNvPr>
          <p:cNvGrpSpPr/>
          <p:nvPr/>
        </p:nvGrpSpPr>
        <p:grpSpPr>
          <a:xfrm>
            <a:off x="677304" y="4241736"/>
            <a:ext cx="1501200" cy="547200"/>
            <a:chOff x="677304" y="4241736"/>
            <a:chExt cx="1501200" cy="54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D123165-2157-1918-5068-318686EDB530}"/>
                    </a:ext>
                  </a:extLst>
                </p14:cNvPr>
                <p14:cNvContentPartPr/>
                <p14:nvPr/>
              </p14:nvContentPartPr>
              <p14:xfrm>
                <a:off x="677304" y="4246416"/>
                <a:ext cx="276840" cy="442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D123165-2157-1918-5068-318686EDB5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9664" y="4228776"/>
                  <a:ext cx="3124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F3E598-2E3C-712E-5A07-BF3226C92159}"/>
                    </a:ext>
                  </a:extLst>
                </p14:cNvPr>
                <p14:cNvContentPartPr/>
                <p14:nvPr/>
              </p14:nvContentPartPr>
              <p14:xfrm>
                <a:off x="702864" y="4464216"/>
                <a:ext cx="177480" cy="32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F3E598-2E3C-712E-5A07-BF3226C921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5224" y="4446216"/>
                  <a:ext cx="213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420F9DB-355A-9EB4-6B31-A65C35C3366B}"/>
                    </a:ext>
                  </a:extLst>
                </p14:cNvPr>
                <p14:cNvContentPartPr/>
                <p14:nvPr/>
              </p14:nvContentPartPr>
              <p14:xfrm>
                <a:off x="1021104" y="4241736"/>
                <a:ext cx="155520" cy="547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420F9DB-355A-9EB4-6B31-A65C35C336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3104" y="4224096"/>
                  <a:ext cx="19116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793544-57DD-2EBD-6A6F-EB4FCFF0C600}"/>
                    </a:ext>
                  </a:extLst>
                </p14:cNvPr>
                <p14:cNvContentPartPr/>
                <p14:nvPr/>
              </p14:nvContentPartPr>
              <p14:xfrm>
                <a:off x="1016784" y="4481856"/>
                <a:ext cx="193320" cy="57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793544-57DD-2EBD-6A6F-EB4FCFF0C6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8784" y="4464216"/>
                  <a:ext cx="228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A77ABE-554A-C575-DE39-F825C8EF448D}"/>
                    </a:ext>
                  </a:extLst>
                </p14:cNvPr>
                <p14:cNvContentPartPr/>
                <p14:nvPr/>
              </p14:nvContentPartPr>
              <p14:xfrm>
                <a:off x="1350864" y="4241736"/>
                <a:ext cx="245160" cy="32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A77ABE-554A-C575-DE39-F825C8EF448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32864" y="4223736"/>
                  <a:ext cx="2808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3EC1DF-B977-4780-47AE-DBE79ACD6B65}"/>
                    </a:ext>
                  </a:extLst>
                </p14:cNvPr>
                <p14:cNvContentPartPr/>
                <p14:nvPr/>
              </p14:nvContentPartPr>
              <p14:xfrm>
                <a:off x="1349064" y="4401936"/>
                <a:ext cx="167040" cy="45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3EC1DF-B977-4780-47AE-DBE79ACD6B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31064" y="4383936"/>
                  <a:ext cx="202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ECF8CE-DE07-4591-412F-C0AA4D012E5D}"/>
                    </a:ext>
                  </a:extLst>
                </p14:cNvPr>
                <p14:cNvContentPartPr/>
                <p14:nvPr/>
              </p14:nvContentPartPr>
              <p14:xfrm>
                <a:off x="1631664" y="4372416"/>
                <a:ext cx="147960" cy="151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ECF8CE-DE07-4591-412F-C0AA4D012E5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14024" y="4354776"/>
                  <a:ext cx="183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BBDA57-84ED-E3AF-07DA-03195D90C4F5}"/>
                    </a:ext>
                  </a:extLst>
                </p14:cNvPr>
                <p14:cNvContentPartPr/>
                <p14:nvPr/>
              </p14:nvContentPartPr>
              <p14:xfrm>
                <a:off x="1841544" y="4327056"/>
                <a:ext cx="336960" cy="201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BBDA57-84ED-E3AF-07DA-03195D90C4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23544" y="4309416"/>
                  <a:ext cx="37260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808628-1D8E-CD34-DDDF-F4B0817AAAE7}"/>
              </a:ext>
            </a:extLst>
          </p:cNvPr>
          <p:cNvGrpSpPr/>
          <p:nvPr/>
        </p:nvGrpSpPr>
        <p:grpSpPr>
          <a:xfrm>
            <a:off x="2690424" y="4241016"/>
            <a:ext cx="869040" cy="235800"/>
            <a:chOff x="2690424" y="4241016"/>
            <a:chExt cx="86904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8DB7BC-B75A-F774-876E-4EA349AD5C7F}"/>
                    </a:ext>
                  </a:extLst>
                </p14:cNvPr>
                <p14:cNvContentPartPr/>
                <p14:nvPr/>
              </p14:nvContentPartPr>
              <p14:xfrm>
                <a:off x="2690424" y="4241016"/>
                <a:ext cx="29160" cy="235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8DB7BC-B75A-F774-876E-4EA349AD5C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2784" y="4223016"/>
                  <a:ext cx="648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89513B-E982-F3A0-3E21-D08F9B3A29C2}"/>
                    </a:ext>
                  </a:extLst>
                </p14:cNvPr>
                <p14:cNvContentPartPr/>
                <p14:nvPr/>
              </p14:nvContentPartPr>
              <p14:xfrm>
                <a:off x="2891304" y="4337856"/>
                <a:ext cx="191160" cy="26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89513B-E982-F3A0-3E21-D08F9B3A29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3304" y="4320216"/>
                  <a:ext cx="226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6038A9C-F82B-6F14-4B54-B942B33C4FF7}"/>
                    </a:ext>
                  </a:extLst>
                </p14:cNvPr>
                <p14:cNvContentPartPr/>
                <p14:nvPr/>
              </p14:nvContentPartPr>
              <p14:xfrm>
                <a:off x="3260304" y="4249656"/>
                <a:ext cx="299160" cy="202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6038A9C-F82B-6F14-4B54-B942B33C4F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42664" y="4231656"/>
                  <a:ext cx="33480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7D0791-FBFC-9105-B72E-BF61D39D3C86}"/>
              </a:ext>
            </a:extLst>
          </p:cNvPr>
          <p:cNvGrpSpPr/>
          <p:nvPr/>
        </p:nvGrpSpPr>
        <p:grpSpPr>
          <a:xfrm>
            <a:off x="909504" y="4812696"/>
            <a:ext cx="2491920" cy="448200"/>
            <a:chOff x="909504" y="4812696"/>
            <a:chExt cx="2491920" cy="4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C8DA7D7-FA07-8F00-1BF1-C5F712C2CAA9}"/>
                    </a:ext>
                  </a:extLst>
                </p14:cNvPr>
                <p14:cNvContentPartPr/>
                <p14:nvPr/>
              </p14:nvContentPartPr>
              <p14:xfrm>
                <a:off x="909504" y="5045616"/>
                <a:ext cx="461160" cy="215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C8DA7D7-FA07-8F00-1BF1-C5F712C2CA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1864" y="5027616"/>
                  <a:ext cx="4968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F34B0A6-6083-BB7D-E6BB-634A07E76CCE}"/>
                    </a:ext>
                  </a:extLst>
                </p14:cNvPr>
                <p14:cNvContentPartPr/>
                <p14:nvPr/>
              </p14:nvContentPartPr>
              <p14:xfrm>
                <a:off x="1498104" y="5056056"/>
                <a:ext cx="58680" cy="172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F34B0A6-6083-BB7D-E6BB-634A07E76C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80104" y="5038416"/>
                  <a:ext cx="94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459B80-0221-0A18-20E8-B3BAF712F2A6}"/>
                    </a:ext>
                  </a:extLst>
                </p14:cNvPr>
                <p14:cNvContentPartPr/>
                <p14:nvPr/>
              </p14:nvContentPartPr>
              <p14:xfrm>
                <a:off x="1537704" y="4937256"/>
                <a:ext cx="21600" cy="59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459B80-0221-0A18-20E8-B3BAF712F2A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20064" y="4919256"/>
                  <a:ext cx="57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A73B6BF-5354-590C-096D-B482667A59B6}"/>
                    </a:ext>
                  </a:extLst>
                </p14:cNvPr>
                <p14:cNvContentPartPr/>
                <p14:nvPr/>
              </p14:nvContentPartPr>
              <p14:xfrm>
                <a:off x="1727784" y="5005656"/>
                <a:ext cx="264240" cy="165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A73B6BF-5354-590C-096D-B482667A59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10144" y="4987656"/>
                  <a:ext cx="299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9B55CD2-FA84-5665-B521-823EF7E1A445}"/>
                    </a:ext>
                  </a:extLst>
                </p14:cNvPr>
                <p14:cNvContentPartPr/>
                <p14:nvPr/>
              </p14:nvContentPartPr>
              <p14:xfrm>
                <a:off x="2156904" y="5016456"/>
                <a:ext cx="272520" cy="84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9B55CD2-FA84-5665-B521-823EF7E1A4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38904" y="4998816"/>
                  <a:ext cx="308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DF6228B-3FD0-8797-8651-062CE5F7E47A}"/>
                    </a:ext>
                  </a:extLst>
                </p14:cNvPr>
                <p14:cNvContentPartPr/>
                <p14:nvPr/>
              </p14:nvContentPartPr>
              <p14:xfrm>
                <a:off x="2489184" y="4812696"/>
                <a:ext cx="235440" cy="304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DF6228B-3FD0-8797-8651-062CE5F7E47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71544" y="4794696"/>
                  <a:ext cx="2710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9F35F9-F2C0-1329-27BC-6D195B3512CC}"/>
                    </a:ext>
                  </a:extLst>
                </p14:cNvPr>
                <p14:cNvContentPartPr/>
                <p14:nvPr/>
              </p14:nvContentPartPr>
              <p14:xfrm>
                <a:off x="2515824" y="4955616"/>
                <a:ext cx="223560" cy="47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9F35F9-F2C0-1329-27BC-6D195B3512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98184" y="4937976"/>
                  <a:ext cx="259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DDB04EF-7F12-0EDB-A4C0-71DEA7C171F1}"/>
                    </a:ext>
                  </a:extLst>
                </p14:cNvPr>
                <p14:cNvContentPartPr/>
                <p14:nvPr/>
              </p14:nvContentPartPr>
              <p14:xfrm>
                <a:off x="2800584" y="4969296"/>
                <a:ext cx="145440" cy="13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DDB04EF-7F12-0EDB-A4C0-71DEA7C171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82584" y="4951656"/>
                  <a:ext cx="181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D5A40C-7B18-96F6-2856-2710A036A9EC}"/>
                    </a:ext>
                  </a:extLst>
                </p14:cNvPr>
                <p14:cNvContentPartPr/>
                <p14:nvPr/>
              </p14:nvContentPartPr>
              <p14:xfrm>
                <a:off x="3054384" y="4930776"/>
                <a:ext cx="195480" cy="173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D5A40C-7B18-96F6-2856-2710A036A9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36384" y="4912776"/>
                  <a:ext cx="231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BA2032-6A2A-1125-5A11-0846BA5D1D29}"/>
                    </a:ext>
                  </a:extLst>
                </p14:cNvPr>
                <p14:cNvContentPartPr/>
                <p14:nvPr/>
              </p14:nvContentPartPr>
              <p14:xfrm>
                <a:off x="3228624" y="5091696"/>
                <a:ext cx="172800" cy="122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BA2032-6A2A-1125-5A11-0846BA5D1D2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10984" y="5073696"/>
                  <a:ext cx="20844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2EDDEF-4BE8-732C-D9B2-C3CB15AB8EB6}"/>
              </a:ext>
            </a:extLst>
          </p:cNvPr>
          <p:cNvGrpSpPr/>
          <p:nvPr/>
        </p:nvGrpSpPr>
        <p:grpSpPr>
          <a:xfrm>
            <a:off x="1193184" y="5430096"/>
            <a:ext cx="1780200" cy="376920"/>
            <a:chOff x="1193184" y="5430096"/>
            <a:chExt cx="178020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F145E4-04DD-36B7-C3BC-5109AC9D7115}"/>
                    </a:ext>
                  </a:extLst>
                </p14:cNvPr>
                <p14:cNvContentPartPr/>
                <p14:nvPr/>
              </p14:nvContentPartPr>
              <p14:xfrm>
                <a:off x="1193184" y="5625936"/>
                <a:ext cx="343800" cy="172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F145E4-04DD-36B7-C3BC-5109AC9D71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75184" y="5607936"/>
                  <a:ext cx="379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9074980-3C1A-3014-F488-D7E4F3A5359B}"/>
                    </a:ext>
                  </a:extLst>
                </p14:cNvPr>
                <p14:cNvContentPartPr/>
                <p14:nvPr/>
              </p14:nvContentPartPr>
              <p14:xfrm>
                <a:off x="1576944" y="5435856"/>
                <a:ext cx="320400" cy="362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9074980-3C1A-3014-F488-D7E4F3A535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58944" y="5417856"/>
                  <a:ext cx="35604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7150AD9-21C6-0779-7C23-03EBD8E8F6F7}"/>
                    </a:ext>
                  </a:extLst>
                </p14:cNvPr>
                <p14:cNvContentPartPr/>
                <p14:nvPr/>
              </p14:nvContentPartPr>
              <p14:xfrm>
                <a:off x="2090304" y="5648616"/>
                <a:ext cx="214920" cy="158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7150AD9-21C6-0779-7C23-03EBD8E8F6F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72304" y="5630616"/>
                  <a:ext cx="250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0DDBCE-9D7A-C108-85E8-FA39DE71F5C7}"/>
                    </a:ext>
                  </a:extLst>
                </p14:cNvPr>
                <p14:cNvContentPartPr/>
                <p14:nvPr/>
              </p14:nvContentPartPr>
              <p14:xfrm>
                <a:off x="2358864" y="5430096"/>
                <a:ext cx="614520" cy="367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0DDBCE-9D7A-C108-85E8-FA39DE71F5C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40864" y="5412456"/>
                  <a:ext cx="650160" cy="40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B6527AC-8779-EFAD-32E9-3B57003475A5}"/>
                  </a:ext>
                </a:extLst>
              </p14:cNvPr>
              <p14:cNvContentPartPr/>
              <p14:nvPr/>
            </p14:nvContentPartPr>
            <p14:xfrm>
              <a:off x="3371544" y="5960736"/>
              <a:ext cx="895320" cy="1519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B6527AC-8779-EFAD-32E9-3B57003475A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53544" y="5943096"/>
                <a:ext cx="930960" cy="18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111D8B1-FA02-8D5F-8172-5F33F904A542}"/>
              </a:ext>
            </a:extLst>
          </p:cNvPr>
          <p:cNvGrpSpPr/>
          <p:nvPr/>
        </p:nvGrpSpPr>
        <p:grpSpPr>
          <a:xfrm>
            <a:off x="3299904" y="5331456"/>
            <a:ext cx="1233720" cy="419400"/>
            <a:chOff x="3299904" y="5331456"/>
            <a:chExt cx="123372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F4D31FE-8B37-DC05-5EDD-69B8F7BAB0FF}"/>
                    </a:ext>
                  </a:extLst>
                </p14:cNvPr>
                <p14:cNvContentPartPr/>
                <p14:nvPr/>
              </p14:nvContentPartPr>
              <p14:xfrm>
                <a:off x="3299904" y="5567616"/>
                <a:ext cx="257040" cy="183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F4D31FE-8B37-DC05-5EDD-69B8F7BAB0F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82264" y="5549616"/>
                  <a:ext cx="292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4C38AE9-014E-3AF9-8ED9-41161FF7BB80}"/>
                    </a:ext>
                  </a:extLst>
                </p14:cNvPr>
                <p14:cNvContentPartPr/>
                <p14:nvPr/>
              </p14:nvContentPartPr>
              <p14:xfrm>
                <a:off x="3546864" y="5554296"/>
                <a:ext cx="355680" cy="169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4C38AE9-014E-3AF9-8ED9-41161FF7BB8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28864" y="5536656"/>
                  <a:ext cx="391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C771580-F64E-099F-CADF-5CDD98EC7599}"/>
                    </a:ext>
                  </a:extLst>
                </p14:cNvPr>
                <p14:cNvContentPartPr/>
                <p14:nvPr/>
              </p14:nvContentPartPr>
              <p14:xfrm>
                <a:off x="3934584" y="5331456"/>
                <a:ext cx="599040" cy="362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C771580-F64E-099F-CADF-5CDD98EC759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16584" y="5313816"/>
                  <a:ext cx="6346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2282BE-F5F6-C917-446B-929BF4CE0425}"/>
                    </a:ext>
                  </a:extLst>
                </p14:cNvPr>
                <p14:cNvContentPartPr/>
                <p14:nvPr/>
              </p14:nvContentPartPr>
              <p14:xfrm>
                <a:off x="4323744" y="5365296"/>
                <a:ext cx="49680" cy="24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2282BE-F5F6-C917-446B-929BF4CE042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06104" y="5347656"/>
                  <a:ext cx="85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1012557-C6DC-3551-F7A3-F6B79B98EF8C}"/>
                    </a:ext>
                  </a:extLst>
                </p14:cNvPr>
                <p14:cNvContentPartPr/>
                <p14:nvPr/>
              </p14:nvContentPartPr>
              <p14:xfrm>
                <a:off x="4227984" y="5332896"/>
                <a:ext cx="99720" cy="32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1012557-C6DC-3551-F7A3-F6B79B98EF8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09984" y="5315256"/>
                  <a:ext cx="135360" cy="6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450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57F4-21A1-67A6-A576-8C27A068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394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1244</TotalTime>
  <Words>11</Words>
  <Application>Microsoft Office PowerPoint</Application>
  <PresentationFormat>Widescreen</PresentationFormat>
  <Paragraphs>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195</cp:revision>
  <dcterms:created xsi:type="dcterms:W3CDTF">2025-09-22T02:44:38Z</dcterms:created>
  <dcterms:modified xsi:type="dcterms:W3CDTF">2026-07-01T17:11:14Z</dcterms:modified>
</cp:coreProperties>
</file>