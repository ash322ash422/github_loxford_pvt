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09C5A-3EF7-413D-B746-951EFCB2DCB6}"/>
              </a:ext>
            </a:extLst>
          </p:cNvPr>
          <p:cNvSpPr txBox="1"/>
          <p:nvPr/>
        </p:nvSpPr>
        <p:spPr>
          <a:xfrm>
            <a:off x="153600" y="171857"/>
            <a:ext cx="111794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n8n?  (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nodemation)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AI-native workflow automation platform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allows you to connect different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models,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services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together to automate repetitive tasks with very little coding.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LEGO blocks for automation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20D5-30B5-EFA4-ADCE-9582B6C2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AFBC4A-4D99-9833-DF20-FAF31D423D3A}"/>
              </a:ext>
            </a:extLst>
          </p:cNvPr>
          <p:cNvSpPr txBox="1"/>
          <p:nvPr/>
        </p:nvSpPr>
        <p:spPr>
          <a:xfrm>
            <a:off x="153600" y="171857"/>
            <a:ext cx="65306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BE3952-1018-B9F9-A8A1-F094A0508995}"/>
              </a:ext>
            </a:extLst>
          </p:cNvPr>
          <p:cNvSpPr/>
          <p:nvPr/>
        </p:nvSpPr>
        <p:spPr>
          <a:xfrm>
            <a:off x="153600" y="1810763"/>
            <a:ext cx="1527048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Email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0DCBFA-8CC6-0960-80FD-C62EE38822A9}"/>
              </a:ext>
            </a:extLst>
          </p:cNvPr>
          <p:cNvSpPr/>
          <p:nvPr/>
        </p:nvSpPr>
        <p:spPr>
          <a:xfrm>
            <a:off x="2216496" y="1823145"/>
            <a:ext cx="1527048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Invoice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FA666-0A9F-98F9-41E0-F568310455F8}"/>
              </a:ext>
            </a:extLst>
          </p:cNvPr>
          <p:cNvSpPr/>
          <p:nvPr/>
        </p:nvSpPr>
        <p:spPr>
          <a:xfrm>
            <a:off x="4279392" y="1823145"/>
            <a:ext cx="2414016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AI to understand it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09F85-90A1-0E8D-B449-92A608F52771}"/>
              </a:ext>
            </a:extLst>
          </p:cNvPr>
          <p:cNvSpPr/>
          <p:nvPr/>
        </p:nvSpPr>
        <p:spPr>
          <a:xfrm>
            <a:off x="7113432" y="1780725"/>
            <a:ext cx="2075688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into Excel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18FBD-0CC1-82E4-C069-5E6C99084ACE}"/>
              </a:ext>
            </a:extLst>
          </p:cNvPr>
          <p:cNvSpPr/>
          <p:nvPr/>
        </p:nvSpPr>
        <p:spPr>
          <a:xfrm>
            <a:off x="9609144" y="1780725"/>
            <a:ext cx="2075688" cy="9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notification on Slack/Gmail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A4C63-CEBC-62CA-8797-9C885E9E8CD8}"/>
              </a:ext>
            </a:extLst>
          </p:cNvPr>
          <p:cNvSpPr txBox="1"/>
          <p:nvPr/>
        </p:nvSpPr>
        <p:spPr>
          <a:xfrm>
            <a:off x="242316" y="3983659"/>
            <a:ext cx="11013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manually doing each step, n8n performs the entire workflow automatically.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81F7BE4-BFCA-F095-BFA0-4491B2E9A129}"/>
              </a:ext>
            </a:extLst>
          </p:cNvPr>
          <p:cNvSpPr/>
          <p:nvPr/>
        </p:nvSpPr>
        <p:spPr>
          <a:xfrm>
            <a:off x="1783080" y="2121408"/>
            <a:ext cx="37915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5D6DC89-3B10-2B11-BCCB-6A01C86FA71B}"/>
              </a:ext>
            </a:extLst>
          </p:cNvPr>
          <p:cNvSpPr/>
          <p:nvPr/>
        </p:nvSpPr>
        <p:spPr>
          <a:xfrm>
            <a:off x="3821892" y="2138613"/>
            <a:ext cx="37915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2A2BAFB-B639-A2AD-B884-91AE87232AC9}"/>
              </a:ext>
            </a:extLst>
          </p:cNvPr>
          <p:cNvSpPr/>
          <p:nvPr/>
        </p:nvSpPr>
        <p:spPr>
          <a:xfrm>
            <a:off x="6734880" y="2111181"/>
            <a:ext cx="37915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543E00E-DD2B-55A7-C872-C6BEDACA7F64}"/>
              </a:ext>
            </a:extLst>
          </p:cNvPr>
          <p:cNvSpPr/>
          <p:nvPr/>
        </p:nvSpPr>
        <p:spPr>
          <a:xfrm>
            <a:off x="9209556" y="2065461"/>
            <a:ext cx="37915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0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B855-AD49-9148-1900-A622183C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8AA5BA-33A6-D4FC-8845-0375B4847002}"/>
              </a:ext>
            </a:extLst>
          </p:cNvPr>
          <p:cNvSpPr txBox="1"/>
          <p:nvPr/>
        </p:nvSpPr>
        <p:spPr>
          <a:xfrm>
            <a:off x="153600" y="171857"/>
            <a:ext cx="111794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problems does n8n solve?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Imagine you receive 500 customer emails every day.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automation: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email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it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attachment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file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CRM /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Notify appropriate team – sales team, product team, accounts team, etc.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n8n performs all of the above steps automatically, without writing any complicated code</a:t>
            </a:r>
          </a:p>
        </p:txBody>
      </p:sp>
    </p:spTree>
    <p:extLst>
      <p:ext uri="{BB962C8B-B14F-4D97-AF65-F5344CB8AC3E}">
        <p14:creationId xmlns:p14="http://schemas.microsoft.com/office/powerpoint/2010/main" val="429047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03D1-3334-A4C1-61C7-7CF29BE7A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C0DA3-9C91-F9BF-3D51-144AF188031E}"/>
              </a:ext>
            </a:extLst>
          </p:cNvPr>
          <p:cNvSpPr txBox="1"/>
          <p:nvPr/>
        </p:nvSpPr>
        <p:spPr>
          <a:xfrm>
            <a:off x="153600" y="171857"/>
            <a:ext cx="111794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building blocks of n8n are nodes.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node performs exactly one task.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Gmail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Excel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Slack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Database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 OpenAI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HTTP request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 records</a:t>
            </a:r>
          </a:p>
        </p:txBody>
      </p:sp>
    </p:spTree>
    <p:extLst>
      <p:ext uri="{BB962C8B-B14F-4D97-AF65-F5344CB8AC3E}">
        <p14:creationId xmlns:p14="http://schemas.microsoft.com/office/powerpoint/2010/main" val="260013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4919-2AC6-537D-C940-39744F14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D69CBC-A2BF-6A45-25D4-7A9183C4459A}"/>
              </a:ext>
            </a:extLst>
          </p:cNvPr>
          <p:cNvSpPr txBox="1"/>
          <p:nvPr/>
        </p:nvSpPr>
        <p:spPr>
          <a:xfrm>
            <a:off x="153600" y="171857"/>
            <a:ext cx="1117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Nodes in n8n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31EE9-E6D1-311F-A906-E9D96447860E}"/>
              </a:ext>
            </a:extLst>
          </p:cNvPr>
          <p:cNvSpPr txBox="1"/>
          <p:nvPr/>
        </p:nvSpPr>
        <p:spPr>
          <a:xfrm>
            <a:off x="153599" y="845833"/>
            <a:ext cx="48237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Trigger Nodes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Triggers listen for an event or condition and initiate the workflow automatically.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 Trigger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Webhook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Gmail Trigger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Sheets Trigger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14950-C36C-EE62-7CDB-08B2420F6116}"/>
              </a:ext>
            </a:extLst>
          </p:cNvPr>
          <p:cNvSpPr txBox="1"/>
          <p:nvPr/>
        </p:nvSpPr>
        <p:spPr>
          <a:xfrm>
            <a:off x="6666264" y="1043796"/>
            <a:ext cx="42597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2. Action Nodes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These perform work.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Send Email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Insert Database Record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Create Google Sheet Row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Upload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Post to Slack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Create Jira Ticket </a:t>
            </a:r>
          </a:p>
        </p:txBody>
      </p:sp>
    </p:spTree>
    <p:extLst>
      <p:ext uri="{BB962C8B-B14F-4D97-AF65-F5344CB8AC3E}">
        <p14:creationId xmlns:p14="http://schemas.microsoft.com/office/powerpoint/2010/main" val="65050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A894-697B-8576-B42D-D3D91E8E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949867-7CD7-0960-F93B-6026406B7F8A}"/>
              </a:ext>
            </a:extLst>
          </p:cNvPr>
          <p:cNvSpPr txBox="1"/>
          <p:nvPr/>
        </p:nvSpPr>
        <p:spPr>
          <a:xfrm>
            <a:off x="153600" y="171857"/>
            <a:ext cx="1117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Nodes in n8n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69465-2AC8-830D-53EF-7A72A67C0A38}"/>
              </a:ext>
            </a:extLst>
          </p:cNvPr>
          <p:cNvSpPr txBox="1"/>
          <p:nvPr/>
        </p:nvSpPr>
        <p:spPr>
          <a:xfrm>
            <a:off x="153599" y="845833"/>
            <a:ext cx="48237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Logic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control workflow behavior.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Switch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E1812-0F22-4644-643D-C00601F9618C}"/>
              </a:ext>
            </a:extLst>
          </p:cNvPr>
          <p:cNvSpPr txBox="1"/>
          <p:nvPr/>
        </p:nvSpPr>
        <p:spPr>
          <a:xfrm>
            <a:off x="6656837" y="845833"/>
            <a:ext cx="42597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Data Transformation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manipulate data before sending it elsewhere.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Edit Fields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Aggregate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duplicates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425545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AE74-D3D0-F94D-041A-8FF78A02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C2293-F7FE-05B5-F363-BBBC02F7811C}"/>
              </a:ext>
            </a:extLst>
          </p:cNvPr>
          <p:cNvSpPr txBox="1"/>
          <p:nvPr/>
        </p:nvSpPr>
        <p:spPr>
          <a:xfrm>
            <a:off x="153600" y="171857"/>
            <a:ext cx="1117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Nodes in n8n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6CEAF-F51E-FCFE-FB5B-6B71EB9D0CC9}"/>
              </a:ext>
            </a:extLst>
          </p:cNvPr>
          <p:cNvSpPr txBox="1"/>
          <p:nvPr/>
        </p:nvSpPr>
        <p:spPr>
          <a:xfrm>
            <a:off x="153599" y="845833"/>
            <a:ext cx="618254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AI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enable AI-powered workflows.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Chain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Tool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Store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 – Chatbots, RAG,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Q&amp;A, AI assistants, Multi-agent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CD86B-3A64-9C3D-64A1-130F216DE792}"/>
              </a:ext>
            </a:extLst>
          </p:cNvPr>
          <p:cNvSpPr txBox="1"/>
          <p:nvPr/>
        </p:nvSpPr>
        <p:spPr>
          <a:xfrm>
            <a:off x="6656837" y="845833"/>
            <a:ext cx="51010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Database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to communicate with databases.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PostgreSQL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247111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4FE51-F7B6-971A-E509-823A6178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A20FC-3F8B-FBE4-C846-0CCD370BBA06}"/>
              </a:ext>
            </a:extLst>
          </p:cNvPr>
          <p:cNvSpPr txBox="1"/>
          <p:nvPr/>
        </p:nvSpPr>
        <p:spPr>
          <a:xfrm>
            <a:off x="153600" y="171857"/>
            <a:ext cx="1117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Nodes in n8n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2A6E8-C378-5D94-6501-AF511755B055}"/>
              </a:ext>
            </a:extLst>
          </p:cNvPr>
          <p:cNvSpPr txBox="1"/>
          <p:nvPr/>
        </p:nvSpPr>
        <p:spPr>
          <a:xfrm>
            <a:off x="153599" y="845833"/>
            <a:ext cx="55065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File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 with documents.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Binary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Binary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 PDF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formats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E3E52-26D7-7C44-F220-29097A680398}"/>
              </a:ext>
            </a:extLst>
          </p:cNvPr>
          <p:cNvSpPr txBox="1"/>
          <p:nvPr/>
        </p:nvSpPr>
        <p:spPr>
          <a:xfrm>
            <a:off x="6656837" y="845833"/>
            <a:ext cx="51010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Communication Nodes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notifications.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Gmail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Outlook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Slack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Discord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Telegram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Teams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WhatsApp</a:t>
            </a:r>
          </a:p>
        </p:txBody>
      </p:sp>
    </p:spTree>
    <p:extLst>
      <p:ext uri="{BB962C8B-B14F-4D97-AF65-F5344CB8AC3E}">
        <p14:creationId xmlns:p14="http://schemas.microsoft.com/office/powerpoint/2010/main" val="184050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29AB-8AB9-E576-F3A0-AF42E610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86AD95-44FF-1EA1-A660-F10A01B322DC}"/>
              </a:ext>
            </a:extLst>
          </p:cNvPr>
          <p:cNvSpPr txBox="1"/>
          <p:nvPr/>
        </p:nvSpPr>
        <p:spPr>
          <a:xfrm>
            <a:off x="153600" y="171857"/>
            <a:ext cx="11179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Nodes in n8n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4BBDB-CC2D-5498-A7D4-0F0B5EA26F87}"/>
              </a:ext>
            </a:extLst>
          </p:cNvPr>
          <p:cNvSpPr txBox="1"/>
          <p:nvPr/>
        </p:nvSpPr>
        <p:spPr>
          <a:xfrm>
            <a:off x="153598" y="845833"/>
            <a:ext cx="1046821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Cloud Storage Nodes -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, Dropbox , OneDrive , Amazon S3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10. API Nodes -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powerful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Weather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 Request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GraphQL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REST API</a:t>
            </a:r>
          </a:p>
        </p:txBody>
      </p:sp>
    </p:spTree>
    <p:extLst>
      <p:ext uri="{BB962C8B-B14F-4D97-AF65-F5344CB8AC3E}">
        <p14:creationId xmlns:p14="http://schemas.microsoft.com/office/powerpoint/2010/main" val="55590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1120</TotalTime>
  <Words>414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Calibiri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190</cp:revision>
  <dcterms:created xsi:type="dcterms:W3CDTF">2025-09-22T02:44:38Z</dcterms:created>
  <dcterms:modified xsi:type="dcterms:W3CDTF">2026-07-03T11:06:17Z</dcterms:modified>
</cp:coreProperties>
</file>