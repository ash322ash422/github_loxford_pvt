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05:45.2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30 105 5589 0 0,'-29'-90'3811'0'0,"28"88"-3475"0"0,1-11 1255 0 0,1 17-890 0 0,3 18-621 0 0,2-2-43 0 0,20 66 152 0 0,22 123-1 0 0,-46-196-171 0 0,0 1-1 0 0,-2-1 0 0 0,1 0 0 0 0,-2 0 0 0 0,0 1 0 0 0,0-1 0 0 0,-1 0 0 0 0,-8 25 0 0 0,8-25-2780 0 0,12-30 257 0 0,-2-4-27 0 0,0-1-472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05:45.89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797 167 6597 0 0,'0'-3'-37'0'0,"0"0"0"0"0,-1 0 0 0 0,1 0 0 0 0,-1 0 0 0 0,1 0 0 0 0,-1 0-1 0 0,0 0 1 0 0,0 0 0 0 0,0 0 0 0 0,-1 0 0 0 0,1 1 0 0 0,-1-1 0 0 0,0 0 0 0 0,1 1 0 0 0,-1-1 0 0 0,0 1 0 0 0,-4-4 0 0 0,0 2 67 0 0,1 0-1 0 0,-1 0 0 0 0,0 0 0 0 0,0 1 1 0 0,0 0-1 0 0,0 0 0 0 0,-12-3 1 0 0,0 1 111 0 0,0 1 0 0 0,0 1 0 0 0,0 1 0 0 0,0 1 0 0 0,-26 0 0 0 0,17 4-67 0 0,1 1 0 0 0,0 1-1 0 0,0 1 1 0 0,0 1 0 0 0,1 1 0 0 0,0 1 0 0 0,0 2 0 0 0,1 0 0 0 0,0 2 0 0 0,-42 30 0 0 0,41-25-26 0 0,1 2-1 0 0,0 1 1 0 0,2 0 0 0 0,0 2-1 0 0,2 0 1 0 0,0 2 0 0 0,2 0-1 0 0,0 1 1 0 0,-14 30 0 0 0,27-45-30 0 0,-1 0 1 0 0,2 1-1 0 0,-1 0 1 0 0,2 0-1 0 0,0 0 1 0 0,0 0-1 0 0,1 1 1 0 0,0-1-1 0 0,1 1 1 0 0,1-1-1 0 0,0 14 1 0 0,2-16-2 0 0,0-1-1 0 0,0 1 1 0 0,1 0 0 0 0,0-1 0 0 0,0 0-1 0 0,1 0 1 0 0,1 0 0 0 0,-1 0 0 0 0,1-1-1 0 0,1 0 1 0 0,0 0 0 0 0,0 0 0 0 0,0 0-1 0 0,14 11 1 0 0,-4-6 19 0 0,1-1 0 0 0,0 0-1 0 0,1-1 1 0 0,0 0 0 0 0,1-2-1 0 0,0 0 1 0 0,1-1 0 0 0,-1-1-1 0 0,2-1 1 0 0,-1-1 0 0 0,23 3-1 0 0,14-1 82 0 0,-1-1 0 0 0,108-5 0 0 0,-112-4 1 0 0,0-1 0 0 0,0-3 0 0 0,-1-2 0 0 0,1-2 0 0 0,-2-2 0 0 0,74-31 0 0 0,-104 36-72 0 0,0-1 0 0 0,-1-2 0 0 0,0 1 1 0 0,-1-2-1 0 0,0-1 0 0 0,-1 0 0 0 0,0-1 1 0 0,-2-1-1 0 0,1 0 0 0 0,-2-1 0 0 0,0-1 0 0 0,-1 0 1 0 0,0-1-1 0 0,-2 0 0 0 0,0-1 0 0 0,-1 0 1 0 0,-1-1-1 0 0,10-30 0 0 0,-16 40-30 0 0,-1 0 0 0 0,0 0-1 0 0,-1 0 1 0 0,1 0 0 0 0,-2-1 0 0 0,0 1 0 0 0,0 0 0 0 0,-1 0-1 0 0,0-1 1 0 0,-1 1 0 0 0,0 0 0 0 0,0 0 0 0 0,-8-18-1 0 0,4 15-1 0 0,-1 0 0 0 0,0 0 0 0 0,-1 0 0 0 0,-1 1 0 0 0,0 0 0 0 0,-1 1 0 0 0,0 0 0 0 0,-20-17 0 0 0,2 7 7 0 0,-1 0 1 0 0,0 3-1 0 0,-2 0 0 0 0,0 2 0 0 0,-1 1 0 0 0,-1 1 1 0 0,-45-12-1 0 0,42 17 27 0 0,1 2 0 0 0,-2 1 1 0 0,1 2-1 0 0,0 1 0 0 0,-1 2 1 0 0,-38 4-1 0 0,44 0-551 0 0,0 1 0 0 0,1 1 0 0 0,-1 2 0 0 0,1 1 0 0 0,0 1 0 0 0,1 2-1 0 0,-38 19 1 0 0,50-20-3439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05:47.5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72 89 2348 0 0,'-20'-2'2070'0'0,"18"2"-1952"0"0,0 0 0 0 0,-1 0 0 0 0,1 0 0 0 0,0 0 0 0 0,0-1 0 0 0,0 1 0 0 0,0 0 0 0 0,0-1 0 0 0,0 0 0 0 0,0 1 0 0 0,0-1 0 0 0,0 0 0 0 0,0 0 0 0 0,0 0 0 0 0,0 0 0 0 0,-2-2 0 0 0,3 2 143 0 0,29-19 31 0 0,1 8-230 0 0,0 2 0 0 0,1 2 0 0 0,0 0 1 0 0,0 2-1 0 0,1 1 0 0 0,-1 2 0 0 0,1 1 0 0 0,43 2 1 0 0,-67 0-58 0 0,-1 1 0 0 0,0 0 0 0 0,1 0 0 0 0,-1 0 0 0 0,0 1 0 0 0,0 0 1 0 0,0 0-1 0 0,0 1 0 0 0,10 6 0 0 0,-14-8-3 0 0,0 1 0 0 0,0-1 0 0 0,0 0 0 0 0,-1 1 0 0 0,1 0 0 0 0,0-1 0 0 0,-1 1 0 0 0,0 0 0 0 0,1 0 0 0 0,-1 0 0 0 0,0 0 0 0 0,0 0 1 0 0,0 0-1 0 0,0 0 0 0 0,0 0 0 0 0,-1 0 0 0 0,1 1 0 0 0,-1-1 0 0 0,1 0 0 0 0,-1 0 0 0 0,0 1 0 0 0,0-1 0 0 0,0 0 0 0 0,0 1 0 0 0,0-1 0 0 0,0 0 0 0 0,-1 0 0 0 0,1 1 0 0 0,-1-1 0 0 0,0 2 0 0 0,-6 12 5 0 0,0-1 0 0 0,-1 0 0 0 0,0 0-1 0 0,-1-1 1 0 0,-1 0 0 0 0,0-1 0 0 0,-1 0 0 0 0,0-1-1 0 0,-15 13 1 0 0,-16 12 46 0 0,-64 43-1 0 0,94-72-29 0 0,-30 23 275 0 0,-2-3 0 0 0,-52 26 0 0 0,95-54-40 0 0,7 1-185 0 0,19 0-29 0 0,1-1-1 0 0,0 0 1 0 0,0-3 0 0 0,-1 0-1 0 0,27-7 1 0 0,29-2 7 0 0,341-26 147 0 0,-256 25-35 0 0,-161 11-147 0 0,18 0-255 0 0,-28 0-24 0 0,0 1-1 0 0,0-1 1 0 0,0 0 0 0 0,0 0-1 0 0,0 0 1 0 0,0 0 0 0 0,-5-4 0 0 0,-5-3-2369 0 0,-1 2-297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05:48.1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1152 208 6505 0 0,'-14'-9'-106'0'0,"0"1"1"0"0,0 0 0 0 0,-1 2 0 0 0,0-1 0 0 0,0 2 0 0 0,0 0 0 0 0,-1 1-1 0 0,0 1 1 0 0,0 0 0 0 0,-17-1 0 0 0,0 2 168 0 0,1 1-1 0 0,-1 1 1 0 0,0 2-1 0 0,-32 7 1 0 0,26-1-23 0 0,0 2 0 0 0,1 1 1 0 0,0 2-1 0 0,0 2 1 0 0,2 2-1 0 0,-56 33 1 0 0,43-18 43 0 0,1 2 1 0 0,2 2-1 0 0,-79 81 0 0 0,103-95-43 0 0,1 2 0 0 0,1 1 0 0 0,1 0 0 0 0,1 1 0 0 0,2 1 0 0 0,0 0 0 0 0,-20 54 0 0 0,32-72-25 0 0,1 1-1 0 0,1 0 0 0 0,-1 0 1 0 0,1 0-1 0 0,1 0 1 0 0,0 0-1 0 0,0 0 0 0 0,1 1 1 0 0,1-1-1 0 0,-1 0 0 0 0,2 0 1 0 0,-1 0-1 0 0,1 0 1 0 0,1 0-1 0 0,0 0 0 0 0,0 0 1 0 0,1-1-1 0 0,0 1 1 0 0,1-1-1 0 0,0 0 0 0 0,0-1 1 0 0,1 1-1 0 0,0-1 0 0 0,1 0 1 0 0,0-1-1 0 0,0 1 1 0 0,14 10-1 0 0,-2-4 29 0 0,1-1 0 0 0,0-1 0 0 0,1-1 0 0 0,0-1 0 0 0,1 0 0 0 0,0-2 0 0 0,0 0 0 0 0,1-2 0 0 0,0 0 0 0 0,35 3 0 0 0,30-1 157 0 0,126-2 0 0 0,-166-7-128 0 0,279-10 410 0 0,-254 4-244 0 0,-2-3 1 0 0,107-30 0 0 0,-159 34-184 0 0,-1-1 0 0 0,0 0 1 0 0,0-2-1 0 0,-1 0 0 0 0,0-1 0 0 0,-1 0 1 0 0,0-1-1 0 0,-1-1 0 0 0,0-1 0 0 0,-1 0 1 0 0,0-1-1 0 0,-1 0 0 0 0,-1-1 0 0 0,0-1 0 0 0,11-19 1 0 0,-9 10-13 0 0,-1-1 0 0 0,-1 0 0 0 0,-2 0 0 0 0,0-1 1 0 0,-2 0-1 0 0,-1-1 0 0 0,-1 0 0 0 0,-2 0 0 0 0,3-53 0 0 0,-7 65-30 0 0,0 0 0 0 0,-1 1 0 0 0,-1-1 0 0 0,0 1-1 0 0,-1-1 1 0 0,-1 1 0 0 0,-1 0 0 0 0,0 0 0 0 0,0 1-1 0 0,-2 0 1 0 0,1-1 0 0 0,-14-18 0 0 0,7 17-3 0 0,0-1 0 0 0,0 2 0 0 0,-2 0 0 0 0,0 0-1 0 0,-1 2 1 0 0,0 0 0 0 0,-1 1 0 0 0,-25-15 0 0 0,1 6-1 0 0,0 2-1 0 0,-1 1 1 0 0,0 3-1 0 0,-48-12 0 0 0,-80-9 0 0 0,5 13 130 0 0,-48-9-3653 0 0,197 28 997 0 0,7 1-611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05:49.4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98 6605 0 0,'-23'-12'-1194'0'0,"22"5"1211"0"0,0 6 29 0 0,9-6-34 0 0,1 1 0 0 0,-1 0 0 0 0,1 1 1 0 0,0 0-1 0 0,0 0 0 0 0,1 1 0 0 0,-1 0 0 0 0,1 1 1 0 0,0 0-1 0 0,15-3 0 0 0,14 0 9 0 0,53-4-1 0 0,-60 7-23 0 0,-23 2-10 0 0,0-1-1 0 0,1 1 0 0 0,-1 1 0 0 0,1 0 0 0 0,-1 0 0 0 0,1 1 0 0 0,-1 0 1 0 0,1 1-1 0 0,11 3 0 0 0,-20-4 13 0 0,-1-1 0 0 0,0 0 1 0 0,1 1-1 0 0,-1-1 0 0 0,0 1 0 0 0,1-1 1 0 0,-1 0-1 0 0,0 1 0 0 0,1-1 1 0 0,-1 1-1 0 0,0-1 0 0 0,0 1 0 0 0,0-1 1 0 0,1 1-1 0 0,-1-1 0 0 0,0 1 0 0 0,0-1 1 0 0,0 1-1 0 0,0-1 0 0 0,0 1 1 0 0,0 0-1 0 0,0-1 0 0 0,0 1 0 0 0,0-1 1 0 0,0 1-1 0 0,0-1 0 0 0,0 1 0 0 0,-1-1 1 0 0,1 1-1 0 0,0-1 0 0 0,0 1 1 0 0,0-1-1 0 0,-1 1 0 0 0,1-1 0 0 0,0 1 1 0 0,-1-1-1 0 0,-11 18 8 0 0,-5-4 47 0 0,-2-1 1 0 0,1 0-1 0 0,-2-1 0 0 0,-33 15 1 0 0,-92 31 300 0 0,111-45-251 0 0,15-4-41 0 0,15-6-19 0 0,0-1 0 0 0,0 0-1 0 0,0 0 1 0 0,0 0 0 0 0,-1-1-1 0 0,1 1 1 0 0,-6 0 0 0 0,75 11 33 0 0,-16-11-64 0 0,0 2-1 0 0,-1 2 1 0 0,1 2 0 0 0,-2 3 0 0 0,58 19 0 0 0,-103-29-14 0 0,0 0-1 0 0,0-1 1 0 0,0 1 0 0 0,0 0-1 0 0,0 0 1 0 0,0 0-1 0 0,0 0 1 0 0,-1 0 0 0 0,1 1-1 0 0,0-1 1 0 0,-1 0 0 0 0,1 1-1 0 0,-1 0 1 0 0,1-1 0 0 0,-1 1-1 0 0,0 0 1 0 0,2 1 0 0 0,-3-1 4 0 0,0-1 0 0 0,0 0 1 0 0,1 0-1 0 0,-1 0 0 0 0,0 0 1 0 0,0 0-1 0 0,-1 0 0 0 0,1 0 0 0 0,0 0 1 0 0,0 0-1 0 0,0 0 0 0 0,-1 0 1 0 0,1 0-1 0 0,0 0 0 0 0,-1 0 1 0 0,1 0-1 0 0,-1 0 0 0 0,0 0 1 0 0,1 0-1 0 0,-1 0 0 0 0,1 0 1 0 0,-1 0-1 0 0,-1 1 0 0 0,-4 2 44 0 0,1 1 0 0 0,-1-1 0 0 0,0 0 0 0 0,-1 0-1 0 0,1-1 1 0 0,0 1 0 0 0,-1-2 0 0 0,-10 4 0 0 0,-36 7 534 0 0,0-2 1 0 0,0-3 0 0 0,0-2 0 0 0,-85-2 0 0 0,137-3-633 0 0,0-1 1 0 0,0 0 0 0 0,0 0-1 0 0,0 0 1 0 0,1 0 0 0 0,-1 0 0 0 0,0 0-1 0 0,0 0 1 0 0,0 0 0 0 0,0 0-1 0 0,0 0 1 0 0,0-1 0 0 0,0 1 0 0 0,1 0-1 0 0,-1 0 1 0 0,0-1 0 0 0,0 1-1 0 0,0-1 1 0 0,1 1 0 0 0,-1-1 0 0 0,0 1-1 0 0,1-1 1 0 0,-1 1 0 0 0,0-1-1 0 0,1 0 1 0 0,-1 1 0 0 0,0-1 0 0 0,0-1-1 0 0,1 1-173 0 0,0 0-1 0 0,1-1 0 0 0,-1 1 1 0 0,0 0-1 0 0,0 0 1 0 0,1 0-1 0 0,-1-1 0 0 0,1 1 1 0 0,-1 0-1 0 0,1 0 1 0 0,-1 0-1 0 0,1 0 0 0 0,0 0 1 0 0,-1 0-1 0 0,1 0 1 0 0,0 0-1 0 0,1-1 0 0 0,11-10-2589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05:50.1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1033 94 6369 0 0,'-3'-4'-38'0'0,"0"0"0"0"0,0 0 1 0 0,0 0-1 0 0,-1 0 1 0 0,0 1-1 0 0,1 0 0 0 0,-1-1 1 0 0,0 1-1 0 0,0 1 0 0 0,-1-1 1 0 0,1 1-1 0 0,-1-1 1 0 0,1 1-1 0 0,-1 1 0 0 0,0-1 1 0 0,1 1-1 0 0,-7-2 1 0 0,-9-1 213 0 0,0 0 0 0 0,-37-2 1 0 0,13 6-103 0 0,1 3 1 0 0,0 1 0 0 0,0 3 0 0 0,1 1-1 0 0,0 2 1 0 0,0 2 0 0 0,1 1 0 0 0,-45 23-1 0 0,49-19-36 0 0,1 1-1 0 0,0 2 0 0 0,2 2 0 0 0,0 1 1 0 0,-55 51-1 0 0,72-59-22 0 0,1 2-1 0 0,1 0 1 0 0,0 1-1 0 0,1 0 1 0 0,1 1-1 0 0,1 1 1 0 0,1 0-1 0 0,0 0 1 0 0,2 1-1 0 0,0 1 1 0 0,-10 39-1 0 0,17-49-9 0 0,1 0-1 0 0,0 1 1 0 0,0-1 0 0 0,1 1-1 0 0,1-1 1 0 0,0 1-1 0 0,1-1 1 0 0,0 0-1 0 0,1 0 1 0 0,1 1-1 0 0,-1-2 1 0 0,2 1 0 0 0,0 0-1 0 0,0-1 1 0 0,1 0-1 0 0,0 0 1 0 0,1-1-1 0 0,0 0 1 0 0,1 0-1 0 0,17 17 1 0 0,-6-9 9 0 0,2 0-1 0 0,0-1 1 0 0,0-1 0 0 0,2-1-1 0 0,0 0 1 0 0,1-2 0 0 0,0-1-1 0 0,44 15 1 0 0,-25-14 21 0 0,1-2 0 0 0,0-2 0 0 0,1-1 0 0 0,0-3 0 0 0,0-2 0 0 0,0-1 0 0 0,0-3 0 0 0,0-1 0 0 0,0-3 0 0 0,0-1 0 0 0,46-14 0 0 0,-60 13-2 0 0,0-3 0 0 0,0 0 1 0 0,-1-2-1 0 0,-1-1 0 0 0,0-2 1 0 0,0 0-1 0 0,-2-2 1 0 0,0-1-1 0 0,-1-2 0 0 0,-1 0 1 0 0,0-2-1 0 0,-2 0 0 0 0,-1-2 1 0 0,-1 0-1 0 0,-1-1 0 0 0,20-34 1 0 0,-31 45 2 0 0,-2-1 0 0 0,0 0 0 0 0,-1 0 0 0 0,-1 0 0 0 0,0-1 0 0 0,-1 0 0 0 0,-1 0 0 0 0,0 0 0 0 0,-1-1 0 0 0,-1 1 0 0 0,0 0 0 0 0,-2-1-1 0 0,1 1 1 0 0,-2-1 0 0 0,0 1 0 0 0,-2 0 0 0 0,-6-22 0 0 0,3 19 30 0 0,0 0 0 0 0,-2 0 0 0 0,0 1 0 0 0,-1 1-1 0 0,-1-1 1 0 0,-1 2 0 0 0,0-1 0 0 0,-1 2 0 0 0,0 0-1 0 0,-2 0 1 0 0,0 1 0 0 0,0 1 0 0 0,-31-19 0 0 0,20 16 10 0 0,0 3 1 0 0,-1 0 0 0 0,-1 1 0 0 0,0 2-1 0 0,0 1 1 0 0,-1 1 0 0 0,-56-8 0 0 0,45 12-2889 0 0,-43 0 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05:51.7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33 151 6841 0 0,'5'-42'-436'0'0,"-3"34"609"0"0,-1 0-1 0 0,0 1 0 0 0,-1-1 0 0 0,0 1 1 0 0,-1-10-1 0 0,1 0 186 0 0,0 17-354 0 0,0 0-1 0 0,0 0 1 0 0,0 0 0 0 0,0-1 0 0 0,0 1 0 0 0,0 0-1 0 0,0 0 1 0 0,0 0 0 0 0,0-1 0 0 0,0 1-1 0 0,-1 0 1 0 0,1 0 0 0 0,0 0 0 0 0,0-1 0 0 0,0 1-1 0 0,0 0 1 0 0,0 0 0 0 0,0 0 0 0 0,-1 0 0 0 0,1 0-1 0 0,0-1 1 0 0,0 1 0 0 0,0 0 0 0 0,-1 0 0 0 0,1 0-1 0 0,0 0 1 0 0,0 0 0 0 0,0 0 0 0 0,0 0 0 0 0,-1 0-1 0 0,1 0 1 0 0,0 0 0 0 0,0 0 0 0 0,-1 0 0 0 0,1 0-1 0 0,0 0 1 0 0,0 0 0 0 0,0 0 0 0 0,-1 0 0 0 0,1 0-1 0 0,0 0 1 0 0,0 0 0 0 0,0 0 0 0 0,-1 0 0 0 0,1 0-1 0 0,0 0 1 0 0,0 0 0 0 0,0 0 0 0 0,0 0 0 0 0,-1 0-1 0 0,1 1 1 0 0,0-1 0 0 0,0 0 0 0 0,0 0 0 0 0,-1 0-1 0 0,-3 6 6 0 0,0 0 0 0 0,1 0 0 0 0,0 0-1 0 0,0 0 1 0 0,0 1 0 0 0,0-1 0 0 0,1 1-1 0 0,0 0 1 0 0,1-1 0 0 0,-1 1 0 0 0,0 11-1 0 0,3-14-3 0 0,-1 0-1 0 0,0-1 1 0 0,1 1-1 0 0,0 0 0 0 0,-1 0 1 0 0,1-1-1 0 0,1 1 1 0 0,-1 0-1 0 0,1-1 1 0 0,-1 1-1 0 0,1-1 0 0 0,0 0 1 0 0,0 0-1 0 0,1 1 1 0 0,-1-1-1 0 0,0-1 0 0 0,1 1 1 0 0,0 0-1 0 0,0-1 1 0 0,0 1-1 0 0,0-1 1 0 0,0 0-1 0 0,0 0 0 0 0,6 3 1 0 0,11 4 12 0 0,1 0 0 0 0,0-2 1 0 0,0 0-1 0 0,0-1 0 0 0,1-1 0 0 0,0-1 1 0 0,0-1-1 0 0,0-1 0 0 0,32-2 0 0 0,-39 0-1 0 0,1-1-1 0 0,-1 0 1 0 0,0-1-1 0 0,0-1 1 0 0,0 0-1 0 0,-1-1 1 0 0,1-1 0 0 0,-1 0-1 0 0,0-1 1 0 0,0-1-1 0 0,-1 0 1 0 0,0-1-1 0 0,0 0 1 0 0,18-16-1 0 0,-24 16 75 0 0,1 0-1 0 0,-2-1 1 0 0,1 0 0 0 0,-1 0-1 0 0,-1-1 1 0 0,0 1 0 0 0,0-1 0 0 0,-1 0-1 0 0,0 0 1 0 0,-1-1 0 0 0,4-16-1 0 0,-7 26-66 0 0,1-1-1 0 0,-1 1 1 0 0,1 0-1 0 0,-1 0 1 0 0,1-1-1 0 0,-1 1 1 0 0,0 0-1 0 0,0 0 1 0 0,0-1 0 0 0,1 1-1 0 0,-1 0 1 0 0,0-1-1 0 0,-1 1 1 0 0,1 0-1 0 0,0-1 1 0 0,0 1-1 0 0,-1 0 1 0 0,1 0-1 0 0,0-1 1 0 0,-1 1-1 0 0,1 0 1 0 0,-1 0-1 0 0,0 0 1 0 0,1 0-1 0 0,-1 0 1 0 0,0 0-1 0 0,0 0 1 0 0,0 0 0 0 0,0 0-1 0 0,1 0 1 0 0,-1 0-1 0 0,-2-1 1 0 0,2 1 89 0 0,-4 5-82 0 0,0 0-23 0 0,0 1 0 0 0,0 0-1 0 0,1 1 1 0 0,-1-1 0 0 0,1 1-1 0 0,0 0 1 0 0,1 0 0 0 0,0 0-1 0 0,0 0 1 0 0,0 0 0 0 0,0 1-1 0 0,1 0 1 0 0,0-1 0 0 0,1 1-1 0 0,-1 0 1 0 0,1 0 0 0 0,1 0 0 0 0,-1 0-1 0 0,1 0 1 0 0,0 0 0 0 0,3 13-1 0 0,2 18 13 0 0,2 0 0 0 0,21 68 0 0 0,-17-66 0 0 0,-7-27-10 0 0,48 148 93 0 0,-45-145-1275 0 0,-3-39-2369 0 0,2-5 1439 0 0,-1-3-149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05:52.4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1107 150 5681 0 0,'-17'-15'59'0'0,"0"1"0"0"0,-1 1 0 0 0,-1 1 0 0 0,0 0 0 0 0,-1 2 0 0 0,0 0 0 0 0,0 1 0 0 0,-1 1 0 0 0,0 1 1 0 0,-1 1-1 0 0,-32-6 0 0 0,25 9 16 0 0,-1 1 0 0 0,0 1-1 0 0,0 1 1 0 0,0 2 0 0 0,0 1 0 0 0,1 2 0 0 0,-1 0 0 0 0,-29 11 0 0 0,-9 4 74 0 0,-117 52 0 0 0,160-60-117 0 0,1 1 0 0 0,0 1 1 0 0,2 0-1 0 0,-1 2 0 0 0,2 1 0 0 0,0 1 1 0 0,-34 38-1 0 0,46-45-20 0 0,1 0 0 0 0,0 1 0 0 0,1 0-1 0 0,0 1 1 0 0,1-1 0 0 0,1 1 0 0 0,0 1 0 0 0,0-1-1 0 0,2 1 1 0 0,-1-1 0 0 0,2 1 0 0 0,0 0 0 0 0,0 0 0 0 0,2 0-1 0 0,-1 1 1 0 0,2-1 0 0 0,0 0 0 0 0,1 0 0 0 0,0 0 0 0 0,5 17-1 0 0,-1-12 2 0 0,1-1 0 0 0,0 0 0 0 0,1 0 0 0 0,1-1 0 0 0,0 0 0 0 0,2 0-1 0 0,0-1 1 0 0,1 0 0 0 0,0-1 0 0 0,1-1 0 0 0,1 0 0 0 0,0 0 0 0 0,1-2 0 0 0,20 14-1 0 0,1-4 6 0 0,0-2 1 0 0,2-2-1 0 0,0-2 0 0 0,1-1 0 0 0,0-2 0 0 0,1-1 0 0 0,1-2 0 0 0,50 5 0 0 0,-20-7 16 0 0,-1-4 1 0 0,2-2-1 0 0,-1-4 0 0 0,73-10 0 0 0,-97 5 12 0 0,1-1 0 0 0,-1-2 0 0 0,-1-3-1 0 0,0-1 1 0 0,-1-3 0 0 0,54-27-1 0 0,-77 32-9 0 0,0 0 0 0 0,-1-2 1 0 0,-1-1-1 0 0,0 0 0 0 0,-1-1 0 0 0,-1-1 0 0 0,0-1 0 0 0,-1-1 0 0 0,-1 0 0 0 0,-1-1 0 0 0,-1-1 0 0 0,-1 0 0 0 0,18-39 0 0 0,-20 35-8 0 0,-1 0 1 0 0,-2-1-1 0 0,0 0 0 0 0,-2-1 0 0 0,4-32 1 0 0,-9 46-16 0 0,-1 0 1 0 0,0 0 0 0 0,0 0-1 0 0,-1-1 1 0 0,-1 1 0 0 0,0 0-1 0 0,-1 0 1 0 0,0 1 0 0 0,-1-1-1 0 0,-1 1 1 0 0,0 0 0 0 0,-12-23 0 0 0,7 20 9 0 0,-1 0 1 0 0,0 1 0 0 0,0 0 0 0 0,-2 1-1 0 0,1 0 1 0 0,-2 1 0 0 0,0 0-1 0 0,0 1 1 0 0,-1 1 0 0 0,-25-13 0 0 0,16 11 4 0 0,0 2 1 0 0,0 1-1 0 0,-2 1 1 0 0,1 1-1 0 0,-1 1 1 0 0,-43-4-1 0 0,19 7-6 0 0,-1 2 0 0 0,1 3 0 0 0,-1 1 0 0 0,1 3 0 0 0,0 2 0 0 0,0 3 0 0 0,-52 17 0 0 0,22 2-402 0 0,35-1-2773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2:47.5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0 404 1388 0 0,'0'0'6228'0'0,"9"-23"-5605"0"0,34-12-506 0 0,1 2-1 0 0,1 2 0 0 0,2 2 0 0 0,0 2 1 0 0,56-22-1 0 0,-28 19-84 0 0,2 4 0 0 0,139-28 1 0 0,-188 48-29 0 0,78-15 101 0 0,181-10-1 0 0,112 22-66 0 0,513 30 23 0 0,-237 38-41 0 0,-434-34 4 0 0,823 96 148 0 0,-323 8 0 0 0,-231-32 158 0 0,-324-57-156 0 0,209 75-1 0 0,-328-90-96 0 0,-1 4-1 0 0,-2 2 1 0 0,78 52 0 0 0,-124-74-41 0 0,25 19 71 0 0,-17-1 2092 0 0,-30-28-2164 0 0,0 1-1 0 0,0-1 1 0 0,1 0 0 0 0,-1 0-1 0 0,0 0 1 0 0,1-1 0 0 0,-1 1 0 0 0,1-1-1 0 0,-1 0 1 0 0,1 0 0 0 0,-6-5-1 0 0,-43-35 317 0 0,26 20-184 0 0,-176-125 548 0 0,154 111-473 0 0,46 35-206 0 0,-8-10 5 0 0,6 2 20 0 0,67 45-46 0 0,-3 2 1 0 0,86 71-1 0 0,0 5-17 0 0,-44-38 24 0 0,103 69-72 0 0,-100-73 76 0 0,-41-28-25 0 0,-2 4-1 0 0,-2 2 1 0 0,-2 3-1 0 0,-3 2 1 0 0,55 71-1 0 0,46 48-46 0 0,-69-82 91 0 0,25 30-81 0 0,114 132 30 0 0,65 64 68 0 0,-226-261-45 0 0,3-3 0 0 0,3-3 1 0 0,122 68-1 0 0,-4-3 52 0 0,33 18-30 0 0,-159-101-20 0 0,2-2-1 0 0,80 25 1 0 0,-105-41 0 0 0,220 71 70 0 0,-114-41-44 0 0,96 34 123 0 0,-85-19 39 0 0,-1-6 143 0 0,0 9-96 0 0,-154-62-221 0 0,20 9 445 0 0,-21-10-552 0 0,-1 1 1 0 0,1-1-1 0 0,0 1 0 0 0,-1-1 0 0 0,1 1 0 0 0,0-1 0 0 0,0 0 0 0 0,-1 1 0 0 0,1-1 0 0 0,0 0 1 0 0,0 0-1 0 0,0 1 0 0 0,-1-1 0 0 0,1 0 0 0 0,0 0 0 0 0,0 0 0 0 0,0 0 0 0 0,0 0 0 0 0,-1 0 1 0 0,1 0-1 0 0,0-1 0 0 0,0 1 0 0 0,0 0 0 0 0,0-1 0 0 0,-18-66-9198 0 0,17 47 5218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2:48.7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562 19 8233 0 0,'-21'-13'134'0'0,"4"7"2093"0"0,30 28-2183 0 0,2-1-1 0 0,0 0 1 0 0,2-1 0 0 0,25 23-1 0 0,86 72 88 0 0,-101-92-102 0 0,151 121 201 0 0,-176-143-212 0 0,0 1 0 0 0,0-1 0 0 0,0 1 1 0 0,0 0-1 0 0,-1 0 0 0 0,1-1 0 0 0,-1 1 1 0 0,1 0-1 0 0,-1 0 0 0 0,2 4 0 0 0,-3-5 35 0 0,-3 1-34 0 0,-1 0 0 0 0,0-1 0 0 0,1 1 0 0 0,-1-1 0 0 0,0 0 0 0 0,0 0 0 0 0,0-1 0 0 0,0 1 0 0 0,0-1 0 0 0,0 0 0 0 0,0 0 0 0 0,-5-1-1 0 0,-6 2 17 0 0,-354-12 427 0 0,153-1-300 0 0,182 11-338 0 0,-99-7 585 0 0,122 6-786 0 0,0 1 0 0 0,0-2 1 0 0,0 0-1 0 0,0 0 0 0 0,1-1 0 0 0,0 0 1 0 0,-1-1-1 0 0,1 0 0 0 0,-12-8 0 0 0,19 10-49 0 0,0 1 0 0 0,0-1 0 0 0,0 0 0 0 0,0 0 0 0 0,0 0 0 0 0,1 0 0 0 0,-1-1 0 0 0,1 1 0 0 0,-3-6-1 0 0,-4-17-2281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2:49.9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753 40 2124 0 0,'-25'-28'3159'0'0,"3"24"-3097"0"0,-1 1-1 0 0,1 0 0 0 0,0 2 1 0 0,-1 1-1 0 0,1 0 1 0 0,-1 2-1 0 0,1 1 0 0 0,0 0 1 0 0,0 2-1 0 0,0 0 1 0 0,-34 14-1 0 0,20-5-50 0 0,2 2 0 0 0,-1 1 0 0 0,2 2 0 0 0,0 1 0 0 0,1 2 0 0 0,-32 28 0 0 0,45-34-1 0 0,1 1 0 0 0,1 1 0 0 0,0 1 0 0 0,1 0 0 0 0,1 1 0 0 0,-15 27 1 0 0,26-40-6 0 0,0 0 1 0 0,1 0-1 0 0,0 0 1 0 0,0 0-1 0 0,1 0 0 0 0,0 0 1 0 0,0 1-1 0 0,0-1 1 0 0,1 1-1 0 0,1 0 1 0 0,-1-1-1 0 0,1 1 1 0 0,0 0-1 0 0,1-1 1 0 0,0 1-1 0 0,0-1 1 0 0,0 1-1 0 0,1-1 1 0 0,0 1-1 0 0,1-1 1 0 0,0 0-1 0 0,0 0 1 0 0,0 0-1 0 0,6 8 1 0 0,2-1 28 0 0,1-1 1 0 0,0-1 0 0 0,0 0 0 0 0,1-1 0 0 0,0 0-1 0 0,1-1 1 0 0,1 0 0 0 0,-1-1 0 0 0,1-1 0 0 0,1 0 0 0 0,16 5-1 0 0,15 4 121 0 0,0-2-1 0 0,76 14 1 0 0,-67-19 5 0 0,0-2-1 0 0,0-3 1 0 0,0-2 0 0 0,68-6-1 0 0,-95 1-60 0 0,0-2 0 0 0,0-1 0 0 0,-1-1 0 0 0,1-1-1 0 0,-1-1 1 0 0,-1-2 0 0 0,1-1 0 0 0,-2-1-1 0 0,43-26 1 0 0,-59 31-69 0 0,0-1 0 0 0,0 0 0 0 0,-1 0 0 0 0,0-1-1 0 0,0 0 1 0 0,-1-1 0 0 0,-1 0 0 0 0,1-1 0 0 0,-2 1 0 0 0,1-1-1 0 0,-1 0 1 0 0,-1-1 0 0 0,0 1 0 0 0,-1-1 0 0 0,0 0 0 0 0,-1-1 0 0 0,0 1-1 0 0,-1 0 1 0 0,0-1 0 0 0,-1 0 0 0 0,0-14 0 0 0,-2 12-21 0 0,0 0 0 0 0,-1 1 0 0 0,-1-1 0 0 0,0 1 1 0 0,0-1-1 0 0,-2 1 0 0 0,0 0 0 0 0,0 1 0 0 0,-2-1 0 0 0,1 1 0 0 0,-2 0 1 0 0,0 1-1 0 0,0 0 0 0 0,-1 0 0 0 0,0 0 0 0 0,-1 2 0 0 0,-19-17 1 0 0,9 12-6 0 0,0 2 0 0 0,-1 0 0 0 0,-1 1 0 0 0,0 1 0 0 0,0 1 0 0 0,-1 1 0 0 0,0 2 0 0 0,0 0 0 0 0,-1 1 0 0 0,0 1 0 0 0,0 1 0 0 0,-1 2 0 0 0,1 0 0 0 0,-34 3 0 0 0,15 1-67 0 0,1 2 0 0 0,-1 2 0 0 0,1 2 0 0 0,0 2 0 0 0,1 1 0 0 0,0 3 0 0 0,-57 26 0 0 0,73-27-254 0 0,1 0 0 0 0,-27 20 0 0 0,-7 19-3768 0 0,46-38 1627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2:51.1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 32 6381 0 0,'-9'-19'99'0'0,"-1"7"6"0"0,12 36-119 0 0,1 0 1 0 0,9 42 0 0 0,-6-41 21 0 0,-1 1 1 0 0,3 47-1 0 0,-8-73-65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2:51.66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588 73 5004 0 0,'0'0'-130'0'0,"-25"-23"52"0"0,12 18 119 0 0,0 1 1 0 0,0 1 0 0 0,0 0 0 0 0,0 1-1 0 0,0 0 1 0 0,-1 1 0 0 0,1 1 0 0 0,-1 0-1 0 0,1 1 1 0 0,-1 0 0 0 0,1 1-1 0 0,0 1 1 0 0,0 0 0 0 0,0 0 0 0 0,0 1-1 0 0,1 1 1 0 0,-20 10 0 0 0,3 0-17 0 0,1 0 1 0 0,0 2 0 0 0,2 2-1 0 0,0 0 1 0 0,0 2-1 0 0,-28 30 1 0 0,44-40-14 0 0,1-1-1 0 0,0 1 1 0 0,1 0 0 0 0,1 1 0 0 0,-1 0 0 0 0,2 0-1 0 0,0 1 1 0 0,0 0 0 0 0,1 0 0 0 0,1 0 0 0 0,0 0-1 0 0,1 1 1 0 0,-2 14 0 0 0,5-19 5 0 0,-1-1 1 0 0,1 0-1 0 0,0 1 1 0 0,1-1-1 0 0,0 0 1 0 0,0 1-1 0 0,1-1 0 0 0,0 0 1 0 0,1 0-1 0 0,0 0 1 0 0,0-1-1 0 0,0 1 1 0 0,1 0-1 0 0,0-1 0 0 0,1 0 1 0 0,-1 0-1 0 0,1 0 1 0 0,1-1-1 0 0,-1 0 1 0 0,1 0-1 0 0,0 0 0 0 0,13 9 1 0 0,0-4 61 0 0,0 0 0 0 0,0 0 0 0 0,1-2 1 0 0,1-1-1 0 0,-1 0 0 0 0,1-2 0 0 0,1 0 0 0 0,35 5 1 0 0,-18-6 148 0 0,0-2 0 0 0,0-2 0 0 0,77-7 0 0 0,-96 3-130 0 0,0-1 0 0 0,-1 0-1 0 0,0-2 1 0 0,0 0-1 0 0,0-1 1 0 0,-1-1-1 0 0,0-1 1 0 0,0 0 0 0 0,-1-2-1 0 0,0 0 1 0 0,22-19-1 0 0,-29 22-47 0 0,-1-1 0 0 0,0 0 0 0 0,0 0-1 0 0,-1-1 1 0 0,0 0 0 0 0,-1 0 0 0 0,0-1-1 0 0,-1 0 1 0 0,0-1 0 0 0,-1 1 0 0 0,0-1-1 0 0,0 0 1 0 0,-2 0 0 0 0,1-1 0 0 0,-1 1-1 0 0,-1-1 1 0 0,-1 1 0 0 0,1-24 0 0 0,-3 23-23 0 0,-2 0 1 0 0,1 1-1 0 0,-1-1 1 0 0,-1 1-1 0 0,0 0 1 0 0,-1 0-1 0 0,0 0 1 0 0,-1 0-1 0 0,0 1 1 0 0,-1 0-1 0 0,-1 0 1 0 0,1 1-1 0 0,-1 0 1 0 0,-1 0-1 0 0,0 1 1 0 0,0 0-1 0 0,-1 1 1 0 0,0 0-1 0 0,-19-11 1 0 0,5 4 4 0 0,0 0 0 0 0,-2 2-1 0 0,0 1 1 0 0,0 2 0 0 0,-1 0 0 0 0,0 1 0 0 0,-53-8 0 0 0,52 13-97 0 0,0 2-1 0 0,0 1 1 0 0,-42 4-1 0 0,44 0-1516 0 0,-48 12 0 0 0,60-10-911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2:55.1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147 57 4836 0 0,'-12'-5'380'0'0,"8"2"-100"0"0,-1 1-1 0 0,-1-1 1 0 0,1 1-1 0 0,0 0 1 0 0,0 1 0 0 0,-1 0-1 0 0,-6-2 1 0 0,12 3-267 0 0,0 0 0 0 0,0 0 0 0 0,0 0 0 0 0,1 0 0 0 0,-1 0 0 0 0,0 0 0 0 0,0 0 0 0 0,0 0 0 0 0,0 0 0 0 0,1-1 0 0 0,-1 1 0 0 0,0 0 0 0 0,0 0 0 0 0,0 0 0 0 0,0 0 1 0 0,0 0-1 0 0,0 0 0 0 0,1-1 0 0 0,-1 1 0 0 0,0 0 0 0 0,0 0 0 0 0,0 0 0 0 0,0 0 0 0 0,0-1 0 0 0,0 1 0 0 0,0 0 0 0 0,0 0 0 0 0,0 0 0 0 0,0 0 0 0 0,0-1 0 0 0,0 1 0 0 0,0 0 0 0 0,0 0 0 0 0,0 0 0 0 0,0-1 1 0 0,0 1-1 0 0,0 0 0 0 0,0 0 0 0 0,0 0 0 0 0,0 0 0 0 0,0-1 0 0 0,0 1 0 0 0,0 0 0 0 0,0 0 0 0 0,0 0 0 0 0,-1 0 0 0 0,1-1 0 0 0,0 1 0 0 0,0 0 0 0 0,0 0 0 0 0,0 0 0 0 0,0 0 0 0 0,0 0 0 0 0,-1 0 1 0 0,1-1-1 0 0,0 1 0 0 0,0 0 0 0 0,0 0 0 0 0,0 0 0 0 0,-1 0 0 0 0,1 0 0 0 0,0 0 0 0 0,0 0 0 0 0,0 0 0 0 0,0 0 0 0 0,-1 0 0 0 0,1 0 0 0 0,0 0 0 0 0,12-11 520 0 0,-11 10-681 0 0,7-2 162 0 0,0 0-1 0 0,0 1 1 0 0,0 0-1 0 0,0 1 1 0 0,1-1-1 0 0,-1 1 1 0 0,1 1-1 0 0,-1 0 1 0 0,17 1 0 0 0,-2 0 3 0 0,-15-1-18 0 0,3-1-33 0 0,1 1 0 0 0,0 0 0 0 0,0 1 0 0 0,0 0 0 0 0,-1 1-1 0 0,1 0 1 0 0,-1 1 0 0 0,1 0 0 0 0,19 9 0 0 0,-30-11 25 0 0,0 0 0 0 0,0-1 0 0 0,0 1 0 0 0,0 0 0 0 0,0 0 0 0 0,-1 1 0 0 0,1-1 0 0 0,0 0 0 0 0,-1 0 0 0 0,1 0 0 0 0,-1 0 0 0 0,1 1-1 0 0,-1-1 1 0 0,1 0 0 0 0,-1 0 0 0 0,0 1 0 0 0,0-1 0 0 0,1 0 0 0 0,-1 1 0 0 0,0-1 0 0 0,0 0 0 0 0,-1 1 0 0 0,1-1 0 0 0,0 0 0 0 0,0 1-1 0 0,-1-1 1 0 0,1 0 0 0 0,0 0 0 0 0,-1 1 0 0 0,1-1 0 0 0,-1 0 0 0 0,0 0 0 0 0,1 0 0 0 0,-1 0 0 0 0,0 0 0 0 0,0 1 0 0 0,-1 0 0 0 0,-39 44-77 0 0,35-39 70 0 0,-61 54-109 0 0,-117 84 1 0 0,130-105 70 0 0,40-27 103 0 0,13-7 53 0 0,25-7 49 0 0,-13 0-174 0 0,323-51 274 0 0,-126 15-133 0 0,-90 18 360 0 0,-118 19-508 0 0,1 0 0 0 0,-1 1 0 0 0,0-1 0 0 0,1 0 1 0 0,-1 0-1 0 0,0 0 0 0 0,1 0 0 0 0,-1 0 0 0 0,0 0 0 0 0,1 0 0 0 0,-1 0 0 0 0,0 0 0 0 0,1 0 0 0 0,-1 0 0 0 0,1 0 0 0 0,-1 0 1 0 0,0 0-1 0 0,1 0 0 0 0,-1 0 0 0 0,0-1 0 0 0,1 1 0 0 0,-1 0 0 0 0,0 0 0 0 0,0 0 0 0 0,1 0 0 0 0,-1-1 0 0 0,0 1 0 0 0,1 0 1 0 0,-1 0-1 0 0,0-1 0 0 0,0 1 0 0 0,0 0 0 0 0,1 0 0 0 0,-1-1 0 0 0,0 1 0 0 0,0 0 0 0 0,0-1 0 0 0,1 1 0 0 0,-1 0 0 0 0,0-1 1 0 0,0 1-1 0 0,0 0 0 0 0,0-1 0 0 0,0 1 0 0 0,0 0 0 0 0,0-1 0 0 0,0 1 0 0 0,0 0 0 0 0,0-1 0 0 0,0 1 0 0 0,0 0 0 0 0,0-1 0 0 0,0 1 1 0 0,0 0-1 0 0,0-1 0 0 0,-1 1 0 0 0,1 0 0 0 0,0-1 0 0 0,0 1 0 0 0,0 0 0 0 0,0-1 0 0 0,-1 1 0 0 0,1 0 0 0 0,0 0 0 0 0,-1-1 1 0 0,-2-9-2705 0 0,0-2 372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2:55.83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985 114 5581 0 0,'-13'-9'-71'0'0,"0"0"1"0"0,-1 0-1 0 0,0 2 1 0 0,0-1-1 0 0,-1 2 1 0 0,0 0 0 0 0,0 1-1 0 0,0 0 1 0 0,-1 1-1 0 0,0 1 1 0 0,1 1 0 0 0,-1 0-1 0 0,0 1 1 0 0,0 0-1 0 0,0 2 1 0 0,0-1 0 0 0,0 2-1 0 0,0 1 1 0 0,0 0-1 0 0,1 0 1 0 0,-1 2-1 0 0,-26 11 1 0 0,-10 6 85 0 0,0 2 1 0 0,2 3-1 0 0,1 2 0 0 0,2 1 0 0 0,0 3 1 0 0,3 2-1 0 0,0 2 0 0 0,3 2 0 0 0,1 1 1 0 0,-48 63-1 0 0,82-94 6 0 0,-1 1 0 0 0,1-1 0 0 0,1 1 0 0 0,-1 0 0 0 0,2 1 0 0 0,0-1 0 0 0,0 1 0 0 0,0 0-1 0 0,2 0 1 0 0,-1 0 0 0 0,1 0 0 0 0,0 15 0 0 0,2-17 17 0 0,1-1 1 0 0,0 1-1 0 0,0-1 0 0 0,1 0 1 0 0,0 1-1 0 0,0-1 0 0 0,1 0 1 0 0,0 0-1 0 0,1 0 0 0 0,0-1 1 0 0,0 1-1 0 0,0-1 0 0 0,1 0 1 0 0,0 0-1 0 0,1-1 0 0 0,11 12 0 0 0,3-1 58 0 0,0-1-1 0 0,1 0 0 0 0,1-2 0 0 0,0-1 0 0 0,1-1 1 0 0,0-1-1 0 0,1 0 0 0 0,0-2 0 0 0,1-1 0 0 0,0-1 0 0 0,27 4 1 0 0,32 2 336 0 0,166 5 0 0 0,-205-17-223 0 0,-1-1 0 0 0,1-2 0 0 0,-1-2 0 0 0,1-3 0 0 0,-1-1 0 0 0,76-25 0 0 0,-101 27-122 0 0,-1-2-1 0 0,0 0 0 0 0,0-2 0 0 0,-1 0 0 0 0,0 0 0 0 0,-1-2 1 0 0,0 0-1 0 0,0-1 0 0 0,-2 0 0 0 0,0-1 0 0 0,0-1 1 0 0,-1 0-1 0 0,-1-1 0 0 0,-1-1 0 0 0,0 1 0 0 0,-1-2 0 0 0,10-24 1 0 0,-13 24-52 0 0,-2 0 1 0 0,0-1-1 0 0,-1 1 1 0 0,0-1 0 0 0,-2 0-1 0 0,0 0 1 0 0,-1 0-1 0 0,-1 0 1 0 0,-1 0 0 0 0,-1-1-1 0 0,0 2 1 0 0,-2-1-1 0 0,0 0 1 0 0,-1 1 0 0 0,0-1-1 0 0,-2 1 1 0 0,0 1-1 0 0,-1-1 1 0 0,-1 1-1 0 0,-1 1 1 0 0,0 0 0 0 0,-1 0-1 0 0,-1 1 1 0 0,0 0-1 0 0,-1 1 1 0 0,0 1 0 0 0,-2 0-1 0 0,1 1 1 0 0,-1 0-1 0 0,-28-16 1 0 0,12 11 21 0 0,0 1 0 0 0,0 2 0 0 0,-1 1 0 0 0,-1 1 0 0 0,0 2 0 0 0,-1 1 0 0 0,-51-6 0 0 0,61 13-207 0 0,0 0 0 0 0,0 2 0 0 0,0 1 0 0 0,-46 7 0 0 0,54-5-382 0 0,0 1 0 0 0,1 1 0 0 0,-1 0 0 0 0,1 1 0 0 0,0 1 0 0 0,1 0 0 0 0,-27 18 0 0 0,30-16-1722 0 0,5-2-263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06.91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48 59 1248 0 0,'-47'-6'5285'0'0,"186"-17"-4964"0"0,241-7 0 0 0,-377 30-381 0 0,9 0 179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07.27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 33 5100 0 0,'0'0'151'0'0,"-2"-3"6"0"0,-7-26 2494 0 0,8 33-2609 0 0,1 34-5 0 0,2 1 0 0 0,1-1-1 0 0,2 0 1 0 0,2-1-1 0 0,15 51 1 0 0,-8-30-21 0 0,28 115 84 0 0,-34-148 407 0 0,-3-11-5497 0 0,11-30 2892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09.0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25 520 5605 0 0,'8'-13'81'0'0,"-4"6"-4"0"0,-5 8-230 0 0,-4 9 144 0 0,-1 0 0 0 0,2 0 1 0 0,0 1-1 0 0,0 0 0 0 0,0-1 0 0 0,2 2 1 0 0,-1-1-1 0 0,0 12 0 0 0,3-18 18 0 0,0 0 0 0 0,0 1-1 0 0,0-1 1 0 0,1 0 0 0 0,0 0 0 0 0,0 1-1 0 0,0-1 1 0 0,0 0 0 0 0,1 0-1 0 0,0 0 1 0 0,0 0 0 0 0,1 0 0 0 0,-1-1-1 0 0,1 1 1 0 0,0-1 0 0 0,0 1 0 0 0,0-1-1 0 0,1 0 1 0 0,0 0 0 0 0,7 6 0 0 0,-2-4 31 0 0,0 0-1 0 0,1-1 1 0 0,-1 0 0 0 0,1 0 0 0 0,0-1 0 0 0,1 0 0 0 0,-1-1 0 0 0,0 0 0 0 0,1-1 0 0 0,0 0 0 0 0,0-1 0 0 0,-1 0 0 0 0,19-1 0 0 0,-24 0-27 0 0,0 0 0 0 0,0 0 0 0 0,-1-1-1 0 0,1 0 1 0 0,-1 1 0 0 0,1-2 0 0 0,0 1-1 0 0,-1 0 1 0 0,0-1 0 0 0,1 0 0 0 0,-1 0-1 0 0,0 0 1 0 0,0-1 0 0 0,0 1 0 0 0,0-1-1 0 0,-1 0 1 0 0,1 0 0 0 0,-1 0 0 0 0,1-1-1 0 0,-1 1 1 0 0,0-1 0 0 0,-1 1 0 0 0,1-1-1 0 0,0 0 1 0 0,-1 0 0 0 0,0-1 0 0 0,0 1-1 0 0,-1 0 1 0 0,1-1 0 0 0,-1 1 0 0 0,0-1-1 0 0,0 1 1 0 0,1-10 0 0 0,-1 8-15 0 0,-1 0 1 0 0,0 0-1 0 0,0 1 0 0 0,-1-1 1 0 0,1 0-1 0 0,-1 0 0 0 0,0 1 1 0 0,-1-1-1 0 0,1 1 0 0 0,-1-1 1 0 0,0 1-1 0 0,-1 0 0 0 0,1-1 1 0 0,-1 1-1 0 0,0 0 0 0 0,0 1 1 0 0,-1-1-1 0 0,1 0 1 0 0,-1 1-1 0 0,0 0 0 0 0,-6-5 1 0 0,-5-2-20 0 0,-2 1 1 0 0,1 0-1 0 0,-2 1 1 0 0,1 1 0 0 0,-21-7-1 0 0,-13-6-54 0 0,49 20 61 0 0,-1 0 19 0 0,0 0-1 0 0,-1 0 1 0 0,1-1 0 0 0,0 0 0 0 0,0 1-1 0 0,0-1 1 0 0,0 0 0 0 0,0 0-1 0 0,0-1 1 0 0,-3-3 0 0 0,5 5 46 0 0,38-14 0 0 0,201-1 12 0 0,-128 12-27 0 0,10 4 523 0 0,-133 24-462 0 0,-3-3-67 0 0,1 1 0 0 0,-21 39 0 0 0,32-55-25 0 0,1 1 0 0 0,0 0-1 0 0,0 1 1 0 0,0-1 0 0 0,1 0-1 0 0,1 1 1 0 0,-1-1 0 0 0,1 1-1 0 0,0 0 1 0 0,1-1 0 0 0,0 1-1 0 0,0 0 1 0 0,2 12 0 0 0,-1-17 1 0 0,0 0 1 0 0,0 0 0 0 0,0 0 0 0 0,0 0 0 0 0,1 0-1 0 0,0 0 1 0 0,-1 0 0 0 0,1-1 0 0 0,0 1 0 0 0,0-1-1 0 0,0 1 1 0 0,1-1 0 0 0,-1 0 0 0 0,0 0 0 0 0,1 0-1 0 0,0 0 1 0 0,4 2 0 0 0,-1-1 5 0 0,-1 0-1 0 0,1-1 1 0 0,0 0-1 0 0,0-1 1 0 0,0 1-1 0 0,0-1 1 0 0,0 0-1 0 0,0-1 1 0 0,7 0-1 0 0,-5 1 6 0 0,1-2 0 0 0,0 1 0 0 0,0-1-1 0 0,-1-1 1 0 0,1 0 0 0 0,-1 0 0 0 0,1 0 0 0 0,-1-1-1 0 0,0-1 1 0 0,0 1 0 0 0,0-1 0 0 0,-1 0 0 0 0,10-7-1 0 0,-14 8-11 0 0,0 0-1 0 0,0 0 0 0 0,0 0 0 0 0,0 0 0 0 0,0 0 1 0 0,-1-1-1 0 0,0 1 0 0 0,1-1 0 0 0,-1 0 0 0 0,-1 0 0 0 0,1 0 1 0 0,0 0-1 0 0,-1 0 0 0 0,0 0 0 0 0,0 0 0 0 0,0 0 1 0 0,-1 0-1 0 0,1 0 0 0 0,-1-1 0 0 0,0 1 0 0 0,0 0 1 0 0,0 0-1 0 0,-1 0 0 0 0,0-1 0 0 0,1 1 0 0 0,-1 0 1 0 0,-1 0-1 0 0,1 0 0 0 0,-1 0 0 0 0,1 0 0 0 0,-1 1 0 0 0,0-1 1 0 0,-4-5-1 0 0,1 2-7 0 0,-1-1 0 0 0,0 1 0 0 0,-1 0 0 0 0,1 0-1 0 0,-1 1 1 0 0,0 0 0 0 0,-1 0 0 0 0,0 1 0 0 0,0 0 0 0 0,0 0 0 0 0,0 1 0 0 0,-1 0 0 0 0,-16-6 0 0 0,16 7-6 0 0,6 2 7 0 0,-1 0-1 0 0,1 1 1 0 0,0-1 0 0 0,0 1 0 0 0,0 0-1 0 0,0 0 1 0 0,-1 0 0 0 0,1 0 0 0 0,0 1-1 0 0,0-1 1 0 0,-5 2 0 0 0,4-2 20 0 0,15 0-16 0 0,15 0 15 0 0,0-1-1 0 0,0-2 0 0 0,-1-1 1 0 0,1-1-1 0 0,-1-1 0 0 0,0-1 0 0 0,27-11 1 0 0,-43 14-1 0 0,0 1 0 0 0,0-2 0 0 0,-1 1 0 0 0,1-1 0 0 0,-1-1 0 0 0,0 0 0 0 0,-1 0 0 0 0,1 0 0 0 0,-1-1 0 0 0,0 0 0 0 0,-1 0 0 0 0,1-1 0 0 0,-2 0 0 0 0,1 0 0 0 0,-1 0 0 0 0,0-1 0 0 0,-1 0 1 0 0,0 0-1 0 0,0 0 0 0 0,-1 0 0 0 0,0 0 0 0 0,3-20 0 0 0,-4 8 86 0 0,-1 0 0 0 0,-1 0 1 0 0,0 0-1 0 0,-2 0 0 0 0,0 0 0 0 0,-2 0 1 0 0,-6-25-1 0 0,10 38-82 0 0,0 8-19 0 0,0-1-1 0 0,0 1 1 0 0,0-1-1 0 0,0 1 1 0 0,1-1 0 0 0,-1 1-1 0 0,0-1 1 0 0,0 1-1 0 0,0-1 1 0 0,0 1 0 0 0,-1-1-1 0 0,1 1 1 0 0,0-1-1 0 0,0 1 1 0 0,0-1 0 0 0,0 1-1 0 0,0-1 1 0 0,-1 1-1 0 0,1-1 1 0 0,0 1 0 0 0,0-1-1 0 0,-1 1 1 0 0,1 0-1 0 0,0-1 1 0 0,-1 1 0 0 0,1-1-1 0 0,0 1 1 0 0,-1 0-1 0 0,1-1 1 0 0,-1 1 0 0 0,-10 21 8 0 0,6 2-8 0 0,1-1 0 0 0,0 1 0 0 0,2 0 0 0 0,0 0-1 0 0,2 1 1 0 0,4 42 0 0 0,32 133 12 0 0,-36-198-13 0 0,21 93 97 0 0,35 93 0 0 0,-55-185 518 0 0,-2-6-146 0 0,-5-18 110 0 0,-29-128-106 0 0,34 142-479 0 0,1 0 0 0 0,-1 0 0 0 0,1 0 0 0 0,1 0 0 0 0,0 0 0 0 0,0 0 1 0 0,0 0-1 0 0,1 0 0 0 0,0 0 0 0 0,4-10 0 0 0,-3 13-15 0 0,0 1 1 0 0,0-1 0 0 0,0 1 0 0 0,1 0 0 0 0,0 0-1 0 0,-1 0 1 0 0,1 0 0 0 0,1 1 0 0 0,-1-1-1 0 0,0 1 1 0 0,1 0 0 0 0,0 1 0 0 0,-1-1 0 0 0,1 1-1 0 0,0 0 1 0 0,7-2 0 0 0,11-4-79 0 0,0 1 0 0 0,1 1 0 0 0,36-4 0 0 0,-50 9-7 0 0,1 0 1 0 0,-1 1 0 0 0,0 0 0 0 0,1 0 0 0 0,-1 1-1 0 0,0 1 1 0 0,1 0 0 0 0,-1 0 0 0 0,0 1 0 0 0,18 7 0 0 0,-27-9 88 0 0,0-1 0 0 0,-1 0 0 0 0,1 1 1 0 0,0-1-1 0 0,0 1 0 0 0,0-1 1 0 0,-1 1-1 0 0,1-1 0 0 0,0 1 0 0 0,0-1 1 0 0,-1 1-1 0 0,1 0 0 0 0,0 0 0 0 0,-1-1 1 0 0,1 1-1 0 0,-1 0 0 0 0,1 0 1 0 0,-1 0-1 0 0,0-1 0 0 0,1 1 0 0 0,-1 0 1 0 0,0 0-1 0 0,1 0 0 0 0,-1 0 1 0 0,0 0-1 0 0,0 0 0 0 0,0 0 0 0 0,0 0 1 0 0,0 1-1 0 0,0 0-3 0 0,-1 0 1 0 0,0 0 0 0 0,0-1-1 0 0,0 1 1 0 0,0 0-1 0 0,0 0 1 0 0,0 0-1 0 0,-1-1 1 0 0,1 1-1 0 0,0-1 1 0 0,-1 1-1 0 0,-2 1 1 0 0,-55 34-183 0 0,59-36 198 0 0,-56 25-61 0 0,-1-2-1 0 0,-68 19 1 0 0,102-35 300 0 0,26-6 67 0 0,36-7 64 0 0,-28 4-453 0 0,39-3 117 0 0,0 1 0 0 0,0 3 1 0 0,0 3-1 0 0,0 1 0 0 0,-1 3 1 0 0,51 13-1 0 0,-53-7-82 0 0,-1 2-1 0 0,63 32 1 0 0,-107-47-94 0 0,-1 0-1 0 0,1 0 1 0 0,-1 0 0 0 0,1 0-1 0 0,0 0 1 0 0,-1 0 0 0 0,1 0-1 0 0,-1 0 1 0 0,1 0 0 0 0,-1-1-1 0 0,1 1 1 0 0,-1-1 0 0 0,1 1-1 0 0,-1-1 1 0 0,1 0-1 0 0,-1 1 1 0 0,1-1 0 0 0,-1 0-1 0 0,0 0 1 0 0,0 0 0 0 0,1 0-1 0 0,-1 0 1 0 0,0 0 0 0 0,0-1-1 0 0,0 1 1 0 0,0 0 0 0 0,0 0-1 0 0,0-1 1 0 0,-1 1 0 0 0,1-1-1 0 0,0 1 1 0 0,0-3-1 0 0,7-14-2715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0.0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31 60 6269 0 0,'0'0'-248'0'0,"-31"-7"94"0"0,32 5 206 0 0,-1 1 1 0 0,1-1-1 0 0,-1 0 0 0 0,1 1 1 0 0,0-1-1 0 0,0 0 1 0 0,0 1-1 0 0,0-1 1 0 0,0 1-1 0 0,0-1 1 0 0,0 1-1 0 0,0 0 1 0 0,0 0-1 0 0,1-1 1 0 0,-1 1-1 0 0,1 0 1 0 0,-1 0-1 0 0,1 0 1 0 0,-1 0-1 0 0,1 0 1 0 0,-1 1-1 0 0,1-1 1 0 0,0 0-1 0 0,-1 1 1 0 0,1-1-1 0 0,3 1 1 0 0,51-18 108 0 0,-35 16-141 0 0,-1 1 0 0 0,1 1 0 0 0,-1 1 1 0 0,29 4-1 0 0,-27-1-23 0 0,-1 0 0 0 0,23 9 1 0 0,-39-12-7 0 0,-1 0 1 0 0,1 1 0 0 0,-1-1-1 0 0,0 1 1 0 0,1 0 0 0 0,-1 1-1 0 0,0-1 1 0 0,0 1 0 0 0,-1-1-1 0 0,1 1 1 0 0,0 0 0 0 0,-1 1-1 0 0,0-1 1 0 0,0 1 0 0 0,0-1-1 0 0,4 7 1 0 0,-7-9 4 0 0,0 1 1 0 0,0 0-1 0 0,0-1 0 0 0,0 1 0 0 0,0-1 0 0 0,-1 1 1 0 0,1-1-1 0 0,0 1 0 0 0,-1-1 0 0 0,1 1 1 0 0,-1-1-1 0 0,0 1 0 0 0,1-1 0 0 0,-1 1 1 0 0,0-1-1 0 0,0 0 0 0 0,0 1 0 0 0,0-1 1 0 0,0 0-1 0 0,0 0 0 0 0,0 0 0 0 0,0 0 1 0 0,-2 2-1 0 0,-34 25-35 0 0,29-23 37 0 0,-28 18-12 0 0,-2-2 1 0 0,-1-2 0 0 0,-52 20-1 0 0,12-6 85 0 0,79-33-67 0 0,0 0 0 0 0,0 0 1 0 0,-1 0-1 0 0,1 0 0 0 0,0 0 0 0 0,-1 0 0 0 0,1 0 1 0 0,0 0-1 0 0,0 0 0 0 0,-1 0 0 0 0,1 0 0 0 0,0 0 1 0 0,-1 0-1 0 0,1 0 0 0 0,0 0 0 0 0,0 0 1 0 0,-1 1-1 0 0,1-1 0 0 0,0 0 0 0 0,0 0 0 0 0,0 0 1 0 0,-1 1-1 0 0,1-1 0 0 0,0 0 0 0 0,0 0 0 0 0,0 0 1 0 0,-1 1-1 0 0,1-1 0 0 0,0 0 0 0 0,0 0 0 0 0,0 1 1 0 0,0-1-1 0 0,0 0 0 0 0,0 1 0 0 0,0-1 0 0 0,0 0 1 0 0,0 0-1 0 0,0 1 0 0 0,0-1 0 0 0,0 0 1 0 0,0 1-1 0 0,0-1 0 0 0,0 0 0 0 0,0 0 0 0 0,0 1 1 0 0,0-1-1 0 0,0 0 0 0 0,0 0 0 0 0,0 1 0 0 0,0-1 1 0 0,0 0-1 0 0,0 1 0 0 0,1-1 0 0 0,-1 0 0 0 0,24 9 87 0 0,55 2-77 0 0,-57-8 19 0 0,13 1-20 0 0,0 3 0 0 0,-1 0 0 0 0,0 2 1 0 0,-1 2-1 0 0,53 24 0 0 0,-83-33-18 0 0,0-1-1 0 0,-1 1 1 0 0,1-1 0 0 0,0 1 0 0 0,-1 0-1 0 0,0 0 1 0 0,1 0 0 0 0,-1 0-1 0 0,0 1 1 0 0,3 4 0 0 0,-4-6 3 0 0,-1-1 1 0 0,1 1 0 0 0,-1 0-1 0 0,1 0 1 0 0,-1 0 0 0 0,0 1-1 0 0,1-1 1 0 0,-1 0 0 0 0,0 0-1 0 0,0 0 1 0 0,0 0-1 0 0,0 0 1 0 0,0 0 0 0 0,0 0-1 0 0,0 0 1 0 0,-1 0 0 0 0,1 0-1 0 0,0 0 1 0 0,0 0 0 0 0,-1 0-1 0 0,0 2 1 0 0,-1 0 9 0 0,-1 0 0 0 0,0 1 0 0 0,0-2 0 0 0,0 1 0 0 0,0 0 0 0 0,0 0 0 0 0,0-1 0 0 0,-1 0 0 0 0,1 0 0 0 0,-1 0 0 0 0,0 0 0 0 0,0 0 0 0 0,0-1 0 0 0,-5 2 0 0 0,-40 10 392 0 0,-1-1 0 0 0,-91 7 0 0 0,80-11 48 0 0,58-8-376 0 0,2 0-217 0 0,0 0 103 0 0,1 0 0 0 0,0 1-1 0 0,-1-1 1 0 0,1 0 0 0 0,0 0 0 0 0,0 0 0 0 0,-1 0 0 0 0,1 0 0 0 0,0 0 0 0 0,-1 0 0 0 0,1 0 0 0 0,0 0 0 0 0,-1 0 0 0 0,1 0 0 0 0,0 0-1 0 0,-1 0 1 0 0,1 0 0 0 0,0 0 0 0 0,0 0 0 0 0,-1 0 0 0 0,1 0 0 0 0,0 0 0 0 0,-1 0 0 0 0,1 0 0 0 0,0 0 0 0 0,-1-1 0 0 0,1 1 0 0 0,0 0-1 0 0,0 0 1 0 0,-1 0 0 0 0,1-1 0 0 0,0 1 0 0 0,0 0 0 0 0,0 0 0 0 0,-1-1 0 0 0,1 1 0 0 0,0 0 0 0 0,0 0 0 0 0,0-1 0 0 0,0 1 0 0 0,-1 0-1 0 0,1 0 1 0 0,0-1 0 0 0,18-18-2416 0 0,2 5-713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1.09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59 7093 0 0,'4'-48'996'0'0,"6"91"-977"0"0,2-2 0 0 0,2 0 0 0 0,1-1 0 0 0,33 61 0 0 0,-44-93 117 0 0,0 0-1 0 0,-1 0 1 0 0,-1 0-1 0 0,1 1 1 0 0,1 16 852 0 0,-5-26-972 0 0,-1 0 1 0 0,0 0 0 0 0,0 0 0 0 0,1 0 0 0 0,-1-1 0 0 0,0 1-1 0 0,1 0 1 0 0,-1-1 0 0 0,1 1 0 0 0,0-1 0 0 0,-2-2 0 0 0,1 2 10 0 0,-5-6 32 0 0,1 0 0 0 0,-1-1 0 0 0,1 0 0 0 0,0 0 0 0 0,1 0 0 0 0,0-1 0 0 0,-6-17 0 0 0,-17-71 180 0 0,23 74-244 0 0,1 0 0 0 0,1 0 0 0 0,1-33 0 0 0,2 57 0 0 0,0-1-1 0 0,0 1 0 0 0,1 0 0 0 0,-1-1 1 0 0,0 1-1 0 0,1-1 0 0 0,-1 1 1 0 0,1 0-1 0 0,-1-1 0 0 0,0 1 1 0 0,1 0-1 0 0,-1 0 0 0 0,1-1 0 0 0,-1 1 1 0 0,1 0-1 0 0,-1 0 0 0 0,1-1 1 0 0,-1 1-1 0 0,1 0 0 0 0,-1 0 0 0 0,1 0 1 0 0,-1 0-1 0 0,1 0 0 0 0,-1 0 1 0 0,1 0-1 0 0,-1 0 0 0 0,1 0 0 0 0,0 0 1 0 0,-1 0-1 0 0,1 0 0 0 0,-1 1 1 0 0,1-1-1 0 0,-1 0 0 0 0,1 0 0 0 0,-1 0 1 0 0,1 1-1 0 0,-1-1 0 0 0,0 0 1 0 0,1 1-1 0 0,0 0 0 0 0,17 7-62 0 0,-4 0 37 0 0,-1 0 1 0 0,0 1-1 0 0,-1 1 0 0 0,0 0 1 0 0,0 0-1 0 0,16 21 1 0 0,12 8-8 0 0,-12-13 43 0 0,-1 0 1 0 0,35 44-1 0 0,-62-68 467 0 0,-6-4-396 0 0,3 0-47 0 0,-1 1 1 0 0,1-1-1 0 0,0 1 1 0 0,-1-1-1 0 0,1 0 1 0 0,0 0-1 0 0,0 0 1 0 0,0-1-1 0 0,1 1 1 0 0,-1-1-1 0 0,1 0 0 0 0,-1 1 1 0 0,1-1-1 0 0,0 0 1 0 0,0 0-1 0 0,0-1 1 0 0,0 1-1 0 0,1 0 1 0 0,-1-1-1 0 0,1 1 1 0 0,0-1-1 0 0,0 1 1 0 0,0-1-1 0 0,0 0 1 0 0,1 1-1 0 0,0-1 1 0 0,-1 0-1 0 0,1 1 1 0 0,0-1-1 0 0,2-7 1 0 0,-2 9-24 0 0,0-1-1 0 0,1 0 1 0 0,-1 1 0 0 0,1-1 0 0 0,0 1 0 0 0,0-1 0 0 0,0 1 0 0 0,0-1 0 0 0,0 1-1 0 0,0 0 1 0 0,1-1 0 0 0,-1 1 0 0 0,1 0 0 0 0,0 0 0 0 0,-1 0 0 0 0,1 0 0 0 0,0 0-1 0 0,0 1 1 0 0,0-1 0 0 0,5-2 0 0 0,-3 2-11 0 0,0 0 0 0 0,1 1-1 0 0,-1-1 1 0 0,1 1 0 0 0,-1 0 0 0 0,1 1 0 0 0,-1-1-1 0 0,1 1 1 0 0,0 0 0 0 0,-1 0 0 0 0,7 0-1 0 0,1 2-23 0 0,1 0 0 0 0,-1 1-1 0 0,0 0 1 0 0,1 1-1 0 0,-1 1 1 0 0,-1-1 0 0 0,1 2-1 0 0,11 7 1 0 0,-1 2-21 0 0,-1 1 1 0 0,-1 1-1 0 0,0 1 0 0 0,23 26 1 0 0,-31-28 16 0 0,15 12-1986 0 0,-6-42-5315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1.3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5881 0 0,'0'0'-180'0'0,"1"3"-909"0"0,6 25 1199 0 0,19 46 0 0 0,-21-63-81 0 0,0 0 0 0 0,0-1 0 0 0,1 0 0 0 0,0-1 0 0 0,1 1 0 0 0,0-1 0 0 0,13 13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1.47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 22 4148 0 0,'-13'-21'2989'0'0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2.02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42 1 5240 0 0,'-3'1'86'0'0,"1"0"1"0"0,-1 0-1 0 0,0 0 0 0 0,1 1 0 0 0,-1-1 0 0 0,1 1 0 0 0,0 0 0 0 0,-1-1 0 0 0,1 1 0 0 0,0 0 0 0 0,-3 4 0 0 0,4-3-56 0 0,-1 1 1 0 0,1 0-1 0 0,-1 0 0 0 0,1 0 1 0 0,0 0-1 0 0,1 0 1 0 0,-1 0-1 0 0,1 0 0 0 0,0 0 1 0 0,0 7-1 0 0,2 5-12 0 0,0 0 1 0 0,1-1-1 0 0,1 0 0 0 0,0 0 0 0 0,1 0 0 0 0,1 0 0 0 0,0-1 0 0 0,1 0 0 0 0,15 23 1 0 0,-11-8 2705 0 0,-15-38-2590 0 0,1 0 0 0 0,1-1-1 0 0,0 0 1 0 0,0 1 0 0 0,1-1 0 0 0,0 0 0 0 0,1 0-1 0 0,0-11 1 0 0,0 17-103 0 0,0 0 1 0 0,1 0-1 0 0,-1 0 0 0 0,1-1 0 0 0,0 1 1 0 0,0 0-1 0 0,0 0 0 0 0,1 0 0 0 0,-1 0 1 0 0,1 0-1 0 0,0 1 0 0 0,0-1 0 0 0,0 1 1 0 0,1-1-1 0 0,-1 1 0 0 0,1 0 0 0 0,0-1 1 0 0,0 1-1 0 0,0 1 0 0 0,0-1 0 0 0,0 0 0 0 0,8-3 1 0 0,-8 4-33 0 0,0 1 0 0 0,0 0 0 0 0,0 0 0 0 0,0 0 1 0 0,0 1-1 0 0,1-1 0 0 0,-1 1 0 0 0,0 0 0 0 0,0 0 0 0 0,0 0 1 0 0,1 0-1 0 0,-1 0 0 0 0,0 1 0 0 0,0-1 0 0 0,0 1 0 0 0,0 0 1 0 0,1 0-1 0 0,-1 0 0 0 0,0 0 0 0 0,4 3 0 0 0,1 0 0 0 0,12 6 7 0 0,-1 1 1 0 0,0 1-1 0 0,0 0 1 0 0,29 27-1 0 0,-21-17-5 0 0,-23-19-138 0 0,-1 1-1 0 0,1 0 0 0 0,-1-1 0 0 0,0 1 0 0 0,0 0 0 0 0,0 0 0 0 0,0 1 0 0 0,-1-1 1 0 0,0 1-1 0 0,0-1 0 0 0,0 1 0 0 0,0 0 0 0 0,1 6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2.40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0 235 5605 0 0,'0'0'296'0'0,"6"-3"-120"0"0,43-16 68 0 0,1 3 1 0 0,1 2-1 0 0,102-15 1 0 0,-81 16-93 0 0,907-123 1123 0 0,-945 133-1768 0 0,-21 1-3836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2.75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105 171 4884 0 0,'-94'34'-418'0'0,"92"-34"562"0"0,-6 4 65 0 0,15-6 779 0 0,255-61 285 0 0,508-55 0 0 0,-704 111-1117 0 0,183-12 739 0 0,-215 29-1744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2:58.2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784 131 5697 0 0,'0'0'-322'0'0,"-5"-3"-39"0"0,-9-5 412 0 0,0 0-1 0 0,-1 1 0 0 0,0 0 0 0 0,0 1 0 0 0,-1 1 0 0 0,1 1 0 0 0,-1 0 0 0 0,0 1 0 0 0,0 1 0 0 0,-1 0 0 0 0,1 1 0 0 0,-25 2 0 0 0,13 0-38 0 0,0 1-1 0 0,1 2 0 0 0,-1 1 1 0 0,1 1-1 0 0,0 2 1 0 0,-46 18-1 0 0,48-14-6 0 0,0 1-1 0 0,1 1 1 0 0,0 1 0 0 0,1 1-1 0 0,1 1 1 0 0,1 1 0 0 0,0 1-1 0 0,2 1 1 0 0,-30 37 0 0 0,41-47 2 0 0,1 0 0 0 0,1 0 0 0 0,0 0 0 0 0,0 1 1 0 0,1 0-1 0 0,1 0 0 0 0,0 0 0 0 0,0 1 0 0 0,1-1 1 0 0,0 1-1 0 0,1 0 0 0 0,1 0 0 0 0,0 0 1 0 0,0 0-1 0 0,1 0 0 0 0,0-1 0 0 0,2 1 0 0 0,-1 0 1 0 0,1 0-1 0 0,1 0 0 0 0,0 0 0 0 0,0-1 0 0 0,2 0 1 0 0,8 19-1 0 0,3-5 24 0 0,0 0 0 0 0,1-2-1 0 0,2 0 1 0 0,0-1 0 0 0,2-1 0 0 0,0-1 0 0 0,1-1 0 0 0,1 0-1 0 0,45 26 1 0 0,-16-15 96 0 0,1-2-1 0 0,1-3 1 0 0,104 33 0 0 0,-134-50-22 0 0,0-2 1 0 0,1-1 0 0 0,0-1 0 0 0,-1-1-1 0 0,1-1 1 0 0,0-1 0 0 0,0-1 0 0 0,0-2-1 0 0,0 0 1 0 0,0-2 0 0 0,-1 0 0 0 0,1-2-1 0 0,-1-1 1 0 0,-1 0 0 0 0,1-2 0 0 0,-1-1-1 0 0,-1-1 1 0 0,0-1 0 0 0,41-29-1 0 0,-34 20-33 0 0,-2-2 0 0 0,0 0-1 0 0,-1-2 1 0 0,43-55 0 0 0,-56 63-50 0 0,-1-1 0 0 0,-1 0 1 0 0,0-1-1 0 0,-1 1 0 0 0,-2-2 1 0 0,0 0-1 0 0,-1 0 0 0 0,0 0 1 0 0,5-37-1 0 0,-11 45-17 0 0,0 0 1 0 0,0-1-1 0 0,-2 1 1 0 0,1-1 0 0 0,-2 1-1 0 0,1 0 1 0 0,-2 0-1 0 0,0 0 1 0 0,0 0-1 0 0,-1 0 1 0 0,0 0-1 0 0,-8-13 1 0 0,3 10-5 0 0,-1 0 1 0 0,0 1 0 0 0,0 0-1 0 0,-2 0 1 0 0,0 1 0 0 0,0 1-1 0 0,-26-20 1 0 0,5 9-3 0 0,-1 2 1 0 0,-1 1 0 0 0,-1 1-1 0 0,0 3 1 0 0,-1 1-1 0 0,-68-18 1 0 0,8 8 24 0 0,-177-19 0 0 0,206 38-144 0 0,1 4 0 0 0,-1 2 0 0 0,-106 15 1 0 0,123-2-904 0 0,19 3-2906 0 0,24-11 1603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00.64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1082 9 5661 0 0,'-4'-2'-229'0'0,"-13"-4"-481"0"0,15 6 706 0 0,1 1-1 0 0,0 0 1 0 0,-1-1 0 0 0,1 1 0 0 0,0 0-1 0 0,0 0 1 0 0,0 0 0 0 0,0 0 0 0 0,0 0-1 0 0,0 0 1 0 0,0 1 0 0 0,0-1 0 0 0,1 0-1 0 0,-1 0 1 0 0,0 1 0 0 0,0 1 0 0 0,-17 24-21 0 0,-1 0 1 0 0,-1-1 0 0 0,-39 39-1 0 0,-9 10-7 0 0,-598 740 148 0 0,660-807-40 0 0,-45 49-7 0 0,48-54 107 0 0,0 0 0 0 0,0 0 0 0 0,0 0 0 0 0,-1-1-1 0 0,1 1 1 0 0,-1-1 0 0 0,1 0 0 0 0,-1 0 0 0 0,0 0 0 0 0,0 0 0 0 0,0-1 0 0 0,0 1 0 0 0,-8 0 0 0 0,9-2-106 0 0,0 0 0 0 0,-1 0 1 0 0,1-1-1 0 0,0 1 0 0 0,0-1 0 0 0,0 0 1 0 0,0 0-1 0 0,0 0 0 0 0,1-1 0 0 0,-1 1 0 0 0,0-1 1 0 0,0 1-1 0 0,1-1 0 0 0,-1 0 0 0 0,1 0 1 0 0,0 0-1 0 0,-1 0 0 0 0,1-1 0 0 0,0 1 0 0 0,0 0 1 0 0,0-1-1 0 0,1 0 0 0 0,-1 1 0 0 0,1-1 0 0 0,-1 0 1 0 0,1 0-1 0 0,0 0 0 0 0,0 0 0 0 0,0 0 1 0 0,0 0-1 0 0,1 0 0 0 0,-1-3 0 0 0,-2-14 271 0 0,1 0-1 0 0,1 1 0 0 0,3-40 0 0 0,-1 29-21 0 0,2 27-244 0 0,6 10-63 0 0,6 18-19 0 0,-1 55-7 0 0,-12-63 59 0 0,0 1 1 0 0,2-1 0 0 0,0 0-1 0 0,8 20 1 0 0,-12-37-33 0 0,0 1 0 0 0,1-1 0 0 0,-1 1 0 0 0,1-1 1 0 0,-1 1-1 0 0,1-1 0 0 0,-1 1 0 0 0,1-1 0 0 0,-1 0 0 0 0,1 1 0 0 0,-1-1 0 0 0,1 0 0 0 0,0 1 0 0 0,-1-1 0 0 0,1 0 1 0 0,-1 0-1 0 0,1 0 0 0 0,0 1 0 0 0,-1-1 0 0 0,1 0 0 0 0,0 0 0 0 0,-1 0 0 0 0,1 0 0 0 0,0 0 0 0 0,-1 0 0 0 0,1-1 1 0 0,0 1-1 0 0,-1 0 0 0 0,1 0 0 0 0,0 0 0 0 0,-1 0 0 0 0,1-1 0 0 0,-1 1 0 0 0,1 0 0 0 0,-1-1 0 0 0,1 1 0 0 0,0 0 1 0 0,0-1-1 0 0,28-19-20 0 0,-23 15 60 0 0,337-214 58 0 0,-300 194-262 0 0,-42 24 10 0 0,-27 8-2380 0 0,-25 15-2485 0 0,35-14 2478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01.60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131 46 5761 0 0,'0'0'-288'0'0,"3"-2"40"0"0,11-5 126 0 0,-1 1-1 0 0,1 0 0 0 0,0 1 1 0 0,1 1-1 0 0,-1 0 0 0 0,1 1 1 0 0,0 0-1 0 0,24 0 0 0 0,-12 1 151 0 0,0 2 0 0 0,1 1-1 0 0,-1 1 1 0 0,29 6 0 0 0,-54-8-29 0 0,0 0 0 0 0,1 1 0 0 0,-1-1 0 0 0,0 1 0 0 0,0-1 1 0 0,1 1-1 0 0,-1 0 0 0 0,0 0 0 0 0,0 0 0 0 0,0 0 0 0 0,0 0 0 0 0,0 0 1 0 0,0 1-1 0 0,-1-1 0 0 0,1 1 0 0 0,0-1 0 0 0,-1 1 0 0 0,3 2 0 0 0,-4-3 3 0 0,0 0 0 0 0,0 0-1 0 0,0 0 1 0 0,1 1-1 0 0,-1-1 1 0 0,0 0-1 0 0,0 0 1 0 0,-1 0-1 0 0,1 1 1 0 0,0-1-1 0 0,0 0 1 0 0,-1 0-1 0 0,1 0 1 0 0,0 0 0 0 0,-1 1-1 0 0,1-1 1 0 0,-1 0-1 0 0,0 0 1 0 0,1 0-1 0 0,-1 0 1 0 0,0 0-1 0 0,1 0 1 0 0,-1-1-1 0 0,-1 2 1 0 0,-8 8 10 0 0,-1 0 0 0 0,-1-2 0 0 0,1 1-1 0 0,-18 9 1 0 0,28-18-13 0 0,-292 166 487 0 0,293-166-480 0 0,0 0 0 0 0,0 0 0 0 0,-1 0 0 0 0,1 1 0 0 0,0-1 0 0 0,0 0 0 0 0,0 0 0 0 0,0 0 0 0 0,-1 0 0 0 0,1 0 0 0 0,0 0 0 0 0,0 1-1 0 0,0-1 1 0 0,0 0 0 0 0,0 0 0 0 0,0 0 0 0 0,-1 0 0 0 0,1 1 0 0 0,0-1 0 0 0,0 0 0 0 0,0 0 0 0 0,0 0 0 0 0,0 1 0 0 0,0-1 0 0 0,0 0-1 0 0,0 0 1 0 0,0 0 0 0 0,0 0 0 0 0,0 1 0 0 0,0-1 0 0 0,0 0 0 0 0,0 0 0 0 0,0 0 0 0 0,0 1 0 0 0,0-1 0 0 0,0 0 0 0 0,0 0 0 0 0,0 0-1 0 0,0 1 1 0 0,1-1 0 0 0,-1 0 0 0 0,0 0 0 0 0,0 0 0 0 0,0 0 0 0 0,0 1 0 0 0,0-1 0 0 0,0 0 0 0 0,1 0 0 0 0,-1 0 0 0 0,0 0 0 0 0,0 0-1 0 0,0 0 1 0 0,1 1 0 0 0,16 7 133 0 0,21 3 5 0 0,4-3-35 0 0,144 36 198 0 0,-165-38-270 0 0,0 1 1 0 0,-1 2 0 0 0,0 0-1 0 0,-1 1 1 0 0,0 0 0 0 0,28 22 0 0 0,-45-31-36 0 0,-1 0 1 0 0,1 0 0 0 0,-1 0 0 0 0,1 0 0 0 0,-1 1 0 0 0,0-1 0 0 0,0 0 0 0 0,0 1 0 0 0,0-1 0 0 0,0 0-1 0 0,0 1 1 0 0,0-1 0 0 0,0 1 0 0 0,0-1 0 0 0,-1 1 0 0 0,1 0 0 0 0,0-1 0 0 0,-1 1 0 0 0,0 0 0 0 0,1-1-1 0 0,-1 1 1 0 0,0 0 0 0 0,0 0 0 0 0,0 1 0 0 0,-1-1 6 0 0,0 0-1 0 0,0 0 1 0 0,0 0 0 0 0,0 0 0 0 0,0 0-1 0 0,0-1 1 0 0,-1 1 0 0 0,1 0 0 0 0,-1-1-1 0 0,1 1 1 0 0,-1-1 0 0 0,1 0-1 0 0,-1 1 1 0 0,0-1 0 0 0,0 0 0 0 0,-3 1-1 0 0,-9 5 50 0 0,0-2 1 0 0,-1 0-1 0 0,0 0 0 0 0,-18 2 0 0 0,-45 7 459 0 0,-1-4 1 0 0,0-4-1 0 0,-130-5 0 0 0,208 0-514 0 0,0-1 0 0 0,0 0 0 0 0,-1-1-1 0 0,1 1 1 0 0,0 0 0 0 0,0 0-1 0 0,-1 0 1 0 0,1-1 0 0 0,0 1-1 0 0,0-1 1 0 0,0 1 0 0 0,-1-1 0 0 0,1 1-1 0 0,0-1 1 0 0,0 0 0 0 0,0 1-1 0 0,-1-3 1 0 0,1 3-35 0 0,1-1 0 0 0,0 1 0 0 0,0-1-1 0 0,0 0 1 0 0,-1 1 0 0 0,1-1 0 0 0,0 1 0 0 0,0-1 0 0 0,0 0-1 0 0,0 1 1 0 0,0-1 0 0 0,0 0 0 0 0,0 1 0 0 0,1-1 0 0 0,-1 0-1 0 0,0 1 1 0 0,0-1 0 0 0,0 1 0 0 0,1-1 0 0 0,-1 0-1 0 0,0 1 1 0 0,0-1 0 0 0,1 1 0 0 0,0-1 0 0 0,32-34-3177 0 0,-31 34 3026 0 0,22-18-2503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02.16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806 66 6437 0 0,'-9'-8'-93'0'0,"1"2"1"0"0,-1-1 0 0 0,0 1 0 0 0,0 1 0 0 0,-1-1 0 0 0,0 2 0 0 0,0-1-1 0 0,0 1 1 0 0,0 1 0 0 0,-1 0 0 0 0,-20-3 0 0 0,14 4 45 0 0,0 2-1 0 0,0-1 1 0 0,1 2-1 0 0,-1 0 1 0 0,0 1 0 0 0,0 1-1 0 0,-17 6 1 0 0,-1 2 25 0 0,1 1-1 0 0,1 2 1 0 0,0 2 0 0 0,1 1 0 0 0,1 1 0 0 0,-45 35-1 0 0,55-36 25 0 0,0 1-1 0 0,1 0 1 0 0,2 2-1 0 0,0 0 0 0 0,0 1 1 0 0,2 1-1 0 0,1 0 0 0 0,1 1 1 0 0,1 1-1 0 0,1 0 1 0 0,0 1-1 0 0,2 0 0 0 0,2 1 1 0 0,-7 26-1 0 0,11-31 20 0 0,0 1 0 0 0,2-1 0 0 0,0 1 0 0 0,2 0 0 0 0,0 0 0 0 0,2-1 0 0 0,0 1 0 0 0,1-1 0 0 0,1 1 0 0 0,2-1 0 0 0,0 0 0 0 0,0 0-1 0 0,2-1 1 0 0,1 0 0 0 0,1-1 0 0 0,0 1 0 0 0,1-2 0 0 0,14 18 0 0 0,-9-17 71 0 0,1 0 0 0 0,1-1 0 0 0,1-1 0 0 0,0-1 0 0 0,1 0 0 0 0,1-2 0 0 0,0 0 0 0 0,1-1-1 0 0,0-1 1 0 0,1-2 0 0 0,0 0 0 0 0,40 11 0 0 0,-32-13 87 0 0,1-1 1 0 0,0-1-1 0 0,0-2 0 0 0,1-1 1 0 0,0-1-1 0 0,-1-2 0 0 0,1-1 1 0 0,0-2-1 0 0,44-9 0 0 0,-55 6-92 0 0,1-1-1 0 0,-1-1 1 0 0,0-1-1 0 0,-1-1 0 0 0,0-1 1 0 0,-1-1-1 0 0,0 0 1 0 0,-1-2-1 0 0,0 0 0 0 0,-1-1 1 0 0,-1-1-1 0 0,0 0 0 0 0,-1-2 1 0 0,-1 0-1 0 0,-1 0 1 0 0,0-1-1 0 0,-2-1 0 0 0,0-1 1 0 0,14-32-1 0 0,-16 30-38 0 0,-2 0 0 0 0,0-1 0 0 0,-1 0-1 0 0,-1 0 1 0 0,-2 0 0 0 0,0-1 0 0 0,-1 0-1 0 0,-2 0 1 0 0,-1 0 0 0 0,0 1 0 0 0,-2-1 0 0 0,-1 0-1 0 0,-1 0 1 0 0,-1 1 0 0 0,-1 0 0 0 0,-1 0-1 0 0,-2 0 1 0 0,-12-26 0 0 0,12 33-35 0 0,0 0 1 0 0,-2 0-1 0 0,0 1 1 0 0,0 0-1 0 0,-2 1 1 0 0,0 0-1 0 0,0 1 1 0 0,-2 1-1 0 0,1 0 1 0 0,-2 1-1 0 0,0 1 1 0 0,0 0-1 0 0,-1 1 1 0 0,0 0-1 0 0,-1 2 1 0 0,0 0-1 0 0,0 1 1 0 0,0 1-1 0 0,-1 1 1 0 0,0 0-1 0 0,-1 1 0 0 0,1 2 1 0 0,0 0-1 0 0,-1 0 1 0 0,1 2-1 0 0,-1 1 1 0 0,-24 3-1 0 0,16 0-94 0 0,-1 2 0 0 0,1 0 0 0 0,-30 12-1 0 0,46-14-279 0 0,-1 1-1 0 0,1 1 0 0 0,0 0 0 0 0,1 1 0 0 0,-1 0 0 0 0,1 0 0 0 0,1 1 0 0 0,-1 1 0 0 0,-8 10 0 0 0,10-9-2062 0 0,6 0-568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4.2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26 39 6393 0 0,'0'0'-223'0'0,"-16"-3"-160"0"0,7 0 321 0 0,9 0 235 0 0,33-5-140 0 0,1 1 0 0 0,1 1-1 0 0,-1 3 1 0 0,1 0 0 0 0,64 5 0 0 0,-1-2 1 0 0,-56-2-28 0 0,-12 0-33 0 0,1 1 0 0 0,-1 2-1 0 0,52 7 1 0 0,-80-8-54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4.60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49 8 4012 0 0,'0'0'332'0'0,"-4"-1"-137"0"0,-4-1-124 0 0,7 1-29 0 0,0 1-1 0 0,1 0 1 0 0,-1-1 0 0 0,0 1 0 0 0,0-1-1 0 0,0 1 1 0 0,0 0 0 0 0,0-1 0 0 0,0 1 0 0 0,0 0-1 0 0,0 0 1 0 0,0 0 0 0 0,0 0 0 0 0,1 0 0 0 0,-1 0-1 0 0,0 0 1 0 0,0 0 0 0 0,0 0 0 0 0,0 0-1 0 0,0 1 1 0 0,0-1 0 0 0,0 0 0 0 0,0 1 0 0 0,0-1-1 0 0,0 1 1 0 0,1-1 0 0 0,-1 1 0 0 0,0-1-1 0 0,0 1 1 0 0,1-1 0 0 0,-1 1 0 0 0,0 0 0 0 0,1-1-1 0 0,-1 1 1 0 0,0 0 0 0 0,1 0 0 0 0,-1-1-1 0 0,1 1 1 0 0,-1 0 0 0 0,1 0 0 0 0,0 0 0 0 0,-1 0-1 0 0,1 0 1 0 0,0 0 0 0 0,0-1 0 0 0,-1 1-1 0 0,1 0 1 0 0,0 0 0 0 0,0 0 0 0 0,0 1 0 0 0,-1 45-9 0 0,1-1 1 0 0,2 0 0 0 0,3 0-1 0 0,1 0 1 0 0,14 47 0 0 0,-2 3 40 0 0,-15-74-52 0 0,-2-12 11 0 0,1-1-1 0 0,-1 0 1 0 0,1 0 0 0 0,1 0 0 0 0,6 16 0 0 0,-8-23-315 0 0,15-22-4816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5.5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1 249 5589 0 0,'26'-32'-561'0'0,"-17"21"755"0"0,-1 0 0 0 0,0-1 1 0 0,0 0-1 0 0,-2-1 0 0 0,1 1 0 0 0,-1-1 0 0 0,-1 0 1 0 0,5-18-1 0 0,-7 17 100 0 0,0 1 291 0 0,0 0 1 0 0,-1 0 0 0 0,0-21-1 0 0,-2 32-430 0 0,-6 42-40 0 0,1-1 0 0 0,0 43 0 0 0,4-27-93 0 0,2-1 0 0 0,3 1 0 0 0,2-1 0 0 0,2 0 1 0 0,18 59-1 0 0,-20-95 3 0 0,-3-11 12 0 0,0 0-1 0 0,0 1 1 0 0,-1-1 0 0 0,0 1 0 0 0,-1-1-1 0 0,0 1 1 0 0,0-1 0 0 0,0 1-1 0 0,-2 11 1 0 0,1-17 55 0 0,-13 0 156 0 0,11-1-226 0 0,0-1 0 0 0,0 0 0 0 0,0 1 1 0 0,1-1-1 0 0,-1 0 0 0 0,0 0 0 0 0,0 0 0 0 0,0 0 0 0 0,0 0 0 0 0,0 0 1 0 0,0-1-1 0 0,0 1 0 0 0,-3-2 0 0 0,-1 0 36 0 0,1-1-1 0 0,-1 1 1 0 0,0-1 0 0 0,1-1-1 0 0,0 1 1 0 0,0-1 0 0 0,0 0-1 0 0,0 0 1 0 0,0 0-1 0 0,1-1 1 0 0,0 0 0 0 0,0 1-1 0 0,0-2 1 0 0,1 1 0 0 0,-1 0-1 0 0,1-1 1 0 0,0 1 0 0 0,1-1-1 0 0,-4-10 1 0 0,5 12-41 0 0,0 0-1 0 0,0 0 1 0 0,0 0 0 0 0,1 0-1 0 0,-1 0 1 0 0,1 0 0 0 0,0 0 0 0 0,0 0-1 0 0,0-1 1 0 0,1 1 0 0 0,-1 0 0 0 0,1 0-1 0 0,0 0 1 0 0,0 1 0 0 0,1-1-1 0 0,-1 0 1 0 0,1 0 0 0 0,0 1 0 0 0,0-1-1 0 0,0 1 1 0 0,0-1 0 0 0,0 1 0 0 0,1 0-1 0 0,0 0 1 0 0,0 0 0 0 0,0 0-1 0 0,0 0 1 0 0,0 1 0 0 0,0-1 0 0 0,1 1-1 0 0,-1 0 1 0 0,5-2 0 0 0,-4 3-23 0 0,-1-1-1 0 0,0 1 1 0 0,1 0 0 0 0,0 1 0 0 0,-1-1 0 0 0,1 1 0 0 0,0-1-1 0 0,-1 1 1 0 0,1 0 0 0 0,0 0 0 0 0,-1 1 0 0 0,1-1-1 0 0,-1 1 1 0 0,1 0 0 0 0,0 0 0 0 0,-1 0 0 0 0,1 0-1 0 0,-1 1 1 0 0,0-1 0 0 0,0 1 0 0 0,1 0 0 0 0,-1 0-1 0 0,0 0 1 0 0,0 0 0 0 0,-1 0 0 0 0,5 5 0 0 0,7 7-30 0 0,0 1-1 0 0,-1 0 1 0 0,17 28 0 0 0,-20-30 17 0 0,-3-2 12 0 0,1 0 0 0 0,0-1 0 0 0,1 0 0 0 0,0-1 0 0 0,0 0 0 0 0,1 0 0 0 0,0-1 0 0 0,13 8 0 0 0,-18-13 11 0 0,1-1 0 0 0,0 1 1 0 0,0-1-1 0 0,0 0 0 0 0,0 0 1 0 0,0-1-1 0 0,0 0 1 0 0,0 0-1 0 0,0-1 0 0 0,0 1 1 0 0,1-1-1 0 0,-1-1 1 0 0,0 1-1 0 0,0-1 0 0 0,1 0 1 0 0,-1 0-1 0 0,0-1 0 0 0,0 0 1 0 0,7-3-1 0 0,2-2 23 0 0,-1 0 1 0 0,-1-2-1 0 0,0 1 0 0 0,0-2 1 0 0,0 1-1 0 0,-1-2 0 0 0,-1 0 1 0 0,15-16-1 0 0,21-21 255 0 0,-44 46-280 0 0,10-7-67 0 0,-6 23-7 0 0,-4-5 78 0 0,2 5-18 0 0,1 0-1 0 0,0-1 1 0 0,0 0 0 0 0,1-1-1 0 0,1 1 1 0 0,0-1 0 0 0,1-1-1 0 0,18 20 1 0 0,30 22-2196 0 0,-45-77-6501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5.6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 22 7517 0 0,'-7'-9'86'0'0,"-3"-4"390"0"0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6.3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492 9 5949 0 0,'12'-3'-155'0'0,"-6"0"123"0"0,-8 1 39 0 0,-11 2 0 0 0,1 0 0 0 0,-1 0 0 0 0,0 1-1 0 0,1 1 1 0 0,-1 0 0 0 0,1 0 0 0 0,-19 8 0 0 0,24-9 0 0 0,1 2 1 0 0,-1-1-1 0 0,1 1 1 0 0,0 0-1 0 0,0 0 1 0 0,0 0 0 0 0,0 1-1 0 0,1 0 1 0 0,-1 0-1 0 0,1 0 1 0 0,0 1-1 0 0,0 0 1 0 0,1 0-1 0 0,-1 0 1 0 0,1 1-1 0 0,-6 10 1 0 0,9-13-4 0 0,0 0 1 0 0,1 0-1 0 0,-1 1 1 0 0,1-1-1 0 0,0 0 1 0 0,0 0-1 0 0,0 1 1 0 0,0-1-1 0 0,1 0 1 0 0,-1 0-1 0 0,1 0 0 0 0,0 1 1 0 0,0-1-1 0 0,0 0 1 0 0,0 0-1 0 0,0 0 1 0 0,1 0-1 0 0,0-1 1 0 0,-1 1-1 0 0,1 0 1 0 0,0 0-1 0 0,0-1 1 0 0,0 0-1 0 0,1 1 0 0 0,4 3 1 0 0,8 7 9 0 0,1 0 0 0 0,0-1 1 0 0,19 10-1 0 0,-21-13-10 0 0,26 14 14 0 0,49 21 0 0 0,-49-26-32 0 0,52 33 0 0 0,-90-51 14 0 0,-1 1 0 0 0,0-1-1 0 0,0 1 1 0 0,0 0 0 0 0,0-1 0 0 0,0 1-1 0 0,0 0 1 0 0,0 0 0 0 0,0 0 0 0 0,0 0-1 0 0,0 0 1 0 0,0 0 0 0 0,0 0-1 0 0,-1 0 1 0 0,1 0 0 0 0,0 0 0 0 0,-1 0-1 0 0,1 1 1 0 0,-1-1 0 0 0,1 0 0 0 0,-1 0-1 0 0,1 3 1 0 0,-2-3 2 0 0,1 0 0 0 0,-1 0 0 0 0,1 0 0 0 0,-1 0 0 0 0,0-1 0 0 0,1 1 0 0 0,-1 0 0 0 0,0 0 0 0 0,0 0 0 0 0,1-1 0 0 0,-1 1 1 0 0,0 0-1 0 0,0-1 0 0 0,0 1 0 0 0,0-1 0 0 0,0 1 0 0 0,0-1 0 0 0,0 0 0 0 0,0 1 0 0 0,-2-1 0 0 0,-65 10 90 0 0,67-10-91 0 0,-554-9 691 0 0,515 4-1018 0 0,30 3-3328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7.33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475 696 4000 0 0,'0'0'70'0'0,"1"0"-10"0"0,0-1 0 0 0,-1 1 0 0 0,1 0 0 0 0,0-1 0 0 0,0 1 0 0 0,-1-1 0 0 0,1 1 0 0 0,0-1 0 0 0,-1 1 0 0 0,1-1 0 0 0,-1 1-1 0 0,1-1 1 0 0,0 0 0 0 0,-1 1 0 0 0,1-1 0 0 0,-1 0 0 0 0,0 1 0 0 0,1-1 0 0 0,-1 0 0 0 0,1 0 0 0 0,-1 1 0 0 0,0-1 0 0 0,1-1 0 0 0,-10-6-1 0 0,0 1 1 0 0,0 1 0 0 0,-1 0 0 0 0,1 0-1 0 0,-1 1 1 0 0,0 0 0 0 0,-1 0 0 0 0,1 1-1 0 0,-1 1 1 0 0,0 0 0 0 0,0 1 0 0 0,0-1-1 0 0,0 2 1 0 0,0 0 0 0 0,-22 1 0 0 0,9 0-32 0 0,-1 1 1 0 0,0 2-1 0 0,1 0 1 0 0,0 2-1 0 0,-1 1 0 0 0,-31 11 1 0 0,46-13-16 0 0,1 1-1 0 0,-1-1 1 0 0,1 1-1 0 0,0 1 1 0 0,-9 7-1 0 0,15-11-5 0 0,0 1-1 0 0,0-1 0 0 0,1 0 0 0 0,-1 1 1 0 0,1 0-1 0 0,0-1 0 0 0,0 1 0 0 0,0 0 1 0 0,0 0-1 0 0,0 0 0 0 0,1 1 0 0 0,-1-1 1 0 0,1 0-1 0 0,0 0 0 0 0,0 1 0 0 0,0-1 0 0 0,0 1 1 0 0,0 3-1 0 0,2-3 1 0 0,0 0-1 0 0,0-1 1 0 0,0 1 0 0 0,0-1 0 0 0,1 1-1 0 0,-1-1 1 0 0,1 0 0 0 0,0 1-1 0 0,0-1 1 0 0,0 0 0 0 0,0 0 0 0 0,0 0-1 0 0,1-1 1 0 0,-1 1 0 0 0,1 0 0 0 0,0-1-1 0 0,0 0 1 0 0,0 0 0 0 0,0 0-1 0 0,0 0 1 0 0,1 0 0 0 0,-1 0 0 0 0,7 1-1 0 0,7 5 26 0 0,1-2 0 0 0,0 0 0 0 0,21 3 0 0 0,-18-4 61 0 0,1-1 0 0 0,-1-1 1 0 0,1 0-1 0 0,0-2 1 0 0,0-1-1 0 0,0-1 0 0 0,29-4 1 0 0,-42 3-37 0 0,-1 0 0 0 0,1-1 1 0 0,-1 0-1 0 0,1 0 1 0 0,-1-1-1 0 0,0 0 0 0 0,0 0 1 0 0,0-1-1 0 0,-1 0 1 0 0,0 0-1 0 0,0-1 0 0 0,0 0 1 0 0,0 0-1 0 0,-1-1 0 0 0,0 1 1 0 0,-1-1-1 0 0,1-1 1 0 0,-1 1-1 0 0,-1-1 0 0 0,6-12 1 0 0,2-10 22 0 0,-1 0 0 0 0,-2 0 1 0 0,-1-1-1 0 0,-1 0 0 0 0,-2-1 1 0 0,-1 1-1 0 0,-2-1 0 0 0,-2-36 1 0 0,-3-14 572 0 0,-30-157 1 0 0,25 205-346 0 0,-2-28 149 0 0,10 62-454 0 0,-1 1 0 0 0,1-1 0 0 0,0 0 0 0 0,0 0 0 0 0,0 1 0 0 0,0-1 0 0 0,0 0 0 0 0,0 0 0 0 0,0 1 0 0 0,-1-1 0 0 0,1 0 0 0 0,0 0 0 0 0,0 0 0 0 0,0 0 0 0 0,-1 1 0 0 0,1-1 0 0 0,0 0 0 0 0,0 0 0 0 0,0 0 0 0 0,-1 0 0 0 0,1 0 0 0 0,0 1 0 0 0,0-1 0 0 0,-1 0 0 0 0,1 0 0 0 0,0 0 0 0 0,-1 0 0 0 0,1 0 0 0 0,0 0 0 0 0,0 0 0 0 0,-1 0 0 0 0,1 0 0 0 0,0 0 0 0 0,0 0 0 0 0,-1 0 0 0 0,1 0 0 0 0,0 0 0 0 0,0 0 0 0 0,-1-1 0 0 0,1 1 0 0 0,0 0 0 0 0,0 0 0 0 0,-1 0 0 0 0,1 0 0 0 0,0 0 0 0 0,0 0 0 0 0,0-1 0 0 0,-1 1 0 0 0,1 0 0 0 0,0 0 0 0 0,0 0 0 0 0,0-1 0 0 0,0 1 0 0 0,-1 0 0 0 0,1 0 0 0 0,0-1 0 0 0,0 1 0 0 0,0 0 0 0 0,0 0 0 0 0,0-1 0 0 0,0 1 0 0 0,0 0 0 0 0,0 0 0 0 0,0-1 0 0 0,0 1 0 0 0,0 0 0 0 0,0 0 0 0 0,0-1 0 0 0,0 1 0 0 0,-15 21-9 0 0,10-4 11 0 0,1-1 0 0 0,1 1 1 0 0,1 0-1 0 0,1 0 0 0 0,0 29 0 0 0,14 86-8 0 0,-6-88 27 0 0,2 0 0 0 0,2-1 0 0 0,29 73 0 0 0,-31-92-110 0 0,2-1 0 0 0,1 0 0 0 0,1-1 0 0 0,1-1 0 0 0,0 0 0 0 0,2-1 0 0 0,36 37 0 0 0,-47-53-152 0 0,0 0 1 0 0,0 0-1 0 0,0 0 1 0 0,1-1-1 0 0,0 0 0 0 0,-1 0 1 0 0,1 0-1 0 0,10 3 1 0 0,-13-5-177 0 0,1-1 0 0 0,0 1-1 0 0,-1-1 1 0 0,1 1 0 0 0,0-1 0 0 0,-1 0 0 0 0,1 0 0 0 0,0-1 0 0 0,-1 1 0 0 0,6-2-1 0 0,13-7-2569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7.9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302 30 6613 0 0,'0'0'-187'0'0,"-4"-3"-168"0"0,-2-1 359 0 0,-1 0 0 0 0,0 1 0 0 0,-1 0 0 0 0,1 0 0 0 0,0 1 0 0 0,-1 0 0 0 0,1 0 0 0 0,-1 0 0 0 0,0 1 0 0 0,0 1 0 0 0,0-1 0 0 0,1 1 0 0 0,-1 0 0 0 0,0 1 0 0 0,0 0 0 0 0,1 0 0 0 0,-1 1 0 0 0,-11 3 0 0 0,9-2 5 0 0,0 0 0 0 0,1 0-1 0 0,-1 1 1 0 0,0 0-1 0 0,1 1 1 0 0,0 0 0 0 0,0 1-1 0 0,1-1 1 0 0,0 2-1 0 0,0-1 1 0 0,0 1 0 0 0,0 0-1 0 0,-11 16 1 0 0,18-21-2 0 0,0-1-1 0 0,0 0 1 0 0,0 0 0 0 0,0 1-1 0 0,1-1 1 0 0,-1 0-1 0 0,0 1 1 0 0,1-1 0 0 0,-1 1-1 0 0,1-1 1 0 0,0 1 0 0 0,-1-1-1 0 0,1 1 1 0 0,0-1 0 0 0,0 1-1 0 0,0-1 1 0 0,0 1 0 0 0,0-1-1 0 0,1 1 1 0 0,-1-1 0 0 0,0 1-1 0 0,1-1 1 0 0,-1 1 0 0 0,1-1-1 0 0,-1 1 1 0 0,2 2 0 0 0,0-2 4 0 0,0 0 1 0 0,1 0 0 0 0,-1 0 0 0 0,1 0 0 0 0,-1 0 0 0 0,1 0 0 0 0,-1-1-1 0 0,1 1 1 0 0,0-1 0 0 0,0 0 0 0 0,0 0 0 0 0,4 2 0 0 0,4-1 46 0 0,0 1 1 0 0,0-2-1 0 0,0 1 1 0 0,0-2 0 0 0,1 1-1 0 0,19-3 1 0 0,-13-2 137 0 0,0-1 0 0 0,0-1 0 0 0,25-12 0 0 0,22-7 1662 0 0,-63 24-1650 0 0,-2 1-172 0 0,1-1 1 0 0,-1 1-1 0 0,1 0 0 0 0,0-1 0 0 0,-1 1 0 0 0,1 0 1 0 0,0 0-1 0 0,-1-1 0 0 0,1 1 0 0 0,0 0 0 0 0,-1 0 0 0 0,1 0 1 0 0,0 0-1 0 0,-1 0 0 0 0,1 0 0 0 0,0 0 0 0 0,-1 0 1 0 0,1 0-1 0 0,0 0 0 0 0,-1 0 0 0 0,2 1 0 0 0,19 35 217 0 0,-19-32-310 0 0,0 1 1 0 0,0 0 0 0 0,0-1-1 0 0,1 1 1 0 0,0-1 0 0 0,0 0-1 0 0,0 0 1 0 0,0 0-1 0 0,1 0 1 0 0,-1 0 0 0 0,1-1-1 0 0,0 1 1 0 0,0-1 0 0 0,1 0-1 0 0,-1-1 1 0 0,1 1 0 0 0,4 1-1 0 0,-3-2-423 0 0,0 0-1 0 0,0-1 0 0 0,0 0 0 0 0,1 0 1 0 0,-1 0-1 0 0,0-1 0 0 0,0 0 1 0 0,1 0-1 0 0,-1-1 0 0 0,6-1 0 0 0,10-2-2271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8.3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50 111 6921 0 0,'-27'-109'3083'0'0,"27"107"-2621"0"0,-8 43-406 0 0,2 1 0 0 0,2-1 0 0 0,2 64 0 0 0,0-5 1 0 0,1-64-22 0 0,6 63 0 0 0,-3-83-20 0 0,1-1-1 0 0,0 1 1 0 0,1-1 0 0 0,0 0 0 0 0,1 0 0 0 0,11 22-1 0 0,-12-31-24 0 0,0 0-1 0 0,1 0 0 0 0,-1-1 1 0 0,1 1-1 0 0,1-1 1 0 0,-1 0-1 0 0,1 0 0 0 0,0-1 1 0 0,0 0-1 0 0,0 0 1 0 0,0 0-1 0 0,1-1 0 0 0,0 0 1 0 0,-1 0-1 0 0,1 0 1 0 0,0-1-1 0 0,1 0 0 0 0,-1-1 1 0 0,0 0-1 0 0,0 0 1 0 0,1 0-1 0 0,-1-1 0 0 0,14-1 1 0 0,8-1-782 0 0,0-1 1 0 0,-1-2-1 0 0,1-1 0 0 0,45-16 1 0 0,-26 6-1489 0 0,-3-2-292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8.60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61 75 6341 0 0,'-58'-14'281'0'0,"56"13"7"0"0,3 0-258 0 0,1-1 0 0 0,-1 1 0 0 0,1-1 0 0 0,-1 1 0 0 0,1 0 0 0 0,0 0 0 0 0,-1 0 0 0 0,1 0 1 0 0,0 0-1 0 0,0 0 0 0 0,0 1 0 0 0,0-1 0 0 0,0 0 0 0 0,0 1 0 0 0,0 0 0 0 0,0-1 0 0 0,0 1 0 0 0,0 0 0 0 0,0 0 0 0 0,2 0 0 0 0,67-6-97 0 0,-55 5 94 0 0,348-30-4166 0 0,-320 26 2633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9.2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183 56 4592 0 0,'4'0'3'0'0,"36"-7"252"0"0,-39 6-186 0 0,1 1 1 0 0,0-1 0 0 0,0 1-1 0 0,0-1 1 0 0,-1 0 0 0 0,1 0-1 0 0,0 0 1 0 0,-1 0 0 0 0,1 0-1 0 0,-1 0 1 0 0,1 0 0 0 0,-1-1-1 0 0,1 1 1 0 0,-1-1 0 0 0,0 1-1 0 0,0-1 1 0 0,0 1 0 0 0,2-4-1 0 0,-3 4 155 0 0,1 1-191 0 0,-1-1 0 0 0,0 1 0 0 0,0 0 1 0 0,0-1-1 0 0,1 1 0 0 0,-1 0 0 0 0,0-1 0 0 0,0 1 0 0 0,0-1 0 0 0,0 1 0 0 0,0-1 0 0 0,0 1 0 0 0,0 0 0 0 0,0-1 0 0 0,0 1 0 0 0,0-1 0 0 0,0 1 0 0 0,0-1 0 0 0,0 1 1 0 0,0 0-1 0 0,0-1 0 0 0,0 1 0 0 0,0-1 0 0 0,-1 1 0 0 0,1-1 0 0 0,0 1 0 0 0,-5-3 3 0 0,0 1 0 0 0,0 1 0 0 0,0-1 0 0 0,0 1 0 0 0,-1 0 0 0 0,1 0-1 0 0,0 0 1 0 0,-1 1 0 0 0,1 0 0 0 0,0 0 0 0 0,-1 0 0 0 0,1 0 0 0 0,0 1 0 0 0,-1 0 0 0 0,1 0 0 0 0,0 1 0 0 0,0-1 0 0 0,0 1 0 0 0,0 0-1 0 0,-6 4 1 0 0,-8 2 10 0 0,1 2 0 0 0,0 0 0 0 0,0 1 0 0 0,-16 14 0 0 0,31-23-36 0 0,0 0 1 0 0,0 0-1 0 0,1 1 0 0 0,-1-1 0 0 0,1 1 1 0 0,0-1-1 0 0,0 1 0 0 0,0 0 0 0 0,0 0 1 0 0,0 0-1 0 0,0 0 0 0 0,1 0 0 0 0,-1 0 1 0 0,1 1-1 0 0,0-1 0 0 0,0 0 1 0 0,1 1-1 0 0,-1-1 0 0 0,0 6 0 0 0,2-7-4 0 0,-1 0-1 0 0,1 1 0 0 0,0-1 0 0 0,-1 0 0 0 0,1-1 1 0 0,0 1-1 0 0,1 0 0 0 0,-1 0 0 0 0,0 0 0 0 0,0-1 1 0 0,1 1-1 0 0,-1 0 0 0 0,1-1 0 0 0,0 1 1 0 0,-1-1-1 0 0,1 0 0 0 0,0 0 0 0 0,0 1 0 0 0,-1-1 1 0 0,1 0-1 0 0,0-1 0 0 0,0 1 0 0 0,0 0 1 0 0,1-1-1 0 0,-1 1 0 0 0,0-1 0 0 0,0 1 0 0 0,0-1 1 0 0,0 0-1 0 0,0 0 0 0 0,1 0 0 0 0,2 0 0 0 0,14-1 36 0 0,1-1-1 0 0,-1-1 0 0 0,0-1 1 0 0,0 0-1 0 0,0-1 0 0 0,0-1 0 0 0,-1-1 1 0 0,23-12-1 0 0,33-10 876 0 0,-72 28-869 0 0,0 0 1 0 0,1 0-1 0 0,-1 0 0 0 0,0 0 0 0 0,1 1 0 0 0,-1-1 0 0 0,0 1 0 0 0,1-1 1 0 0,-1 1-1 0 0,0 0 0 0 0,1 0 0 0 0,-1 0 0 0 0,1 1 0 0 0,-1-1 1 0 0,3 1-1 0 0,-2 1-20 0 0,-1 0 1 0 0,0 0-1 0 0,0 0 1 0 0,-1 0 0 0 0,1 0-1 0 0,0 1 1 0 0,-1-1-1 0 0,1 1 1 0 0,-1-1-1 0 0,0 1 1 0 0,2 3 0 0 0,1 3-12 0 0,2 3-51 0 0,1-1 0 0 0,1-1 0 0 0,0 1 1 0 0,0-1-1 0 0,1 0 0 0 0,0-1 0 0 0,0 0 0 0 0,1-1 0 0 0,1 1 0 0 0,-1-2 0 0 0,23 13 0 0 0,-2-5-1543 0 0,0-1 1 0 0,1-2 0 0 0,47 13-1 0 0,-48-17-869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19.9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32 6169 0 0,'-8'-32'1099'0'0,"7"68"-1065"0"0,3 0 0 0 0,1 0 0 0 0,1 0-1 0 0,18 67 1 0 0,-3-55-3745 0 0,-16-42 1841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20.1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66 38 6217 0 0,'-9'-9'1009'0'0,"-21"-14"1172"0"0,28 23-1974 0 0,-12-5 25 0 0,12 5-441 0 0,-7 0 70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20.7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447 42 7297 0 0,'0'0'-156'0'0,"-3"-12"-333"0"0,-5 8 468 0 0,-1-1 0 0 0,0 1 1 0 0,0 1-1 0 0,0 0 0 0 0,-1 0 0 0 0,1 0 1 0 0,-1 1-1 0 0,0 1 0 0 0,1 0 0 0 0,-1 0 1 0 0,-16 1-1 0 0,-15 2-11 0 0,-57 9 0 0 0,88-10 41 0 0,6-1-7 0 0,1 0 0 0 0,-1 1 1 0 0,1-1-1 0 0,0 1 0 0 0,-1-1 0 0 0,1 1 0 0 0,0 0 1 0 0,0 0-1 0 0,-1 1 0 0 0,1-1 0 0 0,0 1 1 0 0,0-1-1 0 0,1 1 0 0 0,-1 0 0 0 0,0 0 1 0 0,-2 3-1 0 0,4-4 11 0 0,20 13 13 0 0,-14-10-21 0 0,14 7 5 0 0,1-2 0 0 0,0 0 1 0 0,0-2-1 0 0,26 7 0 0 0,-17-5 0 0 0,119 34 14 0 0,-43-13-39 0 0,138 57 0 0 0,-243-87 16 0 0,0 0-1 0 0,0 0 1 0 0,1 0-1 0 0,-1 0 1 0 0,0 0-1 0 0,1 0 0 0 0,-1 1 1 0 0,0-1-1 0 0,0 0 1 0 0,1 0-1 0 0,-1 0 1 0 0,0 0-1 0 0,0 0 1 0 0,1 0-1 0 0,-1 0 0 0 0,0 1 1 0 0,0-1-1 0 0,0 0 1 0 0,1 0-1 0 0,-1 0 1 0 0,0 1-1 0 0,0-1 1 0 0,0 0-1 0 0,1 0 0 0 0,-1 0 1 0 0,0 1-1 0 0,0-1 1 0 0,0 0-1 0 0,0 1 1 0 0,0-1-1 0 0,0 0 1 0 0,0 0-1 0 0,1 1 1 0 0,-1-1-1 0 0,0 0 0 0 0,0 0 1 0 0,0 1-1 0 0,0-1 1 0 0,0 0-1 0 0,0 1 1 0 0,0-1-1 0 0,-1 0 1 0 0,1 0-1 0 0,0 1 0 0 0,0-1 1 0 0,0 0-1 0 0,0 1 1 0 0,-17 6 15 0 0,-30 1 27 0 0,-147-11 1146 0 0,-277-38-1 0 0,465 40-1155 0 0,0 1-39 0 0,1-1 0 0 0,-1 1 0 0 0,1-1-1 0 0,0-1 1 0 0,-1 1 0 0 0,1-1 0 0 0,0 0 0 0 0,-6-2 0 0 0,16 1-1115 0 0,46-12-2328 0 0,-17 10 954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21.73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156 118 6033 0 0,'0'-8'190'0'0,"-1"0"0"0"0,0 0 1 0 0,0 0-1 0 0,-1 1 1 0 0,0-1-1 0 0,0 0 1 0 0,-1 1-1 0 0,0 0 1 0 0,0 0-1 0 0,-6-10 0 0 0,8 16 1 0 0,-5-14 618 0 0,6 15-799 0 0,0 0 1 0 0,0-1-1 0 0,0 1 0 0 0,0 0 1 0 0,0-1-1 0 0,0 1 0 0 0,0 0 1 0 0,0 0-1 0 0,0-1 1 0 0,0 1-1 0 0,0 0 0 0 0,0 0 1 0 0,0-1-1 0 0,0 1 1 0 0,-1 0-1 0 0,1-1 0 0 0,0 1 1 0 0,0 0-1 0 0,0 0 1 0 0,0-1-1 0 0,0 1 0 0 0,-1 0 1 0 0,1 0-1 0 0,0 0 1 0 0,0-1-1 0 0,0 1 0 0 0,-1 0 1 0 0,1 0-1 0 0,0 0 1 0 0,0 0-1 0 0,-1 0 0 0 0,1-1 1 0 0,0 1-1 0 0,0 0 1 0 0,-1 0-1 0 0,1 0 0 0 0,0 0 1 0 0,-1 0-1 0 0,1 0 1 0 0,0 0-1 0 0,0 0 0 0 0,-1 0 1 0 0,1 0-1 0 0,0 0 1 0 0,-1 0-1 0 0,1 0 0 0 0,0 0 1 0 0,-1 0-1 0 0,-5 29-2 0 0,0-1 0 0 0,2 1 0 0 0,1 0 0 0 0,2 0 0 0 0,0 0 0 0 0,2 0 0 0 0,7 43 0 0 0,4 0 54 0 0,39 130 0 0 0,-25-133-37 0 0,-17-48-6 0 0,-1 1 1 0 0,0 0-1 0 0,4 25 0 0 0,-9-17 409 0 0,-9-33-359 0 0,-8-5 10 0 0,-1-1 0 0 0,2 0-1 0 0,-1-1 1 0 0,1 0 0 0 0,1-2 0 0 0,0 1 0 0 0,-18-22-1 0 0,6 2 286 0 0,1 0-1 0 0,-26-47 0 0 0,49 77-359 0 0,-1 0 0 0 0,1 1 0 0 0,-1-1 0 0 0,1 0 0 0 0,-1 0 0 0 0,1 0-1 0 0,0-1 1 0 0,-1 1 0 0 0,1 0 0 0 0,0 0 0 0 0,0 0 0 0 0,0 0 0 0 0,0 0 0 0 0,0 0 0 0 0,0 0 0 0 0,0 0 0 0 0,0 0-1 0 0,0 0 1 0 0,0 0 0 0 0,1-1 0 0 0,-1 1 0 0 0,0 0 0 0 0,1 0 0 0 0,-1 0 0 0 0,1 0 0 0 0,-1 0 0 0 0,1 1-1 0 0,-1-1 1 0 0,1 0 0 0 0,0 0 0 0 0,0-1 0 0 0,2 0-7 0 0,0 0 0 0 0,1 0 0 0 0,-1 0 0 0 0,0 0 0 0 0,1 0-1 0 0,-1 1 1 0 0,1 0 0 0 0,-1-1 0 0 0,6 0 0 0 0,10-2-43 0 0,0 2 0 0 0,31-2-1 0 0,15 3-21 0 0,1 3 0 0 0,111 17-1 0 0,-140-12-22 0 0,0 1 0 0 0,-1 2 1 0 0,0 2-1 0 0,-1 1 0 0 0,0 1 0 0 0,40 25 0 0 0,-73-38 78 0 0,-1-1-1 0 0,1 1 1 0 0,-1 0-1 0 0,1-1 1 0 0,-1 1-1 0 0,0 0 1 0 0,1 0-1 0 0,-1 0 1 0 0,0 0-1 0 0,0 0 1 0 0,0 0-1 0 0,1 1 1 0 0,-1-1 0 0 0,-1 0-1 0 0,1 1 1 0 0,0-1-1 0 0,0 0 1 0 0,0 1-1 0 0,-1-1 1 0 0,1 1-1 0 0,-1-1 1 0 0,1 1-1 0 0,-1-1 1 0 0,0 1-1 0 0,1 0 1 0 0,-1 2-1 0 0,-1-2 6 0 0,0 0-1 0 0,0 0 0 0 0,-1-1 0 0 0,1 1 0 0 0,0 0 0 0 0,-1-1 0 0 0,1 1 0 0 0,-1-1 1 0 0,1 1-1 0 0,-1-1 0 0 0,0 0 0 0 0,0 0 0 0 0,0 0 0 0 0,1 0 0 0 0,-1 0 0 0 0,0 0 1 0 0,0 0-1 0 0,0-1 0 0 0,-1 1 0 0 0,-1 0 0 0 0,-32 6 68 0 0,1-2 1 0 0,-1-1-1 0 0,0-2 1 0 0,0-1-1 0 0,-53-6 1 0 0,79 5-135 0 0,8 0-12 0 0,-1 0 0 0 0,1 1 0 0 0,-1-1 1 0 0,1 0-1 0 0,-1 0 0 0 0,1-1 0 0 0,0 1 0 0 0,-1 0 1 0 0,1-1-1 0 0,-1 1 0 0 0,1-1 0 0 0,0 0 0 0 0,-1 0 1 0 0,1 0-1 0 0,0 0 0 0 0,0 0 0 0 0,0-1 1 0 0,0 1-1 0 0,0-1 0 0 0,-2-1 0 0 0,31-14-7223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21.98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8 7801 0 0,'1'-1'100'0'0,"1"0"0"0"0,-1 0 0 0 0,0 0 1 0 0,1 1-1 0 0,-1-1 0 0 0,1 0 0 0 0,-1 1 0 0 0,1-1 1 0 0,0 1-1 0 0,-1 0 0 0 0,1-1 0 0 0,-1 1 0 0 0,3 0 1 0 0,1 11-49 0 0,-1 0 1 0 0,0-1 0 0 0,-1 2 0 0 0,0-1 0 0 0,1 13 0 0 0,-2-9-35 0 0,1 0 0 0 0,1-1 0 0 0,7 19 1 0 0,-7-21-295 0 0,6 15-352 0 0,-1-16-3487 0 0,-2-7 1396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22.15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50 67 7441 0 0,'-49'-65'2759'0'0,"49"63"-2505"0"0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22.85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96 45 6017 0 0,'0'0'609'0'0,"-25"45"-544"0"0,20-9-11 0 0,2 0-1 0 0,1 1 1 0 0,2-1 0 0 0,2 1-1 0 0,6 37 1 0 0,-6-39 2141 0 0,-12-51-2065 0 0,1 0 1 0 0,0 0 0 0 0,1-1-1 0 0,1 0 1 0 0,1 0 0 0 0,0 0-1 0 0,1-1 1 0 0,1 0 0 0 0,0 0-1 0 0,2 0 1 0 0,0-1 0 0 0,1 1-1 0 0,1 0 1 0 0,4-31 0 0 0,-4 45-125 0 0,1 0 1 0 0,0 0 0 0 0,0 0 0 0 0,1 0 0 0 0,-1 0-1 0 0,1 0 1 0 0,0 0 0 0 0,0 0 0 0 0,0 0-1 0 0,1 1 1 0 0,-1-1 0 0 0,1 1 0 0 0,0 0-1 0 0,0 0 1 0 0,0 0 0 0 0,0 0 0 0 0,7-4-1 0 0,-4 3-5 0 0,1 2-1 0 0,-1-1 0 0 0,0 1 0 0 0,1 0 0 0 0,-1 0 0 0 0,1 0 1 0 0,-1 1-1 0 0,1 0 0 0 0,0 1 0 0 0,9-1 0 0 0,5 2-15 0 0,0 2 0 0 0,-1 0-1 0 0,1 0 1 0 0,-1 2 0 0 0,0 1 0 0 0,26 10-1 0 0,-27-7-1 0 0,-1 0 1 0 0,0 1-1 0 0,-1 1 0 0 0,0 0 0 0 0,0 1 0 0 0,26 25 0 0 0,-33-26 4 0 0,1 0 0 0 0,-1 1 0 0 0,-1 0 0 0 0,0 0 0 0 0,-1 1 0 0 0,0 0 0 0 0,-1 0 0 0 0,-1 1 0 0 0,9 26 0 0 0,-13-35 1 0 0,-1 1 0 0 0,0 0 1 0 0,0-1-1 0 0,-1 1 0 0 0,0 0 0 0 0,0-1 1 0 0,0 1-1 0 0,-2 9 0 0 0,2-13-68 0 0,-2 3 219 0 0,12-33-9172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23.4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159 112 5941 0 0,'4'-4'27'0'0,"-1"1"0"0"0,1-1 0 0 0,-1 0 0 0 0,0 0 0 0 0,0 0 1 0 0,-1-1-1 0 0,1 1 0 0 0,-1 0 0 0 0,0-1 0 0 0,0 0 0 0 0,2-6 1 0 0,-4 9 19 0 0,1 0 0 0 0,-1 0 0 0 0,0 0 0 0 0,0 0 0 0 0,1 0 0 0 0,-1 0 0 0 0,0 0 0 0 0,0 0 1 0 0,-1 0-1 0 0,1 1 0 0 0,0-1 0 0 0,-1 0 0 0 0,1 0 0 0 0,-1 0 0 0 0,0 0 0 0 0,1 1 1 0 0,-1-1-1 0 0,0 0 0 0 0,0 0 0 0 0,0 1 0 0 0,0-1 0 0 0,0 1 0 0 0,-1-1 0 0 0,1 1 0 0 0,0-1 1 0 0,-1 1-1 0 0,1 0 0 0 0,-1 0 0 0 0,-3-2 0 0 0,1 2-21 0 0,0 1-1 0 0,0-1 0 0 0,0 1 1 0 0,0 0-1 0 0,0 0 1 0 0,0 1-1 0 0,-1-1 1 0 0,1 1-1 0 0,0 0 1 0 0,0 0-1 0 0,0 1 1 0 0,1-1-1 0 0,-1 1 1 0 0,-5 2-1 0 0,-5 4 20 0 0,1 0 0 0 0,0 1 0 0 0,1 0 0 0 0,-12 11 0 0 0,22-18-37 0 0,-1 1 0 0 0,1-1 1 0 0,-1 1-1 0 0,1-1 0 0 0,0 1 1 0 0,0 0-1 0 0,0 0 0 0 0,0 0 1 0 0,0 0-1 0 0,1 0 0 0 0,0 0 1 0 0,-1 0-1 0 0,1 0 0 0 0,0 1 1 0 0,0-1-1 0 0,1 0 0 0 0,-1 1 1 0 0,1-1-1 0 0,0 1 0 0 0,0-1 1 0 0,0 1-1 0 0,0-1 0 0 0,0 0 1 0 0,1 1-1 0 0,1 3 0 0 0,-2-5-1 0 0,1 0-1 0 0,-1 0 1 0 0,1-1-1 0 0,-1 1 1 0 0,1 0-1 0 0,0 0 0 0 0,0-1 1 0 0,0 1-1 0 0,0-1 1 0 0,0 1-1 0 0,0-1 0 0 0,1 1 1 0 0,-1-1-1 0 0,0 0 1 0 0,1 1-1 0 0,-1-1 1 0 0,1 0-1 0 0,-1 0 0 0 0,1 0 1 0 0,0 0-1 0 0,-1 0 1 0 0,1-1-1 0 0,0 1 0 0 0,0-1 1 0 0,-1 1-1 0 0,1-1 1 0 0,0 1-1 0 0,0-1 1 0 0,0 0-1 0 0,0 0 0 0 0,0 0 1 0 0,0 0-1 0 0,-1 0 1 0 0,1 0-1 0 0,0 0 0 0 0,0-1 1 0 0,0 1-1 0 0,0-1 1 0 0,-1 1-1 0 0,3-2 1 0 0,8-4 32 0 0,0 0 1 0 0,-1-1-1 0 0,1 0 1 0 0,18-18-1 0 0,2 2 386 0 0,-18 11-100 0 0,-3 6 19 0 0,3 23-252 0 0,6 25 1 0 0,-13-26-699 0 0,1 0 1 0 0,17 26 0 0 0,-24-40 259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24.04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33 6753 0 0,'0'0'-124'0'0,"2"-33"2354"0"0,3 34-2226 0 0,-1-1 0 0 0,1 1 0 0 0,0 0 0 0 0,0 0 0 0 0,-1 0 0 0 0,1 1 0 0 0,0-1 0 0 0,-1 1 0 0 0,0 0 0 0 0,1 0 0 0 0,-1 1 0 0 0,0-1 0 0 0,0 1 0 0 0,0 0 0 0 0,-1 0 0 0 0,1 1 0 0 0,4 5 0 0 0,5 4-10 0 0,-1 0 0 0 0,0 1 0 0 0,15 24 0 0 0,-12-15 1 0 0,-10-15-1 0 0,1-1 1 0 0,-1 1-1 0 0,-1-1 0 0 0,1 2 0 0 0,-2-1 1 0 0,1 0-1 0 0,-1 1 0 0 0,0-1 0 0 0,-1 1 1 0 0,3 15-1 0 0,-5-23 13 0 0,0 0 0 0 0,0 0 0 0 0,0 0 1 0 0,0 0-1 0 0,0 0 0 0 0,0 0 0 0 0,0 0 0 0 0,0 0 0 0 0,0 0 1 0 0,-1 0-1 0 0,1 0 0 0 0,0 0 0 0 0,-1 0 0 0 0,1 0 0 0 0,-1-1 1 0 0,1 1-1 0 0,-1 0 0 0 0,1 0 0 0 0,-1 0 0 0 0,1 0 1 0 0,-1-1-1 0 0,0 1 0 0 0,0 0 0 0 0,1-1 0 0 0,-1 1 0 0 0,0-1 1 0 0,0 1-1 0 0,0-1 0 0 0,0 1 0 0 0,1-1 0 0 0,-1 1 0 0 0,0-1 1 0 0,0 0-1 0 0,0 1 0 0 0,0-1 0 0 0,0 0 0 0 0,0 0 1 0 0,0 0-1 0 0,0 0 0 0 0,0 0 0 0 0,-2 0 0 0 0,-27-8 761 0 0,28 7-735 0 0,1 0-1 0 0,0-1 1 0 0,-1 1-1 0 0,1 0 1 0 0,0 0 0 0 0,0 0-1 0 0,0-1 1 0 0,0 1-1 0 0,0 0 1 0 0,0-1-1 0 0,0 1 1 0 0,1-1-1 0 0,-1 1 1 0 0,0-1-1 0 0,1 0 1 0 0,-1 1 0 0 0,1-1-1 0 0,0 1 1 0 0,0-1-1 0 0,-1 0 1 0 0,1 1-1 0 0,0-1 1 0 0,0 0-1 0 0,0 0 1 0 0,1 1-1 0 0,0-4 1 0 0,10-40 363 0 0,-8 35-381 0 0,1 0 0 0 0,0 0-1 0 0,0 1 1 0 0,1-1 0 0 0,0 1 0 0 0,1 0 0 0 0,0 0-1 0 0,1 1 1 0 0,-1-1 0 0 0,2 2 0 0 0,-1-1 0 0 0,1 1-1 0 0,0 0 1 0 0,0 0 0 0 0,11-5 0 0 0,-17 11-102 0 0,-1 1 1 0 0,1-1-1 0 0,0 1 1 0 0,0 0-1 0 0,-1-1 1 0 0,1 1-1 0 0,0 0 1 0 0,-1 0-1 0 0,1 0 1 0 0,0 0-1 0 0,0 1 0 0 0,-1-1 1 0 0,1 0-1 0 0,0 1 1 0 0,-1-1-1 0 0,1 1 1 0 0,0 0-1 0 0,1 1 1 0 0,8 5-4552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13:24.4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783 0 6893 0 0,'3'19'-1035'0'0,"-2"-14"1078"0"0,1 0 0 0 0,0-1 1 0 0,1 1-1 0 0,-1-1 0 0 0,1 0 0 0 0,0 0 0 0 0,0 0 1 0 0,0 0-1 0 0,0 0 0 0 0,1 0 0 0 0,0-1 1 0 0,-1 0-1 0 0,1 0 0 0 0,0 0 0 0 0,1 0 0 0 0,-1 0 1 0 0,0-1-1 0 0,1 0 0 0 0,0 0 0 0 0,-1 0 1 0 0,1-1-1 0 0,0 1 0 0 0,0-1 0 0 0,0 0 0 0 0,0-1 1 0 0,9 1-1 0 0,2 0 267 0 0,0 0-1 0 0,1-2 1 0 0,-1 0-1 0 0,0-1 1 0 0,0 0 0 0 0,25-8-1 0 0,-39 9-229 0 0,-1 0 1 0 0,1 0-1 0 0,-1 1 0 0 0,1-1 1 0 0,-1 1-1 0 0,1-1 0 0 0,0 1 1 0 0,-1-1-1 0 0,1 1 0 0 0,0 0 0 0 0,-1 0 1 0 0,1 0-1 0 0,0 0 0 0 0,-1 0 1 0 0,1 0-1 0 0,3 1 0 0 0,-29 19 627 0 0,-3 2-809 0 0,-246 227 399 0 0,1 1-66 0 0,225-212-351 0 0,-2-2-1 0 0,-2-2 1 0 0,-1-2 0 0 0,-58 25-1 0 0,38-28-1245 0 0,65-27 742 0 0,0 0 0 0 0,0 0 0 0 0,0 0 0 0 0,-1-1 0 0 0,1 0-1 0 0,-1 0 1 0 0,1-1 0 0 0,-10-1 0 0 0,5-3-1625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23:48.0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72 5408 0 0,'-8'-69'4304'0'0,"8"67"-3806"0"0,2 27 152 0 0,29 74-583 0 0,6 23-18 0 0,-32-74 76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23:48.5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716 122 6193 0 0,'-16'-32'-573'0'0,"9"24"592"0"0,-1 0 0 0 0,0 1 0 0 0,0-1 0 0 0,0 1 1 0 0,-1 1-1 0 0,0 0 0 0 0,0 0 0 0 0,-1 1 0 0 0,0 0 0 0 0,0 1 0 0 0,0 0 0 0 0,0 0 1 0 0,-1 1-1 0 0,1 1 0 0 0,-1-1 0 0 0,0 2 0 0 0,1 0 0 0 0,-1 0 0 0 0,-20 1 1 0 0,5 2 10 0 0,0 2 1 0 0,0 0 0 0 0,1 2-1 0 0,-1 0 1 0 0,1 2 0 0 0,0 1-1 0 0,1 1 1 0 0,0 1 0 0 0,-41 26 0 0 0,49-27-21 0 0,0 1 1 0 0,1 1 0 0 0,0 0 0 0 0,1 1 0 0 0,1 1 0 0 0,0 0 0 0 0,0 1 0 0 0,2 0 0 0 0,0 1 0 0 0,1 0 0 0 0,0 0 0 0 0,1 1 0 0 0,1 1 0 0 0,-7 22 0 0 0,13-30 2 0 0,0-1 0 0 0,0 1 0 0 0,1-1-1 0 0,0 1 1 0 0,1 0 0 0 0,0-1 0 0 0,1 1 0 0 0,0 0 0 0 0,0-1 0 0 0,1 1 0 0 0,0-1 0 0 0,1 0-1 0 0,0 1 1 0 0,1-1 0 0 0,-1 0 0 0 0,2-1 0 0 0,-1 1 0 0 0,1-1 0 0 0,1 0 0 0 0,-1 0-1 0 0,1 0 1 0 0,1-1 0 0 0,-1 0 0 0 0,11 9 0 0 0,-2-4 26 0 0,0 0 1 0 0,1 0-1 0 0,0-2 1 0 0,1 0-1 0 0,0-1 1 0 0,0 0-1 0 0,1-2 1 0 0,0 0-1 0 0,1-1 0 0 0,-1-1 1 0 0,28 5-1 0 0,-10-6 73 0 0,0-1-1 0 0,0-2 0 0 0,0-1 1 0 0,-1-2-1 0 0,1-2 0 0 0,0-1 1 0 0,-1-2-1 0 0,0-1 0 0 0,0-2 1 0 0,36-15-1 0 0,-47 15-28 0 0,0-1 0 0 0,0-2-1 0 0,-1 0 1 0 0,-1-2 0 0 0,-1 0 0 0 0,0-1-1 0 0,0-2 1 0 0,-2 0 0 0 0,0-1 0 0 0,-2 0 0 0 0,0-2-1 0 0,-1 0 1 0 0,-1-1 0 0 0,17-31 0 0 0,-26 40-21 0 0,0 0 1 0 0,0 0 0 0 0,-1-1 0 0 0,-1 0 0 0 0,0 1 0 0 0,-1-2 0 0 0,1-14 0 0 0,-3 23-37 0 0,-1-1 0 0 0,0 1 1 0 0,0 0-1 0 0,-1-1 0 0 0,0 1 1 0 0,0 0-1 0 0,-1 0 0 0 0,1 0 1 0 0,-1 0-1 0 0,-1 0 0 0 0,1 0 1 0 0,-1 0-1 0 0,0 1 0 0 0,0-1 1 0 0,-1 1-1 0 0,1 0 0 0 0,-1 0 1 0 0,-5-5-1 0 0,-3-1-3 0 0,0 2 0 0 0,0-1-1 0 0,-1 2 1 0 0,0 0 0 0 0,-1 0 0 0 0,0 1-1 0 0,0 1 1 0 0,0 0 0 0 0,-1 1 0 0 0,1 1 0 0 0,-1 0-1 0 0,0 1 1 0 0,-1 0 0 0 0,1 2 0 0 0,0-1-1 0 0,-23 3 1 0 0,-20 1-55 0 0,1 4 0 0 0,0 2 0 0 0,-57 15 0 0 0,-60 23-1375 0 0,101-20-3756 0 0,59-19 2591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23:50.1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0 218 6233 0 0,'5'-19'3067'0'0,"-7"53"-2693"0"0,3-26-366 0 0,1 14 10 0 0,1 0 1 0 0,1-1 0 0 0,12 39-1 0 0,-15-56-3 0 0,0-1 1 0 0,1 1-1 0 0,-1 0 1 0 0,1-1-1 0 0,0 1 1 0 0,0-1-1 0 0,0 1 0 0 0,0-1 1 0 0,0 0-1 0 0,1 0 1 0 0,-1 0-1 0 0,1 0 1 0 0,0-1-1 0 0,0 1 1 0 0,0-1-1 0 0,0 1 0 0 0,1-1 1 0 0,-1 0-1 0 0,1-1 1 0 0,-1 1-1 0 0,1 0 1 0 0,-1-1-1 0 0,1 0 0 0 0,0 0 1 0 0,0 0-1 0 0,0 0 1 0 0,-1-1-1 0 0,8 1 1 0 0,23-6 36 0 0,-1-1 0 0 0,0-1 0 0 0,-1-2 0 0 0,1-2 0 0 0,-2-1 0 0 0,43-21 0 0 0,-22 9-8 0 0,547-249-3061 0 0,-530 243 497 0 0,-16 6-699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23:51.89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1626 84 6997 0 0,'1'0'-25'0'0,"0"-1"1"0"0,0 1-1 0 0,0 0 1 0 0,0-1 0 0 0,0 1-1 0 0,0 0 1 0 0,0-1-1 0 0,0 1 1 0 0,-1-1 0 0 0,1 0-1 0 0,0 1 1 0 0,0-1-1 0 0,0 0 1 0 0,-1 1 0 0 0,1-1-1 0 0,0 0 1 0 0,-1 0-1 0 0,1 0 1 0 0,0 1 0 0 0,-1-1-1 0 0,1 0 1 0 0,-1 0-1 0 0,0 0 1 0 0,1 0 0 0 0,-1 0-1 0 0,0 0 1 0 0,1 0-1 0 0,-1-1 1 0 0,-1 0 19 0 0,1 1 1 0 0,-1 0 0 0 0,0 0-1 0 0,0-1 1 0 0,0 1-1 0 0,1 0 1 0 0,-1 0 0 0 0,0 0-1 0 0,-1 0 1 0 0,1 0-1 0 0,0 0 1 0 0,0 0 0 0 0,0 0-1 0 0,0 1 1 0 0,-1-1-1 0 0,-2-1 1 0 0,-7-3 47 0 0,-1 0-1 0 0,0 1 1 0 0,-18-4 0 0 0,-20-1-8 0 0,0 3-1 0 0,-1 1 1 0 0,1 3 0 0 0,-98 9 0 0 0,57 4-31 0 0,-163 43-1 0 0,179-31-5 0 0,1 4 0 0 0,2 3 0 0 0,0 4 1 0 0,3 2-1 0 0,1 3 0 0 0,2 3 0 0 0,-117 98 0 0 0,161-121 1 0 0,1 0 0 0 0,1 2 0 0 0,1 0 0 0 0,1 1 0 0 0,1 1 0 0 0,0 0 0 0 0,-14 30 0 0 0,28-46 15 0 0,-1 0 0 0 0,1 0 0 0 0,1 0 0 0 0,-1 0 1 0 0,1 1-1 0 0,0-1 0 0 0,1 1 0 0 0,0 0 0 0 0,0-1 1 0 0,1 1-1 0 0,-1 0 0 0 0,2 0 0 0 0,-1-1 0 0 0,1 1 1 0 0,0 0-1 0 0,1-1 0 0 0,0 1 0 0 0,0-1 0 0 0,1 1 1 0 0,0-1-1 0 0,0 0 0 0 0,0 0 0 0 0,1-1 0 0 0,0 1 0 0 0,1-1 1 0 0,-1 1-1 0 0,1-1 0 0 0,0-1 0 0 0,1 1 0 0 0,10 8 1 0 0,0-2 28 0 0,1 0 0 0 0,0-1 1 0 0,1-1-1 0 0,0-1 1 0 0,0-1-1 0 0,1 0 1 0 0,0-1-1 0 0,1-1 0 0 0,-1-1 1 0 0,28 4-1 0 0,22 0 106 0 0,116-1-1 0 0,30-11 101 0 0,1-9-1 0 0,393-76 0 0 0,-533 73-149 0 0,0-3 0 0 0,112-44 0 0 0,-164 51-26 0 0,0-1 1 0 0,0-1 0 0 0,-1-1 0 0 0,33-26 0 0 0,-43 30-3 0 0,-2-1 1 0 0,0-1-1 0 0,0 1 1 0 0,-1-2-1 0 0,0 1 0 0 0,-1-1 1 0 0,-1-1-1 0 0,13-25 1 0 0,-19 32-44 0 0,1 0-1 0 0,-1 0 1 0 0,0 0 0 0 0,-1 0 0 0 0,0-1-1 0 0,0 1 1 0 0,0-1 0 0 0,-1 1 0 0 0,0-1-1 0 0,-1 1 1 0 0,0 0 0 0 0,0-1 0 0 0,0 1 0 0 0,-1 0-1 0 0,0 0 1 0 0,-1 0 0 0 0,1 0 0 0 0,-1 0-1 0 0,-1 0 1 0 0,1 1 0 0 0,-1-1 0 0 0,0 1-1 0 0,-1 0 1 0 0,1 0 0 0 0,-10-8 0 0 0,2 1-7 0 0,-2 1 1 0 0,0 0 0 0 0,0 1 0 0 0,-1 0 0 0 0,0 1 0 0 0,-1 1-1 0 0,0 1 1 0 0,0 0 0 0 0,-24-8 0 0 0,-2 5-41 0 0,-1 1-1 0 0,0 3 1 0 0,0 1 0 0 0,-1 2 0 0 0,0 2-1 0 0,1 1 1 0 0,-1 3 0 0 0,-75 13 0 0 0,73-4-1215 0 0,44-10 470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23:52.1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172 0 7705 0 0,'0'0'1192'0'0,"-6"1"-1064"0"0,-5 2-81 0 0,1 1-1 0 0,0 0 0 0 0,1 0 0 0 0,-1 0 0 0 0,1 2 1 0 0,-1-1-1 0 0,2 1 0 0 0,-16 13 0 0 0,18-15-24 0 0,1 1 0 0 0,-1 0 0 0 0,1 0-1 0 0,0 0 1 0 0,0 1 0 0 0,1 0 0 0 0,0 0 0 0 0,0 0-1 0 0,0 0 1 0 0,1 1 0 0 0,0 0 0 0 0,0-1 0 0 0,1 1-1 0 0,-4 14 1 0 0,6-18-16 0 0,1 0 0 0 0,-1 0 1 0 0,0 0-1 0 0,1 0 0 0 0,0 0 0 0 0,0-1 0 0 0,0 1 0 0 0,0 0 0 0 0,0-1 0 0 0,1 1 0 0 0,-1 0 0 0 0,1-1 0 0 0,-1 0 1 0 0,1 1-1 0 0,0-1 0 0 0,0 0 0 0 0,0 0 0 0 0,0 0 0 0 0,1 0 0 0 0,-1 0 0 0 0,0-1 0 0 0,1 1 0 0 0,-1-1 0 0 0,1 1 1 0 0,0-1-1 0 0,-1 0 0 0 0,1 0 0 0 0,3 1 0 0 0,9 3 16 0 0,0 0 0 0 0,0-1 0 0 0,28 3 0 0 0,1-3 14 0 0,1-2 0 0 0,-1-3 0 0 0,0-1 0 0 0,79-14 0 0 0,167-53-89 0 0,-234 54-69 0 0,-13 5-356 0 0,-1-2 1 0 0,0-2-1 0 0,53-26 1 0 0,-81 30-3249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24:02.23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115 81 4956 0 0,'-21'-43'1905'0'0,"20"42"-1755"0"0,1 1-137 0 0,0 0 1 0 0,0 0-1 0 0,0 0 0 0 0,0 0 0 0 0,-1 0 0 0 0,1 0 0 0 0,0-1 0 0 0,0 1 0 0 0,0 0 0 0 0,-1 0 1 0 0,1 0-1 0 0,0 0 0 0 0,0 0 0 0 0,0 0 0 0 0,0 0 0 0 0,0 0 0 0 0,-1-1 0 0 0,1 1 0 0 0,0 0 1 0 0,0 0-1 0 0,0 0 0 0 0,0 0 0 0 0,0 0 0 0 0,0-1 0 0 0,0 1 0 0 0,0 0 0 0 0,-1 0 0 0 0,1 0 0 0 0,0 0 1 0 0,0-1-1 0 0,0 1 0 0 0,0 0 0 0 0,0 0 0 0 0,0 0 0 0 0,0-1 0 0 0,0 1 0 0 0,0 0 0 0 0,0 0 1 0 0,0 0-1 0 0,0 0 0 0 0,0-1 0 0 0,0 1 0 0 0,0 0 0 0 0,1 0 0 0 0,-1 0 0 0 0,0 0 0 0 0,0-1 1 0 0,0 1-1 0 0,0 0 0 0 0,0 0 0 0 0,0 0 0 0 0,0 0 0 0 0,0-1 0 0 0,1 1 0 0 0,-1 0 0 0 0,10-11 283 0 0,-3 8-262 0 0,1 0 0 0 0,-1 0 0 0 0,1 1 0 0 0,0 0 0 0 0,0 1 1 0 0,0-1-1 0 0,0 1 0 0 0,9 1 0 0 0,-14-1-34 0 0,1 1 1 0 0,0 0-1 0 0,-1 0 1 0 0,1 1 0 0 0,0-1-1 0 0,-1 1 1 0 0,1 0 0 0 0,0 0-1 0 0,-1 0 1 0 0,1 0 0 0 0,-1 0-1 0 0,0 1 1 0 0,1 0-1 0 0,-1 0 1 0 0,0 0 0 0 0,0 0-1 0 0,0 0 1 0 0,0 0 0 0 0,0 1-1 0 0,-1-1 1 0 0,3 4-1 0 0,-4-4-3 0 0,0 1-1 0 0,-1-1 0 0 0,1 0 0 0 0,-1 0 0 0 0,0 1 0 0 0,1-1 0 0 0,-1 0 0 0 0,0 1 0 0 0,0-1 0 0 0,-1 0 0 0 0,1 1 0 0 0,0-1 1 0 0,-1 0-1 0 0,0 0 0 0 0,1 1 0 0 0,-1-1 0 0 0,0 0 0 0 0,0 0 0 0 0,0 0 0 0 0,0 0 0 0 0,-1 0 0 0 0,1 0 0 0 0,0 0 0 0 0,-1-1 1 0 0,-2 3-1 0 0,-46 47-47 0 0,46-47 45 0 0,-181 136 57 0 0,183-139-8 0 0,22 5 51 0 0,20-4-37 0 0,-1-1-1 0 0,65-8 0 0 0,-19 1-17 0 0,-45 4-25 0 0,238 1 110 0 0,-265 2-37 0 0,0-1-528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24:02.7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819 120 5597 0 0,'-8'-11'26'0'0,"0"0"1"0"0,-1 1 0 0 0,0 0-1 0 0,-1 1 1 0 0,-1 0 0 0 0,1 0-1 0 0,-1 1 1 0 0,0 1 0 0 0,-14-8-1 0 0,16 11-15 0 0,0 1 0 0 0,0 0 0 0 0,0 0 0 0 0,0 1 0 0 0,0 0 0 0 0,0 0 0 0 0,0 1 0 0 0,-1 0 0 0 0,1 1 0 0 0,-1 0 0 0 0,1 1-1 0 0,0 0 1 0 0,-1 0 0 0 0,-10 3 0 0 0,-20 7-4 0 0,1 1 1 0 0,0 3-1 0 0,1 0 0 0 0,1 3 1 0 0,0 1-1 0 0,2 1 0 0 0,0 2 0 0 0,1 2 1 0 0,1 1-1 0 0,2 2 0 0 0,1 0 1 0 0,-28 34-1 0 0,50-51 3 0 0,0-1 0 0 0,1 2 0 0 0,0-1-1 0 0,1 1 1 0 0,0 0 0 0 0,1 1 0 0 0,0-1 0 0 0,1 1 0 0 0,0 0 0 0 0,1 0-1 0 0,0 0 1 0 0,1 1 0 0 0,-1 22 0 0 0,3-25 16 0 0,1 1 0 0 0,0-1 1 0 0,1 0-1 0 0,0 1 0 0 0,1-1 0 0 0,0 0 0 0 0,1 0 0 0 0,0 0 0 0 0,0-1 1 0 0,1 1-1 0 0,1-1 0 0 0,-1 0 0 0 0,1-1 0 0 0,1 1 0 0 0,-1-1 0 0 0,14 12 1 0 0,-4-7 36 0 0,0 0 0 0 0,0-1 0 0 0,1-1 0 0 0,1 0 0 0 0,0-1 0 0 0,0-2 0 0 0,39 14 0 0 0,-5-6 143 0 0,96 15 1 0 0,-96-23-76 0 0,0-3 1 0 0,1-2-1 0 0,0-3 0 0 0,0-2 1 0 0,-1-2-1 0 0,88-18 1 0 0,-103 13-60 0 0,1-1 0 0 0,-1-2 1 0 0,-1-2-1 0 0,0-1 1 0 0,0-1-1 0 0,-2-2 0 0 0,-1-2 1 0 0,0-1-1 0 0,50-43 1 0 0,-74 57-25 0 0,-1-1 0 0 0,0-1 0 0 0,0 1 0 0 0,-1-1 0 0 0,0-1 1 0 0,-1 1-1 0 0,0-1 0 0 0,0 0 0 0 0,7-21 0 0 0,-11 24-18 0 0,0 0-1 0 0,0 0 1 0 0,-1-1-1 0 0,0 1 0 0 0,-1 0 1 0 0,0-1-1 0 0,0 1 0 0 0,0 0 1 0 0,-1-1-1 0 0,0 1 1 0 0,0 0-1 0 0,-1 0 0 0 0,0 0 1 0 0,0 0-1 0 0,-1 0 1 0 0,-5-11-1 0 0,-4-3 11 0 0,-1 0 0 0 0,-1 1 0 0 0,-1 1 0 0 0,-1 0 0 0 0,-1 1 0 0 0,0 1 1 0 0,-1 0-1 0 0,-1 1 0 0 0,0 1 0 0 0,-25-14 0 0 0,18 13-15 0 0,-1 1 0 0 0,-1 1 1 0 0,-1 2-1 0 0,0 1 0 0 0,0 1 1 0 0,-1 1-1 0 0,-49-7 0 0 0,48 12-95 0 0,0 3 0 0 0,0 0 0 0 0,0 2-1 0 0,0 2 1 0 0,0 0 0 0 0,-34 9 0 0 0,36-4-1279 0 0,1 0 1 0 0,0 2 0 0 0,-45 22-1 0 0,46-18-1800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23:55.73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1147 67 5789 0 0,'-7'-11'-431'0'0,"0"6"447"0"0,0 0 0 0 0,-1 1 0 0 0,1-1 0 0 0,-1 2 0 0 0,0-1-1 0 0,-1 1 1 0 0,1 0 0 0 0,-1 1 0 0 0,1 0 0 0 0,-1 0-1 0 0,1 1 1 0 0,-17-1 0 0 0,-6-2 16 0 0,-12-2-18 0 0,0 3 1 0 0,0 1-1 0 0,0 2 0 0 0,-75 10 1 0 0,35 4-22 0 0,-120 35 1 0 0,161-37 7 0 0,1 3 0 0 0,0 1 0 0 0,-55 31 0 0 0,80-38-2 0 0,0 1-1 0 0,1 0 0 0 0,0 1 0 0 0,1 1 1 0 0,0 0-1 0 0,1 1 0 0 0,0 1 1 0 0,1 0-1 0 0,0 0 0 0 0,-17 30 1 0 0,26-37 5 0 0,-1-1 1 0 0,1 1 0 0 0,1 0 0 0 0,-1 0 0 0 0,1 0 0 0 0,0 0-1 0 0,1 1 1 0 0,0-1 0 0 0,0 0 0 0 0,0 1 0 0 0,1-1 0 0 0,0 1-1 0 0,1-1 1 0 0,0 0 0 0 0,0 1 0 0 0,0-1 0 0 0,1 0 0 0 0,0 0-1 0 0,0 0 1 0 0,1 0 0 0 0,0 0 0 0 0,0 0 0 0 0,1-1 0 0 0,0 0-1 0 0,0 1 1 0 0,0-1 0 0 0,1-1 0 0 0,0 1 0 0 0,0-1 0 0 0,0 1 0 0 0,8 4-1 0 0,5 4 29 0 0,0-1 0 0 0,1 0 0 0 0,1-2 0 0 0,-1 0 0 0 0,2-1 0 0 0,0-1 0 0 0,0-1 0 0 0,0-1 0 0 0,25 4 0 0 0,5-2 53 0 0,1-2-1 0 0,0-2 1 0 0,101-5 0 0 0,156-30 264 0 0,-18-18 4 0 0,-250 39-192 0 0,0-2 0 0 0,-1-2 0 0 0,0-2 0 0 0,72-37-1 0 0,-106 48-108 0 0,0 1-1 0 0,0-1 1 0 0,0 0-1 0 0,-1 0 1 0 0,0 0-1 0 0,0-1 1 0 0,0 0 0 0 0,-1 0-1 0 0,1 0 1 0 0,-1 0-1 0 0,0-1 1 0 0,-1 1-1 0 0,1-1 1 0 0,-1 0-1 0 0,0 0 1 0 0,-1-1-1 0 0,1 1 1 0 0,-1-1-1 0 0,-1 1 1 0 0,1-1-1 0 0,-1 1 1 0 0,0-1-1 0 0,-1 0 1 0 0,1 0-1 0 0,-1 0 1 0 0,-1 1-1 0 0,0-9 1 0 0,-2 3-12 0 0,0 0 0 0 0,-1 1 0 0 0,0-1-1 0 0,0 1 1 0 0,-2 0 0 0 0,1 1 0 0 0,-1-1 0 0 0,0 1 0 0 0,-1 0 0 0 0,-1 1 0 0 0,1 0 0 0 0,-2 0 0 0 0,1 0 0 0 0,-14-10 0 0 0,-1 3 3 0 0,1 1 1 0 0,-2 1-1 0 0,0 2 1 0 0,0 0-1 0 0,-1 1 1 0 0,-1 2-1 0 0,0 0 1 0 0,0 2-1 0 0,-54-8 1 0 0,38 10-302 0 0,-1 1 1 0 0,0 3 0 0 0,-1 2-1 0 0,1 1 1 0 0,-66 13 0 0 0,102-15-184 0 0,-10 3-109 0 0,9 3-2713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23:56.97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9 255 6405 0 0,'8'-41'244'0'0,"-8"40"-94"0"0,1-5 35 0 0,-1 6-174 0 0,0 0 0 0 0,0 0 0 0 0,0 0 0 0 0,0 0 0 0 0,0 0 0 0 0,0 0 0 0 0,-1 0 0 0 0,1 0 0 0 0,0 0 0 0 0,0 0 0 0 0,0 0 0 0 0,0 0 0 0 0,0 0 0 0 0,0 0 1 0 0,0 0-1 0 0,0 0 0 0 0,0 0 0 0 0,0 0 0 0 0,0 0 0 0 0,0 0 0 0 0,-1 0 0 0 0,1 1 0 0 0,0-1 0 0 0,0-1 0 0 0,0 1 0 0 0,0 0 0 0 0,0 0 0 0 0,0 0 0 0 0,0 0 0 0 0,0 0 0 0 0,0 0 0 0 0,0 0 0 0 0,0 0 0 0 0,0 0 0 0 0,-1 0 0 0 0,1 0 0 0 0,0 0 0 0 0,0 0 1 0 0,0 0-1 0 0,0 0 0 0 0,0 0 0 0 0,0 0 0 0 0,-3 5-13 0 0,1 1 1 0 0,0-1-1 0 0,0 1 1 0 0,1 0-1 0 0,-1-1 1 0 0,1 1-1 0 0,0 0 1 0 0,1 0-1 0 0,-1 0 1 0 0,1 0-1 0 0,1 0 1 0 0,-1 0-1 0 0,2 7 1 0 0,-1-11 10 0 0,7 5 111 0 0,7-8-89 0 0,-1-1 0 0 0,1 0 0 0 0,-1-1 0 0 0,0-1 0 0 0,0 0 0 0 0,0-1 0 0 0,14-7 0 0 0,98-53 18 0 0,-98 49-52 0 0,126-76-587 0 0,-59 22-2599 0 0,-61 42 963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23:58.72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3 398 4164 0 0,'0'0'738'0'0,"0"0"-630"0"0,-1 1 1 0 0,1 0-1 0 0,0-1 0 0 0,0 1 1 0 0,-1 0-1 0 0,1 0 0 0 0,0 0 1 0 0,0-1-1 0 0,0 1 0 0 0,0 0 1 0 0,0 0-1 0 0,0 0 1 0 0,0-1-1 0 0,0 1 0 0 0,0 0 1 0 0,0 0-1 0 0,1 0 0 0 0,-1-1 1 0 0,0 1-1 0 0,0 0 1 0 0,1 0-1 0 0,-1-1 0 0 0,1 2 1 0 0,25-7 42 0 0,-1-2 1 0 0,0 0 0 0 0,39-18 0 0 0,-6 3-59 0 0,336-132-838 0 0,-144 25-2531 0 0,-138 61 950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24:03.89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169 86 6765 0 0,'-40'-24'-692'0'0,"39"23"759"0"0,-32-25 1715 0 0,33 25-1737 0 0,3-1-10 0 0,11-4-23 0 0,0 1 1 0 0,0 0-1 0 0,1 1 1 0 0,0 1-1 0 0,-1 0 0 0 0,1 1 1 0 0,19 0-1 0 0,14 1 29 0 0,49 5-1 0 0,-17 6-87 0 0,-74-9 41 0 0,0 1 0 0 0,0-1 0 0 0,0 1 0 0 0,-1 0 1 0 0,1 1-1 0 0,0-1 0 0 0,-1 1 0 0 0,0 0 0 0 0,0 1 0 0 0,10 7 0 0 0,-14-10 3 0 0,-1 0 0 0 0,1 0-1 0 0,0 0 1 0 0,-1 1 0 0 0,0-1 0 0 0,1 0 0 0 0,-1 0-1 0 0,1 0 1 0 0,-1 1 0 0 0,0-1 0 0 0,0 0 0 0 0,0 0-1 0 0,0 1 1 0 0,0-1 0 0 0,0 0 0 0 0,0 0-1 0 0,0 1 1 0 0,0-1 0 0 0,-1 0 0 0 0,1 0 0 0 0,0 0-1 0 0,-1 1 1 0 0,1-1 0 0 0,-1 0 0 0 0,1 0 0 0 0,-1 0-1 0 0,0 0 1 0 0,1 0 0 0 0,-1 0 0 0 0,0 0-1 0 0,0 0 1 0 0,0 0 0 0 0,0 0 0 0 0,0 0 0 0 0,0-1-1 0 0,0 1 1 0 0,0 0 0 0 0,0-1 0 0 0,-2 2 0 0 0,-49 29-40 0 0,48-29 37 0 0,-69 30-48 0 0,-106 33-1 0 0,67-27 0 0 0,85-24 41 0 0,49 0 30 0 0,-7-8-14 0 0,1-1 0 0 0,-1 0 0 0 0,1-1 0 0 0,0-1 0 0 0,31 2 0 0 0,-1 1 8 0 0,-22-2-13 0 0,26 3 5 0 0,0 3 0 0 0,-1 1 1 0 0,82 31-1 0 0,-130-42-2 0 0,0 0 0 0 0,0 0 0 0 0,0 1 0 0 0,0-1 0 0 0,0 1 0 0 0,0-1 0 0 0,0 1 0 0 0,0-1 0 0 0,0 1 0 0 0,0-1 0 0 0,0 1 0 0 0,0 0 0 0 0,-1-1 0 0 0,1 1 0 0 0,0 0 0 0 0,0 0 0 0 0,-1 0 0 0 0,1 0-1 0 0,0 0 1 0 0,-1 0 0 0 0,1 0 0 0 0,-1 0 0 0 0,1 0 0 0 0,-1 0 0 0 0,0 0 0 0 0,1 0 0 0 0,-1 2 0 0 0,0-2 2 0 0,-1 0 0 0 0,0 0 0 0 0,0 1 0 0 0,1-1 0 0 0,-1 0 0 0 0,0 0 0 0 0,0 0 0 0 0,0 0 0 0 0,-1 0 0 0 0,1 0-1 0 0,0 0 1 0 0,0 0 0 0 0,0-1 0 0 0,-1 1 0 0 0,1 0 0 0 0,0-1 0 0 0,-3 1 0 0 0,-65 19 85 0 0,-34-4 295 0 0,0-5 0 0 0,-150-3-1 0 0,220-14-212 0 0,33 6-195 0 0,-1 0-1 0 0,1 0 0 0 0,0 0 0 0 0,-1-1 1 0 0,1 1-1 0 0,0 0 0 0 0,0-1 0 0 0,-1 1 0 0 0,1 0 1 0 0,0 0-1 0 0,0-1 0 0 0,0 1 0 0 0,0 0 0 0 0,-1-1 1 0 0,1 1-1 0 0,0 0 0 0 0,0-1 0 0 0,0 1 0 0 0,0-1 1 0 0,0 1-1 0 0,0 0 0 0 0,0-1 0 0 0,0 1 1 0 0,0 0-1 0 0,0-1 0 0 0,0 1 0 0 0,0 0 0 0 0,0-1 1 0 0,0 1-1 0 0,0 0 0 0 0,0-1 0 0 0,1 1 0 0 0,-1-1 1 0 0,0 1-1 0 0,0 0 0 0 0,0 0 0 0 0,0-1 1 0 0,1 1-1 0 0,-1-1 0 0 0,5-4-526 0 0,0 0 1 0 0,0 0-1 0 0,1 0 1 0 0,0 1-1 0 0,8-5 0 0 0,-4 1-65 0 0,25-16-1715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5:24:04.4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973 299 5845 0 0,'0'-4'-12'0'0,"0"0"1"0"0,0-1 0 0 0,0 1 0 0 0,0-1 0 0 0,-1 1 0 0 0,0 0-1 0 0,0-1 1 0 0,0 1 0 0 0,-1 0 0 0 0,1 0 0 0 0,-1 0 0 0 0,0 0 0 0 0,0 0-1 0 0,-1 0 1 0 0,1 0 0 0 0,-1 1 0 0 0,1-1 0 0 0,-7-5 0 0 0,4 6 19 0 0,1 0 1 0 0,-1 0-1 0 0,0 1 0 0 0,0 0 1 0 0,0 0-1 0 0,-1 0 1 0 0,1 0-1 0 0,0 1 1 0 0,-1 0-1 0 0,1 0 0 0 0,-1 0 1 0 0,1 1-1 0 0,-1 0 1 0 0,-9 1-1 0 0,-17 1 19 0 0,1 3 0 0 0,0 0 1 0 0,1 2-1 0 0,-1 1 0 0 0,1 2 0 0 0,-52 24 0 0 0,25-6 10 0 0,1 3-1 0 0,-68 51 1 0 0,73-45-10 0 0,1 2 0 0 0,-49 52 0 0 0,82-74-18 0 0,1 1 0 0 0,1 0 1 0 0,1 1-1 0 0,0 1 0 0 0,1 0 0 0 0,2 1 0 0 0,0 0 0 0 0,-15 42 1 0 0,23-53-2 0 0,1-1 0 0 0,0 1 1 0 0,0 0-1 0 0,1 0 0 0 0,0 0 1 0 0,1 0-1 0 0,0 1 0 0 0,1-1 1 0 0,0 0-1 0 0,0 0 0 0 0,1 0 1 0 0,0-1-1 0 0,7 17 0 0 0,-4-15 7 0 0,0 1-1 0 0,2-1 0 0 0,-1-1 1 0 0,1 1-1 0 0,1-1 0 0 0,0-1 0 0 0,0 1 1 0 0,1-1-1 0 0,18 14 0 0 0,-5-7 33 0 0,1-2 1 0 0,0 0-1 0 0,0-2 0 0 0,2 0 0 0 0,-1-2 1 0 0,2 0-1 0 0,-1-2 0 0 0,1-1 0 0 0,42 6 1 0 0,-11-7 83 0 0,0-3 0 0 0,-1-2 1 0 0,1-2-1 0 0,0-3 0 0 0,-1-3 1 0 0,0-2-1 0 0,57-16 0 0 0,-50 7 7 0 0,-1-3-1 0 0,-1-3 1 0 0,-1-2-1 0 0,-2-2 1 0 0,103-69-1 0 0,-137 81-88 0 0,-1-2-1 0 0,-1 0 1 0 0,-1-2-1 0 0,0 0 0 0 0,-1-1 1 0 0,-2-2-1 0 0,0 1 1 0 0,-1-2-1 0 0,14-27 1 0 0,-25 38-5 0 0,0 0 0 0 0,0 0 0 0 0,-1-1 0 0 0,-1 0 0 0 0,0 0 0 0 0,-1 0 0 0 0,0 0 0 0 0,-1-1 0 0 0,-1 1 0 0 0,-1 0 0 0 0,0-1 0 0 0,0 1 0 0 0,-1-1 0 0 0,-1 1 0 0 0,-1 0 0 0 0,0-1 0 0 0,-1 1 0 0 0,0 1 0 0 0,-12-26 0 0 0,4 16 24 0 0,-1 2 0 0 0,-1 0-1 0 0,-1 0 1 0 0,-1 1 0 0 0,0 1 0 0 0,-2 1 0 0 0,0 0-1 0 0,-22-16 1 0 0,3 6 67 0 0,-2 1-1 0 0,-1 2 1 0 0,-60-28 0 0 0,72 41-99 0 0,0 2 1 0 0,0 1-1 0 0,-1 1 1 0 0,0 1 0 0 0,0 2-1 0 0,-1 0 1 0 0,-30 1-1 0 0,8 3-160 0 0,0 3-1 0 0,0 1 0 0 0,-56 13 1 0 0,43 0-733 0 0,61-15 391 0 0,0 1 0 0 0,-1 0 0 0 0,1 0 0 0 0,0 0 0 0 0,0 0 0 0 0,0 1 0 0 0,1-1 0 0 0,-1 1 1 0 0,1 0-1 0 0,-1 0 0 0 0,-5 7 0 0 0,5 0-2368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13.3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1315 145 6841 0 0,'0'0'-356'0'0,"-3"-12"-805"0"0,-5 5 1145 0 0,-1 0-1 0 0,1 1 0 0 0,-2 0 0 0 0,1 1 0 0 0,-1 0 0 0 0,1 0 0 0 0,-1 1 0 0 0,-1 1 0 0 0,1 0 0 0 0,0 0 0 0 0,-14-2 0 0 0,-18-1 10 0 0,-65-4-1 0 0,29 10 30 0 0,0 2 0 0 0,-128 22 0 0 0,-150 55 166 0 0,331-72-185 0 0,0 1-1 0 0,1 2 1 0 0,0 0 0 0 0,1 2 0 0 0,0 0 0 0 0,1 1 0 0 0,0 2-1 0 0,-28 23 1 0 0,43-31-9 0 0,-1 1 0 0 0,2-1 0 0 0,-1 1 0 0 0,1 0 0 0 0,0 0 0 0 0,1 1 0 0 0,0 0 0 0 0,0 0 0 0 0,1 0-1 0 0,0 1 1 0 0,1-1 0 0 0,0 1 0 0 0,0 0 0 0 0,1 0 0 0 0,0 0 0 0 0,1 0 0 0 0,0 0 0 0 0,1 0 0 0 0,0 0 0 0 0,0 0 0 0 0,1 0 0 0 0,3 14-1 0 0,-1-12 10 0 0,0 0-1 0 0,1 0 1 0 0,0 0-1 0 0,1-1 0 0 0,1 1 1 0 0,0-1-1 0 0,0 0 0 0 0,1-1 1 0 0,0 1-1 0 0,1-2 0 0 0,0 1 1 0 0,1-1-1 0 0,0 0 0 0 0,0-1 1 0 0,1 0-1 0 0,0 0 0 0 0,19 11 1 0 0,21 5 14 0 0,0-3 1 0 0,2-1-1 0 0,0-3 1 0 0,1-2-1 0 0,1-2 1 0 0,0-3-1 0 0,1-2 1 0 0,104 2 0 0 0,-48-11 38 0 0,0-6 1 0 0,0-4-1 0 0,154-35 1 0 0,101-51 20 0 0,-316 81 13 0 0,-2-3 0 0 0,0-3 0 0 0,-1-1-1 0 0,-2-2 1 0 0,52-38 0 0 0,-86 55 46 0 0,0 0-1 0 0,0-1 1 0 0,-2-1 0 0 0,1 0-1 0 0,-1 0 1 0 0,0-1-1 0 0,-1 0 1 0 0,11-19 0 0 0,-16 24-78 0 0,-1 1 0 0 0,0-1 0 0 0,0 1 0 0 0,0-1 1 0 0,-1 1-1 0 0,0-1 0 0 0,0 0 0 0 0,0 0 0 0 0,-1 0 1 0 0,0 1-1 0 0,0-1 0 0 0,-1 0 0 0 0,1 0 0 0 0,-1 0 0 0 0,-1 1 1 0 0,1-1-1 0 0,-1 0 0 0 0,0 1 0 0 0,0-1 0 0 0,0 1 0 0 0,-1 0 1 0 0,-5-8-1 0 0,-2-1 2 0 0,-1 1 1 0 0,0-1 0 0 0,-1 2-1 0 0,-1 0 1 0 0,0 0-1 0 0,0 1 1 0 0,-1 1 0 0 0,-1 0-1 0 0,0 1 1 0 0,-30-13-1 0 0,-4 1 12 0 0,0 3 0 0 0,-67-16 1 0 0,37 14 44 0 0,-99-12-1 0 0,155 29-264 0 0,0 1-1 0 0,0 1 1 0 0,0 1-1 0 0,0 1 0 0 0,1 1 1 0 0,-1 1-1 0 0,0 1 1 0 0,1 1-1 0 0,-30 11 0 0 0,49-15-203 0 0,-18 8-58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13.8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 84 5080 0 0,'-8'-15'357'0'0,"0"1"0"0"0,-18-22 0 0 0,22 31-82 0 0,3 3-148 0 0,-9-10 163 0 0,13 33-290 0 0,2 0 0 0 0,1-1-1 0 0,14 35 1 0 0,9 31 77 0 0,-26-69-421 0 0,0 0-1 0 0,-1 0 1 0 0,0 23-1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14.3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786 144 3628 0 0,'-7'-9'-3'0'0,"-1"1"0"0"0,1 0 0 0 0,-1 1 1 0 0,0 0-1 0 0,-1 0 0 0 0,0 1 0 0 0,0 0 0 0 0,0 1 0 0 0,-1-1 0 0 0,0 2 0 0 0,0-1 0 0 0,0 2 0 0 0,-19-6 0 0 0,16 7 7 0 0,-1 1-1 0 0,0 0 1 0 0,1 0 0 0 0,-1 2 0 0 0,0 0-1 0 0,0 0 1 0 0,1 1 0 0 0,-1 1-1 0 0,-22 7 1 0 0,5 2-1 0 0,1 1 0 0 0,0 2-1 0 0,1 1 1 0 0,1 1 0 0 0,0 1-1 0 0,2 2 1 0 0,0 0 0 0 0,-28 30-1 0 0,24-20 7 0 0,1 2-1 0 0,-37 54 1 0 0,55-70-10 0 0,1-1-1 0 0,1 1 1 0 0,1 1 0 0 0,0 0 0 0 0,1 0 0 0 0,1 0-1 0 0,0 1 1 0 0,-3 25 0 0 0,8-34 3 0 0,0-1 0 0 0,1 0 0 0 0,0 0 0 0 0,0 0 0 0 0,1 1 0 0 0,0-1 0 0 0,1 0 1 0 0,-1 0-1 0 0,2 0 0 0 0,-1 0 0 0 0,1-1 0 0 0,0 1 0 0 0,1-1 0 0 0,4 9 0 0 0,0-6 6 0 0,-1 0 1 0 0,1-1-1 0 0,0 0 0 0 0,1 0 0 0 0,0-1 1 0 0,0 0-1 0 0,1 0 0 0 0,18 9 1 0 0,-1-2 25 0 0,2-2 0 0 0,0 0 1 0 0,0-2-1 0 0,1-2 1 0 0,0-1-1 0 0,48 7 1 0 0,-32-8 64 0 0,1-3 0 0 0,0-2 1 0 0,0-1-1 0 0,0-3 1 0 0,0-2-1 0 0,0-2 0 0 0,-1-2 1 0 0,0-1-1 0 0,0-3 1 0 0,-1-2-1 0 0,-1-2 0 0 0,43-22 1 0 0,-70 29-38 0 0,0-1 1 0 0,-1-1 0 0 0,0-1-1 0 0,-1 0 1 0 0,0-1 0 0 0,-1-1-1 0 0,0 0 1 0 0,-1-1-1 0 0,-1 0 1 0 0,0-1 0 0 0,-2 0-1 0 0,1-1 1 0 0,-2 0 0 0 0,12-29-1 0 0,-16 31-13 0 0,0 0 0 0 0,-1 0 0 0 0,-1-1-1 0 0,-1 1 1 0 0,0-1 0 0 0,-1 0 0 0 0,0 1 0 0 0,-1-1-1 0 0,-1 0 1 0 0,-1 1 0 0 0,0-1 0 0 0,-1 1 0 0 0,0-1 0 0 0,-2 1-1 0 0,0 0 1 0 0,0 1 0 0 0,-1-1 0 0 0,-15-24 0 0 0,10 22 1 0 0,0 0 1 0 0,-1 1 0 0 0,-1 1-1 0 0,-1 0 1 0 0,0 1-1 0 0,0 1 1 0 0,-2 0 0 0 0,1 1-1 0 0,-2 0 1 0 0,0 1 0 0 0,0 1-1 0 0,0 1 1 0 0,-2 0 0 0 0,1 2-1 0 0,-1 0 1 0 0,0 1 0 0 0,0 0-1 0 0,-38-4 1 0 0,26 7-260 0 0,-1 1 0 0 0,1 1 0 0 0,0 2 0 0 0,0 1 0 0 0,-1 2 0 0 0,1 1 0 0 0,1 1 0 0 0,-1 2 0 0 0,1 1 0 0 0,1 1 0 0 0,-40 19 0 0 0,54-21-1563 0 0,5 2-223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15.5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68 5160 0 0,'0'-65'387'0'0,"0"63"-364"0"0,0 8-34 0 0,0 0 6 0 0,0 32 8 0 0,1-1 0 0 0,11 66 1 0 0,2-21 9 0 0,-11-54 43 0 0,2 0 0 0 0,14 48 0 0 0,-18-66-315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16.0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36 161 3504 0 0,'0'0'-68'0'0,"-36"3"1218"0"0,39-3-1143 0 0,-1 0 0 0 0,1-1 0 0 0,0 1 0 0 0,-1-1 0 0 0,1 0 1 0 0,0 1-1 0 0,-1-1 0 0 0,1 0 0 0 0,-1-1 0 0 0,1 1 0 0 0,2-3 0 0 0,8-2 11 0 0,67-16 56 0 0,159-23-1 0 0,-137 29-53 0 0,-14 1 13 0 0,195-27 144 0 0,-223 37-33 0 0,-57 5-166 0 0,-30 17-3310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16.4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0 268 3308 0 0,'5'0'-147'0'0,"21"-3"50"0"0,0-2 1 0 0,-1 0-1 0 0,1-1 0 0 0,35-15 1 0 0,1 2 66 0 0,463-112 371 0 0,-266 69 317 0 0,-240 57-588 0 0,28-5-1444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17.2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34 148 3084 0 0,'0'0'22'0'0,"-2"-11"159"0"0,2 11-172 0 0,0 0-1 0 0,0 0 1 0 0,1-1 0 0 0,-1 1 0 0 0,0 0 0 0 0,0 0-1 0 0,0 0 1 0 0,0 0 0 0 0,0 0 0 0 0,0-1 0 0 0,0 1-1 0 0,0 0 1 0 0,0 0 0 0 0,0 0 0 0 0,0 0 0 0 0,0 0-1 0 0,0-1 1 0 0,0 1 0 0 0,0 0 0 0 0,0 0 0 0 0,0 0-1 0 0,0 0 1 0 0,0-1 0 0 0,0 1 0 0 0,0 0 0 0 0,0 0 0 0 0,0 0-1 0 0,0 0 1 0 0,0 0 0 0 0,-1 0 0 0 0,1-1 0 0 0,0 1-1 0 0,0 0 1 0 0,0 0 0 0 0,0 0 0 0 0,0 0 0 0 0,0 0-1 0 0,0 0 1 0 0,-1 0 0 0 0,1 0 0 0 0,0-1 0 0 0,0 1-1 0 0,0 0 1 0 0,0 0 0 0 0,0 0 0 0 0,-1 0 0 0 0,1 0-1 0 0,0 0 1 0 0,0 0 0 0 0,0 0 0 0 0,0 0 0 0 0,0 0-1 0 0,-1 0 1 0 0,1 0 0 0 0,0 0 0 0 0,0 0 0 0 0,0 0-1 0 0,0 0 1 0 0,0 0 0 0 0,-1 0 0 0 0,1 0 0 0 0,0 0-1 0 0,0 0 1 0 0,0 1 0 0 0,0-1 0 0 0,0 0 0 0 0,0 0-1 0 0,-1 0 1 0 0,1 0 0 0 0,-2 6-10 0 0,0 0 0 0 0,1 0 1 0 0,-1 0-1 0 0,1 0 0 0 0,1 1 0 0 0,-1-1 0 0 0,1 0 0 0 0,0 0 0 0 0,1 1 1 0 0,-1-1-1 0 0,1 0 0 0 0,0 0 0 0 0,1 0 0 0 0,-1 0 0 0 0,1 0 1 0 0,1 0-1 0 0,2 6 0 0 0,9 32 50 0 0,-14-44 45 0 0,0 1 0 0 0,1-1 1 0 0,-1 0-1 0 0,0 1 0 0 0,0-1 0 0 0,0 1 0 0 0,1-1 1 0 0,-1 1-1 0 0,0-1 0 0 0,0 0 0 0 0,0 1 0 0 0,0-1 0 0 0,0 1 1 0 0,0-1-1 0 0,0 1 0 0 0,0-1 0 0 0,0 1 0 0 0,0-1 1 0 0,0 1-1 0 0,0-1 0 0 0,0 1 0 0 0,0-1 0 0 0,-1 1 0 0 0,1-1 1 0 0,0 0-1 0 0,0 1 0 0 0,0-1 0 0 0,-1 1 0 0 0,1-1 1 0 0,0 0-1 0 0,-1 1 0 0 0,-12-9 513 0 0,9 5-568 0 0,1-1 0 0 0,-1 0 0 0 0,1 0 0 0 0,0-1-1 0 0,0 1 1 0 0,1 0 0 0 0,-3-8 0 0 0,3 7-12 0 0,0-1 1 0 0,1 0-1 0 0,0 0 0 0 0,1-1 1 0 0,-1 1-1 0 0,1 0 1 0 0,0 0-1 0 0,1 0 0 0 0,-1 0 1 0 0,1 0-1 0 0,0 0 1 0 0,1 0-1 0 0,0 0 0 0 0,0 0 1 0 0,2-5-1 0 0,1 2-15 0 0,0 1 0 0 0,0-1-1 0 0,1 1 1 0 0,-1 1 0 0 0,2-1-1 0 0,-1 1 1 0 0,1 0 0 0 0,15-11-1 0 0,-9 8-21 0 0,1 1 1 0 0,0 1-1 0 0,1 0 0 0 0,-1 1 1 0 0,1 0-1 0 0,1 1 0 0 0,-1 1 0 0 0,1 0 1 0 0,0 1-1 0 0,0 1 0 0 0,18-1 0 0 0,-17 4-15 0 0,0 1-1 0 0,0 0 1 0 0,1 2-1 0 0,-1 0 1 0 0,0 1-1 0 0,-1 0 1 0 0,1 1-1 0 0,-1 1 1 0 0,0 1-1 0 0,0 0 1 0 0,-1 1-1 0 0,0 1 1 0 0,0 1-1 0 0,-1 0 1 0 0,0 0-1 0 0,-1 1 1 0 0,23 26-1 0 0,-34-35 3 0 0,0 1 0 0 0,0 0 0 0 0,0 0 0 0 0,-1 0 0 0 0,0 0 0 0 0,1 0 0 0 0,-1 0-1 0 0,0 0 1 0 0,0 0 0 0 0,0 6 0 0 0,0 9-4105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19.3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67 169 4596 0 0,'-27'-46'310'0'0,"26"45"-149"0"0,-6 26-213 0 0,6-16 48 0 0,0 1 0 0 0,0 0 0 0 0,1 0 0 0 0,0 0 0 0 0,1 0 0 0 0,0 0 0 0 0,4 15 0 0 0,24 70 26 0 0,-15-53-22 0 0,17 47 34 0 0,56 106 1 0 0,-45-106-23 0 0,19 35 2224 0 0,-66-127-1990 0 0,-12-12-96 0 0,0 0 1 0 0,1-1-1 0 0,0-1 1 0 0,2-1-1 0 0,0 0 1 0 0,1-1-1 0 0,-14-25 1 0 0,-6-16 37 0 0,-28-76 0 0 0,47 100-167 0 0,2-1 0 0 0,1 0 0 0 0,2 0 0 0 0,1-1 0 0 0,3 0 0 0 0,0 0 0 0 0,3-72 0 0 0,2 105-31 0 0,-1 1 0 0 0,1-1-1 0 0,1 1 1 0 0,-1-1 0 0 0,1 1 0 0 0,0-1-1 0 0,0 1 1 0 0,0 0 0 0 0,0-1-1 0 0,1 1 1 0 0,0 0 0 0 0,0 0 0 0 0,0 0-1 0 0,0 0 1 0 0,1 0 0 0 0,0 1-1 0 0,-1-1 1 0 0,1 1 0 0 0,6-5 0 0 0,0 1-16 0 0,1 1 0 0 0,0 1 0 0 0,1 0 0 0 0,-1 0 1 0 0,1 1-1 0 0,19-4 0 0 0,-14 3-2 0 0,1 2 0 0 0,-1 0 1 0 0,1 1-1 0 0,0 0 0 0 0,0 2 0 0 0,0 0 0 0 0,0 0 0 0 0,-1 2 0 0 0,1 0 1 0 0,0 1-1 0 0,28 9 0 0 0,-20-3-65 0 0,0 1-1 0 0,-1 1 1 0 0,0 1 0 0 0,-1 1-1 0 0,0 2 1 0 0,34 26 0 0 0,-52-37 57 0 0,0 0 1 0 0,0 1-1 0 0,0 0 1 0 0,-1-1-1 0 0,1 1 1 0 0,-1 1-1 0 0,0-1 0 0 0,-1 1 1 0 0,7 11-1 0 0,-11-16 34 0 0,1 1-1 0 0,0-1 0 0 0,0 1 0 0 0,-1-1 0 0 0,1 1 0 0 0,-1-1 0 0 0,1 0 1 0 0,-1 1-1 0 0,1-1 0 0 0,-1 1 0 0 0,0-1 0 0 0,0 0 0 0 0,0 0 0 0 0,0 0 1 0 0,0 1-1 0 0,0-1 0 0 0,0 0 0 0 0,0 0 0 0 0,0 0 0 0 0,0-1 0 0 0,-1 1 1 0 0,1 0-1 0 0,0 0 0 0 0,-3 0 0 0 0,-32 17-30 0 0,-26 5 60 0 0,-1-4 0 0 0,-1-2 0 0 0,-1-3 0 0 0,-124 10 0 0 0,177-23 106 0 0,8 0-90 0 0,0-1-1 0 0,0 1 0 0 0,0-1 0 0 0,0 0 0 0 0,0 0 0 0 0,0-1 1 0 0,0 1-1 0 0,0-1 0 0 0,0 0 0 0 0,0 0 0 0 0,-7-2 0 0 0,9 2 26 0 0,2 0-64 0 0,0 1 0 0 0,0-1-1 0 0,0 0 1 0 0,0 1-1 0 0,0-1 1 0 0,0 1 0 0 0,0-1-1 0 0,0 0 1 0 0,0 1-1 0 0,0-1 1 0 0,0 1 0 0 0,0-1-1 0 0,0 1 1 0 0,0-1-1 0 0,0 0 1 0 0,1 1 0 0 0,-1-1-1 0 0,0 1 1 0 0,0-1-1 0 0,1 1 1 0 0,-1-1 0 0 0,0 1-1 0 0,1-1 1 0 0,0 0-1 0 0,4-1-10 0 0,0 0 0 0 0,0 0-1 0 0,0 0 1 0 0,0 0-1 0 0,0 1 1 0 0,1 0 0 0 0,-1 0-1 0 0,1 0 1 0 0,-1 1-1 0 0,10 0 1 0 0,65 7-107 0 0,-41-3 93 0 0,62 5-3 0 0,0-5 0 0 0,0-4-1 0 0,0-5 1 0 0,197-35-1 0 0,-287 38 36 0 0,0-1 0 0 0,0 0-1 0 0,-1-1 1 0 0,1 0 0 0 0,-1-1 0 0 0,0 0-1 0 0,0-1 1 0 0,-1 0 0 0 0,0 0-1 0 0,10-10 1 0 0,-16 13-8 0 0,1 0-1 0 0,-1 0 1 0 0,0-1 0 0 0,-1 0-1 0 0,1 1 1 0 0,-1-1 0 0 0,0 0-1 0 0,0 0 1 0 0,0 0 0 0 0,0-1-1 0 0,-1 1 1 0 0,1 0 0 0 0,-1-1-1 0 0,0 1 1 0 0,-1-1 0 0 0,1 1-1 0 0,-1-1 1 0 0,0 1-1 0 0,0-1 1 0 0,0 1 0 0 0,0-1-1 0 0,-1 1 1 0 0,0-1 0 0 0,0 1-1 0 0,0-1 1 0 0,-1 1 0 0 0,-2-6-1 0 0,1 3 0 0 0,-2-5-29 0 0,0 0 0 0 0,0 1 0 0 0,-14-20 0 0 0,18 30 3 0 0,-4-8-63 0 0,5 9 81 0 0,0 0 0 0 0,0 0 0 0 0,0-1 0 0 0,0 1 0 0 0,0 0-1 0 0,0 0 1 0 0,0 0 0 0 0,-1-1 0 0 0,1 1 0 0 0,0 0 0 0 0,0 0-1 0 0,0 0 1 0 0,0 0 0 0 0,0 0 0 0 0,0-1 0 0 0,0 1 0 0 0,-1 0-1 0 0,1 0 1 0 0,0 0 0 0 0,0 0 0 0 0,0 0 0 0 0,0 0 0 0 0,0 0-1 0 0,-1-1 1 0 0,1 1 0 0 0,0 0 0 0 0,0 0 0 0 0,0 0 0 0 0,0 0-1 0 0,-1 0 1 0 0,1 0 0 0 0,0 0 0 0 0,0 0 0 0 0,0 0 0 0 0,0 0-1 0 0,-1 0 1 0 0,1 0 0 0 0,0 0 0 0 0,0 0 0 0 0,0 0 0 0 0,-1 0 0 0 0,1 0-1 0 0,0 0 1 0 0,0 0 0 0 0,0 1 0 0 0,0-1 0 0 0,-1 0 0 0 0,1 0-1 0 0,0 0 1 0 0,0 0 0 0 0,0 0 0 0 0,0 0 0 0 0,0 0 0 0 0,0 1-1 0 0,-1-1 1 0 0,1 0 0 0 0,0 0 0 0 0,0 0 0 0 0,-3 8 1 0 0,1 0 0 0 0,-1 0 1 0 0,2 0-1 0 0,-1 0 1 0 0,1 0-1 0 0,0 0 0 0 0,1 1 1 0 0,0-1-1 0 0,0 0 1 0 0,1 0-1 0 0,0 0 0 0 0,0 1 1 0 0,1-1-1 0 0,0 0 1 0 0,1 0-1 0 0,-1-1 0 0 0,1 1 1 0 0,1-1-1 0 0,0 1 1 0 0,0-1-1 0 0,0 0 0 0 0,1 0 1 0 0,0-1-1 0 0,0 1 1 0 0,7 5-1 0 0,-2-2 11 0 0,1 1 1 0 0,1-2-1 0 0,0 0 0 0 0,0 0 1 0 0,1-1-1 0 0,-1 0 0 0 0,2-1 1 0 0,-1-1-1 0 0,1 0 0 0 0,0-1 0 0 0,0-1 1 0 0,1 0-1 0 0,20 3 0 0 0,-14-4 8 0 0,1-1 0 0 0,0-1-1 0 0,0-1 1 0 0,-1-1-1 0 0,40-6 1 0 0,-56 6-11 0 0,0 0 0 0 0,-1 0 0 0 0,1 0 0 0 0,0-1 0 0 0,-1 1 0 0 0,1-1 0 0 0,-1 0 0 0 0,1 0 0 0 0,-1-1 0 0 0,0 0 0 0 0,0 1 0 0 0,0-1 0 0 0,0-1 0 0 0,-1 1 0 0 0,1 0 0 0 0,-1-1 0 0 0,0 0 0 0 0,0 0 0 0 0,0 0 0 0 0,0 0 0 0 0,-1 0 0 0 0,0 0 0 0 0,0-1 0 0 0,0 1 0 0 0,0-1 0 0 0,-1 1 0 0 0,1-1 0 0 0,-1 0 0 0 0,-1 0 0 0 0,1 0 0 0 0,0-9 0 0 0,-1 5-7 0 0,0-1 1 0 0,-1 0-1 0 0,0 1 1 0 0,-1-1-1 0 0,0 1 1 0 0,0-1-1 0 0,-1 1 1 0 0,-1 0-1 0 0,1 0 0 0 0,-1 0 1 0 0,-1 0-1 0 0,1 1 1 0 0,-11-14-1 0 0,-7-12-120 0 0,21 33 106 0 0,0-6-24 0 0,0 5-8 0 0,1 6-266 0 0,1 6 309 0 0,1-1 0 0 0,0 0-1 0 0,0 1 1 0 0,1-1 0 0 0,1 0-1 0 0,-1-1 1 0 0,9 14 0 0 0,42 61-44 0 0,-3-6 2031 0 0,-80-79-1062 0 0,26 0-867 0 0,0 0 0 0 0,0 0-1 0 0,0-1 1 0 0,1 0 0 0 0,-1 1-1 0 0,1-1 1 0 0,-1 0-1 0 0,1 0 1 0 0,0 0 0 0 0,0-1-1 0 0,0 1 1 0 0,0 0 0 0 0,1-1-1 0 0,-1 1 1 0 0,1-1 0 0 0,0 0-1 0 0,0 1 1 0 0,1-1 0 0 0,-1 0-1 0 0,1 0 1 0 0,-1 0 0 0 0,1 1-1 0 0,0-1 1 0 0,1 0 0 0 0,-1 0-1 0 0,1 1 1 0 0,-1-1 0 0 0,1 0-1 0 0,0 0 1 0 0,1 1 0 0 0,-1-1-1 0 0,1 1 1 0 0,-1-1-1 0 0,1 1 1 0 0,0 0 0 0 0,4-6-1 0 0,1 0-65 0 0,-1 0 0 0 0,1 0 0 0 0,0 1 0 0 0,1-1 0 0 0,0 2 0 0 0,0-1 0 0 0,1 1 0 0 0,0 1 0 0 0,0-1 0 0 0,1 1 0 0 0,0 1 0 0 0,0 0 0 0 0,0 0 0 0 0,0 1 0 0 0,1 1 0 0 0,-1-1 0 0 0,1 2 0 0 0,0 0 0 0 0,0 0 0 0 0,0 0 0 0 0,1 2 0 0 0,-1-1-1 0 0,0 2 1 0 0,0-1 0 0 0,0 1 0 0 0,0 1 0 0 0,0 0 0 0 0,0 1 0 0 0,0 0 0 0 0,-1 0 0 0 0,1 1 0 0 0,-1 1 0 0 0,11 5 0 0 0,-3 2-80 0 0,0 1 0 0 0,0 1-1 0 0,16 16 1 0 0,-29-25-40 0 0,1 1 0 0 0,-1 0 1 0 0,0 0-1 0 0,0 0 0 0 0,-1 1 0 0 0,0 0 0 0 0,0 0 0 0 0,-1 0 1 0 0,1 0-1 0 0,-1 0 0 0 0,3 16 0 0 0,-6-22-47 0 0,0-1 0 0 0,0 1 0 0 0,0 0 0 0 0,0 0 0 0 0,0-1 0 0 0,0 1 0 0 0,0 0 0 0 0,-1 0 0 0 0,1-1 0 0 0,0 1-1 0 0,0 0 1 0 0,-1 0 0 0 0,1-1 0 0 0,-1 1 0 0 0,1-1 0 0 0,0 1 0 0 0,-1 0 0 0 0,1-1 0 0 0,-1 1 0 0 0,0-1 0 0 0,1 1 0 0 0,-1-1 0 0 0,1 1 0 0 0,-1-1 0 0 0,0 1-1 0 0,0-1 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19.4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53 6805 0 0,'-16'-10'72'0'0,"2"2"-12"0"0,1 3-32 0 0,7 0 124 0 0,-5 0-16 0 0,8-4-148 0 0,23 4-652 0 0,-1 2-1229 0 0,-3 1-935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20.7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113 176 3988 0 0,'0'0'148'0'0,"23"-1"-144"0"0,-2-3 12 0 0,-1 0 0 0 0,0-2 1 0 0,26-11-1 0 0,-41 15 2 0 0,0 0 0 0 0,0-1 0 0 0,0 1 0 0 0,-1-1 0 0 0,1 0 0 0 0,-1-1 1 0 0,1 1-1 0 0,-1-1 0 0 0,0 0 0 0 0,0 0 0 0 0,-1 0 0 0 0,1 0 0 0 0,-1-1 0 0 0,0 0 1 0 0,0 1-1 0 0,-1-1 0 0 0,1 0 0 0 0,1-6 0 0 0,-4 9-16 0 0,1 0 0 0 0,-1 0 0 0 0,0 0 0 0 0,0 0 1 0 0,-1 0-1 0 0,1 0 0 0 0,0 0 0 0 0,-1 0 0 0 0,1 1 0 0 0,-1-1 0 0 0,0 0 0 0 0,1 0 0 0 0,-1 0 0 0 0,0 1 1 0 0,0-1-1 0 0,0 0 0 0 0,0 1 0 0 0,-1-1 0 0 0,1 1 0 0 0,0-1 0 0 0,-1 1 0 0 0,1 0 0 0 0,-1 0 0 0 0,1-1 1 0 0,-1 1-1 0 0,1 0 0 0 0,-1 0 0 0 0,0 0 0 0 0,-3 0 0 0 0,0-2-16 0 0,-1 0 0 0 0,0 1 0 0 0,0-1-1 0 0,0 2 1 0 0,0-1 0 0 0,0 1 0 0 0,0-1 0 0 0,-9 1-1 0 0,3 2-6 0 0,0 1-1 0 0,-1 0 0 0 0,1 0 0 0 0,0 1 1 0 0,0 1-1 0 0,1 0 0 0 0,-1 1 1 0 0,1 0-1 0 0,-18 11 0 0 0,22-12 8 0 0,1 0 0 0 0,0 0 0 0 0,0 0 0 0 0,0 1-1 0 0,0 0 1 0 0,0 0 0 0 0,1 1 0 0 0,0-1 0 0 0,0 1 0 0 0,1 0-1 0 0,0 1 1 0 0,0-1 0 0 0,0 1 0 0 0,1-1 0 0 0,0 1 0 0 0,0 0 0 0 0,-3 13-1 0 0,6-17 12 0 0,0 0 0 0 0,0 0 0 0 0,1 0 0 0 0,-1 0 0 0 0,1 0 0 0 0,-1 0 0 0 0,1 0 0 0 0,0 0 0 0 0,0-1 0 0 0,1 1 0 0 0,-1 0 0 0 0,0-1 0 0 0,1 1 0 0 0,0-1 0 0 0,-1 1 0 0 0,1-1 0 0 0,0 0 0 0 0,0 1 0 0 0,0-1 0 0 0,1 0 0 0 0,-1 0 0 0 0,1-1 0 0 0,-1 1 0 0 0,1 0 0 0 0,-1-1 0 0 0,1 0-1 0 0,0 1 1 0 0,3 0 0 0 0,11 5 12 0 0,0-1 0 0 0,0-1 0 0 0,24 5 0 0 0,-34-9-5 0 0,27 7-212 0 0,1-2 0 0 0,-1-1-1 0 0,1-1 1 0 0,0-3 0 0 0,0 0-1 0 0,0-3 1 0 0,0-1 0 0 0,67-14 0 0 0,-68 7-26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22.6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240 80 2596 0 0,'-14'-6'-264'0'0,"7"5"240"0"0,1 0 1 0 0,-1 1-1 0 0,0-1 1 0 0,0 1 0 0 0,1 1-1 0 0,-1-1 1 0 0,0 1-1 0 0,1 0 1 0 0,-1 1 0 0 0,1 0-1 0 0,-1 0 1 0 0,1 0 0 0 0,0 1-1 0 0,0-1 1 0 0,0 2-1 0 0,0-1 1 0 0,0 1 0 0 0,1-1-1 0 0,-1 2 1 0 0,1-1 0 0 0,0 0-1 0 0,-5 7 1 0 0,2-3 10 0 0,1 0 0 0 0,-1 0 0 0 0,1 1 0 0 0,1 0 0 0 0,0 1 0 0 0,0-1 0 0 0,1 1 0 0 0,0 0 0 0 0,1 0 0 0 0,0 1 0 0 0,0-1 0 0 0,1 1 0 0 0,-2 14 0 0 0,5-21 16 0 0,0 0 0 0 0,0 1-1 0 0,0-1 1 0 0,0 0 0 0 0,1 1-1 0 0,0-1 1 0 0,0 0 0 0 0,0 1 0 0 0,0-1-1 0 0,0 0 1 0 0,1 0 0 0 0,0 0-1 0 0,0 0 1 0 0,0 0 0 0 0,1-1 0 0 0,3 7-1 0 0,0-5 13 0 0,-1 1 0 0 0,1-1-1 0 0,0 0 1 0 0,0-1 0 0 0,0 0-1 0 0,1 0 1 0 0,-1 0 0 0 0,15 6-1 0 0,-4-4 71 0 0,0-1 0 0 0,0 0-1 0 0,1-2 1 0 0,-1 1-1 0 0,1-2 1 0 0,0-1-1 0 0,26 0 1 0 0,-31-2-14 0 0,0-1 0 0 0,1 0 1 0 0,-1-1-1 0 0,0-1 0 0 0,-1 0 1 0 0,1 0-1 0 0,0-1 0 0 0,-1-1 0 0 0,0 0 1 0 0,-1-1-1 0 0,18-12 0 0 0,2-7 95 0 0,-1 0 0 0 0,39-47 0 0 0,-47 49-90 0 0,25-27 142 0 0,-47 50-218 0 0,3-4 25 0 0,-3 5-29 0 0,0 0 0 0 0,0 0 1 0 0,0 0-1 0 0,0 0 0 0 0,0 0 0 0 0,0 0 0 0 0,0 0 0 0 0,0 0 1 0 0,0 0-1 0 0,0 0 0 0 0,0 0 0 0 0,-1 0 0 0 0,1 0 0 0 0,0 0 1 0 0,0 0-1 0 0,0 0 0 0 0,0 0 0 0 0,0 0 0 0 0,0 0 0 0 0,0 0 1 0 0,0 0-1 0 0,0 0 0 0 0,0 0 0 0 0,0 0 0 0 0,0 0 0 0 0,0-1 1 0 0,0 1-1 0 0,0 0 0 0 0,0 0 0 0 0,0 0 0 0 0,0 0 0 0 0,-6 7-17 0 0,0 0 0 0 0,0 0 0 0 0,1 0 0 0 0,0 1 0 0 0,-6 12 0 0 0,9-16 13 0 0,1 0-1 0 0,-1 0 1 0 0,0 0-1 0 0,1 1 1 0 0,0-1-1 0 0,0 0 1 0 0,0 1-1 0 0,1-1 0 0 0,-1 0 1 0 0,1 1-1 0 0,0-1 1 0 0,1 0-1 0 0,-1 1 1 0 0,2 7-1 0 0,0-9 10 0 0,-1 0-1 0 0,1 0 0 0 0,0 0 1 0 0,0 0-1 0 0,0 0 0 0 0,0-1 0 0 0,1 1 1 0 0,-1-1-1 0 0,1 1 0 0 0,-1-1 1 0 0,1 0-1 0 0,0 0 0 0 0,0 0 0 0 0,0 0 1 0 0,0-1-1 0 0,0 1 0 0 0,0-1 1 0 0,1 0-1 0 0,4 2 0 0 0,9 1 20 0 0,0 0-1 0 0,28 2 1 0 0,-27-3-15 0 0,5 0 32 0 0,0-2 0 0 0,0 0 1 0 0,37-3-1 0 0,-49 1 18 0 0,0-1 0 0 0,0 0-1 0 0,0 0 1 0 0,0-1 0 0 0,-1-1 0 0 0,1 0 0 0 0,-1 0-1 0 0,0-1 1 0 0,15-9 0 0 0,-23 13-40 0 0,0-1 1 0 0,1 1-1 0 0,-1-1 1 0 0,0 0-1 0 0,0 0 0 0 0,0 0 1 0 0,0 0-1 0 0,-1 0 0 0 0,1-1 1 0 0,0 1-1 0 0,-1 0 1 0 0,0-1-1 0 0,1 1 0 0 0,-1-1 1 0 0,0 0-1 0 0,0 1 0 0 0,-1-1 1 0 0,1 0-1 0 0,0 0 1 0 0,-1 1-1 0 0,0-1 0 0 0,0 0 1 0 0,0 0-1 0 0,0 0 0 0 0,0 1 1 0 0,0-1-1 0 0,-1 0 1 0 0,1 0-1 0 0,-1 1 0 0 0,0-1 1 0 0,0 0-1 0 0,0 1 0 0 0,0-1 1 0 0,0 1-1 0 0,-1-1 1 0 0,1 1-1 0 0,-3-4 0 0 0,-1-1 0 0 0,0 1 0 0 0,0 0 1 0 0,-1 1-1 0 0,0-1 0 0 0,0 1 0 0 0,0 0 0 0 0,0 0 0 0 0,-1 1 0 0 0,0 0 0 0 0,1 0 0 0 0,-2 1 0 0 0,-11-5 0 0 0,-17-2-11 0 0,-1 2-1 0 0,0 1 1 0 0,0 2 0 0 0,-57 0-1 0 0,163-7-41 0 0,-16 1 23 0 0,303-45 158 0 0,-322 46 137 0 0,-33 10-290 0 0,1-1 0 0 0,-1 1 1 0 0,1-1-1 0 0,-1 1 1 0 0,0-1-1 0 0,1 0 1 0 0,-1 1-1 0 0,0-1 1 0 0,1 0-1 0 0,-1 0 1 0 0,0 0-1 0 0,0 0 1 0 0,0 0-1 0 0,0 0 1 0 0,0 0-1 0 0,0-1 1 0 0,1-1-1 0 0,-1 30-11 0 0,1 0-1 0 0,1-1 1 0 0,2 1-1 0 0,0-1 1 0 0,2 0 0 0 0,1 0-1 0 0,0-1 1 0 0,2 0-1 0 0,1-1 1 0 0,2 0-1 0 0,0 0 1 0 0,1-1 0 0 0,21 25-1 0 0,0 8 2829 0 0,-42-58-2612 0 0,-1-2-131 0 0,-1 0 0 0 0,1-1 0 0 0,1 0 0 0 0,-1 0 0 0 0,1 0 0 0 0,0-1 0 0 0,0 0 0 0 0,1-1 0 0 0,-1 1 0 0 0,1-1 0 0 0,1-1 0 0 0,-1 1 0 0 0,1-1 1 0 0,-4-8-1 0 0,5 7-72 0 0,1 0 1 0 0,0 0 0 0 0,0 0 0 0 0,1-1 0 0 0,0 1-1 0 0,1 0 1 0 0,0-1 0 0 0,0 0 0 0 0,1 1 0 0 0,0-1 0 0 0,2-13-1 0 0,-1 18-9 0 0,1 1 0 0 0,-1-1 0 0 0,1 1-1 0 0,-1-1 1 0 0,1 1 0 0 0,0 0-1 0 0,1 0 1 0 0,-1 0 0 0 0,1 0 0 0 0,0 0-1 0 0,0 1 1 0 0,0-1 0 0 0,0 1-1 0 0,0 0 1 0 0,1 0 0 0 0,0 0 0 0 0,-1 0-1 0 0,1 1 1 0 0,0-1 0 0 0,1 1 0 0 0,-1 0-1 0 0,0 0 1 0 0,0 1 0 0 0,1-1-1 0 0,7-1 1 0 0,-2 1-33 0 0,1 0-1 0 0,0 1 0 0 0,0 1 1 0 0,0-1-1 0 0,0 2 1 0 0,-1-1-1 0 0,1 1 1 0 0,0 1-1 0 0,0 0 0 0 0,-1 1 1 0 0,1 0-1 0 0,-1 0 1 0 0,0 1-1 0 0,13 7 0 0 0,9 7-122 0 0,-2 1-1 0 0,54 43 0 0 0,-74-55 173 0 0,0 0 1 0 0,1-1-1 0 0,-1 0 1 0 0,1 0-1 0 0,0-1 1 0 0,1-1-1 0 0,-1 0 0 0 0,1 0 1 0 0,0-1-1 0 0,0-1 1 0 0,0 0-1 0 0,0-1 0 0 0,0 0 1 0 0,0-1-1 0 0,0 0 1 0 0,20-3-1 0 0,-22 2 28 0 0,1-1 0 0 0,-1-1 0 0 0,0 0 0 0 0,0 0 0 0 0,0-1 0 0 0,0-1 0 0 0,-1 1 0 0 0,1-1 0 0 0,-1-1-1 0 0,0 0 1 0 0,-1 0 0 0 0,0-1 0 0 0,0 0 0 0 0,0 0 0 0 0,-1-1 0 0 0,0 0 0 0 0,0 0 0 0 0,-1-1 0 0 0,7-10 0 0 0,-10 13 63 0 0,0 0 1 0 0,0-1 0 0 0,0 1-1 0 0,-1 0 1 0 0,0-1 0 0 0,0 0-1 0 0,-1 1 1 0 0,1-1 0 0 0,-2 0-1 0 0,1-10 1 0 0,-1 17-87 0 0,0-1-1 0 0,0 1 0 0 0,0-1 1 0 0,-1 1-1 0 0,1-1 0 0 0,0 1 1 0 0,-1-1-1 0 0,1 1 1 0 0,0-1-1 0 0,-1 1 0 0 0,1-1 1 0 0,-1 1-1 0 0,1-1 0 0 0,-1 1 1 0 0,1 0-1 0 0,-1-1 1 0 0,1 1-1 0 0,-1 0 0 0 0,1 0 1 0 0,-1-1-1 0 0,1 1 0 0 0,-1 0 1 0 0,0 0-1 0 0,1 0 1 0 0,-1 0-1 0 0,1 0 0 0 0,-1 0 1 0 0,1 0-1 0 0,-1 0 0 0 0,0 0 1 0 0,1 0-1 0 0,-2 0 1 0 0,-22 4 25 0 0,10 2-25 0 0,1 1-1 0 0,0 1 1 0 0,-22 17 0 0 0,31-23-12 0 0,1 1 0 0 0,0-1 0 0 0,0 1 1 0 0,0 0-1 0 0,0 0 0 0 0,0 0 1 0 0,1 0-1 0 0,-1 1 0 0 0,1-1 0 0 0,0 1 1 0 0,0-1-1 0 0,0 1 0 0 0,1 0 1 0 0,-1 0-1 0 0,1-1 0 0 0,0 1 0 0 0,0 0 1 0 0,0 0-1 0 0,0 0 0 0 0,1 7 0 0 0,1-8 8 0 0,0 0 0 0 0,0-1 0 0 0,0 1 0 0 0,0-1 0 0 0,1 1 0 0 0,-1-1 0 0 0,1 1-1 0 0,-1-1 1 0 0,1 0 0 0 0,0 0 0 0 0,0 0 0 0 0,0 0 0 0 0,0 0 0 0 0,1 0-1 0 0,-1 0 1 0 0,0-1 0 0 0,1 1 0 0 0,-1-1 0 0 0,1 0 0 0 0,-1 0 0 0 0,1 0-1 0 0,0 0 1 0 0,4 1 0 0 0,11 3 3 0 0,0-1 0 0 0,26 4-1 0 0,-29-6-1 0 0,39 6-682 0 0,0-3 1 0 0,0-2-1 0 0,0-3 1 0 0,1-2 0 0 0,-1-2-1 0 0,62-13 1 0 0,-84 10-1598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23.5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433 29 5633 0 0,'-27'-28'-1339'0'0,"18"27"1280"0"0,0 1 0 0 0,-1 0 0 0 0,1 1 0 0 0,0 0 0 0 0,0 0 0 0 0,0 1 0 0 0,0 0 1 0 0,0 1-1 0 0,0 0 0 0 0,1 0 0 0 0,-1 1 0 0 0,-13 8 0 0 0,-14 9-29 0 0,-46 36 1 0 0,73-50 70 0 0,1-2 4 0 0,-77 64-115 0 0,79-64 119 0 0,1 1 0 0 0,-1 0 0 0 0,1 0 0 0 0,0 1 0 0 0,0-1 0 0 0,1 1 0 0 0,0 0 0 0 0,0 0 0 0 0,1 1 0 0 0,-5 14 0 0 0,7-20 12 0 0,1 1 0 0 0,0-1 0 0 0,0 1-1 0 0,0-1 1 0 0,1 1 0 0 0,-1-1 0 0 0,0 0-1 0 0,1 1 1 0 0,0-1 0 0 0,0 0 0 0 0,-1 1-1 0 0,1-1 1 0 0,0 0 0 0 0,1 0 0 0 0,-1 0 0 0 0,0 0-1 0 0,1 0 1 0 0,-1 0 0 0 0,1 0 0 0 0,0 0-1 0 0,-1 0 1 0 0,1-1 0 0 0,0 1 0 0 0,0-1-1 0 0,0 1 1 0 0,0-1 0 0 0,0 0 0 0 0,1 0 0 0 0,-1 0-1 0 0,0 0 1 0 0,4 1 0 0 0,8 3 32 0 0,0-1 0 0 0,0 0 1 0 0,0 0-1 0 0,16 0 0 0 0,46 4 62 0 0,-1-4 0 0 0,110-7 0 0 0,155-31 271 0 0,-312 30-312 0 0,-6 3 132 0 0,-18 1-87 0 0,1 0-1 0 0,-1 0 0 0 0,1-1 0 0 0,-1 1 0 0 0,1-1 0 0 0,-1 0 0 0 0,1 0 1 0 0,-1 0-1 0 0,0-1 0 0 0,1 0 0 0 0,-1 0 0 0 0,0 0 0 0 0,4-3 1 0 0,-7 4-145 0 0,13-20-3129 0 0,-9 10 2579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24.2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10 149 2960 0 0,'0'0'-133'0'0,"-8"1"-39"0"0,8-1 164 0 0,0-1 0 0 0,1 1 0 0 0,-1 0-1 0 0,0 0 1 0 0,0 0 0 0 0,0 0 0 0 0,0 0 0 0 0,0 0-1 0 0,0 0 1 0 0,0 0 0 0 0,0 0 0 0 0,0 0 0 0 0,0-1-1 0 0,0 1 1 0 0,0 0 0 0 0,0 0 0 0 0,0 0 0 0 0,0 0-1 0 0,0 0 1 0 0,0 0 0 0 0,0 0 0 0 0,0 0 0 0 0,0-1-1 0 0,0 1 1 0 0,0 0 0 0 0,0 0 0 0 0,0 0 0 0 0,0 0-1 0 0,0 0 1 0 0,0 0 0 0 0,0 0 0 0 0,0 0 0 0 0,0-1-1 0 0,0 1 1 0 0,0 0 0 0 0,-1 0 0 0 0,1 0 0 0 0,0 0 0 0 0,0 0-1 0 0,0 0 1 0 0,0 0 0 0 0,0 0 0 0 0,0 0 0 0 0,0 0-1 0 0,0 0 1 0 0,0 0 0 0 0,0 0 0 0 0,-1 0 0 0 0,1 0-1 0 0,0 0 1 0 0,0 0 0 0 0,0 0 0 0 0,0 0 0 0 0,0-1-1 0 0,0 2 1 0 0,7-6 11 0 0,1 1-1 0 0,-1 0 0 0 0,1 0 0 0 0,0 1 1 0 0,0 0-1 0 0,1 1 0 0 0,-1 0 1 0 0,1 0-1 0 0,-1 0 0 0 0,1 1 1 0 0,-1 1-1 0 0,1 0 0 0 0,0 0 1 0 0,-1 0-1 0 0,16 4 0 0 0,20 3 1 0 0,77 24 0 0 0,-101-25-13 0 0,132 38 37 0 0,173 77-1 0 0,-324-121-22 0 0,0 0 0 0 0,0 0 0 0 0,0 0 0 0 0,0 1-1 0 0,-1-1 1 0 0,1 0 0 0 0,0 1 0 0 0,0-1 0 0 0,0 0 0 0 0,0 1-1 0 0,-1-1 1 0 0,1 1 0 0 0,0-1 0 0 0,0 1 0 0 0,-1 0 0 0 0,1-1-1 0 0,0 1 1 0 0,-1 0 0 0 0,1-1 0 0 0,-1 1 0 0 0,1 0 0 0 0,-1 0-1 0 0,1-1 1 0 0,-1 1 0 0 0,0 0 0 0 0,1 0 0 0 0,-1 0 0 0 0,0 0-1 0 0,0-1 1 0 0,1 1 0 0 0,-1 0 0 0 0,0 0 0 0 0,0 0 0 0 0,0 0-1 0 0,0 0 1 0 0,0 0 0 0 0,0 0 0 0 0,-1 0 0 0 0,1-1 0 0 0,0 1-1 0 0,0 0 1 0 0,0 0 0 0 0,-1 0 0 0 0,1 0 0 0 0,-1-1 0 0 0,1 1-1 0 0,-1 0 1 0 0,1 0 0 0 0,-1 0 0 0 0,1-1 0 0 0,-1 1 0 0 0,1 0-1 0 0,-1-1 1 0 0,0 1 0 0 0,1-1 0 0 0,-1 1 0 0 0,0-1 0 0 0,0 1-1 0 0,0-1 1 0 0,1 1 0 0 0,-1-1 0 0 0,0 0 0 0 0,-1 1 0 0 0,-6 4 33 0 0,-1 0 0 0 0,0-1 0 0 0,0 0 0 0 0,-11 3 0 0 0,-6 2 235 0 0,-1-2 0 0 0,1-1 0 0 0,-1-1 0 0 0,-1-1 1 0 0,1-2-1 0 0,-36-1 0 0 0,60 0-237 0 0,1-1 1 0 0,0 0-1 0 0,0 0 0 0 0,0-1 1 0 0,0 1-1 0 0,0 0 1 0 0,0-1-1 0 0,0 1 1 0 0,0-1-1 0 0,0 1 0 0 0,0-1 1 0 0,1 0-1 0 0,-1 0 1 0 0,0 0-1 0 0,0 0 0 0 0,1 0 1 0 0,-1-1-1 0 0,0 1 1 0 0,1 0-1 0 0,-1-1 1 0 0,1 1-1 0 0,0-1 0 0 0,-1 1 1 0 0,1-1-1 0 0,0 0 1 0 0,0 0-1 0 0,0 1 0 0 0,0-1 1 0 0,1 0-1 0 0,-1 0 1 0 0,0 0-1 0 0,1 0 1 0 0,-1 0-1 0 0,1 0 0 0 0,0 0 1 0 0,-1 0-1 0 0,1 0 1 0 0,0 0-1 0 0,0 0 0 0 0,1 0 1 0 0,-1 0-1 0 0,0 0 1 0 0,1 0-1 0 0,-1 0 1 0 0,1 0-1 0 0,1-4 0 0 0,2-6 26 0 0,1 0 0 0 0,0 0 1 0 0,1 0-1 0 0,0 0 0 0 0,16-20 0 0 0,-5 11-26 0 0,1 0 1 0 0,1 2 0 0 0,1 0 0 0 0,1 1 0 0 0,0 1 0 0 0,1 2-1 0 0,32-18 1 0 0,1 3-126 0 0,1 4 0 0 0,63-22 0 0 0,-117 48 28 0 0,-6 2-1191 0 0,2-1 1128 0 0,1 0 0 0 0,-1 0-1 0 0,0 1 1 0 0,1-1 0 0 0,-1 1-1 0 0,1-1 1 0 0,-1 1 0 0 0,-1 3-1 0 0,-2-1-1160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24.7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33 219 3832 0 0,'37'2'-631'0'0,"-20"-6"671"0"0,0-1 1 0 0,0 0-1 0 0,0-2 0 0 0,-1 0 1 0 0,29-16-1 0 0,-39 20 23 0 0,0-1 1 0 0,0 0-1 0 0,-1 0 0 0 0,1 0 0 0 0,-1-1 0 0 0,0 0 1 0 0,0 0-1 0 0,0 0 0 0 0,-1 0 0 0 0,0-1 1 0 0,0 0-1 0 0,0 0 0 0 0,-1 0 0 0 0,0 0 1 0 0,0 0-1 0 0,-1-1 0 0 0,1 0 0 0 0,1-8 0 0 0,-4 12-51 0 0,0 1 0 0 0,0 0-1 0 0,0 0 1 0 0,0-1 0 0 0,0 1-1 0 0,0 0 1 0 0,-1 0 0 0 0,1 0-1 0 0,-1 0 1 0 0,1-1-1 0 0,-1 1 1 0 0,0 0 0 0 0,0 0-1 0 0,0 0 1 0 0,0 0 0 0 0,0 1-1 0 0,-1-1 1 0 0,1 0 0 0 0,0 0-1 0 0,-1 1 1 0 0,1-1-1 0 0,-1 1 1 0 0,0-1 0 0 0,0 1-1 0 0,1 0 1 0 0,-1-1 0 0 0,0 1-1 0 0,0 0 1 0 0,0 0 0 0 0,0 1-1 0 0,0-1 1 0 0,0 0 0 0 0,-1 1-1 0 0,1-1 1 0 0,0 1-1 0 0,0-1 1 0 0,0 1 0 0 0,-3 0-1 0 0,-3-1-10 0 0,0 1 0 0 0,0 0-1 0 0,0 0 1 0 0,0 1 0 0 0,0 0-1 0 0,0 0 1 0 0,1 1 0 0 0,-1 0-1 0 0,-11 4 1 0 0,7 1-3 0 0,1 0-1 0 0,0 0 1 0 0,0 1-1 0 0,1 1 1 0 0,0 0-1 0 0,0 0 1 0 0,1 1-1 0 0,1 0 1 0 0,0 1-1 0 0,0 0 0 0 0,1 0 1 0 0,-12 23-1 0 0,18-32 3 0 0,0 0-1 0 0,1 0 0 0 0,-1 0 0 0 0,0 0 1 0 0,1 0-1 0 0,-1 0 0 0 0,1 0 1 0 0,0 0-1 0 0,0 0 0 0 0,-1 0 0 0 0,1 0 1 0 0,1 0-1 0 0,-1 0 0 0 0,0 0 0 0 0,0 1 1 0 0,1-1-1 0 0,-1 0 0 0 0,1 0 0 0 0,0-1 1 0 0,0 1-1 0 0,-1 0 0 0 0,1 0 0 0 0,2 2 1 0 0,-1-1 2 0 0,1 0 1 0 0,0 0 0 0 0,0 0 0 0 0,1 0 0 0 0,-1-1 0 0 0,0 1-1 0 0,1-1 1 0 0,0 0 0 0 0,-1 0 0 0 0,9 2 0 0 0,4 2 13 0 0,2-1 1 0 0,-1-1 0 0 0,0-1-1 0 0,25 2 1 0 0,1-2-44 0 0,1-2 1 0 0,0-2-1 0 0,73-11 0 0 0,-13-13-2710 0 0,-82 18 2268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25.8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365 551 2996 0 0,'0'0'-40'0'0,"0"-1"36"0"0,0 0 1 0 0,0 1 0 0 0,-1-1 0 0 0,1 0 0 0 0,0 1 0 0 0,0-1 0 0 0,-1 0 0 0 0,1 1-1 0 0,0-1 1 0 0,-1 0 0 0 0,1 1 0 0 0,-1-1 0 0 0,1 1 0 0 0,-1-1 0 0 0,1 1-1 0 0,-1-1 1 0 0,1 1 0 0 0,-1-1 0 0 0,-1 0 0 0 0,-9 1 0 0 0,0 0 0 0 0,0 0 0 0 0,0 2 0 0 0,0-1 0 0 0,0 1 1 0 0,0 1-1 0 0,1 0 0 0 0,-1 0 0 0 0,1 1 0 0 0,0 0 0 0 0,-12 7 0 0 0,-19 12 13 0 0,-47 34 1 0 0,84-54-10 0 0,-6 5-2 0 0,0 0 0 0 0,1 0 1 0 0,0 0-1 0 0,0 1 0 0 0,1 0 0 0 0,0 1 0 0 0,-11 19 0 0 0,19-29 4 0 0,0 1 0 0 0,-1-1-1 0 0,1 1 1 0 0,0 0 0 0 0,0-1 0 0 0,1 1 0 0 0,-1-1 0 0 0,0 1-1 0 0,0 0 1 0 0,0-1 0 0 0,0 1 0 0 0,0-1 0 0 0,1 1-1 0 0,-1-1 1 0 0,0 1 0 0 0,0-1 0 0 0,1 1 0 0 0,-1-1 0 0 0,1 1-1 0 0,-1-1 1 0 0,0 1 0 0 0,1-1 0 0 0,-1 1 0 0 0,1-1 0 0 0,-1 0-1 0 0,1 1 1 0 0,-1-1 0 0 0,1 0 0 0 0,-1 1 0 0 0,1-1 0 0 0,-1 0-1 0 0,1 0 1 0 0,-1 1 0 0 0,1-1 0 0 0,0 0 0 0 0,-1 0-1 0 0,1 0 1 0 0,-1 0 0 0 0,1 0 0 0 0,0 0 0 0 0,0 0 0 0 0,28 4 59 0 0,-13-5-35 0 0,1 0 0 0 0,-1-2 0 0 0,0 0 0 0 0,1-1 0 0 0,-1 0 0 0 0,-1-2 0 0 0,1 1 0 0 0,25-15 0 0 0,11-9 613 0 0,51-40-1 0 0,-60 40 419 0 0,-43 29-1043 0 0,1 0 0 0 0,0-1-1 0 0,-1 1 1 0 0,1 0 0 0 0,0 0 0 0 0,-1 0 0 0 0,1 0 0 0 0,0 0 0 0 0,-1 0 0 0 0,1 0-1 0 0,0 0 1 0 0,-1 0 0 0 0,1 0 0 0 0,0 0 0 0 0,-1 1 0 0 0,1-1 0 0 0,0 0 0 0 0,-1 0-1 0 0,1 1 1 0 0,-1-1 0 0 0,1 0 0 0 0,0 1 0 0 0,-1-1 0 0 0,1 0 0 0 0,-1 1 0 0 0,1-1-1 0 0,-1 1 1 0 0,1-1 0 0 0,-1 1 0 0 0,0-1 0 0 0,1 1 0 0 0,-1 0 0 0 0,1-1 0 0 0,-1 2-1 0 0,19 30 26 0 0,-4-8-10 0 0,-2-14-13 0 0,1-1 1 0 0,1-1-1 0 0,-1 0 0 0 0,1-1 1 0 0,1 0-1 0 0,-1-1 0 0 0,1-1 1 0 0,0 0-1 0 0,0-2 0 0 0,0 1 1 0 0,1-2-1 0 0,-1 0 0 0 0,1-1 1 0 0,0-1-1 0 0,-1-1 0 0 0,1 0 1 0 0,-1-1-1 0 0,28-7 0 0 0,-38 7 11 0 0,0 0-1 0 0,1-1 0 0 0,-1 0 0 0 0,-1 0 1 0 0,1-1-1 0 0,0 1 0 0 0,-1-1 1 0 0,0 0-1 0 0,0-1 0 0 0,0 1 0 0 0,0-1 1 0 0,-1 0-1 0 0,0 0 0 0 0,5-8 0 0 0,-3 2-1 0 0,-1 1 0 0 0,0-1-1 0 0,0 0 1 0 0,-1 0 0 0 0,-1-1-1 0 0,0 1 1 0 0,2-18 0 0 0,-2-6-1 0 0,-1 1 0 0 0,-2 0 1 0 0,-2-1-1 0 0,-8-51 1 0 0,-35-119 909 0 0,18 97 333 0 0,24 99-1511 0 0,0 9 88 0 0,-1 23 28 0 0,1 38 47 0 0,7-31 54 0 0,2 25 9 0 0,2 0-1 0 0,3-1 0 0 0,19 61 0 0 0,-26-102 23 0 0,1 0-1 0 0,0 0 1 0 0,1 0-1 0 0,1-1 1 0 0,0 0-1 0 0,0 0 0 0 0,1 0 1 0 0,1-1-1 0 0,0-1 1 0 0,0 1-1 0 0,1-1 1 0 0,0-1-1 0 0,1 0 0 0 0,0 0 1 0 0,1-1-1 0 0,-1-1 1 0 0,26 12-1 0 0,-10-9 7 0 0,1-2 0 0 0,1-1 1 0 0,-1-1-1 0 0,1-1 0 0 0,0-2 0 0 0,0-1 0 0 0,57-3 0 0 0,-48-2 21 0 0,-1-2-1 0 0,1-1 0 0 0,-1-3 0 0 0,0 0 1 0 0,58-25-1 0 0,-51 10 148 0 0,-42 23-162 0 0,0 0 0 0 0,0 0 0 0 0,-1-1 0 0 0,1 1-1 0 0,0-1 1 0 0,-1 1 0 0 0,1-1 0 0 0,0 0 0 0 0,-1 1 0 0 0,0-1 0 0 0,1 0-1 0 0,-1 0 1 0 0,0 0 0 0 0,0 0 0 0 0,0 0 0 0 0,-1 0 0 0 0,2-4 0 0 0,-2 5-14 0 0,0 0 0 0 0,0 0 1 0 0,-1 0-1 0 0,1 0 1 0 0,-1 0-1 0 0,1 0 1 0 0,-1 0-1 0 0,1 0 1 0 0,-1 0-1 0 0,1 0 1 0 0,-1 1-1 0 0,0-1 1 0 0,1 0-1 0 0,-1 0 1 0 0,0 1-1 0 0,0-1 1 0 0,1 0-1 0 0,-1 1 0 0 0,0-1 1 0 0,0 1-1 0 0,0-1 1 0 0,0 1-1 0 0,0-1 1 0 0,0 1-1 0 0,0 0 1 0 0,0-1-1 0 0,-2 1 1 0 0,-35-3 31 0 0,23 5-36 0 0,1 1 0 0 0,-1 1 0 0 0,1 1 0 0 0,0 0 0 0 0,1 0-1 0 0,-19 11 1 0 0,24-12-31 0 0,0 1 0 0 0,0 0 0 0 0,0 0 0 0 0,1 1 1 0 0,0-1-1 0 0,0 2 0 0 0,1-1 0 0 0,-1 1 0 0 0,1 0 0 0 0,1 0 0 0 0,-1 1 0 0 0,-4 10 0 0 0,9-17 20 0 0,0 1 1 0 0,1-1-1 0 0,-1 1 1 0 0,1-1-1 0 0,-1 0 1 0 0,1 1-1 0 0,0-1 1 0 0,0 1-1 0 0,-1-1 1 0 0,1 1-1 0 0,0 0 1 0 0,0-1-1 0 0,1 1 1 0 0,-1-1-1 0 0,0 1 1 0 0,0-1-1 0 0,1 1 1 0 0,-1-1-1 0 0,1 0 1 0 0,-1 1-1 0 0,1-1 1 0 0,0 1-1 0 0,1 1 1 0 0,0-1 1 0 0,0 1 0 0 0,1-1 0 0 0,-1 0 0 0 0,1 0 1 0 0,0 0-1 0 0,-1 0 0 0 0,1 0 0 0 0,0 0 0 0 0,0-1 0 0 0,5 2 0 0 0,5 2-3 0 0,1-1-1 0 0,0-1 0 0 0,0 0 1 0 0,14 1-1 0 0,22 0-129 0 0,-1-1-1 0 0,1-2 1 0 0,0-3 0 0 0,-1-2-1 0 0,1-1 1 0 0,-1-4 0 0 0,61-17-1 0 0,-97 22-526 0 0,-1-1 0 0 0,1 0 1 0 0,-1-1-1 0 0,0 0 0 0 0,21-16 0 0 0,-15 7-1200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26.0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42 138 5452 0 0,'-41'0'-175'0'0,"68"-11"159"0"0,0 2 1 0 0,1 1-1 0 0,0 1 0 0 0,51-6 0 0 0,-7 0-4 0 0,262-53-2428 0 0,-276 55 1574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26.7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82 3888 0 0,'2'-3'161'0'0,"0"-1"0"0"0,0 0-1 0 0,-1 0 1 0 0,1 0-1 0 0,-1 0 1 0 0,0 0 0 0 0,0 0-1 0 0,0 0 1 0 0,-1-1-1 0 0,0 1 1 0 0,1 0 0 0 0,-1 0-1 0 0,-1-1 1 0 0,1 1-1 0 0,-1 0 1 0 0,1 0 0 0 0,-3-7-1 0 0,2 10 4 0 0,-1 28-149 0 0,1-24-15 0 0,0-1-1 0 0,1 0 1 0 0,-1 1-1 0 0,1-1 1 0 0,0 0-1 0 0,0 1 1 0 0,0-1-1 0 0,0 1 0 0 0,0-1 1 0 0,0 0-1 0 0,1 1 1 0 0,-1-1-1 0 0,1 0 1 0 0,0 1-1 0 0,0-1 1 0 0,1 2-1 0 0,5 8-12 0 0,0-1-1 0 0,1 0 1 0 0,0-1-1 0 0,1 0 0 0 0,0 0 1 0 0,1-1-1 0 0,0 0 1 0 0,0-1-1 0 0,1 0 0 0 0,0-1 1 0 0,0 0-1 0 0,1 0 1 0 0,0-1-1 0 0,14 5 1 0 0,-17-8-419 0 0,1 0 1 0 0,-1-1 0 0 0,0 0 0 0 0,1 0-1 0 0,0-1 1 0 0,-1 0 0 0 0,13-1 0 0 0,0-2-1009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26.9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102 52 5060 0 0,'-100'-51'1041'0'0,"98"50"-1077"0"0,43 11-4173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27.5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96 77 3608 0 0,'-4'-1'182'0'0,"-15"-5"137"0"0,14 4 23 0 0,0 0 1 0 0,0 0-1 0 0,-1 0 1 0 0,1 1 0 0 0,-1 0-1 0 0,1 0 1 0 0,-1 0-1 0 0,-7 0 1 0 0,12 2-344 0 0,1-1-1 0 0,-1 1 1 0 0,1 0 0 0 0,-1-1 0 0 0,1 1-1 0 0,-1-1 1 0 0,1 1 0 0 0,-1 0 0 0 0,1 0-1 0 0,0-1 1 0 0,0 1 0 0 0,-1 0-1 0 0,1-1 1 0 0,0 1 0 0 0,0 0 0 0 0,0 0-1 0 0,0-1 1 0 0,0 1 0 0 0,0 0 0 0 0,0 0-1 0 0,0 0 1 0 0,0-1 0 0 0,0 1 0 0 0,0 0-1 0 0,0 0 1 0 0,0-1 0 0 0,1 1-1 0 0,-1 1 1 0 0,5 26-22 0 0,-5-27 24 0 0,29 83-88 0 0,-28-83 119 0 0,-1-1 0 0 0,-1 1 0 0 0,1-1 0 0 0,0 0 0 0 0,0 0 0 0 0,-1 0 0 0 0,1 0 0 0 0,0 0-1 0 0,0 1 1 0 0,-1-1 0 0 0,1 0 0 0 0,0 0 0 0 0,0 0 0 0 0,-1 0 0 0 0,1 0 0 0 0,0 0 0 0 0,0 0 0 0 0,-1 0 0 0 0,1 0 0 0 0,0 0 0 0 0,-1 0 0 0 0,1 0 0 0 0,0 0-1 0 0,0 0 1 0 0,-1-1 0 0 0,1 1 0 0 0,0 0 0 0 0,0 0 0 0 0,-1 0 0 0 0,1 0 0 0 0,0 0 0 0 0,0 0 0 0 0,-1-1 0 0 0,1 1 0 0 0,0 0 0 0 0,0 0 0 0 0,0 0 0 0 0,-1-1-1 0 0,1 1 1 0 0,0 0 0 0 0,0 0 0 0 0,0-1 0 0 0,0 1 0 0 0,0 0 0 0 0,-1 0 0 0 0,1-1 0 0 0,0 1 0 0 0,0 0 0 0 0,0 0 0 0 0,0-1 0 0 0,-16-27 534 0 0,13 20-504 0 0,-1-1-1 0 0,1 1 1 0 0,0-1 0 0 0,1 0-1 0 0,-3-14 1 0 0,5 19-64 0 0,0 0 0 0 0,0 1 0 0 0,0-1 0 0 0,1 0-1 0 0,0 0 1 0 0,-1 1 0 0 0,1-1 0 0 0,0 1 0 0 0,1-1 0 0 0,-1 0 0 0 0,1 1 0 0 0,-1 0 0 0 0,1-1 0 0 0,0 1 0 0 0,0 0 0 0 0,1 0 0 0 0,-1 0 0 0 0,0 0-1 0 0,6-3 1 0 0,-4 3-14 0 0,1 0-1 0 0,0 0 0 0 0,-1 1 0 0 0,1 0 0 0 0,0 0 0 0 0,1 0 0 0 0,-1 1 1 0 0,0-1-1 0 0,0 1 0 0 0,1 0 0 0 0,-1 1 0 0 0,7-1 0 0 0,5 2-25 0 0,-1 0 0 0 0,1 1 0 0 0,-1 0 0 0 0,0 2-1 0 0,0-1 1 0 0,0 2 0 0 0,28 12 0 0 0,8 10-60 0 0,-1 3 1 0 0,90 69 0 0 0,-137-96 26 0 0,0 0 1 0 0,0 1-1 0 0,0-1 1 0 0,-1 1-1 0 0,1 0 1 0 0,-1 0-1 0 0,0 1 0 0 0,0-1 1 0 0,3 8-1 0 0,-1-3-401 0 0,-4-7-72 0 0,6 2-2320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28.5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379 650 5461 0 0,'0'0'-7'0'0,"0"0"1"0"0,0 1 0 0 0,0-1 0 0 0,0 0 0 0 0,0 0-1 0 0,0 0 1 0 0,0 1 0 0 0,0-1 0 0 0,0 0 0 0 0,0 0-1 0 0,0 0 1 0 0,0 1 0 0 0,0-1 0 0 0,0 0 0 0 0,0 0-1 0 0,-1 0 1 0 0,1 1 0 0 0,0-1 0 0 0,0 0 0 0 0,0 0-1 0 0,0 0 1 0 0,0 1 0 0 0,0-1 0 0 0,-1 0 0 0 0,1 0-1 0 0,0 0 1 0 0,0 0 0 0 0,0 0 0 0 0,0 1 0 0 0,-1-1-1 0 0,1 0 1 0 0,0 0 0 0 0,0 0 0 0 0,0 0 0 0 0,0 0-1 0 0,-1 0 1 0 0,1 0 0 0 0,0 0 0 0 0,0 0 0 0 0,0 0-1 0 0,-1 0 1 0 0,1 0 0 0 0,0 0 0 0 0,0 0 0 0 0,-1 0 0 0 0,1 0-1 0 0,0 0 1 0 0,0 0 0 0 0,0 0 0 0 0,-1 0 0 0 0,1 0-1 0 0,0 0 1 0 0,0 0 0 0 0,0 0 0 0 0,-1 0 0 0 0,1-1-1 0 0,0 1 1 0 0,0 0 0 0 0,0 0 0 0 0,0 0 0 0 0,-1 0-1 0 0,1 0 1 0 0,0-1 0 0 0,0 1 0 0 0,-62-12-50 0 0,46 7 30 0 0,-1 2 1 0 0,0-1 0 0 0,0 2-1 0 0,-1 1 1 0 0,1 0 0 0 0,-30 3-1 0 0,37-1 6 0 0,1 0-1 0 0,-1 1 0 0 0,1 1 1 0 0,0 0-1 0 0,0 0 0 0 0,0 1 1 0 0,0 0-1 0 0,0 0 0 0 0,1 1 1 0 0,0 0-1 0 0,0 0 0 0 0,0 1 1 0 0,1 0-1 0 0,0 1 0 0 0,0-1 1 0 0,-9 13-1 0 0,15-18 21 0 0,0 0-1 0 0,0 0 0 0 0,1 1 1 0 0,-1-1-1 0 0,1 0 1 0 0,-1 0-1 0 0,1 1 1 0 0,-1-1-1 0 0,1 0 0 0 0,0 0 1 0 0,-1 1-1 0 0,1-1 1 0 0,0 0-1 0 0,0 1 1 0 0,0-1-1 0 0,0 0 1 0 0,0 1-1 0 0,1-1 0 0 0,-1 0 1 0 0,0 1-1 0 0,1-1 1 0 0,-1 0-1 0 0,1 1 1 0 0,-1-1-1 0 0,1 0 0 0 0,-1 0 1 0 0,1 0-1 0 0,0 0 1 0 0,1 2-1 0 0,26 18 30 0 0,-25-19-24 0 0,16 7 43 0 0,0 0 1 0 0,0-2-1 0 0,1 0 1 0 0,0-1-1 0 0,0-1 1 0 0,0-1 0 0 0,1-1-1 0 0,-1 0 1 0 0,1-2-1 0 0,0 0 1 0 0,0-1-1 0 0,0-2 1 0 0,-1 0-1 0 0,26-6 1 0 0,-38 6 10 0 0,0-1-1 0 0,0 0 1 0 0,-1-1 0 0 0,1 1-1 0 0,-1-1 1 0 0,0-1 0 0 0,0 0 0 0 0,-1 0-1 0 0,1 0 1 0 0,-1 0 0 0 0,0-1-1 0 0,0 0 1 0 0,-1-1 0 0 0,6-7-1 0 0,-6 5-6 0 0,0 0-1 0 0,-1-1 0 0 0,0 1 0 0 0,0-1 0 0 0,-1 0 0 0 0,0 0 0 0 0,-1-1 0 0 0,0 1 0 0 0,1-20 0 0 0,-4-11 26 0 0,-2 0 0 0 0,-1 1 0 0 0,-2-1 0 0 0,-19-63 0 0 0,16 67-46 0 0,-13-48 1218 0 0,-57-136 1 0 0,79 220-1261 0 0,0 1 0 0 0,-1-1-1 0 0,1 1 1 0 0,0-1 0 0 0,0 0 0 0 0,-1 1-1 0 0,1-1 1 0 0,0 1 0 0 0,-1-1 0 0 0,1 1-1 0 0,-1-1 1 0 0,1 1 0 0 0,-1-1 0 0 0,1 1-1 0 0,-1-1 1 0 0,1 1 0 0 0,-1 0 0 0 0,1-1-1 0 0,-1 1 1 0 0,1 0 0 0 0,-1-1 0 0 0,1 1-1 0 0,-1 0 1 0 0,0 0 0 0 0,1 0 0 0 0,-1-1-1 0 0,0 1 1 0 0,1 0 0 0 0,-1 0 0 0 0,0 0-1 0 0,1 0 1 0 0,-1 0 0 0 0,0 0 0 0 0,1 0-1 0 0,-1 0 1 0 0,0 1 0 0 0,1-1-1 0 0,-1 0 1 0 0,1 0 0 0 0,-1 0 0 0 0,0 1-1 0 0,1-1 1 0 0,-1 0 0 0 0,1 1 0 0 0,-1-1-1 0 0,1 0 1 0 0,-1 1 0 0 0,1-1 0 0 0,-1 1-1 0 0,1-1 1 0 0,-1 1 0 0 0,1-1 0 0 0,0 1-1 0 0,-1-1 1 0 0,0 2 0 0 0,-20 33-77 0 0,14-13 61 0 0,1 0 0 0 0,1 1-1 0 0,1 0 1 0 0,0 0 0 0 0,2 0-1 0 0,1 0 1 0 0,1 0 0 0 0,1 0-1 0 0,6 34 1 0 0,1-17 25 0 0,1 0 1 0 0,2 0-1 0 0,1-1 0 0 0,27 57 1 0 0,-30-79 8 0 0,2-1 1 0 0,-1 1-1 0 0,2-1 0 0 0,0-1 1 0 0,1-1-1 0 0,0 1 0 0 0,1-2 1 0 0,1 0-1 0 0,0-1 0 0 0,1 0 1 0 0,0-1-1 0 0,1-1 0 0 0,0-1 1 0 0,1 0-1 0 0,-1-1 1 0 0,2-1-1 0 0,-1-1 0 0 0,1 0 1 0 0,0-2-1 0 0,0 0 0 0 0,0-1 1 0 0,1 0-1 0 0,28-2 0 0 0,-40-1 0 0 0,-1 0-1 0 0,1 0 0 0 0,0-1 1 0 0,-1 0-1 0 0,1 0 1 0 0,-1-1-1 0 0,1 0 0 0 0,-1 0 1 0 0,0-1-1 0 0,0 0 0 0 0,0 0 1 0 0,0-1-1 0 0,-1 0 0 0 0,1 0 1 0 0,-1-1-1 0 0,0 1 0 0 0,0-1 1 0 0,0-1-1 0 0,-1 1 0 0 0,0-1 1 0 0,0 0-1 0 0,0 0 0 0 0,-1 0 1 0 0,0-1-1 0 0,0 1 0 0 0,-1-1 1 0 0,0 0-1 0 0,0 0 0 0 0,0 0 1 0 0,-1-1-1 0 0,0 1 0 0 0,-1-1 1 0 0,1 1-1 0 0,-1-1 0 0 0,-1 0 1 0 0,1 1-1 0 0,-2-1 0 0 0,1 0 1 0 0,-1 1-1 0 0,0-1 0 0 0,0 1 1 0 0,-1-1-1 0 0,0 1 0 0 0,-3-8 1 0 0,3 10-18 0 0,0-1 0 0 0,0 1-1 0 0,0 0 1 0 0,-1-1 0 0 0,1 1 0 0 0,-1 1 0 0 0,-1-1 0 0 0,1 0 0 0 0,-1 1-1 0 0,1 0 1 0 0,-1-1 0 0 0,0 1 0 0 0,-1 1 0 0 0,1-1 0 0 0,-1 1 0 0 0,0 0-1 0 0,1 0 1 0 0,-8-3 0 0 0,7 4 0 0 0,1 1 1 0 0,-1 1-1 0 0,0-1 0 0 0,1 1 0 0 0,-1 0 0 0 0,0 0 1 0 0,1 0-1 0 0,-1 0 0 0 0,0 1 0 0 0,1 0 0 0 0,-1 0 1 0 0,1 0-1 0 0,-1 0 0 0 0,1 1 0 0 0,0 0 0 0 0,0 0 1 0 0,-1 0-1 0 0,1 0 0 0 0,0 1 0 0 0,1 0 0 0 0,-1 0 1 0 0,0 0-1 0 0,-4 5 0 0 0,6-6 6 0 0,0-1 0 0 0,0 1-1 0 0,0 0 1 0 0,0-1 0 0 0,1 1-1 0 0,-1 0 1 0 0,1 0 0 0 0,-1 0-1 0 0,1 0 1 0 0,0 1 0 0 0,0-1 0 0 0,0 0-1 0 0,0 0 1 0 0,0 1 0 0 0,0-1-1 0 0,1 1 1 0 0,-1-1 0 0 0,1 1-1 0 0,-1-1 1 0 0,1 1 0 0 0,0-1 0 0 0,1 5-1 0 0,0-4 4 0 0,0 0-1 0 0,0 1 1 0 0,1-1-1 0 0,-1 0 0 0 0,1 0 1 0 0,0 0-1 0 0,0 0 1 0 0,0 0-1 0 0,0-1 1 0 0,1 1-1 0 0,-1 0 1 0 0,1-1-1 0 0,0 0 0 0 0,2 3 1 0 0,12 5 1 0 0,-1 0 0 0 0,1 0 0 0 0,1-2 0 0 0,27 10 0 0 0,5 1-87 0 0,1-2 1 0 0,1-3-1 0 0,0-2 1 0 0,1-2 0 0 0,93 5-1 0 0,-134-15-545 0 0,0-1 0 0 0,-1 1 0 0 0,1-2-1 0 0,-1 0 1 0 0,15-4 0 0 0,-1-3-1538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28.8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 35 5693 0 0,'-29'-33'328'0'0,"27"31"-339"0"0,6 7-178 0 0,5 7 188 0 0,2-1 0 0 0,-1 0 0 0 0,2-1 0 0 0,-1 0-1 0 0,1-1 1 0 0,1 0 0 0 0,24 13 0 0 0,110 47 54 0 0,-111-54-43 0 0,-34-14-24 0 0,133 51 161 0 0,-121-47-526 0 0,0-2 0 0 0,1 1 1 0 0,-1-2-1 0 0,1 0 1 0 0,-1-1-1 0 0,1 0 1 0 0,25-3-1 0 0,-16-3-744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29.0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996 8 4136 0 0,'-35'-8'-228'0'0,"5"9"271"0"0,0 1 0 0 0,0 1-1 0 0,1 2 1 0 0,-1 0 0 0 0,1 2-1 0 0,-38 15 1 0 0,6-4 68 0 0,-65 24 164 0 0,-189 89 0 0 0,146-56-1460 0 0,144-65 103 0 0,5-2 337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29.5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12 267 3624 0 0,'-10'2'56'0'0,"8"-2"68"0"0,11-1 646 0 0,553-64-403 0 0,-266 35-310 0 0,-144 13 21 0 0,967-121 552 0 0,-1082 130-271 0 0,19-2-3161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31.3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55 4248 0 0,'0'0'-42'0'0,"-8"2"4"0"0,8-2 64 0 0,0 0 0 0 0,0 0-1 0 0,0 0 1 0 0,0 0 0 0 0,0-1-1 0 0,0 1 1 0 0,0 0-1 0 0,0 0 1 0 0,0 0 0 0 0,0 0-1 0 0,0 0 1 0 0,0 0 0 0 0,0 0-1 0 0,0 0 1 0 0,0-1 0 0 0,0 1-1 0 0,0 0 1 0 0,0 0 0 0 0,0 0-1 0 0,0 0 1 0 0,0 0 0 0 0,0 0-1 0 0,0 0 1 0 0,0 0-1 0 0,0 0 1 0 0,0 0 0 0 0,0-1-1 0 0,0 1 1 0 0,0 0 0 0 0,0 0-1 0 0,0 0 1 0 0,-1 0 0 0 0,1 0-1 0 0,0 0 1 0 0,0 0 0 0 0,0 0-1 0 0,0 0 1 0 0,0 0 0 0 0,0 0-1 0 0,0 0 1 0 0,0 0 0 0 0,0 0-1 0 0,10-7-9 0 0,1 0 0 0 0,0 2 0 0 0,1-1 0 0 0,-1 1 0 0 0,1 1 0 0 0,0 0-1 0 0,1 1 1 0 0,-1 0 0 0 0,0 1 0 0 0,15-1 0 0 0,10 0-4 0 0,0 1 0 0 0,50 5 1 0 0,-64-1-19 0 0,0 1 1 0 0,0 1 0 0 0,0 1 0 0 0,24 8 0 0 0,-42-11 3 0 0,1-1 0 0 0,-1 1 0 0 0,0 0 0 0 0,0 1 0 0 0,0-1 0 0 0,0 1 0 0 0,0 0 0 0 0,0 0 0 0 0,-1 0 0 0 0,0 1 0 0 0,0 0 0 0 0,0 0 0 0 0,0 0 0 0 0,0 0 0 0 0,-1 1 0 0 0,0-1 0 0 0,0 1 0 0 0,0 0 0 0 0,0 0 0 0 0,-1 0 0 0 0,0 0 0 0 0,3 9 0 0 0,-4-8 4 0 0,-1 0 0 0 0,0 0 1 0 0,0 0-1 0 0,-1 0 0 0 0,0 0 0 0 0,0-1 0 0 0,0 1 0 0 0,-1 0 1 0 0,0-1-1 0 0,0 1 0 0 0,0-1 0 0 0,0 1 0 0 0,-1-1 0 0 0,-7 10 0 0 0,-5 5-1 0 0,0 0 0 0 0,-24 21 0 0 0,9-8-19 0 0,-4 8 313 0 0,32-40 73 0 0,4-2-355 0 0,0 1-1 0 0,0-1 0 0 0,0 0 1 0 0,0 1-1 0 0,0-1 0 0 0,-1 1 1 0 0,1 0-1 0 0,0-1 0 0 0,0 1 1 0 0,0 0-1 0 0,4 1 0 0 0,1-2 16 0 0,171-37 358 0 0,37-5-200 0 0,-175 39-150 0 0,-9 1 16 0 0,0-1 1 0 0,0-1 0 0 0,41-13-1 0 0,-71 17-238 0 0,1 1-1 0 0,0-1 1 0 0,-1 0-1 0 0,1 0 1 0 0,-1 0-1 0 0,1 0 1 0 0,-1 0-1 0 0,1-1 1 0 0,-1 1-1 0 0,0 0 1 0 0,1-1-1 0 0,-1 1 1 0 0,0-1-1 0 0,0 1 1 0 0,0-1-1 0 0,0 0 1 0 0,0 1-1 0 0,-1-1 0 0 0,2-3 1 0 0,1-6-1313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32.1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1002 45 4440 0 0,'-24'-9'-61'0'0,"0"0"0"0"0,-1 2 0 0 0,0 1 0 0 0,0 1 0 0 0,-1 1-1 0 0,1 1 1 0 0,-1 1 0 0 0,-32 3 0 0 0,18 1 162 0 0,0 2-1 0 0,0 2 1 0 0,1 1 0 0 0,-62 21 0 0 0,61-14-64 0 0,1 2 0 0 0,0 2 0 0 0,1 1 0 0 0,2 2 0 0 0,-45 32 0 0 0,61-38-28 0 0,1 1 1 0 0,0 1-1 0 0,1 0 1 0 0,1 2-1 0 0,1 0 1 0 0,1 1-1 0 0,0 0 1 0 0,1 1-1 0 0,2 1 1 0 0,-13 28-1 0 0,21-41-7 0 0,0 1 0 0 0,1-1 0 0 0,1 1 0 0 0,-1-1 0 0 0,2 1 0 0 0,-1 0-1 0 0,1 0 1 0 0,1 0 0 0 0,0 0 0 0 0,0 0 0 0 0,1 0 0 0 0,0 0 0 0 0,1 0-1 0 0,3 10 1 0 0,-1-9 7 0 0,1 1-1 0 0,0-1 1 0 0,0 0-1 0 0,1 0 0 0 0,1-1 1 0 0,0 0-1 0 0,0 0 1 0 0,1-1-1 0 0,0 1 0 0 0,11 8 1 0 0,4 1 18 0 0,1-2-1 0 0,0 0 1 0 0,1-2 0 0 0,1 0 0 0 0,0-2-1 0 0,1-1 1 0 0,1-1 0 0 0,46 12 0 0 0,-12-9 100 0 0,1-3 0 0 0,-1-2 0 0 0,1-4 0 0 0,90-2 0 0 0,-51-9 174 0 0,-1-4-1 0 0,99-23 1 0 0,-155 24-157 0 0,0-3-1 0 0,-1-2 0 0 0,0-1 1 0 0,-1-2-1 0 0,-1-3 1 0 0,-1-1-1 0 0,45-30 0 0 0,-67 37-70 0 0,0 0-1 0 0,-2-1 1 0 0,0-1-1 0 0,0-1 1 0 0,-2-1 0 0 0,26-35-1 0 0,-32 38-41 0 0,-1 0 1 0 0,0 0-1 0 0,-1-1 0 0 0,-1 0 0 0 0,0 0 1 0 0,-1-1-1 0 0,-1 1 0 0 0,-1-1 1 0 0,0 0-1 0 0,0-22 0 0 0,-2 29-18 0 0,-1 1 0 0 0,-1 0 1 0 0,0-1-1 0 0,0 1 0 0 0,-1 0 0 0 0,0 0 0 0 0,-1 0 0 0 0,0 0 0 0 0,0 0 0 0 0,-1 0 1 0 0,0 1-1 0 0,0 0 0 0 0,-8-12 0 0 0,3 9-5 0 0,0 1 0 0 0,-1-1 0 0 0,0 2 1 0 0,0-1-1 0 0,-1 1 0 0 0,0 1 0 0 0,-1 0 0 0 0,-14-7 0 0 0,-10-3-2 0 0,-1 3-1 0 0,0 1 1 0 0,-1 1-1 0 0,0 3 1 0 0,-53-9-1 0 0,32 11 42 0 0,0 2 0 0 0,-90 3 0 0 0,-119 20-1070 0 0,192-10-258 0 0,59-7-1962 0 0,-2-5 1597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35.3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1602 31 1168 0 0,'0'0'2214'0'0,"-3"-3"-2102"0"0,-3-1-59 0 0,-1 1 0 0 0,1 0 0 0 0,0 0 0 0 0,-1 0 0 0 0,0 0 0 0 0,1 1 0 0 0,-1 0 0 0 0,0 1-1 0 0,0 0 1 0 0,0 0 0 0 0,-13 0 0 0 0,-89 1 134 0 0,97 1-167 0 0,-133 9 83 0 0,-200 39 1 0 0,-136 67-93 0 0,437-103-39 0 0,1 1 0 0 0,-71 35-1 0 0,95-39 20 0 0,1 0 0 0 0,1 1 0 0 0,0 1 0 0 0,0 1 0 0 0,2 0-1 0 0,-1 1 1 0 0,2 1 0 0 0,-19 23 0 0 0,26-29-8 0 0,1 0 1 0 0,-1 0-1 0 0,2 1 0 0 0,0-1 1 0 0,-8 21-1 0 0,12-27 13 0 0,0 0 0 0 0,1 0 0 0 0,-1 0-1 0 0,1 0 1 0 0,-1 0 0 0 0,1 0 0 0 0,0 0 0 0 0,1 0 0 0 0,-1 1 0 0 0,0-1 0 0 0,1 0-1 0 0,0 0 1 0 0,0 0 0 0 0,-1 0 0 0 0,2 0 0 0 0,-1-1 0 0 0,0 1 0 0 0,1 0 0 0 0,-1 0-1 0 0,1-1 1 0 0,0 1 0 0 0,0-1 0 0 0,0 1 0 0 0,0-1 0 0 0,5 4 0 0 0,19 15-7 0 0,1-1 0 0 0,1-1 0 0 0,0-1 1 0 0,2-2-1 0 0,0-1 0 0 0,42 15 0 0 0,16 0 39 0 0,95 19 0 0 0,-58-23-8 0 0,1-6 0 0 0,1-6 0 0 0,0-5 0 0 0,173-11 1 0 0,-68-16 80 0 0,339-70-1 0 0,-567 88-94 0 0,64-13 246 0 0,-1-2 0 0 0,0-3-1 0 0,107-45 1 0 0,-170 62-187 0 0,0-1 0 0 0,-1 1 1 0 0,1-1-1 0 0,-1 0 0 0 0,1-1 0 0 0,-1 1 0 0 0,0 0 0 0 0,0-1 1 0 0,0 0-1 0 0,0 0 0 0 0,-1 0 0 0 0,1 0 0 0 0,-1 0 0 0 0,0 0 1 0 0,1-1-1 0 0,-2 1 0 0 0,1-1 0 0 0,0 0 0 0 0,-1 1 0 0 0,1-1 0 0 0,-1 0 1 0 0,0 0-1 0 0,0 0 0 0 0,0-4 0 0 0,-2 0 9 0 0,0-1 0 0 0,0 1-1 0 0,0 0 1 0 0,-1-1 0 0 0,0 1 0 0 0,-1 0-1 0 0,0 0 1 0 0,0 1 0 0 0,-1-1 0 0 0,-6-10-1 0 0,0 2-27 0 0,-2 0 0 0 0,0 0-1 0 0,-1 1 1 0 0,0 1 0 0 0,-1 0-1 0 0,0 1 1 0 0,-2 0 0 0 0,1 1-1 0 0,-1 1 1 0 0,-26-13 0 0 0,-2 1 3 0 0,-1 3 1 0 0,-94-30 0 0 0,70 32-27 0 0,0 2-1 0 0,-1 4 1 0 0,0 3 0 0 0,-1 3 0 0 0,-84 4 0 0 0,43 7-469 0 0,1 6 0 0 0,-169 38 0 0 0,270-46 173 0 0,54-15-4964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36.2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 35 3860 0 0,'-36'-2'-388'0'0,"33"2"360"0"0,1 0 6 0 0,-5-1 42 0 0,2-1-55 0 0,8 0-74 0 0,13-4 104 0 0,1 1 0 0 0,-1 0 0 0 0,1 2-1 0 0,1-1 1 0 0,-1 2 0 0 0,0 0 0 0 0,1 2 0 0 0,-1 0 0 0 0,33 4 0 0 0,-26-1-8 0 0,0 1 0 0 0,-1 1 1 0 0,1 1-1 0 0,-2 1 0 0 0,1 1 0 0 0,40 21 0 0 0,-62-28 13 0 0,1-1 0 0 0,-1 1 1 0 0,1 0-1 0 0,-1 0 0 0 0,1 0 0 0 0,-1 0 1 0 0,0 0-1 0 0,1 0 0 0 0,-1 0 0 0 0,0 0 1 0 0,0 0-1 0 0,0 1 0 0 0,1-1 0 0 0,-1 1 1 0 0,-1-1-1 0 0,1 0 0 0 0,0 1 0 0 0,0 0 1 0 0,-1-1-1 0 0,1 1 0 0 0,-1-1 0 0 0,1 1 1 0 0,0 3-1 0 0,-2-3 4 0 0,1 0 0 0 0,-1 0 0 0 0,1-1 0 0 0,-1 1 0 0 0,0 0 0 0 0,0 0 0 0 0,0 0 0 0 0,0-1 0 0 0,0 1 0 0 0,0 0 0 0 0,-1-1 0 0 0,1 1 0 0 0,0-1 1 0 0,-1 1-1 0 0,1-1 0 0 0,-4 2 0 0 0,-9 6 38 0 0,0 0 1 0 0,0-1-1 0 0,-29 10 1 0 0,38-16-35 0 0,-280 108 494 0 0,270-99-508 0 0,24-3-7 0 0,26 1-2 0 0,45 1 26 0 0,1 2-1 0 0,-1 5 0 0 0,-1 2 0 0 0,-1 5 0 0 0,77 33 1 0 0,-154-57-13 0 0,0 1 1 0 0,1-1 0 0 0,-1 1 0 0 0,0-1-1 0 0,1 1 1 0 0,-1-1 0 0 0,0 1-1 0 0,0 0 1 0 0,0-1 0 0 0,1 1-1 0 0,-1 0 1 0 0,0 0 0 0 0,0 0 0 0 0,0 0-1 0 0,0 0 1 0 0,0 0 0 0 0,-1 0-1 0 0,1 1 1 0 0,0-1 0 0 0,-1 0-1 0 0,1 0 1 0 0,0 1 0 0 0,0 1 0 0 0,-2-2 7 0 0,1 1 1 0 0,-1-1-1 0 0,1 0 0 0 0,-1 0 1 0 0,1 0-1 0 0,-1 0 1 0 0,0 0-1 0 0,0 0 1 0 0,1 0-1 0 0,-1 0 1 0 0,0 0-1 0 0,0 0 1 0 0,0 0-1 0 0,0-1 1 0 0,0 1-1 0 0,0 0 1 0 0,-1-1-1 0 0,1 1 1 0 0,0-1-1 0 0,-1 1 1 0 0,-13 5 125 0 0,0 0 0 0 0,-30 5 0 0 0,41-10-109 0 0,-70 11 965 0 0,-2-2-1 0 0,-136-2 0 0 0,209-8-958 0 0,-1 0-59 0 0,0 1 0 0 0,0-1 0 0 0,0 0 1 0 0,1-1-1 0 0,-1 1 0 0 0,0-1 0 0 0,0 0 0 0 0,0 0 0 0 0,0 0 0 0 0,-3-2 1 0 0,17-16-3229 0 0,-5 14 2769 0 0,11-11-1035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7-04T07:48:36.9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1161 65 4468 0 0,'-3'-3'-136'0'0,"-7"-4"107"0"0,-1 0 0 0 0,0 0 0 0 0,-1 1-1 0 0,1 0 1 0 0,-1 1 0 0 0,0 0 0 0 0,0 1-1 0 0,-1 1 1 0 0,1 0 0 0 0,-1 0 0 0 0,0 2-1 0 0,-18-2 1 0 0,-23 1 109 0 0,-84 7 0 0 0,97-1-79 0 0,0 1-1 0 0,1 2 0 0 0,-1 2 0 0 0,2 2 1 0 0,-1 1-1 0 0,2 2 0 0 0,0 2 1 0 0,0 1-1 0 0,2 2 0 0 0,0 1 0 0 0,1 2 1 0 0,2 2-1 0 0,0 1 0 0 0,1 1 1 0 0,2 2-1 0 0,1 1 0 0 0,1 1 0 0 0,-45 65 1 0 0,63-81-10 0 0,0 0 1 0 0,2 1-1 0 0,0 0 1 0 0,0 1-1 0 0,2 0 1 0 0,0 0-1 0 0,-6 29 1 0 0,10-38 6 0 0,1 1 0 0 0,1 0 0 0 0,0 0 1 0 0,0 0-1 0 0,0 0 0 0 0,1 0 0 0 0,0 0 0 0 0,1-1 0 0 0,0 1 0 0 0,0 0 1 0 0,0-1-1 0 0,1 1 0 0 0,0-1 0 0 0,1 0 0 0 0,-1 0 0 0 0,1 0 1 0 0,1 0-1 0 0,-1-1 0 0 0,7 7 0 0 0,4 3 7 0 0,0-1 1 0 0,1 0-1 0 0,1-1 0 0 0,0-1 1 0 0,1 0-1 0 0,0-1 0 0 0,34 15 1 0 0,-22-14-3 0 0,1-2 1 0 0,0 0-1 0 0,0-3 1 0 0,51 9 0 0 0,-15-10 20 0 0,0-3 1 0 0,0-3-1 0 0,0-2 1 0 0,92-15-1 0 0,-108 9 125 0 0,0-2-1 0 0,0-2 0 0 0,-1-3 0 0 0,-1-2 0 0 0,93-42 1 0 0,-122 47-20 0 0,0-1-1 0 0,-1-1 1 0 0,-1 0 0 0 0,0-2 0 0 0,0 0 0 0 0,26-30 0 0 0,-33 32-39 0 0,-1-1 0 0 0,-1 0 0 0 0,-1 0 0 0 0,0 0 0 0 0,0-1 0 0 0,-2 0 0 0 0,0-1 0 0 0,0 0 0 0 0,-2 0 1 0 0,5-22-1 0 0,-8 30-43 0 0,0 0 0 0 0,0 0 0 0 0,-1 0 0 0 0,0 0 0 0 0,0 0 0 0 0,-1 0 1 0 0,0 0-1 0 0,0 0 0 0 0,-1 0 0 0 0,0 0 0 0 0,0 0 0 0 0,-1 1 0 0 0,0-1 0 0 0,-7-10 0 0 0,5 9-16 0 0,-2 1-1 0 0,1 0 1 0 0,-1 0-1 0 0,0 1 0 0 0,-1 0 1 0 0,0 0-1 0 0,0 0 0 0 0,0 1 1 0 0,-1 0-1 0 0,-9-4 0 0 0,-13-4 11 0 0,-1 1-1 0 0,0 1 0 0 0,-1 2 1 0 0,0 1-1 0 0,-57-7 0 0 0,-24 4-50 0 0,-1 4 0 0 0,1 5 0 0 0,-1 6 0 0 0,1 4 0 0 0,-164 32 0 0 0,173-15-841 0 0,38-1-2839 0 0,57-18 1886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.xml"/><Relationship Id="rId18" Type="http://schemas.openxmlformats.org/officeDocument/2006/relationships/image" Target="../media/image19.png"/><Relationship Id="rId26" Type="http://schemas.openxmlformats.org/officeDocument/2006/relationships/image" Target="../media/image23.png"/><Relationship Id="rId39" Type="http://schemas.openxmlformats.org/officeDocument/2006/relationships/customXml" Target="../ink/ink27.xml"/><Relationship Id="rId21" Type="http://schemas.openxmlformats.org/officeDocument/2006/relationships/customXml" Target="../ink/ink18.xml"/><Relationship Id="rId34" Type="http://schemas.openxmlformats.org/officeDocument/2006/relationships/image" Target="../media/image27.png"/><Relationship Id="rId42" Type="http://schemas.openxmlformats.org/officeDocument/2006/relationships/image" Target="../media/image31.png"/><Relationship Id="rId47" Type="http://schemas.openxmlformats.org/officeDocument/2006/relationships/customXml" Target="../ink/ink31.xml"/><Relationship Id="rId50" Type="http://schemas.openxmlformats.org/officeDocument/2006/relationships/image" Target="../media/image35.png"/><Relationship Id="rId55" Type="http://schemas.openxmlformats.org/officeDocument/2006/relationships/customXml" Target="../ink/ink35.xml"/><Relationship Id="rId63" Type="http://schemas.openxmlformats.org/officeDocument/2006/relationships/customXml" Target="../ink/ink39.xml"/><Relationship Id="rId68" Type="http://schemas.openxmlformats.org/officeDocument/2006/relationships/image" Target="../media/image44.png"/><Relationship Id="rId76" Type="http://schemas.openxmlformats.org/officeDocument/2006/relationships/image" Target="../media/image48.png"/><Relationship Id="rId84" Type="http://schemas.openxmlformats.org/officeDocument/2006/relationships/image" Target="../media/image52.png"/><Relationship Id="rId7" Type="http://schemas.openxmlformats.org/officeDocument/2006/relationships/customXml" Target="../ink/ink11.xml"/><Relationship Id="rId71" Type="http://schemas.openxmlformats.org/officeDocument/2006/relationships/customXml" Target="../ink/ink43.xml"/><Relationship Id="rId2" Type="http://schemas.openxmlformats.org/officeDocument/2006/relationships/image" Target="../media/image11.png"/><Relationship Id="rId16" Type="http://schemas.openxmlformats.org/officeDocument/2006/relationships/image" Target="../media/image18.png"/><Relationship Id="rId29" Type="http://schemas.openxmlformats.org/officeDocument/2006/relationships/customXml" Target="../ink/ink22.xml"/><Relationship Id="rId11" Type="http://schemas.openxmlformats.org/officeDocument/2006/relationships/customXml" Target="../ink/ink13.xml"/><Relationship Id="rId24" Type="http://schemas.openxmlformats.org/officeDocument/2006/relationships/image" Target="../media/image22.png"/><Relationship Id="rId32" Type="http://schemas.openxmlformats.org/officeDocument/2006/relationships/image" Target="../media/image26.png"/><Relationship Id="rId37" Type="http://schemas.openxmlformats.org/officeDocument/2006/relationships/customXml" Target="../ink/ink26.xml"/><Relationship Id="rId40" Type="http://schemas.openxmlformats.org/officeDocument/2006/relationships/image" Target="../media/image30.png"/><Relationship Id="rId45" Type="http://schemas.openxmlformats.org/officeDocument/2006/relationships/customXml" Target="../ink/ink30.xml"/><Relationship Id="rId53" Type="http://schemas.openxmlformats.org/officeDocument/2006/relationships/customXml" Target="../ink/ink34.xml"/><Relationship Id="rId58" Type="http://schemas.openxmlformats.org/officeDocument/2006/relationships/image" Target="../media/image39.png"/><Relationship Id="rId66" Type="http://schemas.openxmlformats.org/officeDocument/2006/relationships/image" Target="../media/image43.png"/><Relationship Id="rId74" Type="http://schemas.openxmlformats.org/officeDocument/2006/relationships/image" Target="../media/image47.png"/><Relationship Id="rId79" Type="http://schemas.openxmlformats.org/officeDocument/2006/relationships/customXml" Target="../ink/ink47.xml"/><Relationship Id="rId5" Type="http://schemas.openxmlformats.org/officeDocument/2006/relationships/customXml" Target="../ink/ink10.xml"/><Relationship Id="rId61" Type="http://schemas.openxmlformats.org/officeDocument/2006/relationships/customXml" Target="../ink/ink38.xml"/><Relationship Id="rId82" Type="http://schemas.openxmlformats.org/officeDocument/2006/relationships/image" Target="../media/image51.png"/><Relationship Id="rId10" Type="http://schemas.openxmlformats.org/officeDocument/2006/relationships/image" Target="../media/image15.png"/><Relationship Id="rId19" Type="http://schemas.openxmlformats.org/officeDocument/2006/relationships/customXml" Target="../ink/ink17.xml"/><Relationship Id="rId31" Type="http://schemas.openxmlformats.org/officeDocument/2006/relationships/customXml" Target="../ink/ink23.xml"/><Relationship Id="rId44" Type="http://schemas.openxmlformats.org/officeDocument/2006/relationships/image" Target="../media/image32.png"/><Relationship Id="rId52" Type="http://schemas.openxmlformats.org/officeDocument/2006/relationships/image" Target="../media/image36.png"/><Relationship Id="rId60" Type="http://schemas.openxmlformats.org/officeDocument/2006/relationships/image" Target="../media/image40.png"/><Relationship Id="rId65" Type="http://schemas.openxmlformats.org/officeDocument/2006/relationships/customXml" Target="../ink/ink40.xml"/><Relationship Id="rId73" Type="http://schemas.openxmlformats.org/officeDocument/2006/relationships/customXml" Target="../ink/ink44.xml"/><Relationship Id="rId78" Type="http://schemas.openxmlformats.org/officeDocument/2006/relationships/image" Target="../media/image49.png"/><Relationship Id="rId81" Type="http://schemas.openxmlformats.org/officeDocument/2006/relationships/customXml" Target="../ink/ink48.xml"/><Relationship Id="rId4" Type="http://schemas.openxmlformats.org/officeDocument/2006/relationships/image" Target="../media/image12.png"/><Relationship Id="rId9" Type="http://schemas.openxmlformats.org/officeDocument/2006/relationships/customXml" Target="../ink/ink12.xml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customXml" Target="../ink/ink21.xml"/><Relationship Id="rId30" Type="http://schemas.openxmlformats.org/officeDocument/2006/relationships/image" Target="../media/image25.png"/><Relationship Id="rId35" Type="http://schemas.openxmlformats.org/officeDocument/2006/relationships/customXml" Target="../ink/ink25.xml"/><Relationship Id="rId43" Type="http://schemas.openxmlformats.org/officeDocument/2006/relationships/customXml" Target="../ink/ink29.xml"/><Relationship Id="rId48" Type="http://schemas.openxmlformats.org/officeDocument/2006/relationships/image" Target="../media/image34.png"/><Relationship Id="rId56" Type="http://schemas.openxmlformats.org/officeDocument/2006/relationships/image" Target="../media/image38.png"/><Relationship Id="rId64" Type="http://schemas.openxmlformats.org/officeDocument/2006/relationships/image" Target="../media/image42.png"/><Relationship Id="rId69" Type="http://schemas.openxmlformats.org/officeDocument/2006/relationships/customXml" Target="../ink/ink42.xml"/><Relationship Id="rId77" Type="http://schemas.openxmlformats.org/officeDocument/2006/relationships/customXml" Target="../ink/ink46.xml"/><Relationship Id="rId8" Type="http://schemas.openxmlformats.org/officeDocument/2006/relationships/image" Target="../media/image14.png"/><Relationship Id="rId51" Type="http://schemas.openxmlformats.org/officeDocument/2006/relationships/customXml" Target="../ink/ink33.xml"/><Relationship Id="rId72" Type="http://schemas.openxmlformats.org/officeDocument/2006/relationships/image" Target="../media/image46.png"/><Relationship Id="rId80" Type="http://schemas.openxmlformats.org/officeDocument/2006/relationships/image" Target="../media/image50.png"/><Relationship Id="rId3" Type="http://schemas.openxmlformats.org/officeDocument/2006/relationships/customXml" Target="../ink/ink9.xml"/><Relationship Id="rId12" Type="http://schemas.openxmlformats.org/officeDocument/2006/relationships/image" Target="../media/image16.png"/><Relationship Id="rId17" Type="http://schemas.openxmlformats.org/officeDocument/2006/relationships/customXml" Target="../ink/ink16.xml"/><Relationship Id="rId25" Type="http://schemas.openxmlformats.org/officeDocument/2006/relationships/customXml" Target="../ink/ink20.xml"/><Relationship Id="rId33" Type="http://schemas.openxmlformats.org/officeDocument/2006/relationships/customXml" Target="../ink/ink24.xml"/><Relationship Id="rId38" Type="http://schemas.openxmlformats.org/officeDocument/2006/relationships/image" Target="../media/image29.png"/><Relationship Id="rId46" Type="http://schemas.openxmlformats.org/officeDocument/2006/relationships/image" Target="../media/image33.png"/><Relationship Id="rId59" Type="http://schemas.openxmlformats.org/officeDocument/2006/relationships/customXml" Target="../ink/ink37.xml"/><Relationship Id="rId67" Type="http://schemas.openxmlformats.org/officeDocument/2006/relationships/customXml" Target="../ink/ink41.xml"/><Relationship Id="rId20" Type="http://schemas.openxmlformats.org/officeDocument/2006/relationships/image" Target="../media/image20.png"/><Relationship Id="rId41" Type="http://schemas.openxmlformats.org/officeDocument/2006/relationships/customXml" Target="../ink/ink28.xml"/><Relationship Id="rId54" Type="http://schemas.openxmlformats.org/officeDocument/2006/relationships/image" Target="../media/image37.png"/><Relationship Id="rId62" Type="http://schemas.openxmlformats.org/officeDocument/2006/relationships/image" Target="../media/image41.png"/><Relationship Id="rId70" Type="http://schemas.openxmlformats.org/officeDocument/2006/relationships/image" Target="../media/image45.png"/><Relationship Id="rId75" Type="http://schemas.openxmlformats.org/officeDocument/2006/relationships/customXml" Target="../ink/ink45.xml"/><Relationship Id="rId83" Type="http://schemas.openxmlformats.org/officeDocument/2006/relationships/customXml" Target="../ink/ink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5" Type="http://schemas.openxmlformats.org/officeDocument/2006/relationships/customXml" Target="../ink/ink15.xml"/><Relationship Id="rId23" Type="http://schemas.openxmlformats.org/officeDocument/2006/relationships/customXml" Target="../ink/ink19.xml"/><Relationship Id="rId28" Type="http://schemas.openxmlformats.org/officeDocument/2006/relationships/image" Target="../media/image24.png"/><Relationship Id="rId36" Type="http://schemas.openxmlformats.org/officeDocument/2006/relationships/image" Target="../media/image28.png"/><Relationship Id="rId49" Type="http://schemas.openxmlformats.org/officeDocument/2006/relationships/customXml" Target="../ink/ink32.xml"/><Relationship Id="rId57" Type="http://schemas.openxmlformats.org/officeDocument/2006/relationships/customXml" Target="../ink/ink3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customXml" Target="../ink/ink55.xml"/><Relationship Id="rId18" Type="http://schemas.openxmlformats.org/officeDocument/2006/relationships/image" Target="../media/image61.png"/><Relationship Id="rId26" Type="http://schemas.openxmlformats.org/officeDocument/2006/relationships/image" Target="../media/image65.png"/><Relationship Id="rId3" Type="http://schemas.openxmlformats.org/officeDocument/2006/relationships/customXml" Target="../ink/ink50.xml"/><Relationship Id="rId21" Type="http://schemas.openxmlformats.org/officeDocument/2006/relationships/customXml" Target="../ink/ink59.xml"/><Relationship Id="rId7" Type="http://schemas.openxmlformats.org/officeDocument/2006/relationships/customXml" Target="../ink/ink52.xml"/><Relationship Id="rId12" Type="http://schemas.openxmlformats.org/officeDocument/2006/relationships/image" Target="../media/image58.png"/><Relationship Id="rId17" Type="http://schemas.openxmlformats.org/officeDocument/2006/relationships/customXml" Target="../ink/ink57.xml"/><Relationship Id="rId25" Type="http://schemas.openxmlformats.org/officeDocument/2006/relationships/customXml" Target="../ink/ink61.xml"/><Relationship Id="rId2" Type="http://schemas.openxmlformats.org/officeDocument/2006/relationships/image" Target="../media/image53.png"/><Relationship Id="rId16" Type="http://schemas.openxmlformats.org/officeDocument/2006/relationships/image" Target="../media/image60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customXml" Target="../ink/ink54.xml"/><Relationship Id="rId24" Type="http://schemas.openxmlformats.org/officeDocument/2006/relationships/image" Target="../media/image64.png"/><Relationship Id="rId5" Type="http://schemas.openxmlformats.org/officeDocument/2006/relationships/customXml" Target="../ink/ink51.xml"/><Relationship Id="rId15" Type="http://schemas.openxmlformats.org/officeDocument/2006/relationships/customXml" Target="../ink/ink56.xml"/><Relationship Id="rId23" Type="http://schemas.openxmlformats.org/officeDocument/2006/relationships/customXml" Target="../ink/ink60.xml"/><Relationship Id="rId10" Type="http://schemas.openxmlformats.org/officeDocument/2006/relationships/image" Target="../media/image57.png"/><Relationship Id="rId19" Type="http://schemas.openxmlformats.org/officeDocument/2006/relationships/customXml" Target="../ink/ink58.xml"/><Relationship Id="rId4" Type="http://schemas.openxmlformats.org/officeDocument/2006/relationships/image" Target="../media/image54.png"/><Relationship Id="rId9" Type="http://schemas.openxmlformats.org/officeDocument/2006/relationships/customXml" Target="../ink/ink53.xml"/><Relationship Id="rId14" Type="http://schemas.openxmlformats.org/officeDocument/2006/relationships/image" Target="../media/image59.png"/><Relationship Id="rId22" Type="http://schemas.openxmlformats.org/officeDocument/2006/relationships/image" Target="../media/image63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7.xml"/><Relationship Id="rId18" Type="http://schemas.openxmlformats.org/officeDocument/2006/relationships/image" Target="../media/image74.png"/><Relationship Id="rId26" Type="http://schemas.openxmlformats.org/officeDocument/2006/relationships/image" Target="../media/image78.png"/><Relationship Id="rId39" Type="http://schemas.openxmlformats.org/officeDocument/2006/relationships/customXml" Target="../ink/ink80.xml"/><Relationship Id="rId21" Type="http://schemas.openxmlformats.org/officeDocument/2006/relationships/customXml" Target="../ink/ink71.xml"/><Relationship Id="rId34" Type="http://schemas.openxmlformats.org/officeDocument/2006/relationships/image" Target="../media/image82.png"/><Relationship Id="rId42" Type="http://schemas.openxmlformats.org/officeDocument/2006/relationships/image" Target="../media/image86.png"/><Relationship Id="rId47" Type="http://schemas.openxmlformats.org/officeDocument/2006/relationships/customXml" Target="../ink/ink84.xml"/><Relationship Id="rId50" Type="http://schemas.openxmlformats.org/officeDocument/2006/relationships/image" Target="../media/image90.png"/><Relationship Id="rId55" Type="http://schemas.openxmlformats.org/officeDocument/2006/relationships/customXml" Target="../ink/ink88.xml"/><Relationship Id="rId7" Type="http://schemas.openxmlformats.org/officeDocument/2006/relationships/customXml" Target="../ink/ink64.xml"/><Relationship Id="rId12" Type="http://schemas.openxmlformats.org/officeDocument/2006/relationships/image" Target="../media/image71.png"/><Relationship Id="rId17" Type="http://schemas.openxmlformats.org/officeDocument/2006/relationships/customXml" Target="../ink/ink69.xml"/><Relationship Id="rId25" Type="http://schemas.openxmlformats.org/officeDocument/2006/relationships/customXml" Target="../ink/ink73.xml"/><Relationship Id="rId33" Type="http://schemas.openxmlformats.org/officeDocument/2006/relationships/customXml" Target="../ink/ink77.xml"/><Relationship Id="rId38" Type="http://schemas.openxmlformats.org/officeDocument/2006/relationships/image" Target="../media/image84.png"/><Relationship Id="rId46" Type="http://schemas.openxmlformats.org/officeDocument/2006/relationships/image" Target="../media/image88.png"/><Relationship Id="rId2" Type="http://schemas.openxmlformats.org/officeDocument/2006/relationships/image" Target="../media/image66.png"/><Relationship Id="rId16" Type="http://schemas.openxmlformats.org/officeDocument/2006/relationships/image" Target="../media/image73.png"/><Relationship Id="rId20" Type="http://schemas.openxmlformats.org/officeDocument/2006/relationships/image" Target="../media/image75.png"/><Relationship Id="rId29" Type="http://schemas.openxmlformats.org/officeDocument/2006/relationships/customXml" Target="../ink/ink75.xml"/><Relationship Id="rId41" Type="http://schemas.openxmlformats.org/officeDocument/2006/relationships/customXml" Target="../ink/ink81.xml"/><Relationship Id="rId54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customXml" Target="../ink/ink66.xml"/><Relationship Id="rId24" Type="http://schemas.openxmlformats.org/officeDocument/2006/relationships/image" Target="../media/image77.png"/><Relationship Id="rId32" Type="http://schemas.openxmlformats.org/officeDocument/2006/relationships/image" Target="../media/image81.png"/><Relationship Id="rId37" Type="http://schemas.openxmlformats.org/officeDocument/2006/relationships/customXml" Target="../ink/ink79.xml"/><Relationship Id="rId40" Type="http://schemas.openxmlformats.org/officeDocument/2006/relationships/image" Target="../media/image85.png"/><Relationship Id="rId45" Type="http://schemas.openxmlformats.org/officeDocument/2006/relationships/customXml" Target="../ink/ink83.xml"/><Relationship Id="rId53" Type="http://schemas.openxmlformats.org/officeDocument/2006/relationships/customXml" Target="../ink/ink87.xml"/><Relationship Id="rId58" Type="http://schemas.openxmlformats.org/officeDocument/2006/relationships/image" Target="../media/image94.png"/><Relationship Id="rId5" Type="http://schemas.openxmlformats.org/officeDocument/2006/relationships/customXml" Target="../ink/ink63.xml"/><Relationship Id="rId15" Type="http://schemas.openxmlformats.org/officeDocument/2006/relationships/customXml" Target="../ink/ink68.xml"/><Relationship Id="rId23" Type="http://schemas.openxmlformats.org/officeDocument/2006/relationships/customXml" Target="../ink/ink72.xml"/><Relationship Id="rId28" Type="http://schemas.openxmlformats.org/officeDocument/2006/relationships/image" Target="../media/image79.png"/><Relationship Id="rId36" Type="http://schemas.openxmlformats.org/officeDocument/2006/relationships/image" Target="../media/image83.png"/><Relationship Id="rId49" Type="http://schemas.openxmlformats.org/officeDocument/2006/relationships/customXml" Target="../ink/ink85.xml"/><Relationship Id="rId57" Type="http://schemas.openxmlformats.org/officeDocument/2006/relationships/customXml" Target="../ink/ink89.xml"/><Relationship Id="rId10" Type="http://schemas.openxmlformats.org/officeDocument/2006/relationships/image" Target="../media/image70.png"/><Relationship Id="rId19" Type="http://schemas.openxmlformats.org/officeDocument/2006/relationships/customXml" Target="../ink/ink70.xml"/><Relationship Id="rId31" Type="http://schemas.openxmlformats.org/officeDocument/2006/relationships/customXml" Target="../ink/ink76.xml"/><Relationship Id="rId44" Type="http://schemas.openxmlformats.org/officeDocument/2006/relationships/image" Target="../media/image87.png"/><Relationship Id="rId52" Type="http://schemas.openxmlformats.org/officeDocument/2006/relationships/image" Target="../media/image91.png"/><Relationship Id="rId4" Type="http://schemas.openxmlformats.org/officeDocument/2006/relationships/image" Target="../media/image67.png"/><Relationship Id="rId9" Type="http://schemas.openxmlformats.org/officeDocument/2006/relationships/customXml" Target="../ink/ink65.xml"/><Relationship Id="rId14" Type="http://schemas.openxmlformats.org/officeDocument/2006/relationships/image" Target="../media/image72.png"/><Relationship Id="rId22" Type="http://schemas.openxmlformats.org/officeDocument/2006/relationships/image" Target="../media/image76.png"/><Relationship Id="rId27" Type="http://schemas.openxmlformats.org/officeDocument/2006/relationships/customXml" Target="../ink/ink74.xml"/><Relationship Id="rId30" Type="http://schemas.openxmlformats.org/officeDocument/2006/relationships/image" Target="../media/image80.png"/><Relationship Id="rId35" Type="http://schemas.openxmlformats.org/officeDocument/2006/relationships/customXml" Target="../ink/ink78.xml"/><Relationship Id="rId43" Type="http://schemas.openxmlformats.org/officeDocument/2006/relationships/customXml" Target="../ink/ink82.xml"/><Relationship Id="rId48" Type="http://schemas.openxmlformats.org/officeDocument/2006/relationships/image" Target="../media/image89.png"/><Relationship Id="rId56" Type="http://schemas.openxmlformats.org/officeDocument/2006/relationships/image" Target="../media/image93.png"/><Relationship Id="rId8" Type="http://schemas.openxmlformats.org/officeDocument/2006/relationships/image" Target="../media/image69.png"/><Relationship Id="rId51" Type="http://schemas.openxmlformats.org/officeDocument/2006/relationships/customXml" Target="../ink/ink86.xml"/><Relationship Id="rId3" Type="http://schemas.openxmlformats.org/officeDocument/2006/relationships/customXml" Target="../ink/ink6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8C0D77-F77B-E7EC-B0C9-A77A56F09CD1}"/>
              </a:ext>
            </a:extLst>
          </p:cNvPr>
          <p:cNvSpPr txBox="1"/>
          <p:nvPr/>
        </p:nvSpPr>
        <p:spPr>
          <a:xfrm>
            <a:off x="68580" y="751295"/>
            <a:ext cx="120548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2700"/>
              </a:spcBef>
              <a:spcAft>
                <a:spcPts val="900"/>
              </a:spcAft>
              <a:buNone/>
            </a:pPr>
            <a:r>
              <a:rPr lang="en-US" sz="28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Project Title: AI-Powered RAG System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endParaRPr lang="en-US" sz="2800" b="1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iri"/>
            </a:endParaRPr>
          </a:p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8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The Problem:</a:t>
            </a:r>
            <a:r>
              <a:rPr lang="en-US" sz="28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 Professors / Researchers spend hours reading abstract papers to see if they are relevant to their syllabus or ongoing research grants.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br>
              <a:rPr lang="en-US" sz="28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</a:br>
            <a:r>
              <a:rPr lang="en-US" sz="2800" b="1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The Solution:</a:t>
            </a:r>
            <a:r>
              <a:rPr lang="en-US" sz="28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iri"/>
              </a:rPr>
              <a:t> 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iri"/>
              </a:rPr>
              <a:t>A system where researcher can chat with the paper</a:t>
            </a:r>
            <a:endParaRPr lang="en-US" sz="2800" b="0" u="none" strike="noStrike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iri"/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23222-D82D-2B38-F200-E30FCD64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F6D1A4-B1F8-434C-AB25-63DCC93A9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329" y="0"/>
            <a:ext cx="7602206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63F19B1-4909-0F08-1D51-E860017C468F}"/>
              </a:ext>
            </a:extLst>
          </p:cNvPr>
          <p:cNvGrpSpPr/>
          <p:nvPr/>
        </p:nvGrpSpPr>
        <p:grpSpPr>
          <a:xfrm>
            <a:off x="5792040" y="932976"/>
            <a:ext cx="482040" cy="313200"/>
            <a:chOff x="4795344" y="932976"/>
            <a:chExt cx="482040" cy="31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3E97D4E-2E53-9653-C65D-B0889839F800}"/>
                    </a:ext>
                  </a:extLst>
                </p14:cNvPr>
                <p14:cNvContentPartPr/>
                <p14:nvPr/>
              </p14:nvContentPartPr>
              <p14:xfrm>
                <a:off x="5019984" y="1013256"/>
                <a:ext cx="36000" cy="179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3E97D4E-2E53-9653-C65D-B0889839F80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01984" y="995256"/>
                  <a:ext cx="71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1BE9119-8ABE-23B5-62BC-4820DF0C662D}"/>
                    </a:ext>
                  </a:extLst>
                </p14:cNvPr>
                <p14:cNvContentPartPr/>
                <p14:nvPr/>
              </p14:nvContentPartPr>
              <p14:xfrm>
                <a:off x="4795344" y="932976"/>
                <a:ext cx="482040" cy="313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1BE9119-8ABE-23B5-62BC-4820DF0C662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77704" y="914976"/>
                  <a:ext cx="517680" cy="34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E0C896-D198-6B3B-B30F-666E07094707}"/>
              </a:ext>
            </a:extLst>
          </p:cNvPr>
          <p:cNvGrpSpPr/>
          <p:nvPr/>
        </p:nvGrpSpPr>
        <p:grpSpPr>
          <a:xfrm>
            <a:off x="6249240" y="5877576"/>
            <a:ext cx="834840" cy="915480"/>
            <a:chOff x="5252544" y="5877576"/>
            <a:chExt cx="834840" cy="91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36D003C-E10F-6F32-32DA-348114EEBBF0}"/>
                    </a:ext>
                  </a:extLst>
                </p14:cNvPr>
                <p14:cNvContentPartPr/>
                <p14:nvPr/>
              </p14:nvContentPartPr>
              <p14:xfrm>
                <a:off x="5634144" y="6528096"/>
                <a:ext cx="318240" cy="172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36D003C-E10F-6F32-32DA-348114EEBBF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16144" y="6510456"/>
                  <a:ext cx="3538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F421564-DE68-2FC1-3D2C-7BA1127A561A}"/>
                    </a:ext>
                  </a:extLst>
                </p14:cNvPr>
                <p14:cNvContentPartPr/>
                <p14:nvPr/>
              </p14:nvContentPartPr>
              <p14:xfrm>
                <a:off x="5471424" y="6379776"/>
                <a:ext cx="615960" cy="413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F421564-DE68-2FC1-3D2C-7BA1127A561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53424" y="6361776"/>
                  <a:ext cx="65160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406FB71-6293-E6F9-4FAF-ABE9FCAAEF44}"/>
                    </a:ext>
                  </a:extLst>
                </p14:cNvPr>
                <p14:cNvContentPartPr/>
                <p14:nvPr/>
              </p14:nvContentPartPr>
              <p14:xfrm>
                <a:off x="5434704" y="5987376"/>
                <a:ext cx="164160" cy="152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406FB71-6293-E6F9-4FAF-ABE9FCAAEF4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416704" y="5969736"/>
                  <a:ext cx="199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5BAF799-F8C8-62C6-426D-2439511E23AC}"/>
                    </a:ext>
                  </a:extLst>
                </p14:cNvPr>
                <p14:cNvContentPartPr/>
                <p14:nvPr/>
              </p14:nvContentPartPr>
              <p14:xfrm>
                <a:off x="5252544" y="5877576"/>
                <a:ext cx="516600" cy="369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5BAF799-F8C8-62C6-426D-2439511E23A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34544" y="5859576"/>
                  <a:ext cx="552240" cy="40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06E6F2-D74B-4DE0-2D6C-CB1451CC0F59}"/>
              </a:ext>
            </a:extLst>
          </p:cNvPr>
          <p:cNvGrpSpPr/>
          <p:nvPr/>
        </p:nvGrpSpPr>
        <p:grpSpPr>
          <a:xfrm>
            <a:off x="4425480" y="4760496"/>
            <a:ext cx="619560" cy="360720"/>
            <a:chOff x="3428784" y="4760496"/>
            <a:chExt cx="619560" cy="36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5D3DA9-FDE4-E153-029E-854ADF306D43}"/>
                    </a:ext>
                  </a:extLst>
                </p14:cNvPr>
                <p14:cNvContentPartPr/>
                <p14:nvPr/>
              </p14:nvContentPartPr>
              <p14:xfrm>
                <a:off x="3582504" y="4847256"/>
                <a:ext cx="237240" cy="204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5D3DA9-FDE4-E153-029E-854ADF306D4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64504" y="4829256"/>
                  <a:ext cx="2728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40702C-E3A7-B855-F9CC-51107C6BA489}"/>
                    </a:ext>
                  </a:extLst>
                </p14:cNvPr>
                <p14:cNvContentPartPr/>
                <p14:nvPr/>
              </p14:nvContentPartPr>
              <p14:xfrm>
                <a:off x="3428784" y="4760496"/>
                <a:ext cx="619560" cy="360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40702C-E3A7-B855-F9CC-51107C6BA48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10784" y="4742496"/>
                  <a:ext cx="655200" cy="396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49476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EF6DB-EAF4-DE69-61AB-AAB6CA882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C20D57-DEFB-C388-F66E-D9DEA2196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6414"/>
            <a:ext cx="12192000" cy="525506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968506A-D6E4-E7E3-AEE3-F5F62575DB1B}"/>
              </a:ext>
            </a:extLst>
          </p:cNvPr>
          <p:cNvGrpSpPr/>
          <p:nvPr/>
        </p:nvGrpSpPr>
        <p:grpSpPr>
          <a:xfrm>
            <a:off x="568944" y="2876976"/>
            <a:ext cx="3959640" cy="1311480"/>
            <a:chOff x="568944" y="2876976"/>
            <a:chExt cx="3959640" cy="131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5FDB4BC-745C-EEDE-4EB0-844DDC6FC64B}"/>
                    </a:ext>
                  </a:extLst>
                </p14:cNvPr>
                <p14:cNvContentPartPr/>
                <p14:nvPr/>
              </p14:nvContentPartPr>
              <p14:xfrm>
                <a:off x="568944" y="2876976"/>
                <a:ext cx="3842640" cy="1276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5FDB4BC-745C-EEDE-4EB0-844DDC6FC64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0944" y="2858976"/>
                  <a:ext cx="3878280" cy="13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A03A790-FBF0-1AFD-9088-BD6A789118AA}"/>
                    </a:ext>
                  </a:extLst>
                </p14:cNvPr>
                <p14:cNvContentPartPr/>
                <p14:nvPr/>
              </p14:nvContentPartPr>
              <p14:xfrm>
                <a:off x="4175784" y="4028256"/>
                <a:ext cx="352800" cy="160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A03A790-FBF0-1AFD-9088-BD6A789118A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157784" y="4010256"/>
                  <a:ext cx="388440" cy="19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5DD11A9-E9E8-7617-E0D8-152CE2593BBB}"/>
                  </a:ext>
                </a:extLst>
              </p14:cNvPr>
              <p14:cNvContentPartPr/>
              <p14:nvPr/>
            </p14:nvContentPartPr>
            <p14:xfrm>
              <a:off x="2993544" y="2075616"/>
              <a:ext cx="441000" cy="273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5DD11A9-E9E8-7617-E0D8-152CE2593B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75904" y="2057976"/>
                <a:ext cx="476640" cy="30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5A48D14-3164-8218-BFC7-529735F94D7F}"/>
              </a:ext>
            </a:extLst>
          </p:cNvPr>
          <p:cNvGrpSpPr/>
          <p:nvPr/>
        </p:nvGrpSpPr>
        <p:grpSpPr>
          <a:xfrm>
            <a:off x="2570184" y="3291336"/>
            <a:ext cx="319320" cy="245520"/>
            <a:chOff x="2570184" y="3291336"/>
            <a:chExt cx="319320" cy="24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CDE8EF0-4CEC-70A7-FF92-64F191CB1FC7}"/>
                    </a:ext>
                  </a:extLst>
                </p14:cNvPr>
                <p14:cNvContentPartPr/>
                <p14:nvPr/>
              </p14:nvContentPartPr>
              <p14:xfrm>
                <a:off x="2733264" y="3362976"/>
                <a:ext cx="13320" cy="86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CDE8EF0-4CEC-70A7-FF92-64F191CB1FC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15264" y="3345336"/>
                  <a:ext cx="489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767FCFE-35F4-6253-53A8-3402181DCC4F}"/>
                    </a:ext>
                  </a:extLst>
                </p14:cNvPr>
                <p14:cNvContentPartPr/>
                <p14:nvPr/>
              </p14:nvContentPartPr>
              <p14:xfrm>
                <a:off x="2570184" y="3291336"/>
                <a:ext cx="319320" cy="245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767FCFE-35F4-6253-53A8-3402181DCC4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52184" y="3273336"/>
                  <a:ext cx="35496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0F4264D-33CD-0492-84D5-D10911DFC9E0}"/>
              </a:ext>
            </a:extLst>
          </p:cNvPr>
          <p:cNvGrpSpPr/>
          <p:nvPr/>
        </p:nvGrpSpPr>
        <p:grpSpPr>
          <a:xfrm>
            <a:off x="6797304" y="1888056"/>
            <a:ext cx="500760" cy="345600"/>
            <a:chOff x="6797304" y="1888056"/>
            <a:chExt cx="500760" cy="3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33F107B-70D3-998F-A629-FC2D7D038498}"/>
                    </a:ext>
                  </a:extLst>
                </p14:cNvPr>
                <p14:cNvContentPartPr/>
                <p14:nvPr/>
              </p14:nvContentPartPr>
              <p14:xfrm>
                <a:off x="6967584" y="1986696"/>
                <a:ext cx="254880" cy="140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33F107B-70D3-998F-A629-FC2D7D03849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949584" y="1969056"/>
                  <a:ext cx="2905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E7911D8-2476-5E90-46B3-78DA4AC90DE2}"/>
                    </a:ext>
                  </a:extLst>
                </p14:cNvPr>
                <p14:cNvContentPartPr/>
                <p14:nvPr/>
              </p14:nvContentPartPr>
              <p14:xfrm>
                <a:off x="6797304" y="1888056"/>
                <a:ext cx="500760" cy="345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E7911D8-2476-5E90-46B3-78DA4AC90DE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79304" y="1870056"/>
                  <a:ext cx="536400" cy="38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B192F3A-D8F2-B27B-A2E6-3845681906FC}"/>
              </a:ext>
            </a:extLst>
          </p:cNvPr>
          <p:cNvGrpSpPr/>
          <p:nvPr/>
        </p:nvGrpSpPr>
        <p:grpSpPr>
          <a:xfrm>
            <a:off x="6648624" y="2397816"/>
            <a:ext cx="1950840" cy="319320"/>
            <a:chOff x="6648624" y="2397816"/>
            <a:chExt cx="1950840" cy="31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6DC2546-A672-24FD-6416-CF901B2133FC}"/>
                    </a:ext>
                  </a:extLst>
                </p14:cNvPr>
                <p14:cNvContentPartPr/>
                <p14:nvPr/>
              </p14:nvContentPartPr>
              <p14:xfrm>
                <a:off x="6648624" y="2451816"/>
                <a:ext cx="192600" cy="21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6DC2546-A672-24FD-6416-CF901B2133F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30984" y="2433816"/>
                  <a:ext cx="2282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487A334-509F-AAA0-31D6-A4DD6C02C313}"/>
                    </a:ext>
                  </a:extLst>
                </p14:cNvPr>
                <p14:cNvContentPartPr/>
                <p14:nvPr/>
              </p14:nvContentPartPr>
              <p14:xfrm>
                <a:off x="6728904" y="2473776"/>
                <a:ext cx="45000" cy="199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487A334-509F-AAA0-31D6-A4DD6C02C31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10904" y="2456136"/>
                  <a:ext cx="80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7E6CFA1-A72C-F408-FF1E-3EC7F7EDC4E9}"/>
                    </a:ext>
                  </a:extLst>
                </p14:cNvPr>
                <p14:cNvContentPartPr/>
                <p14:nvPr/>
              </p14:nvContentPartPr>
              <p14:xfrm>
                <a:off x="6876144" y="2397816"/>
                <a:ext cx="607680" cy="274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7E6CFA1-A72C-F408-FF1E-3EC7F7EDC4E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58504" y="2380176"/>
                  <a:ext cx="64332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612703E-67A0-F069-1BEF-744420D1514D}"/>
                    </a:ext>
                  </a:extLst>
                </p14:cNvPr>
                <p14:cNvContentPartPr/>
                <p14:nvPr/>
              </p14:nvContentPartPr>
              <p14:xfrm>
                <a:off x="7704504" y="2408976"/>
                <a:ext cx="160560" cy="189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612703E-67A0-F069-1BEF-744420D1514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86504" y="2390976"/>
                  <a:ext cx="1962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4107C34-A816-A5CE-AB1E-7ADE4600199C}"/>
                    </a:ext>
                  </a:extLst>
                </p14:cNvPr>
                <p14:cNvContentPartPr/>
                <p14:nvPr/>
              </p14:nvContentPartPr>
              <p14:xfrm>
                <a:off x="8029584" y="2453616"/>
                <a:ext cx="230400" cy="123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4107C34-A816-A5CE-AB1E-7ADE4600199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011584" y="2435976"/>
                  <a:ext cx="266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EB9DF8E-17AA-9E45-B786-6EC2C95D959D}"/>
                    </a:ext>
                  </a:extLst>
                </p14:cNvPr>
                <p14:cNvContentPartPr/>
                <p14:nvPr/>
              </p14:nvContentPartPr>
              <p14:xfrm>
                <a:off x="8310744" y="2487096"/>
                <a:ext cx="34560" cy="71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EB9DF8E-17AA-9E45-B786-6EC2C95D959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93104" y="2469456"/>
                  <a:ext cx="70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33F2478-47A3-9999-0078-D42E3AF91964}"/>
                    </a:ext>
                  </a:extLst>
                </p14:cNvPr>
                <p14:cNvContentPartPr/>
                <p14:nvPr/>
              </p14:nvContentPartPr>
              <p14:xfrm>
                <a:off x="8316144" y="2430576"/>
                <a:ext cx="5040" cy="7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33F2478-47A3-9999-0078-D42E3AF9196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298144" y="2412936"/>
                  <a:ext cx="40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86BA021-44C8-ADFA-846F-4552A828723C}"/>
                    </a:ext>
                  </a:extLst>
                </p14:cNvPr>
                <p14:cNvContentPartPr/>
                <p14:nvPr/>
              </p14:nvContentPartPr>
              <p14:xfrm>
                <a:off x="8405424" y="2462256"/>
                <a:ext cx="135720" cy="99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86BA021-44C8-ADFA-846F-4552A828723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87784" y="2444616"/>
                  <a:ext cx="17136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DFF6120-59A7-3D96-6747-A8C8F3EF3701}"/>
                    </a:ext>
                  </a:extLst>
                </p14:cNvPr>
                <p14:cNvContentPartPr/>
                <p14:nvPr/>
              </p14:nvContentPartPr>
              <p14:xfrm>
                <a:off x="8056224" y="2595816"/>
                <a:ext cx="506880" cy="84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DFF6120-59A7-3D96-6747-A8C8F3EF370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038224" y="2577816"/>
                  <a:ext cx="542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02F20E4-8153-8071-E732-0419A60C7880}"/>
                    </a:ext>
                  </a:extLst>
                </p14:cNvPr>
                <p14:cNvContentPartPr/>
                <p14:nvPr/>
              </p14:nvContentPartPr>
              <p14:xfrm>
                <a:off x="8099424" y="2641896"/>
                <a:ext cx="500040" cy="75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02F20E4-8153-8071-E732-0419A60C788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81784" y="2623896"/>
                  <a:ext cx="53568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C139A44-2CAC-0859-DF82-F15E08C15638}"/>
              </a:ext>
            </a:extLst>
          </p:cNvPr>
          <p:cNvGrpSpPr/>
          <p:nvPr/>
        </p:nvGrpSpPr>
        <p:grpSpPr>
          <a:xfrm>
            <a:off x="10284984" y="2032056"/>
            <a:ext cx="1663920" cy="1694520"/>
            <a:chOff x="10284984" y="2032056"/>
            <a:chExt cx="1663920" cy="169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5B1E9F3-87E5-B495-1E97-03852A6F0152}"/>
                    </a:ext>
                  </a:extLst>
                </p14:cNvPr>
                <p14:cNvContentPartPr/>
                <p14:nvPr/>
              </p14:nvContentPartPr>
              <p14:xfrm>
                <a:off x="11447064" y="2032056"/>
                <a:ext cx="501840" cy="374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5B1E9F3-87E5-B495-1E97-03852A6F015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429424" y="2014416"/>
                  <a:ext cx="53748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6279DDF-AC11-5C81-C06E-C616CFBFB296}"/>
                    </a:ext>
                  </a:extLst>
                </p14:cNvPr>
                <p14:cNvContentPartPr/>
                <p14:nvPr/>
              </p14:nvContentPartPr>
              <p14:xfrm>
                <a:off x="11145384" y="2471616"/>
                <a:ext cx="389520" cy="417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6279DDF-AC11-5C81-C06E-C616CFBFB29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127744" y="2453976"/>
                  <a:ext cx="42516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DD0CE1F-F08E-DCE1-C42F-67FA43D8B9CC}"/>
                    </a:ext>
                  </a:extLst>
                </p14:cNvPr>
                <p14:cNvContentPartPr/>
                <p14:nvPr/>
              </p14:nvContentPartPr>
              <p14:xfrm>
                <a:off x="10387584" y="2971296"/>
                <a:ext cx="211680" cy="205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DD0CE1F-F08E-DCE1-C42F-67FA43D8B9C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69584" y="2953656"/>
                  <a:ext cx="2473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AA7B5C8-A02C-272E-3128-A6A63F69ABC8}"/>
                    </a:ext>
                  </a:extLst>
                </p14:cNvPr>
                <p14:cNvContentPartPr/>
                <p14:nvPr/>
              </p14:nvContentPartPr>
              <p14:xfrm>
                <a:off x="10284984" y="2846016"/>
                <a:ext cx="430560" cy="416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AA7B5C8-A02C-272E-3128-A6A63F69ABC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267344" y="2828016"/>
                  <a:ext cx="4662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7AEEB0D-022A-C5A4-BEE2-A65CD7266B57}"/>
                    </a:ext>
                  </a:extLst>
                </p14:cNvPr>
                <p14:cNvContentPartPr/>
                <p14:nvPr/>
              </p14:nvContentPartPr>
              <p14:xfrm>
                <a:off x="10889424" y="3011976"/>
                <a:ext cx="210960" cy="14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7AEEB0D-022A-C5A4-BEE2-A65CD7266B5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871784" y="2993976"/>
                  <a:ext cx="2466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92016D-E648-7D8E-1F8E-766B4DC2B127}"/>
                    </a:ext>
                  </a:extLst>
                </p14:cNvPr>
                <p14:cNvContentPartPr/>
                <p14:nvPr/>
              </p14:nvContentPartPr>
              <p14:xfrm>
                <a:off x="10954224" y="3032136"/>
                <a:ext cx="32760" cy="194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92016D-E648-7D8E-1F8E-766B4DC2B12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936584" y="3014496"/>
                  <a:ext cx="68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BC84F71-A0C4-3941-FB7D-8E9173CC0B84}"/>
                    </a:ext>
                  </a:extLst>
                </p14:cNvPr>
                <p14:cNvContentPartPr/>
                <p14:nvPr/>
              </p14:nvContentPartPr>
              <p14:xfrm>
                <a:off x="11139624" y="2997576"/>
                <a:ext cx="297720" cy="255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BC84F71-A0C4-3941-FB7D-8E9173CC0B8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121984" y="2979576"/>
                  <a:ext cx="3333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70C35C-1ACC-7DE1-90A6-85E6172463A6}"/>
                    </a:ext>
                  </a:extLst>
                </p14:cNvPr>
                <p14:cNvContentPartPr/>
                <p14:nvPr/>
              </p14:nvContentPartPr>
              <p14:xfrm>
                <a:off x="11310264" y="3076776"/>
                <a:ext cx="6480" cy="8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70C35C-1ACC-7DE1-90A6-85E6172463A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292264" y="3058776"/>
                  <a:ext cx="42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E803C2A-7AB7-5446-9E6C-0BF49F0FD28F}"/>
                    </a:ext>
                  </a:extLst>
                </p14:cNvPr>
                <p14:cNvContentPartPr/>
                <p14:nvPr/>
              </p14:nvContentPartPr>
              <p14:xfrm>
                <a:off x="11383344" y="3127536"/>
                <a:ext cx="249840" cy="154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E803C2A-7AB7-5446-9E6C-0BF49F0FD28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365704" y="3109896"/>
                  <a:ext cx="285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8DC80C2-E68D-E549-43B1-9EE03F249BE5}"/>
                    </a:ext>
                  </a:extLst>
                </p14:cNvPr>
                <p14:cNvContentPartPr/>
                <p14:nvPr/>
              </p14:nvContentPartPr>
              <p14:xfrm>
                <a:off x="10472184" y="3375576"/>
                <a:ext cx="293760" cy="310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8DC80C2-E68D-E549-43B1-9EE03F249BE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454184" y="3357936"/>
                  <a:ext cx="3294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EA6088B-F0C3-634A-A833-9AD229C05CEA}"/>
                    </a:ext>
                  </a:extLst>
                </p14:cNvPr>
                <p14:cNvContentPartPr/>
                <p14:nvPr/>
              </p14:nvContentPartPr>
              <p14:xfrm>
                <a:off x="10799064" y="3573576"/>
                <a:ext cx="181080" cy="80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EA6088B-F0C3-634A-A833-9AD229C05CE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781064" y="3555576"/>
                  <a:ext cx="2167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A741E58-C286-44C0-E2F5-FAFBB718A562}"/>
                    </a:ext>
                  </a:extLst>
                </p14:cNvPr>
                <p14:cNvContentPartPr/>
                <p14:nvPr/>
              </p14:nvContentPartPr>
              <p14:xfrm>
                <a:off x="11073384" y="3437496"/>
                <a:ext cx="175320" cy="2426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A741E58-C286-44C0-E2F5-FAFBB718A56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055384" y="3419496"/>
                  <a:ext cx="2109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D3B7980-5CCA-9D18-1A6B-4D8829E6A6A9}"/>
                    </a:ext>
                  </a:extLst>
                </p14:cNvPr>
                <p14:cNvContentPartPr/>
                <p14:nvPr/>
              </p14:nvContentPartPr>
              <p14:xfrm>
                <a:off x="11026944" y="3550176"/>
                <a:ext cx="192960" cy="270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D3B7980-5CCA-9D18-1A6B-4D8829E6A6A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009304" y="3532536"/>
                  <a:ext cx="2286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96E91D7-DE1A-04B0-EE59-3A80726C66E7}"/>
                    </a:ext>
                  </a:extLst>
                </p14:cNvPr>
                <p14:cNvContentPartPr/>
                <p14:nvPr/>
              </p14:nvContentPartPr>
              <p14:xfrm>
                <a:off x="11312784" y="3604896"/>
                <a:ext cx="259920" cy="121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96E91D7-DE1A-04B0-EE59-3A80726C66E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294784" y="3587256"/>
                  <a:ext cx="29556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B2DBBBE-E5BD-C799-820F-584138AECD6D}"/>
              </a:ext>
            </a:extLst>
          </p:cNvPr>
          <p:cNvGrpSpPr/>
          <p:nvPr/>
        </p:nvGrpSpPr>
        <p:grpSpPr>
          <a:xfrm>
            <a:off x="10267704" y="3888936"/>
            <a:ext cx="371880" cy="217080"/>
            <a:chOff x="10267704" y="3888936"/>
            <a:chExt cx="371880" cy="21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E2FC8DD-BDD2-DBEB-CDF9-2BB05DD14BD4}"/>
                    </a:ext>
                  </a:extLst>
                </p14:cNvPr>
                <p14:cNvContentPartPr/>
                <p14:nvPr/>
              </p14:nvContentPartPr>
              <p14:xfrm>
                <a:off x="10267704" y="3993336"/>
                <a:ext cx="19080" cy="108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E2FC8DD-BDD2-DBEB-CDF9-2BB05DD14BD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249704" y="3975336"/>
                  <a:ext cx="547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33DD94F-CC69-1E73-EBAE-539DD9EDB40F}"/>
                    </a:ext>
                  </a:extLst>
                </p14:cNvPr>
                <p14:cNvContentPartPr/>
                <p14:nvPr/>
              </p14:nvContentPartPr>
              <p14:xfrm>
                <a:off x="10273824" y="3888936"/>
                <a:ext cx="24120" cy="136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33DD94F-CC69-1E73-EBAE-539DD9EDB40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255824" y="3871296"/>
                  <a:ext cx="59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81370BA-1E78-A9E4-BE36-C2DB182D34ED}"/>
                    </a:ext>
                  </a:extLst>
                </p14:cNvPr>
                <p14:cNvContentPartPr/>
                <p14:nvPr/>
              </p14:nvContentPartPr>
              <p14:xfrm>
                <a:off x="10354824" y="3998376"/>
                <a:ext cx="284760" cy="107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81370BA-1E78-A9E4-BE36-C2DB182D34E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37184" y="3980376"/>
                  <a:ext cx="32040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287FB49-9E06-8A4C-33F4-C79174E0D692}"/>
              </a:ext>
            </a:extLst>
          </p:cNvPr>
          <p:cNvGrpSpPr/>
          <p:nvPr/>
        </p:nvGrpSpPr>
        <p:grpSpPr>
          <a:xfrm>
            <a:off x="10952424" y="3843216"/>
            <a:ext cx="1171800" cy="448920"/>
            <a:chOff x="10952424" y="3843216"/>
            <a:chExt cx="117180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C7240F6-8E91-86DA-2840-7D06D86A70CB}"/>
                    </a:ext>
                  </a:extLst>
                </p14:cNvPr>
                <p14:cNvContentPartPr/>
                <p14:nvPr/>
              </p14:nvContentPartPr>
              <p14:xfrm>
                <a:off x="10952424" y="3843216"/>
                <a:ext cx="273600" cy="273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C7240F6-8E91-86DA-2840-7D06D86A70C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934784" y="3825576"/>
                  <a:ext cx="3092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C30CFFE-153D-043F-6B3A-6296DDC834EA}"/>
                    </a:ext>
                  </a:extLst>
                </p14:cNvPr>
                <p14:cNvContentPartPr/>
                <p14:nvPr/>
              </p14:nvContentPartPr>
              <p14:xfrm>
                <a:off x="11345184" y="4043736"/>
                <a:ext cx="34920" cy="759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C30CFFE-153D-043F-6B3A-6296DDC834E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327184" y="4025736"/>
                  <a:ext cx="70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F1A95CF-6E3D-0FE9-2771-A900D55E73AB}"/>
                    </a:ext>
                  </a:extLst>
                </p14:cNvPr>
                <p14:cNvContentPartPr/>
                <p14:nvPr/>
              </p14:nvContentPartPr>
              <p14:xfrm>
                <a:off x="11343024" y="3924576"/>
                <a:ext cx="18000" cy="24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F1A95CF-6E3D-0FE9-2771-A900D55E73A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325384" y="3906576"/>
                  <a:ext cx="536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28A058C-88D4-81A7-4FDF-A862EE443F16}"/>
                    </a:ext>
                  </a:extLst>
                </p14:cNvPr>
                <p14:cNvContentPartPr/>
                <p14:nvPr/>
              </p14:nvContentPartPr>
              <p14:xfrm>
                <a:off x="11430144" y="3966336"/>
                <a:ext cx="198720" cy="137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28A058C-88D4-81A7-4FDF-A862EE443F1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412144" y="3948336"/>
                  <a:ext cx="2343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FEDBF61-DAD6-2D67-CBC0-CC2941358BEF}"/>
                    </a:ext>
                  </a:extLst>
                </p14:cNvPr>
                <p14:cNvContentPartPr/>
                <p14:nvPr/>
              </p14:nvContentPartPr>
              <p14:xfrm>
                <a:off x="11721384" y="3991176"/>
                <a:ext cx="99000" cy="81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FEDBF61-DAD6-2D67-CBC0-CC2941358BE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703744" y="3973176"/>
                  <a:ext cx="1346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F4825DD-272A-2953-17A7-77D347A91BEE}"/>
                    </a:ext>
                  </a:extLst>
                </p14:cNvPr>
                <p14:cNvContentPartPr/>
                <p14:nvPr/>
              </p14:nvContentPartPr>
              <p14:xfrm>
                <a:off x="11845584" y="3967056"/>
                <a:ext cx="108360" cy="99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F4825DD-272A-2953-17A7-77D347A91BEE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827944" y="3949056"/>
                  <a:ext cx="1440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2D165D4-3B73-E0D4-7D89-EC436BC36AAF}"/>
                    </a:ext>
                  </a:extLst>
                </p14:cNvPr>
                <p14:cNvContentPartPr/>
                <p14:nvPr/>
              </p14:nvContentPartPr>
              <p14:xfrm>
                <a:off x="11740824" y="3983256"/>
                <a:ext cx="383400" cy="3088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2D165D4-3B73-E0D4-7D89-EC436BC36AA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723184" y="3965256"/>
                  <a:ext cx="419040" cy="344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791CC795-0EF3-2732-5AD5-4096CB422A31}"/>
              </a:ext>
            </a:extLst>
          </p:cNvPr>
          <p:cNvSpPr txBox="1"/>
          <p:nvPr/>
        </p:nvSpPr>
        <p:spPr>
          <a:xfrm>
            <a:off x="2490264" y="886968"/>
            <a:ext cx="356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download the file by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file_id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30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0EE75-91C4-CF9C-BB07-8142B6036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2A2096-B4A8-F9EC-AB98-3D4B4CF3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396396"/>
            <a:ext cx="12192000" cy="527221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1BA34A0-FE9A-8B95-01C7-7775EA7BE3DB}"/>
              </a:ext>
            </a:extLst>
          </p:cNvPr>
          <p:cNvGrpSpPr/>
          <p:nvPr/>
        </p:nvGrpSpPr>
        <p:grpSpPr>
          <a:xfrm>
            <a:off x="5597784" y="3002616"/>
            <a:ext cx="394200" cy="246600"/>
            <a:chOff x="5597784" y="3002616"/>
            <a:chExt cx="394200" cy="24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7AC4A60-D8FE-A371-9470-EC679A4649C1}"/>
                    </a:ext>
                  </a:extLst>
                </p14:cNvPr>
                <p14:cNvContentPartPr/>
                <p14:nvPr/>
              </p14:nvContentPartPr>
              <p14:xfrm>
                <a:off x="5790024" y="3055176"/>
                <a:ext cx="27720" cy="106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7AC4A60-D8FE-A371-9470-EC679A4649C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72384" y="3037536"/>
                  <a:ext cx="633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C7E7856-D951-DC47-D7A1-9683AFBB8E20}"/>
                    </a:ext>
                  </a:extLst>
                </p14:cNvPr>
                <p14:cNvContentPartPr/>
                <p14:nvPr/>
              </p14:nvContentPartPr>
              <p14:xfrm>
                <a:off x="5597784" y="3002616"/>
                <a:ext cx="394200" cy="246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C7E7856-D951-DC47-D7A1-9683AFBB8E2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79784" y="2984976"/>
                  <a:ext cx="429840" cy="28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FA61E27-F40D-271F-943A-6930D746587F}"/>
                  </a:ext>
                </a:extLst>
              </p14:cNvPr>
              <p14:cNvContentPartPr/>
              <p14:nvPr/>
            </p14:nvContentPartPr>
            <p14:xfrm>
              <a:off x="5776344" y="3582216"/>
              <a:ext cx="417960" cy="156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FA61E27-F40D-271F-943A-6930D746587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58344" y="3564576"/>
                <a:ext cx="453600" cy="19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CE83679-474F-97AC-36D4-6AD436469D1E}"/>
              </a:ext>
            </a:extLst>
          </p:cNvPr>
          <p:cNvGrpSpPr/>
          <p:nvPr/>
        </p:nvGrpSpPr>
        <p:grpSpPr>
          <a:xfrm>
            <a:off x="5173344" y="4185216"/>
            <a:ext cx="1384200" cy="355320"/>
            <a:chOff x="5173344" y="4185216"/>
            <a:chExt cx="138420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E0C1FB5-3F78-D213-01CD-9C3F07891374}"/>
                    </a:ext>
                  </a:extLst>
                </p14:cNvPr>
                <p14:cNvContentPartPr/>
                <p14:nvPr/>
              </p14:nvContentPartPr>
              <p14:xfrm>
                <a:off x="5173344" y="4185216"/>
                <a:ext cx="792000" cy="355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E0C1FB5-3F78-D213-01CD-9C3F0789137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55344" y="4167216"/>
                  <a:ext cx="82764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D6AF8AD-47BF-A3F2-1462-E4BB57EE6F15}"/>
                    </a:ext>
                  </a:extLst>
                </p14:cNvPr>
                <p14:cNvContentPartPr/>
                <p14:nvPr/>
              </p14:nvContentPartPr>
              <p14:xfrm>
                <a:off x="6189264" y="4216176"/>
                <a:ext cx="368280" cy="89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D6AF8AD-47BF-A3F2-1462-E4BB57EE6F1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71264" y="4198176"/>
                  <a:ext cx="40392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45AAFDD-29DD-145E-CD2B-0CD2A55957C9}"/>
              </a:ext>
            </a:extLst>
          </p:cNvPr>
          <p:cNvGrpSpPr/>
          <p:nvPr/>
        </p:nvGrpSpPr>
        <p:grpSpPr>
          <a:xfrm>
            <a:off x="5979024" y="4462776"/>
            <a:ext cx="504360" cy="295920"/>
            <a:chOff x="5979024" y="4462776"/>
            <a:chExt cx="50436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95D95E1-6E38-F5A1-5B59-68BD3F058A6A}"/>
                    </a:ext>
                  </a:extLst>
                </p14:cNvPr>
                <p14:cNvContentPartPr/>
                <p14:nvPr/>
              </p14:nvContentPartPr>
              <p14:xfrm>
                <a:off x="6114024" y="4505256"/>
                <a:ext cx="227880" cy="106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95D95E1-6E38-F5A1-5B59-68BD3F058A6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096024" y="4487256"/>
                  <a:ext cx="2635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F6A337-2BDE-1216-217B-D141DF8E060E}"/>
                    </a:ext>
                  </a:extLst>
                </p14:cNvPr>
                <p14:cNvContentPartPr/>
                <p14:nvPr/>
              </p14:nvContentPartPr>
              <p14:xfrm>
                <a:off x="5979024" y="4462776"/>
                <a:ext cx="504360" cy="295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F6A337-2BDE-1216-217B-D141DF8E060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61384" y="4444776"/>
                  <a:ext cx="540000" cy="33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5F7A0B6-AA6C-A959-6CED-0F216B43D82B}"/>
              </a:ext>
            </a:extLst>
          </p:cNvPr>
          <p:cNvGrpSpPr/>
          <p:nvPr/>
        </p:nvGrpSpPr>
        <p:grpSpPr>
          <a:xfrm>
            <a:off x="4657464" y="5360256"/>
            <a:ext cx="1779120" cy="654120"/>
            <a:chOff x="4657464" y="5360256"/>
            <a:chExt cx="1779120" cy="65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D9DE6FE-8C61-1C2B-93FD-FD7FBD9AD7C3}"/>
                    </a:ext>
                  </a:extLst>
                </p14:cNvPr>
                <p14:cNvContentPartPr/>
                <p14:nvPr/>
              </p14:nvContentPartPr>
              <p14:xfrm>
                <a:off x="4657464" y="5687136"/>
                <a:ext cx="561960" cy="243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D9DE6FE-8C61-1C2B-93FD-FD7FBD9AD7C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639464" y="5669136"/>
                  <a:ext cx="5976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533B17D-DB48-50D4-FB1B-DB936820B10B}"/>
                    </a:ext>
                  </a:extLst>
                </p14:cNvPr>
                <p14:cNvContentPartPr/>
                <p14:nvPr/>
              </p14:nvContentPartPr>
              <p14:xfrm>
                <a:off x="5382144" y="5669496"/>
                <a:ext cx="207720" cy="109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533B17D-DB48-50D4-FB1B-DB936820B10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64144" y="5651496"/>
                  <a:ext cx="2433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5FF0287-252E-FAAA-0578-31DF1FFD4D56}"/>
                    </a:ext>
                  </a:extLst>
                </p14:cNvPr>
                <p14:cNvContentPartPr/>
                <p14:nvPr/>
              </p14:nvContentPartPr>
              <p14:xfrm>
                <a:off x="5948064" y="5360256"/>
                <a:ext cx="344880" cy="150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5FF0287-252E-FAAA-0578-31DF1FFD4D5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930424" y="5342256"/>
                  <a:ext cx="380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F80D05A-DED8-E332-FCD3-D528BC47DF4D}"/>
                    </a:ext>
                  </a:extLst>
                </p14:cNvPr>
                <p14:cNvContentPartPr/>
                <p14:nvPr/>
              </p14:nvContentPartPr>
              <p14:xfrm>
                <a:off x="5978304" y="5756976"/>
                <a:ext cx="211680" cy="176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F80D05A-DED8-E332-FCD3-D528BC47DF4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960664" y="5739336"/>
                  <a:ext cx="2473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F39AEBE-0DA5-946B-A99A-51AFEE34A85A}"/>
                    </a:ext>
                  </a:extLst>
                </p14:cNvPr>
                <p14:cNvContentPartPr/>
                <p14:nvPr/>
              </p14:nvContentPartPr>
              <p14:xfrm>
                <a:off x="5852664" y="5586696"/>
                <a:ext cx="583920" cy="427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F39AEBE-0DA5-946B-A99A-51AFEE34A85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35024" y="5568696"/>
                  <a:ext cx="619560" cy="463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84882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7083B-BE99-3960-4B7B-134DC62B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A94ED3-2914-3449-E4B2-0EEEEB14B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77" y="147179"/>
            <a:ext cx="9459645" cy="6563641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D99936C-3D0F-1DE8-0C09-179CD45F3E17}"/>
              </a:ext>
            </a:extLst>
          </p:cNvPr>
          <p:cNvGrpSpPr/>
          <p:nvPr/>
        </p:nvGrpSpPr>
        <p:grpSpPr>
          <a:xfrm>
            <a:off x="2647944" y="758376"/>
            <a:ext cx="1238400" cy="541800"/>
            <a:chOff x="2647944" y="758376"/>
            <a:chExt cx="1238400" cy="54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4A95842-B291-EE11-C317-8629EB86BC13}"/>
                    </a:ext>
                  </a:extLst>
                </p14:cNvPr>
                <p14:cNvContentPartPr/>
                <p14:nvPr/>
              </p14:nvContentPartPr>
              <p14:xfrm>
                <a:off x="2647944" y="995976"/>
                <a:ext cx="770040" cy="304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4A95842-B291-EE11-C317-8629EB86BC1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30304" y="978336"/>
                  <a:ext cx="80568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DC24363-A47F-FE41-55A3-5C916970F037}"/>
                    </a:ext>
                  </a:extLst>
                </p14:cNvPr>
                <p14:cNvContentPartPr/>
                <p14:nvPr/>
              </p14:nvContentPartPr>
              <p14:xfrm>
                <a:off x="3654504" y="881136"/>
                <a:ext cx="27000" cy="106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DC24363-A47F-FE41-55A3-5C916970F03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36864" y="863136"/>
                  <a:ext cx="626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0E4E155-E965-EEFD-A184-3E684742A7A5}"/>
                    </a:ext>
                  </a:extLst>
                </p14:cNvPr>
                <p14:cNvContentPartPr/>
                <p14:nvPr/>
              </p14:nvContentPartPr>
              <p14:xfrm>
                <a:off x="3434904" y="758376"/>
                <a:ext cx="451440" cy="318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0E4E155-E965-EEFD-A184-3E684742A7A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17264" y="740376"/>
                  <a:ext cx="487080" cy="35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BA3AEBC-711E-3840-C7C2-328502410E7A}"/>
              </a:ext>
            </a:extLst>
          </p:cNvPr>
          <p:cNvGrpSpPr/>
          <p:nvPr/>
        </p:nvGrpSpPr>
        <p:grpSpPr>
          <a:xfrm>
            <a:off x="5038704" y="516456"/>
            <a:ext cx="4500000" cy="759600"/>
            <a:chOff x="5038704" y="516456"/>
            <a:chExt cx="4500000" cy="75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FF6A505-8CA6-F41D-21F4-124C31F6B87E}"/>
                    </a:ext>
                  </a:extLst>
                </p14:cNvPr>
                <p14:cNvContentPartPr/>
                <p14:nvPr/>
              </p14:nvContentPartPr>
              <p14:xfrm>
                <a:off x="5189544" y="598176"/>
                <a:ext cx="20520" cy="149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FF6A505-8CA6-F41D-21F4-124C31F6B8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71904" y="580536"/>
                  <a:ext cx="561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4455C20-AB9A-125F-9F0A-2F6A0AB1F378}"/>
                    </a:ext>
                  </a:extLst>
                </p14:cNvPr>
                <p14:cNvContentPartPr/>
                <p14:nvPr/>
              </p14:nvContentPartPr>
              <p14:xfrm>
                <a:off x="5108904" y="539496"/>
                <a:ext cx="325080" cy="59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4455C20-AB9A-125F-9F0A-2F6A0AB1F37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090904" y="521856"/>
                  <a:ext cx="3607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2749E97-474C-1F84-7898-DFA53B936378}"/>
                    </a:ext>
                  </a:extLst>
                </p14:cNvPr>
                <p14:cNvContentPartPr/>
                <p14:nvPr/>
              </p14:nvContentPartPr>
              <p14:xfrm>
                <a:off x="5038704" y="785736"/>
                <a:ext cx="389520" cy="96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2749E97-474C-1F84-7898-DFA53B93637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020704" y="768096"/>
                  <a:ext cx="42516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4A24CC6-12A5-706A-7D60-AF84C7DC0F82}"/>
                    </a:ext>
                  </a:extLst>
                </p14:cNvPr>
                <p14:cNvContentPartPr/>
                <p14:nvPr/>
              </p14:nvContentPartPr>
              <p14:xfrm>
                <a:off x="5486544" y="664416"/>
                <a:ext cx="217080" cy="110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4A24CC6-12A5-706A-7D60-AF84C7DC0F8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468544" y="646416"/>
                  <a:ext cx="2527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133E6B7-C8B2-CA7E-EF75-AAE241CC3E2F}"/>
                    </a:ext>
                  </a:extLst>
                </p14:cNvPr>
                <p14:cNvContentPartPr/>
                <p14:nvPr/>
              </p14:nvContentPartPr>
              <p14:xfrm>
                <a:off x="6226344" y="641736"/>
                <a:ext cx="734040" cy="315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133E6B7-C8B2-CA7E-EF75-AAE241CC3E2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08344" y="624096"/>
                  <a:ext cx="7696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FC8295-7D5E-7328-62FE-297C44AF31BA}"/>
                    </a:ext>
                  </a:extLst>
                </p14:cNvPr>
                <p14:cNvContentPartPr/>
                <p14:nvPr/>
              </p14:nvContentPartPr>
              <p14:xfrm>
                <a:off x="6458544" y="516456"/>
                <a:ext cx="23040" cy="19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FC8295-7D5E-7328-62FE-297C44AF31B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440544" y="498816"/>
                  <a:ext cx="58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60467DE-394A-436E-A224-90DFB589B108}"/>
                    </a:ext>
                  </a:extLst>
                </p14:cNvPr>
                <p14:cNvContentPartPr/>
                <p14:nvPr/>
              </p14:nvContentPartPr>
              <p14:xfrm>
                <a:off x="7041024" y="624816"/>
                <a:ext cx="202680" cy="101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0467DE-394A-436E-A224-90DFB589B10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23384" y="607176"/>
                  <a:ext cx="238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742B5C5-4E2E-3EB3-7DB7-E424F5A72B2D}"/>
                    </a:ext>
                  </a:extLst>
                </p14:cNvPr>
                <p14:cNvContentPartPr/>
                <p14:nvPr/>
              </p14:nvContentPartPr>
              <p14:xfrm>
                <a:off x="7300584" y="583056"/>
                <a:ext cx="908640" cy="156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742B5C5-4E2E-3EB3-7DB7-E424F5A72B2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282944" y="565416"/>
                  <a:ext cx="944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1A2C18E-1A1A-765B-AA78-D16496EB4C09}"/>
                    </a:ext>
                  </a:extLst>
                </p14:cNvPr>
                <p14:cNvContentPartPr/>
                <p14:nvPr/>
              </p14:nvContentPartPr>
              <p14:xfrm>
                <a:off x="6069744" y="1074456"/>
                <a:ext cx="338760" cy="134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1A2C18E-1A1A-765B-AA78-D16496EB4C0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051744" y="1056456"/>
                  <a:ext cx="3744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93C30BF-240F-D1E5-A73E-9B0AFE9B9BDA}"/>
                    </a:ext>
                  </a:extLst>
                </p14:cNvPr>
                <p14:cNvContentPartPr/>
                <p14:nvPr/>
              </p14:nvContentPartPr>
              <p14:xfrm>
                <a:off x="6444144" y="1037376"/>
                <a:ext cx="345600" cy="154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93C30BF-240F-D1E5-A73E-9B0AFE9B9BD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26504" y="1019736"/>
                  <a:ext cx="3812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A786227-CDD4-9C30-7A70-305A1DF56A23}"/>
                    </a:ext>
                  </a:extLst>
                </p14:cNvPr>
                <p14:cNvContentPartPr/>
                <p14:nvPr/>
              </p14:nvContentPartPr>
              <p14:xfrm>
                <a:off x="6867504" y="1063656"/>
                <a:ext cx="193680" cy="95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A786227-CDD4-9C30-7A70-305A1DF56A2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849504" y="1046016"/>
                  <a:ext cx="229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9F4DBEF-38EA-1AE8-832B-EF5CB84E6BA8}"/>
                    </a:ext>
                  </a:extLst>
                </p14:cNvPr>
                <p14:cNvContentPartPr/>
                <p14:nvPr/>
              </p14:nvContentPartPr>
              <p14:xfrm>
                <a:off x="7084584" y="892656"/>
                <a:ext cx="761400" cy="275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9F4DBEF-38EA-1AE8-832B-EF5CB84E6BA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66584" y="875016"/>
                  <a:ext cx="7970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AF08AC3-A25C-9085-5E49-28A1DD452080}"/>
                    </a:ext>
                  </a:extLst>
                </p14:cNvPr>
                <p14:cNvContentPartPr/>
                <p14:nvPr/>
              </p14:nvContentPartPr>
              <p14:xfrm>
                <a:off x="7350984" y="994896"/>
                <a:ext cx="235440" cy="50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AF08AC3-A25C-9085-5E49-28A1DD45208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333344" y="976896"/>
                  <a:ext cx="271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7C3836D-14D6-0FF2-B642-E01187C4706F}"/>
                    </a:ext>
                  </a:extLst>
                </p14:cNvPr>
                <p14:cNvContentPartPr/>
                <p14:nvPr/>
              </p14:nvContentPartPr>
              <p14:xfrm>
                <a:off x="8275104" y="1045296"/>
                <a:ext cx="101160" cy="79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7C3836D-14D6-0FF2-B642-E01187C4706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257464" y="1027656"/>
                  <a:ext cx="1368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BA55B29-EB74-0F4F-6FDE-88435A9CF7D1}"/>
                    </a:ext>
                  </a:extLst>
                </p14:cNvPr>
                <p14:cNvContentPartPr/>
                <p14:nvPr/>
              </p14:nvContentPartPr>
              <p14:xfrm>
                <a:off x="8289144" y="942336"/>
                <a:ext cx="36720" cy="19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BA55B29-EB74-0F4F-6FDE-88435A9CF7D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71144" y="924336"/>
                  <a:ext cx="72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A426E01-3DCE-6444-21AF-057FB4F1D504}"/>
                    </a:ext>
                  </a:extLst>
                </p14:cNvPr>
                <p14:cNvContentPartPr/>
                <p14:nvPr/>
              </p14:nvContentPartPr>
              <p14:xfrm>
                <a:off x="8473824" y="1024056"/>
                <a:ext cx="200520" cy="90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A426E01-3DCE-6444-21AF-057FB4F1D50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455824" y="1006056"/>
                  <a:ext cx="2361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5BB0737-F403-5115-99C1-8CDA9573C9CD}"/>
                    </a:ext>
                  </a:extLst>
                </p14:cNvPr>
                <p14:cNvContentPartPr/>
                <p14:nvPr/>
              </p14:nvContentPartPr>
              <p14:xfrm>
                <a:off x="8727624" y="838296"/>
                <a:ext cx="504000" cy="298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5BB0737-F403-5115-99C1-8CDA9573C9C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709624" y="820296"/>
                  <a:ext cx="53964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1BF4C4-DB66-EED4-958D-AA0D8E9BF1D8}"/>
                    </a:ext>
                  </a:extLst>
                </p14:cNvPr>
                <p14:cNvContentPartPr/>
                <p14:nvPr/>
              </p14:nvContentPartPr>
              <p14:xfrm>
                <a:off x="9271584" y="976176"/>
                <a:ext cx="217440" cy="91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1BF4C4-DB66-EED4-958D-AA0D8E9BF1D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253584" y="958176"/>
                  <a:ext cx="253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96DF6D6-700F-7BA2-615C-599DB7274C70}"/>
                    </a:ext>
                  </a:extLst>
                </p14:cNvPr>
                <p14:cNvContentPartPr/>
                <p14:nvPr/>
              </p14:nvContentPartPr>
              <p14:xfrm>
                <a:off x="9179784" y="1005336"/>
                <a:ext cx="358920" cy="118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96DF6D6-700F-7BA2-615C-599DB7274C7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161784" y="987336"/>
                  <a:ext cx="394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BFEE026-AC6B-5968-82F0-80D49E11660D}"/>
                    </a:ext>
                  </a:extLst>
                </p14:cNvPr>
                <p14:cNvContentPartPr/>
                <p14:nvPr/>
              </p14:nvContentPartPr>
              <p14:xfrm>
                <a:off x="8616744" y="1178856"/>
                <a:ext cx="803160" cy="97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BFEE026-AC6B-5968-82F0-80D49E11660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598744" y="1160856"/>
                  <a:ext cx="83880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275E843-1EC3-2299-EC98-C54D1F04AD97}"/>
              </a:ext>
            </a:extLst>
          </p:cNvPr>
          <p:cNvGrpSpPr/>
          <p:nvPr/>
        </p:nvGrpSpPr>
        <p:grpSpPr>
          <a:xfrm>
            <a:off x="6989544" y="2433816"/>
            <a:ext cx="637920" cy="320400"/>
            <a:chOff x="6989544" y="2433816"/>
            <a:chExt cx="637920" cy="32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65424DF-1C18-7756-3EBC-AB39422A08CD}"/>
                    </a:ext>
                  </a:extLst>
                </p14:cNvPr>
                <p14:cNvContentPartPr/>
                <p14:nvPr/>
              </p14:nvContentPartPr>
              <p14:xfrm>
                <a:off x="7052544" y="2554776"/>
                <a:ext cx="374040" cy="134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65424DF-1C18-7756-3EBC-AB39422A08C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034904" y="2536776"/>
                  <a:ext cx="409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8BE5F15-5005-DCBF-6EAF-241C22733FE6}"/>
                    </a:ext>
                  </a:extLst>
                </p14:cNvPr>
                <p14:cNvContentPartPr/>
                <p14:nvPr/>
              </p14:nvContentPartPr>
              <p14:xfrm>
                <a:off x="6989544" y="2433816"/>
                <a:ext cx="637920" cy="320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8BE5F15-5005-DCBF-6EAF-241C22733FE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971904" y="2415816"/>
                  <a:ext cx="673560" cy="35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C3CE766-94A0-02E6-7934-B1EBC39C3F76}"/>
              </a:ext>
            </a:extLst>
          </p:cNvPr>
          <p:cNvGrpSpPr/>
          <p:nvPr/>
        </p:nvGrpSpPr>
        <p:grpSpPr>
          <a:xfrm>
            <a:off x="3304944" y="5605416"/>
            <a:ext cx="1715400" cy="331920"/>
            <a:chOff x="3304944" y="5605416"/>
            <a:chExt cx="171540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3155169-F78D-8C9C-1852-4E8649C115B5}"/>
                    </a:ext>
                  </a:extLst>
                </p14:cNvPr>
                <p14:cNvContentPartPr/>
                <p14:nvPr/>
              </p14:nvContentPartPr>
              <p14:xfrm>
                <a:off x="3304944" y="5621976"/>
                <a:ext cx="932040" cy="298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3155169-F78D-8C9C-1852-4E8649C115B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286944" y="5604336"/>
                  <a:ext cx="9676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C26FB11-A17D-53A2-D37E-FF21840E28BF}"/>
                    </a:ext>
                  </a:extLst>
                </p14:cNvPr>
                <p14:cNvContentPartPr/>
                <p14:nvPr/>
              </p14:nvContentPartPr>
              <p14:xfrm>
                <a:off x="4576464" y="5639976"/>
                <a:ext cx="232920" cy="198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C26FB11-A17D-53A2-D37E-FF21840E28B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58464" y="5622336"/>
                  <a:ext cx="2685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657046A-C73A-13E9-3575-C0717635707D}"/>
                    </a:ext>
                  </a:extLst>
                </p14:cNvPr>
                <p14:cNvContentPartPr/>
                <p14:nvPr/>
              </p14:nvContentPartPr>
              <p14:xfrm>
                <a:off x="4484664" y="5605416"/>
                <a:ext cx="535680" cy="331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657046A-C73A-13E9-3575-C0717635707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467024" y="5587416"/>
                  <a:ext cx="571320" cy="367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5196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9A5AB-7FE4-3C44-C549-239F2E134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2421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8406F-F64D-2268-B05A-9B74BA472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14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1561</TotalTime>
  <Words>53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Calibiri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219</cp:revision>
  <dcterms:created xsi:type="dcterms:W3CDTF">2025-09-22T02:44:38Z</dcterms:created>
  <dcterms:modified xsi:type="dcterms:W3CDTF">2026-07-04T09:10:42Z</dcterms:modified>
</cp:coreProperties>
</file>