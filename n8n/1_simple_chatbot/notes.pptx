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6" r:id="rId2"/>
    <p:sldId id="257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13:24.6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0 340 24575,'90'161'0,"-79"-142"0,-8-14 0,0 0 0,0 0 0,0-1 0,1 1 0,-1-1 0,1 0 0,0 0 0,0 0 0,0-1 0,1 1 0,-1-1 0,1 0 0,0-1 0,0 1 0,0-1 0,0 0 0,0 0 0,1 0 0,-1-1 0,0 0 0,1 0 0,-1 0 0,1-1 0,-1 1 0,1-1 0,-1-1 0,1 1 0,0-1 0,-1 0 0,0 0 0,1-1 0,-1 1 0,0-1 0,0-1 0,0 1 0,0-1 0,0 1 0,6-6 0,30-20 0,-2-2 0,43-42 0,29-23 0,47-32 0,95-84-1365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14:17.8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0 377 24575,'1'-1'0,"0"0"0,0 0 0,0 0 0,0 0 0,0 0 0,0 1 0,1-1 0,-1 1 0,0-1 0,0 0 0,1 1 0,-1 0 0,0-1 0,0 1 0,1 0 0,-1 0 0,1 0 0,-1-1 0,0 2 0,1-1 0,-1 0 0,0 0 0,1 0 0,-1 0 0,2 1 0,0 1 0,1 0 0,-1-1 0,1 1 0,-1 1 0,0-1 0,1 0 0,-1 1 0,4 5 0,4 4 0,-1 1 0,-1-1 0,11 22 0,96 164 0,-113-192 0,0-1 0,0 1 0,0-1 0,0 0 0,1 0 0,0 0 0,0-1 0,9 8 0,-12-11 0,1 0 0,0 0 0,0 0 0,0 0 0,0-1 0,1 1 0,-1 0 0,0-1 0,0 0 0,0 0 0,0 1 0,0-1 0,1-1 0,-1 1 0,0 0 0,0 0 0,0-1 0,0 1 0,0-1 0,0 0 0,1 1 0,-2-1 0,1 0 0,0 0 0,0-1 0,0 1 0,0 0 0,-1-1 0,3-1 0,27-24 0,-2-1 0,0-1 0,44-61 0,15-16 0,176-153 0,-155 157 0,-72 57-1365,-25 24-5461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15:09.0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15:18.8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1 316 24575,'1'6'0,"1"-1"0,-1 1 0,1-1 0,1 0 0,-1 0 0,1 0 0,0 0 0,5 7 0,1 3 0,6 21 0,-11-25 0,0-2 0,0 1 0,0 0 0,9 11 0,-12-19 0,0-1 0,0 1 0,0-1 0,0 0 0,0 1 0,1-1 0,-1 0 0,0 0 0,1 0 0,-1 0 0,1 0 0,-1 0 0,1-1 0,-1 1 0,1 0 0,0-1 0,-1 1 0,1-1 0,0 1 0,0-1 0,-1 0 0,1 0 0,0 0 0,-1 0 0,1 0 0,0 0 0,0-1 0,-1 1 0,1 0 0,0-1 0,1 0 0,9-6 0,-1 0 0,1 0 0,-2-1 0,1-1 0,-1 0 0,0 0 0,-1-1 0,0 0 0,13-20 0,-2 5 0,44-55-87,148-164-1191,-167 200-5548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15:20.1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1 251 24575,'2'0'0,"-1"1"0,1-1 0,0 1 0,0 0 0,-1 0 0,1-1 0,-1 1 0,1 0 0,-1 1 0,1-1 0,-1 0 0,0 0 0,1 0 0,-1 1 0,0-1 0,2 4 0,17 27 0,-18-29 0,18 34 0,-16-27 0,1 1 0,1-1 0,-1 0 0,2-1 0,-1 0 0,1 0 0,13 12 0,-18-19 0,0-1 0,0 0 0,0-1 0,0 1 0,0 0 0,0 0 0,0-1 0,1 1 0,-1-1 0,0 0 0,0 0 0,1 0 0,-1 0 0,0 0 0,0 0 0,1-1 0,-1 1 0,0-1 0,0 1 0,0-1 0,0 0 0,0 0 0,0 0 0,0 0 0,0 0 0,0 0 0,0-1 0,0 1 0,-1-1 0,1 1 0,2-4 0,9-7 0,0-2 0,20-28 0,-20 25 0,54-70 0,-15 20 0,69-72 0,-93 115-1365,-5 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2:24:08.1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1 525 24575,'1'8'0,"1"1"0,1 0 0,-1 0 0,1-1 0,1 1 0,0-1 0,0 0 0,8 12 0,-1 0 0,-2-3 0,-1-1 0,0 0 0,1-1 0,21 26 0,-28-39 0,-1-1 0,1 0 0,-1 0 0,1 0 0,-1 0 0,1 0 0,0 0 0,-1-1 0,1 1 0,0-1 0,0 1 0,0-1 0,0 1 0,-1-1 0,1 0 0,0 0 0,0 0 0,0 0 0,0 0 0,0 0 0,-1-1 0,1 1 0,0-1 0,0 1 0,0-1 0,-1 0 0,1 1 0,0-1 0,-1 0 0,3-2 0,7-4 0,-1 0 0,0-1 0,14-14 0,-14 13 0,166-166 0,37-34 0,154-72-1365,-332 258-5461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2T05:54:15.7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1 184 24575,'0'15'0,"4"72"0,-4-82 0,1 0 0,0 0 0,0-1 0,0 1 0,0 0 0,1 0 0,0-1 0,0 1 0,0-1 0,1 1 0,0-1 0,0 0 0,0 0 0,3 4 0,-4-7 0,0 0 0,0 0 0,0 0 0,0 0 0,0 0 0,0-1 0,0 1 0,1 0 0,-1-1 0,0 0 0,0 0 0,1 1 0,-1-1 0,0 0 0,0-1 0,0 1 0,1 0 0,-1-1 0,0 1 0,0-1 0,3-1 0,48-22 0,-40 17 0,264-124 88,65-34-1541,-281 130-5373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2T05:54:17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0 242 24575,'0'4'0,"0"6"0,0 10 0,0 6 0,5 3 0,4 0 0,11-8 0,23-17 0,17-22 0,16-17 0,12-10 0,4-7 0,4-3 0,-6 4 0,-5 1 0,-18 6 0,-19 9-8191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16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573 144 1884 0 0,'-1'-4'162'0'0,"1"0"0"0"0,-1 0 0 0 0,1 0 0 0 0,-2 0 0 0 0,1 0 0 0 0,0 0 0 0 0,-1 0 0 0 0,1 0 0 0 0,-1 0 0 0 0,0 0 0 0 0,0 1 0 0 0,-1-1 0 0 0,1 1 0 0 0,-1 0 0 0 0,0 0-1 0 0,0 0 1 0 0,0 0 0 0 0,0 0 0 0 0,0 0 0 0 0,-1 1 0 0 0,-4-3 0 0 0,1 1-89 0 0,0 0 0 0 0,0 0 0 0 0,-1 1 0 0 0,0 0 0 0 0,1 0 0 0 0,-1 1 0 0 0,0 0 0 0 0,0 0 1 0 0,0 1-1 0 0,-14 0 0 0 0,5 2-53 0 0,0 1 0 0 0,0 0 0 0 0,1 1 1 0 0,-1 1-1 0 0,1 1 0 0 0,0 0 1 0 0,0 1-1 0 0,0 1 0 0 0,1 1 0 0 0,0 0 1 0 0,0 1-1 0 0,1 0 0 0 0,0 1 1 0 0,1 1-1 0 0,0 0 0 0 0,1 1 0 0 0,-14 16 1 0 0,10-10-19 0 0,1 1 0 0 0,1 1 0 0 0,1 0 0 0 0,1 0 0 0 0,0 2 0 0 0,2-1 1 0 0,0 1-1 0 0,2 1 0 0 0,0 0 0 0 0,2 0 0 0 0,-8 47 0 0 0,13-55 1 0 0,0 0 0 0 0,1 0 0 0 0,1 0 0 0 0,0 0 0 0 0,1 0-1 0 0,0 0 1 0 0,2-1 0 0 0,-1 1 0 0 0,2-1 0 0 0,0 0 0 0 0,0 0 0 0 0,2 0-1 0 0,0-1 1 0 0,0 0 0 0 0,1 0 0 0 0,1-1 0 0 0,0 0 0 0 0,11 11-1 0 0,-8-11 19 0 0,0-1-1 0 0,1 0 1 0 0,0-1-1 0 0,1 0 1 0 0,0-1-1 0 0,1-1 0 0 0,0 0 1 0 0,0-1-1 0 0,1 0 1 0 0,0-2-1 0 0,0 0 0 0 0,0 0 1 0 0,0-2-1 0 0,1 0 1 0 0,33 1-1 0 0,8-2 54 0 0,1-4 1 0 0,0-2-1 0 0,-1-2 1 0 0,0-3-1 0 0,-1-3 1 0 0,0-2-1 0 0,-1-2 1 0 0,0-3-1 0 0,101-51 1 0 0,-144 63-51 0 0,0-1-1 0 0,-1 0 1 0 0,0-1 0 0 0,-1 0 0 0 0,0-1 0 0 0,-1 0 0 0 0,1-1-1 0 0,-2 0 1 0 0,0 0 0 0 0,0-1 0 0 0,-1 0 0 0 0,-1-1 0 0 0,0 0 0 0 0,0 0-1 0 0,5-18 1 0 0,-8 16 6 0 0,0-1 0 0 0,-1 0 0 0 0,0 0 0 0 0,-2 0-1 0 0,0 0 1 0 0,0 0 0 0 0,-2-1 0 0 0,0 1 0 0 0,-1 0 0 0 0,0 0 0 0 0,-1 0-1 0 0,-1 1 1 0 0,-9-24 0 0 0,6 21 9 0 0,0 1 0 0 0,-2 1-1 0 0,1 0 1 0 0,-2 0 0 0 0,0 1 0 0 0,-1 0 0 0 0,-1 0-1 0 0,0 1 1 0 0,-1 1 0 0 0,0 0 0 0 0,-1 1-1 0 0,0 0 1 0 0,-1 2 0 0 0,-1-1 0 0 0,-30-15 0 0 0,25 17-13 0 0,-1 1 1 0 0,0 1-1 0 0,0 0 1 0 0,0 2 0 0 0,0 1-1 0 0,-1 0 1 0 0,0 2 0 0 0,0 0-1 0 0,0 2 1 0 0,0 0 0 0 0,0 2-1 0 0,-33 6 1 0 0,55-8-38 0 0,-36 7-580 0 0,-47 15 0 0 0,82-21-172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16.7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82 5529 0 0,'8'-69'667'0'0,"-8"67"-474"0"0,-1-6-1 0 0,0 5-105 0 0,1 8 454 0 0,6 35-476 0 0,2 0 1 0 0,2 0 0 0 0,2-1 0 0 0,17 41 0 0 0,12 39 67 0 0,-14-23-85 0 0,-26-95-546 0 0,10-35-4867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17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681 139 5493 0 0,'-8'-6'-64'0'0,"0"-1"1"0"0,-1 1-1 0 0,0 0 1 0 0,0 1-1 0 0,0 0 1 0 0,-1 1 0 0 0,0 0-1 0 0,0 0 1 0 0,0 1-1 0 0,0 0 1 0 0,0 1-1 0 0,-1 0 1 0 0,1 1 0 0 0,-1 0-1 0 0,1 0 1 0 0,-1 1-1 0 0,1 1 1 0 0,-1 0-1 0 0,-17 4 1 0 0,10-1 108 0 0,0 1-1 0 0,1 0 1 0 0,0 2 0 0 0,0 0-1 0 0,0 1 1 0 0,1 1 0 0 0,0 0 0 0 0,1 1-1 0 0,0 1 1 0 0,-21 19 0 0 0,5 1 46 0 0,1 1 0 0 0,1 1 1 0 0,-42 65-1 0 0,55-72-48 0 0,2 0-1 0 0,0 2 1 0 0,1-1 0 0 0,2 2-1 0 0,1 0 1 0 0,-8 36 0 0 0,16-54-25 0 0,0 1 0 0 0,0 0 1 0 0,1 0-1 0 0,1 0 0 0 0,0 0 0 0 0,1 0 1 0 0,0 0-1 0 0,0 0 0 0 0,2 0 0 0 0,-1 0 1 0 0,1-1-1 0 0,1 1 0 0 0,0-1 0 0 0,1 0 1 0 0,0 0-1 0 0,1-1 0 0 0,0 1 0 0 0,0-1 0 0 0,1 0 1 0 0,1-1-1 0 0,15 16 0 0 0,-7-11 17 0 0,1 0 0 0 0,0-2 0 0 0,1 0 0 0 0,0-1 0 0 0,1 0 0 0 0,0-2 0 0 0,1 0 0 0 0,0-1 0 0 0,1-1 0 0 0,-1-1 0 0 0,26 4 0 0 0,2-3 61 0 0,1-1 0 0 0,0-2 0 0 0,-1-3 0 0 0,95-9 0 0 0,-72-2 85 0 0,-1-3 1 0 0,117-38-1 0 0,-166 44-99 0 0,0-1 1 0 0,0 0-1 0 0,-1-2 1 0 0,0-1-1 0 0,0 0 1 0 0,-1-1-1 0 0,-1-2 1 0 0,0 0-1 0 0,24-25 1 0 0,-34 30-49 0 0,0 0-1 0 0,-1 0 1 0 0,0-1 0 0 0,0 0-1 0 0,-2-1 1 0 0,1 1 0 0 0,-1-1-1 0 0,-1 0 1 0 0,1 0 0 0 0,-2-1-1 0 0,0 1 1 0 0,0-1 0 0 0,-1 0-1 0 0,-1 0 1 0 0,0 0 0 0 0,0 0-1 0 0,-1 0 1 0 0,-1 0 0 0 0,-3-20-1 0 0,-2 6-6 0 0,-1 1 0 0 0,-1 0-1 0 0,-2 1 1 0 0,0 0 0 0 0,-1 0-1 0 0,-2 1 1 0 0,0 0-1 0 0,-1 1 1 0 0,-1 1 0 0 0,-2 0-1 0 0,0 1 1 0 0,-29-25-1 0 0,20 20-5 0 0,-2 2-1 0 0,-1 1 0 0 0,-1 1 0 0 0,-1 1 1 0 0,0 2-1 0 0,-2 1 0 0 0,0 2 0 0 0,-52-17 1 0 0,44 20 4 0 0,-1 2 1 0 0,1 2-1 0 0,-2 1 1 0 0,1 3-1 0 0,-67 0 1 0 0,67 6-1560 0 0,-58 11 0 0 0,90-11-537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18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65 5829 0 0,'-2'1'-9'0'0,"1"1"0"0"0,-1-1 1 0 0,1 1-1 0 0,-1-1 0 0 0,0 0 1 0 0,0 1-1 0 0,1-1 0 0 0,-1 0 1 0 0,0 0-1 0 0,0 0 1 0 0,0-1-1 0 0,0 1 0 0 0,0 0 1 0 0,-1-1-1 0 0,1 1 0 0 0,0-1 1 0 0,0 0-1 0 0,-4 0 1 0 0,2 0 489 0 0,-23-3 527 0 0,15 1-345 0 0,12 2-638 0 0,0-1 0 0 0,-1 1 0 0 0,1 0 0 0 0,0 0 0 0 0,0 0 0 0 0,-1 0 0 0 0,1 0 0 0 0,0 0 0 0 0,0-1 0 0 0,-1 1 0 0 0,1 0 0 0 0,0 0 0 0 0,0 0 0 0 0,0-1 0 0 0,-1 1 0 0 0,1 0 0 0 0,0 0 0 0 0,0-1 0 0 0,0 1 1 0 0,0 0-1 0 0,0 0 0 0 0,-1-1 0 0 0,1 1 0 0 0,0 0 0 0 0,0-1 0 0 0,0 1 0 0 0,0 0 0 0 0,0 0 0 0 0,0-1 0 0 0,0 1 0 0 0,0 0 0 0 0,0-1 0 0 0,0 1 0 0 0,0 0 0 0 0,0-1 0 0 0,0 1 0 0 0,0 0 0 0 0,0 0 0 0 0,1-1 1 0 0,-1 1-1 0 0,0 0 0 0 0,0-1 0 0 0,0 1 0 0 0,0 0 0 0 0,0 0 0 0 0,1 0 0 0 0,-1-1 0 0 0,0 1 0 0 0,0 0 0 0 0,1 0 0 0 0,-1 0 0 0 0,0-1 0 0 0,10-6 12 0 0,1 0 0 0 0,-1 1 0 0 0,1 0 0 0 0,0 0-1 0 0,1 1 1 0 0,-1 1 0 0 0,1 0 0 0 0,0 0 0 0 0,0 1 0 0 0,22-2-1 0 0,-9 2-22 0 0,0 1-1 0 0,0 1 0 0 0,1 1 1 0 0,36 5-1 0 0,-55-4-18 0 0,0 0 0 0 0,-1 0 1 0 0,1 1-1 0 0,0 0 0 0 0,-1 0 0 0 0,1 1 0 0 0,-1 0 0 0 0,0 0 0 0 0,1 0 0 0 0,-2 1 0 0 0,1 0 0 0 0,10 9 1 0 0,-13-10 1 0 0,-1 0 0 0 0,1 0 0 0 0,-1 1 1 0 0,0-1-1 0 0,0 1 0 0 0,-1-1 1 0 0,1 1-1 0 0,-1 0 0 0 0,0 0 1 0 0,1-1-1 0 0,-2 1 0 0 0,1 0 1 0 0,0 0-1 0 0,-1 0 0 0 0,0 0 1 0 0,0 0-1 0 0,0 0 0 0 0,0 0 1 0 0,-1 0-1 0 0,1 0 0 0 0,-1 0 1 0 0,0 0-1 0 0,-3 7 0 0 0,-3 6 0 0 0,0-1 0 0 0,-1 1 1 0 0,0-1-1 0 0,-1-1 0 0 0,-1 0 0 0 0,-12 14 0 0 0,-78 81-17 0 0,77-87 7 0 0,15-11 17 0 0,10-7 11 0 0,28-10 31 0 0,56-28 38 0 0,-77 30-82 0 0,104-44 20 0 0,157-41 0 0 0,-181 65-70 0 0,-87 22 43 0 0,-18-19-7716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19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899 172 5180 0 0,'-3'-6'-39'0'0,"0"1"0"0"0,-1 0 0 0 0,0-1 0 0 0,0 2 0 0 0,0-1 0 0 0,-1 0 0 0 0,0 1 0 0 0,1 0 0 0 0,-1 0 0 0 0,-1 0 0 0 0,1 1 0 0 0,0 0 0 0 0,-1 0 0 0 0,0 0 0 0 0,0 0 0 0 0,0 1 0 0 0,0 0 0 0 0,0 1 0 0 0,0-1 0 0 0,-1 1 0 0 0,-11-1 0 0 0,-14 0 151 0 0,0 1 1 0 0,1 1-1 0 0,-35 6 0 0 0,47-5-123 0 0,-17 3 65 0 0,0 2 1 0 0,1 1 0 0 0,-1 2-1 0 0,2 1 1 0 0,-1 2-1 0 0,-52 26 1 0 0,60-24-25 0 0,1 1 0 0 0,0 1 0 0 0,1 1 0 0 0,1 1 0 0 0,1 2 0 0 0,1 0 0 0 0,0 1 0 0 0,-24 33 0 0 0,39-46-17 0 0,1 0-1 0 0,1 1 1 0 0,-1 0-1 0 0,1 0 1 0 0,1 1-1 0 0,0-1 1 0 0,0 1-1 0 0,1 0 1 0 0,0 0-1 0 0,1 0 0 0 0,0 0 1 0 0,0 1-1 0 0,1-1 1 0 0,1 0-1 0 0,0 1 1 0 0,0-1-1 0 0,1 1 1 0 0,0-1-1 0 0,1 0 0 0 0,0 0 1 0 0,1 0-1 0 0,0 0 1 0 0,0 0-1 0 0,1 0 1 0 0,0-1-1 0 0,1 1 1 0 0,0-1-1 0 0,1 0 0 0 0,0-1 1 0 0,0 1-1 0 0,1-1 1 0 0,9 9-1 0 0,4 2 29 0 0,0-1 0 0 0,2 0 0 0 0,0-2 0 0 0,1-1 0 0 0,0 0 0 0 0,2-2 0 0 0,-1 0 0 0 0,2-2 0 0 0,-1-1 0 0 0,33 8 0 0 0,-4-4 63 0 0,1-3 0 0 0,0-2-1 0 0,0-2 1 0 0,59-1 0 0 0,-58-6 107 0 0,0-2 0 0 0,0-3 1 0 0,90-19-1 0 0,-116 17-78 0 0,0-1 1 0 0,-1-2-1 0 0,0-1 1 0 0,0-1-1 0 0,-2-1 1 0 0,1-2-1 0 0,-2 0 0 0 0,31-24 1 0 0,-42 25-79 0 0,1-1 0 0 0,-2-1 1 0 0,0 0-1 0 0,-1-1 0 0 0,-1 0 0 0 0,0-1 1 0 0,-1 0-1 0 0,-1-1 0 0 0,-1 0 0 0 0,-1-1 1 0 0,0 0-1 0 0,-2 0 0 0 0,0-1 0 0 0,-1 1 1 0 0,-1-1-1 0 0,-1 0 0 0 0,-1 0 0 0 0,-1-1 0 0 0,-3-32 1 0 0,2 39-39 0 0,-2 0 0 0 0,0-1 0 0 0,-1 1 0 0 0,0 1 0 0 0,-1-1 0 0 0,-1 0 0 0 0,0 1 0 0 0,-1 0-1 0 0,-1 0 1 0 0,0 1 0 0 0,-1 0 0 0 0,0 0 0 0 0,-1 0 0 0 0,0 1 0 0 0,-1 1 0 0 0,0 0 0 0 0,-1 0 0 0 0,0 1 0 0 0,-1 0 0 0 0,0 1 0 0 0,-1 0 0 0 0,0 1 0 0 0,0 0 0 0 0,-1 1 0 0 0,0 1 0 0 0,0 0 0 0 0,-29-7 0 0 0,16 7 0 0 0,0 2 1 0 0,0 1-1 0 0,-1 1 0 0 0,0 1 0 0 0,1 1 1 0 0,-1 2-1 0 0,0 0 0 0 0,-38 10 1 0 0,-18 10-211 0 0,-109 42 1 0 0,64-18-1333 0 0,106-41-2406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21.3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96 6205 0 0,'-2'-1'-46'0'0,"1"1"1"0"0,0 0 0 0 0,0-1-1 0 0,0 1 1 0 0,0-1 0 0 0,0 1-1 0 0,0-1 1 0 0,0 1 0 0 0,0-1-1 0 0,0 0 1 0 0,1 1 0 0 0,-1-1-1 0 0,0 0 1 0 0,0 0 0 0 0,0 0-1 0 0,1 1 1 0 0,-2-3-1 0 0,10-7 68 0 0,-7 8 49 0 0,18-12 51 0 0,-5 6-114 0 0,1 0 1 0 0,1 1-1 0 0,-1 1 1 0 0,1 0-1 0 0,0 1 1 0 0,0 1 0 0 0,1 0-1 0 0,-1 1 1 0 0,1 1-1 0 0,27 0 1 0 0,-32 1-8 0 0,-4 1-11 0 0,0-1 1 0 0,0 2 0 0 0,-1-1-1 0 0,1 1 1 0 0,0 0-1 0 0,10 3 1 0 0,-17-4 8 0 0,0 0 0 0 0,0 1-1 0 0,1-1 1 0 0,-1 1 0 0 0,0-1 0 0 0,0 1 0 0 0,0-1-1 0 0,0 1 1 0 0,0 0 0 0 0,0-1 0 0 0,0 1 0 0 0,0 0-1 0 0,0 0 1 0 0,0 0 0 0 0,0 0 0 0 0,0 0 0 0 0,-1 0-1 0 0,1 0 1 0 0,0 0 0 0 0,-1 0 0 0 0,1 0 0 0 0,-1 1-1 0 0,1-1 1 0 0,-1 0 0 0 0,1 0 0 0 0,-1 0 0 0 0,0 1-1 0 0,0-1 1 0 0,0 0 0 0 0,0 0 0 0 0,0 1 0 0 0,0-1-1 0 0,0 0 1 0 0,0 1 0 0 0,0-1 0 0 0,0 0 0 0 0,-1 0-1 0 0,1 1 1 0 0,0-1 0 0 0,-1 0 0 0 0,1 0 0 0 0,-1 0-1 0 0,0 0 1 0 0,1 0 0 0 0,-1 0 0 0 0,0 0 0 0 0,0 0-1 0 0,0 1 1 0 0,-10 14 5 0 0,0-2 0 0 0,0 0 0 0 0,-2 0 0 0 0,0-1 0 0 0,0 0 1 0 0,-29 20-1 0 0,-100 57 123 0 0,100-66 47 0 0,43-24-167 0 0,-1 0-1 0 0,0 0 0 0 0,0 0 0 0 0,0 0 1 0 0,0 0-1 0 0,0 0 0 0 0,0 0 1 0 0,0 0-1 0 0,1 0 0 0 0,-1 0 1 0 0,0 0-1 0 0,0 0 0 0 0,0 0 1 0 0,0 1-1 0 0,0-1 0 0 0,0 0 0 0 0,0 0 1 0 0,1 0-1 0 0,-1 0 0 0 0,0 0 1 0 0,0 0-1 0 0,0 0 0 0 0,0 0 1 0 0,0 0-1 0 0,0 0 0 0 0,0 0 1 0 0,0 1-1 0 0,0-1 0 0 0,0 0 0 0 0,0 0 1 0 0,1 0-1 0 0,-1 0 0 0 0,0 0 1 0 0,0 0-1 0 0,0 0 0 0 0,0 1 1 0 0,0-1-1 0 0,0 0 0 0 0,0 0 1 0 0,0 0-1 0 0,0 0 0 0 0,0 0 0 0 0,0 0 1 0 0,0 0-1 0 0,0 1 0 0 0,0-1 1 0 0,0 0-1 0 0,0 0 0 0 0,0 0 1 0 0,-1 0-1 0 0,1 0 0 0 0,0 0 1 0 0,0 0-1 0 0,0 1 0 0 0,0-1 0 0 0,0 0 1 0 0,0 0-1 0 0,0 0 0 0 0,0 0 1 0 0,21 1 85 0 0,29-3-77 0 0,156-10 74 0 0,-175 12-82 0 0,0 2 1 0 0,-1 1-1 0 0,1 1 1 0 0,46 13-1 0 0,-72-16-11 0 0,-3 0 3 0 0,0-1 1 0 0,0 1 0 0 0,0-1 0 0 0,0 1 0 0 0,0 0 0 0 0,0-1 0 0 0,0 1-1 0 0,0 0 1 0 0,-1 0 0 0 0,1 0 0 0 0,0 1 0 0 0,-1-1 0 0 0,1 0-1 0 0,-1 1 1 0 0,1-1 0 0 0,1 3 0 0 0,-3-3 0 0 0,1 0 1 0 0,-1-1-1 0 0,0 1 1 0 0,0 0-1 0 0,1 0 1 0 0,-1 0-1 0 0,0-1 1 0 0,0 1-1 0 0,0 0 1 0 0,0 0-1 0 0,0 0 0 0 0,0-1 1 0 0,0 1-1 0 0,0 0 1 0 0,0 0-1 0 0,-1 0 1 0 0,1 0-1 0 0,0-1 1 0 0,0 1-1 0 0,-1 0 1 0 0,1 0-1 0 0,0-1 1 0 0,-1 1-1 0 0,1 0 0 0 0,-1-1 1 0 0,1 1-1 0 0,-1 0 1 0 0,1-1-1 0 0,-2 2 1 0 0,-17 11 44 0 0,18-12-34 0 0,-26 12 162 0 0,0 0-1 0 0,0-2 1 0 0,-1-1-1 0 0,-45 10 1 0 0,-117 13 1270 0 0,189-32-1473 0 0,-1-1 1 0 0,1 0-1 0 0,-1 1 0 0 0,0-1 0 0 0,1 0 0 0 0,-1 0 1 0 0,1 0-1 0 0,-1 0 0 0 0,0 0 0 0 0,1 0 0 0 0,-1 0 0 0 0,1-1 1 0 0,-1 1-1 0 0,1-1 0 0 0,-1 1 0 0 0,1-1 0 0 0,-1 1 1 0 0,1-1-1 0 0,-1 0 0 0 0,-1-1 0 0 0,2 1-189 0 0,1-1-1 0 0,0 1 1 0 0,-1-1 0 0 0,1 1-1 0 0,0-1 1 0 0,0 1 0 0 0,0-1-1 0 0,0 1 1 0 0,0-1 0 0 0,1 1-1 0 0,-1-1 1 0 0,0 1 0 0 0,0-1-1 0 0,1 1 1 0 0,-1 0-1 0 0,1-1 1 0 0,0 1 0 0 0,1-3-1 0 0,3-10-2014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22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607 100 5641 0 0,'-4'-15'-465'0'0,"0"9"480"0"0,0 0 0 0 0,0 0 0 0 0,-1 0-1 0 0,0 0 1 0 0,0 1 0 0 0,-1 0 0 0 0,1 0 0 0 0,-1 0 0 0 0,0 1 0 0 0,0 0 0 0 0,-1 0 0 0 0,1 0 0 0 0,-1 1 0 0 0,0 0 0 0 0,0 1 0 0 0,0-1-1 0 0,0 1 1 0 0,0 0 0 0 0,-1 1 0 0 0,1 0 0 0 0,0 0 0 0 0,-1 0 0 0 0,-8 2 0 0 0,3-1 2 0 0,0 1 0 0 0,-1 1 1 0 0,1 0-1 0 0,0 0 0 0 0,0 2 0 0 0,0 0 0 0 0,1 0 1 0 0,-1 1-1 0 0,1 1 0 0 0,0 0 0 0 0,1 0 1 0 0,-18 13-1 0 0,1 4-18 0 0,1 0 1 0 0,0 2 0 0 0,2 1-1 0 0,1 1 1 0 0,-41 60 0 0 0,56-73-4 0 0,0 1 0 0 0,1-1 0 0 0,1 1 0 0 0,0 1 1 0 0,1-1-1 0 0,1 1 0 0 0,0 0 0 0 0,1 0 1 0 0,1 1-1 0 0,1-1 0 0 0,0 1 0 0 0,1 0 0 0 0,0-1 1 0 0,2 1-1 0 0,3 24 0 0 0,-2-29 17 0 0,2 0 0 0 0,-1 1 0 0 0,2-1 1 0 0,0 0-1 0 0,0-1 0 0 0,1 1 0 0 0,0-1 0 0 0,1 0 0 0 0,0-1 0 0 0,1 1 0 0 0,0-2 0 0 0,18 18 0 0 0,-12-15 17 0 0,2-1 0 0 0,0 0-1 0 0,0 0 1 0 0,1-2 0 0 0,0 0-1 0 0,0-1 1 0 0,34 10 0 0 0,-4-6 50 0 0,1-2 1 0 0,-1-2-1 0 0,1-2 0 0 0,1-3 1 0 0,94-4-1 0 0,-90-2 62 0 0,-1-1 0 0 0,0-3 0 0 0,0-2 0 0 0,96-31 0 0 0,-132 35-80 0 0,0-1 0 0 0,-1-1 0 0 0,0-1 0 0 0,0 0 0 0 0,-1-1 0 0 0,0 0 0 0 0,-1-1-1 0 0,0 0 1 0 0,-1-2 0 0 0,0 1 0 0 0,0-1 0 0 0,-1-1 0 0 0,-1 0 0 0 0,0-1 0 0 0,-1 0 0 0 0,0 0 0 0 0,-1-1 0 0 0,-1 0 0 0 0,8-24-1 0 0,-9 20-12 0 0,-1 0 0 0 0,-2-1 0 0 0,0 0 0 0 0,-1 0 0 0 0,0 0 1 0 0,-2 0-1 0 0,0 0 0 0 0,-2 1 0 0 0,0-1 0 0 0,-1 0 0 0 0,-1 0 0 0 0,-1 1 0 0 0,-1 0 0 0 0,-14-34 0 0 0,15 42-33 0 0,-1 0 0 0 0,0 0 0 0 0,-1 1 0 0 0,0 0 0 0 0,0 0 0 0 0,-1 0 0 0 0,0 1 0 0 0,-1 0 0 0 0,0 1 0 0 0,-1 0 0 0 0,1 0 0 0 0,-2 1 0 0 0,1 1 0 0 0,-1-1 1 0 0,0 2-1 0 0,0-1 0 0 0,0 2 0 0 0,-1-1 0 0 0,0 2 0 0 0,0-1 0 0 0,0 2 0 0 0,0-1 0 0 0,0 2 0 0 0,-23-1 0 0 0,-15 3-96 0 0,1 3-1 0 0,-88 17 0 0 0,125-19-341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5:22.6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7 4856 0 0,'0'0'-396'0'0,"0"0"410"0"0,0 0 1 0 0,1 0-1 0 0,-1 0 1 0 0,0 0 0 0 0,0 0-1 0 0,0 0 1 0 0,0-1-1 0 0,0 1 1 0 0,0 0-1 0 0,0 0 1 0 0,1 0-1 0 0,-1 0 1 0 0,0 0 0 0 0,0-1-1 0 0,0 1 1 0 0,0 0-1 0 0,0 0 1 0 0,0 0-1 0 0,0 0 1 0 0,0-1-1 0 0,0 1 1 0 0,0 0 0 0 0,0 0-1 0 0,0 0 1 0 0,0-1-1 0 0,0 1 1 0 0,0 0-1 0 0,0 0 1 0 0,0 0 0 0 0,0 0-1 0 0,0-1 1 0 0,-1 1-1 0 0,1 0 1 0 0,0 0-1 0 0,0 0 1 0 0,0 0-1 0 0,0 0 1 0 0,0-1 0 0 0,0 1-1 0 0,0 0 1 0 0,-1 0-1 0 0,1 0 1 0 0,0 0-1 0 0,0 0 1 0 0,0 0-1 0 0,0 0 1 0 0,0-1 0 0 0,-1 1-1 0 0,1 0 1 0 0,0 0-1 0 0,0 0 1 0 0,0 0-1 0 0,0 0 1 0 0,-1 0-1 0 0,1 0 1 0 0,0 0 0 0 0,0 0-1 0 0,0 0 1 0 0,0 0-1 0 0,-1 0 1 0 0,1 0-1 0 0,0 0 1 0 0,0 0-1 0 0,0 0 1 0 0,-1 0 0 0 0,1 0-1 0 0,-39 33-57 0 0,38-31-147 0 0,0-1-1 0 0,0 0 1 0 0,-1 0-1 0 0,1 0 1 0 0,-1 0-1 0 0,1 0 1 0 0,0 0-1 0 0,-1 0 1 0 0,0 0-1 0 0,1-1 1 0 0,-1 1-1 0 0,1-1 1 0 0,-1 1-1 0 0,-2 0 1 0 0,3-1-489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2T05:56:33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1 458 24575,'17'20'0,"-1"1"0,0 0 0,16 32 0,-12-22 0,27 53 0,18 24 0,-64-106 0,0 0 0,0 0 0,1-1 0,-1 1 0,1-1 0,-1 1 0,1-1 0,0 1 0,0-1 0,-1 0 0,1 0 0,0 0 0,0 0 0,0 0 0,0 0 0,0 0 0,0-1 0,0 1 0,1-1 0,-1 0 0,0 1 0,0-1 0,0 0 0,0 0 0,1 0 0,-1-1 0,0 1 0,0 0 0,0-1 0,0 0 0,0 1 0,0-1 0,0 0 0,0 0 0,3-2 0,6-4 0,0-1 0,-1 0 0,0-1 0,17-18 0,-22 22 0,162-191 0,-9 10 0,-125 152 0,1 2 0,1 1 0,48-32 0,-27 27-227,1 3-1,2 2 1,1 3-1,1 3 1,68-19-1,-97 36-6598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2T05:57:20.1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36.6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1581 129 3128 0 0,'0'0'2651'0'0,"-22"-17"-869"0"0,-98-23-413 0 0,50 24-1223 0 0,-113-12-1 0 0,144 25-136 0 0,0 2 1 0 0,-1 2-1 0 0,1 1 0 0 0,-59 12 1 0 0,9 4-17 0 0,1 4 0 0 0,1 3 1 0 0,2 5-1 0 0,0 3 0 0 0,2 4 1 0 0,-79 49-1 0 0,140-72-6 0 0,0 0 0 0 0,1 2 0 0 0,1 0 0 0 0,1 2 0 0 0,1 0 0 0 0,0 1 0 0 0,1 1 0 0 0,1 0 0 0 0,-24 41 0 0 0,34-51 2 0 0,1 2 0 0 0,0-1 0 0 0,0 1 0 0 0,1 0 0 0 0,1 0-1 0 0,0 0 1 0 0,0 0 0 0 0,1 0 0 0 0,1 1 0 0 0,0-1 0 0 0,1 1 0 0 0,0-1 0 0 0,1 1 0 0 0,0-1 0 0 0,1 1 0 0 0,1-1 0 0 0,-1 0 0 0 0,2 0 0 0 0,0 0 0 0 0,0-1 0 0 0,1 1 0 0 0,8 12 0 0 0,-1-5 12 0 0,0-1 0 0 0,1 0 0 0 0,1-1 1 0 0,0-1-1 0 0,1 0 0 0 0,1-1 0 0 0,1-1 1 0 0,20 15-1 0 0,-9-11 12 0 0,1-1 1 0 0,0-1-1 0 0,2-2 0 0 0,53 18 1 0 0,-5-10 34 0 0,0-5-1 0 0,0-2 1 0 0,126 5 0 0 0,-83-13 55 0 0,1-6 0 0 0,224-26 0 0 0,-285 16-2 0 0,-1-3 1 0 0,-1-2 0 0 0,0-3-1 0 0,101-44 1 0 0,-136 49-49 0 0,-1 0 0 0 0,1-2 0 0 0,-2-1 1 0 0,0-1-1 0 0,-1-1 0 0 0,-1-1 0 0 0,-1 0 1 0 0,0-2-1 0 0,-1 0 0 0 0,-1-1 1 0 0,-2-1-1 0 0,0-1 0 0 0,14-26 0 0 0,-17 25-3 0 0,-2-1 0 0 0,-1 0-1 0 0,-1 0 1 0 0,-1-1 0 0 0,-1 1 0 0 0,-2-2-1 0 0,0 1 1 0 0,-2-1 0 0 0,0 0-1 0 0,-2 1 1 0 0,-4-40 0 0 0,1 50-25 0 0,0 0 0 0 0,-2 0 0 0 0,0 1 0 0 0,0 0 0 0 0,-2 0 0 0 0,0 0-1 0 0,0 0 1 0 0,-1 1 0 0 0,-1 0 0 0 0,-1 1 0 0 0,0-1 0 0 0,0 2 0 0 0,-2-1 0 0 0,1 1 0 0 0,-1 1 0 0 0,-1 0 0 0 0,0 1 0 0 0,-1 0 0 0 0,0 1 0 0 0,-22-13 0 0 0,6 8-10 0 0,0 1 1 0 0,-1 1-1 0 0,-1 2 1 0 0,1 0-1 0 0,-2 3 0 0 0,1 0 1 0 0,-1 2-1 0 0,-57-1 0 0 0,-15 6 62 0 0,-142 20-1 0 0,160-10-67 0 0,-13-8-7523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37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12 137 6493 0 0,'-8'-121'1634'0'0,"7"105"-1000"0"0,-2 20-253 0 0,4 31-237 0 0,15 23-17 0 0,36 80 0 0 0,9 31 15 0 0,-42-107 48 0 0,-19-60-176 0 0,2-9-2288 0 0,6-22-248 0 0,-1 8-712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37.8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641 148 6845 0 0,'0'-6'-33'0'0,"0"0"1"0"0,-1 0 0 0 0,1 0 0 0 0,-1 0 0 0 0,-1 0-1 0 0,1 1 1 0 0,-1-1 0 0 0,0 0 0 0 0,0 1 0 0 0,-1-1-1 0 0,1 1 1 0 0,-1 0 0 0 0,0 0 0 0 0,-1 0-1 0 0,1 0 1 0 0,-1 1 0 0 0,0 0 0 0 0,0-1 0 0 0,-1 1-1 0 0,1 0 1 0 0,-1 1 0 0 0,0-1 0 0 0,0 1 0 0 0,0 0-1 0 0,0 0 1 0 0,-1 1 0 0 0,1 0 0 0 0,-1 0-1 0 0,1 0 1 0 0,-1 0 0 0 0,-9-1 0 0 0,1 0 57 0 0,0 1 0 0 0,0 0 0 0 0,0 1-1 0 0,0 0 1 0 0,0 1 0 0 0,0 1 0 0 0,0 0 0 0 0,0 1 0 0 0,1 0 0 0 0,-1 1 0 0 0,0 1 0 0 0,1 0 0 0 0,-14 7 0 0 0,9-3-1 0 0,0 2 1 0 0,1 0 0 0 0,0 1 0 0 0,1 1-1 0 0,1 0 1 0 0,0 1 0 0 0,0 1 0 0 0,-20 25-1 0 0,17-16 0 0 0,2 0-1 0 0,0 1 1 0 0,1 0-1 0 0,2 1 1 0 0,0 1-1 0 0,2 0 1 0 0,1 1-1 0 0,1 0 1 0 0,1 0-1 0 0,1 1 1 0 0,2 0-1 0 0,1 0 0 0 0,-1 31 1 0 0,5-39 9 0 0,1-1 1 0 0,1 0-1 0 0,1 1 0 0 0,1-1 1 0 0,0 0-1 0 0,1-1 0 0 0,1 1 1 0 0,1-1-1 0 0,0 0 0 0 0,2-1 1 0 0,0 1-1 0 0,1-2 0 0 0,0 1 1 0 0,2-1-1 0 0,0-1 0 0 0,17 18 1 0 0,-12-17 33 0 0,1-1 1 0 0,1-1 0 0 0,0 0 0 0 0,0-2-1 0 0,2 0 1 0 0,-1-1 0 0 0,1-1-1 0 0,1-1 1 0 0,0-1 0 0 0,0-1 0 0 0,1 0-1 0 0,-1-2 1 0 0,31 3 0 0 0,-13-4 63 0 0,1-1 0 0 0,0-2 0 0 0,0-2 0 0 0,-1-1 0 0 0,1-3 1 0 0,-1-1-1 0 0,0-2 0 0 0,45-15 0 0 0,-67 17-54 0 0,0-2 0 0 0,-1 0 1 0 0,0 0-1 0 0,-1-2 0 0 0,0 0 0 0 0,0-1 0 0 0,-1 0 0 0 0,21-21 0 0 0,-26 21-30 0 0,-1 0 0 0 0,0 0-1 0 0,-1-1 1 0 0,0 0-1 0 0,-1-1 1 0 0,0 0 0 0 0,-1 0-1 0 0,-1 0 1 0 0,0 0-1 0 0,0-1 1 0 0,-2 0-1 0 0,4-20 1 0 0,-4 8-2 0 0,-1 0 1 0 0,-1 0-1 0 0,-1-1 1 0 0,-2 1-1 0 0,0 0 1 0 0,-2 0-1 0 0,-1 1 1 0 0,-1-1-1 0 0,-1 1 0 0 0,-1 0 1 0 0,-1 0-1 0 0,-1 1 1 0 0,-19-31-1 0 0,22 42-31 0 0,-1 0 0 0 0,-1 0-1 0 0,0 1 1 0 0,-1 0 0 0 0,0 1 0 0 0,-1 0-1 0 0,0 1 1 0 0,-1 0 0 0 0,0 1 0 0 0,-1 0-1 0 0,1 1 1 0 0,-2 0 0 0 0,1 1 0 0 0,-1 1 0 0 0,0 0-1 0 0,0 0 1 0 0,-1 2 0 0 0,1 0 0 0 0,-1 0-1 0 0,0 2 1 0 0,0 0 0 0 0,-1 0 0 0 0,1 2-1 0 0,-16 0 1 0 0,-13 4 75 0 0,0 3-1 0 0,1 1 1 0 0,-69 21 0 0 0,-4 13-931 0 0,1 5-3415 0 0,96-39 1888 0 0,2-3-351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39.0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10 101 6501 0 0,'0'0'-81'0'0,"-9"-24"1260"0"0,14 18-1154 0 0,0 2 0 0 0,0-1-1 0 0,0 0 1 0 0,1 1 0 0 0,0 0 0 0 0,0 1-1 0 0,0-1 1 0 0,0 1 0 0 0,0 0-1 0 0,1 1 1 0 0,10-4 0 0 0,9-2 12 0 0,45-7 1 0 0,-61 13-39 0 0,0 1 0 0 0,1 0 0 0 0,-1 0 0 0 0,0 1 0 0 0,0 1 0 0 0,0 0 0 0 0,0 0 0 0 0,0 1 0 0 0,0 0 0 0 0,10 4 0 0 0,-16-5 0 0 0,0 1-1 0 0,-1 0 1 0 0,1 0 0 0 0,-1 0 0 0 0,1 1-1 0 0,-1-1 1 0 0,0 1 0 0 0,0-1-1 0 0,0 1 1 0 0,0 0 0 0 0,-1 0-1 0 0,1 1 1 0 0,-1-1 0 0 0,0 0-1 0 0,0 1 1 0 0,0 0 0 0 0,0-1-1 0 0,0 1 1 0 0,-1 0 0 0 0,0 0 0 0 0,0 0-1 0 0,0 0 1 0 0,0 0 0 0 0,-1 0-1 0 0,1 0 1 0 0,-1 0 0 0 0,0 6-1 0 0,-14 109 84 0 0,14-118-73 0 0,0 0 0 0 0,0 0 1 0 0,0 0-1 0 0,0 1 0 0 0,1-1 1 0 0,-1 0-1 0 0,0 0 1 0 0,1 0-1 0 0,-1 0 0 0 0,0 0 1 0 0,1 1-1 0 0,-1-1 0 0 0,1 0 1 0 0,0 0-1 0 0,-1 0 0 0 0,1-1 1 0 0,0 1-1 0 0,0 0 0 0 0,0 0 1 0 0,-1 0-1 0 0,1 0 0 0 0,0-1 1 0 0,2 2-1 0 0,0 0 4 0 0,0-1-1 0 0,0 0 1 0 0,0 0-1 0 0,1 0 1 0 0,-1-1-1 0 0,0 1 1 0 0,0-1-1 0 0,0 0 1 0 0,4 0-1 0 0,13-1 21 0 0,-1-1 0 0 0,30-7 0 0 0,-24 4 4 0 0,200-25 424 0 0,-223 30-417 0 0,1 0-12 0 0,8 0-22 0 0,-8 0-86 0 0,9-3-643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39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910 180 6221 0 0,'-5'-12'23'0'0,"-2"0"0"0"0,1 0 0 0 0,-2 1 0 0 0,1 1 0 0 0,-2-1 0 0 0,1 1 0 0 0,-1 0 0 0 0,-1 1 0 0 0,0 0 1 0 0,0 1-1 0 0,-1 0 0 0 0,0 0 0 0 0,0 1 0 0 0,-1 1 0 0 0,1 0 0 0 0,-2 0 0 0 0,1 1 0 0 0,0 1 1 0 0,-1 0-1 0 0,0 1 0 0 0,0 0 0 0 0,0 1 0 0 0,0 1 0 0 0,-14-1 0 0 0,5 2-3 0 0,0 0 0 0 0,0 1-1 0 0,1 2 1 0 0,-1 0 0 0 0,1 1-1 0 0,0 1 1 0 0,0 1 0 0 0,0 1 0 0 0,1 1-1 0 0,0 1 1 0 0,0 0 0 0 0,1 2 0 0 0,1 0-1 0 0,-22 16 1 0 0,8-1-2 0 0,0 0 0 0 0,2 2 0 0 0,1 1 0 0 0,2 2 0 0 0,0 1 0 0 0,2 0-1 0 0,2 2 1 0 0,-35 67 0 0 0,54-93 5 0 0,1-1 0 0 0,0 1-1 0 0,0 0 1 0 0,0 0 0 0 0,1 0 0 0 0,1 0-1 0 0,-1 1 1 0 0,1-1 0 0 0,1 0-1 0 0,0 1 1 0 0,0-1 0 0 0,0 0 0 0 0,1 1-1 0 0,0-1 1 0 0,1 0 0 0 0,0 0-1 0 0,0 0 1 0 0,1 0 0 0 0,0 0 0 0 0,0 0-1 0 0,1-1 1 0 0,0 1 0 0 0,0-1-1 0 0,1 0 1 0 0,0 0 0 0 0,0-1 0 0 0,0 1-1 0 0,12 9 1 0 0,-2-5 29 0 0,1 0-1 0 0,1-1 1 0 0,0 0-1 0 0,1-1 1 0 0,-1-2 0 0 0,2 1-1 0 0,-1-2 1 0 0,1 0-1 0 0,0-2 1 0 0,0 0 0 0 0,39 3-1 0 0,11-5 211 0 0,137-11 0 0 0,-176 6-194 0 0,194-23 376 0 0,-191 20-232 0 0,-1-2 0 0 0,0 0 1 0 0,-1-3-1 0 0,54-24 0 0 0,-75 30-142 0 0,0-1-1 0 0,-1-1 1 0 0,1 1-1 0 0,-1-2 1 0 0,-1 1-1 0 0,0-1 1 0 0,0 0-1 0 0,0-1 1 0 0,-1 0-1 0 0,0 0 1 0 0,-1-1-1 0 0,0 1 1 0 0,6-13-1 0 0,-6 8-18 0 0,-1-1 1 0 0,0 1-1 0 0,-1-1 1 0 0,-1 0-1 0 0,0 0 0 0 0,-1 0 1 0 0,0 0-1 0 0,-2 0 1 0 0,0-21-1 0 0,-1 19-31 0 0,-1 1-1 0 0,0-1 1 0 0,-1 1 0 0 0,-1 0-1 0 0,-1 0 1 0 0,0 0 0 0 0,-1 0-1 0 0,-1 1 1 0 0,0 0 0 0 0,-1 0-1 0 0,0 1 1 0 0,-2 0 0 0 0,1 0-1 0 0,-2 1 1 0 0,0 1-1 0 0,0-1 1 0 0,-1 2 0 0 0,-26-20-1 0 0,19 20-11 0 0,-1 1-1 0 0,0 1 0 0 0,-1 1 0 0 0,0 0 0 0 0,0 2 0 0 0,-1 0 0 0 0,0 2 0 0 0,0 0 0 0 0,0 1 0 0 0,0 2 0 0 0,-1 0 0 0 0,-42 5 0 0 0,-14 5-19 0 0,1 5 1 0 0,-94 28-1 0 0,165-40 8 0 0,-38 12-202 0 0,-16 3-4343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7:40.6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0 494 7225 0 0,'3'-141'1069'0'0,"-2"118"-538"0"0,3 19-266 0 0,8 31-174 0 0,-1 1-44 0 0,22 50 33 0 0,-24-54-36 0 0,1-1 0 0 0,19 34 1 0 0,-22-43 84 0 0,-6-13-95 0 0,-1 1 0 0 0,1-1 1 0 0,-1 0-1 0 0,1 0 0 0 0,0 0 0 0 0,-1 1 0 0 0,1-1 1 0 0,0 0-1 0 0,0 0 0 0 0,0 0 0 0 0,0 0 0 0 0,0 0 1 0 0,0-1-1 0 0,2 2 0 0 0,-2-1 99 0 0,6-4-10 0 0,15-8-44 0 0,-1-1 0 0 0,-1-1 0 0 0,0-1 0 0 0,27-25 0 0 0,77-79 90 0 0,-85 78-114 0 0,312-272 335 0 0,-314 280-327 0 0,-36 31-60 0 0,-1 3-146 0 0,-1-1 110 0 0,1 1 0 0 0,-1-1 0 0 0,1 0 0 0 0,-1 1 0 0 0,0-1 0 0 0,0 0 0 0 0,1 1 0 0 0,-1-1 0 0 0,0 0 0 0 0,0 0 0 0 0,0 0 0 0 0,0 0 0 0 0,0 0 0 0 0,-2 1 0 0 0,-10 15-4080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1.4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33 483 5525 0 0,'0'0'394'0'0,"-4"-2"-217"0"0,0 1-233 0 0,3 1 107 0 0,0-1 1 0 0,-1 1-1 0 0,1-1 1 0 0,0 1-1 0 0,0-1 1 0 0,-1 1-1 0 0,1-1 0 0 0,0 0 1 0 0,0 0-1 0 0,0 0 1 0 0,0 0-1 0 0,0 1 1 0 0,0-1-1 0 0,0 0 0 0 0,0-1 1 0 0,0 1-1 0 0,0 0 1 0 0,1 0-1 0 0,-1 0 1 0 0,0 0-1 0 0,1-1 0 0 0,-1 1 1 0 0,1 0-1 0 0,-1-1 1 0 0,1 1-1 0 0,0 0 1 0 0,-1-3-1 0 0,1 2 83 0 0,7-24 247 0 0,-3 19-355 0 0,1-1 0 0 0,-1 1 0 0 0,1 0 0 0 0,1 0 0 0 0,-1 0-1 0 0,1 1 1 0 0,0 0 0 0 0,0 0 0 0 0,13-9 0 0 0,75-44 12 0 0,-57 37-26 0 0,69-36-68 0 0,2 4-1 0 0,228-78 1 0 0,-297 114-590 0 0,-63 16 599 0 0,18 2 6 0 0,0 0 7 0 0,-73 5 224 0 0,76-5 14 0 0,-1 0-93 0 0,-30 0 368 0 0,31 0-199 0 0,13-1-598 0 0,38-3 259 0 0,0 3-1 0 0,0 1 0 0 0,0 3 0 0 0,51 9 0 0 0,-94-10 52 0 0,-4-2 9 0 0,0 0-1 0 0,0 0 1 0 0,-1 0 0 0 0,1 0-1 0 0,0 0 1 0 0,0 0 0 0 0,-1 1-1 0 0,1-1 1 0 0,0 0 0 0 0,0 1-1 0 0,-1-1 1 0 0,1 1 0 0 0,0-1-1 0 0,-1 1 1 0 0,1-1 0 0 0,-1 1-1 0 0,1-1 1 0 0,0 1 0 0 0,-1-1-1 0 0,1 1 1 0 0,-1 0 0 0 0,0-1-1 0 0,1 1 1 0 0,-1 0 0 0 0,1-1-1 0 0,-1 1 1 0 0,0 0 0 0 0,0 0-1 0 0,1-1 1 0 0,-1 1 0 0 0,0 0-1 0 0,0 0 1 0 0,0-1 0 0 0,0 1-1 0 0,0 0 1 0 0,0 0 0 0 0,0 0-1 0 0,0-1 1 0 0,0 1 0 0 0,0 0-1 0 0,-1 0 1 0 0,1-1 0 0 0,0 1-1 0 0,0 0 1 0 0,-1 0 0 0 0,1-1-1 0 0,-1 1 1 0 0,1 0 0 0 0,0-1-1 0 0,-1 1 1 0 0,1 0 0 0 0,-1-1-1 0 0,0 1 1 0 0,-4 7-50 0 0,5-6-69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1.9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26 5012 0 0,'-1'-17'1401'0'0,"0"8"1084"0"0,3 35-2811 0 0,1 0-1 0 0,1-1 1 0 0,2 0-1 0 0,17 49 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2.6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440 55 6253 0 0,'-3'-5'29'0'0,"0"1"0"0"0,-1 0 0 0 0,0 0 0 0 0,1 0 0 0 0,-2 0 0 0 0,1 1 0 0 0,0 0 0 0 0,-1 0 0 0 0,1 0 1 0 0,-1 0-1 0 0,0 1 0 0 0,0 0 0 0 0,0 0 0 0 0,0 0 0 0 0,-1 0 0 0 0,1 1 0 0 0,0 0 0 0 0,-1 0 0 0 0,1 0 0 0 0,0 1 1 0 0,-1 0-1 0 0,1 0 0 0 0,-1 0 0 0 0,1 1 0 0 0,-1 0 0 0 0,1 0 0 0 0,0 0 0 0 0,-1 1 0 0 0,1-1 0 0 0,0 1 1 0 0,0 1-1 0 0,-7 3 0 0 0,-6 4-50 0 0,0 1 0 0 0,0 0 0 0 0,1 1 1 0 0,1 1-1 0 0,0 1 0 0 0,0 0 0 0 0,-16 21 1 0 0,18-18 4 0 0,0 1 1 0 0,0 0 0 0 0,2 1 0 0 0,0 0 0 0 0,2 1-1 0 0,0 0 1 0 0,1 1 0 0 0,-7 24 0 0 0,13-34 4 0 0,1-1 1 0 0,0 0-1 0 0,0 1 0 0 0,1-1 1 0 0,1 1-1 0 0,-1-1 1 0 0,2 1-1 0 0,0-1 1 0 0,0 1-1 0 0,1-1 1 0 0,0 1-1 0 0,0-1 0 0 0,1 0 1 0 0,1 0-1 0 0,0 0 1 0 0,0-1-1 0 0,1 1 1 0 0,0-1-1 0 0,9 12 1 0 0,-4-10 14 0 0,-1 0 0 0 0,2-1 0 0 0,-1-1 0 0 0,1 1 0 0 0,1-1 0 0 0,0-1 0 0 0,0 0 0 0 0,1-1 0 0 0,0-1 0 0 0,0 0 0 0 0,0 0 0 0 0,1-1 0 0 0,0-1 0 0 0,0 0 0 0 0,0-1 0 0 0,20 2 0 0 0,-6-2 47 0 0,-1-2-1 0 0,1 0 0 0 0,0-2 0 0 0,-1-1 1 0 0,1-1-1 0 0,-1-2 0 0 0,46-13 0 0 0,-61 14 18 0 0,0 0 0 0 0,0-1 0 0 0,-1 0 0 0 0,0-1-1 0 0,0-1 1 0 0,0 0 0 0 0,-1 0 0 0 0,0-1 0 0 0,0 0 0 0 0,-1 0 0 0 0,0-1-1 0 0,0-1 1 0 0,-1 0 0 0 0,0 0 0 0 0,-1 0 0 0 0,0-1 0 0 0,-1 0-1 0 0,0 0 1 0 0,-1-1 0 0 0,0 0 0 0 0,-1 1 0 0 0,0-2 0 0 0,-1 1-1 0 0,0 0 1 0 0,-1-1 0 0 0,0 1 0 0 0,-1-1 0 0 0,0 0 0 0 0,-1 1-1 0 0,-1-1 1 0 0,0 0 0 0 0,-1 1 0 0 0,0-1 0 0 0,-8-23 0 0 0,6 23 4 0 0,-1 0 0 0 0,0 0 0 0 0,-1 0 0 0 0,-1 1 0 0 0,0-1 0 0 0,0 2 0 0 0,-2-1 0 0 0,1 1 0 0 0,-1 0 0 0 0,-1 1 0 0 0,0 0 0 0 0,0 1 0 0 0,-1 0 0 0 0,-21-14 0 0 0,17 15-66 0 0,0 0 0 0 0,-1 1 0 0 0,1 1-1 0 0,-2 0 1 0 0,1 1 0 0 0,-1 1-1 0 0,1 1 1 0 0,-1 0 0 0 0,0 1 0 0 0,0 1-1 0 0,-31 1 1 0 0,28 1-362 0 0,0 1 0 0 0,0 1 0 0 0,-29 8-1 0 0,7 6-3987 0 0,33-12 1276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3.5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373 12 6461 0 0,'0'0'266'0'0,"-6"-2"-233"0"0,-8-1-27 0 0,0 0 1 0 0,0 2-1 0 0,0-1 0 0 0,0 2 1 0 0,0 0-1 0 0,-1 0 0 0 0,-18 4 1 0 0,2 1-21 0 0,0 1 0 0 0,-45 15 0 0 0,54-14-14 0 0,13-5-26 0 0,1 1-1 0 0,-1 0 0 0 0,1 0 1 0 0,0 1-1 0 0,0 0 0 0 0,0 0 1 0 0,-7 6-1 0 0,13-8 23 0 0,18 7-13 0 0,1-3 33 0 0,0 0 0 0 0,0 0 0 0 0,1-2 0 0 0,20 3 0 0 0,18 5 2 0 0,55 15-12 0 0,-12-3-31 0 0,132 50 0 0 0,-229-73 50 0 0,0 0-1 0 0,1 0 1 0 0,-1 0-1 0 0,0 0 0 0 0,0 0 1 0 0,1 0-1 0 0,-1 0 1 0 0,0 1-1 0 0,0-1 1 0 0,-1 1-1 0 0,1-1 0 0 0,0 1 1 0 0,0 0-1 0 0,-1 0 1 0 0,1 0-1 0 0,-1 0 1 0 0,0 0-1 0 0,1 0 0 0 0,0 3 1 0 0,-3-3 9 0 0,-1 0 1 0 0,1 0-1 0 0,-1-1 1 0 0,0 1-1 0 0,1 0 1 0 0,-1-1 0 0 0,0 1-1 0 0,0-1 1 0 0,0 1-1 0 0,0-1 1 0 0,0 0-1 0 0,-1 0 1 0 0,1 0-1 0 0,0 0 1 0 0,0-1-1 0 0,-4 2 1 0 0,4-2 3 0 0,-31 11 46 0 0,-1-1 0 0 0,-1-2 0 0 0,-52 5 1 0 0,-109 1 106 0 0,181-14-145 0 0,-104 1 555 0 0,91-6-918 0 0,28 5 298 0 0,-1 0 0 0 0,1 0 0 0 0,0 0 0 0 0,-1 0 0 0 0,1-1 1 0 0,0 1-1 0 0,-1 0 0 0 0,1 0 0 0 0,0-1 0 0 0,-1 1 0 0 0,1 0 0 0 0,0-1 1 0 0,0 1-1 0 0,-1 0 0 0 0,1-1 0 0 0,0 1 0 0 0,0 0 0 0 0,0-1 0 0 0,0 1 0 0 0,-1 0 1 0 0,1-1-1 0 0,0 1 0 0 0,0-1 0 0 0,0 1 0 0 0,0 0 0 0 0,0-1 0 0 0,0 1 0 0 0,0-1 1 0 0,0 1-1 0 0,14-20-2178 0 0,-13 19 2335 0 0,16-14-1446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4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31 132 4200 0 0,'49'-9'-223'0'0,"-15"5"396"0"0,1-3 0 0 0,-2-1 0 0 0,66-24 0 0 0,-97 32-121 0 0,-1-1 0 0 0,1 0 0 0 0,-1 1 0 0 0,1-1 0 0 0,-1 0 0 0 0,1 0 0 0 0,-1 0 0 0 0,0 0 0 0 0,1 0 0 0 0,-1 0 0 0 0,0 0 0 0 0,0 0 0 0 0,0-1 0 0 0,0 1 0 0 0,0 0 0 0 0,0-1 0 0 0,0 1 0 0 0,0-1 0 0 0,0 1 0 0 0,-1-1 0 0 0,1 1 0 0 0,-1-1 0 0 0,1 0 0 0 0,-1 1 0 0 0,1-1 0 0 0,-1-2 0 0 0,0 3-21 0 0,-1-1 1 0 0,0 1-1 0 0,1-1 0 0 0,-1 1 1 0 0,0-1-1 0 0,0 1 0 0 0,1-1 1 0 0,-1 1-1 0 0,-1-1 0 0 0,1 1 0 0 0,0 0 1 0 0,0 0-1 0 0,0-1 0 0 0,-1 1 1 0 0,1 0-1 0 0,0 0 0 0 0,-1 0 1 0 0,1 1-1 0 0,-1-1 0 0 0,1 0 1 0 0,-1 0-1 0 0,1 1 0 0 0,-1-1 1 0 0,0 1-1 0 0,1 0 0 0 0,-4-1 1 0 0,-9-2 43 0 0,1 1 0 0 0,-1 1 0 0 0,0 0 1 0 0,0 1-1 0 0,0 0 0 0 0,0 1 1 0 0,-25 5-1 0 0,30-4-71 0 0,0 0 1 0 0,1 0 0 0 0,-1 1-1 0 0,1 0 1 0 0,0 0 0 0 0,0 1-1 0 0,0 1 1 0 0,0-1 0 0 0,1 1-1 0 0,-1 0 1 0 0,1 1 0 0 0,0 0-1 0 0,-8 9 1 0 0,13-14-11 0 0,1 1-1 0 0,-1 0 1 0 0,1 0 0 0 0,-1-1-1 0 0,1 1 1 0 0,0 0 0 0 0,-1 0-1 0 0,1 0 1 0 0,0 0 0 0 0,0 0-1 0 0,1 1 1 0 0,-1-1 0 0 0,0 0-1 0 0,1 0 1 0 0,-1 1 0 0 0,1-1-1 0 0,0 0 1 0 0,0 0-1 0 0,0 1 1 0 0,0-1 0 0 0,0 0-1 0 0,0 1 1 0 0,1-1 0 0 0,-1 0-1 0 0,1 0 1 0 0,-1 1 0 0 0,1-1-1 0 0,0 0 1 0 0,0 0 0 0 0,0 0-1 0 0,0 0 1 0 0,0 0 0 0 0,1 0-1 0 0,-1 0 1 0 0,1 0 0 0 0,-1-1-1 0 0,1 1 1 0 0,0 0 0 0 0,-1-1-1 0 0,1 0 1 0 0,0 1 0 0 0,0-1-1 0 0,0 0 1 0 0,0 0-1 0 0,4 2 1 0 0,10 4 8 0 0,1 0 1 0 0,0-1-1 0 0,0 0 0 0 0,29 4 0 0 0,-37-8-10 0 0,9 2-397 0 0,1-1 0 0 0,-1 0-1 0 0,1-1 1 0 0,-1-2-1 0 0,1 0 1 0 0,0 0 0 0 0,-1-2-1 0 0,20-4 1 0 0,-8-1-1388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4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48 5264 0 0,'-7'-48'4199'0'0,"25"147"-4332"0"0,3-1-1 0 0,39 103 1 0 0,-58-193 114 0 0,1 0 0 0 0,0 0 0 0 0,1 0 0 0 0,-1-1 1 0 0,1 0-1 0 0,1 0 0 0 0,-1 0 0 0 0,1 0 0 0 0,1-1 0 0 0,9 10 1 0 0,-10-12-6 0 0,0 0 1 0 0,1-1 0 0 0,0 0 0 0 0,-1 0 0 0 0,1-1 0 0 0,0 1-1 0 0,0-1 1 0 0,1 0 0 0 0,-1-1 0 0 0,0 0 0 0 0,0 0 0 0 0,1 0-1 0 0,-1-1 1 0 0,10 0 0 0 0,5-2-639 0 0,-1 0 0 0 0,1-2 0 0 0,0 0 0 0 0,35-14 0 0 0,-40 13-174 0 0,29-12-1670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4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74 6201 0 0,'-17'4'-205'0'0,"10"-5"1865"0"0,72-18-1926 0 0,131-20 0 0 0,-115 25-2830 0 0,-54 9 924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36.4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3 203 5344 0 0,'3'-22'761'0'0,"-4"36"74"0"0,-1-9-816 0 0,1 0 1 0 0,0 0-1 0 0,1 0 1 0 0,-1 0-1 0 0,1 0 1 0 0,0 0-1 0 0,0 0 1 0 0,1 0-1 0 0,-1 0 1 0 0,1 0-1 0 0,0 0 1 0 0,1-1-1 0 0,-1 1 1 0 0,1 0-1 0 0,0-1 1 0 0,0 1-1 0 0,0-1 1 0 0,1 1-1 0 0,0-1 1 0 0,-1 0-1 0 0,1 0 1 0 0,4 4-1 0 0,3-2-18 0 0,0 0 0 0 0,1 0-1 0 0,0 0 1 0 0,0-2 0 0 0,0 1 0 0 0,0-1 0 0 0,1-1 0 0 0,-1 0-1 0 0,1-1 1 0 0,24 2 0 0 0,-9-2-50 0 0,0-1 0 0 0,0-2-1 0 0,49-6 1 0 0,-58 3 10 0 0,-1 1 1 0 0,1-2-1 0 0,-1-1 1 0 0,24-10-1 0 0,-36 14 41 0 0,0-1-1 0 0,0 1 0 0 0,0-1 0 0 0,0 0 0 0 0,0-1 0 0 0,-1 1 0 0 0,1-1 1 0 0,-1 0-1 0 0,0 0 0 0 0,0 0 0 0 0,0-1 0 0 0,-1 0 0 0 0,0 1 0 0 0,1-1 1 0 0,-2 0-1 0 0,1 0 0 0 0,2-8 0 0 0,-4 12-1 0 0,-1 1 1 0 0,0-1-1 0 0,1 1 0 0 0,-1-1 1 0 0,0 0-1 0 0,0 1 0 0 0,1-1 1 0 0,-1 0-1 0 0,0 1 0 0 0,0-1 1 0 0,0 0-1 0 0,0 1 0 0 0,0-1 1 0 0,0 0-1 0 0,0 0 0 0 0,0 1 1 0 0,0-1-1 0 0,0 0 0 0 0,0 1 1 0 0,-1-1-1 0 0,1 0 0 0 0,0 1 1 0 0,0-1-1 0 0,-1 1 0 0 0,1-1 1 0 0,0 0-1 0 0,-1 1 0 0 0,1-1 1 0 0,-1 1-1 0 0,1-1 0 0 0,-1 1 1 0 0,1-1-1 0 0,-1 1 0 0 0,1-1 1 0 0,-1 1-1 0 0,1-1 0 0 0,-1 1 1 0 0,0 0-1 0 0,1-1 0 0 0,-1 1 1 0 0,1 0-1 0 0,-1 0 0 0 0,0 0 1 0 0,1-1-1 0 0,-1 1 0 0 0,0 0 1 0 0,1 0-1 0 0,-1 0 0 0 0,0 0 1 0 0,0 0-1 0 0,1 0 0 0 0,-1 0 1 0 0,0 0-1 0 0,1 0 0 0 0,-2 1 1 0 0,-26 7-45 0 0,26-7 38 0 0,0 0 0 0 0,0 0 0 0 0,0 0 0 0 0,0 0 0 0 0,0 0 0 0 0,0 0 0 0 0,1 0 0 0 0,-1 1 0 0 0,0-1 0 0 0,1 1 0 0 0,-1-1 0 0 0,1 1 1 0 0,0 0-1 0 0,-1-1 0 0 0,1 1 0 0 0,0 0 0 0 0,0 0 0 0 0,0 0 0 0 0,0 0 0 0 0,1 0 0 0 0,-1 0 0 0 0,0 0 0 0 0,1 0 0 0 0,-1 0 0 0 0,1 0 0 0 0,0 0 1 0 0,0 1-1 0 0,0-1 0 0 0,0 0 0 0 0,0 0 0 0 0,0 0 0 0 0,1 0 0 0 0,-1 0 0 0 0,1 3 0 0 0,1-1 4 0 0,-1-1 0 0 0,1 1 0 0 0,0-1 0 0 0,0 1 0 0 0,0-1 0 0 0,0 0 0 0 0,1 1 0 0 0,-1-1-1 0 0,1 0 1 0 0,0-1 0 0 0,0 1 0 0 0,0 0 0 0 0,0-1 0 0 0,0 0 0 0 0,8 4 0 0 0,9 2 10 0 0,1-1-1 0 0,-1-1 1 0 0,1-1 0 0 0,1-1 0 0 0,-1-1-1 0 0,37 1 1 0 0,-3-4-9 0 0,78-10 0 0 0,-114 8-12 0 0,-1-1 1 0 0,0 0-1 0 0,0-2 0 0 0,0 0 0 0 0,-1-1 1 0 0,0-1-1 0 0,0-1 0 0 0,31-18 1 0 0,-43 23 39 0 0,0-1 1 0 0,-1 1 0 0 0,0-1 0 0 0,0 1-1 0 0,0-1 1 0 0,0 0 0 0 0,-1-1 0 0 0,1 1-1 0 0,-1-1 1 0 0,0 1 0 0 0,0-1-1 0 0,-1 0 1 0 0,0 0 0 0 0,1 0 0 0 0,-2 0-1 0 0,1-1 1 0 0,0 1 0 0 0,-1-1 0 0 0,0 1-1 0 0,-1-1 1 0 0,1 1 0 0 0,-1-1 0 0 0,0 1-1 0 0,0-1 1 0 0,-1 1 0 0 0,1-1 0 0 0,-1 1-1 0 0,-1-1 1 0 0,1 1 0 0 0,-1 0-1 0 0,0 0 1 0 0,0 0 0 0 0,-4-8 0 0 0,-18-33 374 0 0,23 44-394 0 0,0-4-7 0 0,1 6-6 0 0,0 0 1 0 0,0 0-1 0 0,0 1 0 0 0,0-1 1 0 0,0 0-1 0 0,0 0 0 0 0,0 0 1 0 0,0 0-1 0 0,0 0 0 0 0,0 0 0 0 0,-1 0 1 0 0,1 0-1 0 0,0 0 0 0 0,0 0 1 0 0,0 0-1 0 0,0 0 0 0 0,0 0 1 0 0,0 0-1 0 0,0 0 0 0 0,0 0 1 0 0,0 0-1 0 0,0 0 0 0 0,0 0 1 0 0,0 0-1 0 0,0 0 0 0 0,-1 0 0 0 0,1 0 1 0 0,0 0-1 0 0,0 0 0 0 0,0 0 1 0 0,0 0-1 0 0,-2 33-8 0 0,2 0-1 0 0,1-1 1 0 0,2 1-1 0 0,7 38 1 0 0,4-5 13 0 0,25 71 0 0 0,-13-66 24 0 0,54 98 0 0 0,-33-75 90 0 0,-46-93-46 0 0,-1 0-1 0 0,1 0 1 0 0,0 0 0 0 0,-1 1 0 0 0,1-1 0 0 0,-1 0 0 0 0,1 0 0 0 0,-1 1 0 0 0,1-1-1 0 0,-1 0 1 0 0,0 0 0 0 0,1 1 0 0 0,-1-1 0 0 0,0 0 0 0 0,0 1 0 0 0,0-1 0 0 0,0 0-1 0 0,-1 3 1 0 0,-16-12 1057 0 0,-29-37-334 0 0,15 3-596 0 0,2-1 0 0 0,2-1 0 0 0,-28-61 0 0 0,-48-150 77 0 0,73 149-82 0 0,27 94-157 0 0,1 0 0 0 0,1 0 1 0 0,0 0-1 0 0,0 0 0 0 0,1 0 1 0 0,3-22-1 0 0,-2 29-39 0 0,1 1-1 0 0,0 0 1 0 0,0 0-1 0 0,0-1 0 0 0,0 1 1 0 0,1 1-1 0 0,-1-1 1 0 0,1 0-1 0 0,0 1 1 0 0,0-1-1 0 0,1 1 1 0 0,-1 0-1 0 0,0 0 1 0 0,1 0-1 0 0,0 1 0 0 0,0-1 1 0 0,0 1-1 0 0,0 0 1 0 0,0 0-1 0 0,0 0 1 0 0,1 1-1 0 0,-1-1 1 0 0,1 1-1 0 0,8-1 1 0 0,7-2-22 0 0,0 1 0 0 0,0 1 0 0 0,0 1 0 0 0,28 2 0 0 0,7 2-89 0 0,-1 3 0 0 0,0 2 0 0 0,0 3 0 0 0,0 1 0 0 0,-2 3 0 0 0,0 3 0 0 0,58 27 0 0 0,-108-45 94 0 0,0 1 0 0 0,0 0 0 0 0,-1-1 0 0 0,1 1 0 0 0,0 0 0 0 0,0 0 0 0 0,-1 0 0 0 0,1 1 0 0 0,0-1 0 0 0,-1 0 0 0 0,1 0 0 0 0,-1 1 0 0 0,0-1 0 0 0,1 1 0 0 0,-1 0 0 0 0,0-1 0 0 0,0 1 0 0 0,0 0 0 0 0,0-1 0 0 0,0 1 0 0 0,-1 0 0 0 0,1 0 0 0 0,0 0 0 0 0,-1 0 0 0 0,1 2 0 0 0,-2-1 8 0 0,0-1 1 0 0,0 1-1 0 0,-1-1 1 0 0,1 1-1 0 0,-1-1 1 0 0,1 0-1 0 0,-1 0 1 0 0,0 1-1 0 0,0-1 1 0 0,0 0-1 0 0,0-1 1 0 0,0 1-1 0 0,0 0 1 0 0,0-1-1 0 0,-1 1 1 0 0,1-1-1 0 0,-5 2 1 0 0,-27 15-25 0 0,0-3 0 0 0,-1 0 1 0 0,0-2-1 0 0,-42 8 0 0 0,7-5-90 0 0,-88 7 1 0 0,117-21-839 0 0,15-6-3054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0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405 37 6957 0 0,'0'0'-284'0'0,"-7"-23"1580"0"0,-4 19-1232 0 0,0 2-1 0 0,0-1 1 0 0,-1 1-1 0 0,1 1 1 0 0,0 0-1 0 0,-1 1 1 0 0,1 0-1 0 0,-1 0 0 0 0,1 1 1 0 0,0 1-1 0 0,0 0 1 0 0,-1 0-1 0 0,1 1 1 0 0,1 1-1 0 0,-12 5 1 0 0,10-4-73 0 0,0 1 0 0 0,0 0 1 0 0,1 1-1 0 0,0 0 1 0 0,1 1-1 0 0,-1 0 0 0 0,2 1 1 0 0,-1 0-1 0 0,1 0 1 0 0,1 1-1 0 0,-1 1 0 0 0,-12 20 1 0 0,11-14-10 0 0,2 1-1 0 0,0 0 1 0 0,0 0 0 0 0,2 0 0 0 0,0 1-1 0 0,1 0 1 0 0,1 0 0 0 0,1 0 0 0 0,-1 27 0 0 0,4-35 5 0 0,0 1 1 0 0,1-1-1 0 0,1 0 1 0 0,0-1-1 0 0,0 1 1 0 0,1 0 0 0 0,1-1-1 0 0,0 1 1 0 0,0-1-1 0 0,1 0 1 0 0,0 0 0 0 0,0-1-1 0 0,1 1 1 0 0,1-1-1 0 0,0-1 1 0 0,0 1 0 0 0,0-1-1 0 0,10 7 1 0 0,0-1 2 0 0,1 0 1 0 0,0-2-1 0 0,2 0 1 0 0,-1-2-1 0 0,1 0 1 0 0,0-1-1 0 0,1 0 1 0 0,0-2-1 0 0,24 5 1 0 0,-17-6 1 0 0,0-1 0 0 0,-1-1 0 0 0,2-2 0 0 0,-1 0 0 0 0,0-2 0 0 0,52-7 0 0 0,-73 6 17 0 0,0 0 0 0 0,0-1-1 0 0,0-1 1 0 0,0 1 0 0 0,0-1 0 0 0,0 0-1 0 0,-1 0 1 0 0,1-1 0 0 0,-1 0 0 0 0,0 0-1 0 0,6-6 1 0 0,-10 8-5 0 0,-1 1-1 0 0,1-1 1 0 0,0 0-1 0 0,-1 0 1 0 0,0 1-1 0 0,1-1 1 0 0,-1 0-1 0 0,0 0 1 0 0,0-1-1 0 0,0 1 1 0 0,0 0-1 0 0,-1 0 1 0 0,1 0-1 0 0,0-1 1 0 0,-1 1-1 0 0,0 0 1 0 0,1-1-1 0 0,-1 1 1 0 0,0 0-1 0 0,0-1 1 0 0,-1 1-1 0 0,1 0 1 0 0,0-1-1 0 0,-1 1 1 0 0,1 0-1 0 0,-1 0 1 0 0,0-1-1 0 0,0 1 1 0 0,0 0 0 0 0,0 0-1 0 0,0 0 1 0 0,0 0-1 0 0,0 0 1 0 0,-1 0-1 0 0,1 0 1 0 0,-1 1-1 0 0,1-1 1 0 0,-3-1-1 0 0,-3-4-4 0 0,1 1 1 0 0,-1 0-1 0 0,0 1 0 0 0,-1 0 0 0 0,1 0 0 0 0,-1 0 1 0 0,0 1-1 0 0,-16-6 0 0 0,-73-16-64 0 0,15 4-274 0 0,80 21 222 0 0,2 1 111 0 0,0 0 1 0 0,-1 0-1 0 0,1 0 1 0 0,0 0-1 0 0,0-1 0 0 0,0 1 1 0 0,0 0-1 0 0,-1 0 0 0 0,1 0 1 0 0,0 0-1 0 0,0 0 1 0 0,0-1-1 0 0,0 1 0 0 0,0 0 1 0 0,0 0-1 0 0,-1 0 0 0 0,1-1 1 0 0,0 1-1 0 0,0 0 1 0 0,0 0-1 0 0,0 0 0 0 0,0-1 1 0 0,0 1-1 0 0,0 0 1 0 0,0 0-1 0 0,0-1 0 0 0,0 1 1 0 0,0 0-1 0 0,0 0 0 0 0,0 0 1 0 0,0-1-1 0 0,0 1 1 0 0,0 0-1 0 0,0 0 0 0 0,0 0 1 0 0,0-1-1 0 0,1 1 0 0 0,-1 0 1 0 0,0 0-1 0 0,0 0 1 0 0,0-1-1 0 0,0 1 0 0 0,0 0 1 0 0,0 0-1 0 0,1 0 0 0 0,-1 0 1 0 0,0 0-1 0 0,0-1 1 0 0,0 1-1 0 0,0 0 0 0 0,1 0 1 0 0,-1 0-1 0 0,0 0 0 0 0,0 0 1 0 0,0 0-1 0 0,1 0 1 0 0,-1 0-1 0 0,0 0 0 0 0,0 0 1 0 0,1 0-1 0 0,-1-1 0 0 0,0 1 1 0 0,0 1-1 0 0,0-1 1 0 0,1 0-1 0 0,-1 0 0 0 0,85-26-228 0 0,2 5-1 0 0,0 3 0 0 0,112-9 0 0 0,-194 27 215 0 0,2-1-4 0 0,0 0 0 0 0,0 1 1 0 0,0 0-1 0 0,0 1 0 0 0,9 1 0 0 0,-14-2 17 0 0,-1 0 1 0 0,1 1 0 0 0,-1-1-1 0 0,0 0 1 0 0,1 1-1 0 0,-1 0 1 0 0,0-1-1 0 0,1 1 1 0 0,-1 0-1 0 0,0 0 1 0 0,0 0-1 0 0,0 0 1 0 0,1 0-1 0 0,-1 0 1 0 0,0 0-1 0 0,0 0 1 0 0,-1 0-1 0 0,1 0 1 0 0,0 1-1 0 0,0-1 1 0 0,-1 0-1 0 0,1 1 1 0 0,0-1 0 0 0,-1 0-1 0 0,1 1 1 0 0,-1-1-1 0 0,0 1 1 0 0,1-1-1 0 0,-1 1 1 0 0,0-1-1 0 0,0 1 1 0 0,0 1-1 0 0,2 23-18 0 0,1 0-1 0 0,2 0 0 0 0,10 37 0 0 0,-1-9-1 0 0,0-9 27 0 0,-10-36 0 0 0,-1 0-1 0 0,0 1 0 0 0,0-1 1 0 0,-1 1-1 0 0,1 15 0 0 0,4-10 143 0 0,0-38-4619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38 527 4192 0 0,'0'0'-244'0'0,"6"-2"-647"0"0,41-20 753 0 0,-29 14 395 0 0,1 0-1 0 0,-2-1 1 0 0,1-1-1 0 0,29-22 1 0 0,-46 31-216 0 0,0 1 0 0 0,0-1 1 0 0,0 0-1 0 0,-1 1 0 0 0,1-1 1 0 0,0 0-1 0 0,0 0 0 0 0,-1 1 1 0 0,1-1-1 0 0,-1 0 0 0 0,1 0 1 0 0,-1 0-1 0 0,1 0 1 0 0,-1 0-1 0 0,0 0 0 0 0,1 0 1 0 0,-1 0-1 0 0,0 0 0 0 0,0 0 1 0 0,1 0-1 0 0,-1 0 0 0 0,0 0 1 0 0,0 0-1 0 0,0 0 0 0 0,0 0 1 0 0,0 0-1 0 0,-1 0 0 0 0,1 0 1 0 0,0 0-1 0 0,0 0 0 0 0,-1 0 1 0 0,1 0-1 0 0,-1 0 0 0 0,1 1 1 0 0,-1-1-1 0 0,1 0 0 0 0,-1 0 1 0 0,1 0-1 0 0,-1 0 0 0 0,0 1 1 0 0,1-1-1 0 0,-1 0 0 0 0,0 1 1 0 0,0-1-1 0 0,-1-1 0 0 0,-1 1-2 0 0,1-1-1 0 0,-1 1 1 0 0,0-1-1 0 0,0 1 0 0 0,0 0 1 0 0,0 0-1 0 0,0 0 1 0 0,0 1-1 0 0,0-1 0 0 0,0 1 1 0 0,0 0-1 0 0,0 0 0 0 0,-1 0 1 0 0,1 0-1 0 0,0 0 1 0 0,-5 2-1 0 0,-4 1 0 0 0,0 1 1 0 0,0 1 0 0 0,1 0-1 0 0,0 1 1 0 0,0 0-1 0 0,0 1 1 0 0,-9 7-1 0 0,16-11-36 0 0,0 0-1 0 0,0 1 1 0 0,0-1 0 0 0,0 0-1 0 0,1 1 1 0 0,-1 0-1 0 0,1 0 1 0 0,0 0 0 0 0,0 0-1 0 0,1 1 1 0 0,-1-1-1 0 0,1 1 1 0 0,0-1 0 0 0,0 1-1 0 0,1 0 1 0 0,-1 0 0 0 0,1 0-1 0 0,0 0 1 0 0,0 0-1 0 0,0 10 1 0 0,2-11-1 0 0,0 0 0 0 0,1 1 1 0 0,-1-1-1 0 0,1 0 0 0 0,0 0 0 0 0,0 0 1 0 0,0-1-1 0 0,1 1 0 0 0,-1 0 0 0 0,1-1 1 0 0,0 1-1 0 0,0-1 0 0 0,0 0 0 0 0,0 0 0 0 0,1 0 1 0 0,-1-1-1 0 0,1 1 0 0 0,0-1 0 0 0,-1 0 1 0 0,1 0-1 0 0,0 0 0 0 0,0 0 0 0 0,1-1 1 0 0,7 2-1 0 0,9 3 10 0 0,-1-1 0 0 0,1-2 0 0 0,37 3 0 0 0,-16-4 15 0 0,-1-1-1 0 0,1-2 1 0 0,0-2 0 0 0,0-2-1 0 0,56-13 1 0 0,-90 15 12 0 0,1 1 1 0 0,-1-1-1 0 0,1-1 1 0 0,-1 1-1 0 0,0-1 1 0 0,-1-1 0 0 0,1 0-1 0 0,-1 0 1 0 0,0 0-1 0 0,0-1 1 0 0,8-8-1 0 0,-10 8 0 0 0,-1 1-1 0 0,0-1 1 0 0,0 0-1 0 0,-1 0 0 0 0,0 0 1 0 0,0-1-1 0 0,0 1 1 0 0,-1-1-1 0 0,0 1 1 0 0,0-1-1 0 0,-1 0 0 0 0,0 0 1 0 0,0 0-1 0 0,0 0 1 0 0,-1-7-1 0 0,-3-23 90 0 0,-1 0 0 0 0,-2 1 0 0 0,-2 0 0 0 0,-1 0 0 0 0,-1 0 0 0 0,-19-39 0 0 0,-17-61 1370 0 0,45 132-1475 0 0,-3-2-8 0 0,12 118-1315 0 0,7-10 1172 0 0,41 143 1 0 0,-54-236 118 0 0,1 0 0 0 0,-1-1 1 0 0,2 1-1 0 0,-1-1 1 0 0,1 0-1 0 0,1 0 1 0 0,0 0-1 0 0,0-1 1 0 0,0 1-1 0 0,1-1 1 0 0,9 9-1 0 0,-10-12-50 0 0,-1 0 0 0 0,1-1 0 0 0,0 0-1 0 0,1 0 1 0 0,-1 0 0 0 0,1 0 0 0 0,-1-1 0 0 0,1 0 0 0 0,0 0 0 0 0,0-1 0 0 0,-1 1-1 0 0,1-1 1 0 0,0 0 0 0 0,1-1 0 0 0,-1 0 0 0 0,0 0 0 0 0,11-1 0 0 0,65-17-3302 0 0,-33 0 525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1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13 114 6825 0 0,'-12'-1'102'0'0,"33"-9"-83"0"0,48-14-57 0 0,257-45-3405 0 0,-283 59 1834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2.5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343 60 4856 0 0,'2'-15'2'0'0,"-2"13"10"0"0,-1-1 0 0 0,1 1 0 0 0,-1 0 0 0 0,1 0 0 0 0,-1 0 0 0 0,0 0 0 0 0,0 0 0 0 0,0 0 0 0 0,0 1 0 0 0,0-1 0 0 0,0 0 0 0 0,0 0 0 0 0,-1 1 0 0 0,1-1 0 0 0,-1 1 0 0 0,1-1 0 0 0,-1 1 0 0 0,0-1 0 0 0,1 1 0 0 0,-1 0 0 0 0,0 0 0 0 0,-4-2 0 0 0,2 2-3 0 0,0 0 0 0 0,0 0 1 0 0,0 1-1 0 0,-1-1 0 0 0,1 1 0 0 0,0 0 0 0 0,0 0 1 0 0,-1 0-1 0 0,1 1 0 0 0,0 0 0 0 0,-4 1 0 0 0,-6 1-4 0 0,1 2 0 0 0,0 0-1 0 0,0 0 1 0 0,0 1-1 0 0,1 1 1 0 0,-17 11-1 0 0,12-5-1 0 0,0 0 0 0 0,1 2 0 0 0,1 0 0 0 0,0 1 0 0 0,-20 28 0 0 0,30-38-5 0 0,1 0-1 0 0,0 0 1 0 0,0 1-1 0 0,1 0 1 0 0,0 0 0 0 0,0 0-1 0 0,0 0 1 0 0,1 0-1 0 0,0 0 1 0 0,0 1-1 0 0,1-1 1 0 0,0 1 0 0 0,1-1-1 0 0,-1 1 1 0 0,1-1-1 0 0,1 1 1 0 0,-1-1 0 0 0,1 1-1 0 0,3 10 1 0 0,-1-13 7 0 0,-1 0 0 0 0,1-1 1 0 0,1 1-1 0 0,-1-1 0 0 0,0 1 1 0 0,1-1-1 0 0,0 0 0 0 0,0 0 1 0 0,0-1-1 0 0,1 1 0 0 0,-1-1 0 0 0,1 0 1 0 0,0 0-1 0 0,0 0 0 0 0,0-1 1 0 0,0 0-1 0 0,0 0 0 0 0,6 2 1 0 0,15 4 22 0 0,1-1 1 0 0,33 5 0 0 0,-57-12-24 0 0,19 3 55 0 0,-1 0 0 0 0,1-1 1 0 0,34-3-1 0 0,-50 1-24 0 0,0 0-1 0 0,0-1 1 0 0,0 0 0 0 0,0 0 0 0 0,0-1-1 0 0,0 1 1 0 0,0-1 0 0 0,0 0 0 0 0,-1-1-1 0 0,1 0 1 0 0,-1 0 0 0 0,1 0 0 0 0,-1 0 0 0 0,0-1-1 0 0,0 0 1 0 0,-1 0 0 0 0,6-6 0 0 0,-7 6-10 0 0,-1 0 0 0 0,0 0 1 0 0,-1-1-1 0 0,1 1 1 0 0,-1-1-1 0 0,0 1 1 0 0,0-1-1 0 0,0 1 0 0 0,0-1 1 0 0,-1 1-1 0 0,0-1 1 0 0,0 0-1 0 0,0 1 0 0 0,-1-1 1 0 0,1 0-1 0 0,-1 1 1 0 0,0-1-1 0 0,0 1 1 0 0,-1-1-1 0 0,0 1 0 0 0,1 0 1 0 0,-1 0-1 0 0,-1 0 1 0 0,-3-7-1 0 0,-3-4 42 0 0,-1 1-1 0 0,0 0 1 0 0,-1 0-1 0 0,0 1 1 0 0,-17-14 0 0 0,18 18-25 0 0,0 1 1 0 0,0 0-1 0 0,-1 1 1 0 0,0 0 0 0 0,0 1-1 0 0,0 0 1 0 0,-1 1 0 0 0,0 0-1 0 0,0 1 1 0 0,-21-4-1 0 0,26 6-131 0 0,-1 1-1 0 0,1 1 0 0 0,-1-1 0 0 0,1 1 0 0 0,-1 1 1 0 0,1-1-1 0 0,-1 1 0 0 0,1 1 0 0 0,0-1 0 0 0,-1 1 1 0 0,1 1-1 0 0,0-1 0 0 0,0 1 0 0 0,0 0 1 0 0,1 1-1 0 0,-1 0 0 0 0,1 0 0 0 0,0 0 0 0 0,-8 8 1 0 0,10-3-2382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3.4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31 131 5328 0 0,'0'0'1201'0'0,"-5"1"-1200"0"0,-15 2 2 0 0,15-2 5 0 0,8 11-2 0 0,9 40 9 0 0,2-1 0 0 0,2 0 0 0 0,3-2 0 0 0,2 0 0 0 0,29 49 0 0 0,-26-51 1037 0 0,-23-44 52 0 0,-3-6-81 0 0,-12-26-60 0 0,-8-15-801 0 0,3-1 1 0 0,1 0-1 0 0,3-1 1 0 0,1-1-1 0 0,2 0 0 0 0,-5-56 1 0 0,9 57-196 0 0,6 38-9 0 0,0-1-1 0 0,1 1 0 0 0,0-1 0 0 0,0 1 0 0 0,1-1 0 0 0,1-10 0 0 0,-1 17 32 0 0,1 1 0 0 0,0 0 1 0 0,0 0-1 0 0,-1 0 0 0 0,1 0 0 0 0,0 0 0 0 0,0 0 0 0 0,0 0 1 0 0,0 0-1 0 0,0 0 0 0 0,0 0 0 0 0,0 0 0 0 0,1 1 1 0 0,-1-1-1 0 0,0 0 0 0 0,0 1 0 0 0,1-1 0 0 0,-1 1 0 0 0,0-1 1 0 0,1 1-1 0 0,-1 0 0 0 0,0-1 0 0 0,3 1 0 0 0,39-3-199 0 0,-24 4 162 0 0,-1 0 1 0 0,0 2-1 0 0,0 1 1 0 0,0 0-1 0 0,0 1 1 0 0,-1 1-1 0 0,1 0 0 0 0,18 11 1 0 0,-9-3-140 0 0,0 2 0 0 0,-1 0 0 0 0,0 2 1 0 0,28 26-1 0 0,-52-43 182 0 0,-1 1 0 0 0,1-1 0 0 0,0 1 0 0 0,0-1 0 0 0,-1 1-1 0 0,1 0 1 0 0,-1-1 0 0 0,0 1 0 0 0,1 0 0 0 0,-1 0 0 0 0,0 0 0 0 0,0 0 0 0 0,0 0 0 0 0,0 0 0 0 0,-1 0 0 0 0,1 1 0 0 0,-1-1 0 0 0,1 0 0 0 0,-1 0-1 0 0,0 0 1 0 0,1 1 0 0 0,-1-1 0 0 0,-1 4 0 0 0,0-4-7 0 0,0 1 0 0 0,0-1 0 0 0,-1 1 0 0 0,1-1 0 0 0,-1 1-1 0 0,1-1 1 0 0,-1 0 0 0 0,0 0 0 0 0,0 0 0 0 0,0 0 0 0 0,0 0 0 0 0,-1 0 0 0 0,1 0 0 0 0,0-1-1 0 0,-5 3 1 0 0,-10 4-39 0 0,0-1-1 0 0,0 0 0 0 0,-1-2 1 0 0,-23 6-1 0 0,-9-2 189 0 0,-1-1 0 0 0,-93 2 0 0 0,136-11-87 0 0,-17-3-118 0 0,23 4-132 0 0,2-1 133 0 0,0 0 0 0 0,0 0 0 0 0,0 0 1 0 0,0 0-1 0 0,0 0 0 0 0,0 0 0 0 0,0 0 1 0 0,1 0-1 0 0,-1 0 0 0 0,0 0 0 0 0,1 0 1 0 0,-1 0-1 0 0,0 0 0 0 0,1 0 0 0 0,-1 1 1 0 0,1-1-1 0 0,-1 0 0 0 0,1 0 1 0 0,0 0-1 0 0,1 0 0 0 0,40-24-3293 0 0,-20 15 608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4.4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98 187 5877 0 0,'9'2'-199'0'0,"-1"0"0"0"0,1-1 0 0 0,0 0 0 0 0,-1 0 0 0 0,1-1 0 0 0,0 0 0 0 0,0 0 0 0 0,-1-1 0 0 0,18-4 0 0 0,-11 1 163 0 0,0 0 0 0 0,0 0 0 0 0,-1-2 0 0 0,26-12 0 0 0,-37 16 65 0 0,0 1-1 0 0,0-1 1 0 0,0 0-1 0 0,0 0 1 0 0,0 0-1 0 0,-1-1 1 0 0,1 1-1 0 0,-1-1 1 0 0,1 1-1 0 0,-1-1 1 0 0,0 0-1 0 0,0 0 1 0 0,0 0-1 0 0,0 0 1 0 0,-1 0 0 0 0,1 0-1 0 0,-1-1 1 0 0,0 1-1 0 0,1 0 1 0 0,-2-1-1 0 0,1 1 1 0 0,0-1-1 0 0,-1 1 1 0 0,0-1-1 0 0,1 1 1 0 0,-1-1-1 0 0,-1-6 1 0 0,0 7-3 0 0,-1-1 0 0 0,1 0-1 0 0,-1 1 1 0 0,1 0 0 0 0,-1-1 0 0 0,0 1-1 0 0,0 0 1 0 0,-1 0 0 0 0,1 0 0 0 0,-1 0 0 0 0,1 0-1 0 0,-1 1 1 0 0,0-1 0 0 0,0 1 0 0 0,0 0 0 0 0,0 0-1 0 0,-1 0 1 0 0,1 0 0 0 0,0 0 0 0 0,-1 1 0 0 0,1-1-1 0 0,-1 1 1 0 0,0 0 0 0 0,0 0 0 0 0,-7 0-1 0 0,1 0-6 0 0,0 1-1 0 0,0 0 1 0 0,0 0-1 0 0,-1 1 1 0 0,1 1-1 0 0,0 0 1 0 0,0 0-1 0 0,0 1 1 0 0,1 0-1 0 0,-1 0 0 0 0,1 2 1 0 0,0-1-1 0 0,0 1 1 0 0,-11 7-1 0 0,10-6-16 0 0,1 1 1 0 0,-1 0-1 0 0,1 1 0 0 0,1 0 0 0 0,-1 0 0 0 0,1 1 0 0 0,1 0 0 0 0,0 0 1 0 0,0 0-1 0 0,0 1 0 0 0,2 1 0 0 0,-7 12 0 0 0,11-21-1 0 0,0 1 0 0 0,1-1 0 0 0,-1 1-1 0 0,0-1 1 0 0,1 1 0 0 0,0-1 0 0 0,0 1 0 0 0,-1 0 0 0 0,1-1-1 0 0,1 1 1 0 0,-1-1 0 0 0,0 1 0 0 0,1 0 0 0 0,-1-1 0 0 0,1 1-1 0 0,0-1 1 0 0,0 1 0 0 0,0-1 0 0 0,0 1 0 0 0,3 3 0 0 0,-1-2 1 0 0,0 0 1 0 0,1 0 0 0 0,0-1 0 0 0,0 1 0 0 0,0-1 0 0 0,0 1 0 0 0,0-1 0 0 0,1-1 0 0 0,8 5-1 0 0,6 1 14 0 0,0-1 0 0 0,0-1 0 0 0,0 0 0 0 0,27 2 0 0 0,-17-3 8 0 0,0-2 0 0 0,0-1 1 0 0,40-2-1 0 0,-57 0-13 0 0,0-2 1 0 0,0 1-1 0 0,-1-2 0 0 0,1 1 0 0 0,-1-2 1 0 0,1 1-1 0 0,-1-2 0 0 0,0 1 0 0 0,0-1 1 0 0,-1-1-1 0 0,12-8 0 0 0,-18 11-3 0 0,0 0-1 0 0,-1 0 1 0 0,1-1-1 0 0,-1 1 0 0 0,0-1 1 0 0,0 0-1 0 0,0 0 1 0 0,0 0-1 0 0,-1 0 1 0 0,0 0-1 0 0,0 0 1 0 0,0-1-1 0 0,0 1 1 0 0,-1-1-1 0 0,1 0 0 0 0,-1 1 1 0 0,0-1-1 0 0,-1 0 1 0 0,1-9-1 0 0,-2-1 43 0 0,0-1 0 0 0,-2 0 0 0 0,0 1 0 0 0,-7-24 0 0 0,8 34-32 0 0,-12-36 125 0 0,14 40-141 0 0,-4-10-49 0 0,3 6 10 0 0,3 7-80 0 0,7 23 108 0 0,4 13 2 0 0,2-1 0 0 0,27 49 1 0 0,-14-21 2275 0 0,-38-67-2097 0 0,7 1-108 0 0,-1 1 0 0 0,1 0-1 0 0,0-1 1 0 0,0 0-1 0 0,-1 0 1 0 0,1 0 0 0 0,0 0-1 0 0,0 0 1 0 0,0-1 0 0 0,0 1-1 0 0,0-1 1 0 0,0 0 0 0 0,1 0-1 0 0,-1 0 1 0 0,1 0-1 0 0,-1 0 1 0 0,1 0 0 0 0,0-1-1 0 0,-1 1 1 0 0,1-1 0 0 0,1 0-1 0 0,-1 0 1 0 0,0 1-1 0 0,1-1 1 0 0,-1 0 0 0 0,1-1-1 0 0,0 1 1 0 0,-1-5 0 0 0,1 5-35 0 0,0 0 0 0 0,0-1 1 0 0,1 1-1 0 0,-1-1 0 0 0,1 1 1 0 0,0 0-1 0 0,0-1 0 0 0,0 1 1 0 0,1-1-1 0 0,-1 1 0 0 0,1-1 1 0 0,0 1-1 0 0,0 0 0 0 0,0-1 0 0 0,0 1 1 0 0,1 0-1 0 0,-1 0 0 0 0,1 0 1 0 0,3-6-1 0 0,-1 6-16 0 0,-1 0 0 0 0,1 0 0 0 0,-1 0 0 0 0,1 1 0 0 0,0-1 0 0 0,0 1 0 0 0,0 0 0 0 0,0 0 0 0 0,1 0 0 0 0,-1 0-1 0 0,1 1 1 0 0,-1 0 0 0 0,6-1 0 0 0,5 0-18 0 0,0 0-1 0 0,1 1 0 0 0,-1 1 1 0 0,1 1-1 0 0,-1 0 1 0 0,0 1-1 0 0,29 7 0 0 0,-15 0-70 0 0,45 19-1 0 0,-64-23 25 0 0,-1-1 0 0 0,0 1 1 0 0,0 1-1 0 0,0 0 0 0 0,-1 0 0 0 0,0 0 1 0 0,0 1-1 0 0,10 12 0 0 0,-16-17 20 0 0,-1 1-1 0 0,1-1 1 0 0,-1 1-1 0 0,1-1 1 0 0,-1 1-1 0 0,0 0 1 0 0,0-1 0 0 0,0 1-1 0 0,-1 0 1 0 0,1 0-1 0 0,-1 0 1 0 0,1-1 0 0 0,-1 1-1 0 0,0 0 1 0 0,0 0-1 0 0,0 0 1 0 0,-1 3-1 0 0,1-4-463 0 0,-1 1 0 0 0,0 0 0 0 0,0 0 0 0 0,0-1 0 0 0,0 1 0 0 0,0-1-1 0 0,0 1 1 0 0,-1-1 0 0 0,1 1 0 0 0,-3 1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5.3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246 62 5921 0 0,'0'0'-216'0'0,"-1"-22"296"0"0,0 20-57 0 0,0-1 0 0 0,-1 1 0 0 0,1-1 0 0 0,0 1 0 0 0,-1 0 0 0 0,1 0 0 0 0,-1 0 0 0 0,0 0 1 0 0,0 0-1 0 0,0 0 0 0 0,0 0 0 0 0,0 0 0 0 0,0 1 0 0 0,0-1 0 0 0,-1 1 0 0 0,1 0 0 0 0,-1-1 0 0 0,1 1 0 0 0,-1 0 0 0 0,-3 0 0 0 0,2 0-13 0 0,-1 0 0 0 0,1 1 0 0 0,-1 0 0 0 0,0 0 0 0 0,1 0 0 0 0,-1 1 0 0 0,1 0 0 0 0,-1 0 0 0 0,0 0 1 0 0,1 0-1 0 0,-5 3 0 0 0,-4 1-24 0 0,-1 2 0 0 0,2 0-1 0 0,-1 0 1 0 0,1 1 0 0 0,0 1 0 0 0,-20 19 0 0 0,29-25 12 0 0,0 0 0 0 0,0 0-1 0 0,1 0 1 0 0,-1 0 0 0 0,1 0-1 0 0,-1 1 1 0 0,1-1 0 0 0,0 1-1 0 0,0 0 1 0 0,1-1 0 0 0,-1 1-1 0 0,1 0 1 0 0,0 0 0 0 0,0 0-1 0 0,0 0 1 0 0,1 0 0 0 0,-1 0-1 0 0,1 0 1 0 0,0 0 0 0 0,0 1-1 0 0,0-1 1 0 0,1 0 0 0 0,0 0-1 0 0,-1 0 1 0 0,1 0 0 0 0,1 0-1 0 0,-1 0 1 0 0,2 3 0 0 0,0-3 7 0 0,-1 1 1 0 0,1-1 0 0 0,0-1 0 0 0,0 1 0 0 0,1 0 0 0 0,-1-1-1 0 0,1 1 1 0 0,0-1 0 0 0,0 0 0 0 0,0-1 0 0 0,0 1 0 0 0,0-1 0 0 0,1 1-1 0 0,-1-1 1 0 0,1 0 0 0 0,-1-1 0 0 0,1 1 0 0 0,0-1 0 0 0,0 0 0 0 0,0 0-1 0 0,0-1 1 0 0,-1 1 0 0 0,8-1 0 0 0,-1-2 38 0 0,1 1 1 0 0,-1-1-1 0 0,1-1 1 0 0,-1 0-1 0 0,0-1 0 0 0,0 0 1 0 0,0-1-1 0 0,0 0 1 0 0,-1-1-1 0 0,0 0 0 0 0,0 0 1 0 0,0-1-1 0 0,12-12 1 0 0,36-21 1506 0 0,-57 39-1344 0 0,9 11-193 0 0,5 3-19 0 0,-12-6-20 0 0,-1-1 0 0 0,2 1 1 0 0,-1-1-1 0 0,1 0 0 0 0,0 0 0 0 0,0 0 1 0 0,1-1-1 0 0,0 1 0 0 0,0-1 0 0 0,0 0 1 0 0,0-1-1 0 0,1 1 0 0 0,0-1 0 0 0,0 0 1 0 0,0 0-1 0 0,0-1 0 0 0,1 0 0 0 0,-1 0 1 0 0,1-1-1 0 0,0 1 0 0 0,11 1 0 0 0,-10-3-544 0 0,-1 0 0 0 0,1 0 0 0 0,0-1 0 0 0,0 0 0 0 0,0 0 0 0 0,0-1 0 0 0,11-2 0 0 0,5-2-1231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5.5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6 5096 0 0,'-1'0'9'0'0,"1"0"0"0"0,0-1 0 0 0,0 1 0 0 0,0 0-1 0 0,0 0 1 0 0,0-1 0 0 0,0 1 0 0 0,0 0 0 0 0,0 0-1 0 0,-1-1 1 0 0,1 1 0 0 0,0 0 0 0 0,0 0-1 0 0,0 0 1 0 0,-1-1 0 0 0,1 1 0 0 0,0 0 0 0 0,0 0-1 0 0,0 0 1 0 0,-1 0 0 0 0,1-1 0 0 0,0 1 0 0 0,0 0-1 0 0,-1 0 1 0 0,1 0 0 0 0,0 0 0 0 0,0 0 0 0 0,-1 0-1 0 0,1 0 1 0 0,0 0 0 0 0,-1 0 0 0 0,1 0-1 0 0,0 0 1 0 0,0 0 0 0 0,-1 0 0 0 0,1 0 0 0 0,0 0-1 0 0,0 0 1 0 0,-1 0 0 0 0,1 0 0 0 0,0 0 0 0 0,-1 0-1 0 0,1 1 1 0 0,0-1 0 0 0,0 0 0 0 0,0 0-1 0 0,-1 0 1 0 0,1 0 0 0 0,0 1 0 0 0,-3 4 4 0 0,1 0-1 0 0,0 0 1 0 0,0 0 0 0 0,1 1 0 0 0,0-1 0 0 0,0 0-1 0 0,0 1 1 0 0,0-1 0 0 0,1 1 0 0 0,0-1-1 0 0,0 1 1 0 0,0-1 0 0 0,1 1 0 0 0,0-1 0 0 0,0 1-1 0 0,0-1 1 0 0,1 0 0 0 0,0 0 0 0 0,0 0 0 0 0,0 1-1 0 0,1-2 1 0 0,-1 1 0 0 0,5 5 0 0 0,-4-4-156 0 0,0 0-1 0 0,1-1 1 0 0,0 1 0 0 0,1-1 0 0 0,-1 0 0 0 0,1 0 0 0 0,0 0-1 0 0,0-1 1 0 0,0 1 0 0 0,1-1 0 0 0,0 0 0 0 0,0-1 0 0 0,0 0 0 0 0,0 0-1 0 0,0 0 1 0 0,0 0 0 0 0,1-1 0 0 0,0 0 0 0 0,7 1 0 0 0,2-3-981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5.6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42 4776 0 0,'-11'-12'224'0'0,"0"4"-36"0"0,5 1-12 0 0,-2 2 105 0 0,0-2 23 0 0,-3 4-124 0 0,-11 13-300 0 0,11-5-252 0 0,3 0-677 0 0,0 2-511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7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250 325 4408 0 0,'14'-97'2211'0'0,"-35"116"-2076"0"0,17-16-113 0 0,-11 13 21 0 0,2 1 0 0 0,0 1 1 0 0,1 0-1 0 0,1 1 0 0 0,0 0 0 0 0,-12 33 1 0 0,-2 2 16 0 0,-1-3 2 0 0,2 0 1 0 0,2 2-1 0 0,-21 81 1 0 0,43-134-59 0 0,0 0 0 0 0,0 0 0 0 0,0 0 0 0 0,0 0 1 0 0,0 0-1 0 0,0 0 0 0 0,0 0 0 0 0,1 0 0 0 0,-1 0 0 0 0,0 0 1 0 0,0-1-1 0 0,0 1 0 0 0,0 0 0 0 0,0 0 0 0 0,0 0 1 0 0,0 0-1 0 0,1 0 0 0 0,-1 0 0 0 0,0 0 0 0 0,0 0 0 0 0,0 0 1 0 0,0 0-1 0 0,0 0 0 0 0,0 0 0 0 0,0 0 0 0 0,0 0 1 0 0,1 0-1 0 0,-1 1 0 0 0,0-1 0 0 0,0 0 0 0 0,0 0 0 0 0,0 0 1 0 0,0 0-1 0 0,0 0 0 0 0,0 0 0 0 0,0 0 0 0 0,0 0 1 0 0,1 0-1 0 0,-1 0 0 0 0,0 0 0 0 0,0 0 0 0 0,0 0 0 0 0,0 1 1 0 0,0-1-1 0 0,0 0 0 0 0,0 0 0 0 0,0 0 0 0 0,0 0 1 0 0,0 0-1 0 0,0 0 0 0 0,0 0 0 0 0,0 0 0 0 0,0 1 0 0 0,0-1 1 0 0,0 0-1 0 0,0 0 0 0 0,0 0 0 0 0,0 0 0 0 0,0 0 1 0 0,0 0-1 0 0,0 0 0 0 0,0 1 0 0 0,0-1 0 0 0,0 0 0 0 0,0 0 1 0 0,0 0-1 0 0,0 0 0 0 0,13-10 56 0 0,15-22-36 0 0,19-41 135 0 0,-4-1 1 0 0,-3-3-1 0 0,-3-1 1 0 0,-4-2-1 0 0,40-145 0 0 0,-41 124 913 0 0,-32 101-1076 0 0,0 0 0 0 0,0 0-1 0 0,0-1 1 0 0,0 1 0 0 0,0 0 0 0 0,0 0 0 0 0,0 0 0 0 0,0-1 0 0 0,0 1 0 0 0,0 0-1 0 0,1 0 1 0 0,-1 0 0 0 0,0-1 0 0 0,0 1 0 0 0,0 0 0 0 0,0 0 0 0 0,0 0-1 0 0,0 0 1 0 0,1-1 0 0 0,-1 1 0 0 0,0 0 0 0 0,0 0 0 0 0,0 0 0 0 0,0 0-1 0 0,1 0 1 0 0,-1 0 0 0 0,0-1 0 0 0,0 1 0 0 0,0 0 0 0 0,1 0 0 0 0,-1 0-1 0 0,0 0 1 0 0,0 0 0 0 0,1 0 0 0 0,-1 0 0 0 0,0 0 0 0 0,0 0 0 0 0,0 0-1 0 0,1 0 1 0 0,-1 0 0 0 0,0 0 0 0 0,0 0 0 0 0,0 0 0 0 0,1 0 0 0 0,-1 0 0 0 0,0 1-1 0 0,0-1 1 0 0,0 0 0 0 0,1 0 0 0 0,-1 0 0 0 0,0 0 0 0 0,13 14-51 0 0,8 22 20 0 0,50 87-15 0 0,5-3 1 0 0,182 216 0 0 0,-243-315 67 0 0,-13-17-12 0 0,1 0 0 0 0,0 0 0 0 0,0 0 1 0 0,1 0-1 0 0,-1 0 0 0 0,1 0 0 0 0,0-1 0 0 0,0 0 0 0 0,6 5 0 0 0,-7-13-442 0 0,30-62-3912 0 0,-17 40 1577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7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29 144 6129 0 0,'-20'2'-396'0'0,"20"-2"406"0"0,0 0 0 0 0,0 0 0 0 0,-1 0 0 0 0,1 0 0 0 0,0 0 0 0 0,-1 0 0 0 0,1 0 0 0 0,0 0 0 0 0,-1 0 0 0 0,1 0 0 0 0,0 0 0 0 0,-1-1 0 0 0,1 1 0 0 0,0 0 0 0 0,-1 0 0 0 0,1 0 0 0 0,0 0 0 0 0,0-1 0 0 0,-1 1 0 0 0,1 0 0 0 0,0 0 0 0 0,0 0 0 0 0,0-1 0 0 0,-1 1 0 0 0,1 0 0 0 0,0 0-1 0 0,0-1 1 0 0,0 1 0 0 0,-1 0 0 0 0,1-1 0 0 0,0 1 0 0 0,0 0 0 0 0,0 0 0 0 0,0-1 0 0 0,0 1 0 0 0,0 0 0 0 0,0-1 0 0 0,0 1 0 0 0,0 0 0 0 0,0-1 0 0 0,0 1 0 0 0,0 0 0 0 0,0-1 0 0 0,0 1 0 0 0,0 0 0 0 0,0-1 0 0 0,0 1 0 0 0,0 0 0 0 0,0 0 0 0 0,1-1 0 0 0,18-15 122 0 0,39-11-63 0 0,132-30-332 0 0,-98 32-2831 0 0,-62 16 1864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8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145 157 4492 0 0,'-9'-37'999'0'0,"1"14"257"0"0,5 39-603 0 0,3 44-445 0 0,6-28-186 0 0,1 1-1 0 0,1-1 1 0 0,2 0 0 0 0,1-1-1 0 0,2 0 1 0 0,16 29 0 0 0,9 24 49 0 0,-33-73-468 0 0,5 18 2217 0 0,-13-29-604 0 0,-11-14-920 0 0,-24-38-27 0 0,1-1 0 0 0,3-2 1 0 0,-53-117-1 0 0,77 150-239 0 0,1 1-1 0 0,1-2 1 0 0,1 1-1 0 0,-5-26 1 0 0,11 46-36 0 0,1 0 0 0 0,-1-1 0 0 0,1 1 0 0 0,0 0 1 0 0,0 0-1 0 0,0 0 0 0 0,0 0 0 0 0,0-1 0 0 0,0 1 0 0 0,1 0 0 0 0,-1 0 0 0 0,1 0 0 0 0,-1 0 0 0 0,1 0 0 0 0,0 0 1 0 0,0 0-1 0 0,0 0 0 0 0,0 0 0 0 0,0 0 0 0 0,0 0 0 0 0,0 1 0 0 0,1-1 0 0 0,-1 0 0 0 0,1 1 0 0 0,-1-1 1 0 0,1 1-1 0 0,0 0 0 0 0,0-1 0 0 0,-1 1 0 0 0,1 0 0 0 0,0 0 0 0 0,0 0 0 0 0,0 0 0 0 0,0 0 0 0 0,0 1 0 0 0,0-1 1 0 0,1 1-1 0 0,-1-1 0 0 0,0 1 0 0 0,0 0 0 0 0,0 0 0 0 0,4 0 0 0 0,40-1-95 0 0,0 1 1 0 0,0 3-1 0 0,0 2 0 0 0,0 1 0 0 0,-1 3 1 0 0,0 2-1 0 0,-1 1 0 0 0,0 3 0 0 0,-1 1 1 0 0,-1 3-1 0 0,51 29 0 0 0,-92-48 93 0 0,0 0-1 0 0,0 1 1 0 0,-1-1-1 0 0,1 1 0 0 0,0-1 1 0 0,0 1-1 0 0,0-1 1 0 0,-1 1-1 0 0,1 0 1 0 0,0-1-1 0 0,0 1 0 0 0,-1 0 1 0 0,1 0-1 0 0,-1-1 1 0 0,1 1-1 0 0,-1 0 0 0 0,1 0 1 0 0,-1 0-1 0 0,1 0 1 0 0,-1 0-1 0 0,0-1 1 0 0,0 1-1 0 0,1 0 0 0 0,-1 0 1 0 0,0 0-1 0 0,0 0 1 0 0,0 0-1 0 0,0 0 1 0 0,0 0-1 0 0,0 2 0 0 0,-1-1 1 0 0,0 0-1 0 0,0-1 0 0 0,-1 1 1 0 0,1 0-1 0 0,0 0 0 0 0,-1-1 1 0 0,1 1-1 0 0,-1 0 0 0 0,1-1 1 0 0,-1 0-1 0 0,0 1 0 0 0,-3 1 1 0 0,-8 4-9 0 0,1 0 1 0 0,-1-1 0 0 0,-14 4-1 0 0,-58 14-18 0 0,0-4-1 0 0,-1-4 0 0 0,-145 8 1 0 0,204-26-210 0 0,39-8-827 0 0,44-12-2717 0 0,-23 12 809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8.4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 7209 0 0,'8'-45'431'0'0,"-9"72"-29"0"0,0 0 0 0 0,2 0-1 0 0,7 40 1 0 0,21 128-477 0 0,-15-93 323 0 0,-9-53-5626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49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64 5913 0 0,'-21'-48'909'0'0,"20"47"-641"0"0,-2-9 253 0 0,1 5-144 0 0,1 8 443 0 0,-1 28-785 0 0,3 1-1 0 0,0-1 1 0 0,2 0-1 0 0,11 52 1 0 0,-9-54-22 0 0,42 294 180 0 0,-45-314-82 0 0,-2-19-114 0 0,-1-56-247 0 0,6 45 195 0 0,1 0-1 0 0,1 0 1 0 0,0 0 0 0 0,2 1-1 0 0,0 1 1 0 0,2-1 0 0 0,0 2-1 0 0,1-1 1 0 0,0 2 0 0 0,2-1-1 0 0,0 2 1 0 0,1 0 0 0 0,1 1 0 0 0,0 0-1 0 0,1 1 1 0 0,0 1 0 0 0,1 1-1 0 0,1 0 1 0 0,0 2 0 0 0,0 0-1 0 0,27-10 1 0 0,82-26-236 0 0,-126 46 277 0 0,-10 1 11 0 0,1 0 0 0 0,0 1-1 0 0,0 0 1 0 0,-1 0 0 0 0,1 1 0 0 0,-8 4 0 0 0,-21 7-4 0 0,-117 37-58 0 0,-175 85 1 0 0,327-136 63 0 0,1 0 1 0 0,-1 0 0 0 0,1 0 0 0 0,-1 0-1 0 0,1 1 1 0 0,-1-1 0 0 0,1 0-1 0 0,-1 0 1 0 0,1 0 0 0 0,-1 1 0 0 0,1-1-1 0 0,-1 0 1 0 0,1 1 0 0 0,-1-1-1 0 0,1 0 1 0 0,-1 1 0 0 0,1-1 0 0 0,0 1-1 0 0,-1-1 1 0 0,1 1 0 0 0,0-1-1 0 0,-1 1 1 0 0,1-1 0 0 0,0 1-1 0 0,0-1 1 0 0,0 1 0 0 0,-1-1 0 0 0,1 1-1 0 0,0-1 1 0 0,0 1 0 0 0,0-1-1 0 0,0 1 1 0 0,0 0 0 0 0,0-1 0 0 0,0 1-1 0 0,0 0 1 0 0,18 13-10 0 0,31 2-1 0 0,148 18-6 0 0,216 42-28 0 0,-405-73 137 0 0,-2-1-348 0 0,-21-26-4995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50.6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148 185 5220 0 0,'16'-4'76'0'0,"-1"0"0"0"0,1-2 0 0 0,-1 0 1 0 0,27-16-1 0 0,-36 18-15 0 0,0 0 1 0 0,0 0 0 0 0,-1-1 0 0 0,1 0 0 0 0,-1-1-1 0 0,0 1 1 0 0,-1-1 0 0 0,1 0 0 0 0,-1 0 0 0 0,-1 0-1 0 0,1 0 1 0 0,2-8 0 0 0,-5 12-46 0 0,-1 0 0 0 0,0 0 0 0 0,0 0 0 0 0,0 0 0 0 0,-1 0 0 0 0,1 0 1 0 0,0 1-1 0 0,-1-1 0 0 0,1 0 0 0 0,-1 0 0 0 0,0 0 0 0 0,1 0 0 0 0,-1 1 0 0 0,0-1 0 0 0,0 0 0 0 0,0 0 1 0 0,0 1-1 0 0,-1-1 0 0 0,1 1 0 0 0,0-1 0 0 0,-1 1 0 0 0,1 0 0 0 0,-1 0 0 0 0,1-1 0 0 0,-1 1 0 0 0,1 0 0 0 0,-1 0 1 0 0,0 0-1 0 0,0 1 0 0 0,1-1 0 0 0,-1 0 0 0 0,-3 0 0 0 0,-4-2 14 0 0,1 0 0 0 0,-1 0 0 0 0,0 1 1 0 0,0 0-1 0 0,-10 0 0 0 0,8 2-30 0 0,1 0 0 0 0,0 1 1 0 0,0 1-1 0 0,0 0 0 0 0,0 0 0 0 0,0 1 1 0 0,0 0-1 0 0,1 0 0 0 0,-1 1 0 0 0,1 1 1 0 0,0 0-1 0 0,0 0 0 0 0,0 1 0 0 0,1-1 1 0 0,0 2-1 0 0,0-1 0 0 0,1 1 0 0 0,0 1 1 0 0,0-1-1 0 0,0 1 0 0 0,1 0 0 0 0,0 1 1 0 0,-7 15-1 0 0,12-22 0 0 0,0 1-1 0 0,0 0 1 0 0,0 0 0 0 0,1 0-1 0 0,-1-1 1 0 0,1 1 0 0 0,0 0-1 0 0,0 0 1 0 0,0 0 0 0 0,0 0-1 0 0,0 0 1 0 0,1 0 0 0 0,-1-1-1 0 0,1 1 1 0 0,0 0 0 0 0,0 0-1 0 0,0-1 1 0 0,0 1-1 0 0,2 3 1 0 0,0-1 3 0 0,1-1 0 0 0,-1 0 0 0 0,1 1-1 0 0,0-1 1 0 0,0-1 0 0 0,0 1 0 0 0,1 0 0 0 0,-1-1-1 0 0,8 4 1 0 0,5 1 6 0 0,0 0 1 0 0,1 0-1 0 0,-1-2 0 0 0,35 8 0 0 0,-33-11 16 0 0,0 0 0 0 0,0-1 0 0 0,0-1-1 0 0,0-1 1 0 0,0-1 0 0 0,-1 0 0 0 0,1-1-1 0 0,0-1 1 0 0,0-1 0 0 0,-1-1 0 0 0,0 0-1 0 0,0-2 1 0 0,0 0 0 0 0,-1-1 0 0 0,0 0-1 0 0,-1-1 1 0 0,0-2 0 0 0,0 1 0 0 0,-1-2-1 0 0,0 0 1 0 0,-1 0 0 0 0,15-18 0 0 0,-8 5 1330 0 0,-35 28-817 0 0,4 1-684 0 0,8-3 142 0 0,1-1 1 0 0,0 0-1 0 0,-1 1 1 0 0,1-1 0 0 0,0 1-1 0 0,-1 0 1 0 0,1-1 0 0 0,0 1-1 0 0,0 0 1 0 0,-1 0 0 0 0,1 0-1 0 0,0 0 1 0 0,0 0 0 0 0,0 0-1 0 0,0 0 1 0 0,1 0 0 0 0,-1 0-1 0 0,0 1 1 0 0,0-1 0 0 0,0 1-1 0 0,1 0-2 0 0,0-1 0 0 0,0 0 0 0 0,0 0-1 0 0,0 0 1 0 0,0 0 0 0 0,0 0 0 0 0,0 0-1 0 0,0 0 1 0 0,1 0 0 0 0,-1 0 0 0 0,0 0-1 0 0,1 0 1 0 0,-1 0 0 0 0,1 0 0 0 0,-1 0-1 0 0,1 0 1 0 0,-1 0 0 0 0,1 0 0 0 0,1 1 0 0 0,1 1-6 0 0,0 0 0 0 0,0 0 0 0 0,0-1 0 0 0,0 1 0 0 0,0-1 1 0 0,1 0-1 0 0,-1 0 0 0 0,1 0 0 0 0,-1 0 0 0 0,1-1 1 0 0,5 2-1 0 0,27 1-49 0 0,0-2 0 0 0,0-2 0 0 0,0-1 0 0 0,0-1 0 0 0,0-2 0 0 0,0-2 0 0 0,-1-1 0 0 0,1-2 0 0 0,-2-1 0 0 0,0-2-1 0 0,0-2 1 0 0,34-18 0 0 0,-64 31 76 0 0,-1-1 0 0 0,0 1 0 0 0,0-1 0 0 0,0 0 0 0 0,0 0 0 0 0,0 0 0 0 0,0 0 0 0 0,0-1 0 0 0,-1 1-1 0 0,1-1 1 0 0,-1 0 0 0 0,0 0 0 0 0,0 1 0 0 0,0-1 0 0 0,0-1 0 0 0,2-4 0 0 0,-3 6 1 0 0,-38-37-8 0 0,35 39-34 0 0,-14 84-126 0 0,16-61 140 0 0,0-1 0 0 0,1 0 1 0 0,1 1-1 0 0,1-1 0 0 0,1 0 1 0 0,1 0-1 0 0,1-1 0 0 0,1 0 1 0 0,0 0-1 0 0,2 0 0 0 0,1-1 1 0 0,13 22-1 0 0,17 19 13 0 0,3-1 0 0 0,67 71 0 0 0,-82-99 2 0 0,-24-27-2 0 0,0-1-1 0 0,0 1 1 0 0,0 0 0 0 0,-1 0 0 0 0,1 0 0 0 0,-1 0 0 0 0,-1 1 0 0 0,1-1-1 0 0,-1 1 1 0 0,0-1 0 0 0,2 7 0 0 0,-5-9 2 0 0,1-1-1 0 0,0 0 1 0 0,0 1-1 0 0,-1-1 1 0 0,1 0-1 0 0,-1 1 1 0 0,0-1 0 0 0,0 0-1 0 0,0 0 1 0 0,0 1-1 0 0,0-1 1 0 0,0 0-1 0 0,-1 0 1 0 0,1 0 0 0 0,-1 0-1 0 0,1-1 1 0 0,-1 1-1 0 0,0 0 1 0 0,1-1-1 0 0,-1 1 1 0 0,0-1 0 0 0,0 1-1 0 0,0-1 1 0 0,0 0-1 0 0,-1 0 1 0 0,1 0-1 0 0,0 0 1 0 0,0 0 0 0 0,-4 0-1 0 0,-22 10 11 0 0,-1-2 0 0 0,0-1 0 0 0,0-2-1 0 0,0-1 1 0 0,-45 3 0 0 0,-154-5 56 0 0,204-4-60 0 0,0 1 3 0 0,-101-7 254 0 0,115 6-201 0 0,0 0 0 0 0,1-1 0 0 0,-1-1 0 0 0,1 1-1 0 0,-1-1 1 0 0,1-1 0 0 0,0 0 0 0 0,0 0 0 0 0,1-1-1 0 0,-10-6 1 0 0,16 10-47 0 0,0-1 0 0 0,1 1 0 0 0,-1-1-1 0 0,0 0 1 0 0,1 0 0 0 0,-1 0 0 0 0,1 0 0 0 0,0 0-1 0 0,0 0 1 0 0,-1 0 0 0 0,1 0 0 0 0,1 0 0 0 0,-1-1-1 0 0,0 1 1 0 0,0 0 0 0 0,1-1 0 0 0,0 1 0 0 0,-1 0-1 0 0,1-1 1 0 0,0-2 0 0 0,1 0 0 0 0,-1 0 0 0 0,1 1 0 0 0,1-1 1 0 0,-1 1-1 0 0,1-1 0 0 0,-1 1 0 0 0,1 0 0 0 0,0 0 1 0 0,6-8-1 0 0,1-1 6 0 0,1 1 0 0 0,0 1 0 0 0,1-1 0 0 0,0 2 0 0 0,17-13 0 0 0,-3 5 9 0 0,1 2-1 0 0,0 1 1 0 0,2 1 0 0 0,-1 1-1 0 0,54-16 1 0 0,150-24-912 0 0,-216 52 78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5:58:5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15 7805 0 0,'11'5'436'0'0,"-3"0"-56"0"0,-2 0 1164 0 0,-69-15-5036 0 0,41 3 1219 0 0,-3-6-271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6:00:13.8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2 655 6445 0 0,'-1'-5'3644'0'0,"8"19"-3657"0"0,0 0 1 0 0,2-1-1 0 0,-1 1 1 0 0,2-2-1 0 0,0 1 1 0 0,16 15-1 0 0,10 14 22 0 0,-9-5 60 0 0,-26-36-62 0 0,8 10-107 0 0,-9-11 139 0 0,0 1 0 0 0,1-1 0 0 0,-1 1 0 0 0,0-1 0 0 0,0 0 0 0 0,1 1-1 0 0,-1-1 1 0 0,0 0 0 0 0,0 1 0 0 0,1-1 0 0 0,-1 0 0 0 0,0 0 0 0 0,1 1 0 0 0,-1-1-1 0 0,1 0 1 0 0,-1 0 0 0 0,0 0 0 0 0,1 0 0 0 0,-1 1 0 0 0,1-1 0 0 0,-1 0 0 0 0,0 0-1 0 0,1 0 1 0 0,-1 0 0 0 0,1 0 0 0 0,-1 0 0 0 0,0 0 0 0 0,1 0 0 0 0,-1 0-1 0 0,1 0 1 0 0,-1 0 0 0 0,1 0 0 0 0,-1-1 0 0 0,0 1 0 0 0,2 0 0 0 0,65-102 650 0 0,-43 62-561 0 0,44-54 0 0 0,-10 30-38 0 0,2 3 1 0 0,125-97-1 0 0,-76 79-21 0 0,130-69-1 0 0,-78 59 10 0 0,-159 88-86 0 0,-2 1-108 0 0,1 0 6 0 0,0 0 1 0 0,0 0 0 0 0,-1-1 0 0 0,1 1-1 0 0,0 0 1 0 0,0-1 0 0 0,-1 1 0 0 0,1-1-1 0 0,-1 1 1 0 0,1-1 0 0 0,0 1 0 0 0,-1-1-1 0 0,1 1 1 0 0,-1-1 0 0 0,1 0 0 0 0,-1 1-1 0 0,1-1 1 0 0,-1 0 0 0 0,0 1 0 0 0,1-1-1 0 0,-1 0 1 0 0,0 1 0 0 0,0-1 0 0 0,1 0 0 0 0,-1 0-1 0 0,0 1 1 0 0,0-1 0 0 0,0-1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customXml" Target="../ink/ink5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14.xml"/><Relationship Id="rId18" Type="http://schemas.openxmlformats.org/officeDocument/2006/relationships/image" Target="../media/image2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20.png"/><Relationship Id="rId17" Type="http://schemas.openxmlformats.org/officeDocument/2006/relationships/customXml" Target="../ink/ink16.xml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2.xml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23.xml"/><Relationship Id="rId3" Type="http://schemas.openxmlformats.org/officeDocument/2006/relationships/image" Target="../media/image26.png"/><Relationship Id="rId7" Type="http://schemas.openxmlformats.org/officeDocument/2006/relationships/customXml" Target="../ink/ink20.xml"/><Relationship Id="rId12" Type="http://schemas.openxmlformats.org/officeDocument/2006/relationships/image" Target="../media/image31.png"/><Relationship Id="rId2" Type="http://schemas.openxmlformats.org/officeDocument/2006/relationships/customXml" Target="../ink/ink1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customXml" Target="../ink/ink21.xml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42.png"/><Relationship Id="rId26" Type="http://schemas.openxmlformats.org/officeDocument/2006/relationships/image" Target="../media/image46.png"/><Relationship Id="rId39" Type="http://schemas.openxmlformats.org/officeDocument/2006/relationships/customXml" Target="../ink/ink43.xml"/><Relationship Id="rId3" Type="http://schemas.openxmlformats.org/officeDocument/2006/relationships/customXml" Target="../ink/ink25.xml"/><Relationship Id="rId21" Type="http://schemas.openxmlformats.org/officeDocument/2006/relationships/customXml" Target="../ink/ink34.xml"/><Relationship Id="rId34" Type="http://schemas.openxmlformats.org/officeDocument/2006/relationships/image" Target="../media/image50.png"/><Relationship Id="rId42" Type="http://schemas.openxmlformats.org/officeDocument/2006/relationships/image" Target="../media/image54.png"/><Relationship Id="rId47" Type="http://schemas.openxmlformats.org/officeDocument/2006/relationships/customXml" Target="../ink/ink47.xml"/><Relationship Id="rId50" Type="http://schemas.openxmlformats.org/officeDocument/2006/relationships/image" Target="../media/image58.png"/><Relationship Id="rId7" Type="http://schemas.openxmlformats.org/officeDocument/2006/relationships/customXml" Target="../ink/ink27.xml"/><Relationship Id="rId12" Type="http://schemas.openxmlformats.org/officeDocument/2006/relationships/image" Target="../media/image39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52.png"/><Relationship Id="rId46" Type="http://schemas.openxmlformats.org/officeDocument/2006/relationships/image" Target="../media/image56.png"/><Relationship Id="rId2" Type="http://schemas.openxmlformats.org/officeDocument/2006/relationships/image" Target="../media/image34.png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29" Type="http://schemas.openxmlformats.org/officeDocument/2006/relationships/customXml" Target="../ink/ink38.xml"/><Relationship Id="rId41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29.xml"/><Relationship Id="rId24" Type="http://schemas.openxmlformats.org/officeDocument/2006/relationships/image" Target="../media/image45.png"/><Relationship Id="rId32" Type="http://schemas.openxmlformats.org/officeDocument/2006/relationships/image" Target="../media/image49.png"/><Relationship Id="rId37" Type="http://schemas.openxmlformats.org/officeDocument/2006/relationships/customXml" Target="../ink/ink42.xml"/><Relationship Id="rId40" Type="http://schemas.openxmlformats.org/officeDocument/2006/relationships/image" Target="../media/image53.png"/><Relationship Id="rId45" Type="http://schemas.openxmlformats.org/officeDocument/2006/relationships/customXml" Target="../ink/ink46.xml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48.xml"/><Relationship Id="rId10" Type="http://schemas.openxmlformats.org/officeDocument/2006/relationships/image" Target="../media/image38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4" Type="http://schemas.openxmlformats.org/officeDocument/2006/relationships/image" Target="../media/image55.png"/><Relationship Id="rId4" Type="http://schemas.openxmlformats.org/officeDocument/2006/relationships/image" Target="../media/image35.png"/><Relationship Id="rId9" Type="http://schemas.openxmlformats.org/officeDocument/2006/relationships/customXml" Target="../ink/ink28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37.xml"/><Relationship Id="rId30" Type="http://schemas.openxmlformats.org/officeDocument/2006/relationships/image" Target="../media/image48.png"/><Relationship Id="rId35" Type="http://schemas.openxmlformats.org/officeDocument/2006/relationships/customXml" Target="../ink/ink41.xml"/><Relationship Id="rId43" Type="http://schemas.openxmlformats.org/officeDocument/2006/relationships/customXml" Target="../ink/ink45.xml"/><Relationship Id="rId48" Type="http://schemas.openxmlformats.org/officeDocument/2006/relationships/image" Target="../media/image57.png"/><Relationship Id="rId8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811E7-7BCF-1F17-3B49-89386B1C5AE6}"/>
              </a:ext>
            </a:extLst>
          </p:cNvPr>
          <p:cNvSpPr txBox="1"/>
          <p:nvPr/>
        </p:nvSpPr>
        <p:spPr>
          <a:xfrm>
            <a:off x="2752344" y="2478024"/>
            <a:ext cx="6395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chatbot using n8n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C1CB2-6E7C-1EE7-4355-54A861BF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677019"/>
            <a:ext cx="11661648" cy="39896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5D11B0-C350-F788-6117-9165749AC26A}"/>
                  </a:ext>
                </a:extLst>
              </p14:cNvPr>
              <p14:cNvContentPartPr/>
              <p14:nvPr/>
            </p14:nvContentPartPr>
            <p14:xfrm>
              <a:off x="10744344" y="3434616"/>
              <a:ext cx="352080" cy="212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5D11B0-C350-F788-6117-9165749AC2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8344" y="3398976"/>
                <a:ext cx="423720" cy="2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93F632-25DD-2881-CAD4-27AABC6B6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459893"/>
            <a:ext cx="11490085" cy="53038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E29B08-4DC4-3FB0-1525-CBD9D54E313D}"/>
                  </a:ext>
                </a:extLst>
              </p14:cNvPr>
              <p14:cNvContentPartPr/>
              <p14:nvPr/>
            </p14:nvContentPartPr>
            <p14:xfrm>
              <a:off x="8558784" y="4994136"/>
              <a:ext cx="363240" cy="26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E29B08-4DC4-3FB0-1525-CBD9D54E31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40784" y="4976136"/>
                <a:ext cx="398880" cy="2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F225-C7DF-02B7-6AEA-546F8977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D1EF35-DD4F-AD71-9C51-C6D7E6A58113}"/>
                  </a:ext>
                </a:extLst>
              </p14:cNvPr>
              <p14:cNvContentPartPr/>
              <p14:nvPr/>
            </p14:nvContentPartPr>
            <p14:xfrm>
              <a:off x="5760504" y="405957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D1EF35-DD4F-AD71-9C51-C6D7E6A581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2864" y="40419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CDE9FA-2D2A-9C74-C10B-C3A5676AC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11" y="1225493"/>
            <a:ext cx="9983593" cy="5668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43281A-36F4-05D6-0537-752E5D83902D}"/>
                  </a:ext>
                </a:extLst>
              </p14:cNvPr>
              <p14:cNvContentPartPr/>
              <p14:nvPr/>
            </p14:nvContentPartPr>
            <p14:xfrm>
              <a:off x="7662384" y="2464920"/>
              <a:ext cx="211320" cy="18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43281A-36F4-05D6-0537-752E5D8390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44744" y="2446920"/>
                <a:ext cx="2469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B9991A-1116-FBD2-E245-1C951234B813}"/>
                  </a:ext>
                </a:extLst>
              </p14:cNvPr>
              <p14:cNvContentPartPr/>
              <p14:nvPr/>
            </p14:nvContentPartPr>
            <p14:xfrm>
              <a:off x="7625664" y="3155760"/>
              <a:ext cx="201960" cy="158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B9991A-1116-FBD2-E245-1C951234B8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8024" y="3138120"/>
                <a:ext cx="237600" cy="1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47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1C67-35F1-A3C6-68B0-7D2A68E7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215A2-EDAF-E623-BC7A-0C5B2114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25" y="2395648"/>
            <a:ext cx="7954485" cy="38772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A970E1-75F3-EE45-DBE6-540987B24FCC}"/>
                  </a:ext>
                </a:extLst>
              </p14:cNvPr>
              <p14:cNvContentPartPr/>
              <p14:nvPr/>
            </p14:nvContentPartPr>
            <p14:xfrm>
              <a:off x="8101224" y="3880296"/>
              <a:ext cx="368280" cy="270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A970E1-75F3-EE45-DBE6-540987B24F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3584" y="3862296"/>
                <a:ext cx="403920" cy="30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406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82D0-85D6-1412-6738-8E2C1FC1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8E249-D619-3E89-2BBD-82A45D0D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8" y="1923744"/>
            <a:ext cx="10021699" cy="43821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A2DCB7-2089-EA27-1EF2-084E5BE51B7F}"/>
                  </a:ext>
                </a:extLst>
              </p14:cNvPr>
              <p14:cNvContentPartPr/>
              <p14:nvPr/>
            </p14:nvContentPartPr>
            <p14:xfrm>
              <a:off x="2011464" y="3481776"/>
              <a:ext cx="299520" cy="13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A2DCB7-2089-EA27-1EF2-084E5BE51B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3824" y="3463776"/>
                <a:ext cx="3351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6CCE27-472F-AB66-D3D5-C23D2CA9300C}"/>
                  </a:ext>
                </a:extLst>
              </p14:cNvPr>
              <p14:cNvContentPartPr/>
              <p14:nvPr/>
            </p14:nvContentPartPr>
            <p14:xfrm>
              <a:off x="2084904" y="4228776"/>
              <a:ext cx="280800" cy="13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6CCE27-472F-AB66-D3D5-C23D2CA930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6904" y="4210776"/>
                <a:ext cx="316440" cy="1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95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135D-799B-2FAE-B9D1-A1972BFE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E31C1-A793-869F-53FB-97F93834A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55" y="2596896"/>
            <a:ext cx="8250011" cy="401294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FBBEDB-3BCD-657B-CEF8-F16CFA04D2B8}"/>
              </a:ext>
            </a:extLst>
          </p:cNvPr>
          <p:cNvGrpSpPr/>
          <p:nvPr/>
        </p:nvGrpSpPr>
        <p:grpSpPr>
          <a:xfrm>
            <a:off x="3184704" y="4107456"/>
            <a:ext cx="810360" cy="813240"/>
            <a:chOff x="3184704" y="4107456"/>
            <a:chExt cx="81036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1FCD778-5DA6-D153-BB9F-59B78FEFA0D0}"/>
                    </a:ext>
                  </a:extLst>
                </p14:cNvPr>
                <p14:cNvContentPartPr/>
                <p14:nvPr/>
              </p14:nvContentPartPr>
              <p14:xfrm>
                <a:off x="3184704" y="4606056"/>
                <a:ext cx="438840" cy="31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1FCD778-5DA6-D153-BB9F-59B78FEFA0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66704" y="4588416"/>
                  <a:ext cx="4744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12CAF7-4F2F-61F0-FBA5-5BBFE3B6ADE2}"/>
                    </a:ext>
                  </a:extLst>
                </p14:cNvPr>
                <p14:cNvContentPartPr/>
                <p14:nvPr/>
              </p14:nvContentPartPr>
              <p14:xfrm>
                <a:off x="3724344" y="4238136"/>
                <a:ext cx="54720" cy="165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12CAF7-4F2F-61F0-FBA5-5BBFE3B6AD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06704" y="4220136"/>
                  <a:ext cx="90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23ED50-602F-BB70-BF23-D072BBCC3414}"/>
                    </a:ext>
                  </a:extLst>
                </p14:cNvPr>
                <p14:cNvContentPartPr/>
                <p14:nvPr/>
              </p14:nvContentPartPr>
              <p14:xfrm>
                <a:off x="3527784" y="4107456"/>
                <a:ext cx="467280" cy="366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23ED50-602F-BB70-BF23-D072BBCC34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10144" y="4089816"/>
                  <a:ext cx="50292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508E64-2FAD-6E6D-BCAB-93DC4C46EF12}"/>
              </a:ext>
            </a:extLst>
          </p:cNvPr>
          <p:cNvGrpSpPr/>
          <p:nvPr/>
        </p:nvGrpSpPr>
        <p:grpSpPr>
          <a:xfrm>
            <a:off x="6949584" y="3276216"/>
            <a:ext cx="527040" cy="330120"/>
            <a:chOff x="6949584" y="3276216"/>
            <a:chExt cx="5270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6698B1-9323-9EE9-5565-676ABC434545}"/>
                    </a:ext>
                  </a:extLst>
                </p14:cNvPr>
                <p14:cNvContentPartPr/>
                <p14:nvPr/>
              </p14:nvContentPartPr>
              <p14:xfrm>
                <a:off x="7004664" y="3392136"/>
                <a:ext cx="295560" cy="151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6698B1-9323-9EE9-5565-676ABC43454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86664" y="3374496"/>
                  <a:ext cx="331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68B9F1-0527-DC88-6DB8-C57650A16D09}"/>
                    </a:ext>
                  </a:extLst>
                </p14:cNvPr>
                <p14:cNvContentPartPr/>
                <p14:nvPr/>
              </p14:nvContentPartPr>
              <p14:xfrm>
                <a:off x="6949584" y="3276216"/>
                <a:ext cx="527040" cy="330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68B9F1-0527-DC88-6DB8-C57650A16D0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31944" y="3258576"/>
                  <a:ext cx="56268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7FBD65-E407-2926-2D21-06A72997A88C}"/>
              </a:ext>
            </a:extLst>
          </p:cNvPr>
          <p:cNvGrpSpPr/>
          <p:nvPr/>
        </p:nvGrpSpPr>
        <p:grpSpPr>
          <a:xfrm>
            <a:off x="7134624" y="4034016"/>
            <a:ext cx="469080" cy="419400"/>
            <a:chOff x="7134624" y="4034016"/>
            <a:chExt cx="46908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0BB4C7-6365-D728-AA75-A55A5CE76481}"/>
                    </a:ext>
                  </a:extLst>
                </p14:cNvPr>
                <p14:cNvContentPartPr/>
                <p14:nvPr/>
              </p14:nvContentPartPr>
              <p14:xfrm>
                <a:off x="7238304" y="4216536"/>
                <a:ext cx="195840" cy="167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A0BB4C7-6365-D728-AA75-A55A5CE764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20304" y="4198536"/>
                  <a:ext cx="231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A6B9B5-780C-F5F4-4D7F-D954AFC2FFC0}"/>
                    </a:ext>
                  </a:extLst>
                </p14:cNvPr>
                <p14:cNvContentPartPr/>
                <p14:nvPr/>
              </p14:nvContentPartPr>
              <p14:xfrm>
                <a:off x="7134624" y="4149936"/>
                <a:ext cx="456480" cy="303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A6B9B5-780C-F5F4-4D7F-D954AFC2FFC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16624" y="4131936"/>
                  <a:ext cx="492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2E887F-F3B6-1FC7-44E2-513868DDEB9A}"/>
                    </a:ext>
                  </a:extLst>
                </p14:cNvPr>
                <p14:cNvContentPartPr/>
                <p14:nvPr/>
              </p14:nvContentPartPr>
              <p14:xfrm>
                <a:off x="7578144" y="4034016"/>
                <a:ext cx="25560" cy="17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2E887F-F3B6-1FC7-44E2-513868DDEB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60504" y="4016016"/>
                  <a:ext cx="61200" cy="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186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3864-CD0A-DA0E-A4A1-FA775012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04107-70C3-5E24-F3FB-C8A1D7A4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34" y="1315444"/>
            <a:ext cx="10661731" cy="53048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D82E4B-D944-F1CE-0B2F-0E1CC818185F}"/>
                  </a:ext>
                </a:extLst>
              </p14:cNvPr>
              <p14:cNvContentPartPr/>
              <p14:nvPr/>
            </p14:nvContentPartPr>
            <p14:xfrm>
              <a:off x="4864464" y="5796936"/>
              <a:ext cx="476280" cy="29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D82E4B-D944-F1CE-0B2F-0E1CC81818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6824" y="5779296"/>
                <a:ext cx="511920" cy="3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264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348D-71DD-BF10-1F74-FCACE0F5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2AF771-CB87-2E80-04C8-AF2C0A762E17}"/>
                  </a:ext>
                </a:extLst>
              </p14:cNvPr>
              <p14:cNvContentPartPr/>
              <p14:nvPr/>
            </p14:nvContentPartPr>
            <p14:xfrm>
              <a:off x="7205184" y="503805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2AF771-CB87-2E80-04C8-AF2C0A762E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87544" y="502005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302C0C-A4DF-CEC3-5BDA-0FE549E0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19" y="1335024"/>
            <a:ext cx="7207323" cy="53709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D169154-D135-6390-35AD-04A8EF52B0FF}"/>
              </a:ext>
            </a:extLst>
          </p:cNvPr>
          <p:cNvGrpSpPr/>
          <p:nvPr/>
        </p:nvGrpSpPr>
        <p:grpSpPr>
          <a:xfrm>
            <a:off x="5922144" y="2365776"/>
            <a:ext cx="1745280" cy="1047960"/>
            <a:chOff x="5922144" y="2365776"/>
            <a:chExt cx="1745280" cy="10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2832BC-0101-6F46-B691-F83AFF43DD8F}"/>
                    </a:ext>
                  </a:extLst>
                </p14:cNvPr>
                <p14:cNvContentPartPr/>
                <p14:nvPr/>
              </p14:nvContentPartPr>
              <p14:xfrm>
                <a:off x="5922144" y="2538576"/>
                <a:ext cx="794160" cy="409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2832BC-0101-6F46-B691-F83AFF43DD8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04504" y="2520936"/>
                  <a:ext cx="8298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68168E-A148-1831-602D-A913F6AA8E8A}"/>
                    </a:ext>
                  </a:extLst>
                </p14:cNvPr>
                <p14:cNvContentPartPr/>
                <p14:nvPr/>
              </p14:nvContentPartPr>
              <p14:xfrm>
                <a:off x="6996384" y="2461176"/>
                <a:ext cx="60120" cy="168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68168E-A148-1831-602D-A913F6AA8E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78384" y="2443176"/>
                  <a:ext cx="95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BBE2F72-E8FE-FE58-45E8-246BCB88EB52}"/>
                    </a:ext>
                  </a:extLst>
                </p14:cNvPr>
                <p14:cNvContentPartPr/>
                <p14:nvPr/>
              </p14:nvContentPartPr>
              <p14:xfrm>
                <a:off x="6827184" y="2365776"/>
                <a:ext cx="403920" cy="370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BBE2F72-E8FE-FE58-45E8-246BCB88EB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09184" y="2347776"/>
                  <a:ext cx="4395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786F35-70E0-DBDC-52D1-54623C2CA05D}"/>
                    </a:ext>
                  </a:extLst>
                </p14:cNvPr>
                <p14:cNvContentPartPr/>
                <p14:nvPr/>
              </p14:nvContentPartPr>
              <p14:xfrm>
                <a:off x="7295184" y="3212856"/>
                <a:ext cx="274680" cy="9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786F35-70E0-DBDC-52D1-54623C2CA0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77544" y="3194856"/>
                  <a:ext cx="310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A00F66-6C2E-7C69-B00D-87810C509805}"/>
                    </a:ext>
                  </a:extLst>
                </p14:cNvPr>
                <p14:cNvContentPartPr/>
                <p14:nvPr/>
              </p14:nvContentPartPr>
              <p14:xfrm>
                <a:off x="7231824" y="3134736"/>
                <a:ext cx="435600" cy="279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A00F66-6C2E-7C69-B00D-87810C50980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14184" y="3117096"/>
                  <a:ext cx="4712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955697-2B14-7B49-247C-0BF89890F67F}"/>
                    </a:ext>
                  </a:extLst>
                </p14:cNvPr>
                <p14:cNvContentPartPr/>
                <p14:nvPr/>
              </p14:nvContentPartPr>
              <p14:xfrm>
                <a:off x="6970104" y="3037536"/>
                <a:ext cx="296640" cy="214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955697-2B14-7B49-247C-0BF89890F6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52104" y="3019536"/>
                  <a:ext cx="332280" cy="25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110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5B5B-3BCB-5312-F501-504629D4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0B547-53BB-DC6F-8C04-154CF7589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9" y="2359152"/>
            <a:ext cx="11046695" cy="41868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E04ACE-76F8-3984-65E0-EA3ED7613562}"/>
                  </a:ext>
                </a:extLst>
              </p14:cNvPr>
              <p14:cNvContentPartPr/>
              <p14:nvPr/>
            </p14:nvContentPartPr>
            <p14:xfrm>
              <a:off x="7705584" y="2871576"/>
              <a:ext cx="345240" cy="17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E04ACE-76F8-3984-65E0-EA3ED76135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7584" y="2853936"/>
                <a:ext cx="38088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7FA938D-DE79-07C0-9313-58D195BF6B86}"/>
              </a:ext>
            </a:extLst>
          </p:cNvPr>
          <p:cNvGrpSpPr/>
          <p:nvPr/>
        </p:nvGrpSpPr>
        <p:grpSpPr>
          <a:xfrm>
            <a:off x="8356824" y="2633976"/>
            <a:ext cx="1854360" cy="355680"/>
            <a:chOff x="8356824" y="2633976"/>
            <a:chExt cx="185436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C99639-7199-7828-8306-B6DE66F21EBE}"/>
                    </a:ext>
                  </a:extLst>
                </p14:cNvPr>
                <p14:cNvContentPartPr/>
                <p14:nvPr/>
              </p14:nvContentPartPr>
              <p14:xfrm>
                <a:off x="8448984" y="2732976"/>
                <a:ext cx="14040" cy="63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C99639-7199-7828-8306-B6DE66F21E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1344" y="2714976"/>
                  <a:ext cx="49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DD3F50-28E0-DA27-E68A-7C8F10E7CF1F}"/>
                    </a:ext>
                  </a:extLst>
                </p14:cNvPr>
                <p14:cNvContentPartPr/>
                <p14:nvPr/>
              </p14:nvContentPartPr>
              <p14:xfrm>
                <a:off x="8356824" y="2633976"/>
                <a:ext cx="270720" cy="244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DD3F50-28E0-DA27-E68A-7C8F10E7CF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38824" y="2616336"/>
                  <a:ext cx="306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B7F45E-63AC-223A-93CC-5B47C2A17437}"/>
                    </a:ext>
                  </a:extLst>
                </p14:cNvPr>
                <p14:cNvContentPartPr/>
                <p14:nvPr/>
              </p14:nvContentPartPr>
              <p14:xfrm>
                <a:off x="8791704" y="2720376"/>
                <a:ext cx="237240" cy="13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B7F45E-63AC-223A-93CC-5B47C2A174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73704" y="2702736"/>
                  <a:ext cx="272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232A2C-F4E8-8E04-55BE-0F0E65A8A3CD}"/>
                    </a:ext>
                  </a:extLst>
                </p14:cNvPr>
                <p14:cNvContentPartPr/>
                <p14:nvPr/>
              </p14:nvContentPartPr>
              <p14:xfrm>
                <a:off x="9060984" y="2758176"/>
                <a:ext cx="134640" cy="7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232A2C-F4E8-8E04-55BE-0F0E65A8A3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43344" y="2740536"/>
                  <a:ext cx="170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E8DFE9E-10E9-366A-24F5-9FB7CD2849D4}"/>
                    </a:ext>
                  </a:extLst>
                </p14:cNvPr>
                <p14:cNvContentPartPr/>
                <p14:nvPr/>
              </p14:nvContentPartPr>
              <p14:xfrm>
                <a:off x="9283824" y="2660256"/>
                <a:ext cx="16308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E8DFE9E-10E9-366A-24F5-9FB7CD2849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65824" y="2642256"/>
                  <a:ext cx="198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665FB2-5E8E-A1C8-96E8-72361DEAAD72}"/>
                    </a:ext>
                  </a:extLst>
                </p14:cNvPr>
                <p14:cNvContentPartPr/>
                <p14:nvPr/>
              </p14:nvContentPartPr>
              <p14:xfrm>
                <a:off x="9311544" y="2757456"/>
                <a:ext cx="133200" cy="2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665FB2-5E8E-A1C8-96E8-72361DEAAD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93544" y="2739456"/>
                  <a:ext cx="168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5C5706-86E5-A1FD-4A65-2A73B7778279}"/>
                    </a:ext>
                  </a:extLst>
                </p14:cNvPr>
                <p14:cNvContentPartPr/>
                <p14:nvPr/>
              </p14:nvContentPartPr>
              <p14:xfrm>
                <a:off x="9604224" y="2687256"/>
                <a:ext cx="606960" cy="302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5C5706-86E5-A1FD-4A65-2A73B777827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86224" y="2669256"/>
                  <a:ext cx="64260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0CEC6B2-3714-973B-EBB5-7E40F7E28511}"/>
                  </a:ext>
                </a:extLst>
              </p14:cNvPr>
              <p14:cNvContentPartPr/>
              <p14:nvPr/>
            </p14:nvContentPartPr>
            <p14:xfrm>
              <a:off x="8703144" y="3091896"/>
              <a:ext cx="363240" cy="258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0CEC6B2-3714-973B-EBB5-7E40F7E2851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85504" y="3074256"/>
                <a:ext cx="3988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14F78C3-E99B-62C4-9C2A-D8D54BDF3619}"/>
                  </a:ext>
                </a:extLst>
              </p14:cNvPr>
              <p14:cNvContentPartPr/>
              <p14:nvPr/>
            </p14:nvContentPartPr>
            <p14:xfrm>
              <a:off x="9155304" y="3098376"/>
              <a:ext cx="326880" cy="228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14F78C3-E99B-62C4-9C2A-D8D54BDF361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37304" y="3080736"/>
                <a:ext cx="3625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163011E-24BB-6418-1CD9-5F2AE2C49557}"/>
                  </a:ext>
                </a:extLst>
              </p14:cNvPr>
              <p14:cNvContentPartPr/>
              <p14:nvPr/>
            </p14:nvContentPartPr>
            <p14:xfrm>
              <a:off x="9343944" y="3206376"/>
              <a:ext cx="165960" cy="41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163011E-24BB-6418-1CD9-5F2AE2C4955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326304" y="3188376"/>
                <a:ext cx="20160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242833A-FFFF-D5D7-1106-653722C8F1E6}"/>
              </a:ext>
            </a:extLst>
          </p:cNvPr>
          <p:cNvGrpSpPr/>
          <p:nvPr/>
        </p:nvGrpSpPr>
        <p:grpSpPr>
          <a:xfrm>
            <a:off x="9780264" y="3081096"/>
            <a:ext cx="1185840" cy="273960"/>
            <a:chOff x="9780264" y="3081096"/>
            <a:chExt cx="118584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349F6F-48E7-1745-BDD0-E047143874D9}"/>
                    </a:ext>
                  </a:extLst>
                </p14:cNvPr>
                <p14:cNvContentPartPr/>
                <p14:nvPr/>
              </p14:nvContentPartPr>
              <p14:xfrm>
                <a:off x="9780264" y="3136176"/>
                <a:ext cx="161280" cy="153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349F6F-48E7-1745-BDD0-E047143874D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62264" y="3118176"/>
                  <a:ext cx="196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5A599E-F249-4B28-FF8B-BC20FD0C4340}"/>
                    </a:ext>
                  </a:extLst>
                </p14:cNvPr>
                <p14:cNvContentPartPr/>
                <p14:nvPr/>
              </p14:nvContentPartPr>
              <p14:xfrm>
                <a:off x="10018944" y="3157416"/>
                <a:ext cx="161640" cy="19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5A599E-F249-4B28-FF8B-BC20FD0C434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01304" y="3139776"/>
                  <a:ext cx="197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70B253-723E-5521-906D-A3DBF48644BA}"/>
                    </a:ext>
                  </a:extLst>
                </p14:cNvPr>
                <p14:cNvContentPartPr/>
                <p14:nvPr/>
              </p14:nvContentPartPr>
              <p14:xfrm>
                <a:off x="10185264" y="3183696"/>
                <a:ext cx="341640" cy="11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70B253-723E-5521-906D-A3DBF48644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67264" y="3166056"/>
                  <a:ext cx="377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39C0DB-4AD6-EDDE-A756-20A3755B6D72}"/>
                    </a:ext>
                  </a:extLst>
                </p14:cNvPr>
                <p14:cNvContentPartPr/>
                <p14:nvPr/>
              </p14:nvContentPartPr>
              <p14:xfrm>
                <a:off x="10594224" y="3179736"/>
                <a:ext cx="209880" cy="96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39C0DB-4AD6-EDDE-A756-20A3755B6D7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76584" y="3161736"/>
                  <a:ext cx="245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59187E-B440-F304-4860-2BF388032E75}"/>
                    </a:ext>
                  </a:extLst>
                </p14:cNvPr>
                <p14:cNvContentPartPr/>
                <p14:nvPr/>
              </p14:nvContentPartPr>
              <p14:xfrm>
                <a:off x="10896624" y="3192696"/>
                <a:ext cx="55800" cy="77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59187E-B440-F304-4860-2BF388032E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78984" y="3175056"/>
                  <a:ext cx="91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E62ADE-7AC6-BA01-0F21-4962E68EC2AD}"/>
                    </a:ext>
                  </a:extLst>
                </p14:cNvPr>
                <p14:cNvContentPartPr/>
                <p14:nvPr/>
              </p14:nvContentPartPr>
              <p14:xfrm>
                <a:off x="10928304" y="3081096"/>
                <a:ext cx="37800" cy="1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E62ADE-7AC6-BA01-0F21-4962E68EC2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10664" y="3063096"/>
                  <a:ext cx="734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574357C-E7F5-DBC3-E34B-DD0C54CF0335}"/>
              </a:ext>
            </a:extLst>
          </p:cNvPr>
          <p:cNvGrpSpPr/>
          <p:nvPr/>
        </p:nvGrpSpPr>
        <p:grpSpPr>
          <a:xfrm>
            <a:off x="8960544" y="3541176"/>
            <a:ext cx="832680" cy="272160"/>
            <a:chOff x="8960544" y="3541176"/>
            <a:chExt cx="83268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32E3E1-0A36-202F-51E6-C821BF096174}"/>
                    </a:ext>
                  </a:extLst>
                </p14:cNvPr>
                <p14:cNvContentPartPr/>
                <p14:nvPr/>
              </p14:nvContentPartPr>
              <p14:xfrm>
                <a:off x="8960544" y="3541176"/>
                <a:ext cx="326160" cy="272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32E3E1-0A36-202F-51E6-C821BF09617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42904" y="3523176"/>
                  <a:ext cx="361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352576-6A84-EC5D-C2D3-676E6CC39A3D}"/>
                    </a:ext>
                  </a:extLst>
                </p14:cNvPr>
                <p14:cNvContentPartPr/>
                <p14:nvPr/>
              </p14:nvContentPartPr>
              <p14:xfrm>
                <a:off x="9050904" y="3692376"/>
                <a:ext cx="140760" cy="52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352576-6A84-EC5D-C2D3-676E6CC39A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33264" y="3674736"/>
                  <a:ext cx="176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9BAE7B-5DD0-3F79-CEAB-020275A64625}"/>
                    </a:ext>
                  </a:extLst>
                </p14:cNvPr>
                <p14:cNvContentPartPr/>
                <p14:nvPr/>
              </p14:nvContentPartPr>
              <p14:xfrm>
                <a:off x="9374544" y="3545496"/>
                <a:ext cx="236160" cy="197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9BAE7B-5DD0-3F79-CEAB-020275A6462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56904" y="3527856"/>
                  <a:ext cx="271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D8C1AB-3B90-9E7D-1169-1B7D98D75356}"/>
                    </a:ext>
                  </a:extLst>
                </p14:cNvPr>
                <p14:cNvContentPartPr/>
                <p14:nvPr/>
              </p14:nvContentPartPr>
              <p14:xfrm>
                <a:off x="9770184" y="3594456"/>
                <a:ext cx="23040" cy="178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D8C1AB-3B90-9E7D-1169-1B7D98D7535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52184" y="3576816"/>
                  <a:ext cx="586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1D811F-3482-6595-B754-02A86277489B}"/>
              </a:ext>
            </a:extLst>
          </p:cNvPr>
          <p:cNvGrpSpPr/>
          <p:nvPr/>
        </p:nvGrpSpPr>
        <p:grpSpPr>
          <a:xfrm>
            <a:off x="10243584" y="3531816"/>
            <a:ext cx="1044720" cy="372600"/>
            <a:chOff x="10243584" y="3531816"/>
            <a:chExt cx="104472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D0C743-2923-9BBC-A9CC-BF3BD22AAA2B}"/>
                    </a:ext>
                  </a:extLst>
                </p14:cNvPr>
                <p14:cNvContentPartPr/>
                <p14:nvPr/>
              </p14:nvContentPartPr>
              <p14:xfrm>
                <a:off x="10243584" y="3531816"/>
                <a:ext cx="249120" cy="20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D0C743-2923-9BBC-A9CC-BF3BD22AAA2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25944" y="3513816"/>
                  <a:ext cx="2847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5E142C-B31B-8003-A905-BE607DC62205}"/>
                    </a:ext>
                  </a:extLst>
                </p14:cNvPr>
                <p14:cNvContentPartPr/>
                <p14:nvPr/>
              </p14:nvContentPartPr>
              <p14:xfrm>
                <a:off x="10548504" y="3596616"/>
                <a:ext cx="519120" cy="307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5E142C-B31B-8003-A905-BE607DC6220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0864" y="3578976"/>
                  <a:ext cx="5547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9C0373-22FA-2D64-6140-FA7D672F4772}"/>
                    </a:ext>
                  </a:extLst>
                </p14:cNvPr>
                <p14:cNvContentPartPr/>
                <p14:nvPr/>
              </p14:nvContentPartPr>
              <p14:xfrm>
                <a:off x="11248344" y="3710376"/>
                <a:ext cx="39960" cy="11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9C0373-22FA-2D64-6140-FA7D672F477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30344" y="3692376"/>
                  <a:ext cx="75600" cy="4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26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C7E1-DB84-E14C-F5B9-83A86D2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09FE4-320F-90A0-2C8C-F85D988A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89" y="1316736"/>
            <a:ext cx="6311897" cy="54703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CE48A3-54FC-5193-0156-7F9A50954165}"/>
                  </a:ext>
                </a:extLst>
              </p14:cNvPr>
              <p14:cNvContentPartPr/>
              <p14:nvPr/>
            </p14:nvContentPartPr>
            <p14:xfrm>
              <a:off x="3837384" y="2995416"/>
              <a:ext cx="414720" cy="30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CE48A3-54FC-5193-0156-7F9A509541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9744" y="2977776"/>
                <a:ext cx="450360" cy="3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0857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1BF9B-8E86-90E5-ABC7-5BA356A4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10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1096</TotalTime>
  <Words>5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183</cp:revision>
  <dcterms:created xsi:type="dcterms:W3CDTF">2025-09-22T02:44:38Z</dcterms:created>
  <dcterms:modified xsi:type="dcterms:W3CDTF">2026-07-02T06:01:21Z</dcterms:modified>
</cp:coreProperties>
</file>