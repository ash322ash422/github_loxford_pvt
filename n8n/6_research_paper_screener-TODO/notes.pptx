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6" r:id="rId2"/>
    <p:sldId id="293" r:id="rId3"/>
    <p:sldId id="294" r:id="rId4"/>
    <p:sldId id="295" r:id="rId5"/>
    <p:sldId id="29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8C0D77-F77B-E7EC-B0C9-A77A56F09CD1}"/>
              </a:ext>
            </a:extLst>
          </p:cNvPr>
          <p:cNvSpPr txBox="1"/>
          <p:nvPr/>
        </p:nvSpPr>
        <p:spPr>
          <a:xfrm>
            <a:off x="68580" y="751295"/>
            <a:ext cx="12054840" cy="598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2700"/>
              </a:spcBef>
              <a:spcAft>
                <a:spcPts val="900"/>
              </a:spcAft>
              <a:buNone/>
            </a:pPr>
            <a:r>
              <a:rPr lang="en-US" sz="28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Project Title: AI-Powered Research Paper Screener &amp; Literature Review Assistant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endParaRPr lang="en-US" sz="2800" b="1" u="none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iri"/>
            </a:endParaRPr>
          </a:p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8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The Problem:</a:t>
            </a:r>
            <a:r>
              <a:rPr lang="en-US" sz="28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 Professors / Researchers spend hours reading abstract papers to see if they are relevant to their syllabus or ongoing research grants.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br>
              <a:rPr lang="en-US" sz="28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</a:br>
            <a:r>
              <a:rPr lang="en-US" sz="28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The Solution:</a:t>
            </a:r>
            <a:r>
              <a:rPr lang="en-US" sz="28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 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8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An automated pipeline where a professor fills out a simple form with a research topic. 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8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The AI agent searches for recent papers, summarizes them, evaluates their relevance to a specific engineering curriculum, and logs the structured data into Google Sheets.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A28F4-DC13-1F18-8E11-6FAD2162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FAC9B1-35B5-B78F-ED98-0BCD54C0E604}"/>
              </a:ext>
            </a:extLst>
          </p:cNvPr>
          <p:cNvSpPr txBox="1"/>
          <p:nvPr/>
        </p:nvSpPr>
        <p:spPr>
          <a:xfrm>
            <a:off x="923544" y="1011070"/>
            <a:ext cx="10981944" cy="404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Phase 1: Setup &amp; Input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Trigger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: Use the </a:t>
            </a: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n8n Form Trigger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 node.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Create three fields:</a:t>
            </a:r>
          </a:p>
          <a:p>
            <a:pPr marL="742950" marR="0" lvl="1" indent="-285750">
              <a:spcBef>
                <a:spcPts val="9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b="0" i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Research Topic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 (e.g., "Applications of Gan Networks in Civil Engineering Structural Health Monitoring")</a:t>
            </a:r>
          </a:p>
          <a:p>
            <a:pPr marL="742950" marR="0" lvl="1" indent="-285750">
              <a:spcBef>
                <a:spcPts val="9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b="0" i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Target Department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 (e.g. Computer Science, Civil Engineering, Mathematics, Electrical Engineering)</a:t>
            </a:r>
          </a:p>
          <a:p>
            <a:pPr marL="742950" marR="0" lvl="1" indent="-285750">
              <a:spcBef>
                <a:spcPts val="9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b="0" i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Depth Needed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 (Short Summary vs Deep Analysis)</a:t>
            </a:r>
          </a:p>
        </p:txBody>
      </p:sp>
    </p:spTree>
    <p:extLst>
      <p:ext uri="{BB962C8B-B14F-4D97-AF65-F5344CB8AC3E}">
        <p14:creationId xmlns:p14="http://schemas.microsoft.com/office/powerpoint/2010/main" val="929249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90EC-C237-239E-C5DA-51EE20DAB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BB1E86-C975-56D5-2B46-9B508AD28E9C}"/>
              </a:ext>
            </a:extLst>
          </p:cNvPr>
          <p:cNvSpPr txBox="1"/>
          <p:nvPr/>
        </p:nvSpPr>
        <p:spPr>
          <a:xfrm>
            <a:off x="923544" y="1011070"/>
            <a:ext cx="10981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2: The AI Core (25 Mins)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node to the workflow.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Attach an OpenAI (GPT-4o) or Anthropic node (requires an API key).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Tools (The "Agent" part)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Attach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Brave Search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SerpAPI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tool node. This allows the AI to browse the live internet for recent papers.</a:t>
            </a:r>
          </a:p>
        </p:txBody>
      </p:sp>
    </p:spTree>
    <p:extLst>
      <p:ext uri="{BB962C8B-B14F-4D97-AF65-F5344CB8AC3E}">
        <p14:creationId xmlns:p14="http://schemas.microsoft.com/office/powerpoint/2010/main" val="1828279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0B7C6-2FE2-804F-161C-8A7085B64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7F1765-541C-5CDF-2995-2C0A0E940E67}"/>
              </a:ext>
            </a:extLst>
          </p:cNvPr>
          <p:cNvSpPr txBox="1"/>
          <p:nvPr/>
        </p:nvSpPr>
        <p:spPr>
          <a:xfrm>
            <a:off x="182880" y="1011070"/>
            <a:ext cx="117226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 Prompt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an expert engineering research assistant. Search the web for the 3 most recent peer-reviewed papers on the user's topic. </a:t>
            </a:r>
          </a:p>
          <a:p>
            <a:endParaRPr lang="en-US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user has selected the format: {{ $</a:t>
            </a:r>
            <a:r>
              <a:rPr lang="en-US" sz="2400" i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json.depthNeeded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}}.</a:t>
            </a:r>
          </a:p>
          <a:p>
            <a:endParaRPr lang="en-US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STRICT OUTPUT RULES: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If the format is "Short Summary", provide exactly 3 bullet points per paper. Total words per paper MUST NOT exceed 50 words.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If the format is "Deep Analysis", provide a summary, the methodology used, and one limitation. Total words per paper MUST NOT exceed 150 words.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Be concise. Do not include conversational filler or introductory text. Go straight to the data.</a:t>
            </a:r>
          </a:p>
        </p:txBody>
      </p:sp>
    </p:spTree>
    <p:extLst>
      <p:ext uri="{BB962C8B-B14F-4D97-AF65-F5344CB8AC3E}">
        <p14:creationId xmlns:p14="http://schemas.microsoft.com/office/powerpoint/2010/main" val="2000390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17FBE-1A9E-845E-8A32-753D90811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F1338C-AC6F-2514-506F-C7FE0B8C41EC}"/>
              </a:ext>
            </a:extLst>
          </p:cNvPr>
          <p:cNvSpPr txBox="1"/>
          <p:nvPr/>
        </p:nvSpPr>
        <p:spPr>
          <a:xfrm>
            <a:off x="182880" y="1011070"/>
            <a:ext cx="1172260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3: Data Structuring &amp; Output (15 Mins)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Structured Output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Show them how to use n8n’s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Advanced Output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settings in the AI node to force the AI to return data in a clean JSON array (Paper Title, Authors, Year, Summary, Relevance Score).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Sheets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Connect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Sheets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node. Map the JSON array to append rows dynamically into a spreadsheet.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Optional Wow-Factor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Add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Gmail/WhatsApp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node at the very end to text or email the final curated list to the professor.</a:t>
            </a:r>
          </a:p>
        </p:txBody>
      </p:sp>
    </p:spTree>
    <p:extLst>
      <p:ext uri="{BB962C8B-B14F-4D97-AF65-F5344CB8AC3E}">
        <p14:creationId xmlns:p14="http://schemas.microsoft.com/office/powerpoint/2010/main" val="2634470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1316</TotalTime>
  <Words>434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Calibiri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209</cp:revision>
  <dcterms:created xsi:type="dcterms:W3CDTF">2025-09-22T02:44:38Z</dcterms:created>
  <dcterms:modified xsi:type="dcterms:W3CDTF">2026-07-03T19:06:10Z</dcterms:modified>
</cp:coreProperties>
</file>