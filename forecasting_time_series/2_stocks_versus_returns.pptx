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76" r:id="rId2"/>
    <p:sldId id="257" r:id="rId3"/>
    <p:sldId id="277" r:id="rId4"/>
    <p:sldId id="27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48A180C-B0E6-47D1-06B3-6FD466D6FD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546751"/>
              </p:ext>
            </p:extLst>
          </p:nvPr>
        </p:nvGraphicFramePr>
        <p:xfrm>
          <a:off x="246888" y="347240"/>
          <a:ext cx="11256264" cy="4317134"/>
        </p:xfrm>
        <a:graphic>
          <a:graphicData uri="http://schemas.openxmlformats.org/drawingml/2006/table">
            <a:tbl>
              <a:tblPr/>
              <a:tblGrid>
                <a:gridCol w="2615184">
                  <a:extLst>
                    <a:ext uri="{9D8B030D-6E8A-4147-A177-3AD203B41FA5}">
                      <a16:colId xmlns:a16="http://schemas.microsoft.com/office/drawing/2014/main" val="2581964407"/>
                    </a:ext>
                  </a:extLst>
                </a:gridCol>
                <a:gridCol w="4617720">
                  <a:extLst>
                    <a:ext uri="{9D8B030D-6E8A-4147-A177-3AD203B41FA5}">
                      <a16:colId xmlns:a16="http://schemas.microsoft.com/office/drawing/2014/main" val="123716093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700187730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Stock Price 📈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Stock Return 🔄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273316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What is it?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The exact dollar amount of the asset.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The percentage change in value.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962488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Example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Apple is trading at $180.00.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Apple went up +2.0% today.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7514519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Data Nature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Non-stationary (can trend upward or downward over time).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More stationary (typically fluctuates around zero).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144262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Predictability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Very hard to forecast directly.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Easier to model statistically.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433666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Typical Values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150, 180, 220, etc.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-0.03, 0.01, 0.05, etc.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940098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Used For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Tracking the market value of the stock.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Risk analysis, forecasting, and financial modeling.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93028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Preferred in Finance Models?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Yes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77191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FB2BA4E-6490-56AA-3E1A-1714A01F6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327" y="5175504"/>
            <a:ext cx="8905738" cy="86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771AB3-7BB4-FDBE-A782-A7CBD3E28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1" y="1396815"/>
            <a:ext cx="1719178" cy="450209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C531C47C-32B4-C7C3-27FF-0347BF122850}"/>
              </a:ext>
            </a:extLst>
          </p:cNvPr>
          <p:cNvSpPr/>
          <p:nvPr/>
        </p:nvSpPr>
        <p:spPr>
          <a:xfrm>
            <a:off x="1911096" y="3099815"/>
            <a:ext cx="557784" cy="4108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00D752-9760-D42E-41FF-EDF3109A9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50925"/>
            <a:ext cx="5928360" cy="43494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D30A36-B06F-0331-3196-7B690E3CB9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1396816"/>
            <a:ext cx="3794760" cy="45042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44C01C9-8C6B-021F-BB09-7629CB3F7825}"/>
              </a:ext>
            </a:extLst>
          </p:cNvPr>
          <p:cNvSpPr txBox="1"/>
          <p:nvPr/>
        </p:nvSpPr>
        <p:spPr>
          <a:xfrm>
            <a:off x="2148840" y="356616"/>
            <a:ext cx="1039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04D5DD-3541-5201-6B75-3AA148E20A19}"/>
              </a:ext>
            </a:extLst>
          </p:cNvPr>
          <p:cNvSpPr txBox="1"/>
          <p:nvPr/>
        </p:nvSpPr>
        <p:spPr>
          <a:xfrm>
            <a:off x="417576" y="1027483"/>
            <a:ext cx="722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Given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2FA15-DC6F-6AD9-22E1-908A3C9D3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029B40-5EB6-AA6C-6C60-92AFE37E9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1" y="1396815"/>
            <a:ext cx="1719178" cy="4502096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2947968A-D277-D52E-CA6F-397975BEA7AC}"/>
              </a:ext>
            </a:extLst>
          </p:cNvPr>
          <p:cNvSpPr/>
          <p:nvPr/>
        </p:nvSpPr>
        <p:spPr>
          <a:xfrm>
            <a:off x="1911096" y="3099815"/>
            <a:ext cx="557784" cy="4108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90E489-82A4-9468-D2A1-5E235DC95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396816"/>
            <a:ext cx="3794760" cy="45042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3BB78D6-9407-EE23-275D-6C6AE816255C}"/>
              </a:ext>
            </a:extLst>
          </p:cNvPr>
          <p:cNvSpPr txBox="1"/>
          <p:nvPr/>
        </p:nvSpPr>
        <p:spPr>
          <a:xfrm>
            <a:off x="2148840" y="356616"/>
            <a:ext cx="1039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6DD7D2-11AF-3F87-65E9-3B747F3FA7AC}"/>
              </a:ext>
            </a:extLst>
          </p:cNvPr>
          <p:cNvSpPr txBox="1"/>
          <p:nvPr/>
        </p:nvSpPr>
        <p:spPr>
          <a:xfrm>
            <a:off x="417576" y="1027483"/>
            <a:ext cx="722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Given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7E9DCB-FD8B-2692-7776-872BB8F58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766" y="2615184"/>
            <a:ext cx="5847288" cy="246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495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1106</TotalTime>
  <Words>124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177</cp:revision>
  <dcterms:created xsi:type="dcterms:W3CDTF">2025-09-22T02:44:38Z</dcterms:created>
  <dcterms:modified xsi:type="dcterms:W3CDTF">2026-05-16T08:38:26Z</dcterms:modified>
</cp:coreProperties>
</file>