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FF0C1-53CF-DCF0-108A-9504E5E201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287646-111A-0798-B547-35CBE44FFD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DCF1ED-DF39-AE87-2A04-EDAFC689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EDEC8-CD29-4FE1-8A3E-44C4E1C99B80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4CCE85-B329-A5BF-1021-96A2C14E4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45E19-00EF-3A34-AAE4-068E1CEAB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2CD9C-635E-4E89-BB3D-2C465E40E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431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9A00D-1B48-8E7E-54C8-B8F7944AB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E6D1C-E3F7-0FC5-88B9-C5FED4153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45899-0FFF-2DE2-3375-A0F9216B8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EDEC8-CD29-4FE1-8A3E-44C4E1C99B80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132C3A-1444-FF13-3611-C53F3239C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8D81B-9388-CF21-E3D0-1B9D7F10B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2CD9C-635E-4E89-BB3D-2C465E40E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150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AC0C8-9F44-2A67-3343-CBC79A409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4EC634-9D11-50AB-CD57-24D3498064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7BB0C-3639-DE21-43C1-C523297EB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EDEC8-CD29-4FE1-8A3E-44C4E1C99B80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E13581-28A0-E867-561A-7EF68FF3F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B60C55-2658-D8D5-6F9E-8DC56EB89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2CD9C-635E-4E89-BB3D-2C465E40E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845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38882-F4B0-6C06-1EF3-F8859CD59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AEAA7-2863-F41B-036E-5C57452045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E93E10-D1F2-9C23-F4E4-4A1BA6DF20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10BC11-AD7B-D062-8BD3-CABFB808C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EDEC8-CD29-4FE1-8A3E-44C4E1C99B80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390E49-A44F-0A81-0132-1FDCD0500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AAA5F-2B5B-B753-8323-0176FAD42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2CD9C-635E-4E89-BB3D-2C465E40E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622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460A6-2619-36D3-6192-5942DBD7F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B1A280-EFF6-4821-A48E-857A98EFC7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C9317F-DB99-A4E2-1C5C-870FA3EE1E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295437-9D3C-9FDA-5B9F-F8BC6D83E1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E154F1-C028-A312-9B35-C8876055BC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DEBBDC-29A2-7768-6EC0-046B9E666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EDEC8-CD29-4FE1-8A3E-44C4E1C99B80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C88DD0-0058-856A-AB71-7944DEF1F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AC0BB0-4903-0F14-ED69-9F5D0FF9D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2CD9C-635E-4E89-BB3D-2C465E40E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87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462BB-9D03-A5C0-6089-CDE817F49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1615DF-4D73-D3F4-A952-4BA71FA10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EDEC8-CD29-4FE1-8A3E-44C4E1C99B80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5253D1-BBF2-E4CE-562A-464DF3A37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2A00CB-07CE-4931-8D20-59588B6D5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2CD9C-635E-4E89-BB3D-2C465E40E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120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20E352-A828-3711-B19F-A5454A25B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EDEC8-CD29-4FE1-8A3E-44C4E1C99B80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A99A72-B3E2-EF97-416E-5C406BAA8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2B9DD5-858F-DABD-5580-E396573BA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2CD9C-635E-4E89-BB3D-2C465E40E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818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7301A-2F62-1596-4594-FFF61F13F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F0861-64C5-0051-E2CD-303F1444D2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EB7B78-CC83-A691-EE7F-0C3EA797F1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4F327F-6A77-0157-FF3B-522E9DA1D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EDEC8-CD29-4FE1-8A3E-44C4E1C99B80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11EA0D-D7F3-270F-0A00-3A38346D9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3A24CB-3905-6C12-9649-DB418705E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2CD9C-635E-4E89-BB3D-2C465E40E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302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9DE7D-9B0C-C0F3-B4DE-E5D79A937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F2C825-51FE-A793-91AB-DA2F6770CE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CEC923-0650-CFEA-54C4-188B1ABCE6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989BCB-D8B9-AC01-3344-DC355DF14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EDEC8-CD29-4FE1-8A3E-44C4E1C99B80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73CBC8-FA9C-5522-FB28-90E87B15B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E899AB-1C66-833C-092F-91F9BADC8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2CD9C-635E-4E89-BB3D-2C465E40E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007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3A31B-2E0C-2F4A-243D-4322210D6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6DAD98-4A1B-B964-B9DA-273EDA2797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A34E6-F0F8-6992-12B2-AE06B0115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EDEC8-CD29-4FE1-8A3E-44C4E1C99B80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A9FB5-E18B-D50B-A34B-47770ED93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75B942-F908-9A0C-1DCB-CE6AEF2A7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2CD9C-635E-4E89-BB3D-2C465E40E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503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1DB5A7-E3A6-2C9B-D392-524B12E384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B1832F-A7E7-90FD-08D9-30F5F1B587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6CE212-581C-5043-8A6E-8872C9343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EDEC8-CD29-4FE1-8A3E-44C4E1C99B80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98FE61-D0A3-C832-CE18-82AC04422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8FD93C-2371-3077-D804-E9807D1DD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2CD9C-635E-4E89-BB3D-2C465E40E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50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7E2348-4F6C-8202-7CE2-4BCD4516A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22AEF8-355D-6917-C1C3-0C8AB760C5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62DC2-7662-7927-F5C2-795C748EF3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BEDEC8-CD29-4FE1-8A3E-44C4E1C99B80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7FCAFB-5225-FA59-C65F-B4B8469224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6CBA94-82AF-1312-660C-E5BF21D3C9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52CD9C-635E-4E89-BB3D-2C465E40E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94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E37A88D-CBF2-E000-2ACC-ACF12AD36E14}"/>
              </a:ext>
            </a:extLst>
          </p:cNvPr>
          <p:cNvSpPr txBox="1"/>
          <p:nvPr/>
        </p:nvSpPr>
        <p:spPr>
          <a:xfrm>
            <a:off x="813816" y="1859340"/>
            <a:ext cx="1071676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Module 5: Advanced Analytics in Power BI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Objective:</a:t>
            </a:r>
            <a:r>
              <a:rPr lang="en-US" dirty="0"/>
              <a:t> Use Power BI’s advanced analytics features to gain deeper insights.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Topics: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Time series analysis.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Forecasting.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Clustering in Power BI.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What-if parameters.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Using AI visuals: Key Influencers, Decomposition Tree.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Hands-on:</a:t>
            </a:r>
            <a:r>
              <a:rPr lang="en-US" dirty="0"/>
              <a:t> Use the Key Influencers visual to understand drivers in a predictive dataset.</a:t>
            </a:r>
          </a:p>
        </p:txBody>
      </p:sp>
    </p:spTree>
    <p:extLst>
      <p:ext uri="{BB962C8B-B14F-4D97-AF65-F5344CB8AC3E}">
        <p14:creationId xmlns:p14="http://schemas.microsoft.com/office/powerpoint/2010/main" val="28769638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</cp:revision>
  <dcterms:created xsi:type="dcterms:W3CDTF">2025-07-12T10:42:38Z</dcterms:created>
  <dcterms:modified xsi:type="dcterms:W3CDTF">2025-07-12T10:43:16Z</dcterms:modified>
</cp:coreProperties>
</file>