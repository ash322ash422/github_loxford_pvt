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9B33-0A1A-736F-0D16-1ACEDF4D8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AC18C-2EFC-060D-E005-F140FB1FC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C2D0E-45AD-36E5-A49F-562B8DF4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B1D-53D6-654A-AE7E-850F2351E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AF251-4AEE-6C78-AF98-D3848213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1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4DDC-076C-4ED6-3440-58E15F24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060EC-DA0A-59DA-1E6E-C881AF4F4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1E9BA-E771-DE1E-B419-89683DA20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2781D-83B5-A0A8-FC76-BF828876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503B9-FB3B-B8B9-5D8D-31DCF767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07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87758-4733-B279-D33D-7E9BC12B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76FF1-44E7-605C-EC69-B39192904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4D3B4-7A87-2519-DF0F-AC3C7E9F2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7462C-F5E8-D5FA-68B9-61F015F7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5ED6C-0C51-F910-B032-2394B95E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6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00D7-CB5F-D1F5-C4B1-1D969626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E3B94-D259-A0EE-0C18-63F36129A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5C769-02F7-19FF-B11B-CC733C23D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528EC-91B9-6FDD-08D6-1008AF6C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07823-7516-5245-3536-8450F5C5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30AA7-8198-03A5-0CA2-C5DA1780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7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9135-B3CF-A154-EB17-A6459E84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7A951-0940-4E7A-E3FB-83CD03CED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B3405-6BDE-07B5-9FEF-6EE4DE4DD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43274-6E6D-FA9E-0EF0-1232318AA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1A7137-9F49-93E2-340C-379B702C6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A50A1-261C-49DC-1840-61B16E9F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164E7-4CC9-4FD4-2D1F-0089F26F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B08843-582F-8838-8A1B-D10BCF7A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1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549B-1812-FA60-F5EC-5B9036B8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C0691-FD81-6CEF-C0F1-96EC7C20A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30D28-FF01-BF51-123B-82AB5A8B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BEF42-8C8E-55F7-0F86-3D5F91FA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7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DFF91-9C00-ADBF-268A-F281B5E1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004343-FE30-F234-1E79-812E3EE2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ADE9C-2EB7-7C72-35E3-D62E40EE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73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937A-C2DE-173D-6455-28CB13E70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124B0-3E02-DC7E-DD94-D66EC7E7F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EC953-9877-E553-9D6F-E23EED333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8AF5C-0D98-B408-4D1A-AF407907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40499-0B1E-3B44-99E1-F5943592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21D64-8681-184E-FE4C-42C3D7C0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11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D45B9-D459-11EF-1C1D-27C2FCE21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160AA-4646-4ADB-3BBD-7DC7882FC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8CA1F-5273-7EB2-F1DE-86F64DC99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9E48C-C3DE-7D3E-8365-2F012A1B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D27B5-153B-6946-753F-FE112DB9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C5BC2-B248-A389-BA66-5B71F977E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2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1B975-C4DF-7C0F-E83C-87CFA8A02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4492D-A505-D7F9-4659-B1D6BE178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3E96F-66D6-29DB-5CB8-A8E1D8B40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BAEDF-8479-E399-8039-070FB4222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A8AB4-133A-5325-9920-C8DC066A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F1482-0982-B9AD-88CF-3B89537F6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C2A2E-5FF2-F29B-1D61-11BF9D49F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3BF59-D3E4-79A9-FF84-A73059FD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EAF74-BE8E-53E2-6CF6-19DE60D6F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33F02-5B67-8A9F-D351-FF2790D6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AB565-01A9-3B4D-E785-BDA34BE8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0B5CD-D210-F1F0-2A78-99123E82E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F5675-FB29-4071-D7C8-95BDC872D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7E7D2-CBC5-41BD-B65F-45BFAB8C0B1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204CD-1B91-E639-6BF3-636CA9488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EDE06-2794-A715-51E9-D58BE69AA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672B5-BA57-4F5D-9650-928D21A3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1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1C221D-4BD5-B906-55DC-C76144AD6D7C}"/>
              </a:ext>
            </a:extLst>
          </p:cNvPr>
          <p:cNvSpPr txBox="1"/>
          <p:nvPr/>
        </p:nvSpPr>
        <p:spPr>
          <a:xfrm>
            <a:off x="718457" y="1720840"/>
            <a:ext cx="99277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2: Connecting &amp; Preparing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Learn to connect, import, and clean diverse data 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Topics: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Connecting to files (Excel, CSV) &amp; databases.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Using Web data sources &amp; APIs.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Introduction to Power Query Editor.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data cleaning &amp; shaping.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Merging &amp; appending queries.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Handling missing or inconsistent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Hands-on:</a:t>
            </a:r>
            <a:r>
              <a:rPr lang="en-US" dirty="0"/>
              <a:t> Connect a sample ML dataset (e.g., Iris, Titanic) and prepare it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99218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A17DF-2442-DE75-1D92-5D8E5704C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29" y="246253"/>
            <a:ext cx="5181693" cy="417315"/>
          </a:xfrm>
        </p:spPr>
        <p:txBody>
          <a:bodyPr>
            <a:noAutofit/>
          </a:bodyPr>
          <a:lstStyle/>
          <a:p>
            <a:r>
              <a:rPr lang="en-US" sz="2000" b="1" dirty="0"/>
              <a:t>Introduction to Power Query Editor (P1): 1_csv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6693FF-67BE-5986-1681-5CFAC2389392}"/>
              </a:ext>
            </a:extLst>
          </p:cNvPr>
          <p:cNvSpPr txBox="1"/>
          <p:nvPr/>
        </p:nvSpPr>
        <p:spPr>
          <a:xfrm>
            <a:off x="221742" y="1041412"/>
            <a:ext cx="530123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 What is Power Query Editor?</a:t>
            </a:r>
          </a:p>
          <a:p>
            <a:pPr>
              <a:buNone/>
            </a:pPr>
            <a:r>
              <a:rPr lang="en-US" sz="1400" dirty="0"/>
              <a:t>Power Query Editor is where you </a:t>
            </a:r>
            <a:r>
              <a:rPr lang="en-US" sz="1400" b="1" dirty="0"/>
              <a:t>connect, transform, and prepare</a:t>
            </a:r>
            <a:r>
              <a:rPr lang="en-US" sz="1400" dirty="0"/>
              <a:t> your data </a:t>
            </a:r>
            <a:r>
              <a:rPr lang="en-US" sz="1400" b="1" dirty="0"/>
              <a:t>before</a:t>
            </a:r>
            <a:r>
              <a:rPr lang="en-US" sz="1400" dirty="0"/>
              <a:t> it goes into your Power BI model.</a:t>
            </a:r>
            <a:br>
              <a:rPr lang="en-US" sz="1400" dirty="0"/>
            </a:br>
            <a:r>
              <a:rPr lang="en-US" sz="1400" dirty="0"/>
              <a:t>It lets you </a:t>
            </a:r>
            <a:r>
              <a:rPr lang="en-US" sz="1400" b="1" dirty="0"/>
              <a:t>remove errors, filter rows, merge tables, create new columns</a:t>
            </a:r>
            <a:r>
              <a:rPr lang="en-US" sz="1400" dirty="0"/>
              <a:t>, and more — </a:t>
            </a:r>
            <a:r>
              <a:rPr lang="en-US" sz="1400" b="1" dirty="0"/>
              <a:t>without changing the source files</a:t>
            </a:r>
            <a:r>
              <a:rPr lang="en-US" sz="1400" dirty="0"/>
              <a:t>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482DD11-7BD8-63F4-2A62-522C2B7E2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13" y="2544027"/>
            <a:ext cx="5431536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1: Load the Titanic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BI Desktop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Click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Home ➜ Get Data ➜ Text/CSV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Browse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titanic_vol1.csv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click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preview window, click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Transform Data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instead of Load — this opens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Query Editor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F13E2-E43A-1F6E-161A-5642FF22B658}"/>
              </a:ext>
            </a:extLst>
          </p:cNvPr>
          <p:cNvSpPr txBox="1"/>
          <p:nvPr/>
        </p:nvSpPr>
        <p:spPr>
          <a:xfrm>
            <a:off x="331470" y="4244813"/>
            <a:ext cx="485317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Step 2: Explore the Power Query Editor</a:t>
            </a:r>
          </a:p>
          <a:p>
            <a:pPr>
              <a:buNone/>
            </a:pPr>
            <a:r>
              <a:rPr lang="en-US" sz="1400" dirty="0"/>
              <a:t>Power Query Editor opens in a separate window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Left pane:</a:t>
            </a:r>
            <a:r>
              <a:rPr lang="en-US" sz="1400" dirty="0"/>
              <a:t> Queries (your loaded tables)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Center pane:</a:t>
            </a:r>
            <a:r>
              <a:rPr lang="en-US" sz="1400" dirty="0"/>
              <a:t> Data preview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Right pane:</a:t>
            </a:r>
            <a:r>
              <a:rPr lang="en-US" sz="1400" dirty="0"/>
              <a:t> </a:t>
            </a:r>
            <a:r>
              <a:rPr lang="en-US" sz="1400" b="1" dirty="0"/>
              <a:t>Applied Steps</a:t>
            </a:r>
            <a:r>
              <a:rPr lang="en-US" sz="1400" dirty="0"/>
              <a:t> — records each change you make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3BDA82-991F-355D-89B0-963DCEA9E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42" y="169324"/>
            <a:ext cx="572263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3: Basic Data Cleaning &amp; Shaping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Common steps with Titanic data: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Rename Columns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Double-click any column header to rename.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E.g., Rename Survived to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IsSurvived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 Columns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Right-click a column ➜ Remove.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E.g., Remove Cabin because it has too many missing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Filter Rows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Click the dropdown on Age ➜ </a:t>
            </a:r>
            <a:r>
              <a:rPr lang="en-US" altLang="en-US" sz="1400" dirty="0"/>
              <a:t>With filter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you can see how many null value are there. Remove nulls or filter to specific ranges.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Replace Values: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First find empty/blank cells using filter.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Right-click a cell ➜ Replace Values.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E.g., Replace empty strings in Embarked with Unknown.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Change Data Types: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Click the icon in the column header (ABC, 123, etc.) to set correct types.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E.g.,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IsSurvived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 True/False, Age ➜ Decimal Number, PassengerId ➜ Whole Number.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Fill Missing Values (NOT USED in titanic.csv)</a:t>
            </a:r>
            <a:r>
              <a:rPr lang="en-US" altLang="en-US" sz="1400" dirty="0"/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Select column ➜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Transform ➜ Fill ➜ Down/Up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appropriate.(Only works for numeric columns)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43C273-E3C9-9C6E-DD8F-D8CC4EB9BC93}"/>
              </a:ext>
            </a:extLst>
          </p:cNvPr>
          <p:cNvCxnSpPr>
            <a:cxnSpLocks/>
          </p:cNvCxnSpPr>
          <p:nvPr/>
        </p:nvCxnSpPr>
        <p:spPr>
          <a:xfrm>
            <a:off x="5759777" y="1008668"/>
            <a:ext cx="12383" cy="56030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AAFE736-9E5B-3FE8-23D4-639758FAFA6D}"/>
              </a:ext>
            </a:extLst>
          </p:cNvPr>
          <p:cNvSpPr txBox="1"/>
          <p:nvPr/>
        </p:nvSpPr>
        <p:spPr>
          <a:xfrm>
            <a:off x="6434828" y="5782632"/>
            <a:ext cx="40605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Step 4: Apply Changes</a:t>
            </a:r>
          </a:p>
          <a:p>
            <a:pPr>
              <a:buNone/>
            </a:pPr>
            <a:r>
              <a:rPr lang="en-US" sz="1400" dirty="0"/>
              <a:t>Once done: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Click </a:t>
            </a:r>
            <a:r>
              <a:rPr lang="en-US" sz="1400" b="1" dirty="0"/>
              <a:t>Close &amp; Apply</a:t>
            </a:r>
            <a:r>
              <a:rPr lang="en-US" sz="1400" dirty="0"/>
              <a:t> in the top-left.</a:t>
            </a:r>
          </a:p>
          <a:p>
            <a:pPr>
              <a:buFont typeface="+mj-lt"/>
              <a:buAutoNum type="arabicPeriod"/>
            </a:pPr>
            <a:r>
              <a:rPr lang="en-US" sz="1400" dirty="0"/>
              <a:t>Data loads into Power BI for reports and visuals.</a:t>
            </a:r>
          </a:p>
        </p:txBody>
      </p:sp>
    </p:spTree>
    <p:extLst>
      <p:ext uri="{BB962C8B-B14F-4D97-AF65-F5344CB8AC3E}">
        <p14:creationId xmlns:p14="http://schemas.microsoft.com/office/powerpoint/2010/main" val="656163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9C62E-6A2D-A47F-D594-6F5376B4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C3FD614-D63F-43A8-9994-2D84E681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21" y="246253"/>
            <a:ext cx="5504688" cy="369333"/>
          </a:xfrm>
        </p:spPr>
        <p:txBody>
          <a:bodyPr>
            <a:noAutofit/>
          </a:bodyPr>
          <a:lstStyle/>
          <a:p>
            <a:r>
              <a:rPr lang="en-US" sz="2000" b="1" dirty="0"/>
              <a:t>Introduction to Power Query Editor: combine_2_CSV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5F2DF2-2611-A76E-5942-93BE8AD35A20}"/>
              </a:ext>
            </a:extLst>
          </p:cNvPr>
          <p:cNvSpPr txBox="1"/>
          <p:nvPr/>
        </p:nvSpPr>
        <p:spPr>
          <a:xfrm>
            <a:off x="233522" y="3307689"/>
            <a:ext cx="60944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Step 2: Merging &amp; Appending Queries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Home ➜ combine group (RHS)-&gt;Append Queries</a:t>
            </a:r>
            <a:r>
              <a:rPr lang="en-US" sz="1400" dirty="0"/>
              <a:t> to stack similar tables. I selected </a:t>
            </a:r>
            <a:r>
              <a:rPr lang="en-US" sz="1400" b="1" dirty="0"/>
              <a:t>append queries as new -&gt; rename the query to </a:t>
            </a:r>
            <a:r>
              <a:rPr lang="en-US" sz="1400" b="1" dirty="0" err="1"/>
              <a:t>titanic_final</a:t>
            </a: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(NOT DONE HERE) Home ➜ Merge Queries</a:t>
            </a:r>
            <a:r>
              <a:rPr lang="en-US" sz="1400" dirty="0"/>
              <a:t> to join tables.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BA99F2-7358-3162-A995-7173D64C3F9E}"/>
              </a:ext>
            </a:extLst>
          </p:cNvPr>
          <p:cNvSpPr txBox="1"/>
          <p:nvPr/>
        </p:nvSpPr>
        <p:spPr>
          <a:xfrm>
            <a:off x="151636" y="873453"/>
            <a:ext cx="5703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I show how to get data from 2 files and append them.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C742DD7E-59A1-3507-A44E-645ECBE49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13" y="1358128"/>
            <a:ext cx="543153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1: Load the Titanic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BI Desktop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Click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Home ➜ Get Data ➜ Text/CSV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Browse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titanic_vol1.csv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click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preview window, click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Transform Data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instead of Load — this opens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Query Editor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sz="1400" dirty="0"/>
              <a:t>Now inside PQ Editor, New Source -&gt; Text/CSV -&gt; grab </a:t>
            </a:r>
            <a:r>
              <a:rPr lang="en-US" altLang="en-US" sz="1400" b="1" dirty="0"/>
              <a:t>titanic_vol2.csv</a:t>
            </a:r>
            <a:r>
              <a:rPr lang="en-US" altLang="en-US" sz="1400" dirty="0"/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6C4D6D-7355-9F95-680D-841A46DF144C}"/>
              </a:ext>
            </a:extLst>
          </p:cNvPr>
          <p:cNvSpPr txBox="1"/>
          <p:nvPr/>
        </p:nvSpPr>
        <p:spPr>
          <a:xfrm>
            <a:off x="249442" y="4947697"/>
            <a:ext cx="36538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Step 3: Apply previous steps (1 to 4)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05450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622</Words>
  <Application>Microsoft Office PowerPoint</Application>
  <PresentationFormat>Widescreen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Introduction to Power Query Editor (P1): 1_csv</vt:lpstr>
      <vt:lpstr>Introduction to Power Query Editor: combine_2_CSV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</dc:creator>
  <cp:lastModifiedBy>Ashwani Kumar</cp:lastModifiedBy>
  <cp:revision>21</cp:revision>
  <dcterms:created xsi:type="dcterms:W3CDTF">2025-07-12T10:35:00Z</dcterms:created>
  <dcterms:modified xsi:type="dcterms:W3CDTF">2025-07-18T09:42:20Z</dcterms:modified>
</cp:coreProperties>
</file>