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A3BC4-118E-A69C-09F1-D020E17371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3DA04C-C498-E649-F2D2-6C6B93CB90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24437-38B7-51F5-3298-D7A8CAFC9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A9A7E-D0D0-4FA6-A243-8D3303915DD3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2B235-35B7-71C8-4848-0AC90AE59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CAD37-3F23-D878-3EC8-1387C8D96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EF409-9DA1-470D-AAB1-8AB8780B5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649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CD0A4-6D77-CE4A-DB16-F8D556530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A7159-D5E2-D986-8B4B-3C6915687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99D9F-4E84-26B4-6C89-5D60159FF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A9A7E-D0D0-4FA6-A243-8D3303915DD3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5808F-1340-F9FE-A834-BCFFC6AFB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E6BC7-81DE-EF30-ECEE-4C39549A5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EF409-9DA1-470D-AAB1-8AB8780B5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588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20DB0-FE2F-FABA-8B01-7E32F7745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29041A-034E-568A-9611-110D1B5A7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7C67B-9159-EEB7-7A96-A0868148B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A9A7E-D0D0-4FA6-A243-8D3303915DD3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BDAF61-3865-9889-CB71-835048155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AEC82-6936-25E6-33E1-FF343382A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EF409-9DA1-470D-AAB1-8AB8780B5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075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8759D-9F8A-9BAD-C490-A5166FD12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B089D-C201-CCF6-79F1-7F0450D8C7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880E89-B65C-4FDF-CC22-9C486062D0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6DC97B-D482-D4E5-D025-807D69F76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A9A7E-D0D0-4FA6-A243-8D3303915DD3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EAD4C9-6079-6BFB-43EA-98F856F54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35EAD6-BAE1-7759-1003-8E0DE56B9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EF409-9DA1-470D-AAB1-8AB8780B5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6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113C8-9B61-5033-EB8E-8AA5EE595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5B7917-384C-A3A8-FFF3-29476A1E00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9394D8-CEAB-6DA9-6BF0-6CD6D2E26F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149608-5634-BCA9-4992-4B7ADE2E13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F218FA-DF90-2F9F-FB35-8F435A506E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BE26CE-D49C-DA7F-0C40-B698F74B4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A9A7E-D0D0-4FA6-A243-8D3303915DD3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E1E722-5A87-633A-5BD3-5CD6AA270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145C4A-DD0A-868E-FFEE-87B70E335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EF409-9DA1-470D-AAB1-8AB8780B5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191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DE6C4-9948-4158-2EDC-B3D4B13E8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2ACC23-E1A7-0948-261E-721F2E6A6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A9A7E-D0D0-4FA6-A243-8D3303915DD3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E93D3A-B7FC-37EE-302E-2A8B9AC85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771DB8-F528-F630-9A45-35AD83544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EF409-9DA1-470D-AAB1-8AB8780B5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816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D7EA05-38EE-7313-47B7-A26ED1442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A9A7E-D0D0-4FA6-A243-8D3303915DD3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2728CB-280A-8F0C-814B-96BEBAAEB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0D5F50-F2B0-A752-7B17-D28329673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EF409-9DA1-470D-AAB1-8AB8780B5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890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4E74E-25B0-ECA3-8229-985995C9A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4F09E3-566B-8C44-8355-483C15ADFB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02AF29-844B-F188-E34F-7E23FF3AA1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37B51F-E015-27CE-3977-54BA38912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A9A7E-D0D0-4FA6-A243-8D3303915DD3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A6F512-EC86-FA32-1A35-86530E7ED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78EF20-2BC5-371B-8AA7-4137EE592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EF409-9DA1-470D-AAB1-8AB8780B5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130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89412-4F13-D7B7-A87C-87842F549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C49C07-28C7-7DEC-34A3-EA977906BB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496F1C-499D-E97B-2786-8C5773906D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D6A9AC-94A6-9DB3-FDA1-6638B3826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A9A7E-D0D0-4FA6-A243-8D3303915DD3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ADA76A-8351-0578-D38B-9DC06C458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A486C4-2B3D-247C-2197-2238C8D15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EF409-9DA1-470D-AAB1-8AB8780B5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523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D92C5-A3F2-61C6-7C4D-2DC7AD889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FDCAD-8B79-0E7E-3C80-7F61CB3B0D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ED5D6-B3BB-7DB5-E6AC-8F542586B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A9A7E-D0D0-4FA6-A243-8D3303915DD3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60A8B-C5D6-C00F-1D13-F462D1B93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D3FA86-7AC8-4AEB-C89A-BF75F5F18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EF409-9DA1-470D-AAB1-8AB8780B5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269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9433C9-A32E-B55F-022C-8E1370813F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DF5B8B-B09F-AE94-8E2B-BECD2FFCA4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DDF5D5-8FE7-3DE1-AEE3-26F23B390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A9A7E-D0D0-4FA6-A243-8D3303915DD3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F0AADE-CB30-CDE2-C92E-7F6F9C4D7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F2004F-5680-74F8-F787-973D57476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EF409-9DA1-470D-AAB1-8AB8780B5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624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E8BA47-66E1-26A7-7F4D-20A569D48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652FAC-3DAC-6394-0DE7-3DAD51D304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5D9F2-4EE7-2A67-4CDD-DA9EFFEBC0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A9A7E-D0D0-4FA6-A243-8D3303915DD3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673579-CFB3-77F4-2F76-B983BE78A2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54CE9-8995-96FF-BB4E-5F37D2FA82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6EF409-9DA1-470D-AAB1-8AB8780B5C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185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52029E0-441A-B260-9101-6795BE21C7F5}"/>
              </a:ext>
            </a:extLst>
          </p:cNvPr>
          <p:cNvSpPr txBox="1"/>
          <p:nvPr/>
        </p:nvSpPr>
        <p:spPr>
          <a:xfrm>
            <a:off x="634482" y="853093"/>
            <a:ext cx="1045961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Module 4: Visualizing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Objective:</a:t>
            </a:r>
            <a:r>
              <a:rPr lang="en-US" dirty="0"/>
              <a:t> Create compelling visuals to communicate patterns and insights.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Topics: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Types of visuals in Power BI (charts, tables, cards, maps).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Choosing the right chart for the right data.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Building interactive dashboards.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Using slicers and filters.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Best practices for visual storytelling.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Hands-on:</a:t>
            </a:r>
            <a:r>
              <a:rPr lang="en-US" dirty="0"/>
              <a:t> Build a dashboard to explore a real-world dataset (e.g., COVID-19, sales data).</a:t>
            </a:r>
          </a:p>
        </p:txBody>
      </p:sp>
    </p:spTree>
    <p:extLst>
      <p:ext uri="{BB962C8B-B14F-4D97-AF65-F5344CB8AC3E}">
        <p14:creationId xmlns:p14="http://schemas.microsoft.com/office/powerpoint/2010/main" val="2140486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77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</cp:revision>
  <dcterms:created xsi:type="dcterms:W3CDTF">2025-07-12T10:40:47Z</dcterms:created>
  <dcterms:modified xsi:type="dcterms:W3CDTF">2025-07-12T10:41:49Z</dcterms:modified>
</cp:coreProperties>
</file>