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08B6-8D28-3556-9558-1236BD119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AAA31-AD17-673E-37B0-8765A7AF3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9086D-2358-A454-ABA9-F23FFAF7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A331-A1C5-8569-A59E-6EF7282F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8E23F-F63E-51B1-9BF6-47574DE9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2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145A-7133-618D-E84D-F21F3AD0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8EA8-1DBC-4CCA-B733-64D7C04FF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097C0-865C-1E74-B1DD-AA2EECFC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7385-85FA-FC36-5D38-5723D9A3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9A821-8B94-D8E7-A264-D3087DB1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2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EA9A-4366-6807-849B-96216982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51C41-CC1F-9FC6-8A01-D5C5A44D3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45989-0009-49A4-81C6-A7A49D2B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FE775-2665-EA20-329B-3E1FCFC2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46CD1-59FC-AE9B-8951-8D6896F7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7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BCC4-EDC4-31E3-316E-A62E3482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C7E68-DEF4-C5C8-99D1-A84F188CB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40E7A-2F04-71D2-216F-DB045D82D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CB669-A65A-6308-A4BA-6FD5B9D9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0541E-237B-2A12-77A2-7928CEE7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4AF9A-CE3E-C403-2C52-F0ADB7A1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1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95DA-ECBF-772C-DAA3-0AE545F5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8CB4F-091B-2431-C3CF-5A52E312A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4EFB3-0810-A045-49EB-0FB6C3079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1A528-3CAF-8E46-B111-CE3FCA2C6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A1405-4FAB-BFB7-2A04-DF0539934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2D446-FB21-7C61-2D97-15CE1D5A1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951ED-736E-1501-7A6E-64DD71BD3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68AF9-C4FF-205B-75F5-4E44663F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1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53C5-4084-0381-F4C6-B1DF89F8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6B52E-0AEF-1166-7AFC-458A043E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4C2C5-4575-FEEB-F36E-578A52B5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761EE-8F1A-D7D9-87D0-A9529A78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4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CACB3-0E7B-0F3D-B4C5-9116DCEF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3CD57-7133-FF8B-5B86-8D9D7D79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2CF5A-89BB-C1CB-CAC4-FCA332E5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F216-493B-7D69-71A8-AE999412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BD4E5-BF65-1D6F-F844-02BDFB796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BD0E8-1FAD-CAA8-62A1-773EC83F6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3B2F7-9847-55C7-6971-CAAB4DD8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8867B-CC70-58D3-B1DB-BC7BAC98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906A2-FE47-B46E-A041-4B9192ED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6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DA48-868F-0B87-D380-1AD331B9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1D939-0D03-6CF6-8925-71094A0F1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9BAD7-02D3-9964-7400-164ADA2E3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784B4-5ACE-54B3-7E50-CE7058C0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D56AF-DB7E-EF84-69C1-6C5E49A9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E57F3-CDA1-4361-8486-91512B43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8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96A5-3534-9FC0-2C31-3FA76947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DE281-9401-BBD5-1A43-9FEE12C13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E91AE-2324-CED9-E1BA-2A89779A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5122F-836F-71C9-E8DC-CF7BFCA1C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3126F-8D44-A321-80CF-A0EA677C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0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F307E-35FB-AEE4-12AB-C7F41C8DD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7E3CD-B2D6-6ECB-EB54-56852E83E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A232-A4C7-EC07-B745-68368C3F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826E0-BDD9-3F4D-7828-49026C04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563E3-E09C-3C83-E9B8-D1B60F15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DC185-6E4E-0EFE-D6AC-5707CEF6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AFE48-76C8-C703-A4AE-684D9DC67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0542E-865B-0507-6428-542D14F96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42EFC-7BB1-428A-89D6-F030A86854CE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6E802-EFDC-158B-E576-0B280EFC6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147FC-DD78-852B-5FAE-96ED92B53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BE0C4-FEC8-4758-B85D-AB7515F24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5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B34084-998A-36DA-AEC6-5D15306C1D4B}"/>
              </a:ext>
            </a:extLst>
          </p:cNvPr>
          <p:cNvSpPr txBox="1"/>
          <p:nvPr/>
        </p:nvSpPr>
        <p:spPr>
          <a:xfrm>
            <a:off x="484632" y="1859340"/>
            <a:ext cx="115122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6: Integrating Power BI with AI &amp; 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Bridge Power BI with Python, R &amp; Machine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Running Python/R scripts in Power BI.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Python/R visuals.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Importing ML model outputs.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Azure ML with Power BI.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Case study: Display predictions in Power BI.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Hands-on:</a:t>
            </a:r>
            <a:r>
              <a:rPr lang="en-US" dirty="0"/>
              <a:t> Load a simple model’s predictions (e.g., churn prediction) and visualize them.</a:t>
            </a:r>
          </a:p>
        </p:txBody>
      </p:sp>
    </p:spTree>
    <p:extLst>
      <p:ext uri="{BB962C8B-B14F-4D97-AF65-F5344CB8AC3E}">
        <p14:creationId xmlns:p14="http://schemas.microsoft.com/office/powerpoint/2010/main" val="1414881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</cp:revision>
  <dcterms:created xsi:type="dcterms:W3CDTF">2025-07-12T10:44:38Z</dcterms:created>
  <dcterms:modified xsi:type="dcterms:W3CDTF">2025-07-12T10:44:54Z</dcterms:modified>
</cp:coreProperties>
</file>