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BE605-8B68-A74E-81DA-53D8891A7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26959C-7D4C-D2C9-9A79-7AD11D3DB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AB383-F4F2-D89A-2219-A77D262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44B04-3B90-97B0-A1C6-18CBFCFD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4C1B4-AD06-BF5A-8609-178ADA81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0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E77B-9550-AE68-BA02-7BB69230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28B68-DADF-399D-B809-D1B58AF05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9A6FD-19ED-AA89-D32C-D80DA9B8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F0AF7-3E65-82EB-FEB9-56A77E41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C0799-B944-B9A6-EFBE-416FC373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6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F01B-4FA8-352A-A59E-C62294209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EA025-3491-90FC-1199-7D67C5E1D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1D5DE-5AF0-7B51-41EF-22E99623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52663-4609-47C2-93AF-285C4041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BA67D-6596-AF5C-FEE1-58B9E7C86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8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7A44F-FF85-24CB-7743-22D742D8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F8FDC-6E82-EDB0-EBD7-E53A834A4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33508-3E5F-0539-F351-1C9B637E2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DBB48-B985-68D8-4622-2521DB9BC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608CF-6056-199F-FB9D-357324AB4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987B0-7425-D1C5-28E2-008BA8AD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9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FC0C-5C03-3977-70F0-8D0AFBECD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56898-1004-97F2-D064-B365194FF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61609-09A3-3A9D-C75C-A37E42FBE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6E0CD-5421-05E6-42C9-BD555FEC9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8B201-3E29-CF5D-2E41-533E8A971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BC098-B954-C9D1-34BA-7084F88AB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461C62-FC5D-43E8-717B-651F2A49D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0452D-98B3-8635-ED50-FF4FA1F2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939D9-DB58-9C22-3823-6709585F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F3F1F-B49B-C1E5-7BDB-DF913CBF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BB942-2219-E9EE-8E4E-709595A89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24DC0-1DD0-314C-F058-C85BBDFE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2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66164-9AF0-3EDE-16E6-7A9D00CA2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51D02B-5A47-145C-8E9D-903CF19C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67795-DA30-7512-F120-43701C05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0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4253-33B1-C628-45AB-2207FF51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F9482-EADF-B244-7305-8A8C0363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07A74-8FD2-BA61-E390-162B914DE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1DADA-F88D-1657-2684-5F548B4C7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6B62D-A7ED-67BD-E338-0CC8FCC9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D38BB-243A-C35F-DC6D-D53D795B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2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D7448-4273-091A-A8D3-5770FC5A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599399-BE2D-EA0C-5452-6D4DA3D85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C5320-FF46-AC09-FD3F-E4947A1B5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296A5-7CEB-282F-9A12-0015E871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C88A7-7BF5-04BD-7720-4F9C5C412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AF25C-6E10-74F1-76DA-E0D79170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C5CE-C9E4-B9F9-1753-2E74C77D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66C56-D0A1-4BCA-F521-B00C828E4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78743-91D6-F6D8-DD8E-8FD8192D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DDEA6-A6DC-C1DC-1EBD-02EC5AD4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ACF6A-B142-441C-2653-5C18727E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5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458CBF-8513-E829-78C9-8988E83F4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4103F-8E02-81C3-D32D-4DCFFD73D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EF4C2-A5C2-BEBA-FCDD-5578CDF6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D9AFB-0B88-37B7-EBB9-7D788DD9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6E70C-21EC-BBD9-057D-C2056A99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965F6-9BC2-F050-7133-90B5DC3D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99FFE-6519-202B-D5DE-E9555DA5E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CE439-C3A1-46E3-636B-E4713A127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E5784-CF65-43F5-9D13-3053F68D7CE2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3E58B-5C03-4E70-CD59-EFC6716C2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0F74F-13D2-64E3-C085-C804D87ED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B8915-B230-4DFC-AAEC-4B2AD5112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60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3F9E95-A7B2-AC6D-B958-B3CF6164C1BD}"/>
              </a:ext>
            </a:extLst>
          </p:cNvPr>
          <p:cNvSpPr txBox="1"/>
          <p:nvPr/>
        </p:nvSpPr>
        <p:spPr>
          <a:xfrm>
            <a:off x="391886" y="599706"/>
            <a:ext cx="107861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3: Data Modeling &amp;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Build efficient data models to support insightful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Topics: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Understanding tables, relationships &amp; keys.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Star schema vs snowflake schema.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Creating relationships in Power BI.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Introduction to DAX basics.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Calculated columns vs measures.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Hands-on:</a:t>
            </a:r>
            <a:r>
              <a:rPr lang="en-US" dirty="0"/>
              <a:t> Model a small dataset for prediction insights (e.g., house prices).</a:t>
            </a:r>
          </a:p>
        </p:txBody>
      </p:sp>
    </p:spTree>
    <p:extLst>
      <p:ext uri="{BB962C8B-B14F-4D97-AF65-F5344CB8AC3E}">
        <p14:creationId xmlns:p14="http://schemas.microsoft.com/office/powerpoint/2010/main" val="3063175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</dc:creator>
  <cp:lastModifiedBy>hi</cp:lastModifiedBy>
  <cp:revision>1</cp:revision>
  <dcterms:created xsi:type="dcterms:W3CDTF">2025-07-12T10:36:40Z</dcterms:created>
  <dcterms:modified xsi:type="dcterms:W3CDTF">2025-07-12T10:37:04Z</dcterms:modified>
</cp:coreProperties>
</file>