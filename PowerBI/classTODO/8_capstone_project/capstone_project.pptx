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9F1C-98D3-91FB-3E0E-025AF73CA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E2ADF-1D21-63F8-D0C0-F7C515651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E6B33-30B2-1116-744C-849499FA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84A3-34F8-C48E-63A2-58D37FB2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87AE4-F380-AA11-6C27-04F85CBC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1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F792-0E41-4DD8-0A0A-130ED131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59F4-CF74-0507-1F84-00D657F1E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248DA-2748-D14A-17B6-0F4B3ED3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3F59-4558-32AE-B679-AB9288BD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47C8F-09F4-C57C-76B6-42814055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9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455A-A9C6-9E6E-E9CB-4C7E0D1A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60B7B-D391-B639-7577-C5EA8FB8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97E41-FB1D-8C25-D5BE-CB9DCCA3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68A18-4D2F-0FE6-3B95-CA8D3B7B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0AFAC-EA52-AD33-2C9B-48B8B60E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1356-8BC6-C43A-A43D-3F339DB2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6379-2403-6FFF-0D0E-C50DF2C7C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5BAD1-9CFF-7BE1-A591-50D5B187C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28D00-4226-0D0F-CE80-C7692B7B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0530D-F38E-37E1-AAE5-285031F6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9AA3F-1A7B-0A8F-8528-8BB000A0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3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14EB-674A-6904-467D-0284D1FD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83D75-423F-E7E3-02A5-66F1C3E23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5D325-8FD8-C238-AE1F-883D5A6F2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27589-0ACF-46FD-C0EA-E021C5DF0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6F2A9-BD9C-A347-B62F-9F5D3B1D2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9B832-3E94-7AFA-B0B1-8A66F460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74183E-A8AA-10BD-E06B-87ED3544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9CF07-40CE-4DC5-7DED-F1D31BB5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4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E195-7873-110C-B0B9-FA55C4FEA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17FCE-DE56-0D7D-C89D-C9B3F474C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34E00-60D4-FFBF-DD09-878B6FB7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F7648-56AA-53AA-9C84-96B4C355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5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45060E-4E3F-9E5A-EB60-65D0EB3B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91495-BE3F-E1EF-EE03-67F5E2D4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8F080-7A0D-7AAE-3B73-F0138794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3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70E1-DC9F-7855-54F9-393157D4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D4EEB-EA2B-1074-5DFB-BFDB5C57C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CE55E-7B3C-0D0D-E066-8AEB1366E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F36B0-DC3A-AC6C-76F2-AEA401CF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345F9-4B78-A081-D662-53F3AD00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A5733-D8EA-0EF5-880E-D4204E01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5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D5C7-E36F-6FC5-654B-6F4FE674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642E7-DE38-B221-01D3-44F1F8102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6BA1B-34F0-B050-573C-194F5846A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25848-9E3F-A98C-23C3-27D66ABF7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3C6D6-705F-312E-019D-A3C178DF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9F65F-CB61-AA8C-E61A-42A4133B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4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FA72-4B49-06D0-21A1-F081C9CB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399D0-0463-5DDC-66B8-586C541E7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AC11E-9828-8F5C-CEAB-AD44B785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2E017-62BB-4AB5-65CD-1E78EC24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8B436-A185-A65C-CFFB-4999E92F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7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28106-1108-4588-C4AC-28FA375AA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49F20-8712-7222-0A38-CE56D43AF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6A0C-378C-EAE9-41F6-0E837A98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D8C88-640A-9449-EF2B-60D9EB28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4486D-2A89-78AD-4A7A-AC506E65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1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7260D-B91D-6FCC-C005-1F8AECF8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DFAE5-25A5-BF8D-6780-2415866E1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74FA-7A44-F7FC-C63A-1D58AF3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59D18-3407-4E3F-A145-3C78748B605C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75687-A04E-F8A8-886A-6F3CD1925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79A0C-B44C-B186-84F1-45872F6C1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33521-1408-46AE-B055-26345C913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3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6F271-7052-C301-432E-2CBF2DEED044}"/>
              </a:ext>
            </a:extLst>
          </p:cNvPr>
          <p:cNvSpPr txBox="1"/>
          <p:nvPr/>
        </p:nvSpPr>
        <p:spPr>
          <a:xfrm>
            <a:off x="1133856" y="1997839"/>
            <a:ext cx="87965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8: Capstone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Apply everything learned to solve a relevant problem.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Task: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Pick an open dataset related to an AI/ML use case.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Clean and model the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 exploratory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 compelling interactive dashboard.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 ML predictions if possible.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Publish and present the report.</a:t>
            </a:r>
          </a:p>
        </p:txBody>
      </p:sp>
    </p:spTree>
    <p:extLst>
      <p:ext uri="{BB962C8B-B14F-4D97-AF65-F5344CB8AC3E}">
        <p14:creationId xmlns:p14="http://schemas.microsoft.com/office/powerpoint/2010/main" val="44611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</cp:revision>
  <dcterms:created xsi:type="dcterms:W3CDTF">2025-07-12T10:46:49Z</dcterms:created>
  <dcterms:modified xsi:type="dcterms:W3CDTF">2025-07-12T10:47:02Z</dcterms:modified>
</cp:coreProperties>
</file>