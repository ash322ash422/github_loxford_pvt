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7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73A3D5-5F85-43A1-C9E8-00BDD9DEAD5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E4DCB26-D3E3-5146-8829-515DBC13759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859E1C-1143-733E-9011-03474F528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6B77F0-FB0F-48B2-81F2-B52CF6C0FCFE}" type="datetimeFigureOut">
              <a:rPr lang="en-US" smtClean="0"/>
              <a:t>7/12/2025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8634DF-6765-7EBC-4FBF-69E6479C5E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0EFCB9-B11F-9EF6-ADF6-EF64FF3DE3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1D7F8D-4344-41B1-AD31-0ACF4717B3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97074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7C6E79-D05D-EBAC-92C5-ABABE82DC8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37DB34-A4E6-38E0-99C9-079B86FCF8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3D1F1F-1256-D41D-DEC1-6B88FBCA98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6B77F0-FB0F-48B2-81F2-B52CF6C0FCFE}" type="datetimeFigureOut">
              <a:rPr lang="en-US" smtClean="0"/>
              <a:t>7/12/2025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F751AE-008C-6654-76F7-641A10A436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D1E2DB-6DBB-1DE7-B002-C3F06D6024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1D7F8D-4344-41B1-AD31-0ACF4717B3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91908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076250-B316-583A-8F94-F6FED3BA62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4E206E-4E95-C082-6FB0-A706089B2B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6C9A04-61BA-AA3B-A7E5-8997A6258F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6B77F0-FB0F-48B2-81F2-B52CF6C0FCFE}" type="datetimeFigureOut">
              <a:rPr lang="en-US" smtClean="0"/>
              <a:t>7/12/2025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7666D8-8291-E07A-5A7D-6C41189B99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D40692-0FBA-E8F3-8DF3-9C24EA40E3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1D7F8D-4344-41B1-AD31-0ACF4717B3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68767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59763F-AB1B-8135-0971-B75D4B14E9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449C24-EB5E-F85A-0CBA-3D83446C653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B81EE8E-4E90-7667-1D23-8E6933BE87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F51D35-1D27-F525-BB1E-C30DFFA573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6B77F0-FB0F-48B2-81F2-B52CF6C0FCFE}" type="datetimeFigureOut">
              <a:rPr lang="en-US" smtClean="0"/>
              <a:t>7/12/2025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353BF18-31C0-B68E-AFAC-E601010D76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5847C3-9807-FB57-5F4E-F9D55DA386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1D7F8D-4344-41B1-AD31-0ACF4717B3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36911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824DD0-BE26-D5E9-C2A2-2A4774B703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1127B3-BE5D-2D27-4F47-E8F00A8753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042021-C144-589B-24FF-F14AE4AF79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75C621B-78A9-18B9-8F24-AEEA92CE81B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9EB558C-77DE-7451-5AA1-CBC1BE3301A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8D0F9D4-2585-8E92-A1C2-24CB1D57C2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6B77F0-FB0F-48B2-81F2-B52CF6C0FCFE}" type="datetimeFigureOut">
              <a:rPr lang="en-US" smtClean="0"/>
              <a:t>7/12/2025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879E384-96E1-093E-8675-499671E970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FFB2039-5D58-3A0A-29BB-57FA02C3B0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1D7F8D-4344-41B1-AD31-0ACF4717B3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13927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A57CC9-9193-E6E2-682D-87CFFDC43F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310F078-D0C2-7DA4-CFD5-FAEDE81BF6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6B77F0-FB0F-48B2-81F2-B52CF6C0FCFE}" type="datetimeFigureOut">
              <a:rPr lang="en-US" smtClean="0"/>
              <a:t>7/12/2025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2C1A7A7-DDAA-4424-E0AE-641795E642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4693CDC-7241-560B-D341-290135FD07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1D7F8D-4344-41B1-AD31-0ACF4717B3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82398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00AC981-0FC7-C9AD-22A2-28207B5A9F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6B77F0-FB0F-48B2-81F2-B52CF6C0FCFE}" type="datetimeFigureOut">
              <a:rPr lang="en-US" smtClean="0"/>
              <a:t>7/12/2025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C0F8B48-7EE5-0570-B004-C9222A0200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0466F3-3FFA-908C-D582-5DEFD71DF8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1D7F8D-4344-41B1-AD31-0ACF4717B3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26576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5E4F1D-3E12-CB11-E185-BFBB6EF6B0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C304D3-9467-0E8B-BF49-5A5B901A52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217AF0E-50D8-A479-47D3-B0BE6B2404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759BC0-CB59-F532-4840-B9822D6399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6B77F0-FB0F-48B2-81F2-B52CF6C0FCFE}" type="datetimeFigureOut">
              <a:rPr lang="en-US" smtClean="0"/>
              <a:t>7/12/2025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894B3EE-C52A-BB1E-6A7D-B112F76C64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D3402BD-CB22-CB7D-91E2-F3E7F17DB8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1D7F8D-4344-41B1-AD31-0ACF4717B3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05491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009505-475E-E7D0-9EF8-C457DC7AA2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DC4EACB-A0C9-BCB0-BECE-4E5CFBD0899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23AF319-C566-1658-82B3-3592DDE7E1A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2002F0-0CC3-49C9-55BA-6493413673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6B77F0-FB0F-48B2-81F2-B52CF6C0FCFE}" type="datetimeFigureOut">
              <a:rPr lang="en-US" smtClean="0"/>
              <a:t>7/12/2025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D6D59A-A603-DCF8-7FC6-21B777CB42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36137F-5244-4093-DFFE-052DDB95E0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1D7F8D-4344-41B1-AD31-0ACF4717B3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6317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091967-4046-1938-01BD-E9CAF36576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5E38D60-B9F8-F35F-304A-07D72DD993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CDB719-AE01-B28A-20F7-902A1DA221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6B77F0-FB0F-48B2-81F2-B52CF6C0FCFE}" type="datetimeFigureOut">
              <a:rPr lang="en-US" smtClean="0"/>
              <a:t>7/12/2025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A3D564-9BBC-910D-D7E7-2FC0F2ABA1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5BD804-43F2-DAB4-9BEE-62FF3339B9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1D7F8D-4344-41B1-AD31-0ACF4717B3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39986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6B06BE-B769-0D03-ABE0-6807B0FB7F1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3F81A7F-40DD-A2BF-30DA-DBF7977170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F589FA-E650-C6B5-42C2-9D9959F297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6B77F0-FB0F-48B2-81F2-B52CF6C0FCFE}" type="datetimeFigureOut">
              <a:rPr lang="en-US" smtClean="0"/>
              <a:t>7/12/2025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0E8652-B726-36C0-F036-4330644FF3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65847A-1865-43FE-6000-A1E670FF20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1D7F8D-4344-41B1-AD31-0ACF4717B3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09473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DE69B8E-2601-EFAA-F636-90BA05D509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06F4B1-4442-A787-732A-FC90CF9B22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0E82ED-2DF6-BE46-0ECF-70707A3C110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E6B77F0-FB0F-48B2-81F2-B52CF6C0FCFE}" type="datetimeFigureOut">
              <a:rPr lang="en-US" smtClean="0"/>
              <a:t>7/12/2025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ED5570-0A3C-F38B-AB1E-355CA49A59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067B5C-69C7-81CC-6FF2-56D1C5207F8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1D7F8D-4344-41B1-AD31-0ACF4717B3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96544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9E39581-8DF1-1569-B681-710AB49B8654}"/>
              </a:ext>
            </a:extLst>
          </p:cNvPr>
          <p:cNvSpPr txBox="1"/>
          <p:nvPr/>
        </p:nvSpPr>
        <p:spPr>
          <a:xfrm>
            <a:off x="681134" y="400844"/>
            <a:ext cx="9815804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Module 1: Introduction to Business Intelligence and Power BI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Objective:</a:t>
            </a:r>
            <a:r>
              <a:rPr lang="en-US" dirty="0"/>
              <a:t> Understand the role of BI tools in data-driven decision-making.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Topics: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What is Business Intelligence (BI)?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Why BI is critical for AI &amp; ML projects.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Overview of the Power BI ecosystem.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Installing Power BI Desktop.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Tour of Power BI interface.</a:t>
            </a:r>
          </a:p>
        </p:txBody>
      </p:sp>
    </p:spTree>
    <p:extLst>
      <p:ext uri="{BB962C8B-B14F-4D97-AF65-F5344CB8AC3E}">
        <p14:creationId xmlns:p14="http://schemas.microsoft.com/office/powerpoint/2010/main" val="2806184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59</Words>
  <Application>Microsoft Office PowerPoint</Application>
  <PresentationFormat>Widescreen</PresentationFormat>
  <Paragraphs>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hi</dc:creator>
  <cp:lastModifiedBy>hi</cp:lastModifiedBy>
  <cp:revision>1</cp:revision>
  <dcterms:created xsi:type="dcterms:W3CDTF">2025-07-12T10:33:28Z</dcterms:created>
  <dcterms:modified xsi:type="dcterms:W3CDTF">2025-07-12T10:34:26Z</dcterms:modified>
</cp:coreProperties>
</file>