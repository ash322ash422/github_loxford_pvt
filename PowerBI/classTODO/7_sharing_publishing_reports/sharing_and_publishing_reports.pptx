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50CCD-7820-B789-BEB1-A6541269B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7156F1-76F3-F2F3-A889-8DBA8F6F1C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0A876-83B3-B2D0-2138-77616797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3E1AB-A8D8-9DFE-DA28-013893698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A5C3E-9E0A-55EC-72CC-6B892327E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89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B56A9-B420-C428-C71C-6C39E993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55848-2D53-E415-762D-CABFAF1C3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D5B06-579B-F91E-25C7-B327102E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1AAD1-44B7-1741-8872-7D1181230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C3702-79EE-2C04-9E48-4C4474F07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646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1EA7-7CEB-D0C5-858C-FD2EFBF92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B1AE3-DAA6-42EA-577B-851E2DB6D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FB4A4-94AF-6DCE-9413-7A98F5C3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0BD3C-3050-F228-7A6B-463FFB131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F46B6-37B9-A2EA-D774-9403A77A1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41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C9D17-AA2C-956D-4930-F7553BB92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BBA88-2BB7-3468-62F3-002F3DC11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542B2-C3EA-26E3-739A-C33591153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2E7AC7-E085-57A3-12CD-021E8B7B8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C74F13-31DB-5DCE-B1A0-4D5198C9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72AFA0-9C06-093D-3239-036E50AD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135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533CC-44E4-3D6E-291D-7E39513C6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C8D3B5-B10F-B2CE-CA7D-584F79E00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6B8CC5-5EE8-41D8-2FA1-9B7B54457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8975EC-9A3D-1A31-095F-0BEE18338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107376-BB5E-26A5-3C9E-4B0A07C2A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900EC-361E-E24C-0466-B0FC92D0B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2C4259-F868-A896-727B-90EFA64F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EC47E8-5AF3-AEF4-7D34-4D2AFDD52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548F7-EA4B-2499-BED8-3D523FC41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961F38-D004-F55F-C721-70E6D17AE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0D4898-3C6E-83A0-7E76-E73CEBD67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88E5E-9532-B3CA-9CCB-55A44F3D1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41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9D049-D4FC-403F-B885-2B14FC8C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644A08-F85E-FA1E-DE66-B49BB15A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F2B4F1-F029-B086-1D1B-100A34C76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35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0491A-8115-6900-C1C3-362873802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8E5B4-B343-8190-837E-29E304CB0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2DAA4-321E-5FEB-C948-3F522A675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E7CFE7-7177-ACDE-9252-DF3103825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FD7617-D1AD-BDFA-4DA4-3C3CB745B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3FF03-E9BC-3E5B-A34B-A81AEF882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78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1944D-FBD9-EE17-8633-C97D0E748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DC9990-B5AE-F850-5F3B-563FC771B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03EBE7-A09E-A581-E203-19A15146B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21AC59-1ECF-F5B7-4848-29085A37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01DA3F-14F7-097C-2D0D-AA0BCE8C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68133-18E2-3E2D-5E49-E032B2B6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625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B6B49-E5CB-8BB4-628E-419CE20E7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C934D9-2B85-0BC9-086E-A7DE0671C8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E5B7E-9EB7-A3A7-DDF2-35CBAAD88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7336D-7234-ED25-EEA6-9C3A3D730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D198D-3FF7-D753-1820-7D98D758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575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0F4FB2-814C-E3B3-F999-E1AC7EC0D7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76D87-CB76-6F3E-2990-CB94857FC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9E13-D365-4056-1520-49212DA15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A05575-ACE4-B3FD-4CC7-860CAB5BF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85C9E-1042-044D-EC18-FC8F1419A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264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3A3F25-55FD-7669-13B5-6045CA077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FD27C1-4F7F-DF28-1474-A98E43A0B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B9414-5DF4-22A3-223C-531BDBD7FF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8BB9D-33CA-42C2-BDCF-E22AD7D547F0}" type="datetimeFigureOut">
              <a:rPr lang="en-US" smtClean="0"/>
              <a:t>7/12/2025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A8A766-AE1C-2589-5F22-CCC025B0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EAEDD-603C-ED9A-91B5-23B6EC601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280F9-2244-4D38-9491-F89C716EE8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491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06522DF-A163-826B-E1AC-E3EB06A692F7}"/>
              </a:ext>
            </a:extLst>
          </p:cNvPr>
          <p:cNvSpPr txBox="1"/>
          <p:nvPr/>
        </p:nvSpPr>
        <p:spPr>
          <a:xfrm>
            <a:off x="850392" y="1859340"/>
            <a:ext cx="1068019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Module 7: Sharing &amp; Publishing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Objective:</a:t>
            </a:r>
            <a:r>
              <a:rPr lang="en-US" dirty="0"/>
              <a:t> Share insights with stakeholders securely and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Topics: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Publishing to Power BI Service.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Creating dashboards in Power BI Service.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Setting up workspaces &amp; apps.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refresh &amp; gateway basics.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Managing permissions and sharing best practices.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Hands-on:</a:t>
            </a:r>
            <a:r>
              <a:rPr lang="en-US" dirty="0"/>
              <a:t> Publish a report to Power BI Service and share with peers.</a:t>
            </a:r>
          </a:p>
        </p:txBody>
      </p:sp>
    </p:spTree>
    <p:extLst>
      <p:ext uri="{BB962C8B-B14F-4D97-AF65-F5344CB8AC3E}">
        <p14:creationId xmlns:p14="http://schemas.microsoft.com/office/powerpoint/2010/main" val="1594294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</cp:revision>
  <dcterms:created xsi:type="dcterms:W3CDTF">2025-07-12T10:45:41Z</dcterms:created>
  <dcterms:modified xsi:type="dcterms:W3CDTF">2025-07-12T10:45:56Z</dcterms:modified>
</cp:coreProperties>
</file>