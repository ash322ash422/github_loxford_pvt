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84" r:id="rId4"/>
    <p:sldId id="285" r:id="rId5"/>
    <p:sldId id="2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16:59:54.2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0 394 24575,'3'3'0,"0"-1"0,0 0 0,-1 1 0,0-1 0,1 1 0,-1 0 0,0 0 0,0 0 0,0 0 0,-1 0 0,3 5 0,0-1 0,86 178 0,-90-183 0,1 0 0,0 0 0,0 0 0,0-1 0,0 1 0,0 0 0,0 0 0,0-1 0,0 1 0,1-1 0,-1 1 0,1-1 0,-1 0 0,1 0 0,0 1 0,-1-1 0,3 1 0,-2-2 0,-1 0 0,1 1 0,-1-1 0,1 0 0,-1 0 0,0 0 0,1 0 0,-1 0 0,1-1 0,-1 1 0,1 0 0,-1-1 0,1 1 0,-1-1 0,0 1 0,1-1 0,-1 0 0,2-1 0,6-5 0,-1 0 0,0 0 0,0-1 0,-1-1 0,9-10 0,-16 18 0,123-159-51,200-232-1263,-285 355-5512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16:59:54.2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0 394 24575,'3'3'0,"0"-1"0,0 0 0,-1 1 0,0-1 0,1 1 0,-1 0 0,0 0 0,0 0 0,0 0 0,-1 0 0,3 5 0,0-1 0,86 178 0,-90-183 0,1 0 0,0 0 0,0 0 0,0-1 0,0 1 0,0 0 0,0 0 0,0-1 0,0 1 0,1-1 0,-1 1 0,1-1 0,-1 0 0,1 0 0,0 1 0,-1-1 0,3 1 0,-2-2 0,-1 0 0,1 1 0,-1-1 0,1 0 0,-1 0 0,0 0 0,1 0 0,-1 0 0,1-1 0,-1 1 0,1 0 0,-1-1 0,1 1 0,-1-1 0,0 1 0,1-1 0,-1 0 0,2-1 0,6-5 0,-1 0 0,0 0 0,0-1 0,-1-1 0,9-10 0,-16 18 0,123-159-51,200-232-1263,-285 355-5512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16:59:54.2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0 394 24575,'3'3'0,"0"-1"0,0 0 0,-1 1 0,0-1 0,1 1 0,-1 0 0,0 0 0,0 0 0,0 0 0,-1 0 0,3 5 0,0-1 0,86 178 0,-90-183 0,1 0 0,0 0 0,0 0 0,0-1 0,0 1 0,0 0 0,0 0 0,0-1 0,0 1 0,1-1 0,-1 1 0,1-1 0,-1 0 0,1 0 0,0 1 0,-1-1 0,3 1 0,-2-2 0,-1 0 0,1 1 0,-1-1 0,1 0 0,-1 0 0,0 0 0,1 0 0,-1 0 0,1-1 0,-1 1 0,1 0 0,-1-1 0,1 1 0,-1-1 0,0 1 0,1-1 0,-1 0 0,2-1 0,6-5 0,-1 0 0,0 0 0,0-1 0,-1-1 0,9-10 0,-16 18 0,123-159-51,200-232-1263,-285 355-5512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17:13:38.8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0 394 24575,'3'3'0,"0"-1"0,0 0 0,-1 1 0,0-1 0,1 1 0,-1 0 0,0 0 0,0 0 0,0 0 0,-1 0 0,3 5 0,0-1 0,86 178 0,-90-183 0,1 0 0,0 0 0,0 0 0,0-1 0,0 1 0,0 0 0,0 0 0,0-1 0,0 1 0,1-1 0,-1 1 0,1-1 0,-1 0 0,1 0 0,0 1 0,-1-1 0,3 1 0,-2-2 0,-1 0 0,1 1 0,-1-1 0,1 0 0,-1 0 0,0 0 0,1 0 0,-1 0 0,1-1 0,-1 1 0,1 0 0,-1-1 0,1 1 0,-1-1 0,0 1 0,1-1 0,-1 0 0,2-1 0,6-5 0,-1 0 0,0 0 0,0-1 0,-1-1 0,9-10 0,-16 18 0,123-159-51,200-232-1263,-285 355-5512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8T17:15:18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0 394 24575,'3'3'0,"0"-1"0,0 0 0,-1 1 0,0-1 0,1 1 0,-1 0 0,0 0 0,0 0 0,0 0 0,-1 0 0,3 5 0,0-1 0,86 178 0,-90-183 0,1 0 0,0 0 0,0 0 0,0-1 0,0 1 0,0 0 0,0 0 0,0-1 0,0 1 0,1-1 0,-1 1 0,1-1 0,-1 0 0,1 0 0,0 1 0,-1-1 0,3 1 0,-2-2 0,-1 0 0,1 1 0,-1-1 0,1 0 0,-1 0 0,0 0 0,1 0 0,-1 0 0,1-1 0,-1 1 0,1 0 0,-1-1 0,1 1 0,-1-1 0,0 1 0,1-1 0,-1 0 0,2-1 0,6-5 0,-1 0 0,0 0 0,0-1 0,-1-1 0,9-10 0,-16 18 0,123-159-51,200-232-1263,-285 355-5512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3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4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9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6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1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8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8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44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0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4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6AB68-1F85-4EAE-91AF-565851EF39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E4FE5-4AAB-4589-B6CD-FFFDAFE9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7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0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CA71-E604-3C5B-C808-F1B215AE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694425-16DC-FACB-335E-537BB518A6C8}"/>
              </a:ext>
            </a:extLst>
          </p:cNvPr>
          <p:cNvSpPr txBox="1"/>
          <p:nvPr/>
        </p:nvSpPr>
        <p:spPr>
          <a:xfrm>
            <a:off x="1820174" y="1443841"/>
            <a:ext cx="80743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DAX has 2 worlds:</a:t>
            </a:r>
            <a:endParaRPr lang="en-US" dirty="0"/>
          </a:p>
          <a:p>
            <a:pPr>
              <a:buNone/>
            </a:pPr>
            <a:r>
              <a:rPr lang="en-US" b="1" dirty="0"/>
              <a:t>1. Measures (used in Power BI visuals)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 single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Total Employees = COUNT(</a:t>
            </a:r>
            <a:r>
              <a:rPr lang="en-US" dirty="0" err="1">
                <a:latin typeface="Courier New" panose="02070309020205020404" pitchFamily="49" charset="0"/>
              </a:rPr>
              <a:t>HRData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EmployeeNumber</a:t>
            </a:r>
            <a:r>
              <a:rPr lang="en-US" dirty="0">
                <a:latin typeface="Courier New" panose="02070309020205020404" pitchFamily="49" charset="0"/>
              </a:rPr>
              <a:t>])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DAX Queries (used in DAX Studio)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return </a:t>
            </a:r>
            <a:r>
              <a:rPr lang="en-US" b="1" dirty="0"/>
              <a:t>tables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EVALUATE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ROW()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SUMMARIZE()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76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30E9-4FE3-40EE-778C-7B915273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905437-677C-DFBA-8AC3-D464A50DA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24" y="785005"/>
            <a:ext cx="4618436" cy="24948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4A00FC-8A3A-C649-EFA6-59565109B613}"/>
                  </a:ext>
                </a:extLst>
              </p14:cNvPr>
              <p14:cNvContentPartPr/>
              <p14:nvPr/>
            </p14:nvContentPartPr>
            <p14:xfrm>
              <a:off x="172460" y="918937"/>
              <a:ext cx="257760" cy="235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4A00FC-8A3A-C649-EFA6-59565109B6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460" y="900937"/>
                <a:ext cx="293400" cy="2714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07AA7EF-FBF8-2AB4-EABA-56DC12C7A624}"/>
              </a:ext>
            </a:extLst>
          </p:cNvPr>
          <p:cNvSpPr txBox="1"/>
          <p:nvPr/>
        </p:nvSpPr>
        <p:spPr>
          <a:xfrm>
            <a:off x="1207698" y="370936"/>
            <a:ext cx="89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run: </a:t>
            </a:r>
          </a:p>
        </p:txBody>
      </p:sp>
    </p:spTree>
    <p:extLst>
      <p:ext uri="{BB962C8B-B14F-4D97-AF65-F5344CB8AC3E}">
        <p14:creationId xmlns:p14="http://schemas.microsoft.com/office/powerpoint/2010/main" val="180161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4645B-A700-ACAF-D324-191538E2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F9871CF-6415-F3F0-D6F5-81009DC637D9}"/>
                  </a:ext>
                </a:extLst>
              </p14:cNvPr>
              <p14:cNvContentPartPr/>
              <p14:nvPr/>
            </p14:nvContentPartPr>
            <p14:xfrm>
              <a:off x="862574" y="662035"/>
              <a:ext cx="257760" cy="235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F9871CF-6415-F3F0-D6F5-81009DC637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599" y="644035"/>
                <a:ext cx="293350" cy="2714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9BC493F-3F9D-CC7F-6C7A-8451D6833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4" y="443505"/>
            <a:ext cx="5039428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2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96D33-F9D0-B9DC-F4EB-ECE133B9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DA7654-1310-A54E-F150-37B7285BFA68}"/>
                  </a:ext>
                </a:extLst>
              </p14:cNvPr>
              <p14:cNvContentPartPr/>
              <p14:nvPr/>
            </p14:nvContentPartPr>
            <p14:xfrm>
              <a:off x="862574" y="662035"/>
              <a:ext cx="257760" cy="235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DA7654-1310-A54E-F150-37B7285BFA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599" y="644035"/>
                <a:ext cx="293350" cy="27144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F055DC8-F3F7-4015-AC8B-C53F67439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731" y="345056"/>
            <a:ext cx="4705571" cy="1906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21787F-8DDE-75FB-1CA4-DAD0CC1BF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168" y="2769080"/>
            <a:ext cx="4161381" cy="34678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0E4D49-0E86-1280-A0F1-52C5D20107A8}"/>
                  </a:ext>
                </a:extLst>
              </p14:cNvPr>
              <p14:cNvContentPartPr/>
              <p14:nvPr/>
            </p14:nvContentPartPr>
            <p14:xfrm>
              <a:off x="862574" y="3549009"/>
              <a:ext cx="257760" cy="23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0E4D49-0E86-1280-A0F1-52C5D20107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599" y="3531009"/>
                <a:ext cx="293350" cy="2714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01224EB-8561-2932-5158-507AB893E0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482" y="243373"/>
            <a:ext cx="4286848" cy="33056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60996A-1166-B94B-367C-C6C810A3BED3}"/>
                  </a:ext>
                </a:extLst>
              </p14:cNvPr>
              <p14:cNvContentPartPr/>
              <p14:nvPr/>
            </p14:nvContentPartPr>
            <p14:xfrm>
              <a:off x="6660150" y="636844"/>
              <a:ext cx="257760" cy="235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60996A-1166-B94B-367C-C6C810A3BE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2175" y="618844"/>
                <a:ext cx="29335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646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</TotalTime>
  <Words>54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</dc:title>
  <dc:creator>hi</dc:creator>
  <cp:lastModifiedBy>Ashwani Kumar</cp:lastModifiedBy>
  <cp:revision>131</cp:revision>
  <dcterms:created xsi:type="dcterms:W3CDTF">2025-05-12T11:52:04Z</dcterms:created>
  <dcterms:modified xsi:type="dcterms:W3CDTF">2026-04-28T18:30:24Z</dcterms:modified>
</cp:coreProperties>
</file>