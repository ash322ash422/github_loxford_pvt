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16:12.2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3553 107 24575,'-45'0'0,"-771"-31"0,661 12 0,-215-22 0,-4 25 0,-301 19 0,649-2 0,0 1 0,0 2 0,0 0 0,-39 12 0,-97 43 0,126-45 0,0 3 0,0 1 0,1 1 0,0 2 0,2 2 0,-52 45 0,57-45 0,0 2 0,2 1 0,-43 54 0,45-46 0,1 1 0,2 0 0,2 2 0,1 0 0,2 2 0,-16 53 0,-83 370 0,93-287 0,-1 1 0,12-118 0,3 0 0,0 61 0,9 117 0,1-87 0,-3-91 0,1 56 0,1-101 0,1-1 0,0 1 0,1-1 0,0 1 0,1-1 0,8 21 0,2-9 0,0-1 0,2 0 0,0 0 0,1-2 0,38 37 0,-19-26 0,2-1 0,61 39 0,-25-28 0,118 48 0,40 22 0,-16-5 0,-59-26 0,-44-19 0,-75-44 0,-1 2 0,61 43 0,-86-55 0,0 1 0,1-2 0,0 1 0,1-2 0,-1 0 0,1-1 0,25 7 0,0-4 0,63 3 0,-62-7 0,264 33 0,566 1 0,-802-38 0,96-14 0,-138 10 0,0-1 0,0-2 0,0-1 0,-1 0 0,-1-2 0,40-22 0,49-25 0,5-3 0,-70 31 0,190-125 0,-166 100 0,129-102 0,-167 126 0,-2-1 0,-1-2 0,43-58 0,-8-11 0,18-23 0,-62 89 0,-1 0 0,-1-2 0,-2 0 0,22-73 0,-31 87 0,2-12 0,-2-1 0,6-44 0,2-8 0,-5 29 0,-3-1 0,2-83 0,-13-126 0,-1 98 0,3 139 0,-7-238 0,3 223 0,-3 0 0,-2 1 0,-23-75 0,8 47 0,-33-87 0,54 156 0,0 0 0,-1 0 0,0 0 0,0 0 0,0 0 0,-1 1 0,0 0 0,0 0 0,0 0 0,-1 1 0,-10-8 0,-5 1 0,0 0 0,-26-10 0,11 6 0,-423-173 0,427 178 0,-1 2 0,0 1 0,0 2 0,-39-1 0,3-1 0,-327-31-1365,325 35-5461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16:15.3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0 385 24575,'13'22'0,"5"12"0,-1 8 0,1 3 0,-3-3 0,-3-4 0,18-8 0,26-14 0,65-50 0,38-31-5309,10-28 5309,3-10 0,-10 3-177,-25 14 177,-30 13 0,-29 15 0,-29 16-2705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16:17.6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0 247 24575,'0'24'0,"6"222"0,-2-196 0,3 1 0,24 90 0,-25-117 0,-3-10 0,2 1 0,-1-1 0,2 0 0,9 19 0,-13-29 0,1 0 0,-1-1 0,1 0 0,-1 1 0,1-1 0,0 0 0,0-1 0,0 1 0,1 0 0,-1-1 0,1 0 0,-1 0 0,1 0 0,0 0 0,0 0 0,0-1 0,0 0 0,0 1 0,0-2 0,0 1 0,5 0 0,5-1 0,0 0 0,0-1 0,-1-1 0,1 0 0,22-7 0,72-29 0,216-115 0,-6-26 0,-66 35 0,-195 108 41,-1-2-1,86-77 1,-94 72-537,2 3 1,97-60-1,-102 77-6330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16:22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1250 625 24503,'0'25'0,"-2"-1"0,0 1 0,-1-1 0,-2 0 0,0 0 0,-1 0 0,-1-1 0,-1 1 0,-1-2 0,-1 1 0,-1-1 0,0 0 0,-2-1 0,0 0 0,-1-1 0,-1-1 0,0 0 0,-2 0 0,0-2 0,0 0 0,-2 0 0,0-2 0,0 0 0,-1-1 0,-1-1 0,0 0 0,-1-2 0,0 0 0,-1-1 0,1-1 0,-2-1 0,1-1 0,-1-1 0,0-1 0,0 0 0,0-2 0,-1-1 0,1 0 0,-1-2 0,1 0 0,-1-2 0,1 0 0,-1-1 0,1-2 0,0 0 0,0-1 0,1-1 0,0-1 0,0-1 0,0-1 0,1-1 0,1 0 0,0-2 0,0 0 0,1-1 0,0-1 0,1 0 0,1-2 0,0 0 0,1 0 0,1-2 0,0 0 0,1 0 0,1-1 0,1-1 0,1 0 0,0-1 0,1 0 0,2-1 0,0 1 0,1-2 0,0 1 0,2-1 0,1 0 0,1 0 0,0 0 0,2-1 0,0 1 0,2-1 0,0 1 0,2-1 0,0 1 0,2-1 0,0 1 0,1 0 0,1 0 0,2 1 0,0 0 0,1 0 0,0 0 0,2 1 0,1 1 0,0 0 0,1 0 0,1 1 0,1 0 0,1 1 0,0 1 0,1 0 0,1 1 0,0 1 0,1 0 0,1 1 0,0 1 0,1 1 0,0 1 0,0 0 0,1 1 0,1 2 0,0 0 0,0 1 0,0 0 0,1 2 0,0 1 0,0 1 0,1 0 0,-1 2 0,1 0 0,-1 2 0,1 0 0,-1 2 0,1 0 0,-1 2 0,0 0 0,0 1 0,0 1 0,-1 2 0,1 0 0,-2 1 0,1 0 0,-1 2 0,0 1 0,-1 0 0,0 1 0,-1 1 0,-1 1 0,0 1 0,0 0 0,-2 1 0,0 1 0,0 0 0,-2 1 0,0 1 0,-1 0 0,-1 1 0,0 0 0,-2 0 0,0 1 0,-1 1 0,-1 0 0,-1 0 0,-1 0 0,-1 1 0,-1 0 0,0 0 0,-2 1 0,-1-1 0,0 1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16:35.2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16:35.7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2:25.7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4697 29 24575,'-4'-2'0,"1"0"0,0 0 0,-1 0 0,1 1 0,-1-1 0,0 1 0,1 0 0,-1 0 0,0 1 0,0-1 0,0 1 0,1 0 0,-5 0 0,-6-1 0,-565-12 0,393 15 0,-233-3 0,-398 4 0,603 6 0,-323 54 0,493-53 0,2 2 0,0 1 0,-52 25 0,-21 7 0,59-25 0,1 3 0,1 2 0,1 3 0,2 1 0,-52 40 0,47-28 0,2 2 0,2 2 0,-63 71 0,53-36 0,4 2 0,-84 160 0,10-23 0,86-135 0,-58 114 0,84-153 0,1 0 0,-19 74 0,6 36 0,-23 78 0,27-131 0,4 1 0,-17 163 0,-5 27 0,28-188 0,6-19 0,-1 109 0,15 90 0,1-109 0,-4-43 0,2 113 0,2-198 0,2-1 0,2 0 0,15 53 0,4-22 0,3 0 0,4-3 0,2 0 0,4-3 0,3-1 0,3-2 0,89 103 0,-49-77 0,4-4 0,4-3 0,4-5 0,135 89 0,336 163-211,-421-254-180,127 69 331,441 172-1,-447-229 61,514 105 0,318-27 723,-861-134-723,-106-14 0,208 9 0,352-34 0,-676 1 0,85-1 0,159-23 0,-16-35 0,-158 39 0,-2-4 0,94-42 0,-63 23 0,-55 21 0,0-2 0,-2-3 0,102-66 0,88-88 0,-34 24 0,-195 145 0,-1-1 0,0-1 0,-1-1 0,-1 0 0,0-1 0,-1-1 0,-1-1 0,-1 0 0,-1-1 0,0 0 0,-2-1 0,15-35 0,1-18 0,14-38 0,39-170 0,-44 93 0,-9-2 0,5-240 0,-36-433 0,0 800 0,-3 1 0,-2 0 0,-4 1 0,-2 0 0,-31-82 0,-8 12 0,-89-159 0,97 212 0,-3 3 0,-3 2 0,-4 2 0,-115-115 0,-297-211 0,133 146 0,-430-343 0,552 438 0,89 70 0,-16-10 0,-43-33 0,25 11 0,-260-150 0,234 158-18,100 57-431,-2 4 0,-135-57 0,195 97-6377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2:28.8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1248 3 24575,'-45'0'0,"-351"9"0,315-3 0,0 4 0,-144 37 0,201-39 0,1 1 0,0 0 0,1 2 0,0 1 0,1 1 0,0 0 0,1 2 0,0 0 0,1 1 0,1 1 0,1 1 0,0 1 0,2 0 0,0 1 0,-19 32 0,25-32 0,0 1 0,2 0 0,-6 22 0,-5 16 0,10-34 0,1 1 0,1 0 0,1 0 0,-2 46 0,11 108 0,-1-159 0,0 0 0,2 0 0,0 0 0,1-1 0,1 0 0,1 0 0,15 27 0,-4-14 0,2-1 0,1 0 0,33 36 0,-39-51 0,1-1 0,0-1 0,1-1 0,1 0 0,0-1 0,40 19 0,136 46 0,-105-45 0,115 39 0,-164-61 0,-1-2 0,1-1 0,49 2 0,58 2 0,94 3 0,-210-14 0,-1-2 0,1-1 0,-1-2 0,0-1 0,0-1 0,0-1 0,40-16 0,-56 17 0,41-17 0,105-60 0,-140 69 0,0-2 0,-2 0 0,0 0 0,-1-2 0,-1-1 0,0 0 0,-2-1 0,0 0 0,20-38 0,-29 44 0,-1-1 0,-1 1 0,0-1 0,3-28 0,-4 22 0,11-37 0,-5 31 0,-2-1 0,-1 1 0,-1-1 0,-1-1 0,-1 1 0,-2 0 0,-1-1 0,-1 1 0,-2 0 0,0-1 0,-2 1 0,-1 1 0,-2-1 0,0 1 0,-2 0 0,-1 1 0,-1 0 0,-1 1 0,-1 0 0,-1 1 0,-21-25 0,18 28 0,0 1 0,-1 1 0,-1 1 0,-1 1 0,-42-28 0,29 26 0,0 1 0,-2 1 0,-54-17 0,-46-12 0,29 7 0,-1 6 0,-128-23 0,203 52-1365,6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2:33.2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1506 292 24575,'-2'-2'0,"0"1"0,0-1 0,0 1 0,0 0 0,-1 0 0,1 0 0,0 0 0,-1 0 0,1 1 0,-1-1 0,1 1 0,-1-1 0,1 1 0,-4 0 0,-10-2 0,-326-51 0,248 45 0,-163 5 0,229 5 0,0 1 0,0 2 0,0 0 0,1 2 0,0 1 0,0 1 0,1 1 0,0 2 0,1 0 0,1 2 0,0 1 0,0 0 0,2 2 0,0 1 0,1 0 0,0 2 0,2 0 0,0 2 0,2 0 0,-20 31 0,16-13 0,2 2 0,-24 69 0,0 5 0,22-67 0,1 0 0,4 2 0,1 0 0,2 1 0,3 0 0,2 1 0,-1 96 0,11 557 0,-3-694 0,1 0 0,1 0 0,0 0 0,1 0 0,0 0 0,0 0 0,2 0 0,-1-1 0,2 1 0,-1-1 0,1 0 0,1-1 0,0 1 0,1-1 0,12 15 0,-7-11 0,1 0 0,1 0 0,0-1 0,0-1 0,1-1 0,29 18 0,-37-26 0,125 59 0,-113-55 0,1 0 0,0-1 0,1-2 0,-1 0 0,22 2 0,-17-3 0,1 2 0,-1 1 0,0 1 0,0 1 0,29 13 0,-30-10 0,1-2 0,0 0 0,1-2 0,-1-1 0,38 4 0,-4-7 0,-25-2 0,-1 1 0,0 1 0,38 10 0,6 6 0,0-3 0,103 8 0,-66-15 0,143 6 0,1311-16 0,-1520 0 0,0-2 0,0-2 0,-1-2 0,72-20 0,-84 16 0,-1-1 0,-1-2 0,0-1 0,-1-1 0,0-2 0,49-38 0,-52 34 0,92-80 0,-109 89 0,0 0 0,0 0 0,-2-1 0,1 0 0,-2-1 0,15-30 0,-2-4 0,-3 0 0,-1-2 0,-3 0 0,15-93 0,-5-219 0,-24 248 0,-3-113 0,0 209 0,-1 0 0,-1 0 0,0 0 0,-1 0 0,-12-26 0,-48-89 0,45 96 0,5 11 0,-1 0 0,-1 2 0,-1 0 0,-2 1 0,0 1 0,-1 0 0,-1 2 0,-36-26 0,19 20 0,-1 1 0,-1 2 0,-1 3 0,-80-30 0,-35-11 0,-81-27 0,119 49 0,-92-27 0,-58-6 0,217 60 0,0 2 0,0 3 0,-77-3 0,77 8 0,-1-2 0,1-2 0,-73-20 0,81 14 0,-1 3 0,0 2 0,-1 1 0,1 3 0,-1 2 0,-78 5 0,66 3 0,-1 2 0,2 3 0,0 3 0,-101 37 0,23 16 0,-24 10-1365,130-65-5461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2:37.0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1410 705 24491,'-1'28'0,"0"0"0,-2-1 0,-1 1 0,-1-1 0,-1 0 0,-1 0 0,-1-1 0,-1 0 0,-1 0 0,-1-1 0,-1 0 0,-1 0 0,-1-2 0,-1 1 0,-1-2 0,0 1 0,-2-2 0,0 0 0,-1-1 0,-1-1 0,-1-1 0,0 0 0,-2-2 0,1 0 0,-2-1 0,1-1 0,-2-1 0,0-1 0,0-1 0,-1-1 0,0-1 0,0-1 0,-1-1 0,0-1 0,0-1 0,-1-1 0,1-1 0,-1-2 0,0 0 0,1-2 0,-1 0 0,1-2 0,-1-1 0,1-1 0,0-1 0,0-1 0,1-1 0,0-1 0,0-1 0,0-1 0,2-1 0,-1-1 0,1-1 0,1-1 0,0-1 0,1 0 0,1-2 0,0 0 0,1-1 0,1-1 0,1-1 0,0 0 0,1-2 0,2 1 0,0-2 0,1 1 0,1-2 0,1 0 0,0 0 0,2-1 0,1 0 0,1 0 0,1-1 0,1 0 0,2 0 0,0-1 0,1 1 0,1-1 0,2 0 0,0 1 0,2-1 0,1 1 0,1-1 0,0 1 0,2 0 0,1 0 0,1 1 0,1 0 0,1 0 0,2 0 0,0 2 0,1-1 0,1 1 0,1 1 0,0 0 0,2 1 0,1 1 0,0 0 0,1 1 0,1 1 0,1 1 0,0 0 0,1 1 0,1 2 0,0 0 0,1 1 0,1 1 0,-1 1 0,2 0 0,0 2 0,0 1 0,0 1 0,1 1 0,0 1 0,0 2 0,1 0 0,-1 1 0,1 1 0,-1 2 0,1 0 0,0 2 0,-1 1 0,1 1 0,-1 0 0,0 2 0,0 1 0,-1 1 0,0 1 0,0 1 0,-1 2 0,0 0 0,0 1 0,-2 1 0,1 1 0,-2 0 0,1 2 0,-2 1 0,0 0 0,-1 1 0,-1 1 0,-1 1 0,0 0 0,-2 1 0,0 1 0,-1 0 0,-1 1 0,-1 1 0,-1-1 0,-1 2 0,-1 0 0,-1 0 0,-1 0 0,-1 1 0,-1 0 0,-1 0 0,-1 1 0,-1-1 0,-2 1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5:59.9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5834 103 24575,'-2611'0'0,"1902"58"0,339 8 0,127-19 0,172-32 0,-132 48 0,143-42 0,-171 72 0,111-41 0,24-10 0,-46 19 0,5-1 0,64-25 0,-41 23 0,-108 74 0,209-123 0,-17 11 0,0 1 0,2 2 0,1 1 0,0 1 0,-33 42 0,23-19 0,3 1 0,-43 81 0,69-113 0,1 0 0,0 0 0,1 1 0,1 0 0,-5 33 0,-1 95 0,8-83 0,-9 695 0,13-561 0,0-170 0,1 0 0,1 0 0,1-1 0,2 1 0,1-1 0,0 0 0,20 43 0,0-15 0,2-2 0,50 68 0,60 72 0,8-6 0,317 308 0,-208-293 0,-157-129 0,51 34 0,5-7 0,276 130 0,-291-168 0,169 47 0,157 21 0,-271-77 0,53 16 0,243 62 0,11-34 0,-25-26 0,171 20 0,353 48 0,-895-124 0,114 0 0,107-16 0,-129-1 0,-91 4 0,114-3 0,-188-1 0,0-1 0,0-1 0,-1-2 0,59-21 0,121-62 0,-209 88 0,338-178 0,-263 131 0,-2-4 0,85-78 0,-123 93 0,53-67 0,-73 82 0,61-85 0,128-232 0,-172 277 0,-10 12 0,-2-2 0,24-82 0,-35 98 0,68-228 0,-60 197 0,-3 0 0,-3-2 0,8-123 0,-17-216 0,-6 280 0,-1 86 0,-2-1 0,-1 1 0,-3 0 0,-1 0 0,-2 1 0,-2 1 0,-36-78 0,-4 17 0,-115-167 0,120 201 0,-3 2 0,-3 2 0,-3 2 0,-2 3 0,-124-94 0,69 72 0,-3 4 0,-4 5 0,-2 6 0,-144-55 0,-191-31 0,32 38 0,353 90 0,0-3 0,-95-50 0,58 25 0,-83-26 0,0-5 0,-10-6 0,67 32 0,-11-6 0,46 19 0,-15-8 0,-15-24 0,-76-39 0,154 88 0,37 18 0,0 0 0,-1 2 0,0-1 0,0 2 0,-36-9 0,-9 4-682,-115-38-1,129 31-6143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6:03.6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4613 2307 24496,'-2'91'0,"-3"-1"0,-4 1 0,-3-2 0,-4 0 0,-4 0 0,-2-1 0,-5-2 0,-2 0 0,-4-2 0,-4-1 0,-2-1 0,-4-2 0,-3-2 0,-2-2 0,-4-2 0,-3-1 0,-2-3 0,-4-3 0,-1-1 0,-4-4 0,-1-1 0,-3-4 0,-3-2 0,-1-4 0,-2-2 0,-2-3 0,-2-3 0,-2-4 0,-1-2 0,-1-4 0,-1-4 0,-2-2 0,-1-5 0,0-2 0,-1-4 0,-1-4 0,0-3 0,-1-4 0,1-3 0,-1-4 0,1-3 0,0-4 0,0-3 0,1-4 0,0-4 0,2-2 0,0-5 0,2-2 0,0-4 0,2-4 0,2-2 0,1-4 0,2-3 0,1-3 0,3-2 0,2-4 0,2-2 0,2-4 0,3-1 0,2-4 0,3-1 0,3-3 0,2-3 0,3-1 0,3-2 0,3-2 0,4-2 0,2-2 0,4-1 0,3-1 0,3-2 0,4 0 0,3-2 0,4-1 0,3 0 0,3 0 0,5-2 0,2 1 0,4-1 0,4 1 0,4-1 0,2 1 0,5 1 0,3-1 0,3 2 0,4 0 0,3 2 0,4 0 0,3 2 0,3 1 0,4 1 0,2 2 0,4 2 0,3 2 0,3 1 0,3 3 0,2 2 0,3 3 0,3 1 0,2 3 0,3 3 0,2 3 0,2 2 0,2 3 0,3 4 0,1 2 0,2 3 0,1 3 0,2 4 0,2 3 0,0 4 0,2 2 0,0 4 0,2 4 0,0 3 0,1 4 0,0 3 0,0 3 0,1 5 0,-1 2 0,1 5 0,-1 3 0,0 3 0,-1 4 0,-1 3 0,0 4 0,-1 4 0,-2 2 0,-1 4 0,-1 3 0,-1 4 0,-2 3 0,-2 3 0,-2 2 0,-2 4 0,-1 3 0,-3 2 0,-3 3 0,-1 3 0,-4 3 0,-1 1 0,-4 3 0,-2 2 0,-3 3 0,-4 1 0,-2 2 0,-3 2 0,-4 2 0,-2 1 0,-4 1 0,-4 2 0,-2 0 0,-5 2 0,-2 0 0,-4 2 0,-4-1 0,-3 1 0,-4 1 0,-3-1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6:06.6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1868 55 24575,'-884'49'0,"859"-47"0,-307 37 0,270-28 0,1 3 0,1 2 0,-79 33 0,125-43 0,0 1 0,0 0 0,1 1 0,0 0 0,0 2 0,1-1 0,0 1 0,1 1 0,-16 19 0,15-14 0,0 2 0,2-1 0,0 1 0,1 1 0,1 0 0,-9 32 0,-6 30 0,4 0 0,3 1 0,4 1 0,4 0 0,2 88 0,8 136 0,-1-287 0,1 0 0,1 0 0,1-1 0,0 1 0,2-1 0,0 0 0,1-1 0,1 0 0,15 27 0,6 2 0,1-1 0,44 49 0,-41-57 0,2-2 0,1-1 0,47 34 0,131 80 0,-95-68 0,-78-56 0,0-1 0,2-2 0,0-2 0,2-2 0,0-2 0,1-2 0,0-2 0,52 7 0,57 1 0,172-1 0,-325-19 0,643 5 0,-411-6 0,-198 0 0,-1-2 0,1-1 0,-1-1 0,0-2 0,53-18 0,-31 3 0,0-2 0,72-43 0,-117 60 0,44-24 0,-2-2 0,50-41 0,195-178 0,-256 214 0,-2-2 0,-2-1 0,-1-2 0,-3-2 0,-1-1 0,-3-1 0,41-82 0,-27 47 0,10-20 0,-50 90 0,0-1 0,0 0 0,-2-1 0,1 1 0,-2-1 0,2-18 0,-5-155 0,-2 77 0,2 94 0,0 0 0,0 1 0,-2-1 0,0 1 0,0 0 0,-2 0 0,0 0 0,0 1 0,-2 0 0,-8-15 0,4 10 0,-2 2 0,0-1 0,-1 2 0,0 0 0,-2 0 0,-25-20 0,-3 5 0,-2 2 0,-1 2 0,-1 1 0,-100-36 0,-398-116 0,469 154 0,-5 4 0,-139-18 0,34 8 0,95 11 0,-1 4 0,-169-6 0,-253 24-1365,483-3-5461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9:26:09.3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1144 425 24575,'-5'-2'0,"1"0"0,-1-1 0,1 1 0,-1 1 0,0-1 0,0 1 0,0 0 0,1 0 0,-1 0 0,-7 0 0,-7-2 0,-237-65 0,223 57 0,-1 1 0,0 1 0,-1 3 0,-44-4 0,63 9 0,-1 0 0,1 2 0,0 0 0,0 0 0,0 2 0,0 0 0,1 1 0,-1 0 0,1 1 0,0 1 0,-24 13 0,19-7 0,0 0 0,1 2 0,1 0 0,0 1 0,0 0 0,2 2 0,0 0 0,1 1 0,1 0 0,-15 24 0,-20 35 0,35-59 0,1 1 0,1 1 0,1 0 0,0 1 0,2 0 0,0 0 0,-10 42 0,6 14 0,-4 88 0,15-134 0,2 0 0,2 0 0,1 0 0,1-1 0,15 56 0,-9-56 0,2-1 0,1 0 0,1-1 0,1 0 0,1-1 0,2-1 0,1 0 0,0-2 0,42 40 0,-54-58 0,1 0 0,-1 0 0,1-1 0,1 0 0,-1 0 0,1-1 0,0 0 0,12 3 0,82 18 0,-26-8 0,-24-2 0,0-2 0,0-2 0,1-2 0,1-3 0,-1-2 0,99-7 0,-140 1 0,1-1 0,-1 0 0,0-1 0,0-1 0,-1 0 0,1 0 0,11-8 0,-5 1 0,0 0 0,-1-1 0,24-22 0,-23 15 0,-1-1 0,-1 0 0,0-2 0,-2 0 0,21-42 0,-27 42 0,-1 0 0,-1-1 0,-1 0 0,4-40 0,-6 38 0,3-38 0,-3 1 0,-6-90 0,0 42 0,2 90 0,-1 1 0,-1-1 0,0 0 0,-2 0 0,0 1 0,-1 0 0,-13-31 0,-38-93 0,-102-228 0,89 232-1365,50 103-5461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3722-115E-B200-BA40-DD9F1A82E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039E7-1CD8-7A1E-A204-8B697B754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EBCF8-8D29-4B56-BA8E-8B436C7E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2D94-02DB-F148-44CF-746013DC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B707A-0FE2-4CEB-BF2F-3C9FE08A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9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5A4D-5B38-7E35-A75C-5C85CEA0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F2D6-839B-3CF1-F259-D0CE78162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5FFF4-0BDD-9CDF-E466-EE0071EF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39B4-1E54-3C21-86D6-1A47A84E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3B4F8-E9F9-AB4B-E0CF-EA6A77DF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0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AE21-850F-764C-B171-D734CC91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47532-04ED-3EFD-21E8-F39899BD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937C7-2E1C-E6DA-163E-39B19BBE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FA893-2A44-780A-FD4D-185F67B6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E577B-5623-4273-A43E-17948AA1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90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43A1-648E-0709-6C0C-7872F055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92D96-97EA-E7A0-3F06-37B765760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82F64-277F-B795-57D4-C62F5DEE2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D128D-CD0B-CC5B-520E-256287EF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D62A0-D0C1-E047-1A99-081ED25D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2B731-77E3-8629-4509-3F726B5C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03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6C24-2A10-721D-702B-29488A2B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A528A-C3DE-F684-29D3-E68A54DE4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D12E6-987E-A395-3DFB-E25B2889B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F05C9-6DFB-183C-F35E-CF34ACC22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1DDF8-E95D-7E18-DFD7-9FF0D1D2A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1886A-55BE-5C13-2F65-20F19561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8C90D6-F1C7-2688-B441-72C206FB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B024E-50C9-54B2-F232-86F4BCE1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29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8D91-1087-C717-B5D2-13667459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49602-2D10-1E80-9C10-7DBF9B3B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80691-437F-8BD4-5711-7AF7D63E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3C3F5-BDDD-2670-1082-484A143C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93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08F78-3B33-BD47-0E1F-1184685C4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CC4F8-88C9-2715-FE8B-D2909F3B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C517B-78E6-288F-FF87-E5A3226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F0EE-1D15-89C5-E4B7-07E97079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EA8E6-DD6B-0AFE-C0A8-F9224D9A2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480C3-0EF7-BE56-F942-99739924C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91E67-8C3D-7A8A-975C-64C67AFBF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55940-A850-C6DD-7C70-C8EF9B08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E3EB7-543C-2A45-B7FC-3D0F093A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92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42A8-A5FC-256B-210B-73A504AD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F53F3-8CE6-C414-C8BD-A7FC11CAF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95C69-AA0F-0499-9A7C-C37611E6B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8AAC5-E16E-ED97-0403-1A4FCBC0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C642F-98EF-91B3-6284-EB37DD11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41DEE-8369-5F58-5308-D2417A81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81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DB8D-7B10-E905-0AE0-8FDA7E65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A9887-8509-0AA4-0389-312B5EA14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C598F-C6B8-2836-F9BB-FFB3E7E1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BD83-0219-1412-9ECE-3BB23EDC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9F4A3-D4FC-89AE-E334-4D7BA61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43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7F676-97F2-4BAC-8039-377214384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C6E1D-13F4-1EB2-2285-9B848507B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6D6C-0FBF-5EBA-59DB-9A82C009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D2AB6-108A-C926-859C-EEBF38CD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C18C4-557A-0425-FEB4-FA7F9646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4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35E1C-08CF-B725-8107-4782FE94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1C2D6-0223-3725-C150-B80301E2F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4313D-C67D-E046-7789-2B7C0A584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ABB0B-2BB4-4AF3-9811-29FC8C07149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02EC6-617C-487F-9988-5BAB57DD8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16468-9BE8-4D8C-4B27-624D3AF2C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6DC0B-3D98-4C10-AD86-1A16DBB71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4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10.xm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0.png"/><Relationship Id="rId5" Type="http://schemas.openxmlformats.org/officeDocument/2006/relationships/image" Target="../media/image7.jp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2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3115-B581-6DF4-F1CE-413BDB53F9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Instructions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B5C6D-2F9A-101F-8644-EC2043E7A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45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133A-1099-9DD3-1F79-FCC4830CA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432"/>
            <a:ext cx="10515600" cy="64302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Here I use Power BI to load and lean up the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Open PBI -&gt; get data from CSV (Data_train.csv) and then click </a:t>
            </a:r>
            <a:r>
              <a:rPr lang="en-US" b="1" dirty="0"/>
              <a:t>transform -&gt; </a:t>
            </a:r>
            <a:r>
              <a:rPr lang="en-US" dirty="0"/>
              <a:t>If necessary, then click </a:t>
            </a:r>
            <a:r>
              <a:rPr lang="en-US" b="1" dirty="0"/>
              <a:t>use first row as header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Check : </a:t>
            </a:r>
            <a:r>
              <a:rPr lang="en-US" dirty="0" err="1"/>
              <a:t>date_of_journey</a:t>
            </a:r>
            <a:r>
              <a:rPr lang="en-US" dirty="0"/>
              <a:t> should be date type, </a:t>
            </a:r>
            <a:r>
              <a:rPr lang="en-US" dirty="0" err="1"/>
              <a:t>etc</a:t>
            </a:r>
            <a:r>
              <a:rPr lang="en-US" dirty="0"/>
              <a:t>…make sure all the columns are of required data 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Split </a:t>
            </a:r>
            <a:r>
              <a:rPr lang="en-US" dirty="0" err="1"/>
              <a:t>dep_time</a:t>
            </a:r>
            <a:r>
              <a:rPr lang="en-US" dirty="0"/>
              <a:t> column: select </a:t>
            </a:r>
            <a:r>
              <a:rPr lang="en-US" dirty="0" err="1"/>
              <a:t>dep_time</a:t>
            </a:r>
            <a:r>
              <a:rPr lang="en-US" dirty="0"/>
              <a:t> column -&gt; </a:t>
            </a:r>
            <a:r>
              <a:rPr lang="en-US" b="1" dirty="0"/>
              <a:t>split column -&gt; by delimiter</a:t>
            </a:r>
            <a:r>
              <a:rPr lang="en-US" dirty="0"/>
              <a:t> and choose colon. You should see 2 new columns -&gt; rename them to </a:t>
            </a:r>
            <a:r>
              <a:rPr lang="en-US" dirty="0" err="1"/>
              <a:t>dep_time_hours</a:t>
            </a:r>
            <a:r>
              <a:rPr lang="en-US" dirty="0"/>
              <a:t> and </a:t>
            </a:r>
            <a:r>
              <a:rPr lang="en-US" dirty="0" err="1"/>
              <a:t>dep_time_minutes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Split </a:t>
            </a:r>
            <a:r>
              <a:rPr lang="en-US" dirty="0" err="1"/>
              <a:t>arrival_time</a:t>
            </a:r>
            <a:r>
              <a:rPr lang="en-US" dirty="0"/>
              <a:t> column: select </a:t>
            </a:r>
            <a:r>
              <a:rPr lang="en-US" dirty="0" err="1"/>
              <a:t>arrival_time</a:t>
            </a:r>
            <a:r>
              <a:rPr lang="en-US" dirty="0"/>
              <a:t> column -&gt; </a:t>
            </a:r>
            <a:r>
              <a:rPr lang="en-US" b="1" dirty="0"/>
              <a:t>split column -&gt; by delimiter</a:t>
            </a:r>
            <a:r>
              <a:rPr lang="en-US" dirty="0"/>
              <a:t> and choose custom and use &lt;space&gt;. You should see 3 new columns -&gt; keep the column that shows time in </a:t>
            </a:r>
            <a:r>
              <a:rPr lang="en-US" dirty="0" err="1"/>
              <a:t>hh:mm:ss</a:t>
            </a:r>
            <a:r>
              <a:rPr lang="en-US" dirty="0"/>
              <a:t> format and remove the other 2 columns. -&gt; Then further split this </a:t>
            </a:r>
            <a:r>
              <a:rPr lang="en-US" dirty="0" err="1"/>
              <a:t>arrival_time</a:t>
            </a:r>
            <a:r>
              <a:rPr lang="en-US" dirty="0"/>
              <a:t> by delimiter colon -&gt; make sure the data type of this 2 columns are whole numbers</a:t>
            </a: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481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FFC0-96EB-6917-B1AB-3543A306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015F8-F1FB-635B-73FB-5470731EB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639"/>
            <a:ext cx="10515600" cy="643029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Split column Duration based on space following same process as above -&gt; For column Duration.1 replace the </a:t>
            </a:r>
            <a:r>
              <a:rPr lang="en-US" b="1" dirty="0"/>
              <a:t>h</a:t>
            </a:r>
            <a:r>
              <a:rPr lang="en-US" dirty="0"/>
              <a:t> with blank -&gt; For column Duration.2 replace the </a:t>
            </a:r>
            <a:r>
              <a:rPr lang="en-US" b="1" dirty="0"/>
              <a:t>null</a:t>
            </a:r>
            <a:r>
              <a:rPr lang="en-US" dirty="0"/>
              <a:t> values with 0, replace m with blank</a:t>
            </a:r>
          </a:p>
          <a:p>
            <a:pPr marL="0" indent="0">
              <a:buNone/>
            </a:pPr>
            <a:r>
              <a:rPr lang="en-US" dirty="0"/>
              <a:t>-&gt; Then make the data type above 2 columns whole number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the column Total-stops -&gt;</a:t>
            </a:r>
          </a:p>
          <a:p>
            <a:pPr marL="0" indent="0">
              <a:buNone/>
            </a:pPr>
            <a:r>
              <a:rPr lang="en-US" dirty="0"/>
              <a:t>1) replace </a:t>
            </a:r>
            <a:r>
              <a:rPr lang="en-US" b="1" dirty="0"/>
              <a:t>non-stop </a:t>
            </a:r>
            <a:r>
              <a:rPr lang="en-US" dirty="0"/>
              <a:t>with 0  </a:t>
            </a:r>
          </a:p>
          <a:p>
            <a:pPr marL="0" indent="0">
              <a:buNone/>
            </a:pPr>
            <a:r>
              <a:rPr lang="en-US" dirty="0"/>
              <a:t>2) replace </a:t>
            </a:r>
            <a:r>
              <a:rPr lang="en-US" b="1" dirty="0"/>
              <a:t>stops</a:t>
            </a:r>
            <a:r>
              <a:rPr lang="en-US" dirty="0"/>
              <a:t> with &lt;blank&gt;</a:t>
            </a:r>
          </a:p>
          <a:p>
            <a:pPr marL="0" indent="0">
              <a:buNone/>
            </a:pPr>
            <a:r>
              <a:rPr lang="en-US" dirty="0"/>
              <a:t>3) replace </a:t>
            </a:r>
            <a:r>
              <a:rPr lang="en-US" b="1" dirty="0"/>
              <a:t>stop</a:t>
            </a:r>
            <a:r>
              <a:rPr lang="en-US" dirty="0"/>
              <a:t> with &lt;blank&gt;</a:t>
            </a:r>
          </a:p>
          <a:p>
            <a:pPr marL="0" indent="0">
              <a:buNone/>
            </a:pPr>
            <a:r>
              <a:rPr lang="en-US" dirty="0"/>
              <a:t>-&gt; Change the data type to whole number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Remove column </a:t>
            </a:r>
            <a:r>
              <a:rPr lang="en-US" dirty="0" err="1"/>
              <a:t>additional_info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Change data type of column Price to fixed decimal number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Remove column Route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Close and apply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see one error -&gt; click </a:t>
            </a:r>
            <a:r>
              <a:rPr lang="en-US" b="1" dirty="0"/>
              <a:t>view error</a:t>
            </a:r>
            <a:r>
              <a:rPr lang="en-US" dirty="0"/>
              <a:t> -&gt; select that 1 record and click Remove rows icon -&gt; remove error </a:t>
            </a:r>
          </a:p>
          <a:p>
            <a:pPr marL="0" indent="0">
              <a:buNone/>
            </a:pPr>
            <a:r>
              <a:rPr lang="en-US" dirty="0"/>
              <a:t>Then also on LHS, delete the 	</a:t>
            </a:r>
            <a:r>
              <a:rPr lang="en-US" b="1" dirty="0"/>
              <a:t>Errors in </a:t>
            </a:r>
            <a:r>
              <a:rPr lang="en-US" b="1" dirty="0" err="1"/>
              <a:t>Data_train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Close and apply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è"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25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6691-3A64-2F93-0491-372D0710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2C8B-BF44-1981-05ED-AF6142FF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12" y="251928"/>
            <a:ext cx="2800739" cy="3359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600" dirty="0"/>
              <a:t>Select </a:t>
            </a:r>
            <a:r>
              <a:rPr lang="en-US" sz="1600" b="1" dirty="0"/>
              <a:t>clustered column chart</a:t>
            </a:r>
            <a:r>
              <a:rPr lang="en-US" sz="1600" dirty="0"/>
              <a:t> -&gt;</a:t>
            </a:r>
            <a:endParaRPr lang="en-IN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1E4DF-949E-68F4-501D-450CCB2AE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1" y="956612"/>
            <a:ext cx="10617155" cy="50523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DD0FF8-8B71-D690-ED51-8EE6FAC38004}"/>
                  </a:ext>
                </a:extLst>
              </p14:cNvPr>
              <p14:cNvContentPartPr/>
              <p14:nvPr/>
            </p14:nvContentPartPr>
            <p14:xfrm>
              <a:off x="8378008" y="4169630"/>
              <a:ext cx="1710000" cy="1261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DD0FF8-8B71-D690-ED51-8EE6FAC380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69008" y="4160630"/>
                <a:ext cx="1727640" cy="12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728249-57F0-108E-93E1-D14DC1670137}"/>
                  </a:ext>
                </a:extLst>
              </p14:cNvPr>
              <p14:cNvContentPartPr/>
              <p14:nvPr/>
            </p14:nvContentPartPr>
            <p14:xfrm>
              <a:off x="10776688" y="3817550"/>
              <a:ext cx="480240" cy="235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728249-57F0-108E-93E1-D14DC16701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67688" y="3808550"/>
                <a:ext cx="4978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C297DF7-3814-6BF1-1FA5-023A74523A57}"/>
                  </a:ext>
                </a:extLst>
              </p14:cNvPr>
              <p14:cNvContentPartPr/>
              <p14:nvPr/>
            </p14:nvContentPartPr>
            <p14:xfrm>
              <a:off x="10879288" y="2308790"/>
              <a:ext cx="654480" cy="332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C297DF7-3814-6BF1-1FA5-023A74523A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70288" y="2299790"/>
                <a:ext cx="67212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000AFC-4DDA-C47B-9949-A8298AED5302}"/>
                  </a:ext>
                </a:extLst>
              </p14:cNvPr>
              <p14:cNvContentPartPr/>
              <p14:nvPr/>
            </p14:nvContentPartPr>
            <p14:xfrm>
              <a:off x="9197368" y="2291510"/>
              <a:ext cx="450360" cy="450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000AFC-4DDA-C47B-9949-A8298AED530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88368" y="2282510"/>
                <a:ext cx="468000" cy="46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194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53A0AB-D7FD-7619-D330-999B827D2761}"/>
                  </a:ext>
                </a:extLst>
              </p14:cNvPr>
              <p14:cNvContentPartPr/>
              <p14:nvPr/>
            </p14:nvContentPartPr>
            <p14:xfrm>
              <a:off x="5290288" y="315371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53A0AB-D7FD-7619-D330-999B827D27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81288" y="31447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3641EA-8DC0-EA61-A7C4-BFBD22B11A55}"/>
                  </a:ext>
                </a:extLst>
              </p14:cNvPr>
              <p14:cNvContentPartPr/>
              <p14:nvPr/>
            </p14:nvContentPartPr>
            <p14:xfrm>
              <a:off x="5532928" y="62507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3641EA-8DC0-EA61-A7C4-BFBD22B11A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24288" y="61643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747ED22-5CD9-4ACE-8775-0998376E4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829" y="1719479"/>
            <a:ext cx="9294439" cy="45134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863219-9D6A-FD0A-484F-C778FB1C2635}"/>
                  </a:ext>
                </a:extLst>
              </p14:cNvPr>
              <p14:cNvContentPartPr/>
              <p14:nvPr/>
            </p14:nvContentPartPr>
            <p14:xfrm>
              <a:off x="4598008" y="2266310"/>
              <a:ext cx="3110760" cy="2530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863219-9D6A-FD0A-484F-C778FB1C26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89008" y="2257310"/>
                <a:ext cx="3128400" cy="25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540A209-8859-1D44-784E-614FFDBC3FA8}"/>
                  </a:ext>
                </a:extLst>
              </p14:cNvPr>
              <p14:cNvContentPartPr/>
              <p14:nvPr/>
            </p14:nvContentPartPr>
            <p14:xfrm>
              <a:off x="10215448" y="4319030"/>
              <a:ext cx="804960" cy="570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540A209-8859-1D44-784E-614FFDBC3F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06448" y="4310030"/>
                <a:ext cx="82260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79B54A-7C1D-160F-FD0E-509D7E5D55C2}"/>
                  </a:ext>
                </a:extLst>
              </p14:cNvPr>
              <p14:cNvContentPartPr/>
              <p14:nvPr/>
            </p14:nvContentPartPr>
            <p14:xfrm>
              <a:off x="8919088" y="4383110"/>
              <a:ext cx="1550520" cy="954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79B54A-7C1D-160F-FD0E-509D7E5D55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0448" y="4374470"/>
                <a:ext cx="156816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84AB1CF-B4CF-CB6B-60F6-7DF66BB856A7}"/>
                  </a:ext>
                </a:extLst>
              </p14:cNvPr>
              <p14:cNvContentPartPr/>
              <p14:nvPr/>
            </p14:nvContentPartPr>
            <p14:xfrm rot="-551084">
              <a:off x="9394168" y="2845430"/>
              <a:ext cx="507480" cy="507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84AB1CF-B4CF-CB6B-60F6-7DF66BB856A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rot="-551084">
                <a:off x="9385530" y="2836792"/>
                <a:ext cx="525116" cy="5251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056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03218E-D61C-634F-A732-CB402BC5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67" y="1758489"/>
            <a:ext cx="11510865" cy="49197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2B24E4-4766-9CC2-AE44-A3B1B9EFC5FA}"/>
                  </a:ext>
                </a:extLst>
              </p14:cNvPr>
              <p14:cNvContentPartPr/>
              <p14:nvPr/>
            </p14:nvContentPartPr>
            <p14:xfrm>
              <a:off x="3778288" y="4394990"/>
              <a:ext cx="3426120" cy="2035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2B24E4-4766-9CC2-AE44-A3B1B9EFC5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288" y="4386350"/>
                <a:ext cx="3443760" cy="20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5E0BFC-8F12-D757-E299-A4C6F7FF5608}"/>
                  </a:ext>
                </a:extLst>
              </p14:cNvPr>
              <p14:cNvContentPartPr/>
              <p14:nvPr/>
            </p14:nvContentPartPr>
            <p14:xfrm>
              <a:off x="9000808" y="4824830"/>
              <a:ext cx="1661040" cy="1661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5E0BFC-8F12-D757-E299-A4C6F7FF56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91808" y="4816190"/>
                <a:ext cx="1678680" cy="16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720A3F8-3505-2E53-0620-0AE772A8F3D9}"/>
                  </a:ext>
                </a:extLst>
              </p14:cNvPr>
              <p14:cNvContentPartPr/>
              <p14:nvPr/>
            </p14:nvContentPartPr>
            <p14:xfrm>
              <a:off x="10318768" y="4524230"/>
              <a:ext cx="1449000" cy="869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720A3F8-3505-2E53-0620-0AE772A8F3D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09768" y="4515230"/>
                <a:ext cx="1466640" cy="8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A387BA0-76E4-9D7C-B4EC-5AF31730B3F3}"/>
                  </a:ext>
                </a:extLst>
              </p14:cNvPr>
              <p14:cNvContentPartPr/>
              <p14:nvPr/>
            </p14:nvContentPartPr>
            <p14:xfrm>
              <a:off x="9739888" y="2729990"/>
              <a:ext cx="488520" cy="630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A387BA0-76E4-9D7C-B4EC-5AF31730B3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30888" y="2720990"/>
                <a:ext cx="506160" cy="64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67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333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UCT</dc:creator>
  <cp:lastModifiedBy>UCT</cp:lastModifiedBy>
  <cp:revision>36</cp:revision>
  <dcterms:created xsi:type="dcterms:W3CDTF">2025-08-18T18:21:21Z</dcterms:created>
  <dcterms:modified xsi:type="dcterms:W3CDTF">2025-08-18T19:29:22Z</dcterms:modified>
</cp:coreProperties>
</file>