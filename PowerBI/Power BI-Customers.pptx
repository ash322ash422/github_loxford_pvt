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85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3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05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17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36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79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13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46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409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0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6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8B531-E040-435C-AEF6-51328842B687}" type="datetimeFigureOut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51802-DEE3-442C-A093-99A4EA7E2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103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Power BI-Customers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564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the customers.csv. Show the first value as null.</a:t>
            </a:r>
          </a:p>
          <a:p>
            <a:r>
              <a:rPr lang="en-US" dirty="0"/>
              <a:t>Click Transform data: </a:t>
            </a:r>
          </a:p>
          <a:p>
            <a:pPr marL="0" indent="0">
              <a:buNone/>
            </a:pPr>
            <a:r>
              <a:rPr lang="en-US" dirty="0"/>
              <a:t>1)experiment with  </a:t>
            </a:r>
            <a:r>
              <a:rPr lang="en-US" b="1" dirty="0"/>
              <a:t>Keep rows</a:t>
            </a:r>
            <a:r>
              <a:rPr lang="en-US" dirty="0"/>
              <a:t> options and then later in </a:t>
            </a:r>
            <a:r>
              <a:rPr lang="en-US" b="1" dirty="0"/>
              <a:t>Applied steps </a:t>
            </a:r>
            <a:r>
              <a:rPr lang="en-US" dirty="0"/>
              <a:t>on RHS revert back. </a:t>
            </a:r>
          </a:p>
          <a:p>
            <a:pPr marL="0" indent="0">
              <a:buNone/>
            </a:pPr>
            <a:r>
              <a:rPr lang="en-US" dirty="0"/>
              <a:t>2) experiment with  </a:t>
            </a:r>
            <a:r>
              <a:rPr lang="en-US" b="1" dirty="0"/>
              <a:t>Remove rows</a:t>
            </a:r>
            <a:r>
              <a:rPr lang="en-US" dirty="0"/>
              <a:t> options and then later in </a:t>
            </a:r>
            <a:r>
              <a:rPr lang="en-US" b="1" dirty="0"/>
              <a:t>Applied steps </a:t>
            </a:r>
            <a:r>
              <a:rPr lang="en-US" dirty="0"/>
              <a:t>on RHS revert back.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368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column -&gt; extract …. </a:t>
            </a:r>
            <a:r>
              <a:rPr lang="en-US"/>
              <a:t>Experiment </a:t>
            </a:r>
            <a:r>
              <a:rPr lang="en-US" dirty="0"/>
              <a:t>and later revert the applied steps…extract text before del=‘@’ and use xxx@gmail.com</a:t>
            </a:r>
          </a:p>
          <a:p>
            <a:r>
              <a:rPr lang="en-US" dirty="0"/>
              <a:t>Move the columns left and right using mouse and also with </a:t>
            </a:r>
            <a:r>
              <a:rPr lang="en-US" b="1" dirty="0"/>
              <a:t>Move</a:t>
            </a:r>
            <a:r>
              <a:rPr lang="en-US" dirty="0"/>
              <a:t> options</a:t>
            </a:r>
          </a:p>
          <a:p>
            <a:r>
              <a:rPr lang="en-US" b="1" dirty="0"/>
              <a:t>Merge columns</a:t>
            </a:r>
            <a:r>
              <a:rPr lang="en-US" dirty="0"/>
              <a:t>: select 2 columns (last name and first name) and then u will see the option merge columns gets enabled. </a:t>
            </a:r>
          </a:p>
          <a:p>
            <a:r>
              <a:rPr lang="en-US" dirty="0"/>
              <a:t>Experiment with </a:t>
            </a:r>
            <a:r>
              <a:rPr lang="en-US" b="1" dirty="0"/>
              <a:t>Format</a:t>
            </a:r>
            <a:r>
              <a:rPr lang="en-US" dirty="0"/>
              <a:t> options</a:t>
            </a:r>
          </a:p>
        </p:txBody>
      </p:sp>
    </p:spTree>
    <p:extLst>
      <p:ext uri="{BB962C8B-B14F-4D97-AF65-F5344CB8AC3E}">
        <p14:creationId xmlns:p14="http://schemas.microsoft.com/office/powerpoint/2010/main" val="1775616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</TotalTime>
  <Words>122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 BI-Customers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BI-Customers</dc:title>
  <dc:creator>hi</dc:creator>
  <cp:lastModifiedBy>Ashwani Kumar</cp:lastModifiedBy>
  <cp:revision>14</cp:revision>
  <dcterms:created xsi:type="dcterms:W3CDTF">2025-05-26T14:07:22Z</dcterms:created>
  <dcterms:modified xsi:type="dcterms:W3CDTF">2025-07-14T02:16:36Z</dcterms:modified>
</cp:coreProperties>
</file>