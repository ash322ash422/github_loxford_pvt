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1F4F-0926-77F2-43F7-CC2CC8A12B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88D299-60D0-75B3-D326-454DDD47E1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2DDE9D-0ADB-9740-66A0-F7279D7EE132}"/>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5" name="Footer Placeholder 4">
            <a:extLst>
              <a:ext uri="{FF2B5EF4-FFF2-40B4-BE49-F238E27FC236}">
                <a16:creationId xmlns:a16="http://schemas.microsoft.com/office/drawing/2014/main" id="{E93450CD-3F9A-BDFA-EE25-F9D82C21BA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B8FE7-A7CA-9BFB-8EDE-FD7C33094EA0}"/>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277566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257ED-E931-FE76-7646-A4F30ECC34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6FE42E-2A31-E9A9-6713-6C390817F0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90C45-865E-F9B5-52A7-67200E4B3174}"/>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5" name="Footer Placeholder 4">
            <a:extLst>
              <a:ext uri="{FF2B5EF4-FFF2-40B4-BE49-F238E27FC236}">
                <a16:creationId xmlns:a16="http://schemas.microsoft.com/office/drawing/2014/main" id="{8763919A-7D2B-A886-3DBC-61A5BA6A56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F48AF7-085B-1FDA-2179-A67CD16E95DA}"/>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2487162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4B4A-3069-D7BD-BB76-153BDC74DC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B88C43-CEFB-7198-5D15-013BEE2A4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691BB5-AB1D-F23B-3EBD-A9BDE8A48B6C}"/>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5" name="Footer Placeholder 4">
            <a:extLst>
              <a:ext uri="{FF2B5EF4-FFF2-40B4-BE49-F238E27FC236}">
                <a16:creationId xmlns:a16="http://schemas.microsoft.com/office/drawing/2014/main" id="{040BC68A-8B06-A882-45DA-409E4F485C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6885AF-AA22-4865-1581-0D2662974585}"/>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4213481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4F47D-70E1-BEC4-8A80-37D98649D6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46D8BE-2ECF-34F6-7C42-714BC630BD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E263AF-EC31-A7A7-8E6C-495DDC8D4A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4CD868-B942-3456-2803-F2FCAFC8F2B4}"/>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6" name="Footer Placeholder 5">
            <a:extLst>
              <a:ext uri="{FF2B5EF4-FFF2-40B4-BE49-F238E27FC236}">
                <a16:creationId xmlns:a16="http://schemas.microsoft.com/office/drawing/2014/main" id="{14EF5982-CBB7-6B49-C108-E58C8CD4DE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79552-35C6-0336-174F-78138FDFB03B}"/>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2122415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1DFEF-ACB4-5A5E-2914-ACAA6A43E5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BB722C-96EC-E750-6153-E95E5CBEDC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A96078-2846-390C-A15A-3F7CE31A4D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F8DDDD-A322-666F-5DF9-D634D70B86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C055B0-648B-8E4F-F778-50712A2150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C5FB16-618B-5226-84C1-9D8F73B44AD0}"/>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8" name="Footer Placeholder 7">
            <a:extLst>
              <a:ext uri="{FF2B5EF4-FFF2-40B4-BE49-F238E27FC236}">
                <a16:creationId xmlns:a16="http://schemas.microsoft.com/office/drawing/2014/main" id="{8C39CAF2-5A83-B423-32A7-6FA7EB8094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15A50F-9AAA-6564-B03A-2090D2B6C12A}"/>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2378673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B6C43-C04D-7953-69B5-D60CEA679F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761A3B3-8861-ABD4-B298-653998B389D9}"/>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4" name="Footer Placeholder 3">
            <a:extLst>
              <a:ext uri="{FF2B5EF4-FFF2-40B4-BE49-F238E27FC236}">
                <a16:creationId xmlns:a16="http://schemas.microsoft.com/office/drawing/2014/main" id="{36A8CCAA-1F88-B89F-D8C5-53E30923C1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772A23-3451-CF52-8EF4-D1558B11741A}"/>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38677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A83521-2208-CA28-3703-57860B32151E}"/>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3" name="Footer Placeholder 2">
            <a:extLst>
              <a:ext uri="{FF2B5EF4-FFF2-40B4-BE49-F238E27FC236}">
                <a16:creationId xmlns:a16="http://schemas.microsoft.com/office/drawing/2014/main" id="{E623093F-07A7-73D8-404D-AFE223D120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21B450-C15E-8B09-F67A-D028FDA3B7A7}"/>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1526060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D0C7C-31B3-E9A5-34F4-660CFFEF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A3E6BA-9E71-6633-F371-5EAF62C475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BF8869-E82C-0EB3-B47C-72B7022398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4377AC-872E-BD2C-526F-89C28F7330D5}"/>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6" name="Footer Placeholder 5">
            <a:extLst>
              <a:ext uri="{FF2B5EF4-FFF2-40B4-BE49-F238E27FC236}">
                <a16:creationId xmlns:a16="http://schemas.microsoft.com/office/drawing/2014/main" id="{8F268398-1FF2-59CE-A52C-F5E116861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6E8515-684D-D89F-0E3D-C69B98761446}"/>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2959155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BE958-93CA-ECB3-A68F-9A7BE1925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52890B-A1FF-DA3C-5EBF-4E9A7A2558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7626F67-E21F-6DED-7E0E-4BBFCF9103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212C18-7313-D2CE-95F7-41AAB5A5421C}"/>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6" name="Footer Placeholder 5">
            <a:extLst>
              <a:ext uri="{FF2B5EF4-FFF2-40B4-BE49-F238E27FC236}">
                <a16:creationId xmlns:a16="http://schemas.microsoft.com/office/drawing/2014/main" id="{88F9FC77-B00F-8350-A576-CCFF4F4E76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947241-6BBD-D891-FE62-2AFAACC55883}"/>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46731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70181-598C-52F0-797F-9C12FB089A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7E81AA-7E24-3E43-0D1A-9609BD30EF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1502B7-6216-6AFE-7083-C8D23BBEE1AC}"/>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5" name="Footer Placeholder 4">
            <a:extLst>
              <a:ext uri="{FF2B5EF4-FFF2-40B4-BE49-F238E27FC236}">
                <a16:creationId xmlns:a16="http://schemas.microsoft.com/office/drawing/2014/main" id="{15D735C3-4B77-5743-F160-5D876AC194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8D544-6FB4-6AB9-54AF-AE8EB1EE1A1D}"/>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1434903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F8991E-B485-184F-AF16-4A11490AA5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E81BA5-6ACC-432F-C970-5BA6561971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06EBE8-4A2E-264A-6614-F0AE181DE6F3}"/>
              </a:ext>
            </a:extLst>
          </p:cNvPr>
          <p:cNvSpPr>
            <a:spLocks noGrp="1"/>
          </p:cNvSpPr>
          <p:nvPr>
            <p:ph type="dt" sz="half" idx="10"/>
          </p:nvPr>
        </p:nvSpPr>
        <p:spPr/>
        <p:txBody>
          <a:bodyPr/>
          <a:lstStyle/>
          <a:p>
            <a:fld id="{A76BFAE1-83FB-4DB7-8F93-5D9AE97B2704}" type="datetimeFigureOut">
              <a:rPr lang="en-US" smtClean="0"/>
              <a:t>10/4/2025</a:t>
            </a:fld>
            <a:endParaRPr lang="en-US"/>
          </a:p>
        </p:txBody>
      </p:sp>
      <p:sp>
        <p:nvSpPr>
          <p:cNvPr id="5" name="Footer Placeholder 4">
            <a:extLst>
              <a:ext uri="{FF2B5EF4-FFF2-40B4-BE49-F238E27FC236}">
                <a16:creationId xmlns:a16="http://schemas.microsoft.com/office/drawing/2014/main" id="{44A7D47D-C1FE-6921-6A4D-568BE3B05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22E610-E378-AF47-9CB9-01F158E09BC4}"/>
              </a:ext>
            </a:extLst>
          </p:cNvPr>
          <p:cNvSpPr>
            <a:spLocks noGrp="1"/>
          </p:cNvSpPr>
          <p:nvPr>
            <p:ph type="sldNum" sz="quarter" idx="12"/>
          </p:nvPr>
        </p:nvSpPr>
        <p:spPr/>
        <p:txBody>
          <a:bodyPr/>
          <a:lstStyle/>
          <a:p>
            <a:fld id="{29B1A258-B5D1-435D-A8FA-C9A671969B83}" type="slidenum">
              <a:rPr lang="en-US" smtClean="0"/>
              <a:t>‹#›</a:t>
            </a:fld>
            <a:endParaRPr lang="en-US"/>
          </a:p>
        </p:txBody>
      </p:sp>
    </p:spTree>
    <p:extLst>
      <p:ext uri="{BB962C8B-B14F-4D97-AF65-F5344CB8AC3E}">
        <p14:creationId xmlns:p14="http://schemas.microsoft.com/office/powerpoint/2010/main" val="2403102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FF988-2A42-462B-AF0F-F60AEB5591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9F9133-0130-E007-56F3-0375ED1656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81005-C9A7-DCA7-3063-F4E9D58D6D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6BFAE1-83FB-4DB7-8F93-5D9AE97B2704}" type="datetimeFigureOut">
              <a:rPr lang="en-US" smtClean="0"/>
              <a:t>10/4/2025</a:t>
            </a:fld>
            <a:endParaRPr lang="en-US"/>
          </a:p>
        </p:txBody>
      </p:sp>
      <p:sp>
        <p:nvSpPr>
          <p:cNvPr id="5" name="Footer Placeholder 4">
            <a:extLst>
              <a:ext uri="{FF2B5EF4-FFF2-40B4-BE49-F238E27FC236}">
                <a16:creationId xmlns:a16="http://schemas.microsoft.com/office/drawing/2014/main" id="{9DF1C2EE-0AD8-14A2-D3FE-068C18DBD5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344A4B-12F3-D904-EB3C-DDC6EDC613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B1A258-B5D1-435D-A8FA-C9A671969B83}" type="slidenum">
              <a:rPr lang="en-US" smtClean="0"/>
              <a:t>‹#›</a:t>
            </a:fld>
            <a:endParaRPr lang="en-US"/>
          </a:p>
        </p:txBody>
      </p:sp>
    </p:spTree>
    <p:extLst>
      <p:ext uri="{BB962C8B-B14F-4D97-AF65-F5344CB8AC3E}">
        <p14:creationId xmlns:p14="http://schemas.microsoft.com/office/powerpoint/2010/main" val="4198847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77312-3778-5C60-4498-3DE99EE12C7A}"/>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5E8CE5EF-1754-5389-3FE3-BDD081856278}"/>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594902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8D3507-FCE5-4690-C06F-AE2C31560808}"/>
              </a:ext>
            </a:extLst>
          </p:cNvPr>
          <p:cNvSpPr>
            <a:spLocks noGrp="1"/>
          </p:cNvSpPr>
          <p:nvPr>
            <p:ph idx="1"/>
          </p:nvPr>
        </p:nvSpPr>
        <p:spPr/>
        <p:txBody>
          <a:bodyPr>
            <a:normAutofit fontScale="70000" lnSpcReduction="20000"/>
          </a:bodyPr>
          <a:lstStyle/>
          <a:p>
            <a:pPr marL="0" indent="0">
              <a:buNone/>
            </a:pPr>
            <a:r>
              <a:rPr lang="en-US" dirty="0"/>
              <a:t>"Power BI is a powerful business analytics tool developed by Microsoft that helps us transform raw data into meaningful insights. In simple words, it takes data from different sources, organizes it, and allows us to create interactive dashboards and reports.</a:t>
            </a:r>
          </a:p>
          <a:p>
            <a:pPr marL="0" indent="0">
              <a:buNone/>
            </a:pPr>
            <a:r>
              <a:rPr lang="en-US" dirty="0"/>
              <a:t>One of the biggest advantages of Power BI is its ability to connect with almost any data source — whether it’s an Excel file, a database, cloud services like Azure, or even online platforms such as Google Analytics or Salesforce.</a:t>
            </a:r>
          </a:p>
          <a:p>
            <a:pPr marL="0" indent="0">
              <a:buNone/>
            </a:pPr>
            <a:r>
              <a:rPr lang="en-US" dirty="0"/>
              <a:t>Once the data is connected, we can clean, transform, and model it inside Power BI. Then, using its drag-and-drop interface, we can build charts, graphs, and visual dashboards that make the story behind the data very easy to understand.</a:t>
            </a:r>
          </a:p>
          <a:p>
            <a:pPr marL="0" indent="0">
              <a:buNone/>
            </a:pPr>
            <a:r>
              <a:rPr lang="en-US" dirty="0"/>
              <a:t>Another important feature is interactivity. For example, if I click on a particular chart or filter, the rest of the dashboard updates instantly. This makes data exploration dynamic and helps decision-makers find answers quickly.</a:t>
            </a:r>
          </a:p>
          <a:p>
            <a:pPr marL="0" indent="0">
              <a:buNone/>
            </a:pPr>
            <a:r>
              <a:rPr lang="en-US" dirty="0"/>
              <a:t>Power BI is also cloud-based, which means we can publish our reports online and share them with team members or stakeholders, so everyone can access the same version of truth from anywhere.</a:t>
            </a:r>
          </a:p>
          <a:p>
            <a:pPr marL="0" indent="0">
              <a:buNone/>
            </a:pPr>
            <a:r>
              <a:rPr lang="en-US" dirty="0"/>
              <a:t>In short, Power BI turns complex data into simple visuals and provides a powerful way for businesses to make data-driven decisions."</a:t>
            </a:r>
          </a:p>
          <a:p>
            <a:pPr marL="0" indent="0">
              <a:buNone/>
            </a:pPr>
            <a:endParaRPr lang="en-US" dirty="0"/>
          </a:p>
        </p:txBody>
      </p:sp>
    </p:spTree>
    <p:extLst>
      <p:ext uri="{BB962C8B-B14F-4D97-AF65-F5344CB8AC3E}">
        <p14:creationId xmlns:p14="http://schemas.microsoft.com/office/powerpoint/2010/main" val="26269191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Words>
  <Application>Microsoft Office PowerPoint</Application>
  <PresentationFormat>Widescreen</PresentationFormat>
  <Paragraphs>6</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cp:revision>
  <dcterms:created xsi:type="dcterms:W3CDTF">2025-10-04T06:23:13Z</dcterms:created>
  <dcterms:modified xsi:type="dcterms:W3CDTF">2025-10-04T06:24:11Z</dcterms:modified>
</cp:coreProperties>
</file>