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6" r:id="rId3"/>
    <p:sldId id="277" r:id="rId4"/>
    <p:sldId id="275" r:id="rId5"/>
    <p:sldId id="279" r:id="rId6"/>
    <p:sldId id="280" r:id="rId7"/>
    <p:sldId id="278" r:id="rId8"/>
    <p:sldId id="281" r:id="rId9"/>
    <p:sldId id="282" r:id="rId10"/>
    <p:sldId id="283" r:id="rId11"/>
    <p:sldId id="28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5:39:45.6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0 268 24575,'2'8'0,"0"0"0,0-1 0,1 1 0,0-1 0,0 0 0,1 1 0,0-2 0,0 1 0,9 10 0,-2-1 0,23 40 0,-6-12 0,43 56 0,-70-100 0,-1 1 0,1-1 0,-1 1 0,1-1 0,0 1 0,-1-1 0,1 0 0,0 1 0,0-1 0,-1 0 0,1 1 0,0-1 0,0 0 0,-1 0 0,1 0 0,0 0 0,0 0 0,-1 0 0,1 0 0,0 0 0,0 0 0,0 0 0,-1 0 0,1 0 0,0-1 0,0 1 0,-1 0 0,1-1 0,0 1 0,-1 0 0,1-1 0,0 1 0,-1-1 0,1 1 0,-1-1 0,1 1 0,-1-1 0,1 0 0,0 0 0,27-35 0,-20 26 0,11-16 0,31-45 0,4 3 0,3 2 0,78-70 0,2 26-1365,-88 70-5461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5:39:47.50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0 553 24575,'5'0'0,"5"5"0,10 5 0,1 5 0,2 1 0,-3-7 0,12-27 0,22-36 0,32-26 0,15-17 0,-1-1 0,-6 13 0,-4 11 0,-14 15 0,-20 17-8191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5:59:33.99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5:59:40.70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1 509 24575,'0'-5'0,"2"-9"0,12 26 0,16 42 0,-27-47 0,0 0 0,0 0 0,0-1 0,1 1 0,0-1 0,0 0 0,0 0 0,1 0 0,0 0 0,0-1 0,12 9 0,-14-13 0,0 0 0,0-1 0,0 1 0,-1-1 0,1 0 0,0 0 0,0 0 0,0-1 0,0 1 0,0-1 0,-1 1 0,1-1 0,0 0 0,-1 0 0,1 0 0,0 0 0,-1-1 0,1 1 0,-1-1 0,0 1 0,1-1 0,-1 0 0,0 0 0,0 0 0,0 0 0,2-4 0,45-47 0,79-114 0,20-22 0,31 20-1365,-137 134-5461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07:20.21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1 612 24575,'6'0'0,"0"1"0,0 0 0,0 0 0,0 1 0,-1 0 0,1 0 0,0 0 0,-1 1 0,1 0 0,-1 0 0,0 0 0,0 1 0,0-1 0,0 1 0,-1 0 0,0 1 0,5 5 0,9 12 0,0 1 0,19 36 0,-17-26 0,-2-1 0,16 26 0,-32-55 0,0 0 0,0 0 0,1 0 0,-1 0 0,1-1 0,0 1 0,0-1 0,0 1 0,0-1 0,0 0 0,0 0 0,7 3 0,-8-5 0,0 0 0,-1 0 0,1 1 0,0-1 0,0 0 0,0-1 0,0 1 0,0 0 0,-1 0 0,1-1 0,0 1 0,0-1 0,-1 0 0,1 1 0,0-1 0,0 0 0,-1 0 0,3-2 0,28-26 0,-26 22 0,63-69 0,90-133 0,-59 74 0,188-211 0,-240 291 0,-17 12-1365,-22 24-5461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1:20.56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1 444 24575,'4'4'0,"6"6"0,1 6 0,-1 8 0,-2 5 0,1 2 0,8-10 0,6-11 0,7-21 0,12-31 0,16-29 0,6-11 0,2-9 0,6 6 0,-9 10 0,-6 17 0,-9 14 0,-12 15-8191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1:24.17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77 24575,'0'-2'0,"1"0"0,-1 0 0,1-1 0,-1 1 0,1 0 0,0 0 0,0 0 0,0 0 0,0 0 0,0 0 0,0 0 0,1 1 0,-1-1 0,1 0 0,-1 1 0,1-1 0,-1 1 0,1-1 0,0 1 0,0 0 0,0 0 0,0 0 0,0 0 0,0 0 0,0 0 0,0 0 0,0 1 0,0-1 0,1 1 0,3-1 0,11-2 0,0 1 0,1 1 0,17 1 0,-10-1 0,99-9 0,112-4 0,418 15 0,-623 1 0,0 1 0,0 2 0,42 11 0,-41-8 0,0-1 0,63 4 0,17 2 0,-79-8 0,51 2 0,52 6 0,-91-7 0,55 1 0,442-8 0,-516-1 0,1 0 0,27-7 0,-25 3 0,43-1 0,-23 6 0,85-13 0,-42 1 47,-55 9-753,61-15 0,-63 9-6120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1:26.75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24575,'11'1'0,"-1"0"0,0 1 0,0 0 0,14 6 0,9 2 0,-6-4 0,116 27 0,264 27 0,-295-52 0,-1 5 0,114 28 0,-180-33 0,92 5 0,-89-11 0,76 15 0,-79-7 0,1-1 0,-1-3 0,1-1 0,0-3 0,1-1 0,80-10 0,-103 3-19,0-1-1,-1-1 1,43-21-1,-23 9-1267,-12 8-5539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1:28.8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77 24575,'404'-26'0,"-77"2"0,-184 20 0,166-8 0,147 2-195,-336 10-975,-88 0-5656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29.7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338 26 24575,'64'-11'0,"-14"2"0,-36 7 0,2 0 0,0 1 0,1 0 0,-1 1 0,23 4 0,-35-4 0,-1 1 0,1-1 0,0 1 0,-1 1 0,1-1 0,-1 0 0,0 1 0,1 0 0,-1-1 0,0 1 0,0 0 0,0 1 0,0-1 0,-1 1 0,1-1 0,-1 1 0,1 0 0,-1 0 0,0 0 0,0 0 0,0 0 0,0 0 0,-1 1 0,0-1 0,2 4 0,1 8 0,-1 0 0,-1 1 0,0-1 0,-1 1 0,0-1 0,-1 0 0,-3 21 0,-5 12 0,-13 46 0,11-56 0,1-1 0,-4 63 0,11 362 0,5-223 0,-3-232 0,0-1 0,-1 0 0,0 0 0,0 1 0,0-1 0,0 0 0,-1 0 0,0 0 0,-1-1 0,1 1 0,-1 0 0,0-1 0,0 1 0,-1-1 0,-4 5 0,2-4 0,0 0 0,-1-1 0,1 1 0,-1-1 0,0-1 0,-1 0 0,1 0 0,-1 0 0,-16 5 0,-7-1 0,-1-2 0,0-1 0,0-1 0,-56-1 0,-119-5-1365,158 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34.5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2 396 24575,'0'35'0,"-1"-7"0,1 0 0,1 0 0,1 0 0,2 0 0,11 42 0,-14-67 0,0 1 0,0-1 0,1 0 0,-1 0 0,1 0 0,0 0 0,0 0 0,0 0 0,0 0 0,1-1 0,-1 1 0,1-1 0,-1 0 0,1 0 0,0 0 0,0 0 0,0 0 0,0 0 0,0-1 0,0 0 0,0 1 0,1-1 0,-1 0 0,1-1 0,-1 1 0,0-1 0,1 1 0,-1-1 0,1 0 0,-1 0 0,1 0 0,-1-1 0,1 1 0,3-2 0,14-3 0,-1-1 0,0 0 0,0-2 0,28-14 0,-32 14 0,70-38 0,-3-4 0,108-84 0,-63 42 0,30-14 42,88-63-1449,-189 125-5419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35.8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0 363 24575,'9'4'0,"2"6"0,5 10 0,-2 10 0,7 13 0,-2 3 0,2-5 0,5-15 0,20-21 0,15-31 0,19-22 0,21-18 0,20-17 0,2-10 0,-15 1 0,-18 12 0,-20 20 0,-21 20-8191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38.2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16 392 24575,'-4'0'0,"-2"9"0,1 11 0,5 7 0,2 3 0,2 0 0,8-4 0,15-15 0,16-19 0,18-21 0,20-22 0,22-11 0,16-13 0,-5-2 0,-12 3 0,-11 7 0,-16 9 0,-22 15-8191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29.7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338 26 24575,'64'-11'0,"-14"2"0,-36 7 0,2 0 0,0 1 0,1 0 0,-1 1 0,23 4 0,-35-4 0,-1 1 0,1-1 0,0 1 0,-1 1 0,1-1 0,-1 0 0,0 1 0,1 0 0,-1-1 0,0 1 0,0 0 0,0 1 0,0-1 0,-1 1 0,1-1 0,-1 1 0,1 0 0,-1 0 0,0 0 0,0 0 0,0 0 0,0 0 0,-1 1 0,0-1 0,2 4 0,1 8 0,-1 0 0,-1 1 0,0-1 0,-1 1 0,0-1 0,-1 0 0,-3 21 0,-5 12 0,-13 46 0,11-56 0,1-1 0,-4 63 0,11 362 0,5-223 0,-3-232 0,0-1 0,-1 0 0,0 0 0,0 1 0,0-1 0,0 0 0,-1 0 0,0 0 0,-1-1 0,1 1 0,-1 0 0,0-1 0,0 1 0,-1-1 0,-4 5 0,2-4 0,0 0 0,-1-1 0,1 1 0,-1-1 0,0-1 0,-1 0 0,1 0 0,-1 0 0,-16 5 0,-7-1 0,-1-2 0,0-1 0,0-1 0,-56-1 0,-119-5-1365,158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34.5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2 396 24575,'0'35'0,"-1"-7"0,1 0 0,1 0 0,1 0 0,2 0 0,11 42 0,-14-67 0,0 1 0,0-1 0,1 0 0,-1 0 0,1 0 0,0 0 0,0 0 0,0 0 0,0 0 0,1-1 0,-1 1 0,1-1 0,-1 0 0,1 0 0,0 0 0,0 0 0,0 0 0,0 0 0,0-1 0,0 0 0,0 1 0,1-1 0,-1 0 0,1-1 0,-1 1 0,0-1 0,1 1 0,-1-1 0,1 0 0,-1 0 0,1 0 0,-1-1 0,1 1 0,3-2 0,14-3 0,-1-1 0,0 0 0,0-2 0,28-14 0,-32 14 0,70-38 0,-3-4 0,108-84 0,-63 42 0,30-14 42,88-63-1449,-189 125-5419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35.8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0 363 24575,'9'4'0,"2"6"0,5 10 0,-2 10 0,7 13 0,-2 3 0,2-5 0,5-15 0,20-21 0,15-31 0,19-22 0,21-18 0,20-17 0,2-10 0,-15 1 0,-18 12 0,-20 20 0,-21 20-8191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38.2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16 392 24575,'-4'0'0,"-2"9"0,1 11 0,5 7 0,2 3 0,2 0 0,8-4 0,15-15 0,16-19 0,18-21 0,20-22 0,22-11 0,16-13 0,-5-2 0,-12 3 0,-11 7 0,-16 9 0,-22 15-8191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29.7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338 26 24575,'64'-11'0,"-14"2"0,-36 7 0,2 0 0,0 1 0,1 0 0,-1 1 0,23 4 0,-35-4 0,-1 1 0,1-1 0,0 1 0,-1 1 0,1-1 0,-1 0 0,0 1 0,1 0 0,-1-1 0,0 1 0,0 0 0,0 1 0,0-1 0,-1 1 0,1-1 0,-1 1 0,1 0 0,-1 0 0,0 0 0,0 0 0,0 0 0,0 0 0,-1 1 0,0-1 0,2 4 0,1 8 0,-1 0 0,-1 1 0,0-1 0,-1 1 0,0-1 0,-1 0 0,-3 21 0,-5 12 0,-13 46 0,11-56 0,1-1 0,-4 63 0,11 362 0,5-223 0,-3-232 0,0-1 0,-1 0 0,0 0 0,0 1 0,0-1 0,0 0 0,-1 0 0,0 0 0,-1-1 0,1 1 0,-1 0 0,0-1 0,0 1 0,-1-1 0,-4 5 0,2-4 0,0 0 0,-1-1 0,1 1 0,-1-1 0,0-1 0,-1 0 0,1 0 0,-1 0 0,-16 5 0,-7-1 0,-1-2 0,0-1 0,0-1 0,-56-1 0,-119-5-1365,158 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34.5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2 396 24575,'0'35'0,"-1"-7"0,1 0 0,1 0 0,1 0 0,2 0 0,11 42 0,-14-67 0,0 1 0,0-1 0,1 0 0,-1 0 0,1 0 0,0 0 0,0 0 0,0 0 0,0 0 0,1-1 0,-1 1 0,1-1 0,-1 0 0,1 0 0,0 0 0,0 0 0,0 0 0,0 0 0,0-1 0,0 0 0,0 1 0,1-1 0,-1 0 0,1-1 0,-1 1 0,0-1 0,1 1 0,-1-1 0,1 0 0,-1 0 0,1 0 0,-1-1 0,1 1 0,3-2 0,14-3 0,-1-1 0,0 0 0,0-2 0,28-14 0,-32 14 0,70-38 0,-3-4 0,108-84 0,-63 42 0,30-14 42,88-63-1449,-189 125-5419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35.8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0 363 24575,'9'4'0,"2"6"0,5 10 0,-2 10 0,7 13 0,-2 3 0,2-5 0,5-15 0,20-21 0,15-31 0,19-22 0,21-18 0,20-17 0,2-10 0,-15 1 0,-18 12 0,-20 20 0,-21 20-8191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16:13:38.2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16 392 24575,'-4'0'0,"-2"9"0,1 11 0,5 7 0,2 3 0,2 0 0,8-4 0,15-15 0,16-19 0,18-21 0,20-22 0,22-11 0,16-13 0,-5-2 0,-12 3 0,-11 7 0,-16 9 0,-22 15-8191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27.png"/><Relationship Id="rId10" Type="http://schemas.openxmlformats.org/officeDocument/2006/relationships/image" Target="../media/image30.png"/><Relationship Id="rId4" Type="http://schemas.openxmlformats.org/officeDocument/2006/relationships/customXml" Target="../ink/ink15.xml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customXml" Target="../ink/ink19.xml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B631E5-D2CB-0C1C-2691-7291DFDEA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96" y="553334"/>
            <a:ext cx="9017007" cy="61766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9C7733-7281-622C-420A-052A3BF29863}"/>
                  </a:ext>
                </a:extLst>
              </p14:cNvPr>
              <p14:cNvContentPartPr/>
              <p14:nvPr/>
            </p14:nvContentPartPr>
            <p14:xfrm>
              <a:off x="5934384" y="4475376"/>
              <a:ext cx="270000" cy="205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9C7733-7281-622C-420A-052A3BF298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8264" y="4469256"/>
                <a:ext cx="2822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B17ABA-475A-A2B8-394A-872D73036124}"/>
                  </a:ext>
                </a:extLst>
              </p14:cNvPr>
              <p14:cNvContentPartPr/>
              <p14:nvPr/>
            </p14:nvContentPartPr>
            <p14:xfrm>
              <a:off x="3995784" y="4601376"/>
              <a:ext cx="283680" cy="218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B17ABA-475A-A2B8-394A-872D730361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89664" y="4595256"/>
                <a:ext cx="295920" cy="2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3E62F3-4AAB-B05F-9DC2-FD35F2A0CFB9}"/>
                  </a:ext>
                </a:extLst>
              </p14:cNvPr>
              <p14:cNvContentPartPr/>
              <p14:nvPr/>
            </p14:nvContentPartPr>
            <p14:xfrm>
              <a:off x="5696424" y="340149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3E62F3-4AAB-B05F-9DC2-FD35F2A0CF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90304" y="339537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6E11EAC-DFD1-DA2C-92EA-27F9D526E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10" y="1442760"/>
            <a:ext cx="5134692" cy="39724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2A2F9C-7B81-D17D-32F7-EA4E70C6667A}"/>
                  </a:ext>
                </a:extLst>
              </p14:cNvPr>
              <p14:cNvContentPartPr/>
              <p14:nvPr/>
            </p14:nvContentPartPr>
            <p14:xfrm>
              <a:off x="2971440" y="2276496"/>
              <a:ext cx="261000" cy="231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2A2F9C-7B81-D17D-32F7-EA4E70C666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5320" y="2270376"/>
                <a:ext cx="273240" cy="24336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29359A8-9EC0-A1B0-4DAD-B9D621C25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927391"/>
            <a:ext cx="5905307" cy="410551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1365EE6-7AD0-B96A-B721-E0E7EEAC90EB}"/>
              </a:ext>
            </a:extLst>
          </p:cNvPr>
          <p:cNvSpPr/>
          <p:nvPr/>
        </p:nvSpPr>
        <p:spPr>
          <a:xfrm>
            <a:off x="5358384" y="3072384"/>
            <a:ext cx="612648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6EF313-BB53-CEB4-181F-17AB57F7E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872905"/>
            <a:ext cx="6484651" cy="511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6CD6-B727-47D6-DF97-D100E21C9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772EDF-93C6-C920-7415-4E89EE4C7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08" y="448056"/>
            <a:ext cx="7846268" cy="487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7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DC85-8200-AF17-2CCC-73661000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9EC562-DF8A-8334-46BB-86ABD9D4C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785" y="1453896"/>
            <a:ext cx="5682433" cy="37225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198184F-71B8-E1BC-4EC0-EB6D59CDECFA}"/>
                  </a:ext>
                </a:extLst>
              </p14:cNvPr>
              <p14:cNvContentPartPr/>
              <p14:nvPr/>
            </p14:nvContentPartPr>
            <p14:xfrm>
              <a:off x="3200184" y="4196376"/>
              <a:ext cx="383760" cy="334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198184F-71B8-E1BC-4EC0-EB6D59CDEC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4064" y="4190256"/>
                <a:ext cx="396000" cy="34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0567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224EA-88EF-9702-71E6-CECA514D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5B8910-61B3-A30E-E101-2DBB7BB3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01" y="612648"/>
            <a:ext cx="9588129" cy="546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65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0413-F8B4-69E8-6E10-3673A64A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A5DC6-6631-5712-2DB1-ACDDB026F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60" y="118873"/>
            <a:ext cx="6542856" cy="24806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F04CA5-C391-6293-0516-63DBD611A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206570"/>
            <a:ext cx="5820840" cy="45325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346014-3190-D556-719F-E5E9A5490FDD}"/>
                  </a:ext>
                </a:extLst>
              </p14:cNvPr>
              <p14:cNvContentPartPr/>
              <p14:nvPr/>
            </p14:nvContentPartPr>
            <p14:xfrm>
              <a:off x="11201184" y="5911776"/>
              <a:ext cx="226440" cy="212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346014-3190-D556-719F-E5E9A5490F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95064" y="5905656"/>
                <a:ext cx="2386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F8A744-02E0-9A46-39F1-FCCFEB6E339E}"/>
                  </a:ext>
                </a:extLst>
              </p14:cNvPr>
              <p14:cNvContentPartPr/>
              <p14:nvPr/>
            </p14:nvContentPartPr>
            <p14:xfrm>
              <a:off x="10021824" y="6162696"/>
              <a:ext cx="1154160" cy="37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F8A744-02E0-9A46-39F1-FCCFEB6E33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15704" y="6156576"/>
                <a:ext cx="11664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DFCD3F-88D3-1BC3-2B2E-730A03CC3EA0}"/>
                  </a:ext>
                </a:extLst>
              </p14:cNvPr>
              <p14:cNvContentPartPr/>
              <p14:nvPr/>
            </p14:nvContentPartPr>
            <p14:xfrm>
              <a:off x="1389744" y="2496096"/>
              <a:ext cx="752760" cy="93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DFCD3F-88D3-1BC3-2B2E-730A03CC3EA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83624" y="2489976"/>
                <a:ext cx="7650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355C9E6-4679-E6C5-7E3D-64F0FE51F83A}"/>
                  </a:ext>
                </a:extLst>
              </p14:cNvPr>
              <p14:cNvContentPartPr/>
              <p14:nvPr/>
            </p14:nvContentPartPr>
            <p14:xfrm>
              <a:off x="4197024" y="2486736"/>
              <a:ext cx="645120" cy="28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355C9E6-4679-E6C5-7E3D-64F0FE51F8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90904" y="2480616"/>
                <a:ext cx="657360" cy="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4664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B9467-F3E0-C480-3F23-D8313937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708DDA-14DF-DEAA-D5B1-C76A7E3EE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93" y="1336887"/>
            <a:ext cx="6220693" cy="33246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5D1AE5-BD5A-FE8C-B219-2B58ADA25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692" y="0"/>
            <a:ext cx="3869336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A42555-FFD3-5F2B-D9FC-E643F455EB4F}"/>
                  </a:ext>
                </a:extLst>
              </p14:cNvPr>
              <p14:cNvContentPartPr/>
              <p14:nvPr/>
            </p14:nvContentPartPr>
            <p14:xfrm>
              <a:off x="10348344" y="1344096"/>
              <a:ext cx="235800" cy="505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A42555-FFD3-5F2B-D9FC-E643F455EB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42224" y="1337976"/>
                <a:ext cx="24804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516712E-6314-51C5-0566-E9BBBF14F27D}"/>
                  </a:ext>
                </a:extLst>
              </p14:cNvPr>
              <p14:cNvContentPartPr/>
              <p14:nvPr/>
            </p14:nvContentPartPr>
            <p14:xfrm>
              <a:off x="10112544" y="4868496"/>
              <a:ext cx="438120" cy="252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516712E-6314-51C5-0566-E9BBBF14F2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06424" y="4862376"/>
                <a:ext cx="4503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84DDA50-892F-60CE-F0F3-549A793B563B}"/>
                  </a:ext>
                </a:extLst>
              </p14:cNvPr>
              <p14:cNvContentPartPr/>
              <p14:nvPr/>
            </p14:nvContentPartPr>
            <p14:xfrm>
              <a:off x="10689264" y="1359936"/>
              <a:ext cx="355320" cy="212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84DDA50-892F-60CE-F0F3-549A793B56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83144" y="1353816"/>
                <a:ext cx="3675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446C8D8-E43D-FBC4-6E9C-EC8DF8B6599F}"/>
                  </a:ext>
                </a:extLst>
              </p14:cNvPr>
              <p14:cNvContentPartPr/>
              <p14:nvPr/>
            </p14:nvContentPartPr>
            <p14:xfrm>
              <a:off x="10454904" y="5939496"/>
              <a:ext cx="320040" cy="196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446C8D8-E43D-FBC4-6E9C-EC8DF8B6599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448784" y="5933376"/>
                <a:ext cx="332280" cy="2084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7166BAF-F7BD-0AF8-BA37-55D0F070A022}"/>
              </a:ext>
            </a:extLst>
          </p:cNvPr>
          <p:cNvSpPr txBox="1"/>
          <p:nvPr/>
        </p:nvSpPr>
        <p:spPr>
          <a:xfrm>
            <a:off x="1225296" y="6382512"/>
            <a:ext cx="2585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restart the windows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270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7DCE-BAD9-4AFF-AFFC-F06768B09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C493793-6597-AEB8-64A7-592A9E83B33F}"/>
                  </a:ext>
                </a:extLst>
              </p14:cNvPr>
              <p14:cNvContentPartPr/>
              <p14:nvPr/>
            </p14:nvContentPartPr>
            <p14:xfrm>
              <a:off x="10348344" y="1344096"/>
              <a:ext cx="235800" cy="505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C493793-6597-AEB8-64A7-592A9E83B3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42233" y="1337980"/>
                <a:ext cx="248021" cy="5173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FEA67FF-C62C-2604-E3FD-C6C2395FD94D}"/>
                  </a:ext>
                </a:extLst>
              </p14:cNvPr>
              <p14:cNvContentPartPr/>
              <p14:nvPr/>
            </p14:nvContentPartPr>
            <p14:xfrm>
              <a:off x="10112544" y="4868496"/>
              <a:ext cx="438120" cy="252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FEA67FF-C62C-2604-E3FD-C6C2395FD9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06419" y="4862376"/>
                <a:ext cx="45037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5EDD03C-B65D-FD96-9852-E6D8E10A6526}"/>
                  </a:ext>
                </a:extLst>
              </p14:cNvPr>
              <p14:cNvContentPartPr/>
              <p14:nvPr/>
            </p14:nvContentPartPr>
            <p14:xfrm>
              <a:off x="10689264" y="1359936"/>
              <a:ext cx="355320" cy="2120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5EDD03C-B65D-FD96-9852-E6D8E10A65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83144" y="1353816"/>
                <a:ext cx="3675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C2AB76D-B6FA-7D87-EC73-A7874059533B}"/>
                  </a:ext>
                </a:extLst>
              </p14:cNvPr>
              <p14:cNvContentPartPr/>
              <p14:nvPr/>
            </p14:nvContentPartPr>
            <p14:xfrm>
              <a:off x="10454904" y="5939496"/>
              <a:ext cx="320040" cy="196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C2AB76D-B6FA-7D87-EC73-A787405953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8777" y="5933376"/>
                <a:ext cx="332294" cy="2084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AB9916E-AB99-738D-899C-979A1C9771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684" y="137160"/>
            <a:ext cx="9156772" cy="567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32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DFDFB-2164-184F-9F90-CB3FA85A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1468F14-99CF-192C-4839-47BE2334544B}"/>
                  </a:ext>
                </a:extLst>
              </p14:cNvPr>
              <p14:cNvContentPartPr/>
              <p14:nvPr/>
            </p14:nvContentPartPr>
            <p14:xfrm>
              <a:off x="10348344" y="1344096"/>
              <a:ext cx="235800" cy="505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1468F14-99CF-192C-4839-47BE233454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42233" y="1337980"/>
                <a:ext cx="248021" cy="5173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A3FF45B-FBDC-A2A6-56A4-690B27E054C6}"/>
                  </a:ext>
                </a:extLst>
              </p14:cNvPr>
              <p14:cNvContentPartPr/>
              <p14:nvPr/>
            </p14:nvContentPartPr>
            <p14:xfrm>
              <a:off x="10112544" y="4868496"/>
              <a:ext cx="438120" cy="252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A3FF45B-FBDC-A2A6-56A4-690B27E054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06419" y="4862376"/>
                <a:ext cx="45037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45B6F0A-1866-7299-43CB-65106C9C3539}"/>
                  </a:ext>
                </a:extLst>
              </p14:cNvPr>
              <p14:cNvContentPartPr/>
              <p14:nvPr/>
            </p14:nvContentPartPr>
            <p14:xfrm>
              <a:off x="10689264" y="1359936"/>
              <a:ext cx="355320" cy="2120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45B6F0A-1866-7299-43CB-65106C9C35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83144" y="1353816"/>
                <a:ext cx="3675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CC78DAD-66AB-6531-21FB-AC10041535EA}"/>
                  </a:ext>
                </a:extLst>
              </p14:cNvPr>
              <p14:cNvContentPartPr/>
              <p14:nvPr/>
            </p14:nvContentPartPr>
            <p14:xfrm>
              <a:off x="10454904" y="5939496"/>
              <a:ext cx="320040" cy="196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CC78DAD-66AB-6531-21FB-AC10041535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8777" y="5933376"/>
                <a:ext cx="332294" cy="20844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8722A0D-92B0-5C62-D223-5122A65E8B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325" y="1536516"/>
            <a:ext cx="6607106" cy="40472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80FC9B-0ED9-CD26-F75F-2093CAD761B2}"/>
              </a:ext>
            </a:extLst>
          </p:cNvPr>
          <p:cNvSpPr txBox="1"/>
          <p:nvPr/>
        </p:nvSpPr>
        <p:spPr>
          <a:xfrm>
            <a:off x="1801368" y="6037596"/>
            <a:ext cx="7764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my computer, I had to run above command through regular cmd.exe prompt.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took 10 minutes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70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1492</TotalTime>
  <Words>25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2026-09-04T16:29:47Z</dcterms:modified>
</cp:coreProperties>
</file>