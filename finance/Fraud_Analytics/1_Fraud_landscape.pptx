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76" r:id="rId2"/>
    <p:sldId id="257" r:id="rId3"/>
    <p:sldId id="278" r:id="rId4"/>
    <p:sldId id="280" r:id="rId5"/>
    <p:sldId id="279" r:id="rId6"/>
    <p:sldId id="262" r:id="rId7"/>
    <p:sldId id="281" r:id="rId8"/>
    <p:sldId id="277" r:id="rId9"/>
    <p:sldId id="283" r:id="rId10"/>
    <p:sldId id="284" r:id="rId11"/>
    <p:sldId id="285" r:id="rId12"/>
    <p:sldId id="286" r:id="rId13"/>
    <p:sldId id="275" r:id="rId14"/>
    <p:sldId id="288" r:id="rId15"/>
    <p:sldId id="287" r:id="rId16"/>
    <p:sldId id="289" r:id="rId17"/>
    <p:sldId id="29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2:48.83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9 4448 0 0,'2'-9'5728'0'0,"7"11"-5690"0"0,-6-2-3 0 0,-1 0 0 0 0,1 1 0 0 0,0 0 0 0 0,0-1 0 0 0,0 1 0 0 0,0 0 0 0 0,-1 1 0 0 0,1-1 0 0 0,4 3 0 0 0,-6-3 62 0 0,58 9-120 0 0,28-6-33 0 0,123 8 54 0 0,-140-9 10 0 0,76-5-10 0 0,330-10-66 0 0,-397 11 62 0 0,439-16-30 0 0,-178 15-15 0 0,-269 4 31 0 0,523 16-42 0 0,-375-6 20 0 0,143 10 17 0 0,-303-20 9 0 0,-2 1 5 0 0,381 12 168 0 0,-422-12-306 0 0,-15-3 251 0 0,1 1 0 0 0,0-1 1 0 0,0 1-1 0 0,-1-1 1 0 0,1 0-1 0 0,0 0 1 0 0,0 0-1 0 0,0 1 1 0 0,0-2-1 0 0,0 1 0 0 0,-1 0 1 0 0,4-1-1 0 0,-4 1-416 0 0,0-1-1 0 0,-1 1 1 0 0,8-11-4090 0 0,-8 11 4090 0 0,0-1-1 0 0,0 0 1 0 0,1-2-1 0 0,1-9-2812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2:52.36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471 234 7029 0 0,'22'-33'205'0'0,"-22"32"-140"0"0,1-2-37 0 0,-1 0 0 0 0,1 0 0 0 0,-1 0 0 0 0,0 0 0 0 0,0 0 0 0 0,0 0 0 0 0,0 0 0 0 0,-1 0 0 0 0,1 0 0 0 0,-1 0 0 0 0,0 0 0 0 0,0 0 0 0 0,0 0 0 0 0,-1-3 0 0 0,-20-40 327 0 0,19 39-327 0 0,-1 0 0 0 0,0 0 0 0 0,0 1 1 0 0,0 0-1 0 0,-1-1 0 0 0,0 2 0 0 0,0-1 0 0 0,-1 0 0 0 0,0 1 0 0 0,1 0 1 0 0,-2 1-1 0 0,1-1 0 0 0,0 1 0 0 0,-1 0 0 0 0,0 1 0 0 0,0-1 0 0 0,0 1 0 0 0,0 1 1 0 0,-1-1-1 0 0,1 1 0 0 0,-1 1 0 0 0,1-1 0 0 0,-1 1 0 0 0,0 1 0 0 0,1-1 1 0 0,-1 1-1 0 0,0 1 0 0 0,0 0 0 0 0,1 0 0 0 0,-16 4 0 0 0,11-2-31 0 0,0 2 0 0 0,1 0-1 0 0,-1 0 1 0 0,1 1 0 0 0,0 0-1 0 0,1 1 1 0 0,-1 0 0 0 0,1 1-1 0 0,1 0 1 0 0,-11 12 0 0 0,1 0-14 0 0,0 2 0 0 0,2 0 1 0 0,-22 36-1 0 0,34-51 9 0 0,2-1 0 0 0,-1 1 0 0 0,1 1 0 0 0,0-1 0 0 0,0 0 0 0 0,0 1 0 0 0,1-1 0 0 0,1 1 0 0 0,-1 0 0 0 0,1-1 0 0 0,0 13 0 0 0,1-16 4 0 0,1-1 1 0 0,0 1 0 0 0,-1 0 0 0 0,1 0 0 0 0,1-1 0 0 0,-1 1 0 0 0,0-1-1 0 0,1 1 1 0 0,0-1 0 0 0,0 0 0 0 0,0 1 0 0 0,0-1 0 0 0,0 0 0 0 0,1 0-1 0 0,-1-1 1 0 0,1 1 0 0 0,0 0 0 0 0,0-1 0 0 0,0 0 0 0 0,0 1 0 0 0,0-1-1 0 0,0 0 1 0 0,1-1 0 0 0,-1 1 0 0 0,5 1 0 0 0,17 7-3 0 0,0-2-1 0 0,1 0 1 0 0,43 6 0 0 0,-56-12 15 0 0,-1 0-1 0 0,1-1 1 0 0,0-1-1 0 0,-1 0 1 0 0,1-1 0 0 0,0 0-1 0 0,-1-1 1 0 0,1 0 0 0 0,21-7-1 0 0,-28 6 3 0 0,-1 0-1 0 0,1 0 0 0 0,-1 0 1 0 0,0-1-1 0 0,0 0 1 0 0,0 0-1 0 0,0 0 1 0 0,-1 0-1 0 0,1-1 0 0 0,-1 0 1 0 0,0 0-1 0 0,-1 0 1 0 0,1 0-1 0 0,-1-1 1 0 0,0 1-1 0 0,0-1 1 0 0,-1 0-1 0 0,0 0 0 0 0,0 0 1 0 0,1-7-1 0 0,2-10 111 0 0,-1-1-1 0 0,-2 1 0 0 0,-1-44 1 0 0,-1 60-79 0 0,1-16 137 0 0,-2 4-231 0 0,-1 39-59 0 0,-5 107 77 0 0,5 0 0 0 0,17 133 1 0 0,-11-199 30 0 0,-2-19 69 0 0,-2-24 7 0 0,1-1 1 0 0,4 27 0 0 0,-4-42-6 0 0,-8-26-2591 0 0,12 5 110 0 0,2 0-531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2:53.31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357 210 6497 0 0,'2'-2'-40'0'0,"0"1"1"0"0,0-1 0 0 0,-1 0 0 0 0,1 0 0 0 0,-1-1-1 0 0,1 1 1 0 0,-1 0 0 0 0,0 0 0 0 0,0-1-1 0 0,0 1 1 0 0,0-1 0 0 0,0 1 0 0 0,-1-1 0 0 0,1 1-1 0 0,-1-1 1 0 0,0 1 0 0 0,0-1 0 0 0,0 1 0 0 0,0-1-1 0 0,0-4 1 0 0,-1 0 101 0 0,1 1 0 0 0,-1-1-1 0 0,0 1 1 0 0,-1 0 0 0 0,1-1 0 0 0,-1 1-1 0 0,-4-9 1 0 0,2 9-42 0 0,1 0-1 0 0,-1 0 1 0 0,-1 0-1 0 0,1 1 1 0 0,-1 0 0 0 0,1 0-1 0 0,-1 0 1 0 0,-1 0-1 0 0,1 1 1 0 0,-1 0-1 0 0,0 0 1 0 0,0 0 0 0 0,0 1-1 0 0,0 0 1 0 0,0 0-1 0 0,-1 1 1 0 0,1 0-1 0 0,-1 0 1 0 0,0 0-1 0 0,0 1 1 0 0,0 0 0 0 0,0 0-1 0 0,0 0 1 0 0,1 1-1 0 0,-13 2 1 0 0,9-1-19 0 0,0 1 0 0 0,0 0 0 0 0,0 1 0 0 0,0 0 0 0 0,1 0 0 0 0,-1 1 1 0 0,1 0-1 0 0,0 1 0 0 0,0 0 0 0 0,0 1 0 0 0,1 0 0 0 0,0 0 0 0 0,0 0 0 0 0,1 1 1 0 0,0 0-1 0 0,0 1 0 0 0,-8 10 0 0 0,11-11-5 0 0,-1-1 0 0 0,1 0 0 0 0,1 1 0 0 0,0 0 0 0 0,-1 0 0 0 0,2 0 1 0 0,-1 0-1 0 0,1 0 0 0 0,0 1 0 0 0,1-1 0 0 0,0 0 0 0 0,0 1 0 0 0,0 8 0 0 0,2-11 4 0 0,-1-1 1 0 0,1 0-1 0 0,0 1 0 0 0,0-1 1 0 0,1 0-1 0 0,-1 0 0 0 0,1 1 0 0 0,0-1 1 0 0,0 0-1 0 0,0-1 0 0 0,0 1 1 0 0,1 0-1 0 0,0-1 0 0 0,0 1 0 0 0,0-1 1 0 0,0 0-1 0 0,0 0 0 0 0,0 0 1 0 0,1 0-1 0 0,0-1 0 0 0,-1 1 0 0 0,1-1 1 0 0,7 3-1 0 0,-1 0 21 0 0,-1-1-1 0 0,0 0 1 0 0,1-1 0 0 0,0 0-1 0 0,0 0 1 0 0,0-1 0 0 0,0 0-1 0 0,0-1 1 0 0,0 0 0 0 0,0-1-1 0 0,0 0 1 0 0,1 0 0 0 0,-1-1-1 0 0,0-1 1 0 0,0 0 0 0 0,0 0-1 0 0,0-1 1 0 0,-1 0 0 0 0,1 0-1 0 0,-1-1 1 0 0,1-1 0 0 0,-1 0-1 0 0,-1 0 1 0 0,1 0 0 0 0,-1-1-1 0 0,0-1 1 0 0,0 1 0 0 0,0-1-1 0 0,-1 0 1 0 0,0-1 0 0 0,-1 0-1 0 0,0 0 1 0 0,0 0 0 0 0,0-1-1 0 0,-1 0 1 0 0,-1 0 0 0 0,1 0-1 0 0,2-11 1 0 0,0 2 309 0 0,-1 0 0 0 0,-1 0 1 0 0,-1-1-1 0 0,5-37 0 0 0,-1 16 160 0 0,-8 38-472 0 0,16 148-119 0 0,0-45 73 0 0,17 77 28 0 0,-29-160 32 0 0,-1-1 0 0 0,-1 1 1 0 0,1 31-1 0 0,-3-47-2 0 0,0 4 554 0 0,0-3-1673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2:54.03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213 65 5909 0 0,'-13'-33'-751'0'0,"11"30"750"0"0,0 0-1 0 0,0 1 1 0 0,0 0 0 0 0,-1-1 0 0 0,1 1 0 0 0,-1 0-1 0 0,1 0 1 0 0,-1 1 0 0 0,0-1 0 0 0,0 0 0 0 0,0 1-1 0 0,0 0 1 0 0,0 0 0 0 0,0 0 0 0 0,0 0 0 0 0,-1 0-1 0 0,1 0 1 0 0,0 1 0 0 0,0 0 0 0 0,-5-1 0 0 0,3 2 1 0 0,1 0 1 0 0,-1 0-1 0 0,0 0 1 0 0,1 1-1 0 0,-1-1 1 0 0,1 1-1 0 0,-1 0 1 0 0,1 0-1 0 0,0 1 1 0 0,0-1-1 0 0,0 1 0 0 0,-6 5 1 0 0,3-2 1 0 0,0 1 1 0 0,1-1 0 0 0,0 1-1 0 0,0 0 1 0 0,1 1-1 0 0,-1-1 1 0 0,2 1-1 0 0,-1 0 1 0 0,1 1-1 0 0,0-1 1 0 0,1 1-1 0 0,0 0 1 0 0,-3 14-1 0 0,5-15 10 0 0,1 1-1 0 0,-1-1 0 0 0,2 0 1 0 0,-1 1-1 0 0,1-1 0 0 0,1 0 1 0 0,-1 1-1 0 0,1-1 0 0 0,1 0 0 0 0,0 0 1 0 0,0-1-1 0 0,0 1 0 0 0,1-1 1 0 0,0 1-1 0 0,8 10 0 0 0,-4-9 28 0 0,0 0 1 0 0,1-1-1 0 0,-1 0 0 0 0,2 0 0 0 0,-1-1 1 0 0,1-1-1 0 0,0 1 0 0 0,0-2 0 0 0,1 1 1 0 0,12 4-1 0 0,2-2 76 0 0,0 0-1 0 0,1-2 1 0 0,0 0 0 0 0,0-2-1 0 0,0-1 1 0 0,0-1-1 0 0,1-1 1 0 0,-1-1 0 0 0,34-5-1 0 0,-51 3-26 0 0,1 1-1 0 0,-1-1 0 0 0,0 0 1 0 0,0-1-1 0 0,-1 0 0 0 0,1-1 1 0 0,0 0-1 0 0,-1 0 0 0 0,0-1 1 0 0,0 0-1 0 0,0 0 0 0 0,-1 0 1 0 0,0-1-1 0 0,7-7 0 0 0,-9 7-31 0 0,-1 1 0 0 0,-1-1 0 0 0,1 0 0 0 0,-1 0 0 0 0,0 0 0 0 0,0 0 0 0 0,0 0 0 0 0,-1-1-1 0 0,0 1 1 0 0,0-1 0 0 0,-1 1 0 0 0,0-1 0 0 0,0 0 0 0 0,0 0 0 0 0,-1 1 0 0 0,0-1 0 0 0,-1 0 0 0 0,1 0 0 0 0,-1 1 0 0 0,-2-9 0 0 0,1 8-20 0 0,0 0 0 0 0,0-1 0 0 0,-1 1 0 0 0,0 0 0 0 0,0 0 0 0 0,0 0 0 0 0,-1 1 0 0 0,0-1 1 0 0,0 1-1 0 0,-1 0 0 0 0,0 0 0 0 0,0 1 0 0 0,-10-9 0 0 0,6 7-7 0 0,-1 0-1 0 0,0 0 1 0 0,-1 1 0 0 0,0 1-1 0 0,0 0 1 0 0,0 0-1 0 0,-22-5 1 0 0,-7 2 11 0 0,-1 1 0 0 0,-1 3 0 0 0,-78 1 0 0 0,-30 10-2423 0 0,147-7 827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2:54.9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36 5633 0 0,'6'-23'-404'0'0,"-6"21"1120"0"0,0-5-588 0 0,0 4 62 0 0,1 6 988 0 0,12 96-847 0 0,0 161 0 0 0,-17-230 338 0 0,1-13-1535 0 0,2-6-2726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3:00.49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96 455 6685 0 0,'-1'-7'17'0'0,"0"0"0"0"0,0 0 0 0 0,0 0 0 0 0,-1 0 0 0 0,-4-10 0 0 0,-1-1 368 0 0,7 16-302 0 0,-3-8 93 0 0,1 6-90 0 0,1 6-24 0 0,1 30-58 0 0,2-1-1 0 0,1 1 0 0 0,2-1 1 0 0,12 47-1 0 0,-5-23 50 0 0,7 23 477 0 0,-19-77-294 0 0,-14-25 2079 0 0,1-19-2073 0 0,2 0-1 0 0,-6-52 0 0 0,4 23-125 0 0,-42-224 316 0 0,50 254-814 0 0,4 40 317 0 0,5 6-160 0 0,29 29 158 0 0,198 186-96 0 0,-187-182 172 0 0,2-3 0 0 0,1-1 0 0 0,86 44 0 0 0,138 51 715 0 0,-270-128-710 0 0,0-1 0 0 0,0 1 0 0 0,0-1 1 0 0,0 1-1 0 0,0-1 0 0 0,0 0 0 0 0,0 1 1 0 0,0-1-1 0 0,0 0 0 0 0,0 0 0 0 0,-1 0 1 0 0,1 0-1 0 0,0 0 0 0 0,-1 0 0 0 0,1 0 1 0 0,-1 0-1 0 0,1 0 0 0 0,-1 0 0 0 0,1 0 0 0 0,-1 0 1 0 0,0 0-1 0 0,1 0 0 0 0,-1 0 0 0 0,0-1 1 0 0,0 1-1 0 0,0 0 0 0 0,0 0 0 0 0,0 0 1 0 0,0 0-1 0 0,0-1 0 0 0,-1 1 0 0 0,1 0 1 0 0,-1-2-1 0 0,-13-47 118 0 0,10 37-57 0 0,-71-305 223 0 0,44 163-215 0 0,15 88-307 0 0,15 65 168 0 0,-6-15-140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3:01.18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64 65 6053 0 0,'4'-4'-118'0'0,"0"-1"1"0"0,-1 1 0 0 0,0-1 0 0 0,1 1 0 0 0,-2-1 0 0 0,5-8 0 0 0,-7 11 158 0 0,-4 3-24 0 0,0 0 0 0 0,0 0-1 0 0,0 0 1 0 0,0 1 0 0 0,0-1 0 0 0,0 1 0 0 0,0 0 0 0 0,0 0 0 0 0,1 1-1 0 0,-1-1 1 0 0,1 1 0 0 0,0-1 0 0 0,-1 1 0 0 0,1 0 0 0 0,1 1 0 0 0,-1-1-1 0 0,0 0 1 0 0,1 1 0 0 0,-1 0 0 0 0,1-1 0 0 0,0 1 0 0 0,1 0 0 0 0,-4 7 0 0 0,3-5-18 0 0,0-1 1 0 0,0 0 0 0 0,1 1 0 0 0,-1 0 0 0 0,1-1-1 0 0,0 1 1 0 0,1 0 0 0 0,-1-1 0 0 0,1 1 0 0 0,0 0 0 0 0,1 0-1 0 0,-1-1 1 0 0,1 1 0 0 0,0 0 0 0 0,3 7 0 0 0,-1-8 9 0 0,0 0 0 0 0,0 0 0 0 0,0-1 0 0 0,1 1 1 0 0,-1-1-1 0 0,1 1 0 0 0,0-1 0 0 0,1-1 0 0 0,-1 1 0 0 0,1 0 1 0 0,-1-1-1 0 0,1 0 0 0 0,0 0 0 0 0,0-1 0 0 0,9 4 1 0 0,-6-3 51 0 0,1 1 1 0 0,0-2 0 0 0,0 1-1 0 0,0-1 1 0 0,0-1 0 0 0,0 0 0 0 0,0 0-1 0 0,1-1 1 0 0,-1 0 0 0 0,0 0-1 0 0,0-1 1 0 0,1 0 0 0 0,-1-1 0 0 0,14-4-1 0 0,-20 5-32 0 0,1-1 0 0 0,0 1 0 0 0,-1-1 0 0 0,1 0 0 0 0,-1 0 0 0 0,1 0 1 0 0,-1 0-1 0 0,0-1 0 0 0,0 1 0 0 0,0-1 0 0 0,0 0 0 0 0,-1 0 0 0 0,1 0 0 0 0,-1 0 0 0 0,0 0 0 0 0,0 0 0 0 0,0-1 0 0 0,0 1 0 0 0,0-1 0 0 0,-1 1 0 0 0,1-1 0 0 0,-1 0 0 0 0,0 0 0 0 0,0 0 0 0 0,-1 1 0 0 0,1-1 0 0 0,-1 0 0 0 0,0 0 0 0 0,0 0 0 0 0,0 0 0 0 0,0 0 1 0 0,-1 0-1 0 0,0 0 0 0 0,0 0 0 0 0,0 1 0 0 0,-1-6 0 0 0,-1 2-4 0 0,1 0 1 0 0,-1 0-1 0 0,0 0 1 0 0,-1 0 0 0 0,1 0-1 0 0,-2 0 1 0 0,1 1-1 0 0,0 0 1 0 0,-1 0-1 0 0,0 0 1 0 0,-1 0-1 0 0,1 1 1 0 0,-14-9 0 0 0,10 8-16 0 0,0 1 0 0 0,-1 0 0 0 0,0 0 0 0 0,0 1 0 0 0,0 0 0 0 0,0 1 1 0 0,-1 0-1 0 0,1 1 0 0 0,-1 0 0 0 0,-16-1 0 0 0,13 3-4 0 0,-4 0 43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3:01.8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39 60 5076 0 0,'0'0'-382'0'0,"-37"9"-1148"0"0,35-8 1644 0 0,5 4-76 0 0,1 0 0 0 0,0-1 0 0 0,0 1 1 0 0,0-1-1 0 0,0 0 0 0 0,0 0 1 0 0,1 0-1 0 0,0-1 0 0 0,0 1 0 0 0,8 3 1 0 0,3 4 34 0 0,41 32 62 0 0,-25-20-83 0 0,0 2-1 0 0,-2 1 1 0 0,49 54-1 0 0,-77-78-32 0 0,-1-1-1 0 0,0 1 1 0 0,1-1 0 0 0,-1 1-1 0 0,0-1 1 0 0,0 1 0 0 0,0 0-1 0 0,0-1 1 0 0,0 1 0 0 0,-1 0-1 0 0,1 0 1 0 0,0 0 0 0 0,-1 0-1 0 0,1-1 1 0 0,-1 1 0 0 0,0 0-1 0 0,0 0 1 0 0,0 0 0 0 0,0 0-1 0 0,0 0 1 0 0,0 0 0 0 0,0 0-1 0 0,-1 0 1 0 0,1 0-1 0 0,-1 2 1 0 0,-1-2 21 0 0,1 0 1 0 0,-1 0-1 0 0,0 0 0 0 0,1-1 1 0 0,-1 1-1 0 0,0 0 0 0 0,0-1 0 0 0,0 1 1 0 0,0-1-1 0 0,0 0 0 0 0,-1 0 0 0 0,1 0 1 0 0,0 0-1 0 0,-1 0 0 0 0,1 0 1 0 0,-5 0-1 0 0,1 1 66 0 0,0-1 1 0 0,-1 0 0 0 0,1 0-1 0 0,-1-1 1 0 0,1 0-1 0 0,0 0 1 0 0,-1 0 0 0 0,1-1-1 0 0,0 0 1 0 0,-1 0 0 0 0,1-1-1 0 0,0 1 1 0 0,0-2-1 0 0,0 1 1 0 0,-7-4 0 0 0,11 4-72 0 0,0 0 0 0 0,0 0 1 0 0,0 0-1 0 0,0 0 0 0 0,0 0 1 0 0,1 0-1 0 0,-1 0 0 0 0,1-1 1 0 0,-1 1-1 0 0,1-1 0 0 0,0 1 1 0 0,0-1-1 0 0,0 1 0 0 0,0-1 1 0 0,1 0-1 0 0,-1 1 1 0 0,0-6-1 0 0,1 2 3 0 0,0-1 0 0 0,1 1 0 0 0,-1 0 0 0 0,1-1 1 0 0,1 1-1 0 0,-1 0 0 0 0,4-9 0 0 0,4-6 24 0 0,1 0-1 0 0,0 0 1 0 0,16-21 0 0 0,-25 41-57 0 0,18-26 55 0 0,2 0-1 0 0,1 2 1 0 0,2 0 0 0 0,38-31-1 0 0,-47 42-68 0 0,-10 13-166 0 0,-12 13 434 0 0,6-10-612 0 0,-1 0-1 0 0,0 0 1 0 0,1 0 0 0 0,-1 0-1 0 0,0 0 1 0 0,0 0 0 0 0,-1 0-1 0 0,1-1 1 0 0,0 1 0 0 0,0-1-1 0 0,-1 1 1 0 0,-4 1 0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3:02.96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8 161 5120 0 0,'0'0'-264'0'0,"-8"-13"997"0"0,18 70-630 0 0,18 65 1 0 0,-6-33 157 0 0,-26-119 744 0 0,1 0 1 0 0,1-1 0 0 0,6-56 0 0 0,-2 60-997 0 0,1 1 0 0 0,1-1 0 0 0,1 1 0 0 0,2 0 0 0 0,16-42 0 0 0,-22 65-16 0 0,1 0-1 0 0,-1 1 0 0 0,1-1 1 0 0,0 1-1 0 0,-1-1 0 0 0,1 1 1 0 0,0 0-1 0 0,1 0 0 0 0,-1 0 1 0 0,0 0-1 0 0,0 0 0 0 0,1 0 1 0 0,0 0-1 0 0,-1 1 0 0 0,6-3 1 0 0,-5 3-11 0 0,23 10-44 0 0,-17-2 51 0 0,-2 0 0 0 0,1 0 0 0 0,-1 1 0 0 0,0 0 0 0 0,0 0 0 0 0,-1 1 0 0 0,0 0 0 0 0,-1 0 0 0 0,6 11 0 0 0,36 93-81 0 0,-43-102 86 0 0,35 96 32 0 0,-39-105-5 0 0,-1-3 28 0 0,1 1 0 0 0,-1-1 0 0 0,1 1-1 0 0,-1-1 1 0 0,1 1 0 0 0,0-1 0 0 0,-1 1 0 0 0,1-1 0 0 0,-1 1 0 0 0,1-1 0 0 0,0 0-1 0 0,-1 1 1 0 0,1-1 0 0 0,0 0 0 0 0,0 1 0 0 0,0-1 0 0 0,-1 0 0 0 0,1 1 0 0 0,0-1-1 0 0,0 0 1 0 0,0 1 0 0 0,0-1 0 0 0,0 0 0 0 0,0 1 0 0 0,0-1 0 0 0,1 0 0 0 0,-1-1-1 0 0,5-41 288 0 0,16-43-301 0 0,-16 73-44 0 0,0 0-1 0 0,0 1 0 0 0,1 0 0 0 0,1 0 0 0 0,0 0 0 0 0,0 1 0 0 0,2 0 0 0 0,-1 1 0 0 0,1-1 0 0 0,1 2 1 0 0,17-15-1 0 0,-26 23-4 0 0,1 0-1 0 0,0 0 1 0 0,-1 0 0 0 0,1 0 0 0 0,0 1 0 0 0,0-1-1 0 0,-1 0 1 0 0,1 1 0 0 0,0 0 0 0 0,0-1 0 0 0,0 1 0 0 0,0 0-1 0 0,-1 0 1 0 0,1 0 0 0 0,0 0 0 0 0,0 0 0 0 0,0 0-1 0 0,0 1 1 0 0,0-1 0 0 0,-1 1 0 0 0,1-1 0 0 0,0 1 0 0 0,2 1-1 0 0,-1 0-2 0 0,1 0-1 0 0,-1 1 0 0 0,0 0 1 0 0,0-1-1 0 0,0 1 0 0 0,-1 0 1 0 0,1 1-1 0 0,-1-1 0 0 0,0 0 1 0 0,3 6-1 0 0,3 7-20 0 0,-1 1 0 0 0,0 1 0 0 0,6 27-1 0 0,-13-43 37 0 0,9 32-30 0 0,-2 0 1 0 0,-2 0 0 0 0,2 48-1 0 0,1-30 54 0 0,-8-51-29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3:03.67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150 94 6713 0 0,'1'-2'-170'0'0,"0"1"128"0"0,0 0-1 0 0,0 0 1 0 0,0-1 0 0 0,0 1-1 0 0,-1 0 1 0 0,1 0 0 0 0,0-1 0 0 0,-1 1-1 0 0,1 0 1 0 0,-1-1 0 0 0,0 1-1 0 0,1 0 1 0 0,-1-1 0 0 0,0 1-1 0 0,0-1 1 0 0,0 1 0 0 0,0 0-1 0 0,0-1 1 0 0,0 1 0 0 0,0-1 0 0 0,0 1-1 0 0,-1-1 1 0 0,1 1 0 0 0,0 0-1 0 0,-1-1 1 0 0,1 1 0 0 0,-1 0-1 0 0,0-1 1 0 0,-1-1 0 0 0,2 1 69 0 0,-1 0 0 0 0,0 1-1 0 0,1-1 1 0 0,-1 0 0 0 0,0 0 0 0 0,0 1 0 0 0,0-1 0 0 0,0 1 0 0 0,0-1-1 0 0,0 1 1 0 0,-1 0 0 0 0,1-1 0 0 0,0 1 0 0 0,-1 0 0 0 0,1 0 0 0 0,-1 0-1 0 0,1 0 1 0 0,-1 0 0 0 0,0 0 0 0 0,-1-1 0 0 0,0 2 14 0 0,-24 11-15 0 0,20-7-22 0 0,0 0 1 0 0,-1 0 0 0 0,2 1 0 0 0,-1 0 0 0 0,0 0 0 0 0,1 1 0 0 0,0 0 0 0 0,1 0 0 0 0,-1 1 0 0 0,1-1 0 0 0,0 1 0 0 0,1 0-1 0 0,-1 0 1 0 0,1 1 0 0 0,-4 11 0 0 0,8-18-1 0 0,-1 0 1 0 0,1 1-1 0 0,0-1 0 0 0,0 0 0 0 0,0 0 0 0 0,0 1 0 0 0,0-1 1 0 0,0 0-1 0 0,0 0 0 0 0,0 1 0 0 0,1-1 0 0 0,-1 0 0 0 0,0 0 0 0 0,1 0 1 0 0,-1 0-1 0 0,1 1 0 0 0,-1-1 0 0 0,1 0 0 0 0,0 0 0 0 0,0 0 1 0 0,-1 0-1 0 0,1 0 0 0 0,0 0 0 0 0,0-1 0 0 0,0 1 0 0 0,0 0 1 0 0,0 0-1 0 0,0-1 0 0 0,0 1 0 0 0,0 0 0 0 0,0-1 0 0 0,0 1 1 0 0,0-1-1 0 0,2 1 0 0 0,1 1 10 0 0,-1-1-1 0 0,0 0 1 0 0,1 0-1 0 0,-1 0 1 0 0,0 0 0 0 0,1-1-1 0 0,-1 1 1 0 0,1-1 0 0 0,-1 0-1 0 0,1 0 1 0 0,6-1 0 0 0,4-2 70 0 0,0-2 1 0 0,-1 1 0 0 0,1-2 0 0 0,-1 1-1 0 0,0-2 1 0 0,0 0 0 0 0,-1 0 0 0 0,0-2-1 0 0,0 1 1 0 0,-1-1 0 0 0,0-1 0 0 0,0 0-1 0 0,-1 0 1 0 0,-1-1 0 0 0,12-17 0 0 0,-16 22 10 0 0,20-28 1077 0 0,-24 40-727 0 0,-10 21-406 0 0,9-23-38 0 0,-1-1 0 0 0,1 0 0 0 0,-1 0 1 0 0,1 0-1 0 0,0 1 0 0 0,0-1 0 0 0,0 0 0 0 0,1 1 0 0 0,-1-1 0 0 0,1 0 0 0 0,0 0 0 0 0,0 0 0 0 0,0 0 0 0 0,0 0 0 0 0,2 3 1 0 0,26 40 36 0 0,-24-41-60 0 0,0-1 0 0 0,0 1-1 0 0,0-1 1 0 0,1 0 0 0 0,0 0-1 0 0,-1-1 1 0 0,2 0 0 0 0,-1 0-1 0 0,0 0 1 0 0,0-1 0 0 0,8 2-1 0 0,42 9-4924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3:04.01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86 6185 0 0,'-1'-23'-87'0'0,"2"-21"817"0"0,-1 42-603 0 0,0-9 211 0 0,0 5-228 0 0,1 9-3 0 0,104 547 142 0 0,-97-520-326 0 0,-1 0 0 0 0,-2 0 0 0 0,-1 1 0 0 0,-1 0 1 0 0,-2 0-1 0 0,-1-1 0 0 0,-7 56 0 0 0,5-77 8 0 0,-4 21-1104 0 0,-1-1 0 0 0,-11 29 0 0 0,4-24-527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2:57.60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9 46 5917 0 0,'-8'-46'119'0'0,"13"75"-149"0"0,2-1 0 0 0,15 43 0 0 0,-12-41 28 0 0,17 58-19 0 0,41 121 382 0 0,-65-203-179 0 0,-1-1-1 0 0,0 1 1 0 0,-1 0 0 0 0,0 0 0 0 0,2 11 0 0 0,-3-15-74 0 0,1-7-1370 0 0,-1 1 814 0 0,0 2 286 0 0,0 0 1 0 0,0 1-1 0 0,1-1 1 0 0,-1 1-1 0 0,0-1 1 0 0,1 1-1 0 0,-1-1 1 0 0,1 1-1 0 0,0-1 1 0 0,-1 1-1 0 0,1-1 1 0 0,0 1-1 0 0,0-1 1 0 0,0 1-1 0 0,1-2 1 0 0,6-4-1172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2:58.3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219 158 4040 0 0,'1'-1'-4'0'0,"1"0"1"0"0,-1 0-1 0 0,0 0 0 0 0,0 0 0 0 0,0 0 0 0 0,0 0 0 0 0,0 0 0 0 0,0 0 0 0 0,0-1 0 0 0,0 1 0 0 0,-1 0 0 0 0,1-1 1 0 0,0 1-1 0 0,-1-1 0 0 0,1 1 0 0 0,-1 0 0 0 0,0-1 0 0 0,1 1 0 0 0,-1-1 0 0 0,0 1 0 0 0,0-1 0 0 0,0 1 0 0 0,0-1 1 0 0,0 1-1 0 0,0-1 0 0 0,0 1 0 0 0,-1-1 0 0 0,1 1 0 0 0,0-1 0 0 0,-1 1 0 0 0,1-1 0 0 0,-1 1 0 0 0,0 0 1 0 0,1-1-1 0 0,-2-1 0 0 0,0 1 42 0 0,-34-13 138 0 0,32 14-170 0 0,-32 7 39 0 0,25-3-47 0 0,0 1 0 0 0,0-1 0 0 0,0 2 1 0 0,0 0-1 0 0,1 0 0 0 0,0 1 0 0 0,0 0 0 0 0,0 1 0 0 0,1 0 0 0 0,-12 11 0 0 0,19-16 5 0 0,-1 1 0 0 0,1-1-1 0 0,0 1 1 0 0,0 0-1 0 0,0 0 1 0 0,0 0-1 0 0,0 0 1 0 0,1 1 0 0 0,-1-1-1 0 0,1 0 1 0 0,0 1-1 0 0,0-1 1 0 0,0 0 0 0 0,1 1-1 0 0,-1 6 1 0 0,1-7 4 0 0,1 1 0 0 0,0 0 1 0 0,-1-1-1 0 0,2 1 0 0 0,-1-1 1 0 0,0 1-1 0 0,1-1 0 0 0,-1 0 0 0 0,1 0 1 0 0,0 0-1 0 0,0 1 0 0 0,0-2 1 0 0,1 1-1 0 0,-1 0 0 0 0,1 0 1 0 0,-1-1-1 0 0,1 1 0 0 0,5 2 0 0 0,3 3 59 0 0,0-1 0 0 0,1-1 0 0 0,0 0 0 0 0,0 0 0 0 0,0-1 0 0 0,1 0 0 0 0,0-1 1 0 0,0-1-1 0 0,23 3 0 0 0,-2-2 164 0 0,1-1 1 0 0,54-4 0 0 0,-75 0-102 0 0,0 0 0 0 0,0-1 1 0 0,0-1-1 0 0,0 0 0 0 0,0-1 0 0 0,-1 0 0 0 0,0-1 0 0 0,0-1 0 0 0,0 0 1 0 0,17-11-1 0 0,-25 13-67 0 0,1 0 1 0 0,-1 0-1 0 0,0-1 1 0 0,0 0-1 0 0,0 0 1 0 0,-1 0 0 0 0,0 0-1 0 0,0-1 1 0 0,0 1-1 0 0,0-1 1 0 0,-1 0-1 0 0,0 0 1 0 0,0-1-1 0 0,-1 1 1 0 0,0 0-1 0 0,0-1 1 0 0,0 0 0 0 0,-1 1-1 0 0,0-1 1 0 0,0 0-1 0 0,-1 0 1 0 0,0 0-1 0 0,-1-10 1 0 0,0 12-37 0 0,0 0 0 0 0,0 0 0 0 0,-1 0 0 0 0,1 0 0 0 0,-1 0 0 0 0,0 1 0 0 0,-1-1 0 0 0,1 1 0 0 0,-1-1 0 0 0,0 1 1 0 0,0 0-1 0 0,0 0 0 0 0,-1 1 0 0 0,1-1 0 0 0,-1 0 0 0 0,0 1 0 0 0,0 0 0 0 0,0 0 0 0 0,0 0 0 0 0,0 1 0 0 0,-1-1 0 0 0,0 1 0 0 0,1 0 0 0 0,-6-1 0 0 0,-14-5 11 0 0,0 1-1 0 0,0 1 0 0 0,-41-4 0 0 0,38 6-2 0 0,-67-2 398 0 0,37 4-1618 0 0,21-3-2645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3:08.90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262 15 4508 0 0,'0'0'-280'0'0,"-6"-1"53"0"0,-44-8-322 0 0,228 4 714 0 0,-128 5-86 0 0,-47 0-2 0 0,-10 2-61 0 0,-47 7 26 0 0,-95 4 0 0 0,69-7-32 0 0,43-3-53 0 0,-47 11 1 0 0,83-13 40 0 0,-1 0 0 0 0,1 0 0 0 0,-1 0 0 0 0,1 0 1 0 0,0 1-1 0 0,0-1 0 0 0,-1 0 0 0 0,1 1 0 0 0,0-1 0 0 0,0 1 1 0 0,1-1-1 0 0,-1 1 0 0 0,0 0 0 0 0,0-1 0 0 0,1 1 0 0 0,-1 0 1 0 0,0 3-1 0 0,-5 28-26 0 0,5 19 23 0 0,3 0-1 0 0,2 1 1 0 0,15 72-1 0 0,-10-85 223 0 0,-2 1 0 0 0,-2 1 0 0 0,-2-1 0 0 0,-1 1 0 0 0,-8 73 0 0 0,1-51 432 0 0,4-62-578 0 0,6 13 364 0 0,24-59-3437 0 0,-19 34 1688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3:09.31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39 136 4004 0 0,'-16'-3'-407'0'0,"-5"-5"776"0"0,20 7-313 0 0,6-3-25 0 0,15-7-5 0 0,1 1 0 0 0,0 0 0 0 0,0 1 0 0 0,1 2 0 0 0,30-7 0 0 0,120-19 53 0 0,3 15 2 0 0,-88 11-20 0 0,-82 6 7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3:10.11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29 150 2936 0 0,'0'0'-72'0'0,"-19"-2"334"0"0,10 0 492 0 0,12 0 521 0 0,28 0-1251 0 0,1 1 1 0 0,0 2-1 0 0,53 8 0 0 0,-64-6-24 0 0,0 1-1 0 0,0 1 1 0 0,-1 1-1 0 0,0 1 1 0 0,0 1-1 0 0,36 20 0 0 0,-36-13 18 0 0,-1 0-1 0 0,-1 2 0 0 0,0 0 0 0 0,-1 1 0 0 0,-1 1 0 0 0,-1 0 1 0 0,-1 1-1 0 0,21 39 0 0 0,-34-59 7 0 0,-1 0 0 0 0,0 1 0 0 0,0-1 0 0 0,1 0 0 0 0,-1 0 1 0 0,0 1-1 0 0,0-1 0 0 0,0 0 0 0 0,0 1 0 0 0,0-1 0 0 0,1 0 0 0 0,-1 1 0 0 0,0-1 0 0 0,0 0 1 0 0,0 1-1 0 0,0-1 0 0 0,0 0 0 0 0,0 1 0 0 0,0-1 0 0 0,0 0 0 0 0,0 1 0 0 0,0-1 1 0 0,0 0-1 0 0,0 1 0 0 0,-1-1 0 0 0,1 0 0 0 0,0 1 0 0 0,0-1 0 0 0,0 0 0 0 0,0 1 1 0 0,0-1-1 0 0,-1 0 0 0 0,1 0 0 0 0,0 1 0 0 0,0-1 0 0 0,-1 0 0 0 0,1 0 0 0 0,0 1 0 0 0,0-1 1 0 0,-1 0-1 0 0,1 0 0 0 0,-20 2 351 0 0,-22-10-106 0 0,38 6-214 0 0,-1 1-1 0 0,1-1 0 0 0,-1 1 1 0 0,1-1-1 0 0,-1-1 0 0 0,1 1 0 0 0,0-1 1 0 0,0 1-1 0 0,0-1 0 0 0,0 0 1 0 0,1-1-1 0 0,-1 1 0 0 0,1-1 0 0 0,0 1 1 0 0,0-1-1 0 0,0 0 0 0 0,1 0 1 0 0,-1 0-1 0 0,1-1 0 0 0,0 1 1 0 0,-3-8-1 0 0,4 7-26 0 0,1-1 0 0 0,-1 0 0 0 0,1 0 0 0 0,0 0 0 0 0,0 0 0 0 0,1 0-1 0 0,0 1 1 0 0,0-1 0 0 0,0 0 0 0 0,1 1 0 0 0,-1-1 0 0 0,1 0 0 0 0,1 1 0 0 0,-1 0 0 0 0,1 0 0 0 0,0 0 0 0 0,6-9 0 0 0,11-10 2 0 0,0 1 0 0 0,1 1 0 0 0,1 1 0 0 0,1 1-1 0 0,1 1 1 0 0,1 1 0 0 0,0 1 0 0 0,1 1 0 0 0,56-24 0 0 0,-71 32 204 0 0,-6 3-1255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3:11.06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387 75 5252 0 0,'-20'-28'-340'0'0,"14"23"360"0"0,-1 0 0 0 0,0 0 0 0 0,0 1-1 0 0,0 0 1 0 0,0 0 0 0 0,-1 0-1 0 0,1 1 1 0 0,-1 0 0 0 0,0 1 0 0 0,0 0-1 0 0,0 0 1 0 0,0 1 0 0 0,0 0-1 0 0,-1 0 1 0 0,-15 1 0 0 0,14 0-22 0 0,-1 0 1 0 0,0 1-1 0 0,1 1 1 0 0,-1 0-1 0 0,1 0 1 0 0,-1 1 0 0 0,1 0-1 0 0,0 1 1 0 0,0 0-1 0 0,1 0 1 0 0,-1 1-1 0 0,1 1 1 0 0,0-1-1 0 0,-12 11 1 0 0,15-10-7 0 0,0 0 0 0 0,0 0 0 0 0,0 1 0 0 0,1-1 0 0 0,0 2 0 0 0,0-1 0 0 0,1 0 0 0 0,0 1 0 0 0,0 0 0 0 0,1 0 0 0 0,0 0 0 0 0,1 0 0 0 0,-1 0 0 0 0,1 1 0 0 0,1-1 0 0 0,0 1 0 0 0,0 16 0 0 0,1-22 10 0 0,0-1-1 0 0,0 0 1 0 0,0 1 0 0 0,0-1 0 0 0,1 0 0 0 0,-1 0-1 0 0,1 1 1 0 0,0-1 0 0 0,0 0 0 0 0,0 0-1 0 0,0 0 1 0 0,0 0 0 0 0,0 0 0 0 0,0 0 0 0 0,1 0-1 0 0,-1-1 1 0 0,1 1 0 0 0,-1 0 0 0 0,1-1 0 0 0,0 1-1 0 0,0-1 1 0 0,-1 1 0 0 0,1-1 0 0 0,0 0-1 0 0,0 0 1 0 0,0 0 0 0 0,1 0 0 0 0,-1 0 0 0 0,0 0-1 0 0,0-1 1 0 0,0 1 0 0 0,1-1 0 0 0,-1 0-1 0 0,0 1 1 0 0,0-1 0 0 0,1 0 0 0 0,-1 0 0 0 0,0 0-1 0 0,3-1 1 0 0,5 0 56 0 0,0 0 0 0 0,0 0 0 0 0,0-1 1 0 0,0 0-1 0 0,-1-1 0 0 0,1 0 0 0 0,15-8 0 0 0,-14 5 12 0 0,-1 0 0 0 0,0-1 0 0 0,0-1 0 0 0,-1 0 0 0 0,0 0 0 0 0,0-1 0 0 0,-1 0 0 0 0,9-11 0 0 0,4-10 747 0 0,23-45 1 0 0,-43 74-754 0 0,1-3 6 0 0,0 1-64 0 0,-2 5 225 0 0,-1 6-217 0 0,0 0 0 0 0,0 1 1 0 0,0-1-1 0 0,1 0 0 0 0,1 0 0 0 0,-1 0 0 0 0,1 1 1 0 0,1-1-1 0 0,0 0 0 0 0,0 0 0 0 0,0-1 0 0 0,1 1 1 0 0,0 0-1 0 0,0-1 0 0 0,1 0 0 0 0,0 0 0 0 0,1 0 1 0 0,-1 0-1 0 0,1 0 0 0 0,1-1 0 0 0,9 9 0 0 0,-6-6-118 0 0,0-1-1 0 0,0 0 0 0 0,1-1 0 0 0,0 0 0 0 0,0 0 1 0 0,15 6-1 0 0,-16-9-418 0 0,1-1 1 0 0,-1 1 0 0 0,1-2-1 0 0,-1 1 1 0 0,1-1-1 0 0,0 0 1 0 0,18 0 0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3:11.61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66 109 4804 0 0,'-9'-19'-334'0'0,"9"18"380"0"0,0 0 1 0 0,0 0-1 0 0,-1 0 0 0 0,1 1 1 0 0,0-1-1 0 0,-1 0 0 0 0,1 1 1 0 0,0-1-1 0 0,-1 0 1 0 0,1 1-1 0 0,-1-1 0 0 0,1 0 1 0 0,-1 1-1 0 0,1-1 0 0 0,-1 1 1 0 0,0-1-1 0 0,1 1 1 0 0,-1-1-1 0 0,0 1 0 0 0,1 0 1 0 0,-1-1-1 0 0,0 1 0 0 0,1 0 1 0 0,-1-1-1 0 0,0 1 0 0 0,-1 0 1 0 0,-1 2-45 0 0,-1 0 0 0 0,1 1 0 0 0,0-1 0 0 0,1 1 0 0 0,-1 0 0 0 0,0 0 0 0 0,1 0 0 0 0,0 0 0 0 0,-1 0 1 0 0,1 0-1 0 0,1 1 0 0 0,-1-1 0 0 0,0 1 0 0 0,1 0 0 0 0,0-1 0 0 0,-1 1 0 0 0,2 0 0 0 0,-1 0 0 0 0,0 0 0 0 0,1-1 0 0 0,0 1 0 0 0,-1 0 0 0 0,2 0 0 0 0,-1 0 0 0 0,0 0 1 0 0,1 0-1 0 0,0 0 0 0 0,1 3 0 0 0,-1-1 2 0 0,1-1 0 0 0,0 0 0 0 0,0 0 1 0 0,0 0-1 0 0,1-1 0 0 0,0 1 0 0 0,0 0 0 0 0,0-1 1 0 0,0 0-1 0 0,1 0 0 0 0,0 0 0 0 0,-1 0 1 0 0,2 0-1 0 0,-1-1 0 0 0,0 0 0 0 0,1 0 0 0 0,-1 0 1 0 0,1 0-1 0 0,0-1 0 0 0,0 0 0 0 0,6 2 1 0 0,-4-2 1 0 0,0 0 1 0 0,1 0 0 0 0,0-1 0 0 0,-1-1 0 0 0,1 1 0 0 0,-1-1 0 0 0,1 0 0 0 0,0-1 0 0 0,-1 0 0 0 0,1 0 0 0 0,-1-1 0 0 0,1 0 0 0 0,-1 0-1 0 0,0 0 1 0 0,0-1 0 0 0,0-1 0 0 0,0 1 0 0 0,0-1 0 0 0,-1 0 0 0 0,1 0 0 0 0,-1-1 0 0 0,0 0 0 0 0,0 0 0 0 0,-1 0 0 0 0,0-1 0 0 0,7-8 0 0 0,2-5 168 0 0,-1 0 0 0 0,-1-1 0 0 0,0-1 1 0 0,-2 0-1 0 0,0 0 0 0 0,-1-1 1 0 0,8-32-1 0 0,-17 52 81 0 0,-4 7-237 0 0,0 2-16 0 0,0 0 0 0 0,0 1-1 0 0,1-1 1 0 0,0 1 0 0 0,1-1 0 0 0,-1 1 0 0 0,2 0 0 0 0,-1 0 0 0 0,1 0 0 0 0,0 0 0 0 0,0 0 0 0 0,1 0 0 0 0,0 0 0 0 0,1 0-1 0 0,1 9 1 0 0,1-6-20 0 0,-1-1 1 0 0,2 0-1 0 0,0 0 0 0 0,0-1 0 0 0,0 1 0 0 0,1-1 0 0 0,1 0 0 0 0,0 0 0 0 0,0 0 0 0 0,0-1 0 0 0,1 0 0 0 0,1 0 1 0 0,-1-1-1 0 0,1 0 0 0 0,0 0 0 0 0,1-1 0 0 0,0 0 0 0 0,0 0 0 0 0,19 8 0 0 0,-19-10-506 0 0,1 0-1 0 0,-1-1 1 0 0,1 0-1 0 0,0-1 1 0 0,0 0-1 0 0,0 0 0 0 0,18 0 1 0 0,-6-4-880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8T04:23:12.2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331 517 4044 0 0,'-16'0'-302'0'0,"13"0"52"0"0,-1 0-202 0 0,-58 5 393 0 0,45-3 59 0 0,0 1 1 0 0,0 1-1 0 0,1 1 1 0 0,0 0-1 0 0,0 1 1 0 0,-16 8-1 0 0,23-9 6 0 0,0 0 0 0 0,0 0-1 0 0,0 1 1 0 0,1 0 0 0 0,0 0 0 0 0,0 1-1 0 0,0 0 1 0 0,1 1 0 0 0,0 0 0 0 0,1 0-1 0 0,-8 11 1 0 0,12-16 5 0 0,1 1 0 0 0,-1 0 0 0 0,0-1 0 0 0,1 1 0 0 0,0 0-1 0 0,0 0 1 0 0,0 0 0 0 0,1 0 0 0 0,-1 0 0 0 0,1 0 0 0 0,0 0 0 0 0,0 0 0 0 0,0 0 0 0 0,0 0 0 0 0,1 0 0 0 0,0-1 0 0 0,0 1 0 0 0,0 0 0 0 0,0 0-1 0 0,0 0 1 0 0,1-1 0 0 0,0 1 0 0 0,0 0 0 0 0,0-1 0 0 0,0 0 0 0 0,0 1 0 0 0,1-1 0 0 0,-1 0 0 0 0,1 0 0 0 0,0 0 0 0 0,0-1 0 0 0,0 1-1 0 0,0-1 1 0 0,1 0 0 0 0,3 3 0 0 0,3 1 61 0 0,0 0 0 0 0,1 0-1 0 0,-1-1 1 0 0,1-1-1 0 0,0 0 1 0 0,0 0 0 0 0,1-1-1 0 0,-1 0 1 0 0,1-1 0 0 0,20 1-1 0 0,-27-3 5 0 0,-1 0 0 0 0,1 0 0 0 0,-1-1 0 0 0,1 0 0 0 0,-1 0 0 0 0,1 0 0 0 0,-1 0 0 0 0,0-1 0 0 0,1 1-1 0 0,-1-1 1 0 0,0 0 0 0 0,0-1 0 0 0,0 1 0 0 0,0-1 0 0 0,-1 1 0 0 0,5-5 0 0 0,-3 1 2 0 0,0 1-1 0 0,-1-1 1 0 0,1-1 0 0 0,-1 1 0 0 0,0-1 0 0 0,-1 1-1 0 0,0-1 1 0 0,0 0 0 0 0,2-8 0 0 0,2-13 95 0 0,-1 0 1 0 0,-1-1-1 0 0,1-57 1 0 0,-5 73-132 0 0,1-86 378 0 0,-4 0 1 0 0,-25-166-1 0 0,17 190-47 0 0,9 74-355 0 0,-1 6-22 0 0,-2 5-2 0 0,0 1-1 0 0,2 0 0 0 0,-1 0 1 0 0,1 0-1 0 0,1 0 0 0 0,0 0 1 0 0,0 0-1 0 0,1 0 0 0 0,1 0 0 0 0,0 0 1 0 0,0 0-1 0 0,6 21 0 0 0,3 4-7 0 0,0 0-1 0 0,27 59 1 0 0,-17-56 32 0 0,1-1 1 0 0,2-1-1 0 0,1-2 1 0 0,48 55 0 0 0,11 2-2417 0 0,-71-77 364 0 0,-4-3-328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8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21.png"/><Relationship Id="rId3" Type="http://schemas.openxmlformats.org/officeDocument/2006/relationships/image" Target="../media/image3.png"/><Relationship Id="rId21" Type="http://schemas.openxmlformats.org/officeDocument/2006/relationships/image" Target="../media/image12.png"/><Relationship Id="rId34" Type="http://schemas.openxmlformats.org/officeDocument/2006/relationships/customXml" Target="../ink/ink17.xml"/><Relationship Id="rId7" Type="http://schemas.openxmlformats.org/officeDocument/2006/relationships/image" Target="../media/image5.png"/><Relationship Id="rId12" Type="http://schemas.openxmlformats.org/officeDocument/2006/relationships/customXml" Target="../ink/ink6.xml"/><Relationship Id="rId17" Type="http://schemas.openxmlformats.org/officeDocument/2006/relationships/image" Target="../media/image10.png"/><Relationship Id="rId25" Type="http://schemas.openxmlformats.org/officeDocument/2006/relationships/image" Target="../media/image14.png"/><Relationship Id="rId33" Type="http://schemas.openxmlformats.org/officeDocument/2006/relationships/image" Target="../media/image18.png"/><Relationship Id="rId38" Type="http://schemas.openxmlformats.org/officeDocument/2006/relationships/customXml" Target="../ink/ink19.xml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7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20.png"/><Relationship Id="rId5" Type="http://schemas.openxmlformats.org/officeDocument/2006/relationships/image" Target="../media/image4.png"/><Relationship Id="rId15" Type="http://schemas.openxmlformats.org/officeDocument/2006/relationships/image" Target="../media/image9.png"/><Relationship Id="rId23" Type="http://schemas.openxmlformats.org/officeDocument/2006/relationships/image" Target="../media/image13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10" Type="http://schemas.openxmlformats.org/officeDocument/2006/relationships/customXml" Target="../ink/ink5.xml"/><Relationship Id="rId19" Type="http://schemas.openxmlformats.org/officeDocument/2006/relationships/image" Target="../media/image11.png"/><Relationship Id="rId31" Type="http://schemas.openxmlformats.org/officeDocument/2006/relationships/image" Target="../media/image17.png"/><Relationship Id="rId4" Type="http://schemas.openxmlformats.org/officeDocument/2006/relationships/customXml" Target="../ink/ink2.xml"/><Relationship Id="rId9" Type="http://schemas.openxmlformats.org/officeDocument/2006/relationships/image" Target="../media/image6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5.png"/><Relationship Id="rId30" Type="http://schemas.openxmlformats.org/officeDocument/2006/relationships/customXml" Target="../ink/ink15.xml"/><Relationship Id="rId35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3766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5BA155C-1C5C-CD88-8B44-8614FD36143A}"/>
              </a:ext>
            </a:extLst>
          </p:cNvPr>
          <p:cNvSpPr txBox="1"/>
          <p:nvPr/>
        </p:nvSpPr>
        <p:spPr>
          <a:xfrm>
            <a:off x="243840" y="671959"/>
            <a:ext cx="1170432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“Every year, financial fraud costs the world over $5 trillion. Why are humans losing — and why is AI winning?”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we answer this question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Topics we will cover: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Types of financial fraud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rule-based systems fail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Fraud as a needle-in-a-haystack problem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"good" detection looks like</a:t>
            </a:r>
          </a:p>
        </p:txBody>
      </p:sp>
    </p:spTree>
    <p:extLst>
      <p:ext uri="{BB962C8B-B14F-4D97-AF65-F5344CB8AC3E}">
        <p14:creationId xmlns:p14="http://schemas.microsoft.com/office/powerpoint/2010/main" val="4221193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2E5A5-8A83-0885-B1E3-9193E775B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2C04699-7080-62A3-A080-9E1BC2B77C16}"/>
              </a:ext>
            </a:extLst>
          </p:cNvPr>
          <p:cNvSpPr txBox="1"/>
          <p:nvPr/>
        </p:nvSpPr>
        <p:spPr>
          <a:xfrm>
            <a:off x="274320" y="310815"/>
            <a:ext cx="10405872" cy="3595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🗺️</a:t>
            </a:r>
          </a:p>
          <a:p>
            <a:pPr algn="l">
              <a:buNone/>
            </a:pP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Types of financial fraud</a:t>
            </a:r>
          </a:p>
          <a:p>
            <a:pPr marL="285750" indent="-285750" algn="l">
              <a:spcBef>
                <a:spcPts val="150"/>
              </a:spcBef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Credit card fraud</a:t>
            </a:r>
          </a:p>
          <a:p>
            <a:pPr marL="285750" indent="-285750" algn="l">
              <a:spcBef>
                <a:spcPts val="15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I</a:t>
            </a: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dentity theft</a:t>
            </a:r>
          </a:p>
          <a:p>
            <a:pPr marL="285750" indent="-285750" algn="l">
              <a:spcBef>
                <a:spcPts val="15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Anthropic Sans"/>
              </a:rPr>
              <a:t>A</a:t>
            </a: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ccount takeover</a:t>
            </a:r>
          </a:p>
          <a:p>
            <a:pPr marL="285750" indent="-285750" algn="l">
              <a:spcBef>
                <a:spcPts val="150"/>
              </a:spcBef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Insider fraud </a:t>
            </a:r>
          </a:p>
          <a:p>
            <a:pPr marL="285750" indent="-285750" algn="l">
              <a:spcBef>
                <a:spcPts val="150"/>
              </a:spcBef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Money laundering </a:t>
            </a:r>
          </a:p>
          <a:p>
            <a:pPr algn="l">
              <a:spcBef>
                <a:spcPts val="150"/>
              </a:spcBef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latin typeface="Anthropic Sans"/>
            </a:endParaRPr>
          </a:p>
          <a:p>
            <a:pPr algn="l">
              <a:spcBef>
                <a:spcPts val="150"/>
              </a:spcBef>
              <a:buNone/>
            </a:pP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— real examples with real dollar losses.</a:t>
            </a:r>
          </a:p>
        </p:txBody>
      </p:sp>
    </p:spTree>
    <p:extLst>
      <p:ext uri="{BB962C8B-B14F-4D97-AF65-F5344CB8AC3E}">
        <p14:creationId xmlns:p14="http://schemas.microsoft.com/office/powerpoint/2010/main" val="1334578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83A8D-2BC0-1230-8AFB-C269F37B8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A8C05C-7953-CE7C-3420-9834D044A16F}"/>
              </a:ext>
            </a:extLst>
          </p:cNvPr>
          <p:cNvSpPr txBox="1"/>
          <p:nvPr/>
        </p:nvSpPr>
        <p:spPr>
          <a:xfrm>
            <a:off x="228600" y="146223"/>
            <a:ext cx="10405872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⚡Why rule-based systems fail</a:t>
            </a:r>
          </a:p>
          <a:p>
            <a:pPr algn="l">
              <a:spcBef>
                <a:spcPts val="150"/>
              </a:spcBef>
              <a:buNone/>
            </a:pP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Traditional "if amount &gt; $5000, flag it" logic — why fraudsters adapt faster than rule writers.</a:t>
            </a:r>
          </a:p>
          <a:p>
            <a:pPr algn="l">
              <a:spcBef>
                <a:spcPts val="150"/>
              </a:spcBef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latin typeface="Anthropic Sans"/>
            </a:endParaRPr>
          </a:p>
          <a:p>
            <a:pPr algn="l">
              <a:spcBef>
                <a:spcPts val="150"/>
              </a:spcBef>
              <a:buNone/>
            </a:pP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Fraudsters would use $4,999 to bypass this logic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BABBD9-A636-EA25-C8B0-AC47F0CC8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344" y="2377440"/>
            <a:ext cx="7385096" cy="4187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89822B3-F35A-3A28-86CC-B86CF27FFC07}"/>
              </a:ext>
            </a:extLst>
          </p:cNvPr>
          <p:cNvSpPr txBox="1"/>
          <p:nvPr/>
        </p:nvSpPr>
        <p:spPr>
          <a:xfrm>
            <a:off x="8302753" y="3364992"/>
            <a:ext cx="343814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fraudster can  use</a:t>
            </a:r>
          </a:p>
          <a:p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transaction_amt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4999 and</a:t>
            </a:r>
          </a:p>
          <a:p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transaction_time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= 12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would bypass the rule-based detection</a:t>
            </a:r>
          </a:p>
        </p:txBody>
      </p:sp>
    </p:spTree>
    <p:extLst>
      <p:ext uri="{BB962C8B-B14F-4D97-AF65-F5344CB8AC3E}">
        <p14:creationId xmlns:p14="http://schemas.microsoft.com/office/powerpoint/2010/main" val="3695677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2098B-FA11-AE5A-831C-949B50EFB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F4113D8-D3FC-8AE6-520E-39B85D4AC6EE}"/>
              </a:ext>
            </a:extLst>
          </p:cNvPr>
          <p:cNvSpPr txBox="1"/>
          <p:nvPr/>
        </p:nvSpPr>
        <p:spPr>
          <a:xfrm>
            <a:off x="521208" y="768015"/>
            <a:ext cx="10405872" cy="16209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📊 Fraud as a needle-in-a-haystack problem</a:t>
            </a:r>
          </a:p>
          <a:p>
            <a:pPr algn="l">
              <a:buNone/>
            </a:pPr>
            <a:endParaRPr lang="en-US" sz="2400" b="0" i="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nthropic Sans"/>
            </a:endParaRPr>
          </a:p>
          <a:p>
            <a:pPr algn="l">
              <a:spcBef>
                <a:spcPts val="150"/>
              </a:spcBef>
              <a:buNone/>
            </a:pP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Introducing class imbalance: fraud is ~0.1% of transactions. </a:t>
            </a:r>
          </a:p>
          <a:p>
            <a:pPr algn="l">
              <a:spcBef>
                <a:spcPts val="150"/>
              </a:spcBef>
              <a:buNone/>
            </a:pP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Why this makes analytics hard and interesting.</a:t>
            </a:r>
          </a:p>
        </p:txBody>
      </p:sp>
    </p:spTree>
    <p:extLst>
      <p:ext uri="{BB962C8B-B14F-4D97-AF65-F5344CB8AC3E}">
        <p14:creationId xmlns:p14="http://schemas.microsoft.com/office/powerpoint/2010/main" val="2368665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AA58F-4A90-F8F5-7706-A23180D2D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66B28B-B559-50D3-E69D-E3AEDB5B8177}"/>
              </a:ext>
            </a:extLst>
          </p:cNvPr>
          <p:cNvSpPr txBox="1"/>
          <p:nvPr/>
        </p:nvSpPr>
        <p:spPr>
          <a:xfrm>
            <a:off x="297180" y="457861"/>
            <a:ext cx="8508492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is Imbalanced Data Dangerous?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1000 transactions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990 normal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10 fraud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Fraud = Only 1%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model predicts “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Every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sample is Normal”, then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accuracy = 990 / 1000 = 99%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Looks great,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model is useless because it never detects fraud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Accuracy is misleading in imbalanced datasets.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AF0133D-2C9F-2C46-8EB4-BC48BABA9F04}"/>
              </a:ext>
            </a:extLst>
          </p:cNvPr>
          <p:cNvSpPr/>
          <p:nvPr/>
        </p:nvSpPr>
        <p:spPr>
          <a:xfrm>
            <a:off x="9989424" y="1618488"/>
            <a:ext cx="1527048" cy="32738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5857B62-737B-A46B-6937-AECD7F539E5E}"/>
                  </a:ext>
                </a:extLst>
              </p14:cNvPr>
              <p14:cNvContentPartPr/>
              <p14:nvPr/>
            </p14:nvContentPartPr>
            <p14:xfrm>
              <a:off x="10057608" y="4429512"/>
              <a:ext cx="1398600" cy="320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5857B62-737B-A46B-6937-AECD7F539E5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039608" y="4411512"/>
                <a:ext cx="1434240" cy="67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9C9E3994-7D57-BC68-895C-683A8832B573}"/>
              </a:ext>
            </a:extLst>
          </p:cNvPr>
          <p:cNvGrpSpPr/>
          <p:nvPr/>
        </p:nvGrpSpPr>
        <p:grpSpPr>
          <a:xfrm>
            <a:off x="10382688" y="2443392"/>
            <a:ext cx="759960" cy="330480"/>
            <a:chOff x="10314504" y="3641256"/>
            <a:chExt cx="759960" cy="33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F77681E-091E-0346-CE27-4F179668BD4B}"/>
                    </a:ext>
                  </a:extLst>
                </p14:cNvPr>
                <p14:cNvContentPartPr/>
                <p14:nvPr/>
              </p14:nvContentPartPr>
              <p14:xfrm>
                <a:off x="10314504" y="3641256"/>
                <a:ext cx="178560" cy="3042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F77681E-091E-0346-CE27-4F179668BD4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296504" y="3623256"/>
                  <a:ext cx="21420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DCF655D-B6BD-6FD3-DD90-34FEB600B8BB}"/>
                    </a:ext>
                  </a:extLst>
                </p14:cNvPr>
                <p14:cNvContentPartPr/>
                <p14:nvPr/>
              </p14:nvContentPartPr>
              <p14:xfrm>
                <a:off x="10585584" y="3665016"/>
                <a:ext cx="185400" cy="1936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DCF655D-B6BD-6FD3-DD90-34FEB600B8B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567584" y="3647016"/>
                  <a:ext cx="2210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A3A2973-D76B-29FC-ADC6-35E43E96F3E1}"/>
                    </a:ext>
                  </a:extLst>
                </p14:cNvPr>
                <p14:cNvContentPartPr/>
                <p14:nvPr/>
              </p14:nvContentPartPr>
              <p14:xfrm>
                <a:off x="10851984" y="3715416"/>
                <a:ext cx="222480" cy="1483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A3A2973-D76B-29FC-ADC6-35E43E96F3E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833984" y="3697416"/>
                  <a:ext cx="25812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C7B0E5F-65DA-D5A2-482B-7D65CA7B69F0}"/>
                    </a:ext>
                  </a:extLst>
                </p14:cNvPr>
                <p14:cNvContentPartPr/>
                <p14:nvPr/>
              </p14:nvContentPartPr>
              <p14:xfrm>
                <a:off x="10775304" y="3820176"/>
                <a:ext cx="12240" cy="1515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C7B0E5F-65DA-D5A2-482B-7D65CA7B69F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757304" y="3802536"/>
                  <a:ext cx="47880" cy="18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D1AFE6B-4B23-E7C4-C997-E9029A69B7B0}"/>
              </a:ext>
            </a:extLst>
          </p:cNvPr>
          <p:cNvGrpSpPr/>
          <p:nvPr/>
        </p:nvGrpSpPr>
        <p:grpSpPr>
          <a:xfrm>
            <a:off x="10345968" y="1848672"/>
            <a:ext cx="1198800" cy="364680"/>
            <a:chOff x="10277784" y="3046536"/>
            <a:chExt cx="1198800" cy="36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580C742-CFAD-4605-4513-6B3B42E96CCF}"/>
                    </a:ext>
                  </a:extLst>
                </p14:cNvPr>
                <p14:cNvContentPartPr/>
                <p14:nvPr/>
              </p14:nvContentPartPr>
              <p14:xfrm>
                <a:off x="10277784" y="3068496"/>
                <a:ext cx="297720" cy="2552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580C742-CFAD-4605-4513-6B3B42E96CC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259784" y="3050856"/>
                  <a:ext cx="3333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22B2E77-52FE-2B51-A817-E6A3348F2A54}"/>
                    </a:ext>
                  </a:extLst>
                </p14:cNvPr>
                <p14:cNvContentPartPr/>
                <p14:nvPr/>
              </p14:nvContentPartPr>
              <p14:xfrm>
                <a:off x="10638864" y="3182256"/>
                <a:ext cx="106560" cy="982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22B2E77-52FE-2B51-A817-E6A3348F2A5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620864" y="3164616"/>
                  <a:ext cx="1422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1781465-73C7-2E9B-C65A-CF76DA50C7F1}"/>
                    </a:ext>
                  </a:extLst>
                </p14:cNvPr>
                <p14:cNvContentPartPr/>
                <p14:nvPr/>
              </p14:nvContentPartPr>
              <p14:xfrm>
                <a:off x="10788264" y="3158136"/>
                <a:ext cx="136080" cy="1461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1781465-73C7-2E9B-C65A-CF76DA50C7F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770264" y="3140496"/>
                  <a:ext cx="17172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AE00755-F05D-0807-0AE7-AD0C1CEB3819}"/>
                    </a:ext>
                  </a:extLst>
                </p14:cNvPr>
                <p14:cNvContentPartPr/>
                <p14:nvPr/>
              </p14:nvContentPartPr>
              <p14:xfrm>
                <a:off x="10984824" y="3161016"/>
                <a:ext cx="217440" cy="1497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AE00755-F05D-0807-0AE7-AD0C1CEB381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966824" y="3143016"/>
                  <a:ext cx="25308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7219D81-0986-48B2-6C79-3F4BA75B1AFD}"/>
                    </a:ext>
                  </a:extLst>
                </p14:cNvPr>
                <p14:cNvContentPartPr/>
                <p14:nvPr/>
              </p14:nvContentPartPr>
              <p14:xfrm>
                <a:off x="11220264" y="3228696"/>
                <a:ext cx="166680" cy="684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7219D81-0986-48B2-6C79-3F4BA75B1AF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202624" y="3210696"/>
                  <a:ext cx="2023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D67DD04-7C10-43A8-AF43-F901281E36C3}"/>
                    </a:ext>
                  </a:extLst>
                </p14:cNvPr>
                <p14:cNvContentPartPr/>
                <p14:nvPr/>
              </p14:nvContentPartPr>
              <p14:xfrm>
                <a:off x="11427624" y="3046536"/>
                <a:ext cx="48960" cy="3646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D67DD04-7C10-43A8-AF43-F901281E36C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1409624" y="3028536"/>
                  <a:ext cx="84600" cy="40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6D49417-A83B-4E85-8BB0-A211DD4A258D}"/>
              </a:ext>
            </a:extLst>
          </p:cNvPr>
          <p:cNvGrpSpPr/>
          <p:nvPr/>
        </p:nvGrpSpPr>
        <p:grpSpPr>
          <a:xfrm>
            <a:off x="10304208" y="4559112"/>
            <a:ext cx="1208160" cy="494280"/>
            <a:chOff x="10236024" y="5756976"/>
            <a:chExt cx="1208160" cy="49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E74DA10-F0BA-6CF2-4544-69993532819C}"/>
                    </a:ext>
                  </a:extLst>
                </p14:cNvPr>
                <p14:cNvContentPartPr/>
                <p14:nvPr/>
              </p14:nvContentPartPr>
              <p14:xfrm>
                <a:off x="10424664" y="5756976"/>
                <a:ext cx="61560" cy="1810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E74DA10-F0BA-6CF2-4544-69993532819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407024" y="5738976"/>
                  <a:ext cx="9720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E5870D9-D4FE-377E-3D39-F8555185E214}"/>
                    </a:ext>
                  </a:extLst>
                </p14:cNvPr>
                <p14:cNvContentPartPr/>
                <p14:nvPr/>
              </p14:nvContentPartPr>
              <p14:xfrm>
                <a:off x="10579104" y="5782536"/>
                <a:ext cx="208440" cy="1245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E5870D9-D4FE-377E-3D39-F8555185E21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561464" y="5764536"/>
                  <a:ext cx="2440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CD0E3BB-FE72-8964-EFF0-624595CA97E5}"/>
                    </a:ext>
                  </a:extLst>
                </p14:cNvPr>
                <p14:cNvContentPartPr/>
                <p14:nvPr/>
              </p14:nvContentPartPr>
              <p14:xfrm>
                <a:off x="10293264" y="5965416"/>
                <a:ext cx="157680" cy="2858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CD0E3BB-FE72-8964-EFF0-624595CA97E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275264" y="5947416"/>
                  <a:ext cx="19332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AA61AE0-9D2C-EB69-450C-36F5719295D9}"/>
                    </a:ext>
                  </a:extLst>
                </p14:cNvPr>
                <p14:cNvContentPartPr/>
                <p14:nvPr/>
              </p14:nvContentPartPr>
              <p14:xfrm>
                <a:off x="10236024" y="6118416"/>
                <a:ext cx="216720" cy="493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AA61AE0-9D2C-EB69-450C-36F5719295D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218384" y="6100416"/>
                  <a:ext cx="2523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AEA862A-D253-98B4-5579-9886DBEC2CDC}"/>
                    </a:ext>
                  </a:extLst>
                </p14:cNvPr>
                <p14:cNvContentPartPr/>
                <p14:nvPr/>
              </p14:nvContentPartPr>
              <p14:xfrm>
                <a:off x="10450224" y="6069816"/>
                <a:ext cx="260640" cy="1533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AEA862A-D253-98B4-5579-9886DBEC2CD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432584" y="6051816"/>
                  <a:ext cx="2962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BCC4DDB-B161-51EC-E0EB-8B05CABA4E1A}"/>
                    </a:ext>
                  </a:extLst>
                </p14:cNvPr>
                <p14:cNvContentPartPr/>
                <p14:nvPr/>
              </p14:nvContentPartPr>
              <p14:xfrm>
                <a:off x="10732824" y="6110136"/>
                <a:ext cx="200160" cy="1098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BCC4DDB-B161-51EC-E0EB-8B05CABA4E1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715184" y="6092496"/>
                  <a:ext cx="23580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DCC95FA-A72E-826A-4D33-49D01DB73FEF}"/>
                    </a:ext>
                  </a:extLst>
                </p14:cNvPr>
                <p14:cNvContentPartPr/>
                <p14:nvPr/>
              </p14:nvContentPartPr>
              <p14:xfrm>
                <a:off x="10970064" y="6091776"/>
                <a:ext cx="219240" cy="1202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DCC95FA-A72E-826A-4D33-49D01DB73FE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952064" y="6073776"/>
                  <a:ext cx="2548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1F03D19-F620-739B-838A-811C3165BB2D}"/>
                    </a:ext>
                  </a:extLst>
                </p14:cNvPr>
                <p14:cNvContentPartPr/>
                <p14:nvPr/>
              </p14:nvContentPartPr>
              <p14:xfrm>
                <a:off x="11226024" y="5948496"/>
                <a:ext cx="218160" cy="2973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1F03D19-F620-739B-838A-811C3165BB2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208384" y="5930856"/>
                  <a:ext cx="253800" cy="333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071393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21110-1ECB-C635-7514-54753469E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874598E-FE91-B31E-0997-5E40B763A45A}"/>
              </a:ext>
            </a:extLst>
          </p:cNvPr>
          <p:cNvSpPr txBox="1"/>
          <p:nvPr/>
        </p:nvSpPr>
        <p:spPr>
          <a:xfrm>
            <a:off x="521208" y="768015"/>
            <a:ext cx="10405872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🎯 What "good" detection looks like</a:t>
            </a:r>
          </a:p>
          <a:p>
            <a:pPr algn="l">
              <a:buNone/>
            </a:pPr>
            <a:endParaRPr lang="en-US" sz="2400" b="0" i="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nthropic Sans"/>
            </a:endParaRPr>
          </a:p>
          <a:p>
            <a:pPr algn="l">
              <a:spcBef>
                <a:spcPts val="150"/>
              </a:spcBef>
              <a:buNone/>
            </a:pP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Precision vs. recall trade-off explained simply: </a:t>
            </a:r>
          </a:p>
          <a:p>
            <a:pPr marL="342900" indent="-342900" algn="l">
              <a:spcBef>
                <a:spcPts val="150"/>
              </a:spcBef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false positives annoy customers,</a:t>
            </a:r>
          </a:p>
          <a:p>
            <a:pPr marL="342900" indent="-342900" algn="l">
              <a:spcBef>
                <a:spcPts val="150"/>
              </a:spcBef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Anthropic Sans"/>
              </a:rPr>
              <a:t>false negatives cost money.</a:t>
            </a:r>
          </a:p>
        </p:txBody>
      </p:sp>
    </p:spTree>
    <p:extLst>
      <p:ext uri="{BB962C8B-B14F-4D97-AF65-F5344CB8AC3E}">
        <p14:creationId xmlns:p14="http://schemas.microsoft.com/office/powerpoint/2010/main" val="961119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672B8-E6C2-A046-63DC-39AB5EDE4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AA7A97-8FBB-38E2-A147-4A83B009F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471" y="1852631"/>
            <a:ext cx="8792802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723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EF330-83F1-93E7-14C7-860C18AB9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E8E8F38-3828-775F-6EED-D8873BD15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553" y="431892"/>
            <a:ext cx="8378894" cy="599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744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04B34-3353-8168-16BA-E02C2C609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7BB85C-AF38-EAF2-4B49-CFEC5D57B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41" y="128016"/>
            <a:ext cx="4803619" cy="4416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746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9C19C-515B-58B5-87FB-416B6FC4F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E6A9172-987F-0508-9641-23B8513253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333321" cy="33192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FA40884-EFB0-4E36-AB6F-21FE573DFB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9817" y="3319271"/>
            <a:ext cx="5475140" cy="334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23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6DB78-2795-51E3-F3E2-63E6C2D0F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C4A915C-A258-AEDC-A3A8-5545EB6F88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06" y="118872"/>
            <a:ext cx="6692004" cy="209333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6CB02E8-5EAD-8B8A-D09B-D6E123C617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351" y="2514600"/>
            <a:ext cx="5479290" cy="3899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733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4F91EC-E220-9630-3E23-610A21AA6D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563" y="2194560"/>
            <a:ext cx="8153805" cy="1612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F4278-EF1E-7D98-41D2-BC6D76566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9CC9F2-E84E-01C1-59A9-E13206D9A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69" y="166006"/>
            <a:ext cx="4452288" cy="1122864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F0CD0D0-7198-51E3-F3D7-B6931C9F01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7240569"/>
              </p:ext>
            </p:extLst>
          </p:nvPr>
        </p:nvGraphicFramePr>
        <p:xfrm>
          <a:off x="6361176" y="978408"/>
          <a:ext cx="3989832" cy="1828800"/>
        </p:xfrm>
        <a:graphic>
          <a:graphicData uri="http://schemas.openxmlformats.org/drawingml/2006/table">
            <a:tbl>
              <a:tblPr/>
              <a:tblGrid>
                <a:gridCol w="1776984">
                  <a:extLst>
                    <a:ext uri="{9D8B030D-6E8A-4147-A177-3AD203B41FA5}">
                      <a16:colId xmlns:a16="http://schemas.microsoft.com/office/drawing/2014/main" val="780672587"/>
                    </a:ext>
                  </a:extLst>
                </a:gridCol>
                <a:gridCol w="2212848">
                  <a:extLst>
                    <a:ext uri="{9D8B030D-6E8A-4147-A177-3AD203B41FA5}">
                      <a16:colId xmlns:a16="http://schemas.microsoft.com/office/drawing/2014/main" val="20563356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Metric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Value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53011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56100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72325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9152289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0B1450D4-C3DF-ED8C-1D5D-2B442B313E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231" y="2912395"/>
            <a:ext cx="3581897" cy="3779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6552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4F56A-D474-80AA-EDA9-7BA060D04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81C484-BD25-4B76-5B22-A30DD6C00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8765" y="201168"/>
            <a:ext cx="4743746" cy="1380744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EE9111B-D5E1-C6CA-AFFF-6DF5E36C3A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389097"/>
              </p:ext>
            </p:extLst>
          </p:nvPr>
        </p:nvGraphicFramePr>
        <p:xfrm>
          <a:off x="6632511" y="992918"/>
          <a:ext cx="3624072" cy="1828800"/>
        </p:xfrm>
        <a:graphic>
          <a:graphicData uri="http://schemas.openxmlformats.org/drawingml/2006/table">
            <a:tbl>
              <a:tblPr/>
              <a:tblGrid>
                <a:gridCol w="1612392">
                  <a:extLst>
                    <a:ext uri="{9D8B030D-6E8A-4147-A177-3AD203B41FA5}">
                      <a16:colId xmlns:a16="http://schemas.microsoft.com/office/drawing/2014/main" val="3901697025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406521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Metric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Value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4176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9847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3117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5295628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B6D5D47-DAA9-3071-7276-225B73ED2B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76" y="2844587"/>
            <a:ext cx="5938096" cy="382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699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B1F22-9DD8-C05B-FD33-5D064E068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F2D27F-61B4-C289-4900-F36E9C780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10501"/>
            <a:ext cx="4040767" cy="47791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A470A41-BD4E-8674-4B58-2DA2F4FB43EB}"/>
              </a:ext>
            </a:extLst>
          </p:cNvPr>
          <p:cNvSpPr txBox="1"/>
          <p:nvPr/>
        </p:nvSpPr>
        <p:spPr>
          <a:xfrm>
            <a:off x="5838444" y="1323862"/>
            <a:ext cx="619048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Which Metric Matters More?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fraud detection,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Recall is usually more important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because missing fraud can be very expensive.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However, extremely low precision is also problematic because too many good customers are disrupted.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Banks often optimize for: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High Recall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Reasonable Precision</a:t>
            </a:r>
          </a:p>
        </p:txBody>
      </p:sp>
    </p:spTree>
    <p:extLst>
      <p:ext uri="{BB962C8B-B14F-4D97-AF65-F5344CB8AC3E}">
        <p14:creationId xmlns:p14="http://schemas.microsoft.com/office/powerpoint/2010/main" val="15650503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CE558-8E34-3AEA-5BB0-F0253E6F7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2256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1151</TotalTime>
  <Words>307</Words>
  <Application>Microsoft Office PowerPoint</Application>
  <PresentationFormat>Widescreen</PresentationFormat>
  <Paragraphs>75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Anthropic Sans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182</cp:revision>
  <dcterms:created xsi:type="dcterms:W3CDTF">2025-09-22T02:44:38Z</dcterms:created>
  <dcterms:modified xsi:type="dcterms:W3CDTF">2026-05-18T04:47:15Z</dcterms:modified>
</cp:coreProperties>
</file>