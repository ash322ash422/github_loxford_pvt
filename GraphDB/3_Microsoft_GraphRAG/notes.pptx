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6" r:id="rId2"/>
    <p:sldId id="275" r:id="rId3"/>
    <p:sldId id="278" r:id="rId4"/>
    <p:sldId id="286" r:id="rId5"/>
    <p:sldId id="279" r:id="rId6"/>
    <p:sldId id="285" r:id="rId7"/>
    <p:sldId id="280" r:id="rId8"/>
    <p:sldId id="288" r:id="rId9"/>
    <p:sldId id="289" r:id="rId10"/>
    <p:sldId id="281" r:id="rId11"/>
    <p:sldId id="277" r:id="rId12"/>
    <p:sldId id="282" r:id="rId13"/>
    <p:sldId id="283" r:id="rId14"/>
    <p:sldId id="284" r:id="rId15"/>
    <p:sldId id="2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6:39.0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24575,'77'-10'0,"-4"0"0,657 17 0,-221 6 0,-234-13-1365,-236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6:40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0 515 24575,'4'0'0,"0"1"0,0 0 0,0 0 0,0 0 0,0 0 0,0 1 0,-1 0 0,1-1 0,-1 1 0,1 0 0,-1 1 0,1-1 0,-1 1 0,5 5 0,40 48 0,-41-47 0,11 17 0,-12-17 0,0 0 0,1 0 0,0 0 0,11 10 0,-15-17 0,-1 0 0,1 0 0,-1-1 0,1 1 0,0 0 0,0-1 0,0 0 0,0 0 0,0 0 0,0 0 0,0 0 0,0-1 0,0 1 0,0-1 0,0 0 0,0 0 0,1 0 0,-1 0 0,0 0 0,3-1 0,8-3 0,-1-1 0,1 1 0,-1-2 0,0 0 0,-1-1 0,0 0 0,0-1 0,13-10 0,87-85 0,-87 78 0,396-346-240,-318 284-885,-36 30-5701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9:32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0 280 24575,'4'1'0,"-1"0"0,1 0 0,-1 0 0,0 0 0,0 0 0,1 1 0,-1 0 0,0-1 0,0 1 0,0 0 0,-1 0 0,1 1 0,0-1 0,3 5 0,31 37 0,-34-39 0,1 0 0,-1 0 0,1-1 0,0 0 0,0 0 0,1 0 0,-1 0 0,1-1 0,0 1 0,-1-1 0,12 5 0,-12-8 0,0 1 0,1 0 0,-1-1 0,0 0 0,1 1 0,-1-2 0,1 1 0,-1-1 0,0 1 0,1-1 0,-1 0 0,0-1 0,0 1 0,0-1 0,0 0 0,7-4 0,232-134 0,-82 44 0,51-31-1365,-169 98-5461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9:37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151 105 24575,'1'-4'0,"-1"1"0,1 0 0,0 0 0,-1 0 0,2 0 0,-1-1 0,0 1 0,0 1 0,1-1 0,0 0 0,0 0 0,-1 0 0,2 1 0,-1-1 0,0 1 0,0 0 0,1 0 0,-1 0 0,1 0 0,0 0 0,0 0 0,-1 1 0,1-1 0,0 1 0,0 0 0,0-1 0,1 2 0,-1-1 0,0 0 0,4 0 0,13-3 0,0 1 0,0 1 0,30 1 0,-43 1 0,57 0 0,-7 0 0,111-13 0,-127 7 0,0 2 0,1 2 0,-1 2 0,1 1 0,-1 2 0,52 11 0,-29-1 0,1-3 0,120 3 0,-168-12 0,1 1 0,-1 0 0,0 2 0,1 0 0,21 8 0,-21-5 0,1-2 0,0 0 0,0-1 0,25 1 0,-44-5 0,10 0 0,0 0 0,0 1 0,0 0 0,0 1 0,0 0 0,10 4 0,-16-4 0,-1 0 0,1 0 0,-1 0 0,1 1 0,-1-1 0,0 1 0,0 0 0,0 0 0,-1 0 0,1 0 0,-1 1 0,1-1 0,-1 1 0,0 0 0,-1-1 0,1 1 0,1 6 0,17 49 0,13 74 0,-12-43 0,1-26 0,-17-51 0,0 1 0,0 0 0,-2 0 0,0 0 0,0 1 0,0 16 0,-2-3 0,-2 100 0,0-113 0,-1-1 0,0 0 0,-1 1 0,-1-1 0,0-1 0,-10 24 0,10-30 0,-1 0 0,0 0 0,0 0 0,-1 0 0,1-1 0,-2 0 0,1 0 0,0-1 0,-1 0 0,0 0 0,-1 0 0,1-1 0,-1 0 0,1 0 0,-1-1 0,0 0 0,-1 0 0,1-1 0,-14 2 0,-15 1 0,1-2 0,-1-2 0,-48-3 0,31 0 0,22 0 0,0-2 0,0-1 0,-53-15 0,26 6 0,-56-2 0,36 7 0,-52-8 0,-36-6 0,161 22 0,-16-4 0,1 0 0,-1 2 0,1 1 0,-1 0 0,0 2 0,0 0 0,-41 6 0,33 1 0,-1-1 0,1-2 0,-57 0 0,77-4 0,1 0 0,-1-1 0,1 0 0,-1 0 0,1-1 0,0 0 0,-1-1 0,1 0 0,0-1 0,1 0 0,-1 0 0,1-1 0,0 0 0,0 0 0,0-1 0,-11-10 0,13 7 0,0 0 0,0 0 0,1-1 0,0 0 0,1 0 0,0 0 0,1 0 0,0-1 0,-2-11 0,1-3 0,0 0 0,0-48 0,7 36 0,2 1 0,1 0 0,19-61 0,-15 64 0,-2-1 0,0 0 0,-3-1 0,2-44 0,-6 59-210,1 1-1,7-32 0,-7 40-522,2-11-6093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9:40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28 24575,'0'0'0,"0"0"0,0 0 0,0 0 0,0 0 0,0 0 0,1-1 0,-1 1 0,0 0 0,0 0 0,0 0 0,0-1 0,0 1 0,0 0 0,0 0 0,0 0 0,0-1 0,0 1 0,0 0 0,0 0 0,0 0 0,0 0 0,0-1 0,0 1 0,-1 0 0,1 0 0,0 0 0,0-1 0,0 1 0,0 0 0,0 0 0,0 0 0,0 0 0,-1 0 0,1-1 0,0 1 0,0 0 0,0 0 0,0 0 0,0 0 0,-1 0 0,1 0 0,0 0 0,0 0 0,0 0 0,0-1 0,-1 1 0,1 0 0,0 0 0,0 0 0,0 0 0,-1 0 0,21-8 0,36 0 0,1 4 0,103 3 0,-66 3 0,607-1 0,-666 0 20,51 10-1,-33-3-1423,-24-5-5422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19:41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5 260 24575,'-2'41'0,"0"-15"0,2 0 0,0 0 0,5 28 0,-5-53 0,0-1 0,0 1 0,1-1 0,-1 1 0,0 0 0,0-1 0,0 1 0,1-1 0,-1 1 0,0-1 0,1 1 0,-1-1 0,0 0 0,1 1 0,-1-1 0,0 1 0,1-1 0,-1 0 0,1 1 0,-1-1 0,1 0 0,-1 1 0,1-1 0,-1 0 0,1 0 0,-1 0 0,1 0 0,0 1 0,-1-1 0,1 0 0,-1 0 0,1 0 0,-1 0 0,1 0 0,-1 0 0,2 0 0,23-9 0,-21 8 0,48-25 0,-1-3 0,84-61 0,-40 24 0,202-120-1365,-233 149-5461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20:53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21:14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0 416 24575,'2'11'0,"0"-1"0,1 0 0,0 0 0,1 0 0,8 17 0,-11-24 0,0-1 0,1 1 0,-1-1 0,1 0 0,0 1 0,0-1 0,0 0 0,0 0 0,0 0 0,0 0 0,0-1 0,1 1 0,-1 0 0,1-1 0,-1 0 0,1 0 0,0 0 0,-1 0 0,1 0 0,0 0 0,0-1 0,0 1 0,-1-1 0,1 0 0,0 1 0,0-1 0,0-1 0,5 0 0,7-2 0,-1 0 0,1-1 0,-1-1 0,20-10 0,-18 9 0,505-264 0,-239 114 0,-208 117-1365,-19 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8:21:16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 24575,'15'-5'0,"0"0"0,1 1 0,-1 1 0,1 0 0,-1 2 0,1-1 0,27 3 0,-7-2 0,242-11 0,206-4 0,-213 16-1365,-246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ustup.r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ite.gephi.org/v1.0.2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customXml" Target="../ink/ink9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82C8E4-339E-9995-1885-A2B115BB5DAF}"/>
              </a:ext>
            </a:extLst>
          </p:cNvPr>
          <p:cNvSpPr txBox="1"/>
          <p:nvPr/>
        </p:nvSpPr>
        <p:spPr>
          <a:xfrm>
            <a:off x="3108960" y="2212848"/>
            <a:ext cx="46040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RAG</a:t>
            </a:r>
          </a:p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</a:t>
            </a:r>
          </a:p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Research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3CE2A5-3CD4-1DDD-5937-0FB520B466E4}"/>
              </a:ext>
            </a:extLst>
          </p:cNvPr>
          <p:cNvSpPr txBox="1"/>
          <p:nvPr/>
        </p:nvSpPr>
        <p:spPr>
          <a:xfrm>
            <a:off x="155448" y="1426464"/>
            <a:ext cx="111282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Prerequisite: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Needs OpenAI API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Had to install rust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 windows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2400" b="1" dirty="0">
                <a:hlinkClick r:id="rId2"/>
              </a:rPr>
              <a:t>https://rustup.rs</a:t>
            </a:r>
            <a:endParaRPr lang="en-US" sz="2400" b="1" dirty="0"/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close and reopen VSCODE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3576-8FC8-3836-049E-B6C692D8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9EB87F-6E33-5428-D148-EA72434C16D8}"/>
              </a:ext>
            </a:extLst>
          </p:cNvPr>
          <p:cNvSpPr txBox="1"/>
          <p:nvPr/>
        </p:nvSpPr>
        <p:spPr>
          <a:xfrm>
            <a:off x="310896" y="2788920"/>
            <a:ext cx="11128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Ingestion</a:t>
            </a:r>
          </a:p>
        </p:txBody>
      </p:sp>
    </p:spTree>
    <p:extLst>
      <p:ext uri="{BB962C8B-B14F-4D97-AF65-F5344CB8AC3E}">
        <p14:creationId xmlns:p14="http://schemas.microsoft.com/office/powerpoint/2010/main" val="121035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802C-B239-83CF-DBC2-26B18017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0998F3-46F7-A503-9F88-F6FF0E430553}"/>
              </a:ext>
            </a:extLst>
          </p:cNvPr>
          <p:cNvSpPr txBox="1"/>
          <p:nvPr/>
        </p:nvSpPr>
        <p:spPr>
          <a:xfrm>
            <a:off x="320040" y="557784"/>
            <a:ext cx="111282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Ingestion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objective to transform a folder of unstructured text documents into a searchable knowledge graph.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 am using one file: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my_text_files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/01_company.txt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Documents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RAG Indexing Pipeline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Graph + Embeddings + Community Reports</a:t>
            </a:r>
          </a:p>
        </p:txBody>
      </p:sp>
    </p:spTree>
    <p:extLst>
      <p:ext uri="{BB962C8B-B14F-4D97-AF65-F5344CB8AC3E}">
        <p14:creationId xmlns:p14="http://schemas.microsoft.com/office/powerpoint/2010/main" val="324091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DCC8-B46C-BD24-4896-FEA74436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820D0-53AE-D92E-8DAE-44A0109D4A50}"/>
              </a:ext>
            </a:extLst>
          </p:cNvPr>
          <p:cNvSpPr txBox="1"/>
          <p:nvPr/>
        </p:nvSpPr>
        <p:spPr>
          <a:xfrm>
            <a:off x="1307592" y="2679192"/>
            <a:ext cx="10341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Retrieval</a:t>
            </a:r>
          </a:p>
        </p:txBody>
      </p:sp>
    </p:spTree>
    <p:extLst>
      <p:ext uri="{BB962C8B-B14F-4D97-AF65-F5344CB8AC3E}">
        <p14:creationId xmlns:p14="http://schemas.microsoft.com/office/powerpoint/2010/main" val="269467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12A2-31AE-F1A1-1D67-C42A9010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4387C0-F44A-F4D3-DEFD-00280B811101}"/>
              </a:ext>
            </a:extLst>
          </p:cNvPr>
          <p:cNvSpPr txBox="1"/>
          <p:nvPr/>
        </p:nvSpPr>
        <p:spPr>
          <a:xfrm>
            <a:off x="320040" y="557784"/>
            <a:ext cx="11969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Retrieval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Here we visualize 2 files that was generated during ingestion 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graph_export.gexf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This can be viewed through online tool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https://lite.gephi.org/v1.0.2/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highlight>
                <a:srgbClr val="00FFFF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graph_visualization.html</a:t>
            </a:r>
          </a:p>
        </p:txBody>
      </p:sp>
    </p:spTree>
    <p:extLst>
      <p:ext uri="{BB962C8B-B14F-4D97-AF65-F5344CB8AC3E}">
        <p14:creationId xmlns:p14="http://schemas.microsoft.com/office/powerpoint/2010/main" val="289491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900-EF95-4A9D-59D2-B69B228D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15887-7BC8-3CB8-5782-4A964F3C211A}"/>
              </a:ext>
            </a:extLst>
          </p:cNvPr>
          <p:cNvSpPr txBox="1"/>
          <p:nvPr/>
        </p:nvSpPr>
        <p:spPr>
          <a:xfrm>
            <a:off x="0" y="1399032"/>
            <a:ext cx="2456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graph_export.gexf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5BDBC-C950-5E8D-7D6D-378F0F21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43" y="373048"/>
            <a:ext cx="8554951" cy="61119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F0A756A-847E-7F62-82F1-092F5301FF25}"/>
                  </a:ext>
                </a:extLst>
              </p14:cNvPr>
              <p14:cNvContentPartPr/>
              <p14:nvPr/>
            </p14:nvContentPartPr>
            <p14:xfrm>
              <a:off x="5641704" y="806616"/>
              <a:ext cx="613800" cy="7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F0A756A-847E-7F62-82F1-092F5301FF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4064" y="788616"/>
                <a:ext cx="6494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CB9A21-52FA-A4C5-92F9-B9F6004FE6AD}"/>
                  </a:ext>
                </a:extLst>
              </p14:cNvPr>
              <p14:cNvContentPartPr/>
              <p14:nvPr/>
            </p14:nvContentPartPr>
            <p14:xfrm>
              <a:off x="5111424" y="372456"/>
              <a:ext cx="395640" cy="255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CB9A21-52FA-A4C5-92F9-B9F6004FE6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3424" y="354456"/>
                <a:ext cx="431280" cy="2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86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E585-EB0D-FCF9-2E63-7F7164A1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F5AF7-0EE8-FCA5-0A96-022839EECE16}"/>
              </a:ext>
            </a:extLst>
          </p:cNvPr>
          <p:cNvSpPr txBox="1"/>
          <p:nvPr/>
        </p:nvSpPr>
        <p:spPr>
          <a:xfrm>
            <a:off x="2185416" y="676656"/>
            <a:ext cx="2456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graph_export.gexf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DC0BA-F58C-5C2C-F13C-7AC78404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76" y="2940416"/>
            <a:ext cx="12192000" cy="35923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2AE250-AA25-F26F-4DB9-13B4337F4972}"/>
                  </a:ext>
                </a:extLst>
              </p14:cNvPr>
              <p14:cNvContentPartPr/>
              <p14:nvPr/>
            </p14:nvContentPartPr>
            <p14:xfrm>
              <a:off x="210384" y="3044736"/>
              <a:ext cx="319320" cy="147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2AE250-AA25-F26F-4DB9-13B4337F49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384" y="3026736"/>
                <a:ext cx="3549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7D3891-F4D0-9363-B2C1-F08184D27663}"/>
                  </a:ext>
                </a:extLst>
              </p14:cNvPr>
              <p14:cNvContentPartPr/>
              <p14:nvPr/>
            </p14:nvContentPartPr>
            <p14:xfrm>
              <a:off x="-8856" y="3217536"/>
              <a:ext cx="641160" cy="36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7D3891-F4D0-9363-B2C1-F08184D276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856" y="3199896"/>
                <a:ext cx="6768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8AFC5C-811F-3EAA-5396-E16E13A82513}"/>
                  </a:ext>
                </a:extLst>
              </p14:cNvPr>
              <p14:cNvContentPartPr/>
              <p14:nvPr/>
            </p14:nvContentPartPr>
            <p14:xfrm>
              <a:off x="5292864" y="3281616"/>
              <a:ext cx="465120" cy="1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8AFC5C-811F-3EAA-5396-E16E13A825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74864" y="3263616"/>
                <a:ext cx="500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60352ED-6D52-0769-7951-4497918CCD58}"/>
                  </a:ext>
                </a:extLst>
              </p14:cNvPr>
              <p14:cNvContentPartPr/>
              <p14:nvPr/>
            </p14:nvContentPartPr>
            <p14:xfrm>
              <a:off x="5950944" y="2969496"/>
              <a:ext cx="268200" cy="160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60352ED-6D52-0769-7951-4497918CCD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33304" y="2951856"/>
                <a:ext cx="303840" cy="1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59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0628-FEA8-9D4B-62AB-6F268C20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7B4C5-7305-C01E-0001-2F2FBACF7019}"/>
              </a:ext>
            </a:extLst>
          </p:cNvPr>
          <p:cNvSpPr txBox="1"/>
          <p:nvPr/>
        </p:nvSpPr>
        <p:spPr>
          <a:xfrm>
            <a:off x="2185416" y="676656"/>
            <a:ext cx="2456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graph_export.gexf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E92FF4-038C-7954-73CC-DF94A80F5360}"/>
                  </a:ext>
                </a:extLst>
              </p14:cNvPr>
              <p14:cNvContentPartPr/>
              <p14:nvPr/>
            </p14:nvContentPartPr>
            <p14:xfrm>
              <a:off x="5376744" y="415137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E92FF4-038C-7954-73CC-DF94A80F5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8744" y="41333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746B28D-3308-9A5F-8EA9-F1F47F971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" y="2574363"/>
            <a:ext cx="12063984" cy="41490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C3805B-6009-003A-EF37-9F6FA2183419}"/>
                  </a:ext>
                </a:extLst>
              </p14:cNvPr>
              <p14:cNvContentPartPr/>
              <p14:nvPr/>
            </p14:nvContentPartPr>
            <p14:xfrm>
              <a:off x="959904" y="2684736"/>
              <a:ext cx="410400" cy="191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C3805B-6009-003A-EF37-9F6FA21834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904" y="2667096"/>
                <a:ext cx="446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99B4C8D-ACFF-CCF7-70A2-9317EE23168C}"/>
                  </a:ext>
                </a:extLst>
              </p14:cNvPr>
              <p14:cNvContentPartPr/>
              <p14:nvPr/>
            </p14:nvContentPartPr>
            <p14:xfrm>
              <a:off x="5358384" y="2916576"/>
              <a:ext cx="448560" cy="18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99B4C8D-ACFF-CCF7-70A2-9317EE2316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40384" y="2898936"/>
                <a:ext cx="48420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352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6341-C43B-2F30-8877-5B1AC8D0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D75CA8-2277-6758-5C8C-530E7136FC91}"/>
              </a:ext>
            </a:extLst>
          </p:cNvPr>
          <p:cNvSpPr txBox="1"/>
          <p:nvPr/>
        </p:nvSpPr>
        <p:spPr>
          <a:xfrm>
            <a:off x="987552" y="256032"/>
            <a:ext cx="1112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there are 4 types of retrieval: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6ECB9-E5CB-755D-B7B9-057FAE4087E4}"/>
              </a:ext>
            </a:extLst>
          </p:cNvPr>
          <p:cNvSpPr txBox="1"/>
          <p:nvPr/>
        </p:nvSpPr>
        <p:spPr>
          <a:xfrm>
            <a:off x="146304" y="1339471"/>
            <a:ext cx="66842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1) Global Search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This is the first retrieval method.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api.global_search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(...)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What it does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Global Search is designed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high-level questions about the entire document collection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searches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community reports.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"/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Example questions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What are the major themes?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Summarize the research.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What are the important trends?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E1EF3-B2ED-3BAF-DBC2-9ED5DB777DA0}"/>
              </a:ext>
            </a:extLst>
          </p:cNvPr>
          <p:cNvSpPr txBox="1"/>
          <p:nvPr/>
        </p:nvSpPr>
        <p:spPr>
          <a:xfrm>
            <a:off x="7691628" y="1238887"/>
            <a:ext cx="44241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Relevant Communities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Community Reports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Combines Reports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│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▼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Summary</a:t>
            </a:r>
          </a:p>
        </p:txBody>
      </p:sp>
    </p:spTree>
    <p:extLst>
      <p:ext uri="{BB962C8B-B14F-4D97-AF65-F5344CB8AC3E}">
        <p14:creationId xmlns:p14="http://schemas.microsoft.com/office/powerpoint/2010/main" val="340086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1E0A-34F0-2D46-4394-1DC45C91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AB3B2-CCBB-B102-E79A-E11856D8E777}"/>
              </a:ext>
            </a:extLst>
          </p:cNvPr>
          <p:cNvSpPr txBox="1"/>
          <p:nvPr/>
        </p:nvSpPr>
        <p:spPr>
          <a:xfrm>
            <a:off x="228600" y="79136"/>
            <a:ext cx="1112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there are 4 types of retrieval: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AE11B-1926-7D8C-7FF3-6E5D17F2754E}"/>
              </a:ext>
            </a:extLst>
          </p:cNvPr>
          <p:cNvSpPr txBox="1"/>
          <p:nvPr/>
        </p:nvSpPr>
        <p:spPr>
          <a:xfrm>
            <a:off x="76200" y="1054220"/>
            <a:ext cx="66842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Local Search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api.local_search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(...)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commonly used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GraphRAG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does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Search answers questions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entities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Local Search explores the knowledge graph around one entity.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manages Bob?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does Alice work?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products does Microsoft own?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9473D-3D72-568D-7434-51B229A3FF35}"/>
              </a:ext>
            </a:extLst>
          </p:cNvPr>
          <p:cNvSpPr txBox="1"/>
          <p:nvPr/>
        </p:nvSpPr>
        <p:spPr>
          <a:xfrm>
            <a:off x="7417308" y="1151216"/>
            <a:ext cx="44241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Important Entity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Neighboring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Related Text Units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Community Report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Answer</a:t>
            </a:r>
          </a:p>
        </p:txBody>
      </p:sp>
    </p:spTree>
    <p:extLst>
      <p:ext uri="{BB962C8B-B14F-4D97-AF65-F5344CB8AC3E}">
        <p14:creationId xmlns:p14="http://schemas.microsoft.com/office/powerpoint/2010/main" val="127790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B1A2-E43E-369F-37D6-8FEB605F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793312-B419-8668-81F6-A0304F76E8AF}"/>
              </a:ext>
            </a:extLst>
          </p:cNvPr>
          <p:cNvSpPr txBox="1"/>
          <p:nvPr/>
        </p:nvSpPr>
        <p:spPr>
          <a:xfrm>
            <a:off x="228600" y="79136"/>
            <a:ext cx="1112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there are 4 types of retrieval: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82DA1-33DE-7155-072E-494883794074}"/>
              </a:ext>
            </a:extLst>
          </p:cNvPr>
          <p:cNvSpPr txBox="1"/>
          <p:nvPr/>
        </p:nvSpPr>
        <p:spPr>
          <a:xfrm>
            <a:off x="76200" y="1054220"/>
            <a:ext cx="66842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Basic Search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api.basic_search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(...)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simply a vector search.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graph traversal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50BBF-B3A1-C7E8-1C4A-25CEEE9ADECB}"/>
              </a:ext>
            </a:extLst>
          </p:cNvPr>
          <p:cNvSpPr txBox="1"/>
          <p:nvPr/>
        </p:nvSpPr>
        <p:spPr>
          <a:xfrm>
            <a:off x="7426452" y="1720840"/>
            <a:ext cx="44241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Similarity Search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Relevant Text Chunks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Answer</a:t>
            </a:r>
          </a:p>
        </p:txBody>
      </p:sp>
    </p:spTree>
    <p:extLst>
      <p:ext uri="{BB962C8B-B14F-4D97-AF65-F5344CB8AC3E}">
        <p14:creationId xmlns:p14="http://schemas.microsoft.com/office/powerpoint/2010/main" val="14181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D3E6-CE08-E72B-892F-3B7AAF55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DEE90-F71B-8129-2B7E-D221196DB81C}"/>
              </a:ext>
            </a:extLst>
          </p:cNvPr>
          <p:cNvSpPr txBox="1"/>
          <p:nvPr/>
        </p:nvSpPr>
        <p:spPr>
          <a:xfrm>
            <a:off x="228600" y="79136"/>
            <a:ext cx="1112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there are 4 types of retrieval: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F0AC1-B7F7-11FA-8279-61BDE3B50DA9}"/>
              </a:ext>
            </a:extLst>
          </p:cNvPr>
          <p:cNvSpPr txBox="1"/>
          <p:nvPr/>
        </p:nvSpPr>
        <p:spPr>
          <a:xfrm>
            <a:off x="76200" y="1054220"/>
            <a:ext cx="66842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DRIFT Search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api.drift_search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(...)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advanced retrieval strategy.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combines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traversal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community reports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stopping after one search, it keeps expanding into nearby knowledge.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useful for complex reasoning questions, but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trade-off is that it is slower and uses more LLM calls.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122BA-01AA-305F-0215-6593EB7CF67B}"/>
              </a:ext>
            </a:extLst>
          </p:cNvPr>
          <p:cNvSpPr txBox="1"/>
          <p:nvPr/>
        </p:nvSpPr>
        <p:spPr>
          <a:xfrm>
            <a:off x="8514588" y="1720840"/>
            <a:ext cx="28422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Department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Organization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Related Projects</a:t>
            </a:r>
          </a:p>
        </p:txBody>
      </p:sp>
    </p:spTree>
    <p:extLst>
      <p:ext uri="{BB962C8B-B14F-4D97-AF65-F5344CB8AC3E}">
        <p14:creationId xmlns:p14="http://schemas.microsoft.com/office/powerpoint/2010/main" val="1927301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9374-CE1D-E34C-7A4E-48432724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57FF2-6257-D9F2-9AB1-0C9EAA9D914A}"/>
              </a:ext>
            </a:extLst>
          </p:cNvPr>
          <p:cNvSpPr txBox="1"/>
          <p:nvPr/>
        </p:nvSpPr>
        <p:spPr>
          <a:xfrm>
            <a:off x="228600" y="79136"/>
            <a:ext cx="11128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there are 4 types of retrieval: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90FC7-807D-DB3B-6C63-C5671D8BFC80}"/>
              </a:ext>
            </a:extLst>
          </p:cNvPr>
          <p:cNvSpPr txBox="1"/>
          <p:nvPr/>
        </p:nvSpPr>
        <p:spPr>
          <a:xfrm>
            <a:off x="76200" y="1054220"/>
            <a:ext cx="6684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Search Types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7DC052-AC7C-8839-0943-2129DAB98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85900"/>
              </p:ext>
            </p:extLst>
          </p:nvPr>
        </p:nvGraphicFramePr>
        <p:xfrm>
          <a:off x="228600" y="2029304"/>
          <a:ext cx="11585448" cy="3017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319456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70337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493568"/>
                    </a:ext>
                  </a:extLst>
                </a:gridCol>
                <a:gridCol w="3698748">
                  <a:extLst>
                    <a:ext uri="{9D8B030D-6E8A-4147-A177-3AD203B41FA5}">
                      <a16:colId xmlns:a16="http://schemas.microsoft.com/office/drawing/2014/main" val="659164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Search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Uses 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Uses Embeddings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4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Basic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 fact 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0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Questions about a specific 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51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Global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Whole-dataset summaries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90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DRIFT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reasoning across connected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54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994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F9D5-DB27-2268-B8B7-070C4DE5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4F25FC-E000-50A0-B137-D23EA6E1C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756" y="83269"/>
            <a:ext cx="3494064" cy="66914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FDC5ED-8922-8347-D683-36CF655B265C}"/>
              </a:ext>
            </a:extLst>
          </p:cNvPr>
          <p:cNvSpPr txBox="1"/>
          <p:nvPr/>
        </p:nvSpPr>
        <p:spPr>
          <a:xfrm>
            <a:off x="173736" y="1971944"/>
            <a:ext cx="461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 retrieval workflow</a:t>
            </a:r>
          </a:p>
        </p:txBody>
      </p:sp>
    </p:spTree>
    <p:extLst>
      <p:ext uri="{BB962C8B-B14F-4D97-AF65-F5344CB8AC3E}">
        <p14:creationId xmlns:p14="http://schemas.microsoft.com/office/powerpoint/2010/main" val="2377028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1340</TotalTime>
  <Words>510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Calibiri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214</cp:revision>
  <dcterms:created xsi:type="dcterms:W3CDTF">2025-09-22T02:44:38Z</dcterms:created>
  <dcterms:modified xsi:type="dcterms:W3CDTF">2026-08-01T18:21:20Z</dcterms:modified>
</cp:coreProperties>
</file>