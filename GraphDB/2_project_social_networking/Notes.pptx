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9" r:id="rId3"/>
    <p:sldId id="276" r:id="rId4"/>
    <p:sldId id="280" r:id="rId5"/>
    <p:sldId id="281" r:id="rId6"/>
    <p:sldId id="282" r:id="rId7"/>
    <p:sldId id="284" r:id="rId8"/>
    <p:sldId id="285" r:id="rId9"/>
    <p:sldId id="286" r:id="rId10"/>
    <p:sldId id="2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Graph DB Challenges</a:t>
            </a:r>
            <a:endParaRPr lang="en-US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96FC8-B4FA-7532-A57A-171515612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2F9C68-BD92-D3A8-859C-7A42499B1C2A}"/>
              </a:ext>
            </a:extLst>
          </p:cNvPr>
          <p:cNvSpPr txBox="1"/>
          <p:nvPr/>
        </p:nvSpPr>
        <p:spPr>
          <a:xfrm>
            <a:off x="320040" y="1245584"/>
            <a:ext cx="1169517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1 ingestion for a Graph RAG system: 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 raw documents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 them into chunks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LLM-extracted entities/relationships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them validated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them entity-resolved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them canonicalized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Finally loaded into Neo4j.</a:t>
            </a:r>
          </a:p>
        </p:txBody>
      </p:sp>
    </p:spTree>
    <p:extLst>
      <p:ext uri="{BB962C8B-B14F-4D97-AF65-F5344CB8AC3E}">
        <p14:creationId xmlns:p14="http://schemas.microsoft.com/office/powerpoint/2010/main" val="117255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46EE9-FF52-444E-D66D-C1A35AA8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45A8B2-F9B2-73A8-03B6-66D1B7A3A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68" y="131233"/>
            <a:ext cx="7653306" cy="65955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E8F179-493D-125F-1DB9-6FB5785A1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339718"/>
            <a:ext cx="2471105" cy="508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57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E09D3-DF45-8229-679F-85D99DF2E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E0186C-8E5E-CFF6-CECC-3CF35723D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157" y="1141295"/>
            <a:ext cx="5401429" cy="53252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D4DEC8-3E6E-D9B0-CC06-76EDEE1E81B6}"/>
              </a:ext>
            </a:extLst>
          </p:cNvPr>
          <p:cNvSpPr txBox="1"/>
          <p:nvPr/>
        </p:nvSpPr>
        <p:spPr>
          <a:xfrm>
            <a:off x="2048256" y="391487"/>
            <a:ext cx="7324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2: Retrieval </a:t>
            </a:r>
          </a:p>
        </p:txBody>
      </p:sp>
    </p:spTree>
    <p:extLst>
      <p:ext uri="{BB962C8B-B14F-4D97-AF65-F5344CB8AC3E}">
        <p14:creationId xmlns:p14="http://schemas.microsoft.com/office/powerpoint/2010/main" val="1699050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C9A33-7FC0-63EC-9F7B-DD12E4184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9F290F-AF55-18C0-4627-7128EFBC1252}"/>
              </a:ext>
            </a:extLst>
          </p:cNvPr>
          <p:cNvSpPr txBox="1"/>
          <p:nvPr/>
        </p:nvSpPr>
        <p:spPr>
          <a:xfrm>
            <a:off x="1929384" y="397407"/>
            <a:ext cx="730148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Here R06_graph_rag_service.py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is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orchestrator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. It does not perform any AI itself.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Instead, it coordinates every component.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Workflow: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Question</a:t>
            </a:r>
          </a:p>
          <a:p>
            <a:pPr rtl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    │</a:t>
            </a:r>
          </a:p>
          <a:p>
            <a:pPr rtl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   ▼</a:t>
            </a:r>
          </a:p>
          <a:p>
            <a:pPr rtl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Generate Cypher</a:t>
            </a:r>
          </a:p>
          <a:p>
            <a:pPr rtl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    │</a:t>
            </a:r>
          </a:p>
          <a:p>
            <a:pPr rtl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Validate Cypher</a:t>
            </a:r>
          </a:p>
          <a:p>
            <a:pPr rtl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    │</a:t>
            </a:r>
          </a:p>
          <a:p>
            <a:pPr rtl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Execute Query</a:t>
            </a:r>
          </a:p>
          <a:p>
            <a:pPr rtl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    │</a:t>
            </a:r>
          </a:p>
          <a:p>
            <a:pPr rtl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Generate Answer</a:t>
            </a:r>
          </a:p>
          <a:p>
            <a:pPr rtl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    │</a:t>
            </a:r>
          </a:p>
          <a:p>
            <a:pPr rtl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Return everything</a:t>
            </a:r>
          </a:p>
        </p:txBody>
      </p:sp>
    </p:spTree>
    <p:extLst>
      <p:ext uri="{BB962C8B-B14F-4D97-AF65-F5344CB8AC3E}">
        <p14:creationId xmlns:p14="http://schemas.microsoft.com/office/powerpoint/2010/main" val="500457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B2466-3F48-14B6-6A84-69A1A036F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238ED1-910D-7630-7679-A4EDBB390C6B}"/>
              </a:ext>
            </a:extLst>
          </p:cNvPr>
          <p:cNvSpPr txBox="1"/>
          <p:nvPr/>
        </p:nvSpPr>
        <p:spPr>
          <a:xfrm>
            <a:off x="2029968" y="82296"/>
            <a:ext cx="63518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retrieve using CLI or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AutoNum type="arabi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CLI: python app_CLI.py</a:t>
            </a:r>
          </a:p>
          <a:p>
            <a:pPr marL="342900" indent="-342900">
              <a:buAutoNum type="arabi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python –m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run app_streamlit.py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396A23-C907-D541-6264-DE0B39AB9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258" y="1325880"/>
            <a:ext cx="8976930" cy="544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80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349BE-0A67-7462-CF8C-F51348A7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E169CA-6EAB-E3D5-8C74-AAC1B190B2C3}"/>
              </a:ext>
            </a:extLst>
          </p:cNvPr>
          <p:cNvSpPr txBox="1"/>
          <p:nvPr/>
        </p:nvSpPr>
        <p:spPr>
          <a:xfrm>
            <a:off x="2029968" y="82296"/>
            <a:ext cx="42956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Query: How is Alice connected to Diana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6F964C-5094-99EA-B49A-AED5C9531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675968"/>
            <a:ext cx="9708438" cy="35060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682126-0101-8F02-58C8-B999423EA98E}"/>
              </a:ext>
            </a:extLst>
          </p:cNvPr>
          <p:cNvSpPr txBox="1"/>
          <p:nvPr/>
        </p:nvSpPr>
        <p:spPr>
          <a:xfrm>
            <a:off x="10384536" y="6193827"/>
            <a:ext cx="14582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Continued…</a:t>
            </a:r>
          </a:p>
        </p:txBody>
      </p:sp>
    </p:spTree>
    <p:extLst>
      <p:ext uri="{BB962C8B-B14F-4D97-AF65-F5344CB8AC3E}">
        <p14:creationId xmlns:p14="http://schemas.microsoft.com/office/powerpoint/2010/main" val="3205180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D2146-B8DD-488F-E2E4-6A6FA23DE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8470AC-15DC-74BE-D76D-DCC1B5A5FF78}"/>
              </a:ext>
            </a:extLst>
          </p:cNvPr>
          <p:cNvSpPr txBox="1"/>
          <p:nvPr/>
        </p:nvSpPr>
        <p:spPr>
          <a:xfrm>
            <a:off x="2029968" y="82296"/>
            <a:ext cx="42956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Query: How is Alice connected to Diana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EBE160-AA42-34D9-FDE1-45935967D0C0}"/>
              </a:ext>
            </a:extLst>
          </p:cNvPr>
          <p:cNvSpPr txBox="1"/>
          <p:nvPr/>
        </p:nvSpPr>
        <p:spPr>
          <a:xfrm>
            <a:off x="10384536" y="6193827"/>
            <a:ext cx="14582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Continued…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20997F-4F3B-3DB6-A0E5-07C146363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968" y="731521"/>
            <a:ext cx="5789302" cy="595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666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A5232-0A32-0824-DBD2-1BC8A2502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A25912-E4B1-E189-6AA6-5A7B3FD6E2C8}"/>
              </a:ext>
            </a:extLst>
          </p:cNvPr>
          <p:cNvSpPr txBox="1"/>
          <p:nvPr/>
        </p:nvSpPr>
        <p:spPr>
          <a:xfrm>
            <a:off x="2029968" y="82296"/>
            <a:ext cx="42956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Query: How is Alice connected to Diana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8D9E7B-B3AC-DF9F-3A28-8F32F8B2E92C}"/>
              </a:ext>
            </a:extLst>
          </p:cNvPr>
          <p:cNvSpPr txBox="1"/>
          <p:nvPr/>
        </p:nvSpPr>
        <p:spPr>
          <a:xfrm>
            <a:off x="10384536" y="6193827"/>
            <a:ext cx="14582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Continued…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B08345-AAF9-AD21-F64D-1E05FD728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610172"/>
            <a:ext cx="9790176" cy="558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94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90578-60DE-21F0-3CFC-56EDB6ABA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9885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1382</TotalTime>
  <Words>156</Words>
  <Application>Microsoft Office PowerPoint</Application>
  <PresentationFormat>Widescreen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215</cp:revision>
  <dcterms:created xsi:type="dcterms:W3CDTF">2025-09-22T02:44:38Z</dcterms:created>
  <dcterms:modified xsi:type="dcterms:W3CDTF">2026-07-31T06:48:27Z</dcterms:modified>
</cp:coreProperties>
</file>