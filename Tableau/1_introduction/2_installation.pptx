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86" r:id="rId3"/>
    <p:sldId id="287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39:27.3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1 361 24575,'4'4'0,"6"6"0,5 6 0,5 12 0,8 3 0,20-14 0,19-22 0,8-19 0,3-18 0,10-20 0,4-12 0,-2-2 0,-7 3 0,-14 10 0,-18 16-8191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39:28.3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0 357 24575,'0'4'0,"0"11"0,0 10 0,0 11 0,5 7 0,5 0 0,5-6 0,23-31 0,21-39 0,22-35 0,19-27 0,11-7 0,-15 10 0,-15 16 0,-20 17 0,-22 19-8191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39:29.1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1 292 24575,'4'4'0,"6"6"0,1 6 0,8 0 0,9-3 0,16-4 0,41-20 0,31-21 0,35-19 0,4-9 0,-14 2 0,-24 10 0,-27 5 0,-24 10 0,-24 10-8191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39:29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1 401 24575,'4'0'0,"19"0"0,31-13 0,42-21 0,34-27 0,29-16 0,23-8 0,-16 11 0,-35 18-8191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39:30.9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1 347 24575,'8'0'0,"8"4"0,0 6 0,3 5 0,-3 5 0,1-1 0,10-4 0,36-13 0,36-33 0,37-28 0,16-18 0,4-8 0,-20 11 0,-28 13 0,-34 16-8191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39:32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1 161 24575,'8'0'0,"17"0"0,11-4 0,14-6 0,6-10 0,-1-6 0,-3 2 0,-4 0 0,-7 5 0,-6 0 0,-9 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40:24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0 118 24575,'2'-1'0,"-1"-1"0,1 1 0,0 0 0,-1-1 0,1 1 0,0 0 0,-1 0 0,1 0 0,0 1 0,0-1 0,0 0 0,0 1 0,0-1 0,0 1 0,0 0 0,0-1 0,0 1 0,3 0 0,-1 0 0,78-8 0,156 6 0,-166 5 0,0-3 0,0-4 0,92-15 0,-108 7 0,9-3 0,-1 3 0,130-7 0,-179 18-341,-1 0 0,0 0-1,18-5 1,-11 1-6485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40:25.9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1 485 24575,'0'4'0,"0"6"0,0 6 0,4 8 0,6 5 0,10-3 0,9-10 0,19-20 0,17-32 0,11-27 0,5-15 0,-2-8 0,3-2 0,-9 6 0,-12 16 0,-17 15 0,-11 16 0,-11 15-8191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44:14.6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0 155 24575,'0'9'0,"0"6"0,0 11 0,0 4 0,4 1 0,7 5 0,4 0 0,9-10 0,5-18 0,10-24 0,16-18 0,12-11 0,2-7 0,8-3 0,-2-1 0,-8 9 0,-12 8 0,-15 11-8191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44:15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1 302 24575,'0'13'0,"-1"16"0,2-1 0,0 0 0,2 0 0,1 0 0,10 38 0,-13-64 0,0 1 0,0 0 0,0-1 0,0 1 0,0-1 0,1 1 0,-1-1 0,1 0 0,-1 1 0,1-1 0,0 0 0,0 0 0,0 0 0,0-1 0,1 1 0,-1 0 0,0-1 0,1 1 0,-1-1 0,1 0 0,-1 0 0,1 0 0,0 0 0,-1 0 0,1-1 0,0 1 0,0-1 0,-1 0 0,1 0 0,0 0 0,0 0 0,0 0 0,-1-1 0,1 1 0,4-2 0,7-2 0,-1 0 0,0-1 0,0-1 0,0 0 0,0-1 0,11-9 0,45-35 0,-1-2 0,81-86 0,-36 32 0,51-38-1365,-134 121-5461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44:17.3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0 455 24575,'3'1'0,"0"-1"0,0 1 0,0 0 0,0 0 0,0 0 0,0 1 0,0-1 0,-1 1 0,1-1 0,-1 1 0,1 0 0,-1 0 0,0 0 0,1 0 0,1 4 0,30 39 0,-25-26 0,0 0 0,-1 2 0,-1-1 0,5 23 0,3 7 0,-15-48 0,1 0 0,-1 0 0,0 0 0,1-1 0,0 1 0,-1 0 0,1 0 0,0-1 0,0 1 0,0 0 0,0-1 0,0 1 0,0-1 0,0 1 0,0-1 0,1 1 0,-1-1 0,1 0 0,-1 0 0,1 0 0,-1 0 0,1 0 0,0 0 0,-1 0 0,1 0 0,0-1 0,0 1 0,-1-1 0,1 1 0,0-1 0,0 0 0,0 0 0,0 0 0,0 0 0,0 0 0,0 0 0,-1 0 0,1 0 0,0-1 0,0 1 0,0-1 0,-1 0 0,1 1 0,2-3 0,9-4 0,-1-1 0,0 0 0,-1-1 0,0 0 0,10-11 0,-17 16 0,382-417 22,-226 237-1409,-104 121-5439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54:36.1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0 588 24575,'0'19'0,"1"-1"0,1 1 0,0-1 0,1 0 0,1 0 0,1 0 0,1 0 0,0-1 0,1 0 0,17 28 0,-23-42 0,1 0 0,0-1 0,1 1 0,-1-1 0,0 1 0,1-1 0,-1 0 0,1 0 0,0 0 0,0-1 0,0 1 0,0 0 0,0-1 0,0 0 0,0 0 0,0 0 0,0 0 0,0 0 0,1-1 0,-1 0 0,0 1 0,1-1 0,-1 0 0,0-1 0,1 1 0,-1 0 0,0-1 0,0 0 0,1 0 0,-1 0 0,3-1 0,11-6 0,0 0 0,-1 0 0,0-2 0,22-16 0,341-285 0,-158 121 0,58-45-1365,-226 190-5461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5:54:38.7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3 675 24575,'-1'44'0,"0"-16"0,1 0 0,1 0 0,1 0 0,1-1 0,14 50 0,-17-76 0,0 0 0,0 1 0,1-1 0,-1 0 0,0 0 0,1 0 0,-1 0 0,1 0 0,0 0 0,-1 0 0,1 0 0,0 0 0,-1 0 0,1 0 0,0-1 0,0 1 0,0 0 0,0-1 0,0 1 0,0 0 0,0-1 0,0 1 0,0-1 0,0 1 0,0-1 0,0 0 0,0 1 0,0-1 0,0 0 0,1 0 0,-1 0 0,0 0 0,0 0 0,0 0 0,0 0 0,0 0 0,1 0 0,-1-1 0,0 1 0,2-1 0,2-2 0,1 0 0,-1 0 0,0 0 0,0-1 0,0 0 0,0 0 0,5-7 0,59-69 0,-3-4 0,68-115 0,-46 66 0,164-222-1365,-202 286-5461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0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38CA-72C3-07E7-82F3-DF1DE750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E251C5-5F90-BF9D-A9B2-F2F02F9A8F94}"/>
              </a:ext>
            </a:extLst>
          </p:cNvPr>
          <p:cNvSpPr txBox="1"/>
          <p:nvPr/>
        </p:nvSpPr>
        <p:spPr>
          <a:xfrm>
            <a:off x="1188720" y="2531102"/>
            <a:ext cx="101132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public tableau desktop version: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https://www.tableau.com/products/public/download</a:t>
            </a:r>
          </a:p>
        </p:txBody>
      </p:sp>
    </p:spTree>
    <p:extLst>
      <p:ext uri="{BB962C8B-B14F-4D97-AF65-F5344CB8AC3E}">
        <p14:creationId xmlns:p14="http://schemas.microsoft.com/office/powerpoint/2010/main" val="111886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292AC-9ACF-B5A2-FB3F-DC3CB56B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01B7E-093C-EBAB-2D25-E17F2356E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38" y="557784"/>
            <a:ext cx="9357538" cy="61173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8EC104-96B1-5ACB-12C5-BAF747C6FC54}"/>
                  </a:ext>
                </a:extLst>
              </p14:cNvPr>
              <p14:cNvContentPartPr/>
              <p14:nvPr/>
            </p14:nvContentPartPr>
            <p14:xfrm>
              <a:off x="5001624" y="3765456"/>
              <a:ext cx="295200" cy="168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8EC104-96B1-5ACB-12C5-BAF747C6FC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3984" y="3747816"/>
                <a:ext cx="3308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582A65-6A11-EF35-7348-3BC8CC040D8C}"/>
                  </a:ext>
                </a:extLst>
              </p14:cNvPr>
              <p14:cNvContentPartPr/>
              <p14:nvPr/>
            </p14:nvContentPartPr>
            <p14:xfrm>
              <a:off x="5093064" y="4160016"/>
              <a:ext cx="250920" cy="203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582A65-6A11-EF35-7348-3BC8CC040D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5064" y="4142376"/>
                <a:ext cx="2865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AFC278-E5AE-D0CA-9A00-D12675843876}"/>
                  </a:ext>
                </a:extLst>
              </p14:cNvPr>
              <p14:cNvContentPartPr/>
              <p14:nvPr/>
            </p14:nvContentPartPr>
            <p14:xfrm>
              <a:off x="5120424" y="4850856"/>
              <a:ext cx="388800" cy="129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AFC278-E5AE-D0CA-9A00-D126758438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2784" y="4833216"/>
                <a:ext cx="4244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79440B-C5FD-1E7F-3375-6E1A1AA8BC5B}"/>
                  </a:ext>
                </a:extLst>
              </p14:cNvPr>
              <p14:cNvContentPartPr/>
              <p14:nvPr/>
            </p14:nvContentPartPr>
            <p14:xfrm>
              <a:off x="5303304" y="5241456"/>
              <a:ext cx="340560" cy="144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179440B-C5FD-1E7F-3375-6E1A1AA8BC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5664" y="5223816"/>
                <a:ext cx="3762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F4EAC8-7193-6523-CE60-781F55593ED6}"/>
                  </a:ext>
                </a:extLst>
              </p14:cNvPr>
              <p14:cNvContentPartPr/>
              <p14:nvPr/>
            </p14:nvContentPartPr>
            <p14:xfrm>
              <a:off x="5157144" y="5974416"/>
              <a:ext cx="375840" cy="155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F4EAC8-7193-6523-CE60-781F55593E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9504" y="5956416"/>
                <a:ext cx="4114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F57049-592A-A474-26B8-9D59418F62C0}"/>
                  </a:ext>
                </a:extLst>
              </p14:cNvPr>
              <p14:cNvContentPartPr/>
              <p14:nvPr/>
            </p14:nvContentPartPr>
            <p14:xfrm>
              <a:off x="3602664" y="664416"/>
              <a:ext cx="155880" cy="57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F57049-592A-A474-26B8-9D59418F62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85024" y="646776"/>
                <a:ext cx="191520" cy="9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50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1FC1-5351-B987-BEFD-B21055CF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559A33-0E4F-907A-C84C-51257973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81" y="795528"/>
            <a:ext cx="10141123" cy="595274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220C67C-382D-0643-E8E3-A715F4AF2CAC}"/>
              </a:ext>
            </a:extLst>
          </p:cNvPr>
          <p:cNvGrpSpPr/>
          <p:nvPr/>
        </p:nvGrpSpPr>
        <p:grpSpPr>
          <a:xfrm>
            <a:off x="9107424" y="3011616"/>
            <a:ext cx="564120" cy="243000"/>
            <a:chOff x="9107424" y="3011616"/>
            <a:chExt cx="56412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175A42-3DB2-D441-6BF7-1A1D441ECA6D}"/>
                    </a:ext>
                  </a:extLst>
                </p14:cNvPr>
                <p14:cNvContentPartPr/>
                <p14:nvPr/>
              </p14:nvContentPartPr>
              <p14:xfrm>
                <a:off x="9107424" y="3011616"/>
                <a:ext cx="438480" cy="42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175A42-3DB2-D441-6BF7-1A1D441ECA6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89424" y="2993976"/>
                  <a:ext cx="474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408488-8D29-10F9-FA40-ED4FEB11F2E4}"/>
                    </a:ext>
                  </a:extLst>
                </p14:cNvPr>
                <p14:cNvContentPartPr/>
                <p14:nvPr/>
              </p14:nvContentPartPr>
              <p14:xfrm>
                <a:off x="9409104" y="3035016"/>
                <a:ext cx="262440" cy="219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408488-8D29-10F9-FA40-ED4FEB11F2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91464" y="3017376"/>
                  <a:ext cx="298080" cy="25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596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203F-9D4E-0036-45C8-D262603CA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ADE06-1D0F-9B51-33AB-00D0E1E27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323" y="1364956"/>
            <a:ext cx="6058746" cy="5115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8E4DD-5588-C167-95CC-A35E92A624C5}"/>
              </a:ext>
            </a:extLst>
          </p:cNvPr>
          <p:cNvSpPr txBox="1"/>
          <p:nvPr/>
        </p:nvSpPr>
        <p:spPr>
          <a:xfrm>
            <a:off x="137160" y="2859949"/>
            <a:ext cx="56784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Double click on the installed file</a:t>
            </a: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take 5 minutes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AC74BA-45F0-B337-A522-D6ACC2354093}"/>
                  </a:ext>
                </a:extLst>
              </p14:cNvPr>
              <p14:cNvContentPartPr/>
              <p14:nvPr/>
            </p14:nvContentPartPr>
            <p14:xfrm>
              <a:off x="6985944" y="5512896"/>
              <a:ext cx="226080" cy="133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AC74BA-45F0-B337-A522-D6ACC23540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7944" y="5494896"/>
                <a:ext cx="2617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262183-43BB-C068-FDA8-20802ADD17F4}"/>
                  </a:ext>
                </a:extLst>
              </p14:cNvPr>
              <p14:cNvContentPartPr/>
              <p14:nvPr/>
            </p14:nvContentPartPr>
            <p14:xfrm>
              <a:off x="7086024" y="3814056"/>
              <a:ext cx="288720" cy="205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262183-43BB-C068-FDA8-20802ADD17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68024" y="3796056"/>
                <a:ext cx="3243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131FE3-E240-7326-4F56-7EA3465FD13F}"/>
                  </a:ext>
                </a:extLst>
              </p14:cNvPr>
              <p14:cNvContentPartPr/>
              <p14:nvPr/>
            </p14:nvContentPartPr>
            <p14:xfrm>
              <a:off x="9921024" y="5697576"/>
              <a:ext cx="320760" cy="266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131FE3-E240-7326-4F56-7EA3465FD1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03024" y="5679576"/>
                <a:ext cx="356400" cy="30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407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6022-116E-2DB7-AF00-B3585E15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F67AB5-43AE-83AC-752C-6F652CDC6E36}"/>
              </a:ext>
            </a:extLst>
          </p:cNvPr>
          <p:cNvSpPr txBox="1"/>
          <p:nvPr/>
        </p:nvSpPr>
        <p:spPr>
          <a:xfrm>
            <a:off x="-48091" y="1351746"/>
            <a:ext cx="56784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successful download, you should see </a:t>
            </a:r>
          </a:p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 Tableau Repository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0580C-5E58-585C-2177-5F194E3B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333" y="1828800"/>
            <a:ext cx="6424507" cy="48387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526B41-6720-C826-9F05-62D59F2898FF}"/>
                  </a:ext>
                </a:extLst>
              </p14:cNvPr>
              <p14:cNvContentPartPr/>
              <p14:nvPr/>
            </p14:nvContentPartPr>
            <p14:xfrm>
              <a:off x="6958584" y="4671216"/>
              <a:ext cx="429480" cy="305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526B41-6720-C826-9F05-62D59F2898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40584" y="4653576"/>
                <a:ext cx="46512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0FC9BD-1AE4-75A4-7FEF-EF3D92E83B56}"/>
                  </a:ext>
                </a:extLst>
              </p14:cNvPr>
              <p14:cNvContentPartPr/>
              <p14:nvPr/>
            </p14:nvContentPartPr>
            <p14:xfrm>
              <a:off x="11090664" y="4987296"/>
              <a:ext cx="275760" cy="344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0FC9BD-1AE4-75A4-7FEF-EF3D92E83B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3024" y="4969656"/>
                <a:ext cx="311400" cy="38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64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1212</TotalTime>
  <Words>41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218</cp:revision>
  <dcterms:created xsi:type="dcterms:W3CDTF">2025-09-22T02:44:38Z</dcterms:created>
  <dcterms:modified xsi:type="dcterms:W3CDTF">2026-06-14T05:55:13Z</dcterms:modified>
</cp:coreProperties>
</file>