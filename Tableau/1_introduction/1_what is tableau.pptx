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76" r:id="rId2"/>
    <p:sldId id="275" r:id="rId3"/>
    <p:sldId id="277" r:id="rId4"/>
    <p:sldId id="282" r:id="rId5"/>
    <p:sldId id="278" r:id="rId6"/>
    <p:sldId id="279" r:id="rId7"/>
    <p:sldId id="280" r:id="rId8"/>
    <p:sldId id="281" r:id="rId9"/>
    <p:sldId id="283" r:id="rId10"/>
    <p:sldId id="284" r:id="rId11"/>
    <p:sldId id="285" r:id="rId12"/>
    <p:sldId id="28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alesforce.com/?utm_source=chatgpt.com" TargetMode="External"/><Relationship Id="rId2" Type="http://schemas.openxmlformats.org/officeDocument/2006/relationships/hyperlink" Target="https://www.tableau.com/?utm_source=chatgpt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A0014C9-0F3E-1AD8-D7FF-BDB101C1C65C}"/>
              </a:ext>
            </a:extLst>
          </p:cNvPr>
          <p:cNvSpPr txBox="1">
            <a:spLocks/>
          </p:cNvSpPr>
          <p:nvPr/>
        </p:nvSpPr>
        <p:spPr>
          <a:xfrm>
            <a:off x="2250333" y="1380744"/>
            <a:ext cx="5985363" cy="18196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Tableau</a:t>
            </a:r>
            <a:endParaRPr lang="en-US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E1A8B8-9667-7693-35AE-EF6B5BF2F5BE}"/>
              </a:ext>
            </a:extLst>
          </p:cNvPr>
          <p:cNvSpPr txBox="1"/>
          <p:nvPr/>
        </p:nvSpPr>
        <p:spPr>
          <a:xfrm>
            <a:off x="818388" y="417267"/>
            <a:ext cx="1036472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Tableau?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Tableau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business intelligence (BI) and data visualization tool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to analyze data and create interactive dashboards, reports, and visualizations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Does not require extensive programming knowledge.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Tableau is developed by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Tableau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which is part of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Salesforce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06FE9-3E4F-AC2E-8CBB-6BD7426ED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34C93F-5ADF-542D-62FB-1B99693F5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915" y="865413"/>
            <a:ext cx="8249801" cy="585869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9EAC9C-53D9-A5AA-06A9-DD422D8D2FD9}"/>
              </a:ext>
            </a:extLst>
          </p:cNvPr>
          <p:cNvSpPr txBox="1"/>
          <p:nvPr/>
        </p:nvSpPr>
        <p:spPr>
          <a:xfrm>
            <a:off x="3977640" y="301752"/>
            <a:ext cx="29073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Covid – 19 Dashboard</a:t>
            </a:r>
          </a:p>
        </p:txBody>
      </p:sp>
    </p:spTree>
    <p:extLst>
      <p:ext uri="{BB962C8B-B14F-4D97-AF65-F5344CB8AC3E}">
        <p14:creationId xmlns:p14="http://schemas.microsoft.com/office/powerpoint/2010/main" val="1163862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63A21-2A18-D7E2-0BD6-CE661B488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03DA3D-A337-C622-1E7C-19CE46547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3427"/>
            <a:ext cx="10091021" cy="54234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39EF3E-58BB-5AE8-69A9-9A63067A704C}"/>
              </a:ext>
            </a:extLst>
          </p:cNvPr>
          <p:cNvSpPr txBox="1"/>
          <p:nvPr/>
        </p:nvSpPr>
        <p:spPr>
          <a:xfrm>
            <a:off x="3977640" y="301752"/>
            <a:ext cx="26324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Hospital Dashboard</a:t>
            </a:r>
          </a:p>
        </p:txBody>
      </p:sp>
    </p:spTree>
    <p:extLst>
      <p:ext uri="{BB962C8B-B14F-4D97-AF65-F5344CB8AC3E}">
        <p14:creationId xmlns:p14="http://schemas.microsoft.com/office/powerpoint/2010/main" val="309998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E6CC0-4E01-CC05-0CCB-5BA4E529F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F515E5-3066-E6C8-66BE-2E371E46B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55" y="128127"/>
            <a:ext cx="10850489" cy="660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310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8094C-9F84-DDE5-B467-A6D6443A2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0FEF5D-5F75-E51A-6100-D4DD23FF48D8}"/>
              </a:ext>
            </a:extLst>
          </p:cNvPr>
          <p:cNvSpPr txBox="1"/>
          <p:nvPr/>
        </p:nvSpPr>
        <p:spPr>
          <a:xfrm>
            <a:off x="489204" y="311557"/>
            <a:ext cx="99349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dashboard is designed to answer three questions quickly: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happening?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it good or bad?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action should I take?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Because of this, most dashboards contain the following components.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2249716-583F-2FB7-7962-19AB2A5C62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736829"/>
              </p:ext>
            </p:extLst>
          </p:nvPr>
        </p:nvGraphicFramePr>
        <p:xfrm>
          <a:off x="355092" y="3734985"/>
          <a:ext cx="6001512" cy="2377440"/>
        </p:xfrm>
        <a:graphic>
          <a:graphicData uri="http://schemas.openxmlformats.org/drawingml/2006/table">
            <a:tbl>
              <a:tblPr/>
              <a:tblGrid>
                <a:gridCol w="2389632">
                  <a:extLst>
                    <a:ext uri="{9D8B030D-6E8A-4147-A177-3AD203B41FA5}">
                      <a16:colId xmlns:a16="http://schemas.microsoft.com/office/drawing/2014/main" val="2509753378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486739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KPI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0002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Total 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Revenue generated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195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Profit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Net earnings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8306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Customers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Number of customers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61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Fraud Cases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Number of detected frauds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845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Model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442073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F78C017-BA67-B790-A2E6-2C295458A3DE}"/>
              </a:ext>
            </a:extLst>
          </p:cNvPr>
          <p:cNvSpPr txBox="1"/>
          <p:nvPr/>
        </p:nvSpPr>
        <p:spPr>
          <a:xfrm>
            <a:off x="260604" y="2474899"/>
            <a:ext cx="61904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KPI Cards (Most Important Numbers)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Usually displayed at the top.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2220A9-64C6-7527-8CC6-219E05B3BA75}"/>
              </a:ext>
            </a:extLst>
          </p:cNvPr>
          <p:cNvSpPr txBox="1"/>
          <p:nvPr/>
        </p:nvSpPr>
        <p:spPr>
          <a:xfrm>
            <a:off x="7868412" y="4137321"/>
            <a:ext cx="34792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are often called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scorecards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metric cards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0479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A90C4-7556-4567-20F4-2999203B0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096B18-F4D9-6E2A-1B13-C16692CE9EED}"/>
              </a:ext>
            </a:extLst>
          </p:cNvPr>
          <p:cNvSpPr txBox="1"/>
          <p:nvPr/>
        </p:nvSpPr>
        <p:spPr>
          <a:xfrm>
            <a:off x="187452" y="201829"/>
            <a:ext cx="53812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Trend Charts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Show how a metric changes over time.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Sales by month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Fraud cases by week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Website visits per day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D86DA8-BD6B-0002-FA35-438B06029596}"/>
              </a:ext>
            </a:extLst>
          </p:cNvPr>
          <p:cNvSpPr txBox="1"/>
          <p:nvPr/>
        </p:nvSpPr>
        <p:spPr>
          <a:xfrm>
            <a:off x="6001512" y="201829"/>
            <a:ext cx="619048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Category Comparisons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Compare groups against each other.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Sales by product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Revenue by region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Claims by insurance type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1301C9-6313-832F-241A-80F1848491DA}"/>
              </a:ext>
            </a:extLst>
          </p:cNvPr>
          <p:cNvSpPr txBox="1"/>
          <p:nvPr/>
        </p:nvSpPr>
        <p:spPr>
          <a:xfrm>
            <a:off x="187452" y="3749701"/>
            <a:ext cx="45491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Geographic Maps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Show location-based insights.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Sales by state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Fraud by city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Customers by country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F5BBE0-2EFD-5BA9-BA58-795D4761087D}"/>
              </a:ext>
            </a:extLst>
          </p:cNvPr>
          <p:cNvSpPr txBox="1"/>
          <p:nvPr/>
        </p:nvSpPr>
        <p:spPr>
          <a:xfrm>
            <a:off x="6096000" y="3749701"/>
            <a:ext cx="619048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Filters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Allow users to interact with data.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Date range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Product category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 segment</a:t>
            </a:r>
          </a:p>
        </p:txBody>
      </p:sp>
    </p:spTree>
    <p:extLst>
      <p:ext uri="{BB962C8B-B14F-4D97-AF65-F5344CB8AC3E}">
        <p14:creationId xmlns:p14="http://schemas.microsoft.com/office/powerpoint/2010/main" val="2989365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19368-129A-902E-3A6B-D06FE941C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C3C777-2995-AB67-5B34-AD1DBC250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428" y="713232"/>
            <a:ext cx="6819527" cy="1905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686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662D3-8A5E-ED2F-8D4D-5B2B6D4D5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FF236D-CAD8-7E4D-4725-D24EFAAF81D4}"/>
              </a:ext>
            </a:extLst>
          </p:cNvPr>
          <p:cNvSpPr txBox="1"/>
          <p:nvPr/>
        </p:nvSpPr>
        <p:spPr>
          <a:xfrm>
            <a:off x="201168" y="128213"/>
            <a:ext cx="958291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Tableau Public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Free version of Tableau for learning and sharing visualizations publicly.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dashboards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Publish visualizations online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Free to use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Good for students and portfolio projects 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Limitation: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⚠️ Everything you publish is public.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cannot keep data private.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Best For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Students / Training / Demonstrations / Portfolio building </a:t>
            </a:r>
          </a:p>
        </p:txBody>
      </p:sp>
    </p:spTree>
    <p:extLst>
      <p:ext uri="{BB962C8B-B14F-4D97-AF65-F5344CB8AC3E}">
        <p14:creationId xmlns:p14="http://schemas.microsoft.com/office/powerpoint/2010/main" val="657420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9B2C7-AD84-CEB7-2A04-0C6341F31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CDE167-6338-EF6E-740D-66D24D80F644}"/>
              </a:ext>
            </a:extLst>
          </p:cNvPr>
          <p:cNvSpPr txBox="1"/>
          <p:nvPr/>
        </p:nvSpPr>
        <p:spPr>
          <a:xfrm>
            <a:off x="201168" y="128213"/>
            <a:ext cx="9582912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Tableau Desktop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Main development tool used to build dashboards and reports.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Connect to databases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Build visualizations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dashboards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Perform calculations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Advanced analytics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Creates files: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twb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twbx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Best For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analysts / Business analysts / BI developers</a:t>
            </a:r>
          </a:p>
        </p:txBody>
      </p:sp>
    </p:spTree>
    <p:extLst>
      <p:ext uri="{BB962C8B-B14F-4D97-AF65-F5344CB8AC3E}">
        <p14:creationId xmlns:p14="http://schemas.microsoft.com/office/powerpoint/2010/main" val="3864076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731F2-C82E-D251-890B-A0F6CF5F2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4537B0-F5A9-3160-5E93-569139516D36}"/>
              </a:ext>
            </a:extLst>
          </p:cNvPr>
          <p:cNvSpPr txBox="1"/>
          <p:nvPr/>
        </p:nvSpPr>
        <p:spPr>
          <a:xfrm>
            <a:off x="201168" y="128213"/>
            <a:ext cx="958291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Tableau Server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On-premises platform for sharing dashboards inside an organization.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Publish dashboards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Manage users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Control permissions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Schedule data refreshes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Installed Where?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Inside the company's own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1674321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138CA-72C3-07E7-82F3-DF1DE7503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F35718-2142-5F4E-58BC-C72D4B0D9076}"/>
              </a:ext>
            </a:extLst>
          </p:cNvPr>
          <p:cNvSpPr txBox="1"/>
          <p:nvPr/>
        </p:nvSpPr>
        <p:spPr>
          <a:xfrm>
            <a:off x="201168" y="128213"/>
            <a:ext cx="958291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Tableau Cloud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Cloud-hosted version of Tableau Server.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infrastructure management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Publish dashboards to cloud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access via browser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Best For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Organizations that prefer SaaS solutions.</a:t>
            </a:r>
          </a:p>
        </p:txBody>
      </p:sp>
    </p:spTree>
    <p:extLst>
      <p:ext uri="{BB962C8B-B14F-4D97-AF65-F5344CB8AC3E}">
        <p14:creationId xmlns:p14="http://schemas.microsoft.com/office/powerpoint/2010/main" val="1118867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1179</TotalTime>
  <Words>385</Words>
  <Application>Microsoft Office PowerPoint</Application>
  <PresentationFormat>Widescreen</PresentationFormat>
  <Paragraphs>113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210</cp:revision>
  <dcterms:created xsi:type="dcterms:W3CDTF">2025-09-22T02:44:38Z</dcterms:created>
  <dcterms:modified xsi:type="dcterms:W3CDTF">2026-06-14T05:10:45Z</dcterms:modified>
</cp:coreProperties>
</file>