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92" r:id="rId3"/>
    <p:sldId id="293" r:id="rId4"/>
    <p:sldId id="295" r:id="rId5"/>
    <p:sldId id="296" r:id="rId6"/>
    <p:sldId id="297" r:id="rId7"/>
    <p:sldId id="298" r:id="rId8"/>
    <p:sldId id="299" r:id="rId9"/>
    <p:sldId id="2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1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1988 3760 0 0,'0'0'282'0'0,"-20"-5"1990"0"0,77 21-2253 0 0,1-4 0 0 0,0-1 0 0 0,0-3 0 0 0,82 0 0 0 0,-78-11-10 0 0,0-2-1 0 0,-1-2 0 0 0,68-19 1 0 0,179-59 99 0 0,-243 65-70 0 0,293-94 192 0 0,-250 77-156 0 0,-1-5 0 0 0,-2-4 0 0 0,164-99 0 0 0,656-464 480 0 0,-798 504-438 0 0,47-35 40 0 0,-95 91-167 0 0,1 4 1 0 0,106-44-1 0 0,182-54-51 0 0,-310 122 56 0 0,337-106-11 0 0,-365 118 9 0 0,24-7 10 0 0,137-37 88 0 0,-189 53-43 0 0,0 0-10 0 0,0 1-1 0 0,0-1 1 0 0,0 0-1 0 0,0 0 1 0 0,0 0-1 0 0,-1 0 0 0 0,1 0 1 0 0,0-1-1 0 0,0 1 1 0 0,0-1-1 0 0,0 1 1 0 0,0-1-1 0 0,-1 1 0 0 0,1-1 1 0 0,0 0-1 0 0,0 0 1 0 0,2-2-1 0 0,-4 2-28 0 0,0 0 0 0 0,0 0 0 0 0,0 0 0 0 0,-1 0 0 0 0,1 1 0 0 0,0-1 0 0 0,-1 0 0 0 0,1 0-1 0 0,0 0 1 0 0,-1 0 0 0 0,1 1 0 0 0,-1-1 0 0 0,0 0 0 0 0,1 1 0 0 0,-1-1 0 0 0,1 0 0 0 0,-1 1 0 0 0,0-1 0 0 0,0 1 0 0 0,1-1 0 0 0,-1 1-1 0 0,0-1 1 0 0,0 1 0 0 0,-1-1 0 0 0,-12-7-26 0 0,0 1-1 0 0,0 0 1 0 0,-16-5-1 0 0,-9 1-49 0 0,-1 2 0 0 0,0 2-1 0 0,0 1 1 0 0,-80 0-1 0 0,117 6 57 0 0,-23 1-55 0 0,11-3-31 0 0,12 1 4 0 0,5 0-41 0 0,74 2 79 0 0,145 22 0 0 0,-45-2 10 0 0,-171-21 43 0 0,-1 0-1 0 0,-1 0-1 0 0,0 0 0 0 0,0 0 1 0 0,0 0-1 0 0,0 1 1 0 0,1 0-1 0 0,-1-1 0 0 0,0 1 1 0 0,0 0-1 0 0,0 0 0 0 0,0 1 1 0 0,-1-1-1 0 0,1 1 0 0 0,5 3 1 0 0,-8-4 4 0 0,1 1 0 0 0,-1 0 1 0 0,0-1-1 0 0,0 1 1 0 0,0 0-1 0 0,0-1 0 0 0,0 1 1 0 0,-1 0-1 0 0,1-1 0 0 0,0 1 1 0 0,-1-1-1 0 0,1 1 1 0 0,-1-1-1 0 0,0 1 0 0 0,1-1 1 0 0,-1 1-1 0 0,0-1 0 0 0,0 0 1 0 0,0 1-1 0 0,0-1 1 0 0,0 0-1 0 0,0 0 0 0 0,-3 3 1 0 0,3-3 1 0 0,-46 51-19 0 0,-86 75-1 0 0,109-106-12 0 0,-35 23-3532 0 0,45-36 1277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2.2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36 6261 0 0,'5'-35'1026'0'0,"17"117"-1011"0"0,11 49-55 0 0,-30-122-45 0 0,0 4-3337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2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487 58 4940 0 0,'-1'-3'-43'0'0,"0"0"-1"0"0,0-1 0 0 0,0 1 0 0 0,-1 0 0 0 0,1 0 1 0 0,-1 0-1 0 0,0 0 0 0 0,0 1 0 0 0,0-1 0 0 0,0 0 1 0 0,-1 1-1 0 0,1 0 0 0 0,-1-1 0 0 0,1 1 0 0 0,-1 0 1 0 0,0 0-1 0 0,0 0 0 0 0,0 1 0 0 0,0-1 1 0 0,0 1-1 0 0,0 0 0 0 0,-4-2 0 0 0,0 2 36 0 0,0 1 0 0 0,0 0-1 0 0,0 0 1 0 0,-1 0 0 0 0,1 1 0 0 0,0 0 0 0 0,0 0-1 0 0,0 1 1 0 0,-11 3 0 0 0,-1 2-5 0 0,1 1 1 0 0,-1 1-1 0 0,2 0 0 0 0,-1 1 1 0 0,1 1-1 0 0,1 1 0 0 0,0 0 1 0 0,-20 21-1 0 0,12-10 16 0 0,2 2 1 0 0,0 0 0 0 0,2 1-1 0 0,-23 39 1 0 0,37-54-4 0 0,0 0-1 0 0,1 1 1 0 0,0 0 0 0 0,0 0-1 0 0,1 0 1 0 0,1 1 0 0 0,0-1-1 0 0,1 1 1 0 0,0 0-1 0 0,1 0 1 0 0,0 0 0 0 0,1-1-1 0 0,2 15 1 0 0,-1-18 5 0 0,1 1 0 0 0,1 0 0 0 0,0 0 1 0 0,0-1-1 0 0,0 0 0 0 0,2 1 0 0 0,-1-2 0 0 0,1 1 0 0 0,0 0 0 0 0,1-1 0 0 0,0 0 1 0 0,0 0-1 0 0,0-1 0 0 0,1 1 0 0 0,1-2 0 0 0,-1 1 0 0 0,13 8 0 0 0,1-2 81 0 0,0-1-1 0 0,1-2 1 0 0,0 0-1 0 0,0-1 0 0 0,1-1 1 0 0,0-1-1 0 0,0-1 1 0 0,1-1-1 0 0,45 3 1 0 0,-41-7 79 0 0,0 0 0 0 0,-1-1 0 0 0,1-2 0 0 0,0-1 0 0 0,0-2 0 0 0,-1 0 0 0 0,0-2 0 0 0,37-13 0 0 0,-49 13-70 0 0,0-1 0 0 0,-1 1 0 0 0,-1-2 1 0 0,1 0-1 0 0,-1-1 0 0 0,-1 0 0 0 0,0-1 0 0 0,0 0 1 0 0,-1-1-1 0 0,-1-1 0 0 0,0 1 0 0 0,-1-1 0 0 0,0-1 1 0 0,-1 0-1 0 0,0 0 0 0 0,10-27 0 0 0,-14 30-53 0 0,-1 0 1 0 0,1-1-1 0 0,-2 1 1 0 0,1-1-1 0 0,-2 0 0 0 0,0 0 1 0 0,0 0-1 0 0,-1 0 1 0 0,0 0-1 0 0,-1 1 0 0 0,-1-1 1 0 0,0 0-1 0 0,0 0 1 0 0,-1 1-1 0 0,0-1 0 0 0,-1 1 1 0 0,-1 0-1 0 0,0 0 1 0 0,0 0-1 0 0,-1 1 0 0 0,0 0 1 0 0,-1 0-1 0 0,-10-11 0 0 0,8 12-1 0 0,-1 0-1 0 0,0 0 0 0 0,-1 1 1 0 0,0 1-1 0 0,0 0 0 0 0,0 0 1 0 0,-1 1-1 0 0,0 1 0 0 0,0 0 1 0 0,-1 0-1 0 0,1 1 0 0 0,-1 1 1 0 0,0 0-1 0 0,0 1 0 0 0,0 0 1 0 0,0 1-1 0 0,-21 1 0 0 0,-15 3-929 0 0,1 1-1 0 0,-1 2 0 0 0,-58 17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4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33 209 5673 0 0,'-4'-13'288'0'0,"1"-1"1"0"0,0 1 0 0 0,-1-20 0 0 0,4 32-175 0 0,-2 6-122 0 0,1 2 8 0 0,-1 1-1 0 0,1 0 1 0 0,1 0-1 0 0,-1 0 1 0 0,1 0 0 0 0,1 0-1 0 0,-1 0 1 0 0,1 0 0 0 0,4 15-1 0 0,30 73-134 0 0,-2-2 1776 0 0,-33-96-1626 0 0,0 1 0 0 0,-1 0 1 0 0,1-1-1 0 0,-1 1 0 0 0,0 0 0 0 0,1 0 0 0 0,-1 0 0 0 0,0 0 1 0 0,1 0-1 0 0,-1 0 0 0 0,0 0 0 0 0,0 0 0 0 0,0 0 0 0 0,0 0 1 0 0,0 0-1 0 0,0 0 0 0 0,-2 0 0 0 0,-17-20 147 0 0,12 5-106 0 0,0 0 0 0 0,1 0-1 0 0,1-1 1 0 0,1 0-1 0 0,0 0 1 0 0,1 0-1 0 0,1-1 1 0 0,0 1 0 0 0,2-1-1 0 0,0 0 1 0 0,2-31-1 0 0,1 43-58 0 0,-1-1-1 0 0,1 0 1 0 0,1 1-1 0 0,-1 0 0 0 0,1-1 1 0 0,0 1-1 0 0,1 0 1 0 0,-1 0-1 0 0,1 1 1 0 0,0-1-1 0 0,1 1 0 0 0,-1 0 1 0 0,1 0-1 0 0,0 0 1 0 0,7-5-1 0 0,-2 4-10 0 0,-1 0 0 0 0,1 1 0 0 0,0 0 0 0 0,1 0 0 0 0,-1 1 0 0 0,1 1 0 0 0,-1 0 0 0 0,21-3 0 0 0,-7 3-7 0 0,1 1-1 0 0,-1 1 1 0 0,0 2 0 0 0,1 0-1 0 0,-1 2 1 0 0,0 0 0 0 0,0 2-1 0 0,25 8 1 0 0,-37-10 4 0 0,0 1 1 0 0,-1 0-1 0 0,0 1 1 0 0,0 0-1 0 0,0 1 1 0 0,-1 1-1 0 0,0-1 1 0 0,0 2-1 0 0,0-1 1 0 0,-1 1-1 0 0,0 1 1 0 0,-1-1-1 0 0,0 1 1 0 0,0 1-1 0 0,9 14 1 0 0,-16-21 15 0 0,0 1 0 0 0,1-1 0 0 0,-2 1 0 0 0,1 0 0 0 0,0-1 1 0 0,-1 1-1 0 0,1 0 0 0 0,-1-1 0 0 0,0 1 0 0 0,0 0 0 0 0,0-1 0 0 0,-1 1 0 0 0,1 0 1 0 0,-1-1-1 0 0,0 1 0 0 0,0-1 0 0 0,0 1 0 0 0,-1-1 0 0 0,1 1 0 0 0,-1-1 0 0 0,0 0 1 0 0,0 0-1 0 0,0 0 0 0 0,0 0 0 0 0,-1 0 0 0 0,1 0 0 0 0,-1-1 0 0 0,1 1 0 0 0,-1-1 1 0 0,-6 5-1 0 0,-8 6-4 0 0,-2-1 0 0 0,1-1 1 0 0,-39 18-1 0 0,48-25 5 0 0,-54 25 197 0 0,-84 28 1 0 0,146-57-192 0 0,-1-1-402 0 0,2 1 291 0 0,-1-1 0 0 0,1 1 0 0 0,-1-1 0 0 0,1 0 1 0 0,-1 1-1 0 0,1-1 0 0 0,-1 0 0 0 0,1 1 0 0 0,-1-1 0 0 0,1 0 0 0 0,0 0 0 0 0,0 1 0 0 0,-1-1 0 0 0,1 0 0 0 0,0 0 0 0 0,0 0 0 0 0,0 1 0 0 0,0-1 0 0 0,0 0 0 0 0,0 0 0 0 0,0 0 0 0 0,0 1 0 0 0,0-1 0 0 0,0 0 0 0 0,0 0 1 0 0,0 0-1 0 0,1 1 0 0 0,-1-1 0 0 0,0 0 0 0 0,1 0 0 0 0,-1 1 0 0 0,0-1 0 0 0,1 0 0 0 0,-1 1 0 0 0,1-1 0 0 0,-1 0 0 0 0,1 1 0 0 0,0-1 0 0 0,-1 1 0 0 0,1-1 0 0 0,-1 1 0 0 0,1-1 0 0 0,1 0 0 0 0,9-11-2279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4.7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0 192 5617 0 0,'0'0'-301'0'0,"35"-1"-1248"0"0,24 12 1587 0 0,-1 2 0 0 0,0 2 0 0 0,0 4 1 0 0,77 35-1 0 0,-126-51-31 0 0,-1 1 1 0 0,0 0-1 0 0,0 1 0 0 0,0 0 1 0 0,0 0-1 0 0,-1 0 1 0 0,0 1-1 0 0,8 8 1 0 0,-14-13-1 0 0,0 0 1 0 0,0 1-1 0 0,0-1 0 0 0,0 1 1 0 0,0-1-1 0 0,-1 1 1 0 0,1-1-1 0 0,0 1 1 0 0,-1-1-1 0 0,1 1 1 0 0,-1 0-1 0 0,1-1 0 0 0,-1 1 1 0 0,0 0-1 0 0,0 0 1 0 0,1-1-1 0 0,-1 1 1 0 0,-1 0-1 0 0,1 2 1 0 0,-1-2 7 0 0,0 1 1 0 0,0-1 0 0 0,-1 1 0 0 0,1-1 0 0 0,0 0 0 0 0,-1 0 0 0 0,0 0 0 0 0,1 0 0 0 0,-1 0 0 0 0,0 0 0 0 0,0 0 0 0 0,0 0 0 0 0,-1-1 0 0 0,1 1 0 0 0,0-1-1 0 0,-5 2 1 0 0,2 0 65 0 0,0 0-1 0 0,0-1 0 0 0,-1 1 0 0 0,1-1 0 0 0,-1-1 0 0 0,0 1 1 0 0,0-1-1 0 0,1 0 0 0 0,-1 0 0 0 0,0-1 0 0 0,0 1 0 0 0,0-1 0 0 0,0-1 1 0 0,-6 0-1 0 0,10 0-51 0 0,-1 1 1 0 0,1-1 0 0 0,-1 0-1 0 0,1 0 1 0 0,0 0 0 0 0,0-1-1 0 0,-1 1 1 0 0,1 0 0 0 0,0-1-1 0 0,0 1 1 0 0,0-1-1 0 0,0 0 1 0 0,1 0 0 0 0,-1 0-1 0 0,0 0 1 0 0,1 0 0 0 0,-1 0-1 0 0,1 0 1 0 0,0 0 0 0 0,0-1-1 0 0,0 1 1 0 0,0 0 0 0 0,0-1-1 0 0,0 1 1 0 0,1-1-1 0 0,-1 1 1 0 0,1-1 0 0 0,0 1-1 0 0,-1-1 1 0 0,1 1 0 0 0,0-1-1 0 0,1 1 1 0 0,0-5 0 0 0,0-11-31 0 0,1 1 0 0 0,2 0 0 0 0,-1 0 0 0 0,2 0 0 0 0,0 0 0 0 0,1 1 0 0 0,1 0 0 0 0,0 0 0 0 0,1 1 0 0 0,20-28 0 0 0,-12 22-30 0 0,2 0 0 0 0,0 1 0 0 0,2 1 0 0 0,0 0 0 0 0,1 2 0 0 0,27-18 0 0 0,-25 24-148 0 0,-23 12 169 0 0,0-1 0 0 0,1 1 1 0 0,-1-1-1 0 0,0 1 0 0 0,1-1 1 0 0,-1 1-1 0 0,0-1 0 0 0,0 1 1 0 0,0 0-1 0 0,1-1 0 0 0,-1 1 0 0 0,0-1 1 0 0,0 1-1 0 0,0 0 0 0 0,0-1 1 0 0,0 1-1 0 0,0-1 0 0 0,0 1 1 0 0,0 0-1 0 0,0-1 0 0 0,0 1 1 0 0,-1-1-1 0 0,1 1 0 0 0,0 0 1 0 0,0-1-1 0 0,-1 1 0 0 0,1 0 1 0 0,-1 1-112 0 0,1-1 1 0 0,-1 0 0 0 0,1 0 0 0 0,-1 1-1 0 0,0-1 1 0 0,1 0 0 0 0,-1 0 0 0 0,0 0-1 0 0,0 1 1 0 0,0-1 0 0 0,0 0 0 0 0,0 0-1 0 0,0-1 1 0 0,0 1 0 0 0,-2 1 0 0 0,1 0-839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5.3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36 4268 0 0,'1'-1'35'0'0,"-1"1"-1"0"0,1-1 1 0 0,0 0 0 0 0,0 0-1 0 0,0 0 1 0 0,0 0-1 0 0,-1 0 1 0 0,1 0-1 0 0,0 0 1 0 0,-1 0-1 0 0,1 0 1 0 0,-1 0-1 0 0,1-1 1 0 0,-1 1 0 0 0,0 0-1 0 0,1 0 1 0 0,-1 0-1 0 0,0-1 1 0 0,0 1-1 0 0,0 0 1 0 0,0 0-1 0 0,0-1 1 0 0,0 1-1 0 0,0-1 1 0 0,-1 1-21 0 0,0 0 0 0 0,0 0 0 0 0,0 1 0 0 0,0-1 0 0 0,0 1 1 0 0,0-1-1 0 0,0 1 0 0 0,0-1 0 0 0,0 1 0 0 0,0-1 0 0 0,0 1 0 0 0,0 0 0 0 0,0 0 0 0 0,-1-1 0 0 0,1 1 1 0 0,0 0-1 0 0,0 0 0 0 0,0 0 0 0 0,0 0 0 0 0,-2 1 0 0 0,-9 0 24 0 0,-1 1 0 0 0,1 0 0 0 0,-19 6 1 0 0,9 0-5 0 0,0 0 1 0 0,0 2 0 0 0,-23 13-1 0 0,37-18-30 0 0,0-1 1 0 0,1 2-1 0 0,-1-1 0 0 0,1 1 1 0 0,0 0-1 0 0,1 1 0 0 0,0-1 0 0 0,0 1 1 0 0,0 1-1 0 0,1-1 0 0 0,-6 11 1 0 0,10-17-5 0 0,1 0 0 0 0,-1 1 1 0 0,1-1-1 0 0,-1 0 1 0 0,1 1-1 0 0,0-1 1 0 0,0 0-1 0 0,0 1 0 0 0,-1-1 1 0 0,1 0-1 0 0,0 1 1 0 0,1-1-1 0 0,-1 1 1 0 0,0-1-1 0 0,0 0 0 0 0,1 1 1 0 0,-1-1-1 0 0,0 0 1 0 0,1 1-1 0 0,-1-1 1 0 0,1 0-1 0 0,0 0 0 0 0,-1 1 1 0 0,1-1-1 0 0,0 0 1 0 0,0 0-1 0 0,0 0 1 0 0,0 0-1 0 0,0 0 0 0 0,0 0 1 0 0,0 0-1 0 0,0 0 1 0 0,0-1-1 0 0,0 1 1 0 0,1 0-1 0 0,-1-1 0 0 0,2 2 1 0 0,45 13 38 0 0,-45-14-33 0 0,8 0 34 0 0,2 0 1 0 0,-1 0 0 0 0,0-1-1 0 0,0-1 1 0 0,0 0-1 0 0,0-1 1 0 0,0 0-1 0 0,-1 0 1 0 0,1-1-1 0 0,-1-1 1 0 0,1 0-1 0 0,-1-1 1 0 0,0 0 0 0 0,-1-1-1 0 0,1 0 1 0 0,-1 0-1 0 0,0-1 1 0 0,-1 0-1 0 0,1-1 1 0 0,-1 0-1 0 0,14-18 1 0 0,15-4 787 0 0,-37 29-785 0 0,7 4-37 0 0,5 8-16 0 0,4 13 22 0 0,14 17-570 0 0,-5-25-2787 0 0,-16-15 1501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0:46.1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27 5064 0 0,'-5'-3'-48'0'0,"0"0"-1"0"0,-1 0 1 0 0,1 0-1 0 0,-1 0 0 0 0,0 1 1 0 0,0 0-1 0 0,0 0 1 0 0,0 1-1 0 0,0-1 1 0 0,0 1-1 0 0,0 1 0 0 0,0-1 1 0 0,0 1-1 0 0,-1 0 1 0 0,1 0-1 0 0,0 1 0 0 0,0 0 1 0 0,0 0-1 0 0,0 1 1 0 0,-11 3-1 0 0,2 0 36 0 0,1 0-1 0 0,0 0 1 0 0,1 1 0 0 0,-1 1-1 0 0,1 1 1 0 0,1 0-1 0 0,-21 16 1 0 0,32-23 14 0 0,0 0 0 0 0,-1-1 0 0 0,1 1 0 0 0,0 0 0 0 0,0 0 0 0 0,0-1 0 0 0,0 1 0 0 0,0 0 0 0 0,1 0 0 0 0,-1 0 0 0 0,0 0 0 0 0,0 1 0 0 0,1-1 0 0 0,-1 0 0 0 0,0 0 0 0 0,1 0-1 0 0,-1 1 1 0 0,1-1 0 0 0,0 0 0 0 0,-1 0 0 0 0,1 1 0 0 0,0-1 0 0 0,0 0 0 0 0,0 1 0 0 0,0-1 0 0 0,0 0 0 0 0,0 0 0 0 0,0 1 0 0 0,0-1 0 0 0,1 0 0 0 0,-1 1 0 0 0,0-1 0 0 0,1 0 0 0 0,-1 0 0 0 0,1 1 0 0 0,-1-1 0 0 0,1 0 0 0 0,0 0 0 0 0,-1 0 0 0 0,1 0 0 0 0,2 2 0 0 0,5 2 10 0 0,0-1 0 0 0,1 0 0 0 0,0 0 0 0 0,0 0 0 0 0,0-1 0 0 0,0-1 0 0 0,0 0 1 0 0,1 0-1 0 0,-1-1 0 0 0,15 1 0 0 0,6-1 6 0 0,-1-2 0 0 0,31-4-1 0 0,-49 4 60 0 0,-1-1 1 0 0,0 0-1 0 0,0 0 0 0 0,15-7 0 0 0,-23 9-18 0 0,0-1 0 0 0,0 0 0 0 0,0 0 0 0 0,0 0 0 0 0,0 0-1 0 0,0-1 1 0 0,0 1 0 0 0,0 0 0 0 0,-1-1 0 0 0,1 1 0 0 0,-1-1 0 0 0,1 0 0 0 0,-1 0 0 0 0,1 1 0 0 0,-1-1 0 0 0,0 0 0 0 0,0 0 0 0 0,0 0 0 0 0,0 0 0 0 0,0 0 0 0 0,0-1-1 0 0,-1 1 1 0 0,1 0 0 0 0,-1 0 0 0 0,1-5 0 0 0,-1 6 30 0 0,6-14 504 0 0,-6 15-584 0 0,0-1 1 0 0,0 1-1 0 0,0-1 0 0 0,0 1 1 0 0,0 0-1 0 0,0-1 0 0 0,0 1 1 0 0,0 0-1 0 0,0-1 0 0 0,1 1 1 0 0,-1 0-1 0 0,0-1 1 0 0,0 1-1 0 0,0 0 0 0 0,0-1 1 0 0,1 1-1 0 0,-1 0 0 0 0,0 0 1 0 0,0-1-1 0 0,1 1 1 0 0,-1 0-1 0 0,0 0 0 0 0,1-1 1 0 0,-1 1-1 0 0,0 0 0 0 0,0 0 1 0 0,1 0-1 0 0,-1 0 0 0 0,0 0 1 0 0,1-1-1 0 0,-1 1 1 0 0,1 0-1 0 0,-1 0 0 0 0,0 0 1 0 0,1 0-1 0 0,-1 0 0 0 0,0 0 1 0 0,1 0-1 0 0,-1 0 1 0 0,0 0-1 0 0,1 0 0 0 0,0 1 1 0 0,31 46-24 0 0,1-1 0 0 0,3-2 0 0 0,74 71 0 0 0,-67-77 22 0 0,-23-23-7 0 0,-2 0 1 0 0,0 2 0 0 0,-1 0 0 0 0,-1 1 0 0 0,0 0 0 0 0,21 35-1 0 0,-35-51 0 0 0,-1 1 0 0 0,0 0 0 0 0,0 0 0 0 0,0 0 0 0 0,0 0 0 0 0,0 0 0 0 0,-1 0 0 0 0,1 0 0 0 0,-1 0 0 0 0,0 0 0 0 0,0 0 0 0 0,0 0 0 0 0,0 0 0 0 0,0 0 0 0 0,-1 0 0 0 0,1 0 0 0 0,-1 0 0 0 0,-2 5 0 0 0,1-3 3 0 0,0-1 0 0 0,-1 1 0 0 0,0-1 0 0 0,0 0 0 0 0,-1 1 0 0 0,1-2 0 0 0,-1 1 0 0 0,0 0 1 0 0,0-1-1 0 0,-4 4 0 0 0,-9 4 5 0 0,-1-1 0 0 0,1 0 0 0 0,-2-2 0 0 0,-28 11 0 0 0,12-7 13 0 0,-67 13 1 0 0,87-22 48 0 0,0-1 0 0 0,-1-1 0 0 0,1 0 0 0 0,0-1-1 0 0,-1-1 1 0 0,1 0 0 0 0,-18-5 0 0 0,30 6-50 0 0,0 0 0 0 0,0-1 0 0 0,1 0-1 0 0,-1 1 1 0 0,0-1 0 0 0,1 0 0 0 0,-1-1-1 0 0,1 1 1 0 0,0 0 0 0 0,-1-1 0 0 0,1 1 0 0 0,0-1-1 0 0,0 0 1 0 0,0 0 0 0 0,0 0 0 0 0,0 0-1 0 0,0 0 1 0 0,0 0 0 0 0,1 0 0 0 0,-1-1-1 0 0,1 1 1 0 0,-2-3 0 0 0,3 1-4 0 0,-1 1-1 0 0,1-1 1 0 0,-1 1 0 0 0,1-1-1 0 0,0 1 1 0 0,0-1 0 0 0,1 0-1 0 0,-1 1 1 0 0,1-1 0 0 0,0 1-1 0 0,0-1 1 0 0,0 1 0 0 0,0 0-1 0 0,3-6 1 0 0,4-5 4 0 0,0-1 0 0 0,1 2 0 0 0,0-1 0 0 0,1 2 0 0 0,1-1 0 0 0,13-11 0 0 0,-5 8-85 0 0,0 1-1 0 0,1 0 1 0 0,1 2-1 0 0,0 0 1 0 0,1 2-1 0 0,0 0 1 0 0,0 2-1 0 0,2 0 1 0 0,-1 1-1 0 0,36-6 1 0 0,-57 14-317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33 398 2524 0 0,'0'0'530'0'0,"-5"-2"-414"0"0,-17-7-15 0 0,16 7 296 0 0,7-2-363 0 0,1-1 1 0 0,-1 1-1 0 0,1 0 1 0 0,-1-1-1 0 0,1 1 1 0 0,1 0-1 0 0,-1 0 1 0 0,1 0-1 0 0,-1 0 1 0 0,1 1-1 0 0,0-1 0 0 0,0 1 1 0 0,1 0-1 0 0,-1-1 1 0 0,1 1-1 0 0,-1 1 1 0 0,9-5-1 0 0,77-46 24 0 0,-86 51-49 0 0,86-38 11 0 0,2 3-1 0 0,1 4 1 0 0,2 5-1 0 0,96-17 1 0 0,-151 38 89 0 0,-36 7-63 0 0,-6 0-1 0 0,-84-3 82 0 0,58-1-99 0 0,0-1 0 0 0,0-1 0 0 0,-53-20 0 0 0,25 7-12 0 0,54 18-8 0 0,12 0-11 0 0,46-2 4 0 0,0 3 0 0 0,0 2 0 0 0,0 2 0 0 0,56 12 0 0 0,-108-16 11 0 0,0 1 1 0 0,0-1 0 0 0,0 1-1 0 0,0 0 1 0 0,0 0-1 0 0,0 0 1 0 0,0 0 0 0 0,0 1-1 0 0,-1-1 1 0 0,1 1 0 0 0,0 0-1 0 0,-1-1 1 0 0,1 1-1 0 0,-1 0 1 0 0,0 1 0 0 0,0-1-1 0 0,0 0 1 0 0,0 1 0 0 0,2 2-1 0 0,-3-3 11 0 0,-1 0 0 0 0,1 0-1 0 0,-1 0 1 0 0,0 0 0 0 0,0 0 0 0 0,0 0 0 0 0,0 0-1 0 0,0 1 1 0 0,0-1 0 0 0,0 0 0 0 0,-1 0-1 0 0,1 0 1 0 0,-1 0 0 0 0,0 0 0 0 0,1 0 0 0 0,-1 0-1 0 0,0 0 1 0 0,0-1 0 0 0,0 1 0 0 0,0 0-1 0 0,-1 0 1 0 0,1-1 0 0 0,0 1 0 0 0,-1-1-1 0 0,1 1 1 0 0,-1-1 0 0 0,0 1 0 0 0,-2 0 0 0 0,-9 12-38 0 0,-14 12 321 0 0,10-16-3276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5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78 4412 0 0,'-4'-11'-19'0'0,"1"1"173"0"0,-1 1-1 0 0,0 0 1 0 0,0 0 0 0 0,-9-14-1 0 0,12 22 49 0 0,1 1-183 0 0,0 0 0 0 0,0-1 0 0 0,0 1 0 0 0,0 0 0 0 0,0-1 1 0 0,-1 1-1 0 0,1 0 0 0 0,0 0 0 0 0,0-1 0 0 0,0 1 0 0 0,0 0 0 0 0,-1 0 0 0 0,1 0 0 0 0,0-1 0 0 0,0 1 0 0 0,-1 0 0 0 0,1 0 0 0 0,0 0 0 0 0,0-1 0 0 0,-1 1 1 0 0,1 0-1 0 0,0 0 0 0 0,0 0 0 0 0,-1 0 0 0 0,1 0 0 0 0,0 0 0 0 0,-1 0 0 0 0,1 0 0 0 0,0 0 0 0 0,0 0 0 0 0,-1 0 0 0 0,1 0 0 0 0,0 0 0 0 0,-1 0 0 0 0,1 0 1 0 0,0 0-1 0 0,-1 0 0 0 0,1 0 0 0 0,0 0 0 0 0,0 0 0 0 0,-1 0 0 0 0,1 0 0 0 0,0 1 0 0 0,0-1 0 0 0,-1 0 0 0 0,1 0 0 0 0,-3 5 1 0 0,0-1 0 0 0,1 1 1 0 0,-1-1-1 0 0,1 1 0 0 0,0-1 0 0 0,1 1 0 0 0,-1 0 0 0 0,1 0 0 0 0,0 0 0 0 0,0 0 0 0 0,0 0 0 0 0,1 0 0 0 0,0 0 1 0 0,0 6-1 0 0,11 88 136 0 0,-3-17-5 0 0,-9-57-127 0 0,-1 0 0 0 0,-11 46 1 0 0,13-69-407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669 111 4980 0 0,'-6'-8'-43'0'0,"0"1"-1"0"0,-1 0 1 0 0,1 1-1 0 0,-2 0 1 0 0,1 0 0 0 0,-1 0-1 0 0,1 1 1 0 0,-2 0-1 0 0,1 0 1 0 0,0 1-1 0 0,-1 0 1 0 0,0 1-1 0 0,0 0 1 0 0,0 0-1 0 0,0 1 1 0 0,-1 0-1 0 0,1 1 1 0 0,-15-1-1 0 0,11 2 88 0 0,0 0 1 0 0,-1 1-1 0 0,1 0 0 0 0,0 1 0 0 0,-1 1 0 0 0,1 0 1 0 0,0 1-1 0 0,1 0 0 0 0,-1 1 0 0 0,1 0 1 0 0,0 1-1 0 0,-20 14 0 0 0,-1 3 15 0 0,2 2-1 0 0,1 1 1 0 0,1 1-1 0 0,1 2 1 0 0,-27 37-1 0 0,41-49-26 0 0,2 1 1 0 0,0 0-1 0 0,1 1 1 0 0,1 0-1 0 0,1 1 0 0 0,1 0 1 0 0,1 0-1 0 0,0 1 0 0 0,1 0 1 0 0,2 0-1 0 0,-4 28 1 0 0,8-42-21 0 0,0 1 0 0 0,0 0 1 0 0,1 0-1 0 0,0 0 1 0 0,0-1-1 0 0,1 1 0 0 0,0 0 1 0 0,0-1-1 0 0,1 0 1 0 0,0 1-1 0 0,0-1 1 0 0,1 0-1 0 0,0-1 0 0 0,5 9 1 0 0,-1-5 9 0 0,0-1-1 0 0,1 0 1 0 0,0 0 0 0 0,0-1-1 0 0,1-1 1 0 0,0 1 0 0 0,0-1-1 0 0,16 7 1 0 0,-4-4 25 0 0,-1 0-1 0 0,1-2 1 0 0,1-1 0 0 0,-1-1-1 0 0,1 0 1 0 0,1-2 0 0 0,-1-1-1 0 0,0-1 1 0 0,27 0 0 0 0,-23-4-11 0 0,0 0 0 0 0,0-2 0 0 0,0-1 0 0 0,-1-1 0 0 0,0-1 0 0 0,0-1 0 0 0,0-2 0 0 0,-1 0 1 0 0,-1-2-1 0 0,0 0 0 0 0,0-2 0 0 0,40-32 0 0 0,-47 32-24 0 0,-1-1 0 0 0,0-1 0 0 0,-1 0 0 0 0,-1-1 0 0 0,-1-1 0 0 0,0 0 0 0 0,-1 0 0 0 0,-1-2 0 0 0,-1 1 0 0 0,-1-1 0 0 0,-1-1-1 0 0,0 0 1 0 0,-2 0 0 0 0,0 0 0 0 0,-1-1 0 0 0,2-28 0 0 0,-6 35 20 0 0,0 0-1 0 0,-1 0 0 0 0,0 1 0 0 0,-1-1 0 0 0,-1 0 1 0 0,0 0-1 0 0,-1 1 0 0 0,-8-25 0 0 0,7 31-4 0 0,1 0 0 0 0,-1 1 0 0 0,0-1 0 0 0,-1 1-1 0 0,0 0 1 0 0,0 0 0 0 0,-1 0 0 0 0,1 1 0 0 0,-1 0 0 0 0,-1 0 0 0 0,1 1-1 0 0,-1 0 1 0 0,0 0 0 0 0,0 0 0 0 0,-1 1 0 0 0,-9-5 0 0 0,-7 0-9 0 0,0 1 0 0 0,-1 1 0 0 0,0 0 0 0 0,0 2 1 0 0,0 2-1 0 0,-1 0 0 0 0,1 1 0 0 0,-1 2 0 0 0,0 0 1 0 0,1 2-1 0 0,-1 1 0 0 0,1 1 0 0 0,0 1 0 0 0,-37 12 0 0 0,51-11-196 0 0,-11 5-4204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63 279 4436 0 0,'0'-23'-583'0'0,"0"21"434"0"0,0 2-21 0 0,0 0 161 0 0,0 0 1 0 0,0-1-1 0 0,1 1 1 0 0,-1 0-1 0 0,0 0 1 0 0,0 0-1 0 0,0-1 0 0 0,0 1 1 0 0,0 0-1 0 0,0 0 1 0 0,0-1-1 0 0,0 1 1 0 0,0 0-1 0 0,0 0 0 0 0,0 0 1 0 0,0-1-1 0 0,-1 1 1 0 0,1 0-1 0 0,0 0 1 0 0,0 0-1 0 0,0-1 0 0 0,0 1 1 0 0,0 0-1 0 0,0 0 1 0 0,0 0-1 0 0,-1 0 1 0 0,1-1-1 0 0,0 1 0 0 0,0 0 1 0 0,0 0-1 0 0,0 0 1 0 0,0 0-1 0 0,-1 0 1 0 0,1 0-1 0 0,0-1 0 0 0,0 1 1 0 0,0 0-1 0 0,-1 0 1 0 0,1 0-1 0 0,0 0 1 0 0,0 0-1 0 0,0 0 0 0 0,-1 0 1 0 0,1 0-1 0 0,0 0 1 0 0,0 0-1 0 0,0 0 1 0 0,-1 0-1 0 0,1 0 0 0 0,0 0 1 0 0,0 0-1 0 0,-1 0 1 0 0,1 0-1 0 0,0 0 1 0 0,0 0-1 0 0,0 1 0 0 0,0-1 1 0 0,-1 0-1 0 0,-4 6 6 0 0,-1 1 0 0 0,1-1-1 0 0,1 1 1 0 0,-1 0-1 0 0,1 1 1 0 0,0-1 0 0 0,1 1-1 0 0,0-1 1 0 0,0 1 0 0 0,1 0-1 0 0,0 0 1 0 0,0 1 0 0 0,-1 15-1 0 0,0 2 28 0 0,2 0-1 0 0,0-1 0 0 0,5 41 0 0 0,9 3-28 0 0,-8-52 337 0 0,-1 1 0 0 0,-1 0 0 0 0,1 23 0 0 0,9-375 139 0 0,-7 231-399 0 0,-5 98-69 0 0,0-23 28 0 0,10-53 0 0 0,-10 73-32 0 0,1 1 0 0 0,0 0 0 0 0,1 0 0 0 0,0 0-1 0 0,0 0 1 0 0,0 1 0 0 0,1-1 0 0 0,-1 1 0 0 0,2-1 0 0 0,-1 1 0 0 0,1 1 0 0 0,6-7 0 0 0,-6 8 2 0 0,1 0 0 0 0,1 1-1 0 0,-1 0 1 0 0,0 0 0 0 0,1 0-1 0 0,0 1 1 0 0,-1-1 0 0 0,1 2 0 0 0,0-1-1 0 0,0 1 1 0 0,0 0 0 0 0,0 0-1 0 0,0 1 1 0 0,8 1 0 0 0,0-1-12 0 0,1 1 1 0 0,-1 1-1 0 0,0 0 1 0 0,30 9-1 0 0,-30-5 1 0 0,1 0 0 0 0,-2 2 1 0 0,27 15-1 0 0,-35-19 9 0 0,0 0 0 0 0,-1 1 0 0 0,1-1 0 0 0,-1 1 0 0 0,0 0 0 0 0,0 0 0 0 0,0 1 0 0 0,-1-1 0 0 0,0 1 0 0 0,0 0 0 0 0,5 10 0 0 0,-9-14 6 0 0,1 0-1 0 0,-1 0 0 0 0,1 0 1 0 0,-1 0-1 0 0,0-1 0 0 0,0 1 1 0 0,1 0-1 0 0,-1 0 0 0 0,-1 0 1 0 0,1 0-1 0 0,0 0 0 0 0,0-1 1 0 0,-1 1-1 0 0,1 0 1 0 0,-1 0-1 0 0,1 0 0 0 0,-1-1 1 0 0,0 1-1 0 0,0 0 0 0 0,-1 1 1 0 0,-1 1 3 0 0,0 0 0 0 0,0-1 0 0 0,0 1 1 0 0,0-1-1 0 0,-1 0 0 0 0,0 0 1 0 0,-7 5-1 0 0,-6 1 10 0 0,0-1 1 0 0,0 0-1 0 0,-20 5 1 0 0,33-12-17 0 0,-62 19 419 0 0,0-3-1 0 0,-80 10 1 0 0,144-27 122 0 0,12-1-495 0 0,6 0-36 0 0,-1 1 0 0 0,1 1 0 0 0,0 0 1 0 0,0 1-1 0 0,0 0 0 0 0,-1 2 1 0 0,0 0-1 0 0,1 0 0 0 0,23 12 0 0 0,-11-2-2 0 0,-1 2 0 0 0,-1 1 0 0 0,0 1 0 0 0,-2 1 0 0 0,0 1 0 0 0,-1 2 0 0 0,-1 0 0 0 0,-1 1 0 0 0,-1 1 0 0 0,-1 1 0 0 0,-1 1 0 0 0,18 34 0 0 0,-30-49-22 0 0,-3-4-29 0 0,0-1-1 0 0,1 0 1 0 0,0 0 0 0 0,0-1 0 0 0,6 7-1 0 0,-9-11-83 0 0,0-1-1 0 0,0 1 0 0 0,-1-1 0 0 0,1 0 0 0 0,0 1 1 0 0,0-1-1 0 0,0 0 0 0 0,0 0 0 0 0,0 0 0 0 0,-1 1 1 0 0,1-1-1 0 0,0 0 0 0 0,0 0 0 0 0,0 0 0 0 0,0 0 1 0 0,0-1-1 0 0,0 1 0 0 0,0 0 0 0 0,-1 0 0 0 0,1 0 1 0 0,0-1-1 0 0,0 1 0 0 0,0 0 0 0 0,1-2 0 0 0,21-6-1850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117 149 4940 0 0,'115'-76'-2553'0'0,"-108"72"2607"0"0,-1-1 1 0 0,0 1-1 0 0,0-1 1 0 0,0 0-1 0 0,-1-1 0 0 0,1 1 1 0 0,-2-1-1 0 0,1 0 1 0 0,4-6-1 0 0,-8 10 52 0 0,-21-11 188 0 0,11 13-251 0 0,0 0 0 0 0,-1 1 0 0 0,1 0 0 0 0,0 1 0 0 0,0 0 0 0 0,0 0 1 0 0,0 1-1 0 0,0 0 0 0 0,1 1 0 0 0,-1 0 0 0 0,1 0 0 0 0,0 0 0 0 0,0 1 0 0 0,0 1 0 0 0,-12 10 0 0 0,6-4 12 0 0,1 0 0 0 0,0 1-1 0 0,1 0 1 0 0,1 1 0 0 0,0 0-1 0 0,0 1 1 0 0,-12 23 0 0 0,21-34-38 0 0,0 0 0 0 0,0 0 0 0 0,1 0 0 0 0,-1 0 0 0 0,1 1-1 0 0,0-1 1 0 0,0 0 0 0 0,0 1 0 0 0,1-1 0 0 0,-1 0 0 0 0,1 1 0 0 0,0-1 0 0 0,0 1 0 0 0,1-1 0 0 0,0 0 0 0 0,-1 1 0 0 0,1-1 0 0 0,1 0 0 0 0,-1 1 0 0 0,0-1 0 0 0,1 0 0 0 0,0 0 0 0 0,0 0 0 0 0,0 0 0 0 0,1-1 0 0 0,0 1-1 0 0,-1-1 1 0 0,1 1 0 0 0,0-1 0 0 0,0 0 0 0 0,1 0 0 0 0,-1 0 0 0 0,1-1 0 0 0,-1 1 0 0 0,1-1 0 0 0,0 0 0 0 0,8 4 0 0 0,2 1-13 0 0,2-1 0 0 0,-1 0 0 0 0,1-2 0 0 0,0 1 1 0 0,0-2-1 0 0,0 0 0 0 0,0-1 0 0 0,0-1 0 0 0,21 0 0 0 0,-20-2-590 0 0,0-2 0 0 0,0 1 0 0 0,32-11 1 0 0,-18 3-359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42 3608 0 0,'-22'-33'-386'0'0,"22"31"462"0"0,4 28-4 0 0,8 111 724 0 0,-11-129-751 0 0,0 2 45 0 0,0 0 0 0 0,1 0 0 0 0,0 0 0 0 0,1 0 1 0 0,0 0-1 0 0,8 17 0 0 0,-10-25 71 0 0,-1-2-142 0 0,0 0 0 0 0,0 0 0 0 0,0 0 0 0 0,0 1 0 0 0,0-1 0 0 0,1 0 0 0 0,-1 0 0 0 0,0 0 0 0 0,0 0 0 0 0,0 0 0 0 0,0 1 1 0 0,1-1-1 0 0,-1 0 0 0 0,0 0 0 0 0,0 0 0 0 0,0 0 0 0 0,0 0 0 0 0,1 0 0 0 0,-1 0 0 0 0,0 0 0 0 0,0 0 0 0 0,0 0 0 0 0,1 1 0 0 0,-1-1 0 0 0,0 0 0 0 0,0 0 0 0 0,0 0 0 0 0,1 0 0 0 0,-1 0 0 0 0,0-1 0 0 0,0 1 0 0 0,0 0 0 0 0,1 0 0 0 0,-1 0 0 0 0,0 0 0 0 0,0 0 0 0 0,0 0 0 0 0,1 0 0 0 0,-1 0 0 0 0,0 0 0 0 0,0 0 1 0 0,0-1-1 0 0,0 1 0 0 0,1 0 0 0 0,-1 0 0 0 0,0 0 0 0 0,0 0 0 0 0,0 0 0 0 0,0-1 0 0 0,0 1 0 0 0,0 0 0 0 0,1 0 0 0 0,-1-17 102 0 0,-1 0 0 0 0,0-1 0 0 0,-5-19 0 0 0,4 23-78 0 0,-1 1-1 0 0,2-1 0 0 0,0 1 0 0 0,0-1 0 0 0,1 1 0 0 0,1-1 0 0 0,0 1 0 0 0,4-15 0 0 0,-4 26-41 0 0,0 0-1 0 0,-1-1 1 0 0,2 1 0 0 0,-1 0-1 0 0,0-1 1 0 0,0 1-1 0 0,1 0 1 0 0,-1 0 0 0 0,1 0-1 0 0,0 0 1 0 0,-1 0-1 0 0,1 1 1 0 0,0-1-1 0 0,0 1 1 0 0,0-1 0 0 0,1 1-1 0 0,-1-1 1 0 0,0 1-1 0 0,0 0 1 0 0,1 0 0 0 0,-1 0-1 0 0,0 1 1 0 0,1-1-1 0 0,-1 0 1 0 0,1 1-1 0 0,-1-1 1 0 0,1 1 0 0 0,0 0-1 0 0,-1 0 1 0 0,1 0-1 0 0,4 1 1 0 0,9 5-4 0 0,1 1-1 0 0,-2 1 1 0 0,1 0 0 0 0,-1 1-1 0 0,-1 1 1 0 0,1 0 0 0 0,-2 1-1 0 0,19 19 1 0 0,8 10-10 0 0,45 62 0 0 0,-83-99-19 0 0,1 0 0 0 0,-1 0 0 0 0,0 1 1 0 0,-1-1-1 0 0,1 0 0 0 0,-1 1 0 0 0,1-1 0 0 0,-1 1 0 0 0,0 0 1 0 0,1 5-1 0 0,-2-8-9 0 0,0 1 0 0 0,0 0 1 0 0,0-1-1 0 0,0 1 0 0 0,0 0 1 0 0,0-1-1 0 0,-1 1 0 0 0,1 0 1 0 0,0-1-1 0 0,-1 1 0 0 0,1-1 0 0 0,-1 1 1 0 0,0-1-1 0 0,1 1 0 0 0,-1-1 1 0 0,0 1-1 0 0,0-1 0 0 0,0 0 1 0 0,0 1-1 0 0,0-1 0 0 0,0 0 1 0 0,-1 0-1 0 0,1 0 0 0 0,-2 1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9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66 4840 0 0,'2'-1'-61'0'0,"0"0"0"0"0,0 0 0 0 0,-1 0 0 0 0,1 0-1 0 0,0 0 1 0 0,-1-1 0 0 0,1 1 0 0 0,-1-1 0 0 0,1 1 0 0 0,-1-1-1 0 0,0 1 1 0 0,0-1 0 0 0,0 0 0 0 0,1 1 0 0 0,-1-3-1 0 0,0 3 50 0 0,-1 0-1 0 0,0 0 0 0 0,0 0 0 0 0,0 0 0 0 0,1 0 0 0 0,-1 0 0 0 0,0 0 0 0 0,-1 0 1 0 0,1 0-1 0 0,0 0 0 0 0,0 0 0 0 0,0 0 0 0 0,-1 0 0 0 0,1 0 0 0 0,0 0 1 0 0,-1 0-1 0 0,1 0 0 0 0,-1 0 0 0 0,1 0 0 0 0,-1 0 0 0 0,1 0 0 0 0,-2 0 0 0 0,0-1 26 0 0,0 0 0 0 0,0 0 0 0 0,-1 0-1 0 0,1 1 1 0 0,-1-1 0 0 0,0 1 0 0 0,1 0-1 0 0,-1 0 1 0 0,0 0 0 0 0,0 0 0 0 0,0 0-1 0 0,1 0 1 0 0,-1 1 0 0 0,0 0 0 0 0,0-1-1 0 0,0 1 1 0 0,0 0 0 0 0,0 0-1 0 0,0 1 1 0 0,0-1 0 0 0,-4 1 0 0 0,-6 2 39 0 0,0 1-1 0 0,0-1 1 0 0,1 2 0 0 0,-1 0 0 0 0,-13 7 0 0 0,22-9-31 0 0,-1-1-1 0 0,0 1 1 0 0,1 0 0 0 0,0 1 0 0 0,0-1-1 0 0,0 1 1 0 0,0 0 0 0 0,0 0 0 0 0,1 0-1 0 0,0 0 1 0 0,0 0 0 0 0,0 1 0 0 0,0 0-1 0 0,1-1 1 0 0,-1 1 0 0 0,-1 6 0 0 0,4-9-13 0 0,0 0-1 0 0,-1-1 1 0 0,1 1 0 0 0,0 0 0 0 0,0-1 0 0 0,0 1 0 0 0,0 0 0 0 0,0 0-1 0 0,0-1 1 0 0,1 1 0 0 0,-1 0 0 0 0,1-1 0 0 0,-1 1 0 0 0,1 0 0 0 0,-1-1-1 0 0,1 1 1 0 0,0-1 0 0 0,0 1 0 0 0,0-1 0 0 0,0 1 0 0 0,0-1 0 0 0,0 1-1 0 0,0-1 1 0 0,0 0 0 0 0,1 0 0 0 0,-1 0 0 0 0,0 0 0 0 0,1 0 0 0 0,-1 0-1 0 0,1 0 1 0 0,-1 0 0 0 0,1 0 0 0 0,0-1 0 0 0,-1 1 0 0 0,1-1 0 0 0,0 1-1 0 0,-1-1 1 0 0,1 0 0 0 0,1 1 0 0 0,5 0 6 0 0,0 1-1 0 0,0-1 1 0 0,0-1 0 0 0,0 1 0 0 0,0-1-1 0 0,0-1 1 0 0,10-1 0 0 0,3-3 17 0 0,1-2 0 0 0,23-9-1 0 0,29-9 399 0 0,-72 24-322 0 0,20 9-24 0 0,-18-5-66 0 0,0 0 0 0 0,1 0 0 0 0,-1 0 0 0 0,0 1 0 0 0,-1 0 0 0 0,1 0 0 0 0,-1 0 0 0 0,0 0 0 0 0,1 0 0 0 0,-2 1 0 0 0,4 4 0 0 0,-3-3 5 0 0,0 0 0 0 0,1-1-1 0 0,0 1 1 0 0,0-1 0 0 0,9 8 0 0 0,-9-10-189 0 0,0 1 0 0 0,-1-1 0 0 0,1-1 0 0 0,0 1 0 0 0,1-1 0 0 0,-1 1 0 0 0,0-1 0 0 0,1 0 0 0 0,-1-1 0 0 0,1 1 0 0 0,-1-1 0 0 0,1 0 0 0 0,0 0 0 0 0,0 0 0 0 0,0-1 0 0 0,8 0 0 0 0,3-4-1118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33 4020 0 0,'0'0'-169'0'0,"-38"-5"-200"0"0,35 5 391 0 0,1 0 0 0 0,-1 1-1 0 0,1-1 1 0 0,-1 1 0 0 0,1-1 0 0 0,0 1 0 0 0,-1 0 0 0 0,1 0 0 0 0,0 0 0 0 0,0 0 0 0 0,0 0 0 0 0,0 0 0 0 0,0 1 0 0 0,0-1 0 0 0,0 1-1 0 0,0-1 1 0 0,0 1 0 0 0,0 0 0 0 0,1 0 0 0 0,-3 2 0 0 0,1 2 47 0 0,-1 0 0 0 0,1-1 1 0 0,1 1-1 0 0,-1 0 0 0 0,1 1 0 0 0,0-1 0 0 0,-2 12 0 0 0,2-7 4 0 0,0 0 0 0 0,1 0-1 0 0,1 0 1 0 0,0 0 0 0 0,0 0-1 0 0,1 0 1 0 0,0 0 0 0 0,1 0-1 0 0,5 17 1 0 0,-4-20-6 0 0,0-1 0 0 0,0 0 0 0 0,1 0 0 0 0,-1 0 0 0 0,2-1 0 0 0,-1 1 0 0 0,1-1 0 0 0,-1 0 0 0 0,2 0 0 0 0,6 6 0 0 0,-11-12 362 0 0,0-26-286 0 0,-2 14-93 0 0,-1 1 0 0 0,0 0 0 0 0,-8-21 0 0 0,-3-16 34 0 0,6 15-50 0 0,5 21-20 0 0,-1-1-1 0 0,1 0 1 0 0,1 0 0 0 0,1 1 0 0 0,-1-1 0 0 0,3-17 0 0 0,-1 27-14 0 0,-1 0-1 0 0,1 0 1 0 0,0 1-1 0 0,-1-1 1 0 0,1 0-1 0 0,0 1 1 0 0,1-1 0 0 0,-1 1-1 0 0,0-1 1 0 0,1 1-1 0 0,-1 0 1 0 0,1-1-1 0 0,2-1 1 0 0,-3 3-19 0 0,16 0-27 0 0,-10 4 42 0 0,0-1 0 0 0,0 1 0 0 0,-1 1 0 0 0,1-1 0 0 0,-1 1 1 0 0,0 0-1 0 0,0 1 0 0 0,10 8 0 0 0,44 53-18 0 0,-43-46 30 0 0,-1-1 0 0 0,29 23-1 0 0,16 9 120 0 0,-60-50 38 0 0,-3 0-160 0 0,0-1 1 0 0,0 1-1 0 0,-1-1 0 0 0,1 0 0 0 0,0 0 0 0 0,0 0 0 0 0,-1 0 1 0 0,1 0-1 0 0,0 0 0 0 0,-3-2 0 0 0,0 2 36 0 0,0-1-1 0 0,0 0 1 0 0,0 0 0 0 0,0 0-1 0 0,0 0 1 0 0,1-1-1 0 0,-1 0 1 0 0,1 0 0 0 0,-1-1-1 0 0,1 1 1 0 0,0-1 0 0 0,-6-4-1 0 0,-5-3 187 0 0,14 10-219 0 0,1-1 0 0 0,-1 1 0 0 0,0 0 0 0 0,1-1 0 0 0,-1 1 0 0 0,0-1 0 0 0,1 0-1 0 0,-1 1 1 0 0,1-1 0 0 0,-1 1 0 0 0,1-1 0 0 0,-1 0 0 0 0,1 0 0 0 0,-1 1 0 0 0,1-1 0 0 0,0 0-1 0 0,0 0 1 0 0,-1 1 0 0 0,1-1 0 0 0,0 0 0 0 0,0 0 0 0 0,0 0 0 0 0,0 1 0 0 0,0-1 0 0 0,0 0-1 0 0,0 0 1 0 0,0 0 0 0 0,0 0 0 0 0,13-24 124 0 0,27-12-1 0 0,-23 25-112 0 0,1 1 0 0 0,0 1 1 0 0,1 0-1 0 0,0 1 1 0 0,1 2-1 0 0,0 0 0 0 0,0 0 1 0 0,0 2-1 0 0,1 1 0 0 0,36-3 1 0 0,-50 6-22 0 0,1 0 1 0 0,-1 1 0 0 0,1 1 0 0 0,-1-1 0 0 0,1 1 0 0 0,-1 1 0 0 0,1-1 0 0 0,-1 1 0 0 0,0 0-1 0 0,0 1 1 0 0,0 0 0 0 0,0 0 0 0 0,0 0 0 0 0,-1 1 0 0 0,1 0 0 0 0,-1 0 0 0 0,0 1 0 0 0,0 0-1 0 0,-1 0 1 0 0,1 0 0 0 0,-1 1 0 0 0,0-1 0 0 0,-1 1 0 0 0,1 0 0 0 0,-1 1 0 0 0,0-1-1 0 0,-1 1 1 0 0,0 0 0 0 0,0 0 0 0 0,0 0 0 0 0,-1 0 0 0 0,3 12 0 0 0,13 117-20 0 0,-18-136-27 0 0,0 1 0 0 0,0-1 0 0 0,0 1 1 0 0,1-1-1 0 0,-1 0 0 0 0,0 1 0 0 0,0-1 0 0 0,0 0 0 0 0,0 1 0 0 0,1-1 0 0 0,-1 0 0 0 0,0 1 1 0 0,0-1-1 0 0,1 0 0 0 0,-1 0 0 0 0,0 1 0 0 0,1-1 0 0 0,-1 0 0 0 0,0 0 0 0 0,1 1 1 0 0,-1-1-1 0 0,0 0 0 0 0,1 0 0 0 0,-1 0 0 0 0,0 0 0 0 0,1 0 0 0 0,-1 1 0 0 0,1-1 0 0 0,-1 0 1 0 0,0 0-1 0 0,1 0 0 0 0,-1 0 0 0 0,0 0 0 0 0,1 0 0 0 0,-1 0 0 0 0,1 0 0 0 0,-1-1 0 0 0,0 1 1 0 0,1 0-1 0 0,-1 0 0 0 0,0 0 0 0 0,1 0 0 0 0,0-1 0 0 0,15-8-2355 0 0,-14 7 2418 0 0,16-8-2256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77 132 5288 0 0,'42'-31'-1954'0'0,"-20"12"2389"0"0,-1 0 0 0 0,22-26-1 0 0,-43 44-414 0 0,0 1-1 0 0,1 0 0 0 0,-1-1 0 0 0,0 1 0 0 0,0 0 0 0 0,1-1 0 0 0,-1 1 0 0 0,0-1 0 0 0,0 1 0 0 0,0 0 0 0 0,0-1 0 0 0,1 1 1 0 0,-1-1-1 0 0,0 1 0 0 0,0-1 0 0 0,0 1 0 0 0,0-1 0 0 0,0 1 0 0 0,0 0 0 0 0,0-1 0 0 0,0 1 0 0 0,0-1 0 0 0,-1 1 1 0 0,1-1-1 0 0,0 1 0 0 0,0 0 0 0 0,0-1 0 0 0,0 1 0 0 0,-1-1 0 0 0,1 1 0 0 0,0 0 0 0 0,0-1 0 0 0,-1 1 0 0 0,1 0 0 0 0,0-1 1 0 0,-1 1-1 0 0,1 0 0 0 0,0-1 0 0 0,-1 1 0 0 0,1 0 0 0 0,0 0 0 0 0,-1 0 0 0 0,1-1 0 0 0,0 1 0 0 0,-1 0 0 0 0,1 0 1 0 0,-1 0-1 0 0,1 0 0 0 0,-1 0 0 0 0,1-1 0 0 0,0 1 0 0 0,-1 0 0 0 0,1 0 0 0 0,-1 0 0 0 0,1 0 0 0 0,-1 0 0 0 0,1 1 1 0 0,-1-1-1 0 0,0 0 0 0 0,-28 1 230 0 0,15 2-102 0 0,0 1 1 0 0,0 0 0 0 0,1 1 0 0 0,0 0 0 0 0,-17 10-1 0 0,25-12-108 0 0,0-1-1 0 0,0 1 1 0 0,1 0 0 0 0,-1 1-1 0 0,1-1 1 0 0,0 1-1 0 0,0 0 1 0 0,1 0-1 0 0,-1 0 1 0 0,1 0-1 0 0,-1 1 1 0 0,1-1 0 0 0,1 1-1 0 0,-1 0 1 0 0,1 0-1 0 0,0 0 1 0 0,-2 6-1 0 0,4-9-25 0 0,0 0 1 0 0,0 0-1 0 0,0 0 0 0 0,0 1 0 0 0,1-1 0 0 0,-1 0 0 0 0,1 0 0 0 0,0 0 0 0 0,-1 0 0 0 0,1 0 1 0 0,0 0-1 0 0,0 0 0 0 0,0 0 0 0 0,1 0 0 0 0,-1 0 0 0 0,0 0 0 0 0,1-1 0 0 0,-1 1 0 0 0,1 0 1 0 0,-1-1-1 0 0,1 1 0 0 0,0-1 0 0 0,0 0 0 0 0,0 0 0 0 0,0 0 0 0 0,0 0 0 0 0,0 0 0 0 0,0 0 1 0 0,0 0-1 0 0,2 0 0 0 0,11 5 36 0 0,1-1-1 0 0,29 6 1 0 0,-39-10-34 0 0,37 7-88 0 0,1-3 0 0 0,0-2 0 0 0,-1-1 0 0 0,48-5 0 0 0,-12-4-1972 0 0,104-23 0 0 0,-105 11 175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1 561 4804 0 0,'0'0'-278'0'0,"0"-4"168"0"0,1-20 154 0 0,2 0 0 0 0,0 1 1 0 0,2 0-1 0 0,0 0 0 0 0,2 0 0 0 0,0 1 0 0 0,1-1 0 0 0,2 2 0 0 0,0-1 0 0 0,1 2 0 0 0,2-1 0 0 0,0 2 0 0 0,0-1 0 0 0,2 2 0 0 0,1 0 0 0 0,0 1 0 0 0,1 0 0 0 0,1 2 0 0 0,0 0 0 0 0,1 1 0 0 0,33-19 0 0 0,2 6-21 0 0,-39 21 49 0 0,0-1 0 0 0,-1-1 1 0 0,0-1-1 0 0,20-14 0 0 0,-32 21-30 0 0,-2 2-165 0 0,1-1 0 0 0,-1 0 0 0 0,1 0 0 0 0,-1 1 1 0 0,0-1-1 0 0,1 0 0 0 0,-1 0 0 0 0,0 1 0 0 0,1-1 0 0 0,-1 0 0 0 0,0 0 0 0 0,0 0 0 0 0,0 0 0 0 0,0 0 0 0 0,0 1 0 0 0,0-1 0 0 0,0 0 0 0 0,0 0 0 0 0,0 0 0 0 0,0 0 0 0 0,-1 0 1 0 0,1 0-1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3876 0 0,'149'1'-1047'0'0,"-108"3"1103"0"0,0 2-1 0 0,0 1 1 0 0,0 2 0 0 0,49 19 0 0 0,-88-27-33 0 0,0-1-1 0 0,-1 1 1 0 0,1 0 0 0 0,0-1 0 0 0,0 1 0 0 0,-1 0 0 0 0,1 0 0 0 0,-1 0 0 0 0,1 0 0 0 0,-1 0 0 0 0,1 1-1 0 0,-1-1 1 0 0,0 0 0 0 0,0 1 0 0 0,1-1 0 0 0,-1 1 0 0 0,0-1 0 0 0,0 1 0 0 0,-1 0 0 0 0,1-1 0 0 0,0 1 0 0 0,0 0-1 0 0,-1-1 1 0 0,1 3 0 0 0,-1-1 6 0 0,0-1 0 0 0,-1 1 0 0 0,1 0 0 0 0,-1-1 0 0 0,1 1 0 0 0,-1-1 0 0 0,0 1-1 0 0,0-1 1 0 0,0 0 0 0 0,0 1 0 0 0,-1-1 0 0 0,1 0 0 0 0,-1 0 0 0 0,1 1 0 0 0,-3 1 0 0 0,-9 9 111 0 0,0 0 1 0 0,-1-1 0 0 0,-28 19 0 0 0,33-24-101 0 0,-32 20 156 0 0,-24 19-646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26 110 3488 0 0,'-13'-7'-128'0'0,"12"7"141"0"0,0 0 0 0 0,1 0 0 0 0,-1 0 1 0 0,1-1-1 0 0,-1 1 0 0 0,0 0 0 0 0,1-1 0 0 0,-1 1 1 0 0,1-1-1 0 0,-1 1 0 0 0,1 0 0 0 0,-1-1 0 0 0,1 1 1 0 0,-1-1-1 0 0,1 1 0 0 0,-1-1 0 0 0,1 0 1 0 0,0 1-1 0 0,-1-1 0 0 0,1 1 0 0 0,0-1 0 0 0,0 0 1 0 0,-1 1-1 0 0,1-1 0 0 0,0 0 0 0 0,0 1 1 0 0,0-1-1 0 0,0 0 0 0 0,0 1 0 0 0,0-1 0 0 0,0 0 1 0 0,0 1-1 0 0,0-1 0 0 0,0 0 0 0 0,0 1 0 0 0,1-1 1 0 0,-1 0-1 0 0,1-2 1 0 0,1 1-1 0 0,0 0 1 0 0,0 0 0 0 0,-1 0-1 0 0,1 0 1 0 0,0 0 0 0 0,0 1-1 0 0,1-1 1 0 0,-1 0 0 0 0,3-1-1 0 0,64-28 89 0 0,-51 24-80 0 0,1 0-1 0 0,30-4 1 0 0,-45 10-23 0 0,1 0-1 0 0,-1 0 1 0 0,0 1 0 0 0,1-1 0 0 0,-1 1 0 0 0,1 0 0 0 0,-1 1-1 0 0,0-1 1 0 0,1 1 0 0 0,-1 0 0 0 0,0 0 0 0 0,0 0 0 0 0,1 0-1 0 0,-1 1 1 0 0,0 0 0 0 0,0 0 0 0 0,7 4 0 0 0,-10-4 2 0 0,1 0 1 0 0,-1 0-1 0 0,0 0 0 0 0,0 0 1 0 0,0 0-1 0 0,0 0 1 0 0,0 0-1 0 0,0 1 1 0 0,0-1-1 0 0,-1 0 1 0 0,1 0-1 0 0,-1 1 0 0 0,1-1 1 0 0,-1 0-1 0 0,0 1 1 0 0,0-1-1 0 0,0 0 1 0 0,0 1-1 0 0,-1-1 1 0 0,1 0-1 0 0,-1 1 0 0 0,1-1 1 0 0,-1 0-1 0 0,0 1 1 0 0,0-1-1 0 0,0 0 1 0 0,-2 3-1 0 0,-4 10 27 0 0,-1-1 0 0 0,-18 25 0 0 0,15-24 12 0 0,-26 32 148 0 0,-6 11 480 0 0,42-58-659 0 0,1 1 0 0 0,0-1 0 0 0,0 1 0 0 0,0-1 0 0 0,0 0 0 0 0,0 1 0 0 0,-1-1 0 0 0,1 1 0 0 0,0-1 0 0 0,0 1 0 0 0,0-1 0 0 0,0 1 0 0 0,0-1 0 0 0,1 0 0 0 0,-1 1 0 0 0,0-1 0 0 0,0 1 0 0 0,0-1 0 0 0,0 1 0 0 0,0-1 0 0 0,1 0 0 0 0,-1 1 0 0 0,0-1 0 0 0,0 1 0 0 0,1-1 0 0 0,-1 0 0 0 0,0 1 0 0 0,0-1 0 0 0,1 0 0 0 0,-1 1 0 0 0,0-1 0 0 0,1 0-1 0 0,-1 0 1 0 0,1 1 0 0 0,-1-1 0 0 0,0 0 0 0 0,1 0 0 0 0,-1 0 0 0 0,1 0 0 0 0,-1 1 0 0 0,0-1 0 0 0,1 0 0 0 0,-1 0 0 0 0,1 0 0 0 0,-1 0 0 0 0,1 0 0 0 0,-1 0 0 0 0,1 0 0 0 0,0 0 0 0 0,26 1 16 0 0,-25-1 10 0 0,98-4 177 0 0,148-28 0 0 0,-71 7 467 0 0,-176 25-692 0 0,-1 0 1 0 0,1 0-1 0 0,-1 0 1 0 0,0 0-1 0 0,1 0 1 0 0,-1 0-1 0 0,0 0 1 0 0,1 0-1 0 0,-1 0 1 0 0,0 0-1 0 0,1 0 0 0 0,-1 0 1 0 0,1 0-1 0 0,-1 0 1 0 0,0 0-1 0 0,1-1 1 0 0,-1 1-1 0 0,0 0 1 0 0,0 0-1 0 0,1 0 1 0 0,-1-1-1 0 0,0 1 0 0 0,1 0 1 0 0,-1 0-1 0 0,0-1 1 0 0,0 1-1 0 0,1 0 1 0 0,-1 0-1 0 0,0-1 1 0 0,0 1-1 0 0,0 0 1 0 0,0-1-1 0 0,1 1 1 0 0,-1 0-1 0 0,0-1 0 0 0,0 1 1 0 0,0 0-1 0 0,0-1 1 0 0,0 1-1 0 0,0-1 1 0 0,0 1-1 0 0,0 0 1 0 0,0-1-1 0 0,0 1 1 0 0,0 0-1 0 0,0-1 0 0 0,0 1 1 0 0,0 0-1 0 0,0-1 1 0 0,-1 1-1 0 0,1 0 1 0 0,0-1-1 0 0,-11-14-2549 0 0,10 14 2199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841 100 4168 0 0,'-4'-7'-39'0'0,"0"0"-1"0"0,-1 0 1 0 0,1 1-1 0 0,-1-1 1 0 0,-1 1-1 0 0,1 0 1 0 0,-1 1-1 0 0,0 0 1 0 0,-1 0-1 0 0,1 0 1 0 0,-1 1-1 0 0,0-1 1 0 0,0 2-1 0 0,0-1 1 0 0,-1 1-1 0 0,1 0 1 0 0,-1 1-1 0 0,-10-3 1 0 0,4 3 52 0 0,1 0 1 0 0,-1 1-1 0 0,0 1 1 0 0,0 0 0 0 0,0 1-1 0 0,0 1 1 0 0,0 0-1 0 0,0 1 1 0 0,-25 8 0 0 0,-9 7 22 0 0,2 2 1 0 0,1 2 0 0 0,1 2-1 0 0,0 3 1 0 0,2 0 0 0 0,2 3-1 0 0,0 2 1 0 0,-40 41 0 0 0,66-60 2 0 0,1 1 1 0 0,1 1 0 0 0,0 0-1 0 0,0 1 1 0 0,2 0 0 0 0,0 1-1 0 0,-14 33 1 0 0,21-42-22 0 0,1 0 1 0 0,-1 0-1 0 0,1 0 1 0 0,1 1 0 0 0,0-1-1 0 0,0 0 1 0 0,0 1-1 0 0,1-1 1 0 0,1 1-1 0 0,-1-1 1 0 0,1 1-1 0 0,1-1 1 0 0,-1 1 0 0 0,2-1-1 0 0,-1 0 1 0 0,1 0-1 0 0,0 0 1 0 0,1-1-1 0 0,-1 1 1 0 0,8 10-1 0 0,5 2 22 0 0,0 0 0 0 0,2-1-1 0 0,0-1 1 0 0,1 0-1 0 0,0-2 1 0 0,1 0 0 0 0,1-1-1 0 0,1-1 1 0 0,0-1-1 0 0,1-1 1 0 0,0-2 0 0 0,35 13-1 0 0,-2-5 232 0 0,1-2-1 0 0,1-3 0 0 0,0-2 1 0 0,79 4-1 0 0,-118-14-136 0 0,-1-1 0 0 0,0 0-1 0 0,0-2 1 0 0,1 0 0 0 0,-1-1-1 0 0,0-1 1 0 0,-1 0-1 0 0,1-1 1 0 0,-1-2 0 0 0,0 1-1 0 0,0-2 1 0 0,-1 0 0 0 0,0-1-1 0 0,0-1 1 0 0,-1 0 0 0 0,-1-1-1 0 0,1-1 1 0 0,-2 0 0 0 0,0-1-1 0 0,0 0 1 0 0,10-15 0 0 0,0-1-53 0 0,-2 0 1 0 0,-1-1 0 0 0,-2 0 0 0 0,-1-2 0 0 0,19-49 0 0 0,-28 60-56 0 0,-1 0 0 0 0,0-1 0 0 0,-2 0 0 0 0,-1-1 0 0 0,0 1 0 0 0,-2-1 0 0 0,0 1 0 0 0,-2-1 0 0 0,-4-40 0 0 0,3 55-28 0 0,-1 1 1 0 0,0-1-1 0 0,-1 0 0 0 0,0 1 1 0 0,0 0-1 0 0,0-1 0 0 0,-1 1 1 0 0,0 1-1 0 0,0-1 1 0 0,-1 0-1 0 0,1 1 0 0 0,-2 0 1 0 0,1 0-1 0 0,-1 1 0 0 0,1-1 1 0 0,-2 1-1 0 0,1 1 1 0 0,0-1-1 0 0,-1 1 0 0 0,0 0 1 0 0,0 0-1 0 0,0 1 0 0 0,-1 0 1 0 0,1 0-1 0 0,-1 1 0 0 0,-12-3 1 0 0,-18-2-21 0 0,0 2 0 0 0,-1 1 1 0 0,0 3-1 0 0,-47 2 0 0 0,30 0-10 0 0,16 1-113 0 0,27-1-740 0 0,0 0 1 0 0,0-1-1 0 0,-25-3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94 275 5801 0 0,'-51'-70'-488'0'0,"50"69"569"0"0,-6-9 59 0 0,7 10-139 0 0,0 0-1 0 0,0-1 1 0 0,0 1 0 0 0,0 0-1 0 0,0 0 1 0 0,0 0 0 0 0,0-1-1 0 0,0 1 1 0 0,0 0 0 0 0,0 0 0 0 0,-1 0-1 0 0,1-1 1 0 0,0 1 0 0 0,0 0-1 0 0,0 0 1 0 0,0 0 0 0 0,0 0-1 0 0,0-1 1 0 0,-1 1 0 0 0,1 0-1 0 0,0 0 1 0 0,0 0 0 0 0,0 0-1 0 0,-1 0 1 0 0,1 0 0 0 0,0 0-1 0 0,0-1 1 0 0,0 1 0 0 0,-1 0-1 0 0,1 0 1 0 0,0 0 0 0 0,0 0-1 0 0,0 0 1 0 0,-1 0 0 0 0,1 0-1 0 0,0 0 1 0 0,0 0 0 0 0,0 0-1 0 0,-1 0 1 0 0,1 0 0 0 0,0 0-1 0 0,0 0 1 0 0,-1 0 0 0 0,1 0-1 0 0,0 1 1 0 0,0-1 0 0 0,0 0-1 0 0,-1 0 1 0 0,-1 13 5 0 0,0 0 0 0 0,1 1-1 0 0,1-1 1 0 0,0 0 0 0 0,1 1-1 0 0,0-1 1 0 0,1 0 0 0 0,1 0-1 0 0,0 0 1 0 0,0 0 0 0 0,6 12-1 0 0,12 26 21 0 0,34 63 0 0 0,-45-95-10 0 0,38 62 191 0 0,-47-80-58 0 0,-2-8-139 0 0,-51-261 19 0 0,47 249-29 0 0,-24-160 47 0 0,28 174-35 0 0,0-1 1 0 0,1 1-1 0 0,-1-1 0 0 0,1 0 0 0 0,1 1 0 0 0,-1-1 1 0 0,1 0-1 0 0,0 1 0 0 0,0-1 0 0 0,4-8 0 0 0,-3 10-9 0 0,1 0 0 0 0,-1 0-1 0 0,1 1 1 0 0,0-1 0 0 0,0 1 0 0 0,1-1-1 0 0,-1 1 1 0 0,1 0 0 0 0,0 0-1 0 0,-1 1 1 0 0,1-1 0 0 0,0 1 0 0 0,8-4-1 0 0,1 0-12 0 0,0 1 0 0 0,0 0-1 0 0,0 0 1 0 0,1 2 0 0 0,0 0-1 0 0,0 0 1 0 0,0 1 0 0 0,0 1 0 0 0,20 0-1 0 0,-25 1 2 0 0,0 1 0 0 0,0 0 0 0 0,0 1-1 0 0,0 0 1 0 0,0 0 0 0 0,0 1 0 0 0,-1 0-1 0 0,0 0 1 0 0,1 1 0 0 0,-1 0 0 0 0,0 0-1 0 0,-1 1 1 0 0,1 0 0 0 0,-1 1 0 0 0,11 11 0 0 0,-16-16 7 0 0,-1 1 0 0 0,0 0 0 0 0,1 0 0 0 0,-1 0 0 0 0,0 1 0 0 0,0-1 0 0 0,-1 0 0 0 0,1 0 0 0 0,0 1 0 0 0,-1-1 0 0 0,1 0 0 0 0,-1 1 1 0 0,0-1-1 0 0,0 0 0 0 0,0 1 0 0 0,0-1 0 0 0,0 0 0 0 0,0 1 0 0 0,-1-1 0 0 0,1 0 0 0 0,-1 1 0 0 0,1-1 0 0 0,-1 0 0 0 0,0 0 0 0 0,0 0 1 0 0,0 1-1 0 0,0-1 0 0 0,-1 0 0 0 0,1 0 0 0 0,0-1 0 0 0,-1 1 0 0 0,-2 3 0 0 0,-4 4 0 0 0,-1 0 0 0 0,1 0-1 0 0,-1-1 1 0 0,0 0 0 0 0,-13 7 0 0 0,-37 20 43 0 0,-3-3 1 0 0,0-3-1 0 0,-120 39 1 0 0,166-66 742 0 0,36-15-613 0 0,47-18-114 0 0,-55 26-50 0 0,-7 4-7 0 0,-1 0 0 0 0,1-1-1 0 0,0 2 1 0 0,-1-1 0 0 0,1 0 0 0 0,0 1 0 0 0,-1 0 0 0 0,1 0 0 0 0,0 0 0 0 0,-1 1-1 0 0,7 1 1 0 0,-7-2-3 0 0,1 1 1 0 0,0-1-1 0 0,0 1 0 0 0,0 0 0 0 0,-1 1 0 0 0,1-1 0 0 0,-1 1 0 0 0,1 0 0 0 0,-1 0 0 0 0,0 1 0 0 0,1-1 1 0 0,5 6-1 0 0,39 43-33 0 0,-44-43 39 0 0,2 0-1 0 0,-1 0 1 0 0,1-1-1 0 0,0-1 1 0 0,0 1-1 0 0,1-1 1 0 0,-1 0-1 0 0,2 0 1 0 0,10 5-1 0 0,14 0 14 0 0,0 0 0 0 0,1-3 1 0 0,1 0-1 0 0,0-3 0 0 0,-1 0 0 0 0,2-3 0 0 0,-1 0 0 0 0,0-3 0 0 0,51-6 0 0 0,-80 6-6 0 0,1 0 0 0 0,0 0-1 0 0,-1-1 1 0 0,1 0 0 0 0,-1 0 0 0 0,0-1 0 0 0,0 1-1 0 0,0-1 1 0 0,0-1 0 0 0,0 1 0 0 0,0-1 0 0 0,-1 0 0 0 0,0 0-1 0 0,0-1 1 0 0,0 0 0 0 0,8-9 0 0 0,-9 7 46 0 0,0 0-1 0 0,0-1 1 0 0,0 1 0 0 0,-1-1 0 0 0,0 0 0 0 0,0 0 0 0 0,-1 0 0 0 0,0 0-1 0 0,-1 0 1 0 0,1-1 0 0 0,-2 1 0 0 0,1-13 0 0 0,-1 17-42 0 0,2-3-10 0 0,5-8-59 0 0,0 21 64 0 0,11 12 6 0 0,-5-10-55 0 0,1 0 1 0 0,0-1-1 0 0,0 0 1 0 0,0-1-1 0 0,1-1 0 0 0,23 6 1 0 0,-21-8-857 0 0,0 0 1 0 0,0-1-1 0 0,19-1 1 0 0,-5-1-1556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32 6461 0 0,'-52'-23'370'0'0,"35"14"-3331"0"0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9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228 477 5088 0 0,'-20'3'-606'0'0,"8"0"535"0"0,0 0 0 0 0,0 1-1 0 0,0 0 1 0 0,0 1 0 0 0,1 1 0 0 0,0 0 0 0 0,0 0 0 0 0,0 1 0 0 0,1 1 0 0 0,0 0 0 0 0,0 0-1 0 0,1 0 1 0 0,0 1 0 0 0,1 1 0 0 0,0 0 0 0 0,0 0 0 0 0,1 0 0 0 0,0 1 0 0 0,-7 17 0 0 0,13-27 69 0 0,1 0 1 0 0,-1 0-1 0 0,1 0 1 0 0,0 1-1 0 0,-1-1 1 0 0,1 0-1 0 0,0 0 1 0 0,0 0-1 0 0,0 1 1 0 0,0-1-1 0 0,0 0 1 0 0,0 0-1 0 0,0 0 1 0 0,0 1-1 0 0,0-1 1 0 0,1 0-1 0 0,-1 0 0 0 0,0 0 1 0 0,1 1-1 0 0,-1-1 1 0 0,1 0-1 0 0,-1 0 1 0 0,1 0-1 0 0,1 1 1 0 0,0 0-1 0 0,0 0 0 0 0,0 0 0 0 0,0 0-1 0 0,0 0 1 0 0,1 0 0 0 0,-1-1 0 0 0,1 1 0 0 0,-1-1 0 0 0,6 2-1 0 0,4 1 5 0 0,0 0-1 0 0,0-1 1 0 0,18 2-1 0 0,-15-4-28 0 0,0 0 0 0 0,0 0-1 0 0,0-1 1 0 0,0-1-1 0 0,0-1 1 0 0,0 0 0 0 0,-1-1-1 0 0,22-7 1 0 0,-27 7 24 0 0,-1 0 0 0 0,0-1 1 0 0,1 0-1 0 0,-1 0 0 0 0,-1-1 0 0 0,1 0 1 0 0,-1 0-1 0 0,0-1 0 0 0,0 0 1 0 0,0 0-1 0 0,-1-1 0 0 0,0 0 0 0 0,-1 0 1 0 0,10-15-1 0 0,-14 19 35 0 0,1 1 1 0 0,-1-1 0 0 0,0 0-1 0 0,0 0 1 0 0,0-1-1 0 0,-1 1 1 0 0,1 0-1 0 0,-1 0 1 0 0,1 0-1 0 0,-1 0 1 0 0,0-1-1 0 0,-1 1 1 0 0,1 0-1 0 0,0 0 1 0 0,-1 0 0 0 0,0 0-1 0 0,1-1 1 0 0,-1 1-1 0 0,-1 0 1 0 0,1 0-1 0 0,0 1 1 0 0,-1-1-1 0 0,1 0 1 0 0,-1 0-1 0 0,-3-3 1 0 0,3 4 6 0 0,-37 4 147 0 0,34-1-174 0 0,-7 3 27 0 0,11-2-32 0 0,1 1-1 0 0,-1-1 1 0 0,1 0 0 0 0,0 0-1 0 0,0 0 1 0 0,-1 0-1 0 0,1 1 1 0 0,0-1 0 0 0,1 0-1 0 0,-1 0 1 0 0,0 0-1 0 0,1 0 1 0 0,-1 1 0 0 0,1-1-1 0 0,0 0 1 0 0,-1 0 0 0 0,1 0-1 0 0,0 0 1 0 0,0 0-1 0 0,1-1 1 0 0,-1 1 0 0 0,0 0-1 0 0,3 2 1 0 0,41 51 48 0 0,-31-40-36 0 0,154 161 99 0 0,33 41-18 0 0,-196-211-94 0 0,0 0-1 0 0,-1 0 0 0 0,0 1 0 0 0,0 0 1 0 0,-1 0-1 0 0,0 0 0 0 0,0 0 0 0 0,0 0 1 0 0,1 9-1 0 0,-4-13-3 0 0,1 0 0 0 0,-1 0 0 0 0,0 0 0 0 0,0-1 0 0 0,0 1 0 0 0,0 0 0 0 0,-1 0 0 0 0,1 0 0 0 0,-1 0 0 0 0,0 0 0 0 0,1 0 0 0 0,-1-1 0 0 0,-1 1 0 0 0,1 0 0 0 0,0-1 0 0 0,-1 1 0 0 0,1-1 0 0 0,-1 1 0 0 0,0-1 0 0 0,0 0 0 0 0,1 0 0 0 0,-2 0 0 0 0,1 0 0 0 0,0 0 0 0 0,0 0 0 0 0,-5 3 0 0 0,-11 5 7 0 0,0-1 0 0 0,-1 0 0 0 0,0-1 0 0 0,-1-1 0 0 0,1-1 0 0 0,-1 0 0 0 0,-30 3 0 0 0,-5-3 132 0 0,-87 0 0 0 0,135-6-101 0 0,-1 0-1 0 0,1-1 0 0 0,-1 0 1 0 0,1 0-1 0 0,0 0 1 0 0,-1-1-1 0 0,1 0 0 0 0,-13-7 1 0 0,18 9-33 0 0,0-1 0 0 0,1 0 0 0 0,-1-1 1 0 0,1 1-1 0 0,0 0 0 0 0,-1 0 0 0 0,1 0 1 0 0,0-1-1 0 0,0 1 0 0 0,0-1 0 0 0,-1 1 0 0 0,2-1 1 0 0,-1 1-1 0 0,0-1 0 0 0,0 0 0 0 0,0 0 1 0 0,1 1-1 0 0,-1-1 0 0 0,1 0 0 0 0,0 0 0 0 0,-1 1 1 0 0,1-1-1 0 0,0 0 0 0 0,0 0 0 0 0,0 0 1 0 0,0 0-1 0 0,0 1 0 0 0,1-1 0 0 0,-1 0 0 0 0,0 0 1 0 0,1 0-1 0 0,-1 1 0 0 0,1-1 0 0 0,0 0 1 0 0,0 1-1 0 0,0-1 0 0 0,0 0 0 0 0,0 1 0 0 0,0-1 1 0 0,0 1-1 0 0,1-2 0 0 0,20-26-35 0 0,1 1 0 0 0,1 1 0 0 0,1 1 0 0 0,47-38 0 0 0,27-26-158 0 0,-75 65 206 0 0,-2 0-1 0 0,-1-2 0 0 0,0 0 1 0 0,-2-1-1 0 0,-2-1 1 0 0,0-1-1 0 0,-2 0 0 0 0,-1-1 1 0 0,-2 0-1 0 0,-1-1 1 0 0,-1-1-1 0 0,-2 0 0 0 0,-1 0 1 0 0,-2-1-1 0 0,-1 1 1 0 0,-2-1-1 0 0,-1 0 0 0 0,-6-61 1 0 0,0 51 255 0 0,1 5 287 0 0,-2 0-1 0 0,-14-51 1 0 0,14 49-130 0 0,6 39-401 0 0,-3-12-75 0 0,2 43 52 0 0,1 0 0 0 0,2 0 0 0 0,1-1 0 0 0,1 1 1 0 0,2-1-1 0 0,1 1 0 0 0,11 31 0 0 0,88 193 125 0 0,-100-242-127 0 0,12 47 23 0 0,-18-55-33 0 0,-1-1 6 0 0,0-1 1 0 0,-1 0-1 0 0,1 1 1 0 0,-1-1-1 0 0,1 0 0 0 0,-1 0 1 0 0,1 0-1 0 0,-1 0 0 0 0,0 0 1 0 0,1 0-1 0 0,-1 0 1 0 0,0-1-1 0 0,0 1 0 0 0,0 0 1 0 0,0-1-1 0 0,0 0 0 0 0,1 1 1 0 0,-1-1-1 0 0,0 0 0 0 0,0 0 1 0 0,0 0-1 0 0,0 0 1 0 0,0-1-1 0 0,0 1 0 0 0,0 0 1 0 0,0-1-1 0 0,0 1 0 0 0,1-1 1 0 0,-1 0-1 0 0,0 0 1 0 0,-3-1-1 0 0,3 1 1 0 0,-1 0 4 0 0,0 0 0 0 0,1 0 0 0 0,-1 0 0 0 0,0-1 0 0 0,1 1 0 0 0,-1-1 0 0 0,1 1 0 0 0,0-1 0 0 0,-1 0 0 0 0,1 0 0 0 0,0 0 0 0 0,0 0 0 0 0,0-1 0 0 0,0 1 0 0 0,-3-5 0 0 0,5 5-4 0 0,-1 0 0 0 0,0 0 0 0 0,1 0 1 0 0,0 0-1 0 0,-1 1 0 0 0,1-1 1 0 0,0 0-1 0 0,0 0 0 0 0,0 0 0 0 0,0 0 1 0 0,0 0-1 0 0,0 0 0 0 0,1 0 1 0 0,-1 0-1 0 0,1 0 0 0 0,-1 0 0 0 0,1 1 1 0 0,1-4-1 0 0,0 1-4 0 0,1 0-1 0 0,-1 1 1 0 0,1-1 0 0 0,0 1 0 0 0,0-1-1 0 0,0 1 1 0 0,1 0 0 0 0,-1 0 0 0 0,1 1 0 0 0,-1-1-1 0 0,1 1 1 0 0,0-1 0 0 0,0 1 0 0 0,0 0-1 0 0,0 1 1 0 0,1-1 0 0 0,-1 1 0 0 0,0 0-1 0 0,7-1 1 0 0,5 1-10 0 0,0 1 1 0 0,0 0-1 0 0,0 2 0 0 0,0 0 1 0 0,0 0-1 0 0,-1 2 0 0 0,1 0 1 0 0,-1 0-1 0 0,0 2 0 0 0,26 12 1 0 0,3 5 5 0 0,-1 2 0 0 0,47 36-1 0 0,-88-59 28 0 0,1 0 0 0 0,0-1 0 0 0,-1 1-1 0 0,1 0 1 0 0,0-1 0 0 0,0 1 0 0 0,0-1-1 0 0,0 0 1 0 0,0 0 0 0 0,0 0-1 0 0,0-1 1 0 0,1 1 0 0 0,-1-1 0 0 0,0 1-1 0 0,0-1 1 0 0,1 0 0 0 0,-1 0 0 0 0,4-1-1 0 0,-3-1-91 0 0,-1 1 0 0 0,1-1 0 0 0,0 0 0 0 0,-1 0 0 0 0,1 0 0 0 0,-1 0 0 0 0,0-1 0 0 0,0 1 0 0 0,0-1 1 0 0,0 0-1 0 0,0 0 0 0 0,-1 0 0 0 0,1 0 0 0 0,-1 0 0 0 0,3-6 0 0 0,18-25-3067 0 0,-13 14 679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88 6081 0 0,'-1'-36'-380'0'0,"1"-13"-407"0"0,2 46 536 0 0,2 27 246 0 0,46 204-18 0 0,-43-93 71 0 0,-7-101-27 0 0,1 0 0 0 0,2 0 1 0 0,11 51-1 0 0,-12-78-12 0 0,1 0 0 0 0,0 0 0 0 0,0 0 1 0 0,1 0-1 0 0,0-1 0 0 0,0 0 0 0 0,1 0 0 0 0,0 0 1 0 0,0 0-1 0 0,0-1 0 0 0,1 0 0 0 0,-1 0 1 0 0,1 0-1 0 0,1-1 0 0 0,-1 0 0 0 0,0 0 0 0 0,1-1 1 0 0,0 1-1 0 0,0-1 0 0 0,0-1 0 0 0,0 0 1 0 0,0 0-1 0 0,10 2 0 0 0,4 0-275 0 0,1 0 1 0 0,0-2-1 0 0,-1 0 0 0 0,1-2 1 0 0,0 0-1 0 0,38-6 1 0 0,-8-6-665 0 0,-5-2 586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42 134 3056 0 0,'-17'5'52'0'0,"4"-3"60"0"0,2-2 180 0 0,57-12-260 0 0,-10 7 16 0 0,19-7 16 0 0,11-1-44 0 0,13 1 16 0 0,6-5-16 0 0,3 2-36 0 0,0 0-112 0 0,-6 0-292 0 0,-19 0-660 0 0,-5 6 848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1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338 581 2808 0 0,'1'-2'44'0'0,"0"1"0"0"0,0-1 0 0 0,0 0 1 0 0,0 1-1 0 0,0-1 0 0 0,0 0 0 0 0,-1 1 0 0 0,1-1 0 0 0,0 0 0 0 0,-1 0 0 0 0,0 0 0 0 0,1 1 0 0 0,-1-1 0 0 0,0 0 0 0 0,0 0 1 0 0,0 0-1 0 0,0 0 0 0 0,0 0 0 0 0,-1 1 0 0 0,1-1 0 0 0,0 0 0 0 0,-1 0 0 0 0,0 0 0 0 0,1 1 0 0 0,-1-1 0 0 0,0 0 0 0 0,0 1 0 0 0,0-1 1 0 0,0 1-1 0 0,0-1 0 0 0,-2-1 0 0 0,1 1-19 0 0,0 0 0 0 0,0 0 0 0 0,0 0 1 0 0,-1 1-1 0 0,1-1 0 0 0,-1 1 0 0 0,1-1 0 0 0,-1 1 1 0 0,0 0-1 0 0,1 0 0 0 0,-1 0 0 0 0,0 0 0 0 0,0 1 1 0 0,0-1-1 0 0,0 1 0 0 0,1 0 0 0 0,-1 0 0 0 0,0 0 1 0 0,0 0-1 0 0,0 0 0 0 0,-4 1 0 0 0,-11 4-1 0 0,-1 0-1 0 0,1 1 1 0 0,0 1-1 0 0,1 1 0 0 0,0 0 1 0 0,-27 18-1 0 0,32-19-14 0 0,1 1 0 0 0,0 1-1 0 0,0 0 1 0 0,1 1 0 0 0,0 0-1 0 0,1 0 1 0 0,0 1 0 0 0,1 0-1 0 0,0 0 1 0 0,-8 17-1 0 0,14-26-4 0 0,1 1 0 0 0,0-1 0 0 0,0 1-1 0 0,1-1 1 0 0,-1 1 0 0 0,1-1-1 0 0,-1 1 1 0 0,1-1 0 0 0,0 1-1 0 0,-1 0 1 0 0,2-1 0 0 0,-1 1 0 0 0,0-1-1 0 0,0 1 1 0 0,1-1 0 0 0,-1 1-1 0 0,1 0 1 0 0,0-1 0 0 0,0 0 0 0 0,0 1-1 0 0,2 3 1 0 0,0-1 2 0 0,1-1 0 0 0,-1 0 0 0 0,1 0 0 0 0,0 0 0 0 0,0-1 0 0 0,0 1 0 0 0,1-1 0 0 0,-1 0 0 0 0,10 5 0 0 0,7 1 11 0 0,-1 0-1 0 0,2-2 0 0 0,42 10 1 0 0,-2-5 29 0 0,109 8 0 0 0,-146-18-27 0 0,0-2 1 0 0,1-1-1 0 0,-1-1 1 0 0,0-1-1 0 0,0-1 0 0 0,-1-2 1 0 0,33-10-1 0 0,-48 12-13 0 0,0 0 1 0 0,0 0-1 0 0,-1-1 0 0 0,0 0 1 0 0,0 0-1 0 0,0-1 0 0 0,-1 0 1 0 0,0-1-1 0 0,0 0 0 0 0,0 0 1 0 0,-1 0-1 0 0,7-11 0 0 0,-5 6-2 0 0,-1-1 0 0 0,-1 0-1 0 0,0 0 1 0 0,-1 0-1 0 0,-1-1 1 0 0,0 0 0 0 0,4-20-1 0 0,-3-15 22 0 0,-2 0-1 0 0,-2 0 1 0 0,-10-87-1 0 0,6 105 7 0 0,-22-167 358 0 0,14 124-119 0 0,1 47-280 0 0,10 27 1 0 0,0-1 0 0 0,-1 1 0 0 0,1-1 0 0 0,0 1 0 0 0,-1-1 0 0 0,1 1 0 0 0,0-1 0 0 0,-1 1 0 0 0,1-1 0 0 0,0 0 0 0 0,0 1 0 0 0,0-1 0 0 0,0 0 0 0 0,-1 1 0 0 0,1-1 0 0 0,0 0 0 0 0,0 1-1 0 0,0-1 1 0 0,0 1 0 0 0,1-1 0 0 0,-1 0 0 0 0,0 1 0 0 0,0-2 0 0 0,0 3 8 0 0,-3 4-3 0 0,0 0 0 0 0,1 1-1 0 0,-1-1 1 0 0,1 1 0 0 0,1-1-1 0 0,-1 1 1 0 0,1 0 0 0 0,0 0 0 0 0,0 8-1 0 0,0 15 13 0 0,1 0 1 0 0,2 0-1 0 0,0-1 0 0 0,3 1 0 0 0,0 0 0 0 0,2-1 0 0 0,0 0 0 0 0,3-1 0 0 0,0 0 1 0 0,1 0-1 0 0,2-1 0 0 0,19 30 0 0 0,-21-38 14 0 0,1-1-1 0 0,0 1 1 0 0,1-2-1 0 0,1 0 1 0 0,1-1 0 0 0,1 0-1 0 0,0-1 1 0 0,0-1-1 0 0,1 0 1 0 0,1-2 0 0 0,0 0-1 0 0,1-1 1 0 0,0 0 0 0 0,0-2-1 0 0,1 0 1 0 0,0-1-1 0 0,27 5 1 0 0,-43-11-17 0 0,0 0 0 0 0,1-1 1 0 0,-1 1-1 0 0,0-1 0 0 0,1 0 1 0 0,-1 0-1 0 0,0-1 0 0 0,0 1 0 0 0,1-1 1 0 0,-1 0-1 0 0,0 0 0 0 0,0 0 0 0 0,0 0 1 0 0,0-1-1 0 0,0 0 0 0 0,0 0 0 0 0,0 0 1 0 0,-1 0-1 0 0,1 0 0 0 0,-1-1 1 0 0,0 0-1 0 0,1 1 0 0 0,-1-1 0 0 0,0 0 1 0 0,-1-1-1 0 0,4-3 0 0 0,0-3 20 0 0,-1 0 0 0 0,0-1 1 0 0,-1 0-1 0 0,0 1 0 0 0,-1-1 0 0 0,0-1 0 0 0,-1 1 0 0 0,2-19 1 0 0,2-25 232 0 0,-6 54-258 0 0,2 7 7 0 0,2 6 5 0 0,1 0-1 0 0,0-1 1 0 0,0 1 0 0 0,2-1 0 0 0,-1 0-1 0 0,2-1 1 0 0,-1 1 0 0 0,1-2-1 0 0,1 1 1 0 0,0-1 0 0 0,0 0 0 0 0,13 9-1 0 0,-10-8-254 0 0,-1-2 0 0 0,2 1-1 0 0,-1-2 1 0 0,1 1 0 0 0,0-2-1 0 0,0 0 1 0 0,1 0 0 0 0,0-1-1 0 0,0-1 1 0 0,27 5 0 0 0,-16-9-1284 0 0,-5-2 190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2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30 4560 0 0,'-13'-10'232'0'0,"2"3"-32"0"0,0 4-44 0 0,2-2 205 0 0,-4 0-177 0 0,2 20-525 0 0,22 0-871 0 0,-6-8-196 0 0,9-2 532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183 509 3828 0 0,'-18'7'-47'0'0,"-4"1"-29"0"0,-1 2-1 0 0,-35 21 1 0 0,53-29 71 0 0,1 1-1 0 0,-1 0 0 0 0,1 0 1 0 0,0 0-1 0 0,0 1 0 0 0,0 0 1 0 0,1 0-1 0 0,-1-1 0 0 0,1 2 1 0 0,0-1-1 0 0,0 0 0 0 0,1 1 0 0 0,-1-1 1 0 0,1 1-1 0 0,0 0 0 0 0,0 0 1 0 0,0 0-1 0 0,-1 9 0 0 0,3-10 10 0 0,1 1-1 0 0,-1-1 1 0 0,1 1-1 0 0,0-1 1 0 0,0 0 0 0 0,1 1-1 0 0,-1-1 1 0 0,1 0-1 0 0,0 0 1 0 0,0 0-1 0 0,1 0 1 0 0,-1 0-1 0 0,1-1 1 0 0,-1 1-1 0 0,1-1 1 0 0,0 1 0 0 0,1-1-1 0 0,-1 0 1 0 0,0 0-1 0 0,1-1 1 0 0,4 3-1 0 0,11 9 10 0 0,1-2 0 0 0,33 16 0 0 0,-52-28-13 0 0,36 17 10 0 0,0-2 1 0 0,1-1-1 0 0,55 11 0 0 0,-70-20 7 0 0,1-1 0 0 0,-1-1 0 0 0,1-1 0 0 0,0-1 0 0 0,0-1 0 0 0,46-7 0 0 0,-64 6-12 0 0,0 0 1 0 0,-1 0-1 0 0,0-1 0 0 0,1 0 0 0 0,-1 0 1 0 0,0 0-1 0 0,0-1 0 0 0,0 1 0 0 0,0-1 1 0 0,0-1-1 0 0,-1 1 0 0 0,1-1 0 0 0,-1 1 1 0 0,0-1-1 0 0,0 0 0 0 0,3-6 0 0 0,-3 4 4 0 0,0-1 0 0 0,0 0 0 0 0,-1 0-1 0 0,0 0 1 0 0,-1 0 0 0 0,0 0-1 0 0,0-1 1 0 0,0 1 0 0 0,-1-1 0 0 0,1-12-1 0 0,-3-12 52 0 0,-1 0 0 0 0,-2 0 0 0 0,0 0 0 0 0,-15-48 0 0 0,17 71-39 0 0,-47-165 258 0 0,-20-94 657 0 0,53 202-711 0 0,16 65-199 0 0,-1 7-31 0 0,1 24 6 0 0,1 1 0 0 0,1-1 1 0 0,1 1-1 0 0,2-1 0 0 0,16 56 0 0 0,66 149 101 0 0,-56-170-31 0 0,3-1 0 0 0,79 110-1 0 0,-90-137 257 0 0,-23-37-319 0 0,-1 0 0 0 0,1 0 1 0 0,0 0-1 0 0,0 0 0 0 0,0 0 0 0 0,0 0 1 0 0,0 0-1 0 0,0 0 0 0 0,0 0 0 0 0,0 0 1 0 0,0 0-1 0 0,0 0 0 0 0,0 0 0 0 0,0 0 0 0 0,-1 0 1 0 0,1 0-1 0 0,0 0 0 0 0,0 0 0 0 0,0 0 1 0 0,0 0-1 0 0,0 0 0 0 0,0 0 0 0 0,0 0 1 0 0,0 0-1 0 0,0 0 0 0 0,0 0 0 0 0,0 0 1 0 0,0 0-1 0 0,-1 0 0 0 0,1 0 0 0 0,0 0 1 0 0,0 0-1 0 0,0 0 0 0 0,0 0 0 0 0,0 0 1 0 0,0 0-1 0 0,0 0 0 0 0,0 0 0 0 0,0 0 1 0 0,0 0-1 0 0,0 1 0 0 0,0-1 0 0 0,0 0 1 0 0,0 0-1 0 0,0 0 0 0 0,0 0 0 0 0,0 0 1 0 0,0 0-1 0 0,0 0 0 0 0,0 0 0 0 0,0 0 1 0 0,0 0-1 0 0,0 0 0 0 0,0 1 0 0 0,0-1 1 0 0,-17-14 130 0 0,-2-7-66 0 0,1-1 0 0 0,0 0 1 0 0,2-2-1 0 0,0 1 0 0 0,-14-33 1 0 0,21 39-42 0 0,5 10-19 0 0,0 0 0 0 0,1 0 0 0 0,-1-1 0 0 0,2 1 0 0 0,-1-1 0 0 0,1 0 0 0 0,1 1 0 0 0,-1-1 0 0 0,1 0 0 0 0,0 0 0 0 0,1 0 0 0 0,0 0 0 0 0,1 0 0 0 0,-1 0 0 0 0,1 0 0 0 0,1 0 0 0 0,3-11 0 0 0,-3 13-12 0 0,1 0 0 0 0,0 0 0 0 0,0 1 0 0 0,0-1 0 0 0,1 1 0 0 0,0 0 0 0 0,0 0-1 0 0,0 0 1 0 0,0 1 0 0 0,1-1 0 0 0,0 1 0 0 0,0 0 0 0 0,0 0 0 0 0,1 1-1 0 0,-1 0 1 0 0,1 0 0 0 0,-1 0 0 0 0,1 0 0 0 0,0 1 0 0 0,0 0 0 0 0,1 0 0 0 0,6 0-1 0 0,-1 0-51 0 0,1 0-1 0 0,-1 1 1 0 0,1 1-1 0 0,-1 0 1 0 0,1 1-1 0 0,-1 0 1 0 0,1 1-1 0 0,-1 0 1 0 0,0 1-1 0 0,0 1 1 0 0,19 7-1 0 0,-30-11 39 0 0,0 0 0 0 0,0 1 0 0 0,0-1 0 0 0,0 0 0 0 0,0 1 1 0 0,0-1-1 0 0,-1 1 0 0 0,1-1 0 0 0,0 1 0 0 0,0-1 0 0 0,0 1 0 0 0,0 0 0 0 0,-1-1 0 0 0,1 1 0 0 0,0 0 0 0 0,-1 0 0 0 0,1 0 0 0 0,-1-1 0 0 0,1 1 0 0 0,-1 0 0 0 0,1 0 0 0 0,-1 0 0 0 0,1 0 0 0 0,-1 0 0 0 0,0 0 0 0 0,0 0 0 0 0,1 0 0 0 0,-1 0 0 0 0,0 0 0 0 0,0 0 0 0 0,0 2 0 0 0,-1-1 0 0 0,0 1 0 0 0,0-1 0 0 0,-1 0 0 0 0,1 0 0 0 0,0 0 0 0 0,-1 0 0 0 0,1 0 0 0 0,-1 0 0 0 0,0 0 0 0 0,0-1 0 0 0,0 1 0 0 0,-3 2 0 0 0,-11 6-25 0 0,0 0 0 0 0,-28 12 0 0 0,40-20 15 0 0,-286 117-283 0 0,269-111 276 0 0,21-8 31 0 0,0 0 1 0 0,0 0-1 0 0,0 0 0 0 0,0 0 1 0 0,-1 0-1 0 0,1 0 1 0 0,0-1-1 0 0,0 1 1 0 0,0 0-1 0 0,-1 1 0 0 0,1-1 1 0 0,0 0-1 0 0,0 0 1 0 0,0 0-1 0 0,0 0 0 0 0,-1 0 1 0 0,1 0-1 0 0,0 0 1 0 0,0 0-1 0 0,0 0 0 0 0,0 0 1 0 0,-1 0-1 0 0,1 0 1 0 0,0 0-1 0 0,0 1 0 0 0,0-1 1 0 0,0 0-1 0 0,0 0 1 0 0,-1 0-1 0 0,1 0 0 0 0,0 0 1 0 0,0 1-1 0 0,0-1 1 0 0,0 0-1 0 0,0 0 0 0 0,0 0 1 0 0,0 0-1 0 0,0 1 1 0 0,0-1-1 0 0,0 0 0 0 0,0 0 1 0 0,0 0-1 0 0,0 1 1 0 0,0-1-1 0 0,0 0 0 0 0,0 0 1 0 0,0 0-1 0 0,0 0 1 0 0,0 1-1 0 0,0-1 0 0 0,0 0 1 0 0,0 0-1 0 0,0 0 1 0 0,0 1-1 0 0,15 3 18 0 0,32-1-11 0 0,-43-3-1 0 0,148 0 2 0 0,25 0 5 0 0,-147 2-39 0 0,-1 1-1 0 0,0 2 1 0 0,55 15 0 0 0,-82-19-91 0 0,0-1-1 0 0,0 1 1 0 0,1 0-1 0 0,-1 0 1 0 0,0 0-1 0 0,0 0 1 0 0,0 0 0 0 0,0 0-1 0 0,0 0 1 0 0,-1 1-1 0 0,1-1 1 0 0,0 1-1 0 0,-1 0 1 0 0,1-1-1 0 0,-1 1 1 0 0,1 0-1 0 0,-1 0 1 0 0,0 0 0 0 0,1 0-1 0 0,-1 0 1 0 0,0 0-1 0 0,-1 0 1 0 0,1 0-1 0 0,0 0 1 0 0,-1 1-1 0 0,1 2 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29 218 3700 0 0,'-18'0'-185'0'0,"8"-2"414"0"0,9-1 710 0 0,19-5-910 0 0,1 1 0 0 0,0 0 0 0 0,0 2 0 0 0,1 0 0 0 0,-1 1 0 0 0,38-2 0 0 0,-4-1-13 0 0,13-3 12 0 0,240-50 108 0 0,-300 59-126 0 0,-1-1 0 0 0,0 0 0 0 0,0 0 0 0 0,0 0 0 0 0,0-1 0 0 0,0 1 0 0 0,-1-1 0 0 0,1-1 0 0 0,7-6 0 0 0,-12 9-10 0 0,1 1-1 0 0,-1-1 1 0 0,0 0-1 0 0,1 0 0 0 0,-1 1 1 0 0,0-1-1 0 0,0 0 1 0 0,0 0-1 0 0,0 0 1 0 0,0 1-1 0 0,0-1 0 0 0,0 0 1 0 0,0 0-1 0 0,0 0 1 0 0,0 1-1 0 0,0-1 0 0 0,0 0 1 0 0,-1 0-1 0 0,1 1 1 0 0,0-1-1 0 0,-1 0 0 0 0,1 0 1 0 0,0 1-1 0 0,-1-1 1 0 0,1 0-1 0 0,-1 1 0 0 0,1-1 1 0 0,-1 0-1 0 0,1 1 1 0 0,-1-1-1 0 0,0 1 0 0 0,1-1 1 0 0,-1 1-1 0 0,0-1 1 0 0,1 1-1 0 0,-1 0 0 0 0,0-1 1 0 0,1 1-1 0 0,-2-1 1 0 0,-28-14-15 0 0,6 9-11 0 0,0 1 0 0 0,-1 1 0 0 0,1 1 0 0 0,-1 1-1 0 0,-27 2 1 0 0,48 0-16 0 0,-7 4 8 0 0,59 11 31 0 0,73 12 1 0 0,-36-9-4 0 0,-58-12 7 0 0,-13-3-18 0 0,1 0 1 0 0,-1 0-1 0 0,0 2 0 0 0,26 11 1 0 0,-39-15 24 0 0,-6 2 14 0 0,-32 14-543 0 0,0-2 0 0 0,-1-1 0 0 0,-61 13 0 0 0,85-24-371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4.8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3348 0 0,'0'0'-221'0'0,"6"-2"-553"0"0,7-1 736 0 0,12-4 74 0 0,-1 0 1 0 0,1-1-1 0 0,42-23 0 0 0,-61 28 11 0 0,0 0-1 0 0,-1-1 1 0 0,1 1-1 0 0,-1-1 1 0 0,0-1-1 0 0,0 1 1 0 0,0-1-1 0 0,-1 0 1 0 0,0 0-1 0 0,1 0 1 0 0,-2-1-1 0 0,1 1 1 0 0,-1-1-1 0 0,0 0 1 0 0,0 0-1 0 0,0 0 1 0 0,-1-1-1 0 0,0 1 1 0 0,0 0-1 0 0,1-13 1 0 0,-2 14-12 0 0,-1 0 3 0 0,1 0 1 0 0,0 0-1 0 0,-1 0 1 0 0,0 0 0 0 0,0 0-1 0 0,0 1 1 0 0,-1-1-1 0 0,0 0 1 0 0,1 0-1 0 0,-2 0 1 0 0,1 0-1 0 0,-4-7 1 0 0,4 11-39 0 0,-1 0 0 0 0,1 1-1 0 0,-1-1 1 0 0,1 0 0 0 0,-1 1 0 0 0,1 0-1 0 0,-1-1 1 0 0,1 1 0 0 0,-1 0 0 0 0,1 0-1 0 0,-1 0 1 0 0,1 0 0 0 0,-1 0 0 0 0,0 0 0 0 0,1 0-1 0 0,-1 0 1 0 0,1 1 0 0 0,-1-1 0 0 0,1 0-1 0 0,-1 1 1 0 0,-1 1 0 0 0,1-2 0 0 0,-9 5 4 0 0,0 1-1 0 0,1 0 0 0 0,0 0 1 0 0,0 1-1 0 0,0 0 1 0 0,1 1-1 0 0,0 0 0 0 0,0 1 1 0 0,1-1-1 0 0,0 2 0 0 0,1-1 1 0 0,0 1-1 0 0,1 0 1 0 0,-1 1-1 0 0,2-1 0 0 0,-5 13 1 0 0,9-21-3 0 0,1 0 1 0 0,-1 0-1 0 0,1 0 1 0 0,-1 0-1 0 0,1 0 1 0 0,0 0-1 0 0,-1 0 1 0 0,1 0-1 0 0,1 0 1 0 0,-1 0-1 0 0,0 0 1 0 0,0 0-1 0 0,1 1 1 0 0,-1-1-1 0 0,1 0 1 0 0,0 0-1 0 0,-1-1 1 0 0,1 1-1 0 0,0 0 1 0 0,0 0-1 0 0,2 2 1 0 0,0-1 5 0 0,0 0 0 0 0,0 0 0 0 0,0 0 0 0 0,0 0 0 0 0,1-1 1 0 0,-1 0-1 0 0,1 0 0 0 0,-1 0 0 0 0,1 0 0 0 0,5 2 0 0 0,7 1 16 0 0,0-1 0 0 0,0 0 0 0 0,0-1 0 0 0,23 1 0 0 0,-18-3-335 0 0,-1-2 0 0 0,1 0 0 0 0,0-1 0 0 0,0-2 0 0 0,32-8 0 0 0,-8-3-212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314 442 2996 0 0,'0'0'-73'0'0,"-9"-1"-132"0"0,-7 1 194 0 0,0 0 1 0 0,1 1-1 0 0,-1 1 0 0 0,1 0 1 0 0,0 1-1 0 0,0 1 1 0 0,0 1-1 0 0,0 0 1 0 0,-14 7-1 0 0,10-3 9 0 0,1 1 0 0 0,-24 17 0 0 0,36-24 2 0 0,1 1 0 0 0,0-1 0 0 0,0 1 0 0 0,1 1 0 0 0,-1-1 0 0 0,1 1-1 0 0,0 0 1 0 0,0 0 0 0 0,1 0 0 0 0,-1 0 0 0 0,1 0 0 0 0,-3 7 0 0 0,6-10 4 0 0,0 1 0 0 0,0-1 0 0 0,0 0-1 0 0,0 0 1 0 0,0 0 0 0 0,1 1 0 0 0,-1-1 0 0 0,0 0 0 0 0,1 0 0 0 0,0 0-1 0 0,-1 0 1 0 0,1 0 0 0 0,0 0 0 0 0,0 0 0 0 0,0 0 0 0 0,1 0 0 0 0,-1 0 0 0 0,0 0-1 0 0,1-1 1 0 0,-1 1 0 0 0,1-1 0 0 0,-1 1 0 0 0,1-1 0 0 0,0 1 0 0 0,0-1-1 0 0,-1 0 1 0 0,1 0 0 0 0,0 0 0 0 0,3 1 0 0 0,8 5 15 0 0,0-1 1 0 0,1 0-1 0 0,15 4 0 0 0,-21-8-8 0 0,12 5 35 0 0,0-1-1 0 0,1-1 1 0 0,0 0 0 0 0,0-2 0 0 0,0 0-1 0 0,0-2 1 0 0,0 0 0 0 0,24-3 0 0 0,-38 1-11 0 0,0 0 0 0 0,1-1 1 0 0,-1 1-1 0 0,0-1 0 0 0,0-1 1 0 0,-1 0-1 0 0,1 0 0 0 0,0 0 1 0 0,-1-1-1 0 0,0 1 0 0 0,0-2 1 0 0,0 1-1 0 0,0-1 0 0 0,0 1 0 0 0,-1-2 1 0 0,0 1-1 0 0,0-1 0 0 0,-1 1 1 0 0,0-1-1 0 0,0 0 0 0 0,0-1 1 0 0,0 1-1 0 0,-1-1 0 0 0,0 0 1 0 0,-1 1-1 0 0,4-14 0 0 0,6-38 78 0 0,-2 0 0 0 0,-3-1-1 0 0,-2 0 1 0 0,-3 0-1 0 0,-10-104 1 0 0,5 57-8 0 0,3 106-132 0 0,-1-2 2 0 0,1 2 23 0 0,0 0 0 0 0,0 0-1 0 0,0-1 1 0 0,1 1 0 0 0,-1 0 0 0 0,0 0 0 0 0,0 0 0 0 0,0 0 0 0 0,0 0 0 0 0,0 0 0 0 0,0-1 0 0 0,0 1-1 0 0,0 0 1 0 0,0 0 0 0 0,0 0 0 0 0,0 0 0 0 0,0 0 0 0 0,0-1 0 0 0,0 1 0 0 0,0 0 0 0 0,0 0 0 0 0,0 0-1 0 0,0 0 1 0 0,-1 0 0 0 0,1 0 0 0 0,0-1 0 0 0,0 1 0 0 0,0 0 0 0 0,0 0 0 0 0,0 0 0 0 0,0 0 0 0 0,0 0-1 0 0,0 0 1 0 0,0 0 0 0 0,-1-1 0 0 0,1 1 0 0 0,0 0 0 0 0,0 0 0 0 0,0 0 0 0 0,0 0 0 0 0,0 0 0 0 0,0 0 0 0 0,-1 0-1 0 0,1 0 1 0 0,0 0 0 0 0,0 0 0 0 0,0 0 0 0 0,0 0 0 0 0,0 0 0 0 0,0 0 0 0 0,-1 0 0 0 0,1 0 0 0 0,0 0-1 0 0,0 0 1 0 0,0 0 0 0 0,0 0 0 0 0,0 0 0 0 0,-1 0 0 0 0,1 0 0 0 0,0 0 0 0 0,0 0 0 0 0,0 0 0 0 0,0 0-1 0 0,-5 9 1 0 0,0-1 0 0 0,1 1 0 0 0,0 0 0 0 0,1 0 0 0 0,0 0 0 0 0,1 1 0 0 0,0-1 0 0 0,0 1 0 0 0,1-1 0 0 0,0 1 0 0 0,1 17 0 0 0,1-11 6 0 0,1-1 1 0 0,0 0 0 0 0,2 0 0 0 0,-1 0-1 0 0,2-1 1 0 0,0 1 0 0 0,8 13 0 0 0,-2-6 10 0 0,1-1 0 0 0,0 0 0 0 0,2-1 0 0 0,1-1 1 0 0,0 0-1 0 0,1-1 0 0 0,1 0 0 0 0,1-2 1 0 0,29 22-1 0 0,-25-23 10 0 0,0-1 0 0 0,1-1 0 0 0,0-1 1 0 0,1 0-1 0 0,1-2 0 0 0,0-1 0 0 0,0-2 1 0 0,0 0-1 0 0,1-1 0 0 0,32 2 0 0 0,-53-7-12 0 0,0-1 0 0 0,0-1 0 0 0,0 1 0 0 0,-1-1-1 0 0,1 1 1 0 0,0-2 0 0 0,0 1 0 0 0,-1 0 0 0 0,1-1 0 0 0,-1 0 0 0 0,1 0 0 0 0,-1 0-1 0 0,0-1 1 0 0,0 1 0 0 0,0-1 0 0 0,0 0 0 0 0,0 0 0 0 0,0 0 0 0 0,-1-1-1 0 0,0 1 1 0 0,0-1 0 0 0,0 0 0 0 0,0 0 0 0 0,0 0 0 0 0,-1 0 0 0 0,0-1-1 0 0,3-7 1 0 0,1-2 132 0 0,-1-1 0 0 0,-1 0 0 0 0,0 0-1 0 0,-1-1 1 0 0,-1 1 0 0 0,-1-1 0 0 0,0-18-1 0 0,0 40-122 0 0,1 1-1 0 0,-1-1 1 0 0,1 0-1 0 0,0 0 1 0 0,1 0-1 0 0,0 0 1 0 0,0 0 0 0 0,0 0-1 0 0,0-1 1 0 0,1 0-1 0 0,0 1 1 0 0,0-2-1 0 0,0 1 1 0 0,1 0-1 0 0,-1-1 1 0 0,1 0-1 0 0,7 5 1 0 0,-2-1-356 0 0,0-1 1 0 0,0-1-1 0 0,0 0 0 0 0,1 0 0 0 0,0-1 1 0 0,1 0-1 0 0,-1-1 0 0 0,1 0 1 0 0,-1-1-1 0 0,16 3 0 0 0,4-5-1256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45 4880 0 0,'-17'-10'128'0'0,"4"3"-8"0"0,-1 2-48 0 0,3 0 108 0 0,-3-2-27 0 0,3 2-97 0 0,3 0-152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46 2868 0 0,'0'0'-168'0'0,"-8"-25"216"0"0,15 9 700 0 0,-5 12-82 0 0,-2 7-71 0 0,2 42-255 0 0,15 25-292 0 0,4 0-1 0 0,42 99 0 0 0,-6-17-7 0 0,-56-150-211 0 0,0 1 0 0 0,-1-1 0 0 0,1 0 0 0 0,0 1 0 0 0,0-1 0 0 0,1 0 1 0 0,-1 1-1 0 0,0-1 0 0 0,1 0 0 0 0,-1 0 0 0 0,1 0 0 0 0,0 0 0 0 0,-1 0 0 0 0,3 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39 264 3852 0 0,'-20'5'90'0'0,"1"-2"776"0"0,33-16-440 0 0,22-9-405 0 0,1 2 0 0 0,1 1 0 0 0,1 2 0 0 0,1 2 0 0 0,69-17 0 0 0,-16 4-169 0 0,170-58-2342 0 0,-213 66 1624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37 159 3408 0 0,'0'0'-86'0'0,"-22"-4"607"0"0,9 0 416 0 0,12 1 222 0 0,51-10-1064 0 0,1 3 1 0 0,1 2-1 0 0,85-2 0 0 0,-27 3-22 0 0,209-40 27 0 0,-318 47-121 0 0,0 0 0 0 0,1 0-1 0 0,-1 0 1 0 0,1 0-1 0 0,-1 0 1 0 0,0-1 0 0 0,1 1-1 0 0,-1 0 1 0 0,1-1 0 0 0,-1 1-1 0 0,0-1 1 0 0,0 0 0 0 0,1 1-1 0 0,-1-1 1 0 0,0 0-1 0 0,0 0 1 0 0,0 0 0 0 0,0 0-1 0 0,0 0 1 0 0,0 0 0 0 0,2-2-1 0 0,-4 2-21 0 0,0 0-1 0 0,1 0 0 0 0,-1 0 1 0 0,0 0-1 0 0,0 1 1 0 0,0-1-1 0 0,0 0 1 0 0,0 0-1 0 0,0 1 0 0 0,0-1 1 0 0,0 0-1 0 0,0 1 1 0 0,0-1-1 0 0,0 1 1 0 0,0 0-1 0 0,0-1 0 0 0,0 1 1 0 0,-3-1-1 0 0,-68-14-941 0 0,46 11 784 0 0,0 1 0 0 0,0 0 0 0 0,0 3 0 0 0,-1 0 0 0 0,1 1 0 0 0,-29 6 1 0 0,52-6 193 0 0,-1 0 1 0 0,1 0-1 0 0,0 1 0 0 0,0-1 1 0 0,0 1-1 0 0,0 0 1 0 0,0 0-1 0 0,0 0 1 0 0,0 0-1 0 0,0 0 1 0 0,1 1-1 0 0,0-1 1 0 0,-1 1-1 0 0,1 0 1 0 0,0 0-1 0 0,0 0 1 0 0,0 0-1 0 0,1 0 0 0 0,-1 0 1 0 0,1 0-1 0 0,-1 0 1 0 0,1 1-1 0 0,0-1 1 0 0,0 0-1 0 0,1 1 1 0 0,-1-1-1 0 0,1 1 1 0 0,0 4-1 0 0,-1 11-33 0 0,1 0 0 0 0,1 0 0 0 0,1 0-1 0 0,4 18 1 0 0,-3-21 34 0 0,112 548 169 0 0,-99-483-764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2360 0 0,'-1'0'42'0'0,"-1"0"0"0"0,1 0 0 0 0,0 0 0 0 0,-1 1 0 0 0,1-1 0 0 0,-1 0 0 0 0,1 1 0 0 0,0-1 0 0 0,-1 1 0 0 0,1-1 0 0 0,0 1 0 0 0,0 0 0 0 0,0 0 0 0 0,-1-1-1 0 0,1 1 1 0 0,0 0 0 0 0,0 0 0 0 0,0 0 0 0 0,0 0 0 0 0,0 0 0 0 0,1 1 0 0 0,-1-1 0 0 0,0 0 0 0 0,0 0 0 0 0,1 1 0 0 0,-1-1 0 0 0,1 0 0 0 0,-1 0 0 0 0,1 1 0 0 0,-1-1 0 0 0,1 1 0 0 0,0-1 0 0 0,0 0 0 0 0,0 2-1 0 0,0 4-22 0 0,1-1 0 0 0,1 1 0 0 0,-1-1-1 0 0,1 0 1 0 0,0 1 0 0 0,4 6-1 0 0,-1 0 46 0 0,11 28-604 0 0,2-1-1 0 0,46 76 1 0 0,-56-102-6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65 3736 0 0,'-3'-13'256'0'0,"0"1"-8"0"0,0 2 452 0 0,1 0-71 0 0,2 1-93 0 0,-3-1-604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8 179 3876 0 0,'-1'-2'-66'0'0,"-1"0"0"0"0,2-1 0 0 0,-1 1 0 0 0,0 0 0 0 0,0-1 0 0 0,1 1 0 0 0,-1 0 0 0 0,1-1 0 0 0,0 1 0 0 0,0-1 0 0 0,0 1 0 0 0,0-1 0 0 0,0 1 0 0 0,0-1 0 0 0,1 1 0 0 0,-1 0-1 0 0,2-5 1 0 0,18-47 355 0 0,-9 27 165 0 0,7-17 872 0 0,-17 43-1171 0 0,0-5-101 0 0,-1 6-51 0 0,1 0 0 0 0,-1 0 0 0 0,0 0 0 0 0,0 0 0 0 0,0 0 0 0 0,0 1 0 0 0,0-1 0 0 0,0 0 0 0 0,0 0 0 0 0,0 0 0 0 0,0 0 0 0 0,0 0 0 0 0,0 0 0 0 0,0 0 0 0 0,0 0-1 0 0,0 0 1 0 0,0 0 0 0 0,0 0 0 0 0,1 0 0 0 0,-1 0 0 0 0,0 0 0 0 0,0 0 0 0 0,0 0 0 0 0,0 0 0 0 0,0 0 0 0 0,0 0 0 0 0,0 0 0 0 0,0 0 0 0 0,0 0 0 0 0,0 0 0 0 0,0 0 0 0 0,0 0 0 0 0,0 0 0 0 0,1 0 0 0 0,-1 0 0 0 0,0 0 0 0 0,0 0 0 0 0,0 0 0 0 0,0 0 0 0 0,0-1 0 0 0,0 1 0 0 0,38 191 88 0 0,33 131-30 0 0,-66-302-37 0 0,1-1 0 0 0,1 1 0 0 0,1-1 1 0 0,1-1-1 0 0,1 0 0 0 0,0 0 0 0 0,1-1 1 0 0,1 0-1 0 0,14 15 0 0 0,-20-25-41 0 0,1 0 0 0 0,0-1 1 0 0,1 0-1 0 0,0 0 0 0 0,0 0 0 0 0,0-1 0 0 0,0-1 1 0 0,1 1-1 0 0,0-1 0 0 0,-1-1 0 0 0,2 0 0 0 0,-1 0 1 0 0,0-1-1 0 0,0 0 0 0 0,1 0 0 0 0,0-1 0 0 0,-1 0 1 0 0,1-1-1 0 0,-1 0 0 0 0,1-1 0 0 0,11-1 0 0 0,45-15-2106 0 0,-35 7 988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38 154 3864 0 0,'-3'0'64'0'0,"-1"0"0"0"0,1 0 0 0 0,0 0 0 0 0,0 0-1 0 0,0 0 1 0 0,0-1 0 0 0,0 1 0 0 0,0-1 0 0 0,0 0-1 0 0,-3-1 1 0 0,6 1-53 0 0,0 1-1 0 0,0 0 1 0 0,0-1 0 0 0,0 1-1 0 0,0 0 1 0 0,0-1-1 0 0,-1 1 1 0 0,1-1 0 0 0,0 1-1 0 0,0 0 1 0 0,0-1 0 0 0,0 1-1 0 0,0 0 1 0 0,1-1-1 0 0,-1 1 1 0 0,0-1 0 0 0,0 1-1 0 0,0 0 1 0 0,0-1-1 0 0,0 1 1 0 0,0 0 0 0 0,1-1-1 0 0,-1 1 1 0 0,0 0-1 0 0,0-1 1 0 0,0 1 0 0 0,1 0-1 0 0,-1 0 1 0 0,0-1 0 0 0,0 1-1 0 0,1 0 1 0 0,-1 0-1 0 0,0-1 1 0 0,1 1 0 0 0,-1 0-1 0 0,0 0 1 0 0,1 0-1 0 0,-1 0 1 0 0,0-1 0 0 0,1 1-1 0 0,-1 0 1 0 0,1 0-1 0 0,63-27 284 0 0,28 0-305 0 0,110-40-2605 0 0,-171 53 1783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9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25 123 3784 0 0,'-19'-115'1991'0'0,"18"114"-1893"0"0,0-5-3 0 0,1 6-90 0 0,0 0 1 0 0,0 0 0 0 0,0 0-1 0 0,0 0 1 0 0,0 0 0 0 0,0 0-1 0 0,0 0 1 0 0,0 0 0 0 0,0 0-1 0 0,0 0 1 0 0,0 0-1 0 0,0 0 1 0 0,0 0 0 0 0,-1 0-1 0 0,1 0 1 0 0,0 1 0 0 0,0-1-1 0 0,0 0 1 0 0,0 0 0 0 0,0 0-1 0 0,0 0 1 0 0,0 0-1 0 0,0 0 1 0 0,0 0 0 0 0,0 0-1 0 0,0 0 1 0 0,0 0 0 0 0,0 0-1 0 0,-1 0 1 0 0,1 0 0 0 0,0 0-1 0 0,0 0 1 0 0,0 0-1 0 0,0 0 1 0 0,0 0 0 0 0,0 0-1 0 0,0-1 1 0 0,0 1 0 0 0,0 0-1 0 0,-1 20 7 0 0,1 0 0 0 0,1 0 0 0 0,1-1 0 0 0,1 1 0 0 0,0-1-1 0 0,10 30 1 0 0,-3-5 23 0 0,1 8-12 0 0,1-1 0 0 0,3 0 0 0 0,2 0 0 0 0,34 67 0 0 0,-43-101-11 0 0,2-1 1 0 0,0 0-1 0 0,1-1 0 0 0,1 0 0 0 0,0 0 0 0 0,1-1 1 0 0,0-1-1 0 0,1 0 0 0 0,0-1 0 0 0,1-1 0 0 0,1 0 1 0 0,0-1-1 0 0,0-1 0 0 0,1 0 0 0 0,34 12 0 0 0,-35-15 4 0 0,1-2 0 0 0,-1 1 0 0 0,1-2 0 0 0,0 0 0 0 0,0-1 0 0 0,31-1-1 0 0,-38-2-7 0 0,-1 0-1 0 0,1-1 0 0 0,0 0 0 0 0,-1 0 0 0 0,1-1 1 0 0,-1 0-1 0 0,0-1 0 0 0,0 0 0 0 0,0-1 0 0 0,-1 0 1 0 0,1 0-1 0 0,-1 0 0 0 0,9-10 0 0 0,-7 7 1 0 0,-1-1 1 0 0,-1 0-1 0 0,0-1 0 0 0,0 0 0 0 0,-1 0 0 0 0,8-14 0 0 0,-12 17 10 0 0,1 0 0 0 0,-1 0 0 0 0,0 0 0 0 0,-1-1 0 0 0,0 1 0 0 0,0 0 0 0 0,0-1 0 0 0,-1 0 0 0 0,0 1 0 0 0,-1-1 0 0 0,0-12 0 0 0,0 19-17 0 0,-6-14 10 0 0,5 13-12 0 0,-1 1 1 0 0,0 0 0 0 0,1 0 0 0 0,-1 0-1 0 0,0 1 1 0 0,1-1 0 0 0,-1 0 0 0 0,0 1-1 0 0,0-1 1 0 0,0 1 0 0 0,1-1 0 0 0,-1 1-1 0 0,0 0 1 0 0,0 0 0 0 0,0 0 0 0 0,-3 0-1 0 0,-4 1-1 0 0,1 0 0 0 0,-1 1 0 0 0,0 0 0 0 0,1 0 0 0 0,-1 1 0 0 0,1 0 0 0 0,-15 8 0 0 0,20-10 3 0 0,1 0-1 0 0,-1 0 0 0 0,0 1 1 0 0,0-1-1 0 0,1 1 0 0 0,-1 0 1 0 0,1 0-1 0 0,0 0 0 0 0,-1 0 1 0 0,1 0-1 0 0,0 0 0 0 0,0 1 1 0 0,0-1-1 0 0,1 0 0 0 0,-1 1 1 0 0,1 0-1 0 0,-1-1 0 0 0,1 1 1 0 0,0 0-1 0 0,0 0 0 0 0,0 0 1 0 0,0 0-1 0 0,1 0 0 0 0,-1 0 1 0 0,1 0-1 0 0,-1 0 0 0 0,1 5 1 0 0,2-5 2 0 0,-1 1 1 0 0,0-1-1 0 0,1 0 1 0 0,0 0 0 0 0,0 0-1 0 0,0 0 1 0 0,0 0-1 0 0,0 0 1 0 0,1 0-1 0 0,-1-1 1 0 0,1 0 0 0 0,-1 1-1 0 0,1-1 1 0 0,0 0-1 0 0,0 0 1 0 0,0 0-1 0 0,0-1 1 0 0,5 3 0 0 0,69 23 38 0 0,-62-22-36 0 0,29 6-557 0 0,0-2 1 0 0,0-2 0 0 0,1-2-1 0 0,0-1 1 0 0,66-5-1 0 0,-42-1-1513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41 136 1104 0 0,'-39'17'1228'0'0,"37"-16"-717"0"0,7 0-477 0 0,32 2 51 0 0,0-2 1 0 0,0 0-1 0 0,-1-3 1 0 0,51-8-1 0 0,-5 1 3 0 0,3153-117 1342 0 0,-2703 135-1132 0 0,-435-15 745 0 0,-94 5-907 0 0,13-5 197 0 0,-7 2-3574 0 0,2 0 1706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 4256 0 0,'0'0'-191'0'0,"-10"2"22"0"0,6-2 116 0 0,8-3-294 0 0,18-6 324 0 0,0 1-1 0 0,1 1 0 0 0,0 1 1 0 0,0 0-1 0 0,0 2 0 0 0,0 1 1 0 0,1 1-1 0 0,0 1 0 0 0,34 3 1 0 0,-55-2 15 0 0,0 1 1 0 0,0-1 0 0 0,0 1 0 0 0,0 0-1 0 0,-1-1 1 0 0,1 1 0 0 0,0 1 0 0 0,0-1 0 0 0,-1 0-1 0 0,1 1 1 0 0,-1-1 0 0 0,1 1 0 0 0,3 3-1 0 0,-6-4 10 0 0,1 0 0 0 0,-1 1-1 0 0,0-1 1 0 0,1 0-1 0 0,-1 1 1 0 0,0-1-1 0 0,0 0 1 0 0,0 1 0 0 0,0-1-1 0 0,0 0 1 0 0,0 1-1 0 0,0-1 1 0 0,0 0 0 0 0,-1 1-1 0 0,1-1 1 0 0,0 0-1 0 0,-1 1 1 0 0,1-1 0 0 0,-1 0-1 0 0,0 0 1 0 0,1 0-1 0 0,-1 1 1 0 0,0-1-1 0 0,0 0 1 0 0,1 0 0 0 0,-1 0-1 0 0,0 0 1 0 0,0 0-1 0 0,0 0 1 0 0,-2 1 0 0 0,-79 72 132 0 0,9-7 41 0 0,72-67-168 0 0,0 1 0 0 0,0 0-1 0 0,0 0 1 0 0,0-1 0 0 0,1 1 0 0 0,-1 0 0 0 0,0 0-1 0 0,1 0 1 0 0,-1 0 0 0 0,1 0 0 0 0,-1 0 0 0 0,1 0 0 0 0,-1 0-1 0 0,1 0 1 0 0,0 1 0 0 0,-1-1 0 0 0,1 0 0 0 0,0 0-1 0 0,0 0 1 0 0,0 0 0 0 0,0 0 0 0 0,0 1 0 0 0,0-1 0 0 0,0 0-1 0 0,1 0 1 0 0,-1 0 0 0 0,1 2 0 0 0,0-2 0 0 0,0 1 1 0 0,0 0-1 0 0,1 0 1 0 0,-1-1-1 0 0,1 1 1 0 0,0 0-1 0 0,0-1 1 0 0,-1 0-1 0 0,1 1 1 0 0,0-1-1 0 0,0 0 1 0 0,0 0-1 0 0,3 1 1 0 0,9 3 16 0 0,0 0 0 0 0,1 0-1 0 0,19 2 1 0 0,-27-6-7 0 0,82 15 31 0 0,-51-11-20 0 0,-1 2 0 0 0,0 1 0 0 0,0 2 1 0 0,-1 2-1 0 0,53 24 0 0 0,-88-36-28 0 0,0 1 0 0 0,1 0 0 0 0,-1-1 0 0 0,0 1-1 0 0,1 0 1 0 0,-1 0 0 0 0,0 0 0 0 0,0 0 0 0 0,0 0-1 0 0,0 0 1 0 0,0 0 0 0 0,0 0 0 0 0,0 1 0 0 0,0-1 0 0 0,0 0-1 0 0,0 0 1 0 0,-1 1 0 0 0,1-1 0 0 0,0 1 0 0 0,-1-1-1 0 0,1 2 1 0 0,-1-1-1 0 0,0-1 0 0 0,-1 0 0 0 0,1 1-1 0 0,0-1 1 0 0,-1 0 0 0 0,1 1 0 0 0,-1-1 0 0 0,1 0 0 0 0,-1 0-1 0 0,0 0 1 0 0,1 0 0 0 0,-1 1 0 0 0,0-1 0 0 0,0 0-1 0 0,0 0 1 0 0,0 0 0 0 0,0-1 0 0 0,-2 3 0 0 0,-4 2 6 0 0,-1 0 0 0 0,0-1-1 0 0,-1 1 1 0 0,1-1 0 0 0,-12 3 0 0 0,-38 8 341 0 0,-1-1 0 0 0,-1-4 0 0 0,0-2 0 0 0,-79 0 0 0 0,37-2 411 0 0,99-5-747 0 0,1-1 0 0 0,0 1 1 0 0,-1-1-1 0 0,1 0 0 0 0,-1 0 0 0 0,1 0 1 0 0,-1 0-1 0 0,1-1 0 0 0,0 1 0 0 0,-1 0 1 0 0,1-1-1 0 0,0 0 0 0 0,-1 0 0 0 0,1 1 1 0 0,0-1-1 0 0,0 0 0 0 0,-1-1 0 0 0,1 1 1 0 0,0 0-1 0 0,0-1 0 0 0,-1-1 0 0 0,2 2-339 0 0,4-3-190 0 0,24-24-2021 0 0,-16 18 927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1055 147 4652 0 0,'-1'-4'-117'0'0,"-2"-1"96"0"0,1-1-1 0 0,-1 1 1 0 0,-1 0-1 0 0,1 0 0 0 0,-1 0 1 0 0,0 0-1 0 0,0 1 1 0 0,0 0-1 0 0,0 0 1 0 0,-1 0-1 0 0,0 0 1 0 0,-8-5-1 0 0,2 3 15 0 0,0 1 0 0 0,0 0 0 0 0,-1 0 0 0 0,1 2 0 0 0,-24-6 0 0 0,-2 4 36 0 0,0 1-1 0 0,-1 2 1 0 0,-45 4 0 0 0,50 0-11 0 0,0 2-1 0 0,0 2 1 0 0,1 1 0 0 0,-1 1 0 0 0,2 1 0 0 0,-1 2-1 0 0,2 2 1 0 0,0 0 0 0 0,0 2 0 0 0,-51 35 0 0 0,49-26 22 0 0,1 0 0 0 0,1 2 0 0 0,1 1 1 0 0,2 1-1 0 0,1 2 0 0 0,1 1 0 0 0,1 0 1 0 0,-34 63-1 0 0,53-84-34 0 0,1-1 0 0 0,0 1 0 0 0,0 0 0 0 0,1 0 0 0 0,0 0 0 0 0,1 0 0 0 0,0 1 1 0 0,0-1-1 0 0,2 1 0 0 0,-1-1 0 0 0,1 1 0 0 0,1-1 0 0 0,-1 1 0 0 0,2-1 0 0 0,0 0 0 0 0,0 1 0 0 0,1-1 1 0 0,0 0-1 0 0,0 0 0 0 0,1 0 0 0 0,1-1 0 0 0,6 12 0 0 0,-1-5 5 0 0,1-1 0 0 0,1 0 0 0 0,0 0 0 0 0,1-1 0 0 0,1-1 0 0 0,0 0 0 0 0,1-1-1 0 0,0-1 1 0 0,0 0 0 0 0,1-1 0 0 0,31 15 0 0 0,-5-9 13 0 0,0-2 0 0 0,0-1 0 0 0,2-2 0 0 0,-1-2 0 0 0,1-2 0 0 0,0-2 0 0 0,76-1 0 0 0,22-9 145 0 0,150-25 1 0 0,-226 22-9 0 0,0-3 0 0 0,-1-3 0 0 0,0-3 0 0 0,120-49 0 0 0,-158 54-105 0 0,0-2 1 0 0,-2 0 0 0 0,0-2-1 0 0,0-1 1 0 0,-2-1-1 0 0,0-1 1 0 0,-1-1-1 0 0,-1 0 1 0 0,-1-2-1 0 0,-1-1 1 0 0,0 0 0 0 0,-2-1-1 0 0,22-41 1 0 0,-30 47-19 0 0,-1 0 1 0 0,-1 0-1 0 0,0 0 1 0 0,-2-1-1 0 0,0 0 1 0 0,-1 0 0 0 0,0 0-1 0 0,-2-1 1 0 0,0 1-1 0 0,-2-1 1 0 0,-1-24-1 0 0,-1 33-13 0 0,0 0-1 0 0,0 0 1 0 0,-1 1-1 0 0,0-1 1 0 0,-1 1-1 0 0,0 0 1 0 0,0 0-1 0 0,-1 0 1 0 0,-1 0-1 0 0,0 1 1 0 0,0 0-1 0 0,0 0 1 0 0,-1 1-1 0 0,-1 0 1 0 0,0 0-1 0 0,0 0 1 0 0,0 1-1 0 0,-1 0 1 0 0,0 1-1 0 0,0 0 1 0 0,-18-8-1 0 0,-6 0 3 0 0,0 1-1 0 0,-2 3 0 0 0,1 0 1 0 0,-1 2-1 0 0,0 2 1 0 0,-1 1-1 0 0,1 2 1 0 0,-63 2-1 0 0,5 6-183 0 0,1 4 0 0 0,-108 25 0 0 0,27 10-531 0 0,149-36-98 0 0,0 1 0 0 0,1 1 0 0 0,0 1 0 0 0,-41 27 0 0 0,52-30-793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818 51 4608 0 0,'0'0'-69'0'0,"2"-1"43"0"0,3-4 22 0 0,-4 5 21 0 0,-1-1 0 0 0,1 1 0 0 0,0-1 0 0 0,-1 1 0 0 0,1-1 0 0 0,-1 1 0 0 0,1-1 0 0 0,-1 0 0 0 0,0 1 0 0 0,1-1 0 0 0,-1 0 0 0 0,0 1 0 0 0,1-1 0 0 0,-1 0 0 0 0,0 1 0 0 0,0-1 0 0 0,1 0 0 0 0,-1 1 0 0 0,0-1 0 0 0,0 0 0 0 0,0 0 0 0 0,0 1 0 0 0,0-1 0 0 0,0 0 0 0 0,0 0 0 0 0,0 1 0 0 0,-1-1 0 0 0,1 0 0 0 0,0 0 0 0 0,0 1 0 0 0,-1-1 0 0 0,1 0 0 0 0,0 1 1 0 0,-1-1-1 0 0,1 0 0 0 0,0 1 0 0 0,-1-1 0 0 0,1 1 0 0 0,-1-1 0 0 0,1 1 0 0 0,-1-1 0 0 0,1 1 0 0 0,-1-1 0 0 0,0 1 0 0 0,1-1 0 0 0,-1 1 0 0 0,0 0 0 0 0,1-1 0 0 0,-2 1 0 0 0,-30-13 316 0 0,16 12-300 0 0,0 0 0 0 0,0 1 0 0 0,0 1 0 0 0,0 1 1 0 0,1 0-1 0 0,-1 1 0 0 0,0 0 0 0 0,1 2 0 0 0,0 0 1 0 0,-23 11-1 0 0,-16 10-21 0 0,-72 47 0 0 0,91-52 0 0 0,-2 3-14 0 0,0 2 0 0 0,2 1-1 0 0,1 1 1 0 0,-51 56 0 0 0,67-63-3 0 0,1 0 0 0 0,0 1 0 0 0,2 0 0 0 0,1 1 0 0 0,0 1-1 0 0,2 0 1 0 0,1 1 0 0 0,-14 46 0 0 0,22-64 5 0 0,2 1-1 0 0,-1 0 1 0 0,1 0-1 0 0,1 0 1 0 0,-1 0 0 0 0,1-1-1 0 0,1 1 1 0 0,-1 0-1 0 0,1 0 1 0 0,1 0-1 0 0,-1 0 1 0 0,2-1-1 0 0,-1 1 1 0 0,1-1 0 0 0,3 9-1 0 0,0-7 2 0 0,-1 0 0 0 0,2-1 0 0 0,-1 1-1 0 0,1-1 1 0 0,0 0 0 0 0,1-1 0 0 0,0 0 0 0 0,0 0-1 0 0,0 0 1 0 0,11 5 0 0 0,5 1 2 0 0,0-1 0 0 0,0-1 0 0 0,1-1 0 0 0,0-2 0 0 0,1 0 0 0 0,0-2 0 0 0,0-1 0 0 0,30 3 1 0 0,2-5 8 0 0,0-2 1 0 0,0-3 0 0 0,0-2 0 0 0,77-16-1 0 0,-33-3 19 0 0,151-53-1 0 0,-200 58-15 0 0,-1-3 0 0 0,-1-3 0 0 0,90-55 0 0 0,-125 69-3 0 0,-2 0-1 0 0,1-1 1 0 0,-1-1 0 0 0,-1 0 0 0 0,0-1 0 0 0,-1 0 0 0 0,-1-1-1 0 0,0 0 1 0 0,0-1 0 0 0,-2 0 0 0 0,0-1 0 0 0,0 0 0 0 0,-2 0-1 0 0,0-1 1 0 0,-1 0 0 0 0,5-19 0 0 0,-10 28 10 0 0,1-1 0 0 0,-1 1 1 0 0,-1-1-1 0 0,0 0 0 0 0,0 1 0 0 0,-1-1 1 0 0,0 0-1 0 0,0 1 0 0 0,-1-1 0 0 0,0 1 1 0 0,-1-1-1 0 0,1 1 0 0 0,-8-14 0 0 0,4 12 4 0 0,-1 0-1 0 0,1 1 1 0 0,-2-1-1 0 0,1 2 0 0 0,-1-1 1 0 0,0 1-1 0 0,-1 0 1 0 0,0 1-1 0 0,-14-9 1 0 0,3 3 5 0 0,-2 2-1 0 0,1 1 1 0 0,-2 0 0 0 0,1 2 0 0 0,-1 0 0 0 0,0 2 0 0 0,-1 0 0 0 0,1 2 0 0 0,-34-3 0 0 0,19 6-44 0 0,0 1 1 0 0,0 2-1 0 0,1 2 1 0 0,-1 1-1 0 0,1 2 1 0 0,0 2-1 0 0,0 1 1 0 0,1 1-1 0 0,1 3 1 0 0,0 0-1 0 0,-43 26 1 0 0,71-35-254 0 0,0 0-1 0 0,0 0 1 0 0,1 1 0 0 0,-10 10 0 0 0,4-4-2420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3 193 4368 0 0,'9'-40'0'0'0,"-9"36"90"0"0,1 0 1 0 0,-1 0-1 0 0,1 0 0 0 0,0 0 0 0 0,0 0 0 0 0,0 0 0 0 0,1 0 1 0 0,3-6-1 0 0,-3-10 570 0 0,-5 10-217 0 0,-3 28-421 0 0,2-10-2 0 0,2 0 0 0 0,-1 0 0 0 0,1 1 0 0 0,0-1 0 0 0,1 1 0 0 0,-1 15 0 0 0,2-21-14 0 0,1 0-1 0 0,-1 0 1 0 0,1 0-1 0 0,0 0 1 0 0,0-1 0 0 0,0 1-1 0 0,0 0 1 0 0,0 0-1 0 0,1-1 1 0 0,-1 1-1 0 0,1-1 1 0 0,-1 1-1 0 0,1-1 1 0 0,0 0-1 0 0,0 0 1 0 0,0 0-1 0 0,1 0 1 0 0,-1 0 0 0 0,0 0-1 0 0,1 0 1 0 0,-1-1-1 0 0,1 1 1 0 0,0-1-1 0 0,-1 0 1 0 0,6 2-1 0 0,3 1 7 0 0,0-1 0 0 0,1 0 0 0 0,0 0 0 0 0,-1-1-1 0 0,1-1 1 0 0,0 0 0 0 0,0-1 0 0 0,0 0 0 0 0,0-1-1 0 0,-1 0 1 0 0,1 0 0 0 0,0-2 0 0 0,-1 1 0 0 0,1-2-1 0 0,-1 1 1 0 0,0-2 0 0 0,17-7 0 0 0,-15 5 11 0 0,-1 0 0 0 0,0-1 1 0 0,0 0-1 0 0,0 0 0 0 0,-1-2 0 0 0,-1 1 1 0 0,1-1-1 0 0,-2-1 0 0 0,1 0 0 0 0,-2 0 1 0 0,1-1-1 0 0,-1 0 0 0 0,-1 0 0 0 0,7-17 1 0 0,12-22 258 0 0,-24 50-278 0 0,-4 7-19 0 0,-6 37 18 0 0,2 1 0 0 0,2 0 1 0 0,2 0-1 0 0,1 1 0 0 0,3-1 0 0 0,11 66 1 0 0,0-40-298 0 0,-13-68-193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977 179 5336 0 0,'-81'-61'-521'0'0,"57"41"662"0"0,0 2-1 0 0,-1 1 1 0 0,-33-18-1 0 0,47 30-104 0 0,1 1 0 0 0,-1 0 0 0 0,0 0-1 0 0,0 1 1 0 0,-1 1 0 0 0,1 0 0 0 0,0 0 0 0 0,-1 1-1 0 0,1 1 1 0 0,-1 0 0 0 0,1 0 0 0 0,-17 4 0 0 0,0 2-22 0 0,0 1 0 0 0,0 2 1 0 0,1 1-1 0 0,1 1 0 0 0,0 1 1 0 0,0 1-1 0 0,1 2 1 0 0,1 0-1 0 0,1 2 0 0 0,-34 29 1 0 0,19-10 1 0 0,1 1 1 0 0,2 1-1 0 0,2 2 0 0 0,-55 87 1 0 0,80-115-17 0 0,1 1 1 0 0,0 1-1 0 0,1-1 1 0 0,1 1-1 0 0,0 0 1 0 0,1 0-1 0 0,0 1 0 0 0,1-1 1 0 0,1 1-1 0 0,-1 17 1 0 0,4-21 0 0 0,-1 0-1 0 0,1 0 1 0 0,1 0-1 0 0,0 0 1 0 0,0 0-1 0 0,1-1 1 0 0,0 1 0 0 0,1-1-1 0 0,0 0 1 0 0,1 0-1 0 0,0 0 1 0 0,1 0-1 0 0,0-1 1 0 0,8 10 0 0 0,-3-5 5 0 0,2-1 0 0 0,0 0 1 0 0,0 0-1 0 0,1-1 0 0 0,0-1 1 0 0,1 0-1 0 0,0-1 0 0 0,1-1 1 0 0,0-1-1 0 0,1 0 0 0 0,24 8 1 0 0,-16-9 14 0 0,1 0 0 0 0,-1-2 0 0 0,1-2 0 0 0,0 0 0 0 0,0-1 0 0 0,0-2 0 0 0,35-3 0 0 0,-6-5 20 0 0,0-2 1 0 0,-1-3 0 0 0,0-2 0 0 0,-1-2 0 0 0,0-2 0 0 0,91-50 0 0 0,-109 50-25 0 0,-1-2 0 0 0,-1-2-1 0 0,-1-1 1 0 0,-1-1 0 0 0,-1-2 0 0 0,-2-1-1 0 0,28-33 1 0 0,-37 37 15 0 0,-1-1 0 0 0,-1 0-1 0 0,-2-2 1 0 0,0 1 0 0 0,-2-2 0 0 0,0 0-1 0 0,-2 0 1 0 0,-1-1 0 0 0,10-56-1 0 0,-18 76 50 0 0,-1 0-1 0 0,0-1 0 0 0,0 1 1 0 0,-1-1-1 0 0,-1 1 0 0 0,1 0 0 0 0,-5-18 1 0 0,4 24-63 0 0,0 0-1 0 0,0 1 1 0 0,0-1 0 0 0,0 1 0 0 0,0-1 0 0 0,0 1-1 0 0,-1-1 1 0 0,0 1 0 0 0,1 0 0 0 0,-1 0 0 0 0,0 0-1 0 0,0 0 1 0 0,0 0 0 0 0,0 0 0 0 0,0 0 0 0 0,-1 1-1 0 0,1-1 1 0 0,0 1 0 0 0,-1 0 0 0 0,1-1-1 0 0,-1 1 1 0 0,1 0 0 0 0,-1 0 0 0 0,0 1 0 0 0,0-1-1 0 0,1 1 1 0 0,-1-1 0 0 0,0 1 0 0 0,0 0 0 0 0,-3 0-1 0 0,-12 1-7 0 0,1 1-1 0 0,0 0 0 0 0,0 2 0 0 0,0 0 1 0 0,0 1-1 0 0,1 0 0 0 0,-1 1 0 0 0,-19 11 0 0 0,2 1-340 0 0,1 2-1 0 0,-50 38 0 0 0,76-53-142 0 0,-1 1 1 0 0,2 0 0 0 0,-1 1-1 0 0,1-1 1 0 0,0 1-1 0 0,-9 13 1 0 0,9-7-1724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0 5380 0 0,'-6'30'-510'0'0,"-6"-10"609"0"0,0-1-1 0 0,-20 24 1 0 0,15-22 83 0 0,-27 46 0 0 0,40-61-154 0 0,1 1-1 0 0,0-1 0 0 0,1 1 0 0 0,-1-1 1 0 0,1 1-1 0 0,1 0 0 0 0,-1 0 0 0 0,1 0 1 0 0,0 0-1 0 0,1 0 0 0 0,0 0 0 0 0,0 9 1 0 0,1-13-17 0 0,0 0 1 0 0,0 0-1 0 0,0 0 1 0 0,0 0-1 0 0,0 0 1 0 0,1-1-1 0 0,-1 1 1 0 0,1 0-1 0 0,0-1 1 0 0,-1 1-1 0 0,1-1 1 0 0,0 0-1 0 0,1 1 1 0 0,-1-1-1 0 0,0 0 1 0 0,1 0-1 0 0,-1-1 1 0 0,1 1-1 0 0,-1 0 1 0 0,1-1-1 0 0,0 1 1 0 0,0-1-1 0 0,5 1 1 0 0,4 2 16 0 0,0-1-1 0 0,0 0 1 0 0,0-1 0 0 0,20 1 0 0 0,14-2 26 0 0,0-2 0 0 0,0-1 0 0 0,47-10 0 0 0,133-38-45 0 0,-131 22-1101 0 0,-1-4-1 0 0,124-62 1 0 0,-167 69-300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33 398 2524 0 0,'0'0'530'0'0,"-5"-2"-414"0"0,-17-7-15 0 0,16 7 296 0 0,7-2-363 0 0,1-1 1 0 0,-1 1-1 0 0,1 0 1 0 0,-1-1-1 0 0,1 1 1 0 0,1 0-1 0 0,-1 0 1 0 0,1 0-1 0 0,-1 0 1 0 0,1 1-1 0 0,0-1 0 0 0,0 1 1 0 0,1 0-1 0 0,-1-1 1 0 0,1 1-1 0 0,-1 1 1 0 0,9-5-1 0 0,77-46 24 0 0,-86 51-49 0 0,86-38 11 0 0,2 3-1 0 0,1 4 1 0 0,2 5-1 0 0,96-17 1 0 0,-151 38 89 0 0,-36 7-63 0 0,-6 0-1 0 0,-84-3 82 0 0,58-1-99 0 0,0-1 0 0 0,0-1 0 0 0,-53-20 0 0 0,25 7-12 0 0,54 18-8 0 0,12 0-11 0 0,46-2 4 0 0,0 3 0 0 0,0 2 0 0 0,0 2 0 0 0,56 12 0 0 0,-108-16 11 0 0,0 1 1 0 0,0-1 0 0 0,0 1-1 0 0,0 0 1 0 0,0 0-1 0 0,0 0 1 0 0,0 0 0 0 0,0 1-1 0 0,-1-1 1 0 0,1 1 0 0 0,0 0-1 0 0,-1-1 1 0 0,1 1-1 0 0,-1 0 1 0 0,0 1 0 0 0,0-1-1 0 0,0 0 1 0 0,0 1 0 0 0,2 2-1 0 0,-3-3 11 0 0,-1 0 0 0 0,1 0-1 0 0,-1 0 1 0 0,0 0 0 0 0,0 0 0 0 0,0 0 0 0 0,0 0-1 0 0,0 1 1 0 0,0-1 0 0 0,0 0 0 0 0,-1 0-1 0 0,1 0 1 0 0,-1 0 0 0 0,0 0 0 0 0,1 0 0 0 0,-1 0-1 0 0,0 0 1 0 0,0-1 0 0 0,0 1 0 0 0,0 0-1 0 0,-1 0 1 0 0,1-1 0 0 0,0 1 0 0 0,-1-1-1 0 0,1 1 1 0 0,-1-1 0 0 0,0 1 0 0 0,-2 0 0 0 0,-9 12-38 0 0,-14 12 321 0 0,10-16-3276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5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78 4412 0 0,'-4'-11'-19'0'0,"1"1"173"0"0,-1 1-1 0 0,0 0 1 0 0,0 0 0 0 0,-9-14-1 0 0,12 22 49 0 0,1 1-183 0 0,0 0 0 0 0,0-1 0 0 0,0 1 0 0 0,0 0 0 0 0,0-1 1 0 0,-1 1-1 0 0,1 0 0 0 0,0 0 0 0 0,0-1 0 0 0,0 1 0 0 0,0 0 0 0 0,-1 0 0 0 0,1 0 0 0 0,0-1 0 0 0,0 1 0 0 0,-1 0 0 0 0,1 0 0 0 0,0 0 0 0 0,0-1 0 0 0,-1 1 1 0 0,1 0-1 0 0,0 0 0 0 0,0 0 0 0 0,-1 0 0 0 0,1 0 0 0 0,0 0 0 0 0,-1 0 0 0 0,1 0 0 0 0,0 0 0 0 0,0 0 0 0 0,-1 0 0 0 0,1 0 0 0 0,0 0 0 0 0,-1 0 0 0 0,1 0 1 0 0,0 0-1 0 0,-1 0 0 0 0,1 0 0 0 0,0 0 0 0 0,0 0 0 0 0,-1 0 0 0 0,1 0 0 0 0,0 1 0 0 0,0-1 0 0 0,-1 0 0 0 0,1 0 0 0 0,-3 5 1 0 0,0-1 0 0 0,1 1 1 0 0,-1-1-1 0 0,1 1 0 0 0,0-1 0 0 0,1 1 0 0 0,-1 0 0 0 0,1 0 0 0 0,0 0 0 0 0,0 0 0 0 0,0 0 0 0 0,1 0 0 0 0,0 0 1 0 0,0 6-1 0 0,11 88 136 0 0,-3-17-5 0 0,-9-57-127 0 0,-1 0 0 0 0,-11 46 1 0 0,13-69-407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669 111 4980 0 0,'-6'-8'-43'0'0,"0"1"-1"0"0,-1 0 1 0 0,1 1-1 0 0,-2 0 1 0 0,1 0 0 0 0,-1 0-1 0 0,1 1 1 0 0,-2 0-1 0 0,1 0 1 0 0,0 1-1 0 0,-1 0 1 0 0,0 1-1 0 0,0 0 1 0 0,0 0-1 0 0,0 1 1 0 0,-1 0-1 0 0,1 1 1 0 0,-15-1-1 0 0,11 2 88 0 0,0 0 1 0 0,-1 1-1 0 0,1 0 0 0 0,0 1 0 0 0,-1 1 0 0 0,1 0 1 0 0,0 1-1 0 0,1 0 0 0 0,-1 1 0 0 0,1 0 1 0 0,0 1-1 0 0,-20 14 0 0 0,-1 3 15 0 0,2 2-1 0 0,1 1 1 0 0,1 1-1 0 0,1 2 1 0 0,-27 37-1 0 0,41-49-26 0 0,2 1 1 0 0,0 0-1 0 0,1 1 1 0 0,1 0-1 0 0,1 1 0 0 0,1 0 1 0 0,1 0-1 0 0,0 1 0 0 0,1 0 1 0 0,2 0-1 0 0,-4 28 1 0 0,8-42-21 0 0,0 1 0 0 0,0 0 1 0 0,1 0-1 0 0,0 0 1 0 0,0-1-1 0 0,1 1 0 0 0,0 0 1 0 0,0-1-1 0 0,1 0 1 0 0,0 1-1 0 0,0-1 1 0 0,1 0-1 0 0,0-1 0 0 0,5 9 1 0 0,-1-5 9 0 0,0-1-1 0 0,1 0 1 0 0,0 0 0 0 0,0-1-1 0 0,1-1 1 0 0,0 1 0 0 0,0-1-1 0 0,16 7 1 0 0,-4-4 25 0 0,-1 0-1 0 0,1-2 1 0 0,1-1 0 0 0,-1-1-1 0 0,1 0 1 0 0,1-2 0 0 0,-1-1-1 0 0,0-1 1 0 0,27 0 0 0 0,-23-4-11 0 0,0 0 0 0 0,0-2 0 0 0,0-1 0 0 0,-1-1 0 0 0,0-1 0 0 0,0-1 0 0 0,0-2 0 0 0,-1 0 1 0 0,-1-2-1 0 0,0 0 0 0 0,0-2 0 0 0,40-32 0 0 0,-47 32-24 0 0,-1-1 0 0 0,0-1 0 0 0,-1 0 0 0 0,-1-1 0 0 0,-1-1 0 0 0,0 0 0 0 0,-1 0 0 0 0,-1-2 0 0 0,-1 1 0 0 0,-1-1 0 0 0,-1-1-1 0 0,0 0 1 0 0,-2 0 0 0 0,0 0 0 0 0,-1-1 0 0 0,2-28 0 0 0,-6 35 20 0 0,0 0-1 0 0,-1 0 0 0 0,0 1 0 0 0,-1-1 0 0 0,-1 0 1 0 0,0 0-1 0 0,-1 1 0 0 0,-8-25 0 0 0,7 31-4 0 0,1 0 0 0 0,-1 1 0 0 0,0-1 0 0 0,-1 1-1 0 0,0 0 1 0 0,0 0 0 0 0,-1 0 0 0 0,1 1 0 0 0,-1 0 0 0 0,-1 0 0 0 0,1 1-1 0 0,-1 0 1 0 0,0 0 0 0 0,0 0 0 0 0,-1 1 0 0 0,-9-5 0 0 0,-7 0-9 0 0,0 1 0 0 0,-1 1 0 0 0,0 0 0 0 0,0 2 1 0 0,0 2-1 0 0,-1 0 0 0 0,1 1 0 0 0,-1 2 0 0 0,0 0 1 0 0,1 2-1 0 0,-1 1 0 0 0,1 1 0 0 0,0 1 0 0 0,-37 12 0 0 0,51-11-196 0 0,-11 5-4204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63 279 4436 0 0,'0'-23'-583'0'0,"0"21"434"0"0,0 2-21 0 0,0 0 161 0 0,0 0 1 0 0,0-1-1 0 0,1 1 1 0 0,-1 0-1 0 0,0 0 1 0 0,0 0-1 0 0,0-1 0 0 0,0 1 1 0 0,0 0-1 0 0,0 0 1 0 0,0-1-1 0 0,0 1 1 0 0,0 0-1 0 0,0 0 0 0 0,0 0 1 0 0,0-1-1 0 0,-1 1 1 0 0,1 0-1 0 0,0 0 1 0 0,0 0-1 0 0,0-1 0 0 0,0 1 1 0 0,0 0-1 0 0,0 0 1 0 0,0 0-1 0 0,-1 0 1 0 0,1-1-1 0 0,0 1 0 0 0,0 0 1 0 0,0 0-1 0 0,0 0 1 0 0,0 0-1 0 0,-1 0 1 0 0,1 0-1 0 0,0-1 0 0 0,0 1 1 0 0,0 0-1 0 0,-1 0 1 0 0,1 0-1 0 0,0 0 1 0 0,0 0-1 0 0,0 0 0 0 0,-1 0 1 0 0,1 0-1 0 0,0 0 1 0 0,0 0-1 0 0,0 0 1 0 0,-1 0-1 0 0,1 0 0 0 0,0 0 1 0 0,0 0-1 0 0,-1 0 1 0 0,1 0-1 0 0,0 0 1 0 0,0 0-1 0 0,0 1 0 0 0,0-1 1 0 0,-1 0-1 0 0,-4 6 6 0 0,-1 1 0 0 0,1-1-1 0 0,1 1 1 0 0,-1 0-1 0 0,1 1 1 0 0,0-1 0 0 0,1 1-1 0 0,0-1 1 0 0,0 1 0 0 0,1 0-1 0 0,0 0 1 0 0,0 1 0 0 0,-1 15-1 0 0,0 2 28 0 0,2 0-1 0 0,0-1 0 0 0,5 41 0 0 0,9 3-28 0 0,-8-52 337 0 0,-1 1 0 0 0,-1 0 0 0 0,1 23 0 0 0,9-375 139 0 0,-7 231-399 0 0,-5 98-69 0 0,0-23 28 0 0,10-53 0 0 0,-10 73-32 0 0,1 1 0 0 0,0 0 0 0 0,1 0 0 0 0,0 0-1 0 0,0 0 1 0 0,0 1 0 0 0,1-1 0 0 0,-1 1 0 0 0,2-1 0 0 0,-1 1 0 0 0,1 1 0 0 0,6-7 0 0 0,-6 8 2 0 0,1 0 0 0 0,1 1-1 0 0,-1 0 1 0 0,0 0 0 0 0,1 0-1 0 0,0 1 1 0 0,-1-1 0 0 0,1 2 0 0 0,0-1-1 0 0,0 1 1 0 0,0 0 0 0 0,0 0-1 0 0,0 1 1 0 0,8 1 0 0 0,0-1-12 0 0,1 1 1 0 0,-1 1-1 0 0,0 0 1 0 0,30 9-1 0 0,-30-5 1 0 0,1 0 0 0 0,-2 2 1 0 0,27 15-1 0 0,-35-19 9 0 0,0 0 0 0 0,-1 1 0 0 0,1-1 0 0 0,-1 1 0 0 0,0 0 0 0 0,0 0 0 0 0,0 1 0 0 0,-1-1 0 0 0,0 1 0 0 0,0 0 0 0 0,5 10 0 0 0,-9-14 6 0 0,1 0-1 0 0,-1 0 0 0 0,1 0 1 0 0,-1 0-1 0 0,0-1 0 0 0,0 1 1 0 0,1 0-1 0 0,-1 0 0 0 0,-1 0 1 0 0,1 0-1 0 0,0 0 0 0 0,0-1 1 0 0,-1 1-1 0 0,1 0 1 0 0,-1 0-1 0 0,1 0 0 0 0,-1-1 1 0 0,0 1-1 0 0,0 0 0 0 0,-1 1 1 0 0,-1 1 3 0 0,0 0 0 0 0,0-1 0 0 0,0 1 1 0 0,0-1-1 0 0,-1 0 0 0 0,0 0 1 0 0,-7 5-1 0 0,-6 1 10 0 0,0-1 1 0 0,0 0-1 0 0,-20 5 1 0 0,33-12-17 0 0,-62 19 419 0 0,0-3-1 0 0,-80 10 1 0 0,144-27 122 0 0,12-1-495 0 0,6 0-36 0 0,-1 1 0 0 0,1 1 0 0 0,0 0 1 0 0,0 1-1 0 0,0 0 0 0 0,-1 2 1 0 0,0 0-1 0 0,1 0 0 0 0,23 12 0 0 0,-11-2-2 0 0,-1 2 0 0 0,-1 1 0 0 0,0 1 0 0 0,-2 1 0 0 0,0 1 0 0 0,-1 2 0 0 0,-1 0 0 0 0,-1 1 0 0 0,-1 1 0 0 0,-1 1 0 0 0,-1 1 0 0 0,18 34 0 0 0,-30-49-22 0 0,-3-4-29 0 0,0-1-1 0 0,1 0 1 0 0,0 0 0 0 0,0-1 0 0 0,6 7-1 0 0,-9-11-83 0 0,0-1-1 0 0,0 1 0 0 0,-1-1 0 0 0,1 0 0 0 0,0 1 1 0 0,0-1-1 0 0,0 0 0 0 0,0 0 0 0 0,0 0 0 0 0,-1 1 1 0 0,1-1-1 0 0,0 0 0 0 0,0 0 0 0 0,0 0 0 0 0,0 0 1 0 0,0-1-1 0 0,0 1 0 0 0,0 0 0 0 0,-1 0 0 0 0,1 0 1 0 0,0-1-1 0 0,0 1 0 0 0,0 0 0 0 0,1-2 0 0 0,21-6-1850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117 149 4940 0 0,'115'-76'-2553'0'0,"-108"72"2607"0"0,-1-1 1 0 0,0 1-1 0 0,0-1 1 0 0,0 0-1 0 0,-1-1 0 0 0,1 1 1 0 0,-2-1-1 0 0,1 0 1 0 0,4-6-1 0 0,-8 10 52 0 0,-21-11 188 0 0,11 13-251 0 0,0 0 0 0 0,-1 1 0 0 0,1 0 0 0 0,0 1 0 0 0,0 0 0 0 0,0 0 1 0 0,0 1-1 0 0,0 0 0 0 0,1 1 0 0 0,-1 0 0 0 0,1 0 0 0 0,0 0 0 0 0,0 1 0 0 0,0 1 0 0 0,-12 10 0 0 0,6-4 12 0 0,1 0 0 0 0,0 1-1 0 0,1 0 1 0 0,1 1 0 0 0,0 0-1 0 0,0 1 1 0 0,-12 23 0 0 0,21-34-38 0 0,0 0 0 0 0,0 0 0 0 0,1 0 0 0 0,-1 0 0 0 0,1 1-1 0 0,0-1 1 0 0,0 0 0 0 0,0 1 0 0 0,1-1 0 0 0,-1 0 0 0 0,1 1 0 0 0,0-1 0 0 0,0 1 0 0 0,1-1 0 0 0,0 0 0 0 0,-1 1 0 0 0,1-1 0 0 0,1 0 0 0 0,-1 1 0 0 0,0-1 0 0 0,1 0 0 0 0,0 0 0 0 0,0 0 0 0 0,0 0 0 0 0,1-1 0 0 0,0 1-1 0 0,-1-1 1 0 0,1 1 0 0 0,0-1 0 0 0,0 0 0 0 0,1 0 0 0 0,-1 0 0 0 0,1-1 0 0 0,-1 1 0 0 0,1-1 0 0 0,0 0 0 0 0,8 4 0 0 0,2 1-13 0 0,2-1 0 0 0,-1 0 0 0 0,1-2 0 0 0,0 1 1 0 0,0-2-1 0 0,0 0 0 0 0,0-1 0 0 0,0-1 0 0 0,21 0 0 0 0,-20-2-590 0 0,0-2 0 0 0,0 1 0 0 0,32-11 1 0 0,-18 3-359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42 3608 0 0,'-22'-33'-386'0'0,"22"31"462"0"0,4 28-4 0 0,8 111 724 0 0,-11-129-751 0 0,0 2 45 0 0,0 0 0 0 0,1 0 0 0 0,0 0 0 0 0,1 0 1 0 0,0 0-1 0 0,8 17 0 0 0,-10-25 71 0 0,-1-2-142 0 0,0 0 0 0 0,0 0 0 0 0,0 0 0 0 0,0 1 0 0 0,0-1 0 0 0,1 0 0 0 0,-1 0 0 0 0,0 0 0 0 0,0 0 0 0 0,0 0 0 0 0,0 1 1 0 0,1-1-1 0 0,-1 0 0 0 0,0 0 0 0 0,0 0 0 0 0,0 0 0 0 0,0 0 0 0 0,1 0 0 0 0,-1 0 0 0 0,0 0 0 0 0,0 0 0 0 0,0 0 0 0 0,1 1 0 0 0,-1-1 0 0 0,0 0 0 0 0,0 0 0 0 0,0 0 0 0 0,1 0 0 0 0,-1 0 0 0 0,0-1 0 0 0,0 1 0 0 0,0 0 0 0 0,1 0 0 0 0,-1 0 0 0 0,0 0 0 0 0,0 0 0 0 0,0 0 0 0 0,1 0 0 0 0,-1 0 0 0 0,0 0 0 0 0,0 0 1 0 0,0-1-1 0 0,0 1 0 0 0,1 0 0 0 0,-1 0 0 0 0,0 0 0 0 0,0 0 0 0 0,0 0 0 0 0,0-1 0 0 0,0 1 0 0 0,0 0 0 0 0,1 0 0 0 0,-1-17 102 0 0,-1 0 0 0 0,0-1 0 0 0,-5-19 0 0 0,4 23-78 0 0,-1 1-1 0 0,2-1 0 0 0,0 1 0 0 0,0-1 0 0 0,1 1 0 0 0,1-1 0 0 0,0 1 0 0 0,4-15 0 0 0,-4 26-41 0 0,0 0-1 0 0,-1-1 1 0 0,2 1 0 0 0,-1 0-1 0 0,0-1 1 0 0,0 1-1 0 0,1 0 1 0 0,-1 0 0 0 0,1 0-1 0 0,0 0 1 0 0,-1 0-1 0 0,1 1 1 0 0,0-1-1 0 0,0 1 1 0 0,0-1 0 0 0,1 1-1 0 0,-1-1 1 0 0,0 1-1 0 0,0 0 1 0 0,1 0 0 0 0,-1 0-1 0 0,0 1 1 0 0,1-1-1 0 0,-1 0 1 0 0,1 1-1 0 0,-1-1 1 0 0,1 1 0 0 0,0 0-1 0 0,-1 0 1 0 0,1 0-1 0 0,4 1 1 0 0,9 5-4 0 0,1 1-1 0 0,-2 1 1 0 0,1 0 0 0 0,-1 1-1 0 0,-1 1 1 0 0,1 0 0 0 0,-2 1-1 0 0,19 19 1 0 0,8 10-10 0 0,45 62 0 0 0,-83-99-19 0 0,1 0 0 0 0,-1 0 0 0 0,0 1 1 0 0,-1-1-1 0 0,1 0 0 0 0,-1 1 0 0 0,1-1 0 0 0,-1 1 0 0 0,0 0 1 0 0,1 5-1 0 0,-2-8-9 0 0,0 1 0 0 0,0 0 1 0 0,0-1-1 0 0,0 1 0 0 0,0 0 1 0 0,0-1-1 0 0,-1 1 0 0 0,1 0 1 0 0,0-1-1 0 0,-1 1 0 0 0,1-1 0 0 0,-1 1 1 0 0,0-1-1 0 0,1 1 0 0 0,-1-1 1 0 0,0 1-1 0 0,0-1 0 0 0,0 0 1 0 0,0 1-1 0 0,0-1 0 0 0,0 0 1 0 0,-1 0-1 0 0,1 0 0 0 0,-2 1 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9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66 4840 0 0,'2'-1'-61'0'0,"0"0"0"0"0,0 0 0 0 0,-1 0 0 0 0,1 0-1 0 0,0 0 1 0 0,-1-1 0 0 0,1 1 0 0 0,-1-1 0 0 0,1 1 0 0 0,-1-1-1 0 0,0 1 1 0 0,0-1 0 0 0,0 0 0 0 0,1 1 0 0 0,-1-3-1 0 0,0 3 50 0 0,-1 0-1 0 0,0 0 0 0 0,0 0 0 0 0,0 0 0 0 0,1 0 0 0 0,-1 0 0 0 0,0 0 0 0 0,-1 0 1 0 0,1 0-1 0 0,0 0 0 0 0,0 0 0 0 0,0 0 0 0 0,-1 0 0 0 0,1 0 0 0 0,0 0 1 0 0,-1 0-1 0 0,1 0 0 0 0,-1 0 0 0 0,1 0 0 0 0,-1 0 0 0 0,1 0 0 0 0,-2 0 0 0 0,0-1 26 0 0,0 0 0 0 0,0 0 0 0 0,-1 0-1 0 0,1 1 1 0 0,-1-1 0 0 0,0 1 0 0 0,1 0-1 0 0,-1 0 1 0 0,0 0 0 0 0,0 0 0 0 0,0 0-1 0 0,1 0 1 0 0,-1 1 0 0 0,0 0 0 0 0,0-1-1 0 0,0 1 1 0 0,0 0 0 0 0,0 0-1 0 0,0 1 1 0 0,0-1 0 0 0,-4 1 0 0 0,-6 2 39 0 0,0 1-1 0 0,0-1 1 0 0,1 2 0 0 0,-1 0 0 0 0,-13 7 0 0 0,22-9-31 0 0,-1-1-1 0 0,0 1 1 0 0,1 0 0 0 0,0 1 0 0 0,0-1-1 0 0,0 1 1 0 0,0 0 0 0 0,0 0 0 0 0,1 0-1 0 0,0 0 1 0 0,0 0 0 0 0,0 1 0 0 0,0 0-1 0 0,1-1 1 0 0,-1 1 0 0 0,-1 6 0 0 0,4-9-13 0 0,0 0-1 0 0,-1-1 1 0 0,1 1 0 0 0,0 0 0 0 0,0-1 0 0 0,0 1 0 0 0,0 0 0 0 0,0 0-1 0 0,0-1 1 0 0,1 1 0 0 0,-1 0 0 0 0,1-1 0 0 0,-1 1 0 0 0,1 0 0 0 0,-1-1-1 0 0,1 1 1 0 0,0-1 0 0 0,0 1 0 0 0,0-1 0 0 0,0 1 0 0 0,0-1 0 0 0,0 1-1 0 0,0-1 1 0 0,0 0 0 0 0,1 0 0 0 0,-1 0 0 0 0,0 0 0 0 0,1 0 0 0 0,-1 0-1 0 0,1 0 1 0 0,-1 0 0 0 0,1 0 0 0 0,0-1 0 0 0,-1 1 0 0 0,1-1 0 0 0,0 1-1 0 0,-1-1 1 0 0,1 0 0 0 0,1 1 0 0 0,5 0 6 0 0,0 1-1 0 0,0-1 1 0 0,0-1 0 0 0,0 1 0 0 0,0-1-1 0 0,0-1 1 0 0,10-1 0 0 0,3-3 17 0 0,1-2 0 0 0,23-9-1 0 0,29-9 399 0 0,-72 24-322 0 0,20 9-24 0 0,-18-5-66 0 0,0 0 0 0 0,1 0 0 0 0,-1 0 0 0 0,0 1 0 0 0,-1 0 0 0 0,1 0 0 0 0,-1 0 0 0 0,0 0 0 0 0,1 0 0 0 0,-2 1 0 0 0,4 4 0 0 0,-3-3 5 0 0,0 0 0 0 0,1-1-1 0 0,0 1 1 0 0,0-1 0 0 0,9 8 0 0 0,-9-10-189 0 0,0 1 0 0 0,-1-1 0 0 0,1-1 0 0 0,0 1 0 0 0,1-1 0 0 0,-1 1 0 0 0,0-1 0 0 0,1 0 0 0 0,-1-1 0 0 0,1 1 0 0 0,-1-1 0 0 0,1 0 0 0 0,0 0 0 0 0,0 0 0 0 0,0-1 0 0 0,8 0 0 0 0,3-4-1118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33 4020 0 0,'0'0'-169'0'0,"-38"-5"-200"0"0,35 5 391 0 0,1 0 0 0 0,-1 1-1 0 0,1-1 1 0 0,-1 1 0 0 0,1-1 0 0 0,0 1 0 0 0,-1 0 0 0 0,1 0 0 0 0,0 0 0 0 0,0 0 0 0 0,0 0 0 0 0,0 0 0 0 0,0 1 0 0 0,0-1 0 0 0,0 1-1 0 0,0-1 1 0 0,0 1 0 0 0,0 0 0 0 0,1 0 0 0 0,-3 2 0 0 0,1 2 47 0 0,-1 0 0 0 0,1-1 1 0 0,1 1-1 0 0,-1 0 0 0 0,1 1 0 0 0,0-1 0 0 0,-2 12 0 0 0,2-7 4 0 0,0 0 0 0 0,1 0-1 0 0,1 0 1 0 0,0 0 0 0 0,0 0-1 0 0,1 0 1 0 0,0 0 0 0 0,1 0-1 0 0,5 17 1 0 0,-4-20-6 0 0,0-1 0 0 0,0 0 0 0 0,1 0 0 0 0,-1 0 0 0 0,2-1 0 0 0,-1 1 0 0 0,1-1 0 0 0,-1 0 0 0 0,2 0 0 0 0,6 6 0 0 0,-11-12 362 0 0,0-26-286 0 0,-2 14-93 0 0,-1 1 0 0 0,0 0 0 0 0,-8-21 0 0 0,-3-16 34 0 0,6 15-50 0 0,5 21-20 0 0,-1-1-1 0 0,1 0 1 0 0,1 0 0 0 0,1 1 0 0 0,-1-1 0 0 0,3-17 0 0 0,-1 27-14 0 0,-1 0-1 0 0,1 0 1 0 0,0 1-1 0 0,-1-1 1 0 0,1 0-1 0 0,0 1 1 0 0,1-1 0 0 0,-1 1-1 0 0,0-1 1 0 0,1 1-1 0 0,-1 0 1 0 0,1-1-1 0 0,2-1 1 0 0,-3 3-19 0 0,16 0-27 0 0,-10 4 42 0 0,0-1 0 0 0,0 1 0 0 0,-1 1 0 0 0,1-1 0 0 0,-1 1 1 0 0,0 0-1 0 0,0 1 0 0 0,10 8 0 0 0,44 53-18 0 0,-43-46 30 0 0,-1-1 0 0 0,29 23-1 0 0,16 9 120 0 0,-60-50 38 0 0,-3 0-160 0 0,0-1 1 0 0,0 1-1 0 0,-1-1 0 0 0,1 0 0 0 0,0 0 0 0 0,0 0 0 0 0,-1 0 1 0 0,1 0-1 0 0,0 0 0 0 0,-3-2 0 0 0,0 2 36 0 0,0-1-1 0 0,0 0 1 0 0,0 0 0 0 0,0 0-1 0 0,0 0 1 0 0,1-1-1 0 0,-1 0 1 0 0,1 0 0 0 0,-1-1-1 0 0,1 1 1 0 0,0-1 0 0 0,-6-4-1 0 0,-5-3 187 0 0,14 10-219 0 0,1-1 0 0 0,-1 1 0 0 0,0 0 0 0 0,1-1 0 0 0,-1 1 0 0 0,0-1 0 0 0,1 0-1 0 0,-1 1 1 0 0,1-1 0 0 0,-1 1 0 0 0,1-1 0 0 0,-1 0 0 0 0,1 0 0 0 0,-1 1 0 0 0,1-1 0 0 0,0 0-1 0 0,0 0 1 0 0,-1 1 0 0 0,1-1 0 0 0,0 0 0 0 0,0 0 0 0 0,0 0 0 0 0,0 1 0 0 0,0-1 0 0 0,0 0-1 0 0,0 0 1 0 0,0 0 0 0 0,0 0 0 0 0,13-24 124 0 0,27-12-1 0 0,-23 25-112 0 0,1 1 0 0 0,0 1 1 0 0,1 0-1 0 0,0 1 1 0 0,1 2-1 0 0,0 0 0 0 0,0 0 1 0 0,0 2-1 0 0,1 1 0 0 0,36-3 1 0 0,-50 6-22 0 0,1 0 1 0 0,-1 1 0 0 0,1 1 0 0 0,-1-1 0 0 0,1 1 0 0 0,-1 1 0 0 0,1-1 0 0 0,-1 1 0 0 0,0 0-1 0 0,0 1 1 0 0,0 0 0 0 0,0 0 0 0 0,0 0 0 0 0,-1 1 0 0 0,1 0 0 0 0,-1 0 0 0 0,0 1 0 0 0,0 0-1 0 0,-1 0 1 0 0,1 0 0 0 0,-1 1 0 0 0,0-1 0 0 0,-1 1 0 0 0,1 0 0 0 0,-1 1 0 0 0,0-1-1 0 0,-1 1 1 0 0,0 0 0 0 0,0 0 0 0 0,0 0 0 0 0,-1 0 0 0 0,3 12 0 0 0,13 117-20 0 0,-18-136-27 0 0,0 1 0 0 0,0-1 0 0 0,0 1 1 0 0,1-1-1 0 0,-1 0 0 0 0,0 1 0 0 0,0-1 0 0 0,0 0 0 0 0,0 1 0 0 0,1-1 0 0 0,-1 0 0 0 0,0 1 1 0 0,0-1-1 0 0,1 0 0 0 0,-1 0 0 0 0,0 1 0 0 0,1-1 0 0 0,-1 0 0 0 0,0 0 0 0 0,1 1 1 0 0,-1-1-1 0 0,0 0 0 0 0,1 0 0 0 0,-1 0 0 0 0,0 0 0 0 0,1 0 0 0 0,-1 1 0 0 0,1-1 0 0 0,-1 0 1 0 0,0 0-1 0 0,1 0 0 0 0,-1 0 0 0 0,0 0 0 0 0,1 0 0 0 0,-1 0 0 0 0,1 0 0 0 0,-1-1 0 0 0,0 1 1 0 0,1 0-1 0 0,-1 0 0 0 0,0 0 0 0 0,1 0 0 0 0,0-1 0 0 0,15-8-2355 0 0,-14 7 2418 0 0,16-8-2256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77 132 5288 0 0,'42'-31'-1954'0'0,"-20"12"2389"0"0,-1 0 0 0 0,22-26-1 0 0,-43 44-414 0 0,0 1-1 0 0,1 0 0 0 0,-1-1 0 0 0,0 1 0 0 0,0 0 0 0 0,1-1 0 0 0,-1 1 0 0 0,0-1 0 0 0,0 1 0 0 0,0 0 0 0 0,0-1 0 0 0,1 1 1 0 0,-1-1-1 0 0,0 1 0 0 0,0-1 0 0 0,0 1 0 0 0,0-1 0 0 0,0 1 0 0 0,0 0 0 0 0,0-1 0 0 0,0 1 0 0 0,0-1 0 0 0,-1 1 1 0 0,1-1-1 0 0,0 1 0 0 0,0 0 0 0 0,0-1 0 0 0,0 1 0 0 0,-1-1 0 0 0,1 1 0 0 0,0 0 0 0 0,0-1 0 0 0,-1 1 0 0 0,1 0 0 0 0,0-1 1 0 0,-1 1-1 0 0,1 0 0 0 0,0-1 0 0 0,-1 1 0 0 0,1 0 0 0 0,0 0 0 0 0,-1 0 0 0 0,1-1 0 0 0,0 1 0 0 0,-1 0 0 0 0,1 0 1 0 0,-1 0-1 0 0,1 0 0 0 0,-1 0 0 0 0,1-1 0 0 0,0 1 0 0 0,-1 0 0 0 0,1 0 0 0 0,-1 0 0 0 0,1 0 0 0 0,-1 0 0 0 0,1 1 1 0 0,-1-1-1 0 0,0 0 0 0 0,-28 1 230 0 0,15 2-102 0 0,0 1 1 0 0,0 0 0 0 0,1 1 0 0 0,0 0 0 0 0,-17 10-1 0 0,25-12-108 0 0,0-1-1 0 0,0 1 1 0 0,1 0 0 0 0,-1 1-1 0 0,1-1 1 0 0,0 1-1 0 0,0 0 1 0 0,1 0-1 0 0,-1 0 1 0 0,1 0-1 0 0,-1 1 1 0 0,1-1 0 0 0,1 1-1 0 0,-1 0 1 0 0,1 0-1 0 0,0 0 1 0 0,-2 6-1 0 0,4-9-25 0 0,0 0 1 0 0,0 0-1 0 0,0 0 0 0 0,0 1 0 0 0,1-1 0 0 0,-1 0 0 0 0,1 0 0 0 0,0 0 0 0 0,-1 0 0 0 0,1 0 1 0 0,0 0-1 0 0,0 0 0 0 0,0 0 0 0 0,1 0 0 0 0,-1 0 0 0 0,0 0 0 0 0,1-1 0 0 0,-1 1 0 0 0,1 0 1 0 0,-1-1-1 0 0,1 1 0 0 0,0-1 0 0 0,0 0 0 0 0,0 0 0 0 0,0 0 0 0 0,0 0 0 0 0,0 0 0 0 0,0 0 1 0 0,0 0-1 0 0,2 0 0 0 0,11 5 36 0 0,1-1-1 0 0,29 6 1 0 0,-39-10-34 0 0,37 7-88 0 0,1-3 0 0 0,0-2 0 0 0,-1-1 0 0 0,48-5 0 0 0,-12-4-1972 0 0,104-23 0 0 0,-105 11 175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1 561 4804 0 0,'0'0'-278'0'0,"0"-4"168"0"0,1-20 154 0 0,2 0 0 0 0,0 1 1 0 0,2 0-1 0 0,0 0 0 0 0,2 0 0 0 0,0 1 0 0 0,1-1 0 0 0,2 2 0 0 0,0-1 0 0 0,1 2 0 0 0,2-1 0 0 0,0 2 0 0 0,0-1 0 0 0,2 2 0 0 0,1 0 0 0 0,0 1 0 0 0,1 0 0 0 0,1 2 0 0 0,0 0 0 0 0,1 1 0 0 0,33-19 0 0 0,2 6-21 0 0,-39 21 49 0 0,0-1 0 0 0,-1-1 1 0 0,0-1-1 0 0,20-14 0 0 0,-32 21-30 0 0,-2 2-165 0 0,1-1 0 0 0,-1 0 0 0 0,1 0 0 0 0,-1 1 1 0 0,0-1-1 0 0,1 0 0 0 0,-1 0 0 0 0,0 1 0 0 0,1-1 0 0 0,-1 0 0 0 0,0 0 0 0 0,0 0 0 0 0,0 0 0 0 0,0 0 0 0 0,0 1 0 0 0,0-1 0 0 0,0 0 0 0 0,0 0 0 0 0,0 0 0 0 0,0 0 0 0 0,-1 0 1 0 0,1 0-1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3876 0 0,'149'1'-1047'0'0,"-108"3"1103"0"0,0 2-1 0 0,0 1 1 0 0,0 2 0 0 0,49 19 0 0 0,-88-27-33 0 0,0-1-1 0 0,-1 1 1 0 0,1 0 0 0 0,0-1 0 0 0,0 1 0 0 0,-1 0 0 0 0,1 0 0 0 0,-1 0 0 0 0,1 0 0 0 0,-1 0 0 0 0,1 1-1 0 0,-1-1 1 0 0,0 0 0 0 0,0 1 0 0 0,1-1 0 0 0,-1 1 0 0 0,0-1 0 0 0,0 1 0 0 0,-1 0 0 0 0,1-1 0 0 0,0 1 0 0 0,0 0-1 0 0,-1-1 1 0 0,1 3 0 0 0,-1-1 6 0 0,0-1 0 0 0,-1 1 0 0 0,1 0 0 0 0,-1-1 0 0 0,1 1 0 0 0,-1-1 0 0 0,0 1-1 0 0,0-1 1 0 0,0 0 0 0 0,0 1 0 0 0,-1-1 0 0 0,1 0 0 0 0,-1 0 0 0 0,1 1 0 0 0,-3 1 0 0 0,-9 9 111 0 0,0 0 1 0 0,-1-1 0 0 0,-28 19 0 0 0,33-24-101 0 0,-32 20 156 0 0,-24 19-646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26 110 3488 0 0,'-13'-7'-128'0'0,"12"7"141"0"0,0 0 0 0 0,1 0 0 0 0,-1 0 1 0 0,1-1-1 0 0,-1 1 0 0 0,0 0 0 0 0,1-1 0 0 0,-1 1 1 0 0,1-1-1 0 0,-1 1 0 0 0,1 0 0 0 0,-1-1 0 0 0,1 1 1 0 0,-1-1-1 0 0,1 1 0 0 0,-1-1 0 0 0,1 0 1 0 0,0 1-1 0 0,-1-1 0 0 0,1 1 0 0 0,0-1 0 0 0,0 0 1 0 0,-1 1-1 0 0,1-1 0 0 0,0 0 0 0 0,0 1 1 0 0,0-1-1 0 0,0 0 0 0 0,0 1 0 0 0,0-1 0 0 0,0 0 1 0 0,0 1-1 0 0,0-1 0 0 0,0 0 0 0 0,0 1 0 0 0,1-1 1 0 0,-1 0-1 0 0,1-2 1 0 0,1 1-1 0 0,0 0 1 0 0,0 0 0 0 0,-1 0-1 0 0,1 0 1 0 0,0 0 0 0 0,0 1-1 0 0,1-1 1 0 0,-1 0 0 0 0,3-1-1 0 0,64-28 89 0 0,-51 24-80 0 0,1 0-1 0 0,30-4 1 0 0,-45 10-23 0 0,1 0-1 0 0,-1 0 1 0 0,0 1 0 0 0,1-1 0 0 0,-1 1 0 0 0,1 0 0 0 0,-1 1-1 0 0,0-1 1 0 0,1 1 0 0 0,-1 0 0 0 0,0 0 0 0 0,0 0 0 0 0,1 0-1 0 0,-1 1 1 0 0,0 0 0 0 0,0 0 0 0 0,7 4 0 0 0,-10-4 2 0 0,1 0 1 0 0,-1 0-1 0 0,0 0 0 0 0,0 0 1 0 0,0 0-1 0 0,0 0 1 0 0,0 0-1 0 0,0 1 1 0 0,0-1-1 0 0,-1 0 1 0 0,1 0-1 0 0,-1 1 0 0 0,1-1 1 0 0,-1 0-1 0 0,0 1 1 0 0,0-1-1 0 0,0 0 1 0 0,0 1-1 0 0,-1-1 1 0 0,1 0-1 0 0,-1 1 0 0 0,1-1 1 0 0,-1 0-1 0 0,0 1 1 0 0,0-1-1 0 0,0 0 1 0 0,-2 3-1 0 0,-4 10 27 0 0,-1-1 0 0 0,-18 25 0 0 0,15-24 12 0 0,-26 32 148 0 0,-6 11 480 0 0,42-58-659 0 0,1 1 0 0 0,0-1 0 0 0,0 1 0 0 0,0-1 0 0 0,0 0 0 0 0,0 1 0 0 0,-1-1 0 0 0,1 1 0 0 0,0-1 0 0 0,0 1 0 0 0,0-1 0 0 0,0 1 0 0 0,0-1 0 0 0,1 0 0 0 0,-1 1 0 0 0,0-1 0 0 0,0 1 0 0 0,0-1 0 0 0,0 1 0 0 0,0-1 0 0 0,1 0 0 0 0,-1 1 0 0 0,0-1 0 0 0,0 1 0 0 0,1-1 0 0 0,-1 0 0 0 0,0 1 0 0 0,0-1 0 0 0,1 0 0 0 0,-1 1 0 0 0,0-1 0 0 0,1 0-1 0 0,-1 0 1 0 0,1 1 0 0 0,-1-1 0 0 0,0 0 0 0 0,1 0 0 0 0,-1 0 0 0 0,1 0 0 0 0,-1 1 0 0 0,0-1 0 0 0,1 0 0 0 0,-1 0 0 0 0,1 0 0 0 0,-1 0 0 0 0,1 0 0 0 0,-1 0 0 0 0,1 0 0 0 0,0 0 0 0 0,26 1 16 0 0,-25-1 10 0 0,98-4 177 0 0,148-28 0 0 0,-71 7 467 0 0,-176 25-692 0 0,-1 0 1 0 0,1 0-1 0 0,-1 0 1 0 0,0 0-1 0 0,1 0 1 0 0,-1 0-1 0 0,0 0 1 0 0,1 0-1 0 0,-1 0 1 0 0,0 0-1 0 0,1 0 0 0 0,-1 0 1 0 0,1 0-1 0 0,-1 0 1 0 0,0 0-1 0 0,1-1 1 0 0,-1 1-1 0 0,0 0 1 0 0,0 0-1 0 0,1 0 1 0 0,-1-1-1 0 0,0 1 0 0 0,1 0 1 0 0,-1 0-1 0 0,0-1 1 0 0,0 1-1 0 0,1 0 1 0 0,-1 0-1 0 0,0-1 1 0 0,0 1-1 0 0,0 0 1 0 0,0-1-1 0 0,1 1 1 0 0,-1 0-1 0 0,0-1 0 0 0,0 1 1 0 0,0 0-1 0 0,0-1 1 0 0,0 1-1 0 0,0-1 1 0 0,0 1-1 0 0,0 0 1 0 0,0-1-1 0 0,0 1 1 0 0,0 0-1 0 0,0-1 0 0 0,0 1 1 0 0,0 0-1 0 0,0-1 1 0 0,-1 1-1 0 0,1 0 1 0 0,0-1-1 0 0,-11-14-2549 0 0,10 14 2199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841 100 4168 0 0,'-4'-7'-39'0'0,"0"0"-1"0"0,-1 0 1 0 0,1 1-1 0 0,-1-1 1 0 0,-1 1-1 0 0,1 0 1 0 0,-1 1-1 0 0,0 0 1 0 0,-1 0-1 0 0,1 0 1 0 0,-1 1-1 0 0,0-1 1 0 0,0 2-1 0 0,0-1 1 0 0,-1 1-1 0 0,1 0 1 0 0,-1 1-1 0 0,-10-3 1 0 0,4 3 52 0 0,1 0 1 0 0,-1 1-1 0 0,0 1 1 0 0,0 0 0 0 0,0 1-1 0 0,0 1 1 0 0,0 0-1 0 0,0 1 1 0 0,-25 8 0 0 0,-9 7 22 0 0,2 2 1 0 0,1 2 0 0 0,1 2-1 0 0,0 3 1 0 0,2 0 0 0 0,2 3-1 0 0,0 2 1 0 0,-40 41 0 0 0,66-60 2 0 0,1 1 1 0 0,1 1 0 0 0,0 0-1 0 0,0 1 1 0 0,2 0 0 0 0,0 1-1 0 0,-14 33 1 0 0,21-42-22 0 0,1 0 1 0 0,-1 0-1 0 0,1 0 1 0 0,1 1 0 0 0,0-1-1 0 0,0 0 1 0 0,0 1-1 0 0,1-1 1 0 0,1 1-1 0 0,-1-1 1 0 0,1 1-1 0 0,1-1 1 0 0,-1 1 0 0 0,2-1-1 0 0,-1 0 1 0 0,1 0-1 0 0,0 0 1 0 0,1-1-1 0 0,-1 1 1 0 0,8 10-1 0 0,5 2 22 0 0,0 0 0 0 0,2-1-1 0 0,0-1 1 0 0,1 0-1 0 0,0-2 1 0 0,1 0 0 0 0,1-1-1 0 0,1-1 1 0 0,0-1-1 0 0,1-1 1 0 0,0-2 0 0 0,35 13-1 0 0,-2-5 232 0 0,1-2-1 0 0,1-3 0 0 0,0-2 1 0 0,79 4-1 0 0,-118-14-136 0 0,-1-1 0 0 0,0 0-1 0 0,0-2 1 0 0,1 0 0 0 0,-1-1-1 0 0,0-1 1 0 0,-1 0-1 0 0,1-1 1 0 0,-1-2 0 0 0,0 1-1 0 0,0-2 1 0 0,-1 0 0 0 0,0-1-1 0 0,0-1 1 0 0,-1 0 0 0 0,-1-1-1 0 0,1-1 1 0 0,-2 0 0 0 0,0-1-1 0 0,0 0 1 0 0,10-15 0 0 0,0-1-53 0 0,-2 0 1 0 0,-1-1 0 0 0,-2 0 0 0 0,-1-2 0 0 0,19-49 0 0 0,-28 60-56 0 0,-1 0 0 0 0,0-1 0 0 0,-2 0 0 0 0,-1-1 0 0 0,0 1 0 0 0,-2-1 0 0 0,0 1 0 0 0,-2-1 0 0 0,-4-40 0 0 0,3 55-28 0 0,-1 1 1 0 0,0-1-1 0 0,-1 0 0 0 0,0 1 1 0 0,0 0-1 0 0,0-1 0 0 0,-1 1 1 0 0,0 1-1 0 0,0-1 1 0 0,-1 0-1 0 0,1 1 0 0 0,-2 0 1 0 0,1 0-1 0 0,-1 1 0 0 0,1-1 1 0 0,-2 1-1 0 0,1 1 1 0 0,0-1-1 0 0,-1 1 0 0 0,0 0 1 0 0,0 0-1 0 0,0 1 0 0 0,-1 0 1 0 0,1 0-1 0 0,-1 1 0 0 0,-12-3 1 0 0,-18-2-21 0 0,0 2 0 0 0,-1 1 1 0 0,0 3-1 0 0,-47 2 0 0 0,30 0-10 0 0,16 1-113 0 0,27-1-740 0 0,0 0 1 0 0,0-1-1 0 0,-25-3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94 275 5801 0 0,'-51'-70'-488'0'0,"50"69"569"0"0,-6-9 59 0 0,7 10-139 0 0,0 0-1 0 0,0-1 1 0 0,0 1 0 0 0,0 0-1 0 0,0 0 1 0 0,0 0 0 0 0,0-1-1 0 0,0 1 1 0 0,0 0 0 0 0,0 0 0 0 0,-1 0-1 0 0,1-1 1 0 0,0 1 0 0 0,0 0-1 0 0,0 0 1 0 0,0 0 0 0 0,0 0-1 0 0,0-1 1 0 0,-1 1 0 0 0,1 0-1 0 0,0 0 1 0 0,0 0 0 0 0,0 0-1 0 0,-1 0 1 0 0,1 0 0 0 0,0 0-1 0 0,0-1 1 0 0,0 1 0 0 0,-1 0-1 0 0,1 0 1 0 0,0 0 0 0 0,0 0-1 0 0,0 0 1 0 0,-1 0 0 0 0,1 0-1 0 0,0 0 1 0 0,0 0 0 0 0,0 0-1 0 0,-1 0 1 0 0,1 0 0 0 0,0 0-1 0 0,0 0 1 0 0,-1 0 0 0 0,1 0-1 0 0,0 1 1 0 0,0-1 0 0 0,0 0-1 0 0,-1 0 1 0 0,-1 13 5 0 0,0 0 0 0 0,1 1-1 0 0,1-1 1 0 0,0 0 0 0 0,1 1-1 0 0,0-1 1 0 0,1 0 0 0 0,1 0-1 0 0,0 0 1 0 0,0 0 0 0 0,6 12-1 0 0,12 26 21 0 0,34 63 0 0 0,-45-95-10 0 0,38 62 191 0 0,-47-80-58 0 0,-2-8-139 0 0,-51-261 19 0 0,47 249-29 0 0,-24-160 47 0 0,28 174-35 0 0,0-1 1 0 0,1 1-1 0 0,-1-1 0 0 0,1 0 0 0 0,1 1 0 0 0,-1-1 1 0 0,1 0-1 0 0,0 1 0 0 0,0-1 0 0 0,4-8 0 0 0,-3 10-9 0 0,1 0 0 0 0,-1 0-1 0 0,1 1 1 0 0,0-1 0 0 0,0 1 0 0 0,1-1-1 0 0,-1 1 1 0 0,1 0 0 0 0,0 0-1 0 0,-1 1 1 0 0,1-1 0 0 0,0 1 0 0 0,8-4-1 0 0,1 0-12 0 0,0 1 0 0 0,0 0-1 0 0,0 0 1 0 0,1 2 0 0 0,0 0-1 0 0,0 0 1 0 0,0 1 0 0 0,0 1 0 0 0,20 0-1 0 0,-25 1 2 0 0,0 1 0 0 0,0 0 0 0 0,0 1-1 0 0,0 0 1 0 0,0 0 0 0 0,0 1 0 0 0,-1 0-1 0 0,0 0 1 0 0,1 1 0 0 0,-1 0 0 0 0,0 0-1 0 0,-1 1 1 0 0,1 0 0 0 0,-1 1 0 0 0,11 11 0 0 0,-16-16 7 0 0,-1 1 0 0 0,0 0 0 0 0,1 0 0 0 0,-1 0 0 0 0,0 1 0 0 0,0-1 0 0 0,-1 0 0 0 0,1 0 0 0 0,0 1 0 0 0,-1-1 0 0 0,1 0 0 0 0,-1 1 1 0 0,0-1-1 0 0,0 0 0 0 0,0 1 0 0 0,0-1 0 0 0,0 0 0 0 0,0 1 0 0 0,-1-1 0 0 0,1 0 0 0 0,-1 1 0 0 0,1-1 0 0 0,-1 0 0 0 0,0 0 0 0 0,0 0 1 0 0,0 1-1 0 0,0-1 0 0 0,-1 0 0 0 0,1 0 0 0 0,0-1 0 0 0,-1 1 0 0 0,-2 3 0 0 0,-4 4 0 0 0,-1 0 0 0 0,1 0-1 0 0,-1-1 1 0 0,0 0 0 0 0,-13 7 0 0 0,-37 20 43 0 0,-3-3 1 0 0,0-3-1 0 0,-120 39 1 0 0,166-66 742 0 0,36-15-613 0 0,47-18-114 0 0,-55 26-50 0 0,-7 4-7 0 0,-1 0 0 0 0,1-1-1 0 0,0 2 1 0 0,-1-1 0 0 0,1 0 0 0 0,0 1 0 0 0,-1 0 0 0 0,1 0 0 0 0,0 0 0 0 0,-1 1-1 0 0,7 1 1 0 0,-7-2-3 0 0,1 1 1 0 0,0-1-1 0 0,0 1 0 0 0,0 0 0 0 0,-1 1 0 0 0,1-1 0 0 0,-1 1 0 0 0,1 0 0 0 0,-1 0 0 0 0,0 1 0 0 0,1-1 1 0 0,5 6-1 0 0,39 43-33 0 0,-44-43 39 0 0,2 0-1 0 0,-1 0 1 0 0,1-1-1 0 0,0-1 1 0 0,0 1-1 0 0,1-1 1 0 0,-1 0-1 0 0,2 0 1 0 0,10 5-1 0 0,14 0 14 0 0,0 0 0 0 0,1-3 1 0 0,1 0-1 0 0,0-3 0 0 0,-1 0 0 0 0,2-3 0 0 0,-1 0 0 0 0,0-3 0 0 0,51-6 0 0 0,-80 6-6 0 0,1 0 0 0 0,0 0-1 0 0,-1-1 1 0 0,1 0 0 0 0,-1 0 0 0 0,0-1 0 0 0,0 1-1 0 0,0-1 1 0 0,0-1 0 0 0,0 1 0 0 0,0-1 0 0 0,-1 0 0 0 0,0 0-1 0 0,0-1 1 0 0,0 0 0 0 0,8-9 0 0 0,-9 7 46 0 0,0 0-1 0 0,0-1 1 0 0,0 1 0 0 0,-1-1 0 0 0,0 0 0 0 0,0 0 0 0 0,-1 0 0 0 0,0 0-1 0 0,-1 0 1 0 0,1-1 0 0 0,-2 1 0 0 0,1-13 0 0 0,-1 17-42 0 0,2-3-10 0 0,5-8-59 0 0,0 21 64 0 0,11 12 6 0 0,-5-10-55 0 0,1 0 1 0 0,0-1-1 0 0,0 0 1 0 0,0-1-1 0 0,1-1 0 0 0,23 6 1 0 0,-21-8-857 0 0,0 0 1 0 0,0-1-1 0 0,19-1 1 0 0,-5-1-1556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32 6461 0 0,'-52'-23'370'0'0,"35"14"-3331"0"0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9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228 477 5088 0 0,'-20'3'-606'0'0,"8"0"535"0"0,0 0 0 0 0,0 1-1 0 0,0 0 1 0 0,0 1 0 0 0,1 1 0 0 0,0 0 0 0 0,0 0 0 0 0,0 1 0 0 0,1 1 0 0 0,0 0 0 0 0,0 0-1 0 0,1 0 1 0 0,0 1 0 0 0,1 1 0 0 0,0 0 0 0 0,0 0 0 0 0,1 0 0 0 0,0 1 0 0 0,-7 17 0 0 0,13-27 69 0 0,1 0 1 0 0,-1 0-1 0 0,1 0 1 0 0,0 1-1 0 0,-1-1 1 0 0,1 0-1 0 0,0 0 1 0 0,0 0-1 0 0,0 1 1 0 0,0-1-1 0 0,0 0 1 0 0,0 0-1 0 0,0 0 1 0 0,0 1-1 0 0,0-1 1 0 0,1 0-1 0 0,-1 0 0 0 0,0 0 1 0 0,1 1-1 0 0,-1-1 1 0 0,1 0-1 0 0,-1 0 1 0 0,1 0-1 0 0,1 1 1 0 0,0 0-1 0 0,0 0 0 0 0,0 0 0 0 0,0 0-1 0 0,0 0 1 0 0,1 0 0 0 0,-1-1 0 0 0,1 1 0 0 0,-1-1 0 0 0,6 2-1 0 0,4 1 5 0 0,0 0-1 0 0,0-1 1 0 0,18 2-1 0 0,-15-4-28 0 0,0 0 0 0 0,0 0-1 0 0,0-1 1 0 0,0-1-1 0 0,0-1 1 0 0,0 0 0 0 0,-1-1-1 0 0,22-7 1 0 0,-27 7 24 0 0,-1 0 0 0 0,0-1 1 0 0,1 0-1 0 0,-1 0 0 0 0,-1-1 0 0 0,1 0 1 0 0,-1 0-1 0 0,0-1 0 0 0,0 0 1 0 0,0 0-1 0 0,-1-1 0 0 0,0 0 0 0 0,-1 0 1 0 0,10-15-1 0 0,-14 19 35 0 0,1 1 1 0 0,-1-1 0 0 0,0 0-1 0 0,0 0 1 0 0,0-1-1 0 0,-1 1 1 0 0,1 0-1 0 0,-1 0 1 0 0,1 0-1 0 0,-1 0 1 0 0,0-1-1 0 0,-1 1 1 0 0,1 0-1 0 0,0 0 1 0 0,-1 0 0 0 0,0 0-1 0 0,1-1 1 0 0,-1 1-1 0 0,-1 0 1 0 0,1 0-1 0 0,0 1 1 0 0,-1-1-1 0 0,1 0 1 0 0,-1 0-1 0 0,-3-3 1 0 0,3 4 6 0 0,-37 4 147 0 0,34-1-174 0 0,-7 3 27 0 0,11-2-32 0 0,1 1-1 0 0,-1-1 1 0 0,1 0 0 0 0,0 0-1 0 0,0 0 1 0 0,-1 0-1 0 0,1 1 1 0 0,0-1 0 0 0,1 0-1 0 0,-1 0 1 0 0,0 0-1 0 0,1 0 1 0 0,-1 1 0 0 0,1-1-1 0 0,0 0 1 0 0,-1 0 0 0 0,1 0-1 0 0,0 0 1 0 0,0 0-1 0 0,1-1 1 0 0,-1 1 0 0 0,0 0-1 0 0,3 2 1 0 0,41 51 48 0 0,-31-40-36 0 0,154 161 99 0 0,33 41-18 0 0,-196-211-94 0 0,0 0-1 0 0,-1 0 0 0 0,0 1 0 0 0,0 0 1 0 0,-1 0-1 0 0,0 0 0 0 0,0 0 0 0 0,0 0 1 0 0,1 9-1 0 0,-4-13-3 0 0,1 0 0 0 0,-1 0 0 0 0,0 0 0 0 0,0-1 0 0 0,0 1 0 0 0,0 0 0 0 0,-1 0 0 0 0,1 0 0 0 0,-1 0 0 0 0,0 0 0 0 0,1 0 0 0 0,-1-1 0 0 0,-1 1 0 0 0,1 0 0 0 0,0-1 0 0 0,-1 1 0 0 0,1-1 0 0 0,-1 1 0 0 0,0-1 0 0 0,0 0 0 0 0,1 0 0 0 0,-2 0 0 0 0,1 0 0 0 0,0 0 0 0 0,0 0 0 0 0,-5 3 0 0 0,-11 5 7 0 0,0-1 0 0 0,-1 0 0 0 0,0-1 0 0 0,-1-1 0 0 0,1-1 0 0 0,-1 0 0 0 0,-30 3 0 0 0,-5-3 132 0 0,-87 0 0 0 0,135-6-101 0 0,-1 0-1 0 0,1-1 0 0 0,-1 0 1 0 0,1 0-1 0 0,0 0 1 0 0,-1-1-1 0 0,1 0 0 0 0,-13-7 1 0 0,18 9-33 0 0,0-1 0 0 0,1 0 0 0 0,-1-1 1 0 0,1 1-1 0 0,0 0 0 0 0,-1 0 0 0 0,1 0 1 0 0,0-1-1 0 0,0 1 0 0 0,0-1 0 0 0,-1 1 0 0 0,2-1 1 0 0,-1 1-1 0 0,0-1 0 0 0,0 0 0 0 0,0 0 1 0 0,1 1-1 0 0,-1-1 0 0 0,1 0 0 0 0,0 0 0 0 0,-1 1 1 0 0,1-1-1 0 0,0 0 0 0 0,0 0 0 0 0,0 0 1 0 0,0 0-1 0 0,0 1 0 0 0,1-1 0 0 0,-1 0 0 0 0,0 0 1 0 0,1 0-1 0 0,-1 1 0 0 0,1-1 0 0 0,0 0 1 0 0,0 1-1 0 0,0-1 0 0 0,0 0 0 0 0,0 1 0 0 0,0-1 1 0 0,0 1-1 0 0,1-2 0 0 0,20-26-35 0 0,1 1 0 0 0,1 1 0 0 0,1 1 0 0 0,47-38 0 0 0,27-26-158 0 0,-75 65 206 0 0,-2 0-1 0 0,-1-2 0 0 0,0 0 1 0 0,-2-1-1 0 0,-2-1 1 0 0,0-1-1 0 0,-2 0 0 0 0,-1-1 1 0 0,-2 0-1 0 0,-1-1 1 0 0,-1-1-1 0 0,-2 0 0 0 0,-1 0 1 0 0,-2-1-1 0 0,-1 1 1 0 0,-2-1-1 0 0,-1 0 0 0 0,-6-61 1 0 0,0 51 255 0 0,1 5 287 0 0,-2 0-1 0 0,-14-51 1 0 0,14 49-130 0 0,6 39-401 0 0,-3-12-75 0 0,2 43 52 0 0,1 0 0 0 0,2 0 0 0 0,1-1 0 0 0,1 1 1 0 0,2-1-1 0 0,1 1 0 0 0,11 31 0 0 0,88 193 125 0 0,-100-242-127 0 0,12 47 23 0 0,-18-55-33 0 0,-1-1 6 0 0,0-1 1 0 0,-1 0-1 0 0,1 1 1 0 0,-1-1-1 0 0,1 0 0 0 0,-1 0 1 0 0,1 0-1 0 0,-1 0 0 0 0,0 0 1 0 0,1 0-1 0 0,-1 0 1 0 0,0-1-1 0 0,0 1 0 0 0,0 0 1 0 0,0-1-1 0 0,0 0 0 0 0,1 1 1 0 0,-1-1-1 0 0,0 0 0 0 0,0 0 1 0 0,0 0-1 0 0,0 0 1 0 0,0-1-1 0 0,0 1 0 0 0,0 0 1 0 0,0-1-1 0 0,0 1 0 0 0,1-1 1 0 0,-1 0-1 0 0,0 0 1 0 0,-3-1-1 0 0,3 1 1 0 0,-1 0 4 0 0,0 0 0 0 0,1 0 0 0 0,-1 0 0 0 0,0-1 0 0 0,1 1 0 0 0,-1-1 0 0 0,1 1 0 0 0,0-1 0 0 0,-1 0 0 0 0,1 0 0 0 0,0 0 0 0 0,0 0 0 0 0,0-1 0 0 0,0 1 0 0 0,-3-5 0 0 0,5 5-4 0 0,-1 0 0 0 0,0 0 0 0 0,1 0 1 0 0,0 0-1 0 0,-1 1 0 0 0,1-1 1 0 0,0 0-1 0 0,0 0 0 0 0,0 0 0 0 0,0 0 1 0 0,0 0-1 0 0,0 0 0 0 0,1 0 1 0 0,-1 0-1 0 0,1 0 0 0 0,-1 0 0 0 0,1 1 1 0 0,1-4-1 0 0,0 1-4 0 0,1 0-1 0 0,-1 1 1 0 0,1-1 0 0 0,0 1 0 0 0,0-1-1 0 0,0 1 1 0 0,1 0 0 0 0,-1 0 0 0 0,1 1 0 0 0,-1-1-1 0 0,1 1 1 0 0,0-1 0 0 0,0 1 0 0 0,0 0-1 0 0,0 1 1 0 0,1-1 0 0 0,-1 1 0 0 0,0 0-1 0 0,7-1 1 0 0,5 1-10 0 0,0 1 1 0 0,0 0-1 0 0,0 2 0 0 0,0 0 1 0 0,0 0-1 0 0,-1 2 0 0 0,1 0 1 0 0,-1 0-1 0 0,0 2 0 0 0,26 12 1 0 0,3 5 5 0 0,-1 2 0 0 0,47 36-1 0 0,-88-59 28 0 0,1 0 0 0 0,0-1 0 0 0,-1 1-1 0 0,1 0 1 0 0,0-1 0 0 0,0 1 0 0 0,0-1-1 0 0,0 0 1 0 0,0 0 0 0 0,0 0-1 0 0,0-1 1 0 0,1 1 0 0 0,-1-1 0 0 0,0 1-1 0 0,0-1 1 0 0,1 0 0 0 0,-1 0 0 0 0,4-1-1 0 0,-3-1-91 0 0,-1 1 0 0 0,1-1 0 0 0,0 0 0 0 0,-1 0 0 0 0,1 0 0 0 0,-1 0 0 0 0,0-1 0 0 0,0 1 0 0 0,0-1 1 0 0,0 0-1 0 0,0 0 0 0 0,-1 0 0 0 0,1 0 0 0 0,-1 0 0 0 0,3-6 0 0 0,18-25-3067 0 0,-13 14 679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88 6081 0 0,'-1'-36'-380'0'0,"1"-13"-407"0"0,2 46 536 0 0,2 27 246 0 0,46 204-18 0 0,-43-93 71 0 0,-7-101-27 0 0,1 0 0 0 0,2 0 1 0 0,11 51-1 0 0,-12-78-12 0 0,1 0 0 0 0,0 0 0 0 0,0 0 1 0 0,1 0-1 0 0,0-1 0 0 0,0 0 0 0 0,1 0 0 0 0,0 0 1 0 0,0 0-1 0 0,0-1 0 0 0,1 0 0 0 0,-1 0 1 0 0,1 0-1 0 0,1-1 0 0 0,-1 0 0 0 0,0 0 0 0 0,1-1 1 0 0,0 1-1 0 0,0-1 0 0 0,0-1 0 0 0,0 0 1 0 0,0 0-1 0 0,10 2 0 0 0,4 0-275 0 0,1 0 1 0 0,0-2-1 0 0,-1 0 0 0 0,1-2 1 0 0,0 0-1 0 0,38-6 1 0 0,-8-6-665 0 0,-5-2 586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42 134 3056 0 0,'-17'5'52'0'0,"4"-3"60"0"0,2-2 180 0 0,57-12-260 0 0,-10 7 16 0 0,19-7 16 0 0,11-1-44 0 0,13 1 16 0 0,6-5-16 0 0,3 2-36 0 0,0 0-112 0 0,-6 0-292 0 0,-19 0-660 0 0,-5 6 848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1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338 581 2808 0 0,'1'-2'44'0'0,"0"1"0"0"0,0-1 0 0 0,0 0 1 0 0,0 1-1 0 0,0-1 0 0 0,0 0 0 0 0,-1 1 0 0 0,1-1 0 0 0,0 0 0 0 0,-1 0 0 0 0,0 0 0 0 0,1 1 0 0 0,-1-1 0 0 0,0 0 0 0 0,0 0 1 0 0,0 0-1 0 0,0 0 0 0 0,0 0 0 0 0,-1 1 0 0 0,1-1 0 0 0,0 0 0 0 0,-1 0 0 0 0,0 0 0 0 0,1 1 0 0 0,-1-1 0 0 0,0 0 0 0 0,0 1 0 0 0,0-1 1 0 0,0 1-1 0 0,0-1 0 0 0,-2-1 0 0 0,1 1-19 0 0,0 0 0 0 0,0 0 0 0 0,0 0 1 0 0,-1 1-1 0 0,1-1 0 0 0,-1 1 0 0 0,1-1 0 0 0,-1 1 1 0 0,0 0-1 0 0,1 0 0 0 0,-1 0 0 0 0,0 0 0 0 0,0 1 1 0 0,0-1-1 0 0,0 1 0 0 0,1 0 0 0 0,-1 0 0 0 0,0 0 1 0 0,0 0-1 0 0,0 0 0 0 0,-4 1 0 0 0,-11 4-1 0 0,-1 0-1 0 0,1 1 1 0 0,0 1-1 0 0,1 1 0 0 0,0 0 1 0 0,-27 18-1 0 0,32-19-14 0 0,1 1 0 0 0,0 1-1 0 0,0 0 1 0 0,1 1 0 0 0,0 0-1 0 0,1 0 1 0 0,0 1 0 0 0,1 0-1 0 0,0 0 1 0 0,-8 17-1 0 0,14-26-4 0 0,1 1 0 0 0,0-1 0 0 0,0 1-1 0 0,1-1 1 0 0,-1 1 0 0 0,1-1-1 0 0,-1 1 1 0 0,1-1 0 0 0,0 1-1 0 0,-1 0 1 0 0,2-1 0 0 0,-1 1 0 0 0,0-1-1 0 0,0 1 1 0 0,1-1 0 0 0,-1 1-1 0 0,1 0 1 0 0,0-1 0 0 0,0 0 0 0 0,0 1-1 0 0,2 3 1 0 0,0-1 2 0 0,1-1 0 0 0,-1 0 0 0 0,1 0 0 0 0,0 0 0 0 0,0-1 0 0 0,0 1 0 0 0,1-1 0 0 0,-1 0 0 0 0,10 5 0 0 0,7 1 11 0 0,-1 0-1 0 0,2-2 0 0 0,42 10 1 0 0,-2-5 29 0 0,109 8 0 0 0,-146-18-27 0 0,0-2 1 0 0,1-1-1 0 0,-1-1 1 0 0,0-1-1 0 0,0-1 0 0 0,-1-2 1 0 0,33-10-1 0 0,-48 12-13 0 0,0 0 1 0 0,0 0-1 0 0,-1-1 0 0 0,0 0 1 0 0,0 0-1 0 0,0-1 0 0 0,-1 0 1 0 0,0-1-1 0 0,0 0 0 0 0,0 0 1 0 0,-1 0-1 0 0,7-11 0 0 0,-5 6-2 0 0,-1-1 0 0 0,-1 0-1 0 0,0 0 1 0 0,-1 0-1 0 0,-1-1 1 0 0,0 0 0 0 0,4-20-1 0 0,-3-15 22 0 0,-2 0-1 0 0,-2 0 1 0 0,-10-87-1 0 0,6 105 7 0 0,-22-167 358 0 0,14 124-119 0 0,1 47-280 0 0,10 27 1 0 0,0-1 0 0 0,-1 1 0 0 0,1-1 0 0 0,0 1 0 0 0,-1-1 0 0 0,1 1 0 0 0,0-1 0 0 0,-1 1 0 0 0,1-1 0 0 0,0 0 0 0 0,0 1 0 0 0,0-1 0 0 0,0 0 0 0 0,-1 1 0 0 0,1-1 0 0 0,0 0 0 0 0,0 1-1 0 0,0-1 1 0 0,0 1 0 0 0,1-1 0 0 0,-1 0 0 0 0,0 1 0 0 0,0-2 0 0 0,0 3 8 0 0,-3 4-3 0 0,0 0 0 0 0,1 1-1 0 0,-1-1 1 0 0,1 1 0 0 0,1-1-1 0 0,-1 1 1 0 0,1 0 0 0 0,0 0 0 0 0,0 8-1 0 0,0 15 13 0 0,1 0 1 0 0,2 0-1 0 0,0-1 0 0 0,3 1 0 0 0,0 0 0 0 0,2-1 0 0 0,0 0 0 0 0,3-1 0 0 0,0 0 1 0 0,1 0-1 0 0,2-1 0 0 0,19 30 0 0 0,-21-38 14 0 0,1-1-1 0 0,0 1 1 0 0,1-2-1 0 0,1 0 1 0 0,1-1 0 0 0,1 0-1 0 0,0-1 1 0 0,0-1-1 0 0,1 0 1 0 0,1-2 0 0 0,0 0-1 0 0,1-1 1 0 0,0 0 0 0 0,0-2-1 0 0,1 0 1 0 0,0-1-1 0 0,27 5 1 0 0,-43-11-17 0 0,0 0 0 0 0,1-1 1 0 0,-1 1-1 0 0,0-1 0 0 0,1 0 1 0 0,-1 0-1 0 0,0-1 0 0 0,0 1 0 0 0,1-1 1 0 0,-1 0-1 0 0,0 0 0 0 0,0 0 0 0 0,0 0 1 0 0,0-1-1 0 0,0 0 0 0 0,0 0 0 0 0,0 0 1 0 0,-1 0-1 0 0,1 0 0 0 0,-1-1 1 0 0,0 0-1 0 0,1 1 0 0 0,-1-1 0 0 0,0 0 1 0 0,-1-1-1 0 0,4-3 0 0 0,0-3 20 0 0,-1 0 0 0 0,0-1 1 0 0,-1 0-1 0 0,0 1 0 0 0,-1-1 0 0 0,0-1 0 0 0,-1 1 0 0 0,2-19 1 0 0,2-25 232 0 0,-6 54-258 0 0,2 7 7 0 0,2 6 5 0 0,1 0-1 0 0,0-1 1 0 0,0 1 0 0 0,2-1 0 0 0,-1 0-1 0 0,2-1 1 0 0,-1 1 0 0 0,1-2-1 0 0,1 1 1 0 0,0-1 0 0 0,0 0 0 0 0,13 9-1 0 0,-10-8-254 0 0,-1-2 0 0 0,2 1-1 0 0,-1-2 1 0 0,1 1 0 0 0,0-2-1 0 0,0 0 1 0 0,1 0 0 0 0,0-1-1 0 0,0-1 1 0 0,27 5 0 0 0,-16-9-1284 0 0,-5-2 190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2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30 4560 0 0,'-13'-10'232'0'0,"2"3"-32"0"0,0 4-44 0 0,2-2 205 0 0,-4 0-177 0 0,2 20-525 0 0,22 0-871 0 0,-6-8-196 0 0,9-2 532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183 509 3828 0 0,'-18'7'-47'0'0,"-4"1"-29"0"0,-1 2-1 0 0,-35 21 1 0 0,53-29 71 0 0,1 1-1 0 0,-1 0 0 0 0,1 0 1 0 0,0 0-1 0 0,0 1 0 0 0,0 0 1 0 0,1 0-1 0 0,-1-1 0 0 0,1 2 1 0 0,0-1-1 0 0,0 0 0 0 0,1 1 0 0 0,-1-1 1 0 0,1 1-1 0 0,0 0 0 0 0,0 0 1 0 0,0 0-1 0 0,-1 9 0 0 0,3-10 10 0 0,1 1-1 0 0,-1-1 1 0 0,1 1-1 0 0,0-1 1 0 0,0 0 0 0 0,1 1-1 0 0,-1-1 1 0 0,1 0-1 0 0,0 0 1 0 0,0 0-1 0 0,1 0 1 0 0,-1 0-1 0 0,1-1 1 0 0,-1 1-1 0 0,1-1 1 0 0,0 1 0 0 0,1-1-1 0 0,-1 0 1 0 0,0 0-1 0 0,1-1 1 0 0,4 3-1 0 0,11 9 10 0 0,1-2 0 0 0,33 16 0 0 0,-52-28-13 0 0,36 17 10 0 0,0-2 1 0 0,1-1-1 0 0,55 11 0 0 0,-70-20 7 0 0,1-1 0 0 0,-1-1 0 0 0,1-1 0 0 0,0-1 0 0 0,0-1 0 0 0,46-7 0 0 0,-64 6-12 0 0,0 0 1 0 0,-1 0-1 0 0,0-1 0 0 0,1 0 0 0 0,-1 0 1 0 0,0 0-1 0 0,0-1 0 0 0,0 1 0 0 0,0-1 1 0 0,0-1-1 0 0,-1 1 0 0 0,1-1 0 0 0,-1 1 1 0 0,0-1-1 0 0,0 0 0 0 0,3-6 0 0 0,-3 4 4 0 0,0-1 0 0 0,0 0 0 0 0,-1 0-1 0 0,0 0 1 0 0,-1 0 0 0 0,0 0-1 0 0,0-1 1 0 0,0 1 0 0 0,-1-1 0 0 0,1-12-1 0 0,-3-12 52 0 0,-1 0 0 0 0,-2 0 0 0 0,0 0 0 0 0,-15-48 0 0 0,17 71-39 0 0,-47-165 258 0 0,-20-94 657 0 0,53 202-711 0 0,16 65-199 0 0,-1 7-31 0 0,1 24 6 0 0,1 1 0 0 0,1-1 1 0 0,1 1-1 0 0,2-1 0 0 0,16 56 0 0 0,66 149 101 0 0,-56-170-31 0 0,3-1 0 0 0,79 110-1 0 0,-90-137 257 0 0,-23-37-319 0 0,-1 0 0 0 0,1 0 1 0 0,0 0-1 0 0,0 0 0 0 0,0 0 0 0 0,0 0 1 0 0,0 0-1 0 0,0 0 0 0 0,0 0 0 0 0,0 0 1 0 0,0 0-1 0 0,0 0 0 0 0,0 0 0 0 0,0 0 0 0 0,-1 0 1 0 0,1 0-1 0 0,0 0 0 0 0,0 0 0 0 0,0 0 1 0 0,0 0-1 0 0,0 0 0 0 0,0 0 0 0 0,0 0 1 0 0,0 0-1 0 0,0 0 0 0 0,0 0 0 0 0,0 0 1 0 0,0 0-1 0 0,-1 0 0 0 0,1 0 0 0 0,0 0 1 0 0,0 0-1 0 0,0 0 0 0 0,0 0 0 0 0,0 0 1 0 0,0 0-1 0 0,0 0 0 0 0,0 0 0 0 0,0 0 1 0 0,0 0-1 0 0,0 1 0 0 0,0-1 0 0 0,0 0 1 0 0,0 0-1 0 0,0 0 0 0 0,0 0 0 0 0,0 0 1 0 0,0 0-1 0 0,0 0 0 0 0,0 0 0 0 0,0 0 1 0 0,0 0-1 0 0,0 0 0 0 0,0 1 0 0 0,0-1 1 0 0,-17-14 130 0 0,-2-7-66 0 0,1-1 0 0 0,0 0 1 0 0,2-2-1 0 0,0 1 0 0 0,-14-33 1 0 0,21 39-42 0 0,5 10-19 0 0,0 0 0 0 0,1 0 0 0 0,-1-1 0 0 0,2 1 0 0 0,-1-1 0 0 0,1 0 0 0 0,1 1 0 0 0,-1-1 0 0 0,1 0 0 0 0,0 0 0 0 0,1 0 0 0 0,0 0 0 0 0,1 0 0 0 0,-1 0 0 0 0,1 0 0 0 0,1 0 0 0 0,3-11 0 0 0,-3 13-12 0 0,1 0 0 0 0,0 0 0 0 0,0 1 0 0 0,0-1 0 0 0,1 1 0 0 0,0 0 0 0 0,0 0-1 0 0,0 0 1 0 0,0 1 0 0 0,1-1 0 0 0,0 1 0 0 0,0 0 0 0 0,0 0 0 0 0,1 1-1 0 0,-1 0 1 0 0,1 0 0 0 0,-1 0 0 0 0,1 0 0 0 0,0 1 0 0 0,0 0 0 0 0,1 0 0 0 0,6 0-1 0 0,-1 0-51 0 0,1 0-1 0 0,-1 1 1 0 0,1 1-1 0 0,-1 0 1 0 0,1 1-1 0 0,-1 0 1 0 0,1 1-1 0 0,-1 0 1 0 0,0 1-1 0 0,0 1 1 0 0,19 7-1 0 0,-30-11 39 0 0,0 0 0 0 0,0 1 0 0 0,0-1 0 0 0,0 0 0 0 0,0 1 1 0 0,0-1-1 0 0,-1 1 0 0 0,1-1 0 0 0,0 1 0 0 0,0-1 0 0 0,0 1 0 0 0,0 0 0 0 0,-1-1 0 0 0,1 1 0 0 0,0 0 0 0 0,-1 0 0 0 0,1 0 0 0 0,-1-1 0 0 0,1 1 0 0 0,-1 0 0 0 0,1 0 0 0 0,-1 0 0 0 0,1 0 0 0 0,-1 0 0 0 0,0 0 0 0 0,0 0 0 0 0,1 0 0 0 0,-1 0 0 0 0,0 0 0 0 0,0 0 0 0 0,0 2 0 0 0,-1-1 0 0 0,0 1 0 0 0,0-1 0 0 0,-1 0 0 0 0,1 0 0 0 0,0 0 0 0 0,-1 0 0 0 0,1 0 0 0 0,-1 0 0 0 0,0 0 0 0 0,0-1 0 0 0,0 1 0 0 0,-3 2 0 0 0,-11 6-25 0 0,0 0 0 0 0,-28 12 0 0 0,40-20 15 0 0,-286 117-283 0 0,269-111 276 0 0,21-8 31 0 0,0 0 1 0 0,0 0-1 0 0,0 0 0 0 0,0 0 1 0 0,-1 0-1 0 0,1 0 1 0 0,0-1-1 0 0,0 1 1 0 0,0 0-1 0 0,-1 1 0 0 0,1-1 1 0 0,0 0-1 0 0,0 0 1 0 0,0 0-1 0 0,0 0 0 0 0,-1 0 1 0 0,1 0-1 0 0,0 0 1 0 0,0 0-1 0 0,0 0 0 0 0,0 0 1 0 0,-1 0-1 0 0,1 0 1 0 0,0 0-1 0 0,0 1 0 0 0,0-1 1 0 0,0 0-1 0 0,0 0 1 0 0,-1 0-1 0 0,1 0 0 0 0,0 0 1 0 0,0 1-1 0 0,0-1 1 0 0,0 0-1 0 0,0 0 0 0 0,0 0 1 0 0,0 0-1 0 0,0 1 1 0 0,0-1-1 0 0,0 0 0 0 0,0 0 1 0 0,0 0-1 0 0,0 1 1 0 0,0-1-1 0 0,0 0 0 0 0,0 0 1 0 0,0 0-1 0 0,0 0 1 0 0,0 1-1 0 0,0-1 0 0 0,0 0 1 0 0,0 0-1 0 0,0 0 1 0 0,0 1-1 0 0,15 3 18 0 0,32-1-11 0 0,-43-3-1 0 0,148 0 2 0 0,25 0 5 0 0,-147 2-39 0 0,-1 1-1 0 0,0 2 1 0 0,55 15 0 0 0,-82-19-91 0 0,0-1-1 0 0,0 1 1 0 0,1 0-1 0 0,-1 0 1 0 0,0 0-1 0 0,0 0 1 0 0,0 0 0 0 0,0 0-1 0 0,0 0 1 0 0,-1 1-1 0 0,1-1 1 0 0,0 1-1 0 0,-1 0 1 0 0,1-1-1 0 0,-1 1 1 0 0,1 0-1 0 0,-1 0 1 0 0,0 0 0 0 0,1 0-1 0 0,-1 0 1 0 0,0 0-1 0 0,-1 0 1 0 0,1 0-1 0 0,0 0 1 0 0,-1 1-1 0 0,1 2 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29 218 3700 0 0,'-18'0'-185'0'0,"8"-2"414"0"0,9-1 710 0 0,19-5-910 0 0,1 1 0 0 0,0 0 0 0 0,0 2 0 0 0,1 0 0 0 0,-1 1 0 0 0,38-2 0 0 0,-4-1-13 0 0,13-3 12 0 0,240-50 108 0 0,-300 59-126 0 0,-1-1 0 0 0,0 0 0 0 0,0 0 0 0 0,0 0 0 0 0,0-1 0 0 0,0 1 0 0 0,-1-1 0 0 0,1-1 0 0 0,7-6 0 0 0,-12 9-10 0 0,1 1-1 0 0,-1-1 1 0 0,0 0-1 0 0,1 0 0 0 0,-1 1 1 0 0,0-1-1 0 0,0 0 1 0 0,0 0-1 0 0,0 0 1 0 0,0 1-1 0 0,0-1 0 0 0,0 0 1 0 0,0 0-1 0 0,0 0 1 0 0,0 1-1 0 0,0-1 0 0 0,0 0 1 0 0,-1 0-1 0 0,1 1 1 0 0,0-1-1 0 0,-1 0 0 0 0,1 0 1 0 0,0 1-1 0 0,-1-1 1 0 0,1 0-1 0 0,-1 1 0 0 0,1-1 1 0 0,-1 0-1 0 0,1 1 1 0 0,-1-1-1 0 0,0 1 0 0 0,1-1 1 0 0,-1 1-1 0 0,0-1 1 0 0,1 1-1 0 0,-1 0 0 0 0,0-1 1 0 0,1 1-1 0 0,-2-1 1 0 0,-28-14-15 0 0,6 9-11 0 0,0 1 0 0 0,-1 1 0 0 0,1 1 0 0 0,-1 1-1 0 0,-27 2 1 0 0,48 0-16 0 0,-7 4 8 0 0,59 11 31 0 0,73 12 1 0 0,-36-9-4 0 0,-58-12 7 0 0,-13-3-18 0 0,1 0 1 0 0,-1 0-1 0 0,0 2 0 0 0,26 11 1 0 0,-39-15 24 0 0,-6 2 14 0 0,-32 14-543 0 0,0-2 0 0 0,-1-1 0 0 0,-61 13 0 0 0,85-24-371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4.8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3348 0 0,'0'0'-221'0'0,"6"-2"-553"0"0,7-1 736 0 0,12-4 74 0 0,-1 0 1 0 0,1-1-1 0 0,42-23 0 0 0,-61 28 11 0 0,0 0-1 0 0,-1-1 1 0 0,1 1-1 0 0,-1-1 1 0 0,0-1-1 0 0,0 1 1 0 0,0-1-1 0 0,-1 0 1 0 0,0 0-1 0 0,1 0 1 0 0,-2-1-1 0 0,1 1 1 0 0,-1-1-1 0 0,0 0 1 0 0,0 0-1 0 0,0 0 1 0 0,-1-1-1 0 0,0 1 1 0 0,0 0-1 0 0,1-13 1 0 0,-2 14-12 0 0,-1 0 3 0 0,1 0 1 0 0,0 0-1 0 0,-1 0 1 0 0,0 0 0 0 0,0 0-1 0 0,0 1 1 0 0,-1-1-1 0 0,0 0 1 0 0,1 0-1 0 0,-2 0 1 0 0,1 0-1 0 0,-4-7 1 0 0,4 11-39 0 0,-1 0 0 0 0,1 1-1 0 0,-1-1 1 0 0,1 0 0 0 0,-1 1 0 0 0,1 0-1 0 0,-1-1 1 0 0,1 1 0 0 0,-1 0 0 0 0,1 0-1 0 0,-1 0 1 0 0,1 0 0 0 0,-1 0 0 0 0,0 0 0 0 0,1 0-1 0 0,-1 0 1 0 0,1 1 0 0 0,-1-1 0 0 0,1 0-1 0 0,-1 1 1 0 0,-1 1 0 0 0,1-2 0 0 0,-9 5 4 0 0,0 1-1 0 0,1 0 0 0 0,0 0 1 0 0,0 1-1 0 0,0 0 1 0 0,1 1-1 0 0,0 0 0 0 0,0 1 1 0 0,1-1-1 0 0,0 2 0 0 0,1-1 1 0 0,0 1-1 0 0,1 0 1 0 0,-1 1-1 0 0,2-1 0 0 0,-5 13 1 0 0,9-21-3 0 0,1 0 1 0 0,-1 0-1 0 0,1 0 1 0 0,-1 0-1 0 0,1 0 1 0 0,0 0-1 0 0,-1 0 1 0 0,1 0-1 0 0,1 0 1 0 0,-1 0-1 0 0,0 0 1 0 0,0 0-1 0 0,1 1 1 0 0,-1-1-1 0 0,1 0 1 0 0,0 0-1 0 0,-1-1 1 0 0,1 1-1 0 0,0 0 1 0 0,0 0-1 0 0,2 2 1 0 0,0-1 5 0 0,0 0 0 0 0,0 0 0 0 0,0 0 0 0 0,0 0 0 0 0,1-1 1 0 0,-1 0-1 0 0,1 0 0 0 0,-1 0 0 0 0,1 0 0 0 0,5 2 0 0 0,7 1 16 0 0,0-1 0 0 0,0 0 0 0 0,0-1 0 0 0,23 1 0 0 0,-18-3-335 0 0,-1-2 0 0 0,1 0 0 0 0,0-1 0 0 0,0-2 0 0 0,32-8 0 0 0,-8-3-212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314 442 2996 0 0,'0'0'-73'0'0,"-9"-1"-132"0"0,-7 1 194 0 0,0 0 1 0 0,1 1-1 0 0,-1 1 0 0 0,1 0 1 0 0,0 1-1 0 0,0 1 1 0 0,0 1-1 0 0,0 0 1 0 0,-14 7-1 0 0,10-3 9 0 0,1 1 0 0 0,-24 17 0 0 0,36-24 2 0 0,1 1 0 0 0,0-1 0 0 0,0 1 0 0 0,1 1 0 0 0,-1-1 0 0 0,1 1-1 0 0,0 0 1 0 0,0 0 0 0 0,1 0 0 0 0,-1 0 0 0 0,1 0 0 0 0,-3 7 0 0 0,6-10 4 0 0,0 1 0 0 0,0-1 0 0 0,0 0-1 0 0,0 0 1 0 0,0 0 0 0 0,1 1 0 0 0,-1-1 0 0 0,0 0 0 0 0,1 0 0 0 0,0 0-1 0 0,-1 0 1 0 0,1 0 0 0 0,0 0 0 0 0,0 0 0 0 0,0 0 0 0 0,1 0 0 0 0,-1 0 0 0 0,0 0-1 0 0,1-1 1 0 0,-1 1 0 0 0,1-1 0 0 0,-1 1 0 0 0,1-1 0 0 0,0 1 0 0 0,0-1-1 0 0,-1 0 1 0 0,1 0 0 0 0,0 0 0 0 0,3 1 0 0 0,8 5 15 0 0,0-1 1 0 0,1 0-1 0 0,15 4 0 0 0,-21-8-8 0 0,12 5 35 0 0,0-1-1 0 0,1-1 1 0 0,0 0 0 0 0,0-2 0 0 0,0 0-1 0 0,0-2 1 0 0,0 0 0 0 0,24-3 0 0 0,-38 1-11 0 0,0 0 0 0 0,1-1 1 0 0,-1 1-1 0 0,0-1 0 0 0,0-1 1 0 0,-1 0-1 0 0,1 0 0 0 0,0 0 1 0 0,-1-1-1 0 0,0 1 0 0 0,0-2 1 0 0,0 1-1 0 0,0-1 0 0 0,0 1 0 0 0,-1-2 1 0 0,0 1-1 0 0,0-1 0 0 0,-1 1 1 0 0,0-1-1 0 0,0 0 0 0 0,0-1 1 0 0,0 1-1 0 0,-1-1 0 0 0,0 0 1 0 0,-1 1-1 0 0,4-14 0 0 0,6-38 78 0 0,-2 0 0 0 0,-3-1-1 0 0,-2 0 1 0 0,-3 0-1 0 0,-10-104 1 0 0,5 57-8 0 0,3 106-132 0 0,-1-2 2 0 0,1 2 23 0 0,0 0 0 0 0,0 0-1 0 0,0-1 1 0 0,1 1 0 0 0,-1 0 0 0 0,0 0 0 0 0,0 0 0 0 0,0 0 0 0 0,0 0 0 0 0,0 0 0 0 0,0-1 0 0 0,0 1-1 0 0,0 0 1 0 0,0 0 0 0 0,0 0 0 0 0,0 0 0 0 0,0 0 0 0 0,0-1 0 0 0,0 1 0 0 0,0 0 0 0 0,0 0 0 0 0,0 0-1 0 0,0 0 1 0 0,-1 0 0 0 0,1 0 0 0 0,0-1 0 0 0,0 1 0 0 0,0 0 0 0 0,0 0 0 0 0,0 0 0 0 0,0 0 0 0 0,0 0-1 0 0,0 0 1 0 0,0 0 0 0 0,-1-1 0 0 0,1 1 0 0 0,0 0 0 0 0,0 0 0 0 0,0 0 0 0 0,0 0 0 0 0,0 0 0 0 0,0 0 0 0 0,-1 0-1 0 0,1 0 1 0 0,0 0 0 0 0,0 0 0 0 0,0 0 0 0 0,0 0 0 0 0,0 0 0 0 0,0 0 0 0 0,-1 0 0 0 0,1 0 0 0 0,0 0-1 0 0,0 0 1 0 0,0 0 0 0 0,0 0 0 0 0,0 0 0 0 0,-1 0 0 0 0,1 0 0 0 0,0 0 0 0 0,0 0 0 0 0,0 0 0 0 0,0 0-1 0 0,-5 9 1 0 0,0-1 0 0 0,1 1 0 0 0,0 0 0 0 0,1 0 0 0 0,0 0 0 0 0,1 1 0 0 0,0-1 0 0 0,0 1 0 0 0,1-1 0 0 0,0 1 0 0 0,1 17 0 0 0,1-11 6 0 0,1-1 1 0 0,0 0 0 0 0,2 0 0 0 0,-1 0-1 0 0,2-1 1 0 0,0 1 0 0 0,8 13 0 0 0,-2-6 10 0 0,1-1 0 0 0,0 0 0 0 0,2-1 0 0 0,1-1 1 0 0,0 0-1 0 0,1-1 0 0 0,1 0 0 0 0,1-2 1 0 0,29 22-1 0 0,-25-23 10 0 0,0-1 0 0 0,1-1 0 0 0,0-1 1 0 0,1 0-1 0 0,1-2 0 0 0,0-1 0 0 0,0-2 1 0 0,0 0-1 0 0,1-1 0 0 0,32 2 0 0 0,-53-7-12 0 0,0-1 0 0 0,0-1 0 0 0,0 1 0 0 0,-1-1-1 0 0,1 1 1 0 0,0-2 0 0 0,0 1 0 0 0,-1 0 0 0 0,1-1 0 0 0,-1 0 0 0 0,1 0 0 0 0,-1 0-1 0 0,0-1 1 0 0,0 1 0 0 0,0-1 0 0 0,0 0 0 0 0,0 0 0 0 0,0 0 0 0 0,-1-1-1 0 0,0 1 1 0 0,0-1 0 0 0,0 0 0 0 0,0 0 0 0 0,0 0 0 0 0,-1 0 0 0 0,0-1-1 0 0,3-7 1 0 0,1-2 132 0 0,-1-1 0 0 0,-1 0 0 0 0,0 0-1 0 0,-1-1 1 0 0,-1 1 0 0 0,-1-1 0 0 0,0-18-1 0 0,0 40-122 0 0,1 1-1 0 0,-1-1 1 0 0,1 0-1 0 0,0 0 1 0 0,1 0-1 0 0,0 0 1 0 0,0 0 0 0 0,0 0-1 0 0,0-1 1 0 0,1 0-1 0 0,0 1 1 0 0,0-2-1 0 0,0 1 1 0 0,1 0-1 0 0,-1-1 1 0 0,1 0-1 0 0,7 5 1 0 0,-2-1-356 0 0,0-1 1 0 0,0-1-1 0 0,0 0 0 0 0,1 0 0 0 0,0-1 1 0 0,1 0-1 0 0,-1-1 0 0 0,1 0 1 0 0,-1-1-1 0 0,16 3 0 0 0,4-5-1256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45 4880 0 0,'-17'-10'128'0'0,"4"3"-8"0"0,-1 2-48 0 0,3 0 108 0 0,-3-2-27 0 0,3 2-97 0 0,3 0-152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46 2868 0 0,'0'0'-168'0'0,"-8"-25"216"0"0,15 9 700 0 0,-5 12-82 0 0,-2 7-71 0 0,2 42-255 0 0,15 25-292 0 0,4 0-1 0 0,42 99 0 0 0,-6-17-7 0 0,-56-150-211 0 0,0 1 0 0 0,-1-1 0 0 0,1 0 0 0 0,0 1 0 0 0,0-1 0 0 0,1 0 1 0 0,-1 1-1 0 0,0-1 0 0 0,1 0 0 0 0,-1 0 0 0 0,1 0 0 0 0,0 0 0 0 0,-1 0 0 0 0,3 1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39 264 3852 0 0,'-20'5'90'0'0,"1"-2"776"0"0,33-16-440 0 0,22-9-405 0 0,1 2 0 0 0,1 1 0 0 0,1 2 0 0 0,1 2 0 0 0,69-17 0 0 0,-16 4-169 0 0,170-58-2342 0 0,-213 66 1624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37 159 3408 0 0,'0'0'-86'0'0,"-22"-4"607"0"0,9 0 416 0 0,12 1 222 0 0,51-10-1064 0 0,1 3 1 0 0,1 2-1 0 0,85-2 0 0 0,-27 3-22 0 0,209-40 27 0 0,-318 47-121 0 0,0 0 0 0 0,1 0-1 0 0,-1 0 1 0 0,1 0-1 0 0,-1 0 1 0 0,0-1 0 0 0,1 1-1 0 0,-1 0 1 0 0,1-1 0 0 0,-1 1-1 0 0,0-1 1 0 0,0 0 0 0 0,1 1-1 0 0,-1-1 1 0 0,0 0-1 0 0,0 0 1 0 0,0 0 0 0 0,0 0-1 0 0,0 0 1 0 0,0 0 0 0 0,2-2-1 0 0,-4 2-21 0 0,0 0-1 0 0,1 0 0 0 0,-1 0 1 0 0,0 0-1 0 0,0 1 1 0 0,0-1-1 0 0,0 0 1 0 0,0 0-1 0 0,0 1 0 0 0,0-1 1 0 0,0 0-1 0 0,0 1 1 0 0,0-1-1 0 0,0 1 1 0 0,0 0-1 0 0,0-1 0 0 0,0 1 1 0 0,-3-1-1 0 0,-68-14-941 0 0,46 11 784 0 0,0 1 0 0 0,0 0 0 0 0,0 3 0 0 0,-1 0 0 0 0,1 1 0 0 0,-29 6 1 0 0,52-6 193 0 0,-1 0 1 0 0,1 0-1 0 0,0 1 0 0 0,0-1 1 0 0,0 1-1 0 0,0 0 1 0 0,0 0-1 0 0,0 0 1 0 0,0 0-1 0 0,0 0 1 0 0,1 1-1 0 0,0-1 1 0 0,-1 1-1 0 0,1 0 1 0 0,0 0-1 0 0,0 0 1 0 0,0 0-1 0 0,1 0 0 0 0,-1 0 1 0 0,1 0-1 0 0,-1 0 1 0 0,1 1-1 0 0,0-1 1 0 0,0 0-1 0 0,1 1 1 0 0,-1-1-1 0 0,1 1 1 0 0,0 4-1 0 0,-1 11-33 0 0,1 0 0 0 0,1 0 0 0 0,1 0-1 0 0,4 18 1 0 0,-3-21 34 0 0,112 548 169 0 0,-99-483-764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2360 0 0,'-1'0'42'0'0,"-1"0"0"0"0,1 0 0 0 0,0 0 0 0 0,-1 1 0 0 0,1-1 0 0 0,-1 0 0 0 0,1 1 0 0 0,0-1 0 0 0,-1 1 0 0 0,1-1 0 0 0,0 1 0 0 0,0 0 0 0 0,0 0 0 0 0,-1-1-1 0 0,1 1 1 0 0,0 0 0 0 0,0 0 0 0 0,0 0 0 0 0,0 0 0 0 0,0 0 0 0 0,1 1 0 0 0,-1-1 0 0 0,0 0 0 0 0,0 0 0 0 0,1 1 0 0 0,-1-1 0 0 0,1 0 0 0 0,-1 0 0 0 0,1 1 0 0 0,-1-1 0 0 0,1 1 0 0 0,0-1 0 0 0,0 0 0 0 0,0 2-1 0 0,0 4-22 0 0,1-1 0 0 0,1 1 0 0 0,-1-1-1 0 0,1 0 1 0 0,0 1 0 0 0,4 6-1 0 0,-1 0 46 0 0,11 28-604 0 0,2-1-1 0 0,46 76 1 0 0,-56-102-6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65 3736 0 0,'-3'-13'256'0'0,"0"1"-8"0"0,0 2 452 0 0,1 0-71 0 0,2 1-93 0 0,-3-1-604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8 179 3876 0 0,'-1'-2'-66'0'0,"-1"0"0"0"0,2-1 0 0 0,-1 1 0 0 0,0 0 0 0 0,0-1 0 0 0,1 1 0 0 0,-1 0 0 0 0,1-1 0 0 0,0 1 0 0 0,0-1 0 0 0,0 1 0 0 0,0-1 0 0 0,0 1 0 0 0,0-1 0 0 0,1 1 0 0 0,-1 0-1 0 0,2-5 1 0 0,18-47 355 0 0,-9 27 165 0 0,7-17 872 0 0,-17 43-1171 0 0,0-5-101 0 0,-1 6-51 0 0,1 0 0 0 0,-1 0 0 0 0,0 0 0 0 0,0 0 0 0 0,0 0 0 0 0,0 1 0 0 0,0-1 0 0 0,0 0 0 0 0,0 0 0 0 0,0 0 0 0 0,0 0 0 0 0,0 0 0 0 0,0 0 0 0 0,0 0 0 0 0,0 0-1 0 0,0 0 1 0 0,0 0 0 0 0,0 0 0 0 0,1 0 0 0 0,-1 0 0 0 0,0 0 0 0 0,0 0 0 0 0,0 0 0 0 0,0 0 0 0 0,0 0 0 0 0,0 0 0 0 0,0 0 0 0 0,0 0 0 0 0,0 0 0 0 0,0 0 0 0 0,0 0 0 0 0,0 0 0 0 0,0 0 0 0 0,1 0 0 0 0,-1 0 0 0 0,0 0 0 0 0,0 0 0 0 0,0 0 0 0 0,0 0 0 0 0,0-1 0 0 0,0 1 0 0 0,38 191 88 0 0,33 131-30 0 0,-66-302-37 0 0,1-1 0 0 0,1 1 0 0 0,1-1 1 0 0,1-1-1 0 0,1 0 0 0 0,0 0 0 0 0,1-1 1 0 0,1 0-1 0 0,14 15 0 0 0,-20-25-41 0 0,1 0 0 0 0,0-1 1 0 0,1 0-1 0 0,0 0 0 0 0,0 0 0 0 0,0-1 0 0 0,0-1 1 0 0,1 1-1 0 0,0-1 0 0 0,-1-1 0 0 0,2 0 0 0 0,-1 0 1 0 0,0-1-1 0 0,0 0 0 0 0,1 0 0 0 0,0-1 0 0 0,-1 0 1 0 0,1-1-1 0 0,-1 0 0 0 0,1-1 0 0 0,11-1 0 0 0,45-15-2106 0 0,-35 7 988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38 154 3864 0 0,'-3'0'64'0'0,"-1"0"0"0"0,1 0 0 0 0,0 0 0 0 0,0 0-1 0 0,0 0 1 0 0,0-1 0 0 0,0 1 0 0 0,0-1 0 0 0,0 0-1 0 0,-3-1 1 0 0,6 1-53 0 0,0 1-1 0 0,0 0 1 0 0,0-1 0 0 0,0 1-1 0 0,0 0 1 0 0,0-1-1 0 0,-1 1 1 0 0,1-1 0 0 0,0 1-1 0 0,0 0 1 0 0,0-1 0 0 0,0 1-1 0 0,0 0 1 0 0,1-1-1 0 0,-1 1 1 0 0,0-1 0 0 0,0 1-1 0 0,0 0 1 0 0,0-1-1 0 0,0 1 1 0 0,0 0 0 0 0,1-1-1 0 0,-1 1 1 0 0,0 0-1 0 0,0-1 1 0 0,0 1 0 0 0,1 0-1 0 0,-1 0 1 0 0,0-1 0 0 0,0 1-1 0 0,1 0 1 0 0,-1 0-1 0 0,0-1 1 0 0,1 1 0 0 0,-1 0-1 0 0,0 0 1 0 0,1 0-1 0 0,-1 0 1 0 0,0-1 0 0 0,1 1-1 0 0,-1 0 1 0 0,1 0-1 0 0,63-27 284 0 0,28 0-305 0 0,110-40-2605 0 0,-171 53 1783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9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25 123 3784 0 0,'-19'-115'1991'0'0,"18"114"-1893"0"0,0-5-3 0 0,1 6-90 0 0,0 0 1 0 0,0 0 0 0 0,0 0-1 0 0,0 0 1 0 0,0 0 0 0 0,0 0-1 0 0,0 0 1 0 0,0 0 0 0 0,0 0-1 0 0,0 0 1 0 0,0 0-1 0 0,0 0 1 0 0,0 0 0 0 0,-1 0-1 0 0,1 0 1 0 0,0 1 0 0 0,0-1-1 0 0,0 0 1 0 0,0 0 0 0 0,0 0-1 0 0,0 0 1 0 0,0 0-1 0 0,0 0 1 0 0,0 0 0 0 0,0 0-1 0 0,0 0 1 0 0,0 0 0 0 0,0 0-1 0 0,-1 0 1 0 0,1 0 0 0 0,0 0-1 0 0,0 0 1 0 0,0 0-1 0 0,0 0 1 0 0,0 0 0 0 0,0 0-1 0 0,0-1 1 0 0,0 1 0 0 0,0 0-1 0 0,-1 20 7 0 0,1 0 0 0 0,1 0 0 0 0,1-1 0 0 0,1 1 0 0 0,0-1-1 0 0,10 30 1 0 0,-3-5 23 0 0,1 8-12 0 0,1-1 0 0 0,3 0 0 0 0,2 0 0 0 0,34 67 0 0 0,-43-101-11 0 0,2-1 1 0 0,0 0-1 0 0,1-1 0 0 0,1 0 0 0 0,0 0 0 0 0,1-1 1 0 0,0-1-1 0 0,1 0 0 0 0,0-1 0 0 0,1-1 0 0 0,1 0 1 0 0,0-1-1 0 0,0-1 0 0 0,1 0 0 0 0,34 12 0 0 0,-35-15 4 0 0,1-2 0 0 0,-1 1 0 0 0,1-2 0 0 0,0 0 0 0 0,0-1 0 0 0,31-1-1 0 0,-38-2-7 0 0,-1 0-1 0 0,1-1 0 0 0,0 0 0 0 0,-1 0 0 0 0,1-1 1 0 0,-1 0-1 0 0,0-1 0 0 0,0 0 0 0 0,0-1 0 0 0,-1 0 1 0 0,1 0-1 0 0,-1 0 0 0 0,9-10 0 0 0,-7 7 1 0 0,-1-1 1 0 0,-1 0-1 0 0,0-1 0 0 0,0 0 0 0 0,-1 0 0 0 0,8-14 0 0 0,-12 17 10 0 0,1 0 0 0 0,-1 0 0 0 0,0 0 0 0 0,-1-1 0 0 0,0 1 0 0 0,0 0 0 0 0,0-1 0 0 0,-1 0 0 0 0,0 1 0 0 0,-1-1 0 0 0,0-12 0 0 0,0 19-17 0 0,-6-14 10 0 0,5 13-12 0 0,-1 1 1 0 0,0 0 0 0 0,1 0 0 0 0,-1 0-1 0 0,0 1 1 0 0,1-1 0 0 0,-1 0 0 0 0,0 1-1 0 0,0-1 1 0 0,0 1 0 0 0,1-1 0 0 0,-1 1-1 0 0,0 0 1 0 0,0 0 0 0 0,0 0 0 0 0,-3 0-1 0 0,-4 1-1 0 0,1 0 0 0 0,-1 1 0 0 0,0 0 0 0 0,1 0 0 0 0,-1 1 0 0 0,1 0 0 0 0,-15 8 0 0 0,20-10 3 0 0,1 0-1 0 0,-1 0 0 0 0,0 1 1 0 0,0-1-1 0 0,1 1 0 0 0,-1 0 1 0 0,1 0-1 0 0,0 0 0 0 0,-1 0 1 0 0,1 0-1 0 0,0 0 0 0 0,0 1 1 0 0,0-1-1 0 0,1 0 0 0 0,-1 1 1 0 0,1 0-1 0 0,-1-1 0 0 0,1 1 1 0 0,0 0-1 0 0,0 0 0 0 0,0 0 1 0 0,0 0-1 0 0,1 0 0 0 0,-1 0 1 0 0,1 0-1 0 0,-1 0 0 0 0,1 5 1 0 0,2-5 2 0 0,-1 1 1 0 0,0-1-1 0 0,1 0 1 0 0,0 0 0 0 0,0 0-1 0 0,0 0 1 0 0,0 0-1 0 0,0 0 1 0 0,1 0-1 0 0,-1-1 1 0 0,1 0 0 0 0,-1 1-1 0 0,1-1 1 0 0,0 0-1 0 0,0 0 1 0 0,0 0-1 0 0,0-1 1 0 0,5 3 0 0 0,69 23 38 0 0,-62-22-36 0 0,29 6-557 0 0,0-2 1 0 0,0-2 0 0 0,1-2-1 0 0,0-1 1 0 0,66-5-1 0 0,-42-1-1513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41 136 1104 0 0,'-39'17'1228'0'0,"37"-16"-717"0"0,7 0-477 0 0,32 2 51 0 0,0-2 1 0 0,0 0-1 0 0,-1-3 1 0 0,51-8-1 0 0,-5 1 3 0 0,3153-117 1342 0 0,-2703 135-1132 0 0,-435-15 745 0 0,-94 5-907 0 0,13-5 197 0 0,-7 2-3574 0 0,2 0 1706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 4256 0 0,'0'0'-191'0'0,"-10"2"22"0"0,6-2 116 0 0,8-3-294 0 0,18-6 324 0 0,0 1-1 0 0,1 1 0 0 0,0 1 1 0 0,0 0-1 0 0,0 2 0 0 0,0 1 1 0 0,1 1-1 0 0,0 1 0 0 0,34 3 1 0 0,-55-2 15 0 0,0 1 1 0 0,0-1 0 0 0,0 1 0 0 0,0 0-1 0 0,-1-1 1 0 0,1 1 0 0 0,0 1 0 0 0,0-1 0 0 0,-1 0-1 0 0,1 1 1 0 0,-1-1 0 0 0,1 1 0 0 0,3 3-1 0 0,-6-4 10 0 0,1 0 0 0 0,-1 1-1 0 0,0-1 1 0 0,1 0-1 0 0,-1 1 1 0 0,0-1-1 0 0,0 0 1 0 0,0 1 0 0 0,0-1-1 0 0,0 0 1 0 0,0 1-1 0 0,0-1 1 0 0,0 0 0 0 0,-1 1-1 0 0,1-1 1 0 0,0 0-1 0 0,-1 1 1 0 0,1-1 0 0 0,-1 0-1 0 0,0 0 1 0 0,1 0-1 0 0,-1 1 1 0 0,0-1-1 0 0,0 0 1 0 0,1 0 0 0 0,-1 0-1 0 0,0 0 1 0 0,0 0-1 0 0,0 0 1 0 0,-2 1 0 0 0,-79 72 132 0 0,9-7 41 0 0,72-67-168 0 0,0 1 0 0 0,0 0-1 0 0,0 0 1 0 0,0-1 0 0 0,1 1 0 0 0,-1 0 0 0 0,0 0-1 0 0,1 0 1 0 0,-1 0 0 0 0,1 0 0 0 0,-1 0 0 0 0,1 0 0 0 0,-1 0-1 0 0,1 0 1 0 0,0 1 0 0 0,-1-1 0 0 0,1 0 0 0 0,0 0-1 0 0,0 0 1 0 0,0 0 0 0 0,0 0 0 0 0,0 1 0 0 0,0-1 0 0 0,0 0-1 0 0,1 0 1 0 0,-1 0 0 0 0,1 2 0 0 0,0-2 0 0 0,0 1 1 0 0,0 0-1 0 0,1 0 1 0 0,-1-1-1 0 0,1 1 1 0 0,0 0-1 0 0,0-1 1 0 0,-1 0-1 0 0,1 1 1 0 0,0-1-1 0 0,0 0 1 0 0,0 0-1 0 0,3 1 1 0 0,9 3 16 0 0,0 0 0 0 0,1 0-1 0 0,19 2 1 0 0,-27-6-7 0 0,82 15 31 0 0,-51-11-20 0 0,-1 2 0 0 0,0 1 0 0 0,0 2 1 0 0,-1 2-1 0 0,53 24 0 0 0,-88-36-28 0 0,0 1 0 0 0,1 0 0 0 0,-1-1 0 0 0,0 1-1 0 0,1 0 1 0 0,-1 0 0 0 0,0 0 0 0 0,0 0 0 0 0,0 0-1 0 0,0 0 1 0 0,0 0 0 0 0,0 0 0 0 0,0 1 0 0 0,0-1 0 0 0,0 0-1 0 0,0 0 1 0 0,-1 1 0 0 0,1-1 0 0 0,0 1 0 0 0,-1-1-1 0 0,1 2 1 0 0,-1-1-1 0 0,0-1 0 0 0,-1 0 0 0 0,1 1-1 0 0,0-1 1 0 0,-1 0 0 0 0,1 1 0 0 0,-1-1 0 0 0,1 0 0 0 0,-1 0-1 0 0,0 0 1 0 0,1 0 0 0 0,-1 1 0 0 0,0-1 0 0 0,0 0-1 0 0,0 0 1 0 0,0 0 0 0 0,0-1 0 0 0,-2 3 0 0 0,-4 2 6 0 0,-1 0 0 0 0,0-1-1 0 0,-1 1 1 0 0,1-1 0 0 0,-12 3 0 0 0,-38 8 341 0 0,-1-1 0 0 0,-1-4 0 0 0,0-2 0 0 0,-79 0 0 0 0,37-2 411 0 0,99-5-747 0 0,1-1 0 0 0,0 1 1 0 0,-1-1-1 0 0,1 0 0 0 0,-1 0 0 0 0,1 0 1 0 0,-1 0-1 0 0,1-1 0 0 0,0 1 0 0 0,-1 0 1 0 0,1-1-1 0 0,0 0 0 0 0,-1 0 0 0 0,1 1 1 0 0,0-1-1 0 0,0 0 0 0 0,-1-1 0 0 0,1 1 1 0 0,0 0-1 0 0,0-1 0 0 0,-1-1 0 0 0,2 2-339 0 0,4-3-190 0 0,24-24-2021 0 0,-16 18 927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1055 147 4652 0 0,'-1'-4'-117'0'0,"-2"-1"96"0"0,1-1-1 0 0,-1 1 1 0 0,-1 0-1 0 0,1 0 0 0 0,-1 0 1 0 0,0 0-1 0 0,0 1 1 0 0,0 0-1 0 0,0 0 1 0 0,-1 0-1 0 0,0 0 1 0 0,-8-5-1 0 0,2 3 15 0 0,0 1 0 0 0,0 0 0 0 0,-1 0 0 0 0,1 2 0 0 0,-24-6 0 0 0,-2 4 36 0 0,0 1-1 0 0,-1 2 1 0 0,-45 4 0 0 0,50 0-11 0 0,0 2-1 0 0,0 2 1 0 0,1 1 0 0 0,-1 1 0 0 0,2 1 0 0 0,-1 2-1 0 0,2 2 1 0 0,0 0 0 0 0,0 2 0 0 0,-51 35 0 0 0,49-26 22 0 0,1 0 0 0 0,1 2 0 0 0,1 1 1 0 0,2 1-1 0 0,1 2 0 0 0,1 1 0 0 0,1 0 1 0 0,-34 63-1 0 0,53-84-34 0 0,1-1 0 0 0,0 1 0 0 0,0 0 0 0 0,1 0 0 0 0,0 0 0 0 0,1 0 0 0 0,0 1 1 0 0,0-1-1 0 0,2 1 0 0 0,-1-1 0 0 0,1 1 0 0 0,1-1 0 0 0,-1 1 0 0 0,2-1 0 0 0,0 0 0 0 0,0 1 0 0 0,1-1 1 0 0,0 0-1 0 0,0 0 0 0 0,1 0 0 0 0,1-1 0 0 0,6 12 0 0 0,-1-5 5 0 0,1-1 0 0 0,1 0 0 0 0,0 0 0 0 0,1-1 0 0 0,1-1 0 0 0,0 0 0 0 0,1-1-1 0 0,0-1 1 0 0,0 0 0 0 0,1-1 0 0 0,31 15 0 0 0,-5-9 13 0 0,0-2 0 0 0,0-1 0 0 0,2-2 0 0 0,-1-2 0 0 0,1-2 0 0 0,0-2 0 0 0,76-1 0 0 0,22-9 145 0 0,150-25 1 0 0,-226 22-9 0 0,0-3 0 0 0,-1-3 0 0 0,0-3 0 0 0,120-49 0 0 0,-158 54-105 0 0,0-2 1 0 0,-2 0 0 0 0,0-2-1 0 0,0-1 1 0 0,-2-1-1 0 0,0-1 1 0 0,-1-1-1 0 0,-1 0 1 0 0,-1-2-1 0 0,-1-1 1 0 0,0 0 0 0 0,-2-1-1 0 0,22-41 1 0 0,-30 47-19 0 0,-1 0 1 0 0,-1 0-1 0 0,0 0 1 0 0,-2-1-1 0 0,0 0 1 0 0,-1 0 0 0 0,0 0-1 0 0,-2-1 1 0 0,0 1-1 0 0,-2-1 1 0 0,-1-24-1 0 0,-1 33-13 0 0,0 0-1 0 0,0 0 1 0 0,-1 1-1 0 0,0-1 1 0 0,-1 1-1 0 0,0 0 1 0 0,0 0-1 0 0,-1 0 1 0 0,-1 0-1 0 0,0 1 1 0 0,0 0-1 0 0,0 0 1 0 0,-1 1-1 0 0,-1 0 1 0 0,0 0-1 0 0,0 0 1 0 0,0 1-1 0 0,-1 0 1 0 0,0 1-1 0 0,0 0 1 0 0,-18-8-1 0 0,-6 0 3 0 0,0 1-1 0 0,-2 3 0 0 0,1 0 1 0 0,-1 2-1 0 0,0 2 1 0 0,-1 1-1 0 0,1 2 1 0 0,-63 2-1 0 0,5 6-183 0 0,1 4 0 0 0,-108 25 0 0 0,27 10-531 0 0,149-36-98 0 0,0 1 0 0 0,1 1 0 0 0,0 1 0 0 0,-41 27 0 0 0,52-30-793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818 51 4608 0 0,'0'0'-69'0'0,"2"-1"43"0"0,3-4 22 0 0,-4 5 21 0 0,-1-1 0 0 0,1 1 0 0 0,0-1 0 0 0,-1 1 0 0 0,1-1 0 0 0,-1 1 0 0 0,1-1 0 0 0,-1 0 0 0 0,0 1 0 0 0,1-1 0 0 0,-1 0 0 0 0,0 1 0 0 0,1-1 0 0 0,-1 0 0 0 0,0 1 0 0 0,0-1 0 0 0,1 0 0 0 0,-1 1 0 0 0,0-1 0 0 0,0 0 0 0 0,0 0 0 0 0,0 1 0 0 0,0-1 0 0 0,0 0 0 0 0,0 0 0 0 0,0 1 0 0 0,-1-1 0 0 0,1 0 0 0 0,0 0 0 0 0,0 1 0 0 0,-1-1 0 0 0,1 0 0 0 0,0 1 1 0 0,-1-1-1 0 0,1 0 0 0 0,0 1 0 0 0,-1-1 0 0 0,1 1 0 0 0,-1-1 0 0 0,1 1 0 0 0,-1-1 0 0 0,1 1 0 0 0,-1-1 0 0 0,0 1 0 0 0,1-1 0 0 0,-1 1 0 0 0,0 0 0 0 0,1-1 0 0 0,-2 1 0 0 0,-30-13 316 0 0,16 12-300 0 0,0 0 0 0 0,0 1 0 0 0,0 1 0 0 0,0 1 1 0 0,1 0-1 0 0,-1 1 0 0 0,0 0 0 0 0,1 2 0 0 0,0 0 1 0 0,-23 11-1 0 0,-16 10-21 0 0,-72 47 0 0 0,91-52 0 0 0,-2 3-14 0 0,0 2 0 0 0,2 1-1 0 0,1 1 1 0 0,-51 56 0 0 0,67-63-3 0 0,1 0 0 0 0,0 1 0 0 0,2 0 0 0 0,1 1 0 0 0,0 1-1 0 0,2 0 1 0 0,1 1 0 0 0,-14 46 0 0 0,22-64 5 0 0,2 1-1 0 0,-1 0 1 0 0,1 0-1 0 0,1 0 1 0 0,-1 0 0 0 0,1-1-1 0 0,1 1 1 0 0,-1 0-1 0 0,1 0 1 0 0,1 0-1 0 0,-1 0 1 0 0,2-1-1 0 0,-1 1 1 0 0,1-1 0 0 0,3 9-1 0 0,0-7 2 0 0,-1 0 0 0 0,2-1 0 0 0,-1 1-1 0 0,1-1 1 0 0,0 0 0 0 0,1-1 0 0 0,0 0 0 0 0,0 0-1 0 0,0 0 1 0 0,11 5 0 0 0,5 1 2 0 0,0-1 0 0 0,0-1 0 0 0,1-1 0 0 0,0-2 0 0 0,1 0 0 0 0,0-2 0 0 0,0-1 0 0 0,30 3 1 0 0,2-5 8 0 0,0-2 1 0 0,0-3 0 0 0,0-2 0 0 0,77-16-1 0 0,-33-3 19 0 0,151-53-1 0 0,-200 58-15 0 0,-1-3 0 0 0,-1-3 0 0 0,90-55 0 0 0,-125 69-3 0 0,-2 0-1 0 0,1-1 1 0 0,-1-1 0 0 0,-1 0 0 0 0,0-1 0 0 0,-1 0 0 0 0,-1-1-1 0 0,0 0 1 0 0,0-1 0 0 0,-2 0 0 0 0,0-1 0 0 0,0 0 0 0 0,-2 0-1 0 0,0-1 1 0 0,-1 0 0 0 0,5-19 0 0 0,-10 28 10 0 0,1-1 0 0 0,-1 1 1 0 0,-1-1-1 0 0,0 0 0 0 0,0 1 0 0 0,-1-1 1 0 0,0 0-1 0 0,0 1 0 0 0,-1-1 0 0 0,0 1 1 0 0,-1-1-1 0 0,1 1 0 0 0,-8-14 0 0 0,4 12 4 0 0,-1 0-1 0 0,1 1 1 0 0,-2-1-1 0 0,1 2 0 0 0,-1-1 1 0 0,0 1-1 0 0,-1 0 1 0 0,0 1-1 0 0,-14-9 1 0 0,3 3 5 0 0,-2 2-1 0 0,1 1 1 0 0,-2 0 0 0 0,1 2 0 0 0,-1 0 0 0 0,0 2 0 0 0,-1 0 0 0 0,1 2 0 0 0,-34-3 0 0 0,19 6-44 0 0,0 1 1 0 0,0 2-1 0 0,1 2 1 0 0,-1 1-1 0 0,1 2 1 0 0,0 2-1 0 0,0 1 1 0 0,1 1-1 0 0,1 3 1 0 0,0 0-1 0 0,-43 26 1 0 0,71-35-254 0 0,0 0-1 0 0,0 0 1 0 0,1 1 0 0 0,-10 10 0 0 0,4-4-2420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3 193 4368 0 0,'9'-40'0'0'0,"-9"36"90"0"0,1 0 1 0 0,-1 0-1 0 0,1 0 0 0 0,0 0 0 0 0,0 0 0 0 0,0 0 0 0 0,1 0 1 0 0,3-6-1 0 0,-3-10 570 0 0,-5 10-217 0 0,-3 28-421 0 0,2-10-2 0 0,2 0 0 0 0,-1 0 0 0 0,1 1 0 0 0,0-1 0 0 0,1 1 0 0 0,-1 15 0 0 0,2-21-14 0 0,1 0-1 0 0,-1 0 1 0 0,1 0-1 0 0,0 0 1 0 0,0-1 0 0 0,0 1-1 0 0,0 0 1 0 0,0 0-1 0 0,1-1 1 0 0,-1 1-1 0 0,1-1 1 0 0,-1 1-1 0 0,1-1 1 0 0,0 0-1 0 0,0 0 1 0 0,0 0-1 0 0,1 0 1 0 0,-1 0 0 0 0,0 0-1 0 0,1 0 1 0 0,-1-1-1 0 0,1 1 1 0 0,0-1-1 0 0,-1 0 1 0 0,6 2-1 0 0,3 1 7 0 0,0-1 0 0 0,1 0 0 0 0,0 0 0 0 0,-1-1-1 0 0,1-1 1 0 0,0 0 0 0 0,0-1 0 0 0,0 0 0 0 0,0-1-1 0 0,-1 0 1 0 0,1 0 0 0 0,0-2 0 0 0,-1 1 0 0 0,1-2-1 0 0,-1 1 1 0 0,0-2 0 0 0,17-7 0 0 0,-15 5 11 0 0,-1 0 0 0 0,0-1 1 0 0,0 0-1 0 0,0 0 0 0 0,-1-2 0 0 0,-1 1 1 0 0,1-1-1 0 0,-2-1 0 0 0,1 0 0 0 0,-2 0 1 0 0,1-1-1 0 0,-1 0 0 0 0,-1 0 0 0 0,7-17 1 0 0,12-22 258 0 0,-24 50-278 0 0,-4 7-19 0 0,-6 37 18 0 0,2 1 0 0 0,2 0 1 0 0,2 0-1 0 0,1 1 0 0 0,3-1 0 0 0,11 66 1 0 0,0-40-298 0 0,-13-68-193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977 179 5336 0 0,'-81'-61'-521'0'0,"57"41"662"0"0,0 2-1 0 0,-1 1 1 0 0,-33-18-1 0 0,47 30-104 0 0,1 1 0 0 0,-1 0 0 0 0,0 0-1 0 0,0 1 1 0 0,-1 1 0 0 0,1 0 0 0 0,0 0 0 0 0,-1 1-1 0 0,1 1 1 0 0,-1 0 0 0 0,1 0 0 0 0,-17 4 0 0 0,0 2-22 0 0,0 1 0 0 0,0 2 1 0 0,1 1-1 0 0,1 1 0 0 0,0 1 1 0 0,0 1-1 0 0,1 2 1 0 0,1 0-1 0 0,1 2 0 0 0,-34 29 1 0 0,19-10 1 0 0,1 1 1 0 0,2 1-1 0 0,2 2 0 0 0,-55 87 1 0 0,80-115-17 0 0,1 1 1 0 0,0 1-1 0 0,1-1 1 0 0,1 1-1 0 0,0 0 1 0 0,1 0-1 0 0,0 1 0 0 0,1-1 1 0 0,1 1-1 0 0,-1 17 1 0 0,4-21 0 0 0,-1 0-1 0 0,1 0 1 0 0,1 0-1 0 0,0 0 1 0 0,0 0-1 0 0,1-1 1 0 0,0 1 0 0 0,1-1-1 0 0,0 0 1 0 0,1 0-1 0 0,0 0 1 0 0,1 0-1 0 0,0-1 1 0 0,8 10 0 0 0,-3-5 5 0 0,2-1 0 0 0,0 0 1 0 0,0 0-1 0 0,1-1 0 0 0,0-1 1 0 0,1 0-1 0 0,0-1 0 0 0,1-1 1 0 0,0-1-1 0 0,1 0 0 0 0,24 8 1 0 0,-16-9 14 0 0,1 0 0 0 0,-1-2 0 0 0,1-2 0 0 0,0 0 0 0 0,0-1 0 0 0,0-2 0 0 0,35-3 0 0 0,-6-5 20 0 0,0-2 1 0 0,-1-3 0 0 0,0-2 0 0 0,-1-2 0 0 0,0-2 0 0 0,91-50 0 0 0,-109 50-25 0 0,-1-2 0 0 0,-1-2-1 0 0,-1-1 1 0 0,-1-1 0 0 0,-1-2 0 0 0,-2-1-1 0 0,28-33 1 0 0,-37 37 15 0 0,-1-1 0 0 0,-1 0-1 0 0,-2-2 1 0 0,0 1 0 0 0,-2-2 0 0 0,0 0-1 0 0,-2 0 1 0 0,-1-1 0 0 0,10-56-1 0 0,-18 76 50 0 0,-1 0-1 0 0,0-1 0 0 0,0 1 1 0 0,-1-1-1 0 0,-1 1 0 0 0,1 0 0 0 0,-5-18 1 0 0,4 24-63 0 0,0 0-1 0 0,0 1 1 0 0,0-1 0 0 0,0 1 0 0 0,0-1 0 0 0,0 1-1 0 0,-1-1 1 0 0,0 1 0 0 0,1 0 0 0 0,-1 0 0 0 0,0 0-1 0 0,0 0 1 0 0,0 0 0 0 0,0 0 0 0 0,0 0 0 0 0,-1 1-1 0 0,1-1 1 0 0,0 1 0 0 0,-1 0 0 0 0,1-1-1 0 0,-1 1 1 0 0,1 0 0 0 0,-1 0 0 0 0,0 1 0 0 0,0-1-1 0 0,1 1 1 0 0,-1-1 0 0 0,0 1 0 0 0,0 0 0 0 0,-3 0-1 0 0,-12 1-7 0 0,1 1-1 0 0,0 0 0 0 0,0 2 0 0 0,0 0 1 0 0,0 1-1 0 0,1 0 0 0 0,-1 1 0 0 0,-19 11 0 0 0,2 1-340 0 0,1 2-1 0 0,-50 38 0 0 0,76-53-142 0 0,-1 1 1 0 0,2 0 0 0 0,-1 1-1 0 0,1-1 1 0 0,0 1-1 0 0,-9 13 1 0 0,9-7-1724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0 5380 0 0,'-6'30'-510'0'0,"-6"-10"609"0"0,0-1-1 0 0,-20 24 1 0 0,15-22 83 0 0,-27 46 0 0 0,40-61-154 0 0,1 1-1 0 0,0-1 0 0 0,1 1 0 0 0,-1-1 1 0 0,1 1-1 0 0,1 0 0 0 0,-1 0 0 0 0,1 0 1 0 0,0 0-1 0 0,1 0 0 0 0,0 0 0 0 0,0 9 1 0 0,1-13-17 0 0,0 0 1 0 0,0 0-1 0 0,0 0 1 0 0,0 0-1 0 0,0 0 1 0 0,1-1-1 0 0,-1 1 1 0 0,1 0-1 0 0,0-1 1 0 0,-1 1-1 0 0,1-1 1 0 0,0 0-1 0 0,1 1 1 0 0,-1-1-1 0 0,0 0 1 0 0,1 0-1 0 0,-1-1 1 0 0,1 1-1 0 0,-1 0 1 0 0,1-1-1 0 0,0 1 1 0 0,0-1-1 0 0,5 1 1 0 0,4 2 16 0 0,0-1-1 0 0,0 0 1 0 0,0-1 0 0 0,20 1 0 0 0,14-2 26 0 0,0-2 0 0 0,0-1 0 0 0,47-10 0 0 0,133-38-45 0 0,-131 22-1101 0 0,-1-4-1 0 0,124-62 1 0 0,-167 69-300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33 398 2524 0 0,'0'0'530'0'0,"-5"-2"-414"0"0,-17-7-15 0 0,16 7 296 0 0,7-2-363 0 0,1-1 1 0 0,-1 1-1 0 0,1 0 1 0 0,-1-1-1 0 0,1 1 1 0 0,1 0-1 0 0,-1 0 1 0 0,1 0-1 0 0,-1 0 1 0 0,1 1-1 0 0,0-1 0 0 0,0 1 1 0 0,1 0-1 0 0,-1-1 1 0 0,1 1-1 0 0,-1 1 1 0 0,9-5-1 0 0,77-46 24 0 0,-86 51-49 0 0,86-38 11 0 0,2 3-1 0 0,1 4 1 0 0,2 5-1 0 0,96-17 1 0 0,-151 38 89 0 0,-36 7-63 0 0,-6 0-1 0 0,-84-3 82 0 0,58-1-99 0 0,0-1 0 0 0,0-1 0 0 0,-53-20 0 0 0,25 7-12 0 0,54 18-8 0 0,12 0-11 0 0,46-2 4 0 0,0 3 0 0 0,0 2 0 0 0,0 2 0 0 0,56 12 0 0 0,-108-16 11 0 0,0 1 1 0 0,0-1 0 0 0,0 1-1 0 0,0 0 1 0 0,0 0-1 0 0,0 0 1 0 0,0 0 0 0 0,0 1-1 0 0,-1-1 1 0 0,1 1 0 0 0,0 0-1 0 0,-1-1 1 0 0,1 1-1 0 0,-1 0 1 0 0,0 1 0 0 0,0-1-1 0 0,0 0 1 0 0,0 1 0 0 0,2 2-1 0 0,-3-3 11 0 0,-1 0 0 0 0,1 0-1 0 0,-1 0 1 0 0,0 0 0 0 0,0 0 0 0 0,0 0 0 0 0,0 0-1 0 0,0 1 1 0 0,0-1 0 0 0,0 0 0 0 0,-1 0-1 0 0,1 0 1 0 0,-1 0 0 0 0,0 0 0 0 0,1 0 0 0 0,-1 0-1 0 0,0 0 1 0 0,0-1 0 0 0,0 1 0 0 0,0 0-1 0 0,-1 0 1 0 0,1-1 0 0 0,0 1 0 0 0,-1-1-1 0 0,1 1 1 0 0,-1-1 0 0 0,0 1 0 0 0,-2 0 0 0 0,-9 12-38 0 0,-14 12 321 0 0,10-16-3276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5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78 4412 0 0,'-4'-11'-19'0'0,"1"1"173"0"0,-1 1-1 0 0,0 0 1 0 0,0 0 0 0 0,-9-14-1 0 0,12 22 49 0 0,1 1-183 0 0,0 0 0 0 0,0-1 0 0 0,0 1 0 0 0,0 0 0 0 0,0-1 1 0 0,-1 1-1 0 0,1 0 0 0 0,0 0 0 0 0,0-1 0 0 0,0 1 0 0 0,0 0 0 0 0,-1 0 0 0 0,1 0 0 0 0,0-1 0 0 0,0 1 0 0 0,-1 0 0 0 0,1 0 0 0 0,0 0 0 0 0,0-1 0 0 0,-1 1 1 0 0,1 0-1 0 0,0 0 0 0 0,0 0 0 0 0,-1 0 0 0 0,1 0 0 0 0,0 0 0 0 0,-1 0 0 0 0,1 0 0 0 0,0 0 0 0 0,0 0 0 0 0,-1 0 0 0 0,1 0 0 0 0,0 0 0 0 0,-1 0 0 0 0,1 0 1 0 0,0 0-1 0 0,-1 0 0 0 0,1 0 0 0 0,0 0 0 0 0,0 0 0 0 0,-1 0 0 0 0,1 0 0 0 0,0 1 0 0 0,0-1 0 0 0,-1 0 0 0 0,1 0 0 0 0,-3 5 1 0 0,0-1 0 0 0,1 1 1 0 0,-1-1-1 0 0,1 1 0 0 0,0-1 0 0 0,1 1 0 0 0,-1 0 0 0 0,1 0 0 0 0,0 0 0 0 0,0 0 0 0 0,0 0 0 0 0,1 0 0 0 0,0 0 1 0 0,0 6-1 0 0,11 88 136 0 0,-3-17-5 0 0,-9-57-127 0 0,-1 0 0 0 0,-11 46 1 0 0,13-69-407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669 111 4980 0 0,'-6'-8'-43'0'0,"0"1"-1"0"0,-1 0 1 0 0,1 1-1 0 0,-2 0 1 0 0,1 0 0 0 0,-1 0-1 0 0,1 1 1 0 0,-2 0-1 0 0,1 0 1 0 0,0 1-1 0 0,-1 0 1 0 0,0 1-1 0 0,0 0 1 0 0,0 0-1 0 0,0 1 1 0 0,-1 0-1 0 0,1 1 1 0 0,-15-1-1 0 0,11 2 88 0 0,0 0 1 0 0,-1 1-1 0 0,1 0 0 0 0,0 1 0 0 0,-1 1 0 0 0,1 0 1 0 0,0 1-1 0 0,1 0 0 0 0,-1 1 0 0 0,1 0 1 0 0,0 1-1 0 0,-20 14 0 0 0,-1 3 15 0 0,2 2-1 0 0,1 1 1 0 0,1 1-1 0 0,1 2 1 0 0,-27 37-1 0 0,41-49-26 0 0,2 1 1 0 0,0 0-1 0 0,1 1 1 0 0,1 0-1 0 0,1 1 0 0 0,1 0 1 0 0,1 0-1 0 0,0 1 0 0 0,1 0 1 0 0,2 0-1 0 0,-4 28 1 0 0,8-42-21 0 0,0 1 0 0 0,0 0 1 0 0,1 0-1 0 0,0 0 1 0 0,0-1-1 0 0,1 1 0 0 0,0 0 1 0 0,0-1-1 0 0,1 0 1 0 0,0 1-1 0 0,0-1 1 0 0,1 0-1 0 0,0-1 0 0 0,5 9 1 0 0,-1-5 9 0 0,0-1-1 0 0,1 0 1 0 0,0 0 0 0 0,0-1-1 0 0,1-1 1 0 0,0 1 0 0 0,0-1-1 0 0,16 7 1 0 0,-4-4 25 0 0,-1 0-1 0 0,1-2 1 0 0,1-1 0 0 0,-1-1-1 0 0,1 0 1 0 0,1-2 0 0 0,-1-1-1 0 0,0-1 1 0 0,27 0 0 0 0,-23-4-11 0 0,0 0 0 0 0,0-2 0 0 0,0-1 0 0 0,-1-1 0 0 0,0-1 0 0 0,0-1 0 0 0,0-2 0 0 0,-1 0 1 0 0,-1-2-1 0 0,0 0 0 0 0,0-2 0 0 0,40-32 0 0 0,-47 32-24 0 0,-1-1 0 0 0,0-1 0 0 0,-1 0 0 0 0,-1-1 0 0 0,-1-1 0 0 0,0 0 0 0 0,-1 0 0 0 0,-1-2 0 0 0,-1 1 0 0 0,-1-1 0 0 0,-1-1-1 0 0,0 0 1 0 0,-2 0 0 0 0,0 0 0 0 0,-1-1 0 0 0,2-28 0 0 0,-6 35 20 0 0,0 0-1 0 0,-1 0 0 0 0,0 1 0 0 0,-1-1 0 0 0,-1 0 1 0 0,0 0-1 0 0,-1 1 0 0 0,-8-25 0 0 0,7 31-4 0 0,1 0 0 0 0,-1 1 0 0 0,0-1 0 0 0,-1 1-1 0 0,0 0 1 0 0,0 0 0 0 0,-1 0 0 0 0,1 1 0 0 0,-1 0 0 0 0,-1 0 0 0 0,1 1-1 0 0,-1 0 1 0 0,0 0 0 0 0,0 0 0 0 0,-1 1 0 0 0,-9-5 0 0 0,-7 0-9 0 0,0 1 0 0 0,-1 1 0 0 0,0 0 0 0 0,0 2 1 0 0,0 2-1 0 0,-1 0 0 0 0,1 1 0 0 0,-1 2 0 0 0,0 0 1 0 0,1 2-1 0 0,-1 1 0 0 0,1 1 0 0 0,0 1 0 0 0,-37 12 0 0 0,51-11-196 0 0,-11 5-4204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63 279 4436 0 0,'0'-23'-583'0'0,"0"21"434"0"0,0 2-21 0 0,0 0 161 0 0,0 0 1 0 0,0-1-1 0 0,1 1 1 0 0,-1 0-1 0 0,0 0 1 0 0,0 0-1 0 0,0-1 0 0 0,0 1 1 0 0,0 0-1 0 0,0 0 1 0 0,0-1-1 0 0,0 1 1 0 0,0 0-1 0 0,0 0 0 0 0,0 0 1 0 0,0-1-1 0 0,-1 1 1 0 0,1 0-1 0 0,0 0 1 0 0,0 0-1 0 0,0-1 0 0 0,0 1 1 0 0,0 0-1 0 0,0 0 1 0 0,0 0-1 0 0,-1 0 1 0 0,1-1-1 0 0,0 1 0 0 0,0 0 1 0 0,0 0-1 0 0,0 0 1 0 0,0 0-1 0 0,-1 0 1 0 0,1 0-1 0 0,0-1 0 0 0,0 1 1 0 0,0 0-1 0 0,-1 0 1 0 0,1 0-1 0 0,0 0 1 0 0,0 0-1 0 0,0 0 0 0 0,-1 0 1 0 0,1 0-1 0 0,0 0 1 0 0,0 0-1 0 0,0 0 1 0 0,-1 0-1 0 0,1 0 0 0 0,0 0 1 0 0,0 0-1 0 0,-1 0 1 0 0,1 0-1 0 0,0 0 1 0 0,0 0-1 0 0,0 1 0 0 0,0-1 1 0 0,-1 0-1 0 0,-4 6 6 0 0,-1 1 0 0 0,1-1-1 0 0,1 1 1 0 0,-1 0-1 0 0,1 1 1 0 0,0-1 0 0 0,1 1-1 0 0,0-1 1 0 0,0 1 0 0 0,1 0-1 0 0,0 0 1 0 0,0 1 0 0 0,-1 15-1 0 0,0 2 28 0 0,2 0-1 0 0,0-1 0 0 0,5 41 0 0 0,9 3-28 0 0,-8-52 337 0 0,-1 1 0 0 0,-1 0 0 0 0,1 23 0 0 0,9-375 139 0 0,-7 231-399 0 0,-5 98-69 0 0,0-23 28 0 0,10-53 0 0 0,-10 73-32 0 0,1 1 0 0 0,0 0 0 0 0,1 0 0 0 0,0 0-1 0 0,0 0 1 0 0,0 1 0 0 0,1-1 0 0 0,-1 1 0 0 0,2-1 0 0 0,-1 1 0 0 0,1 1 0 0 0,6-7 0 0 0,-6 8 2 0 0,1 0 0 0 0,1 1-1 0 0,-1 0 1 0 0,0 0 0 0 0,1 0-1 0 0,0 1 1 0 0,-1-1 0 0 0,1 2 0 0 0,0-1-1 0 0,0 1 1 0 0,0 0 0 0 0,0 0-1 0 0,0 1 1 0 0,8 1 0 0 0,0-1-12 0 0,1 1 1 0 0,-1 1-1 0 0,0 0 1 0 0,30 9-1 0 0,-30-5 1 0 0,1 0 0 0 0,-2 2 1 0 0,27 15-1 0 0,-35-19 9 0 0,0 0 0 0 0,-1 1 0 0 0,1-1 0 0 0,-1 1 0 0 0,0 0 0 0 0,0 0 0 0 0,0 1 0 0 0,-1-1 0 0 0,0 1 0 0 0,0 0 0 0 0,5 10 0 0 0,-9-14 6 0 0,1 0-1 0 0,-1 0 0 0 0,1 0 1 0 0,-1 0-1 0 0,0-1 0 0 0,0 1 1 0 0,1 0-1 0 0,-1 0 0 0 0,-1 0 1 0 0,1 0-1 0 0,0 0 0 0 0,0-1 1 0 0,-1 1-1 0 0,1 0 1 0 0,-1 0-1 0 0,1 0 0 0 0,-1-1 1 0 0,0 1-1 0 0,0 0 0 0 0,-1 1 1 0 0,-1 1 3 0 0,0 0 0 0 0,0-1 0 0 0,0 1 1 0 0,0-1-1 0 0,-1 0 0 0 0,0 0 1 0 0,-7 5-1 0 0,-6 1 10 0 0,0-1 1 0 0,0 0-1 0 0,-20 5 1 0 0,33-12-17 0 0,-62 19 419 0 0,0-3-1 0 0,-80 10 1 0 0,144-27 122 0 0,12-1-495 0 0,6 0-36 0 0,-1 1 0 0 0,1 1 0 0 0,0 0 1 0 0,0 1-1 0 0,0 0 0 0 0,-1 2 1 0 0,0 0-1 0 0,1 0 0 0 0,23 12 0 0 0,-11-2-2 0 0,-1 2 0 0 0,-1 1 0 0 0,0 1 0 0 0,-2 1 0 0 0,0 1 0 0 0,-1 2 0 0 0,-1 0 0 0 0,-1 1 0 0 0,-1 1 0 0 0,-1 1 0 0 0,-1 1 0 0 0,18 34 0 0 0,-30-49-22 0 0,-3-4-29 0 0,0-1-1 0 0,1 0 1 0 0,0 0 0 0 0,0-1 0 0 0,6 7-1 0 0,-9-11-83 0 0,0-1-1 0 0,0 1 0 0 0,-1-1 0 0 0,1 0 0 0 0,0 1 1 0 0,0-1-1 0 0,0 0 0 0 0,0 0 0 0 0,0 0 0 0 0,-1 1 1 0 0,1-1-1 0 0,0 0 0 0 0,0 0 0 0 0,0 0 0 0 0,0 0 1 0 0,0-1-1 0 0,0 1 0 0 0,0 0 0 0 0,-1 0 0 0 0,1 0 1 0 0,0-1-1 0 0,0 1 0 0 0,0 0 0 0 0,1-2 0 0 0,21-6-1850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117 149 4940 0 0,'115'-76'-2553'0'0,"-108"72"2607"0"0,-1-1 1 0 0,0 1-1 0 0,0-1 1 0 0,0 0-1 0 0,-1-1 0 0 0,1 1 1 0 0,-2-1-1 0 0,1 0 1 0 0,4-6-1 0 0,-8 10 52 0 0,-21-11 188 0 0,11 13-251 0 0,0 0 0 0 0,-1 1 0 0 0,1 0 0 0 0,0 1 0 0 0,0 0 0 0 0,0 0 1 0 0,0 1-1 0 0,0 0 0 0 0,1 1 0 0 0,-1 0 0 0 0,1 0 0 0 0,0 0 0 0 0,0 1 0 0 0,0 1 0 0 0,-12 10 0 0 0,6-4 12 0 0,1 0 0 0 0,0 1-1 0 0,1 0 1 0 0,1 1 0 0 0,0 0-1 0 0,0 1 1 0 0,-12 23 0 0 0,21-34-38 0 0,0 0 0 0 0,0 0 0 0 0,1 0 0 0 0,-1 0 0 0 0,1 1-1 0 0,0-1 1 0 0,0 0 0 0 0,0 1 0 0 0,1-1 0 0 0,-1 0 0 0 0,1 1 0 0 0,0-1 0 0 0,0 1 0 0 0,1-1 0 0 0,0 0 0 0 0,-1 1 0 0 0,1-1 0 0 0,1 0 0 0 0,-1 1 0 0 0,0-1 0 0 0,1 0 0 0 0,0 0 0 0 0,0 0 0 0 0,0 0 0 0 0,1-1 0 0 0,0 1-1 0 0,-1-1 1 0 0,1 1 0 0 0,0-1 0 0 0,0 0 0 0 0,1 0 0 0 0,-1 0 0 0 0,1-1 0 0 0,-1 1 0 0 0,1-1 0 0 0,0 0 0 0 0,8 4 0 0 0,2 1-13 0 0,2-1 0 0 0,-1 0 0 0 0,1-2 0 0 0,0 1 1 0 0,0-2-1 0 0,0 0 0 0 0,0-1 0 0 0,0-1 0 0 0,21 0 0 0 0,-20-2-590 0 0,0-2 0 0 0,0 1 0 0 0,32-11 1 0 0,-18 3-359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42 3608 0 0,'-22'-33'-386'0'0,"22"31"462"0"0,4 28-4 0 0,8 111 724 0 0,-11-129-751 0 0,0 2 45 0 0,0 0 0 0 0,1 0 0 0 0,0 0 0 0 0,1 0 1 0 0,0 0-1 0 0,8 17 0 0 0,-10-25 71 0 0,-1-2-142 0 0,0 0 0 0 0,0 0 0 0 0,0 0 0 0 0,0 1 0 0 0,0-1 0 0 0,1 0 0 0 0,-1 0 0 0 0,0 0 0 0 0,0 0 0 0 0,0 0 0 0 0,0 1 1 0 0,1-1-1 0 0,-1 0 0 0 0,0 0 0 0 0,0 0 0 0 0,0 0 0 0 0,0 0 0 0 0,1 0 0 0 0,-1 0 0 0 0,0 0 0 0 0,0 0 0 0 0,0 0 0 0 0,1 1 0 0 0,-1-1 0 0 0,0 0 0 0 0,0 0 0 0 0,0 0 0 0 0,1 0 0 0 0,-1 0 0 0 0,0-1 0 0 0,0 1 0 0 0,0 0 0 0 0,1 0 0 0 0,-1 0 0 0 0,0 0 0 0 0,0 0 0 0 0,0 0 0 0 0,1 0 0 0 0,-1 0 0 0 0,0 0 0 0 0,0 0 1 0 0,0-1-1 0 0,0 1 0 0 0,1 0 0 0 0,-1 0 0 0 0,0 0 0 0 0,0 0 0 0 0,0 0 0 0 0,0-1 0 0 0,0 1 0 0 0,0 0 0 0 0,1 0 0 0 0,-1-17 102 0 0,-1 0 0 0 0,0-1 0 0 0,-5-19 0 0 0,4 23-78 0 0,-1 1-1 0 0,2-1 0 0 0,0 1 0 0 0,0-1 0 0 0,1 1 0 0 0,1-1 0 0 0,0 1 0 0 0,4-15 0 0 0,-4 26-41 0 0,0 0-1 0 0,-1-1 1 0 0,2 1 0 0 0,-1 0-1 0 0,0-1 1 0 0,0 1-1 0 0,1 0 1 0 0,-1 0 0 0 0,1 0-1 0 0,0 0 1 0 0,-1 0-1 0 0,1 1 1 0 0,0-1-1 0 0,0 1 1 0 0,0-1 0 0 0,1 1-1 0 0,-1-1 1 0 0,0 1-1 0 0,0 0 1 0 0,1 0 0 0 0,-1 0-1 0 0,0 1 1 0 0,1-1-1 0 0,-1 0 1 0 0,1 1-1 0 0,-1-1 1 0 0,1 1 0 0 0,0 0-1 0 0,-1 0 1 0 0,1 0-1 0 0,4 1 1 0 0,9 5-4 0 0,1 1-1 0 0,-2 1 1 0 0,1 0 0 0 0,-1 1-1 0 0,-1 1 1 0 0,1 0 0 0 0,-2 1-1 0 0,19 19 1 0 0,8 10-10 0 0,45 62 0 0 0,-83-99-19 0 0,1 0 0 0 0,-1 0 0 0 0,0 1 1 0 0,-1-1-1 0 0,1 0 0 0 0,-1 1 0 0 0,1-1 0 0 0,-1 1 0 0 0,0 0 1 0 0,1 5-1 0 0,-2-8-9 0 0,0 1 0 0 0,0 0 1 0 0,0-1-1 0 0,0 1 0 0 0,0 0 1 0 0,0-1-1 0 0,-1 1 0 0 0,1 0 1 0 0,0-1-1 0 0,-1 1 0 0 0,1-1 0 0 0,-1 1 1 0 0,0-1-1 0 0,1 1 0 0 0,-1-1 1 0 0,0 1-1 0 0,0-1 0 0 0,0 0 1 0 0,0 1-1 0 0,0-1 0 0 0,0 0 1 0 0,-1 0-1 0 0,1 0 0 0 0,-2 1 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9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66 4840 0 0,'2'-1'-61'0'0,"0"0"0"0"0,0 0 0 0 0,-1 0 0 0 0,1 0-1 0 0,0 0 1 0 0,-1-1 0 0 0,1 1 0 0 0,-1-1 0 0 0,1 1 0 0 0,-1-1-1 0 0,0 1 1 0 0,0-1 0 0 0,0 0 0 0 0,1 1 0 0 0,-1-3-1 0 0,0 3 50 0 0,-1 0-1 0 0,0 0 0 0 0,0 0 0 0 0,0 0 0 0 0,1 0 0 0 0,-1 0 0 0 0,0 0 0 0 0,-1 0 1 0 0,1 0-1 0 0,0 0 0 0 0,0 0 0 0 0,0 0 0 0 0,-1 0 0 0 0,1 0 0 0 0,0 0 1 0 0,-1 0-1 0 0,1 0 0 0 0,-1 0 0 0 0,1 0 0 0 0,-1 0 0 0 0,1 0 0 0 0,-2 0 0 0 0,0-1 26 0 0,0 0 0 0 0,0 0 0 0 0,-1 0-1 0 0,1 1 1 0 0,-1-1 0 0 0,0 1 0 0 0,1 0-1 0 0,-1 0 1 0 0,0 0 0 0 0,0 0 0 0 0,0 0-1 0 0,1 0 1 0 0,-1 1 0 0 0,0 0 0 0 0,0-1-1 0 0,0 1 1 0 0,0 0 0 0 0,0 0-1 0 0,0 1 1 0 0,0-1 0 0 0,-4 1 0 0 0,-6 2 39 0 0,0 1-1 0 0,0-1 1 0 0,1 2 0 0 0,-1 0 0 0 0,-13 7 0 0 0,22-9-31 0 0,-1-1-1 0 0,0 1 1 0 0,1 0 0 0 0,0 1 0 0 0,0-1-1 0 0,0 1 1 0 0,0 0 0 0 0,0 0 0 0 0,1 0-1 0 0,0 0 1 0 0,0 0 0 0 0,0 1 0 0 0,0 0-1 0 0,1-1 1 0 0,-1 1 0 0 0,-1 6 0 0 0,4-9-13 0 0,0 0-1 0 0,-1-1 1 0 0,1 1 0 0 0,0 0 0 0 0,0-1 0 0 0,0 1 0 0 0,0 0 0 0 0,0 0-1 0 0,0-1 1 0 0,1 1 0 0 0,-1 0 0 0 0,1-1 0 0 0,-1 1 0 0 0,1 0 0 0 0,-1-1-1 0 0,1 1 1 0 0,0-1 0 0 0,0 1 0 0 0,0-1 0 0 0,0 1 0 0 0,0-1 0 0 0,0 1-1 0 0,0-1 1 0 0,0 0 0 0 0,1 0 0 0 0,-1 0 0 0 0,0 0 0 0 0,1 0 0 0 0,-1 0-1 0 0,1 0 1 0 0,-1 0 0 0 0,1 0 0 0 0,0-1 0 0 0,-1 1 0 0 0,1-1 0 0 0,0 1-1 0 0,-1-1 1 0 0,1 0 0 0 0,1 1 0 0 0,5 0 6 0 0,0 1-1 0 0,0-1 1 0 0,0-1 0 0 0,0 1 0 0 0,0-1-1 0 0,0-1 1 0 0,10-1 0 0 0,3-3 17 0 0,1-2 0 0 0,23-9-1 0 0,29-9 399 0 0,-72 24-322 0 0,20 9-24 0 0,-18-5-66 0 0,0 0 0 0 0,1 0 0 0 0,-1 0 0 0 0,0 1 0 0 0,-1 0 0 0 0,1 0 0 0 0,-1 0 0 0 0,0 0 0 0 0,1 0 0 0 0,-2 1 0 0 0,4 4 0 0 0,-3-3 5 0 0,0 0 0 0 0,1-1-1 0 0,0 1 1 0 0,0-1 0 0 0,9 8 0 0 0,-9-10-189 0 0,0 1 0 0 0,-1-1 0 0 0,1-1 0 0 0,0 1 0 0 0,1-1 0 0 0,-1 1 0 0 0,0-1 0 0 0,1 0 0 0 0,-1-1 0 0 0,1 1 0 0 0,-1-1 0 0 0,1 0 0 0 0,0 0 0 0 0,0 0 0 0 0,0-1 0 0 0,8 0 0 0 0,3-4-1118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33 4020 0 0,'0'0'-169'0'0,"-38"-5"-200"0"0,35 5 391 0 0,1 0 0 0 0,-1 1-1 0 0,1-1 1 0 0,-1 1 0 0 0,1-1 0 0 0,0 1 0 0 0,-1 0 0 0 0,1 0 0 0 0,0 0 0 0 0,0 0 0 0 0,0 0 0 0 0,0 0 0 0 0,0 1 0 0 0,0-1 0 0 0,0 1-1 0 0,0-1 1 0 0,0 1 0 0 0,0 0 0 0 0,1 0 0 0 0,-3 2 0 0 0,1 2 47 0 0,-1 0 0 0 0,1-1 1 0 0,1 1-1 0 0,-1 0 0 0 0,1 1 0 0 0,0-1 0 0 0,-2 12 0 0 0,2-7 4 0 0,0 0 0 0 0,1 0-1 0 0,1 0 1 0 0,0 0 0 0 0,0 0-1 0 0,1 0 1 0 0,0 0 0 0 0,1 0-1 0 0,5 17 1 0 0,-4-20-6 0 0,0-1 0 0 0,0 0 0 0 0,1 0 0 0 0,-1 0 0 0 0,2-1 0 0 0,-1 1 0 0 0,1-1 0 0 0,-1 0 0 0 0,2 0 0 0 0,6 6 0 0 0,-11-12 362 0 0,0-26-286 0 0,-2 14-93 0 0,-1 1 0 0 0,0 0 0 0 0,-8-21 0 0 0,-3-16 34 0 0,6 15-50 0 0,5 21-20 0 0,-1-1-1 0 0,1 0 1 0 0,1 0 0 0 0,1 1 0 0 0,-1-1 0 0 0,3-17 0 0 0,-1 27-14 0 0,-1 0-1 0 0,1 0 1 0 0,0 1-1 0 0,-1-1 1 0 0,1 0-1 0 0,0 1 1 0 0,1-1 0 0 0,-1 1-1 0 0,0-1 1 0 0,1 1-1 0 0,-1 0 1 0 0,1-1-1 0 0,2-1 1 0 0,-3 3-19 0 0,16 0-27 0 0,-10 4 42 0 0,0-1 0 0 0,0 1 0 0 0,-1 1 0 0 0,1-1 0 0 0,-1 1 1 0 0,0 0-1 0 0,0 1 0 0 0,10 8 0 0 0,44 53-18 0 0,-43-46 30 0 0,-1-1 0 0 0,29 23-1 0 0,16 9 120 0 0,-60-50 38 0 0,-3 0-160 0 0,0-1 1 0 0,0 1-1 0 0,-1-1 0 0 0,1 0 0 0 0,0 0 0 0 0,0 0 0 0 0,-1 0 1 0 0,1 0-1 0 0,0 0 0 0 0,-3-2 0 0 0,0 2 36 0 0,0-1-1 0 0,0 0 1 0 0,0 0 0 0 0,0 0-1 0 0,0 0 1 0 0,1-1-1 0 0,-1 0 1 0 0,1 0 0 0 0,-1-1-1 0 0,1 1 1 0 0,0-1 0 0 0,-6-4-1 0 0,-5-3 187 0 0,14 10-219 0 0,1-1 0 0 0,-1 1 0 0 0,0 0 0 0 0,1-1 0 0 0,-1 1 0 0 0,0-1 0 0 0,1 0-1 0 0,-1 1 1 0 0,1-1 0 0 0,-1 1 0 0 0,1-1 0 0 0,-1 0 0 0 0,1 0 0 0 0,-1 1 0 0 0,1-1 0 0 0,0 0-1 0 0,0 0 1 0 0,-1 1 0 0 0,1-1 0 0 0,0 0 0 0 0,0 0 0 0 0,0 0 0 0 0,0 1 0 0 0,0-1 0 0 0,0 0-1 0 0,0 0 1 0 0,0 0 0 0 0,0 0 0 0 0,13-24 124 0 0,27-12-1 0 0,-23 25-112 0 0,1 1 0 0 0,0 1 1 0 0,1 0-1 0 0,0 1 1 0 0,1 2-1 0 0,0 0 0 0 0,0 0 1 0 0,0 2-1 0 0,1 1 0 0 0,36-3 1 0 0,-50 6-22 0 0,1 0 1 0 0,-1 1 0 0 0,1 1 0 0 0,-1-1 0 0 0,1 1 0 0 0,-1 1 0 0 0,1-1 0 0 0,-1 1 0 0 0,0 0-1 0 0,0 1 1 0 0,0 0 0 0 0,0 0 0 0 0,0 0 0 0 0,-1 1 0 0 0,1 0 0 0 0,-1 0 0 0 0,0 1 0 0 0,0 0-1 0 0,-1 0 1 0 0,1 0 0 0 0,-1 1 0 0 0,0-1 0 0 0,-1 1 0 0 0,1 0 0 0 0,-1 1 0 0 0,0-1-1 0 0,-1 1 1 0 0,0 0 0 0 0,0 0 0 0 0,0 0 0 0 0,-1 0 0 0 0,3 12 0 0 0,13 117-20 0 0,-18-136-27 0 0,0 1 0 0 0,0-1 0 0 0,0 1 1 0 0,1-1-1 0 0,-1 0 0 0 0,0 1 0 0 0,0-1 0 0 0,0 0 0 0 0,0 1 0 0 0,1-1 0 0 0,-1 0 0 0 0,0 1 1 0 0,0-1-1 0 0,1 0 0 0 0,-1 0 0 0 0,0 1 0 0 0,1-1 0 0 0,-1 0 0 0 0,0 0 0 0 0,1 1 1 0 0,-1-1-1 0 0,0 0 0 0 0,1 0 0 0 0,-1 0 0 0 0,0 0 0 0 0,1 0 0 0 0,-1 1 0 0 0,1-1 0 0 0,-1 0 1 0 0,0 0-1 0 0,1 0 0 0 0,-1 0 0 0 0,0 0 0 0 0,1 0 0 0 0,-1 0 0 0 0,1 0 0 0 0,-1-1 0 0 0,0 1 1 0 0,1 0-1 0 0,-1 0 0 0 0,0 0 0 0 0,1 0 0 0 0,0-1 0 0 0,15-8-2355 0 0,-14 7 2418 0 0,16-8-2256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77 132 5288 0 0,'42'-31'-1954'0'0,"-20"12"2389"0"0,-1 0 0 0 0,22-26-1 0 0,-43 44-414 0 0,0 1-1 0 0,1 0 0 0 0,-1-1 0 0 0,0 1 0 0 0,0 0 0 0 0,1-1 0 0 0,-1 1 0 0 0,0-1 0 0 0,0 1 0 0 0,0 0 0 0 0,0-1 0 0 0,1 1 1 0 0,-1-1-1 0 0,0 1 0 0 0,0-1 0 0 0,0 1 0 0 0,0-1 0 0 0,0 1 0 0 0,0 0 0 0 0,0-1 0 0 0,0 1 0 0 0,0-1 0 0 0,-1 1 1 0 0,1-1-1 0 0,0 1 0 0 0,0 0 0 0 0,0-1 0 0 0,0 1 0 0 0,-1-1 0 0 0,1 1 0 0 0,0 0 0 0 0,0-1 0 0 0,-1 1 0 0 0,1 0 0 0 0,0-1 1 0 0,-1 1-1 0 0,1 0 0 0 0,0-1 0 0 0,-1 1 0 0 0,1 0 0 0 0,0 0 0 0 0,-1 0 0 0 0,1-1 0 0 0,0 1 0 0 0,-1 0 0 0 0,1 0 1 0 0,-1 0-1 0 0,1 0 0 0 0,-1 0 0 0 0,1-1 0 0 0,0 1 0 0 0,-1 0 0 0 0,1 0 0 0 0,-1 0 0 0 0,1 0 0 0 0,-1 0 0 0 0,1 1 1 0 0,-1-1-1 0 0,0 0 0 0 0,-28 1 230 0 0,15 2-102 0 0,0 1 1 0 0,0 0 0 0 0,1 1 0 0 0,0 0 0 0 0,-17 10-1 0 0,25-12-108 0 0,0-1-1 0 0,0 1 1 0 0,1 0 0 0 0,-1 1-1 0 0,1-1 1 0 0,0 1-1 0 0,0 0 1 0 0,1 0-1 0 0,-1 0 1 0 0,1 0-1 0 0,-1 1 1 0 0,1-1 0 0 0,1 1-1 0 0,-1 0 1 0 0,1 0-1 0 0,0 0 1 0 0,-2 6-1 0 0,4-9-25 0 0,0 0 1 0 0,0 0-1 0 0,0 0 0 0 0,0 1 0 0 0,1-1 0 0 0,-1 0 0 0 0,1 0 0 0 0,0 0 0 0 0,-1 0 0 0 0,1 0 1 0 0,0 0-1 0 0,0 0 0 0 0,0 0 0 0 0,1 0 0 0 0,-1 0 0 0 0,0 0 0 0 0,1-1 0 0 0,-1 1 0 0 0,1 0 1 0 0,-1-1-1 0 0,1 1 0 0 0,0-1 0 0 0,0 0 0 0 0,0 0 0 0 0,0 0 0 0 0,0 0 0 0 0,0 0 0 0 0,0 0 1 0 0,0 0-1 0 0,2 0 0 0 0,11 5 36 0 0,1-1-1 0 0,29 6 1 0 0,-39-10-34 0 0,37 7-88 0 0,1-3 0 0 0,0-2 0 0 0,-1-1 0 0 0,48-5 0 0 0,-12-4-1972 0 0,104-23 0 0 0,-105 11 175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1 561 4804 0 0,'0'0'-278'0'0,"0"-4"168"0"0,1-20 154 0 0,2 0 0 0 0,0 1 1 0 0,2 0-1 0 0,0 0 0 0 0,2 0 0 0 0,0 1 0 0 0,1-1 0 0 0,2 2 0 0 0,0-1 0 0 0,1 2 0 0 0,2-1 0 0 0,0 2 0 0 0,0-1 0 0 0,2 2 0 0 0,1 0 0 0 0,0 1 0 0 0,1 0 0 0 0,1 2 0 0 0,0 0 0 0 0,1 1 0 0 0,33-19 0 0 0,2 6-21 0 0,-39 21 49 0 0,0-1 0 0 0,-1-1 1 0 0,0-1-1 0 0,20-14 0 0 0,-32 21-30 0 0,-2 2-165 0 0,1-1 0 0 0,-1 0 0 0 0,1 0 0 0 0,-1 1 1 0 0,0-1-1 0 0,1 0 0 0 0,-1 0 0 0 0,0 1 0 0 0,1-1 0 0 0,-1 0 0 0 0,0 0 0 0 0,0 0 0 0 0,0 0 0 0 0,0 0 0 0 0,0 1 0 0 0,0-1 0 0 0,0 0 0 0 0,0 0 0 0 0,0 0 0 0 0,0 0 0 0 0,-1 0 1 0 0,1 0-1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3876 0 0,'149'1'-1047'0'0,"-108"3"1103"0"0,0 2-1 0 0,0 1 1 0 0,0 2 0 0 0,49 19 0 0 0,-88-27-33 0 0,0-1-1 0 0,-1 1 1 0 0,1 0 0 0 0,0-1 0 0 0,0 1 0 0 0,-1 0 0 0 0,1 0 0 0 0,-1 0 0 0 0,1 0 0 0 0,-1 0 0 0 0,1 1-1 0 0,-1-1 1 0 0,0 0 0 0 0,0 1 0 0 0,1-1 0 0 0,-1 1 0 0 0,0-1 0 0 0,0 1 0 0 0,-1 0 0 0 0,1-1 0 0 0,0 1 0 0 0,0 0-1 0 0,-1-1 1 0 0,1 3 0 0 0,-1-1 6 0 0,0-1 0 0 0,-1 1 0 0 0,1 0 0 0 0,-1-1 0 0 0,1 1 0 0 0,-1-1 0 0 0,0 1-1 0 0,0-1 1 0 0,0 0 0 0 0,0 1 0 0 0,-1-1 0 0 0,1 0 0 0 0,-1 0 0 0 0,1 1 0 0 0,-3 1 0 0 0,-9 9 111 0 0,0 0 1 0 0,-1-1 0 0 0,-28 19 0 0 0,33-24-101 0 0,-32 20 156 0 0,-24 19-646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26 110 3488 0 0,'-13'-7'-128'0'0,"12"7"141"0"0,0 0 0 0 0,1 0 0 0 0,-1 0 1 0 0,1-1-1 0 0,-1 1 0 0 0,0 0 0 0 0,1-1 0 0 0,-1 1 1 0 0,1-1-1 0 0,-1 1 0 0 0,1 0 0 0 0,-1-1 0 0 0,1 1 1 0 0,-1-1-1 0 0,1 1 0 0 0,-1-1 0 0 0,1 0 1 0 0,0 1-1 0 0,-1-1 0 0 0,1 1 0 0 0,0-1 0 0 0,0 0 1 0 0,-1 1-1 0 0,1-1 0 0 0,0 0 0 0 0,0 1 1 0 0,0-1-1 0 0,0 0 0 0 0,0 1 0 0 0,0-1 0 0 0,0 0 1 0 0,0 1-1 0 0,0-1 0 0 0,0 0 0 0 0,0 1 0 0 0,1-1 1 0 0,-1 0-1 0 0,1-2 1 0 0,1 1-1 0 0,0 0 1 0 0,0 0 0 0 0,-1 0-1 0 0,1 0 1 0 0,0 0 0 0 0,0 1-1 0 0,1-1 1 0 0,-1 0 0 0 0,3-1-1 0 0,64-28 89 0 0,-51 24-80 0 0,1 0-1 0 0,30-4 1 0 0,-45 10-23 0 0,1 0-1 0 0,-1 0 1 0 0,0 1 0 0 0,1-1 0 0 0,-1 1 0 0 0,1 0 0 0 0,-1 1-1 0 0,0-1 1 0 0,1 1 0 0 0,-1 0 0 0 0,0 0 0 0 0,0 0 0 0 0,1 0-1 0 0,-1 1 1 0 0,0 0 0 0 0,0 0 0 0 0,7 4 0 0 0,-10-4 2 0 0,1 0 1 0 0,-1 0-1 0 0,0 0 0 0 0,0 0 1 0 0,0 0-1 0 0,0 0 1 0 0,0 0-1 0 0,0 1 1 0 0,0-1-1 0 0,-1 0 1 0 0,1 0-1 0 0,-1 1 0 0 0,1-1 1 0 0,-1 0-1 0 0,0 1 1 0 0,0-1-1 0 0,0 0 1 0 0,0 1-1 0 0,-1-1 1 0 0,1 0-1 0 0,-1 1 0 0 0,1-1 1 0 0,-1 0-1 0 0,0 1 1 0 0,0-1-1 0 0,0 0 1 0 0,-2 3-1 0 0,-4 10 27 0 0,-1-1 0 0 0,-18 25 0 0 0,15-24 12 0 0,-26 32 148 0 0,-6 11 480 0 0,42-58-659 0 0,1 1 0 0 0,0-1 0 0 0,0 1 0 0 0,0-1 0 0 0,0 0 0 0 0,0 1 0 0 0,-1-1 0 0 0,1 1 0 0 0,0-1 0 0 0,0 1 0 0 0,0-1 0 0 0,0 1 0 0 0,0-1 0 0 0,1 0 0 0 0,-1 1 0 0 0,0-1 0 0 0,0 1 0 0 0,0-1 0 0 0,0 1 0 0 0,0-1 0 0 0,1 0 0 0 0,-1 1 0 0 0,0-1 0 0 0,0 1 0 0 0,1-1 0 0 0,-1 0 0 0 0,0 1 0 0 0,0-1 0 0 0,1 0 0 0 0,-1 1 0 0 0,0-1 0 0 0,1 0-1 0 0,-1 0 1 0 0,1 1 0 0 0,-1-1 0 0 0,0 0 0 0 0,1 0 0 0 0,-1 0 0 0 0,1 0 0 0 0,-1 1 0 0 0,0-1 0 0 0,1 0 0 0 0,-1 0 0 0 0,1 0 0 0 0,-1 0 0 0 0,1 0 0 0 0,-1 0 0 0 0,1 0 0 0 0,0 0 0 0 0,26 1 16 0 0,-25-1 10 0 0,98-4 177 0 0,148-28 0 0 0,-71 7 467 0 0,-176 25-692 0 0,-1 0 1 0 0,1 0-1 0 0,-1 0 1 0 0,0 0-1 0 0,1 0 1 0 0,-1 0-1 0 0,0 0 1 0 0,1 0-1 0 0,-1 0 1 0 0,0 0-1 0 0,1 0 0 0 0,-1 0 1 0 0,1 0-1 0 0,-1 0 1 0 0,0 0-1 0 0,1-1 1 0 0,-1 1-1 0 0,0 0 1 0 0,0 0-1 0 0,1 0 1 0 0,-1-1-1 0 0,0 1 0 0 0,1 0 1 0 0,-1 0-1 0 0,0-1 1 0 0,0 1-1 0 0,1 0 1 0 0,-1 0-1 0 0,0-1 1 0 0,0 1-1 0 0,0 0 1 0 0,0-1-1 0 0,1 1 1 0 0,-1 0-1 0 0,0-1 0 0 0,0 1 1 0 0,0 0-1 0 0,0-1 1 0 0,0 1-1 0 0,0-1 1 0 0,0 1-1 0 0,0 0 1 0 0,0-1-1 0 0,0 1 1 0 0,0 0-1 0 0,0-1 0 0 0,0 1 1 0 0,0 0-1 0 0,0-1 1 0 0,-1 1-1 0 0,1 0 1 0 0,0-1-1 0 0,-11-14-2549 0 0,10 14 2199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841 100 4168 0 0,'-4'-7'-39'0'0,"0"0"-1"0"0,-1 0 1 0 0,1 1-1 0 0,-1-1 1 0 0,-1 1-1 0 0,1 0 1 0 0,-1 1-1 0 0,0 0 1 0 0,-1 0-1 0 0,1 0 1 0 0,-1 1-1 0 0,0-1 1 0 0,0 2-1 0 0,0-1 1 0 0,-1 1-1 0 0,1 0 1 0 0,-1 1-1 0 0,-10-3 1 0 0,4 3 52 0 0,1 0 1 0 0,-1 1-1 0 0,0 1 1 0 0,0 0 0 0 0,0 1-1 0 0,0 1 1 0 0,0 0-1 0 0,0 1 1 0 0,-25 8 0 0 0,-9 7 22 0 0,2 2 1 0 0,1 2 0 0 0,1 2-1 0 0,0 3 1 0 0,2 0 0 0 0,2 3-1 0 0,0 2 1 0 0,-40 41 0 0 0,66-60 2 0 0,1 1 1 0 0,1 1 0 0 0,0 0-1 0 0,0 1 1 0 0,2 0 0 0 0,0 1-1 0 0,-14 33 1 0 0,21-42-22 0 0,1 0 1 0 0,-1 0-1 0 0,1 0 1 0 0,1 1 0 0 0,0-1-1 0 0,0 0 1 0 0,0 1-1 0 0,1-1 1 0 0,1 1-1 0 0,-1-1 1 0 0,1 1-1 0 0,1-1 1 0 0,-1 1 0 0 0,2-1-1 0 0,-1 0 1 0 0,1 0-1 0 0,0 0 1 0 0,1-1-1 0 0,-1 1 1 0 0,8 10-1 0 0,5 2 22 0 0,0 0 0 0 0,2-1-1 0 0,0-1 1 0 0,1 0-1 0 0,0-2 1 0 0,1 0 0 0 0,1-1-1 0 0,1-1 1 0 0,0-1-1 0 0,1-1 1 0 0,0-2 0 0 0,35 13-1 0 0,-2-5 232 0 0,1-2-1 0 0,1-3 0 0 0,0-2 1 0 0,79 4-1 0 0,-118-14-136 0 0,-1-1 0 0 0,0 0-1 0 0,0-2 1 0 0,1 0 0 0 0,-1-1-1 0 0,0-1 1 0 0,-1 0-1 0 0,1-1 1 0 0,-1-2 0 0 0,0 1-1 0 0,0-2 1 0 0,-1 0 0 0 0,0-1-1 0 0,0-1 1 0 0,-1 0 0 0 0,-1-1-1 0 0,1-1 1 0 0,-2 0 0 0 0,0-1-1 0 0,0 0 1 0 0,10-15 0 0 0,0-1-53 0 0,-2 0 1 0 0,-1-1 0 0 0,-2 0 0 0 0,-1-2 0 0 0,19-49 0 0 0,-28 60-56 0 0,-1 0 0 0 0,0-1 0 0 0,-2 0 0 0 0,-1-1 0 0 0,0 1 0 0 0,-2-1 0 0 0,0 1 0 0 0,-2-1 0 0 0,-4-40 0 0 0,3 55-28 0 0,-1 1 1 0 0,0-1-1 0 0,-1 0 0 0 0,0 1 1 0 0,0 0-1 0 0,0-1 0 0 0,-1 1 1 0 0,0 1-1 0 0,0-1 1 0 0,-1 0-1 0 0,1 1 0 0 0,-2 0 1 0 0,1 0-1 0 0,-1 1 0 0 0,1-1 1 0 0,-2 1-1 0 0,1 1 1 0 0,0-1-1 0 0,-1 1 0 0 0,0 0 1 0 0,0 0-1 0 0,0 1 0 0 0,-1 0 1 0 0,1 0-1 0 0,-1 1 0 0 0,-12-3 1 0 0,-18-2-21 0 0,0 2 0 0 0,-1 1 1 0 0,0 3-1 0 0,-47 2 0 0 0,30 0-10 0 0,16 1-113 0 0,27-1-740 0 0,0 0 1 0 0,0-1-1 0 0,-25-3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94 275 5801 0 0,'-51'-70'-488'0'0,"50"69"569"0"0,-6-9 59 0 0,7 10-139 0 0,0 0-1 0 0,0-1 1 0 0,0 1 0 0 0,0 0-1 0 0,0 0 1 0 0,0 0 0 0 0,0-1-1 0 0,0 1 1 0 0,0 0 0 0 0,0 0 0 0 0,-1 0-1 0 0,1-1 1 0 0,0 1 0 0 0,0 0-1 0 0,0 0 1 0 0,0 0 0 0 0,0 0-1 0 0,0-1 1 0 0,-1 1 0 0 0,1 0-1 0 0,0 0 1 0 0,0 0 0 0 0,0 0-1 0 0,-1 0 1 0 0,1 0 0 0 0,0 0-1 0 0,0-1 1 0 0,0 1 0 0 0,-1 0-1 0 0,1 0 1 0 0,0 0 0 0 0,0 0-1 0 0,0 0 1 0 0,-1 0 0 0 0,1 0-1 0 0,0 0 1 0 0,0 0 0 0 0,0 0-1 0 0,-1 0 1 0 0,1 0 0 0 0,0 0-1 0 0,0 0 1 0 0,-1 0 0 0 0,1 0-1 0 0,0 1 1 0 0,0-1 0 0 0,0 0-1 0 0,-1 0 1 0 0,-1 13 5 0 0,0 0 0 0 0,1 1-1 0 0,1-1 1 0 0,0 0 0 0 0,1 1-1 0 0,0-1 1 0 0,1 0 0 0 0,1 0-1 0 0,0 0 1 0 0,0 0 0 0 0,6 12-1 0 0,12 26 21 0 0,34 63 0 0 0,-45-95-10 0 0,38 62 191 0 0,-47-80-58 0 0,-2-8-139 0 0,-51-261 19 0 0,47 249-29 0 0,-24-160 47 0 0,28 174-35 0 0,0-1 1 0 0,1 1-1 0 0,-1-1 0 0 0,1 0 0 0 0,1 1 0 0 0,-1-1 1 0 0,1 0-1 0 0,0 1 0 0 0,0-1 0 0 0,4-8 0 0 0,-3 10-9 0 0,1 0 0 0 0,-1 0-1 0 0,1 1 1 0 0,0-1 0 0 0,0 1 0 0 0,1-1-1 0 0,-1 1 1 0 0,1 0 0 0 0,0 0-1 0 0,-1 1 1 0 0,1-1 0 0 0,0 1 0 0 0,8-4-1 0 0,1 0-12 0 0,0 1 0 0 0,0 0-1 0 0,0 0 1 0 0,1 2 0 0 0,0 0-1 0 0,0 0 1 0 0,0 1 0 0 0,0 1 0 0 0,20 0-1 0 0,-25 1 2 0 0,0 1 0 0 0,0 0 0 0 0,0 1-1 0 0,0 0 1 0 0,0 0 0 0 0,0 1 0 0 0,-1 0-1 0 0,0 0 1 0 0,1 1 0 0 0,-1 0 0 0 0,0 0-1 0 0,-1 1 1 0 0,1 0 0 0 0,-1 1 0 0 0,11 11 0 0 0,-16-16 7 0 0,-1 1 0 0 0,0 0 0 0 0,1 0 0 0 0,-1 0 0 0 0,0 1 0 0 0,0-1 0 0 0,-1 0 0 0 0,1 0 0 0 0,0 1 0 0 0,-1-1 0 0 0,1 0 0 0 0,-1 1 1 0 0,0-1-1 0 0,0 0 0 0 0,0 1 0 0 0,0-1 0 0 0,0 0 0 0 0,0 1 0 0 0,-1-1 0 0 0,1 0 0 0 0,-1 1 0 0 0,1-1 0 0 0,-1 0 0 0 0,0 0 0 0 0,0 0 1 0 0,0 1-1 0 0,0-1 0 0 0,-1 0 0 0 0,1 0 0 0 0,0-1 0 0 0,-1 1 0 0 0,-2 3 0 0 0,-4 4 0 0 0,-1 0 0 0 0,1 0-1 0 0,-1-1 1 0 0,0 0 0 0 0,-13 7 0 0 0,-37 20 43 0 0,-3-3 1 0 0,0-3-1 0 0,-120 39 1 0 0,166-66 742 0 0,36-15-613 0 0,47-18-114 0 0,-55 26-50 0 0,-7 4-7 0 0,-1 0 0 0 0,1-1-1 0 0,0 2 1 0 0,-1-1 0 0 0,1 0 0 0 0,0 1 0 0 0,-1 0 0 0 0,1 0 0 0 0,0 0 0 0 0,-1 1-1 0 0,7 1 1 0 0,-7-2-3 0 0,1 1 1 0 0,0-1-1 0 0,0 1 0 0 0,0 0 0 0 0,-1 1 0 0 0,1-1 0 0 0,-1 1 0 0 0,1 0 0 0 0,-1 0 0 0 0,0 1 0 0 0,1-1 1 0 0,5 6-1 0 0,39 43-33 0 0,-44-43 39 0 0,2 0-1 0 0,-1 0 1 0 0,1-1-1 0 0,0-1 1 0 0,0 1-1 0 0,1-1 1 0 0,-1 0-1 0 0,2 0 1 0 0,10 5-1 0 0,14 0 14 0 0,0 0 0 0 0,1-3 1 0 0,1 0-1 0 0,0-3 0 0 0,-1 0 0 0 0,2-3 0 0 0,-1 0 0 0 0,0-3 0 0 0,51-6 0 0 0,-80 6-6 0 0,1 0 0 0 0,0 0-1 0 0,-1-1 1 0 0,1 0 0 0 0,-1 0 0 0 0,0-1 0 0 0,0 1-1 0 0,0-1 1 0 0,0-1 0 0 0,0 1 0 0 0,0-1 0 0 0,-1 0 0 0 0,0 0-1 0 0,0-1 1 0 0,0 0 0 0 0,8-9 0 0 0,-9 7 46 0 0,0 0-1 0 0,0-1 1 0 0,0 1 0 0 0,-1-1 0 0 0,0 0 0 0 0,0 0 0 0 0,-1 0 0 0 0,0 0-1 0 0,-1 0 1 0 0,1-1 0 0 0,-2 1 0 0 0,1-13 0 0 0,-1 17-42 0 0,2-3-10 0 0,5-8-59 0 0,0 21 64 0 0,11 12 6 0 0,-5-10-55 0 0,1 0 1 0 0,0-1-1 0 0,0 0 1 0 0,0-1-1 0 0,1-1 0 0 0,23 6 1 0 0,-21-8-857 0 0,0 0 1 0 0,0-1-1 0 0,19-1 1 0 0,-5-1-1556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32 6461 0 0,'-52'-23'370'0'0,"35"14"-3331"0"0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9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228 477 5088 0 0,'-20'3'-606'0'0,"8"0"535"0"0,0 0 0 0 0,0 1-1 0 0,0 0 1 0 0,0 1 0 0 0,1 1 0 0 0,0 0 0 0 0,0 0 0 0 0,0 1 0 0 0,1 1 0 0 0,0 0 0 0 0,0 0-1 0 0,1 0 1 0 0,0 1 0 0 0,1 1 0 0 0,0 0 0 0 0,0 0 0 0 0,1 0 0 0 0,0 1 0 0 0,-7 17 0 0 0,13-27 69 0 0,1 0 1 0 0,-1 0-1 0 0,1 0 1 0 0,0 1-1 0 0,-1-1 1 0 0,1 0-1 0 0,0 0 1 0 0,0 0-1 0 0,0 1 1 0 0,0-1-1 0 0,0 0 1 0 0,0 0-1 0 0,0 0 1 0 0,0 1-1 0 0,0-1 1 0 0,1 0-1 0 0,-1 0 0 0 0,0 0 1 0 0,1 1-1 0 0,-1-1 1 0 0,1 0-1 0 0,-1 0 1 0 0,1 0-1 0 0,1 1 1 0 0,0 0-1 0 0,0 0 0 0 0,0 0 0 0 0,0 0-1 0 0,0 0 1 0 0,1 0 0 0 0,-1-1 0 0 0,1 1 0 0 0,-1-1 0 0 0,6 2-1 0 0,4 1 5 0 0,0 0-1 0 0,0-1 1 0 0,18 2-1 0 0,-15-4-28 0 0,0 0 0 0 0,0 0-1 0 0,0-1 1 0 0,0-1-1 0 0,0-1 1 0 0,0 0 0 0 0,-1-1-1 0 0,22-7 1 0 0,-27 7 24 0 0,-1 0 0 0 0,0-1 1 0 0,1 0-1 0 0,-1 0 0 0 0,-1-1 0 0 0,1 0 1 0 0,-1 0-1 0 0,0-1 0 0 0,0 0 1 0 0,0 0-1 0 0,-1-1 0 0 0,0 0 0 0 0,-1 0 1 0 0,10-15-1 0 0,-14 19 35 0 0,1 1 1 0 0,-1-1 0 0 0,0 0-1 0 0,0 0 1 0 0,0-1-1 0 0,-1 1 1 0 0,1 0-1 0 0,-1 0 1 0 0,1 0-1 0 0,-1 0 1 0 0,0-1-1 0 0,-1 1 1 0 0,1 0-1 0 0,0 0 1 0 0,-1 0 0 0 0,0 0-1 0 0,1-1 1 0 0,-1 1-1 0 0,-1 0 1 0 0,1 0-1 0 0,0 1 1 0 0,-1-1-1 0 0,1 0 1 0 0,-1 0-1 0 0,-3-3 1 0 0,3 4 6 0 0,-37 4 147 0 0,34-1-174 0 0,-7 3 27 0 0,11-2-32 0 0,1 1-1 0 0,-1-1 1 0 0,1 0 0 0 0,0 0-1 0 0,0 0 1 0 0,-1 0-1 0 0,1 1 1 0 0,0-1 0 0 0,1 0-1 0 0,-1 0 1 0 0,0 0-1 0 0,1 0 1 0 0,-1 1 0 0 0,1-1-1 0 0,0 0 1 0 0,-1 0 0 0 0,1 0-1 0 0,0 0 1 0 0,0 0-1 0 0,1-1 1 0 0,-1 1 0 0 0,0 0-1 0 0,3 2 1 0 0,41 51 48 0 0,-31-40-36 0 0,154 161 99 0 0,33 41-18 0 0,-196-211-94 0 0,0 0-1 0 0,-1 0 0 0 0,0 1 0 0 0,0 0 1 0 0,-1 0-1 0 0,0 0 0 0 0,0 0 0 0 0,0 0 1 0 0,1 9-1 0 0,-4-13-3 0 0,1 0 0 0 0,-1 0 0 0 0,0 0 0 0 0,0-1 0 0 0,0 1 0 0 0,0 0 0 0 0,-1 0 0 0 0,1 0 0 0 0,-1 0 0 0 0,0 0 0 0 0,1 0 0 0 0,-1-1 0 0 0,-1 1 0 0 0,1 0 0 0 0,0-1 0 0 0,-1 1 0 0 0,1-1 0 0 0,-1 1 0 0 0,0-1 0 0 0,0 0 0 0 0,1 0 0 0 0,-2 0 0 0 0,1 0 0 0 0,0 0 0 0 0,0 0 0 0 0,-5 3 0 0 0,-11 5 7 0 0,0-1 0 0 0,-1 0 0 0 0,0-1 0 0 0,-1-1 0 0 0,1-1 0 0 0,-1 0 0 0 0,-30 3 0 0 0,-5-3 132 0 0,-87 0 0 0 0,135-6-101 0 0,-1 0-1 0 0,1-1 0 0 0,-1 0 1 0 0,1 0-1 0 0,0 0 1 0 0,-1-1-1 0 0,1 0 0 0 0,-13-7 1 0 0,18 9-33 0 0,0-1 0 0 0,1 0 0 0 0,-1-1 1 0 0,1 1-1 0 0,0 0 0 0 0,-1 0 0 0 0,1 0 1 0 0,0-1-1 0 0,0 1 0 0 0,0-1 0 0 0,-1 1 0 0 0,2-1 1 0 0,-1 1-1 0 0,0-1 0 0 0,0 0 0 0 0,0 0 1 0 0,1 1-1 0 0,-1-1 0 0 0,1 0 0 0 0,0 0 0 0 0,-1 1 1 0 0,1-1-1 0 0,0 0 0 0 0,0 0 0 0 0,0 0 1 0 0,0 0-1 0 0,0 1 0 0 0,1-1 0 0 0,-1 0 0 0 0,0 0 1 0 0,1 0-1 0 0,-1 1 0 0 0,1-1 0 0 0,0 0 1 0 0,0 1-1 0 0,0-1 0 0 0,0 0 0 0 0,0 1 0 0 0,0-1 1 0 0,0 1-1 0 0,1-2 0 0 0,20-26-35 0 0,1 1 0 0 0,1 1 0 0 0,1 1 0 0 0,47-38 0 0 0,27-26-158 0 0,-75 65 206 0 0,-2 0-1 0 0,-1-2 0 0 0,0 0 1 0 0,-2-1-1 0 0,-2-1 1 0 0,0-1-1 0 0,-2 0 0 0 0,-1-1 1 0 0,-2 0-1 0 0,-1-1 1 0 0,-1-1-1 0 0,-2 0 0 0 0,-1 0 1 0 0,-2-1-1 0 0,-1 1 1 0 0,-2-1-1 0 0,-1 0 0 0 0,-6-61 1 0 0,0 51 255 0 0,1 5 287 0 0,-2 0-1 0 0,-14-51 1 0 0,14 49-130 0 0,6 39-401 0 0,-3-12-75 0 0,2 43 52 0 0,1 0 0 0 0,2 0 0 0 0,1-1 0 0 0,1 1 1 0 0,2-1-1 0 0,1 1 0 0 0,11 31 0 0 0,88 193 125 0 0,-100-242-127 0 0,12 47 23 0 0,-18-55-33 0 0,-1-1 6 0 0,0-1 1 0 0,-1 0-1 0 0,1 1 1 0 0,-1-1-1 0 0,1 0 0 0 0,-1 0 1 0 0,1 0-1 0 0,-1 0 0 0 0,0 0 1 0 0,1 0-1 0 0,-1 0 1 0 0,0-1-1 0 0,0 1 0 0 0,0 0 1 0 0,0-1-1 0 0,0 0 0 0 0,1 1 1 0 0,-1-1-1 0 0,0 0 0 0 0,0 0 1 0 0,0 0-1 0 0,0 0 1 0 0,0-1-1 0 0,0 1 0 0 0,0 0 1 0 0,0-1-1 0 0,0 1 0 0 0,1-1 1 0 0,-1 0-1 0 0,0 0 1 0 0,-3-1-1 0 0,3 1 1 0 0,-1 0 4 0 0,0 0 0 0 0,1 0 0 0 0,-1 0 0 0 0,0-1 0 0 0,1 1 0 0 0,-1-1 0 0 0,1 1 0 0 0,0-1 0 0 0,-1 0 0 0 0,1 0 0 0 0,0 0 0 0 0,0 0 0 0 0,0-1 0 0 0,0 1 0 0 0,-3-5 0 0 0,5 5-4 0 0,-1 0 0 0 0,0 0 0 0 0,1 0 1 0 0,0 0-1 0 0,-1 1 0 0 0,1-1 1 0 0,0 0-1 0 0,0 0 0 0 0,0 0 0 0 0,0 0 1 0 0,0 0-1 0 0,0 0 0 0 0,1 0 1 0 0,-1 0-1 0 0,1 0 0 0 0,-1 0 0 0 0,1 1 1 0 0,1-4-1 0 0,0 1-4 0 0,1 0-1 0 0,-1 1 1 0 0,1-1 0 0 0,0 1 0 0 0,0-1-1 0 0,0 1 1 0 0,1 0 0 0 0,-1 0 0 0 0,1 1 0 0 0,-1-1-1 0 0,1 1 1 0 0,0-1 0 0 0,0 1 0 0 0,0 0-1 0 0,0 1 1 0 0,1-1 0 0 0,-1 1 0 0 0,0 0-1 0 0,7-1 1 0 0,5 1-10 0 0,0 1 1 0 0,0 0-1 0 0,0 2 0 0 0,0 0 1 0 0,0 0-1 0 0,-1 2 0 0 0,1 0 1 0 0,-1 0-1 0 0,0 2 0 0 0,26 12 1 0 0,3 5 5 0 0,-1 2 0 0 0,47 36-1 0 0,-88-59 28 0 0,1 0 0 0 0,0-1 0 0 0,-1 1-1 0 0,1 0 1 0 0,0-1 0 0 0,0 1 0 0 0,0-1-1 0 0,0 0 1 0 0,0 0 0 0 0,0 0-1 0 0,0-1 1 0 0,1 1 0 0 0,-1-1 0 0 0,0 1-1 0 0,0-1 1 0 0,1 0 0 0 0,-1 0 0 0 0,4-1-1 0 0,-3-1-91 0 0,-1 1 0 0 0,1-1 0 0 0,0 0 0 0 0,-1 0 0 0 0,1 0 0 0 0,-1 0 0 0 0,0-1 0 0 0,0 1 0 0 0,0-1 1 0 0,0 0-1 0 0,0 0 0 0 0,-1 0 0 0 0,1 0 0 0 0,-1 0 0 0 0,3-6 0 0 0,18-25-3067 0 0,-13 14 679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88 6081 0 0,'-1'-36'-380'0'0,"1"-13"-407"0"0,2 46 536 0 0,2 27 246 0 0,46 204-18 0 0,-43-93 71 0 0,-7-101-27 0 0,1 0 0 0 0,2 0 1 0 0,11 51-1 0 0,-12-78-12 0 0,1 0 0 0 0,0 0 0 0 0,0 0 1 0 0,1 0-1 0 0,0-1 0 0 0,0 0 0 0 0,1 0 0 0 0,0 0 1 0 0,0 0-1 0 0,0-1 0 0 0,1 0 0 0 0,-1 0 1 0 0,1 0-1 0 0,1-1 0 0 0,-1 0 0 0 0,0 0 0 0 0,1-1 1 0 0,0 1-1 0 0,0-1 0 0 0,0-1 0 0 0,0 0 1 0 0,0 0-1 0 0,10 2 0 0 0,4 0-275 0 0,1 0 1 0 0,0-2-1 0 0,-1 0 0 0 0,1-2 1 0 0,0 0-1 0 0,38-6 1 0 0,-8-6-665 0 0,-5-2 586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42 134 3056 0 0,'-17'5'52'0'0,"4"-3"60"0"0,2-2 180 0 0,57-12-260 0 0,-10 7 16 0 0,19-7 16 0 0,11-1-44 0 0,13 1 16 0 0,6-5-16 0 0,3 2-36 0 0,0 0-112 0 0,-6 0-292 0 0,-19 0-660 0 0,-5 6 848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1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338 581 2808 0 0,'1'-2'44'0'0,"0"1"0"0"0,0-1 0 0 0,0 0 1 0 0,0 1-1 0 0,0-1 0 0 0,0 0 0 0 0,-1 1 0 0 0,1-1 0 0 0,0 0 0 0 0,-1 0 0 0 0,0 0 0 0 0,1 1 0 0 0,-1-1 0 0 0,0 0 0 0 0,0 0 1 0 0,0 0-1 0 0,0 0 0 0 0,0 0 0 0 0,-1 1 0 0 0,1-1 0 0 0,0 0 0 0 0,-1 0 0 0 0,0 0 0 0 0,1 1 0 0 0,-1-1 0 0 0,0 0 0 0 0,0 1 0 0 0,0-1 1 0 0,0 1-1 0 0,0-1 0 0 0,-2-1 0 0 0,1 1-19 0 0,0 0 0 0 0,0 0 0 0 0,0 0 1 0 0,-1 1-1 0 0,1-1 0 0 0,-1 1 0 0 0,1-1 0 0 0,-1 1 1 0 0,0 0-1 0 0,1 0 0 0 0,-1 0 0 0 0,0 0 0 0 0,0 1 1 0 0,0-1-1 0 0,0 1 0 0 0,1 0 0 0 0,-1 0 0 0 0,0 0 1 0 0,0 0-1 0 0,0 0 0 0 0,-4 1 0 0 0,-11 4-1 0 0,-1 0-1 0 0,1 1 1 0 0,0 1-1 0 0,1 1 0 0 0,0 0 1 0 0,-27 18-1 0 0,32-19-14 0 0,1 1 0 0 0,0 1-1 0 0,0 0 1 0 0,1 1 0 0 0,0 0-1 0 0,1 0 1 0 0,0 1 0 0 0,1 0-1 0 0,0 0 1 0 0,-8 17-1 0 0,14-26-4 0 0,1 1 0 0 0,0-1 0 0 0,0 1-1 0 0,1-1 1 0 0,-1 1 0 0 0,1-1-1 0 0,-1 1 1 0 0,1-1 0 0 0,0 1-1 0 0,-1 0 1 0 0,2-1 0 0 0,-1 1 0 0 0,0-1-1 0 0,0 1 1 0 0,1-1 0 0 0,-1 1-1 0 0,1 0 1 0 0,0-1 0 0 0,0 0 0 0 0,0 1-1 0 0,2 3 1 0 0,0-1 2 0 0,1-1 0 0 0,-1 0 0 0 0,1 0 0 0 0,0 0 0 0 0,0-1 0 0 0,0 1 0 0 0,1-1 0 0 0,-1 0 0 0 0,10 5 0 0 0,7 1 11 0 0,-1 0-1 0 0,2-2 0 0 0,42 10 1 0 0,-2-5 29 0 0,109 8 0 0 0,-146-18-27 0 0,0-2 1 0 0,1-1-1 0 0,-1-1 1 0 0,0-1-1 0 0,0-1 0 0 0,-1-2 1 0 0,33-10-1 0 0,-48 12-13 0 0,0 0 1 0 0,0 0-1 0 0,-1-1 0 0 0,0 0 1 0 0,0 0-1 0 0,0-1 0 0 0,-1 0 1 0 0,0-1-1 0 0,0 0 0 0 0,0 0 1 0 0,-1 0-1 0 0,7-11 0 0 0,-5 6-2 0 0,-1-1 0 0 0,-1 0-1 0 0,0 0 1 0 0,-1 0-1 0 0,-1-1 1 0 0,0 0 0 0 0,4-20-1 0 0,-3-15 22 0 0,-2 0-1 0 0,-2 0 1 0 0,-10-87-1 0 0,6 105 7 0 0,-22-167 358 0 0,14 124-119 0 0,1 47-280 0 0,10 27 1 0 0,0-1 0 0 0,-1 1 0 0 0,1-1 0 0 0,0 1 0 0 0,-1-1 0 0 0,1 1 0 0 0,0-1 0 0 0,-1 1 0 0 0,1-1 0 0 0,0 0 0 0 0,0 1 0 0 0,0-1 0 0 0,0 0 0 0 0,-1 1 0 0 0,1-1 0 0 0,0 0 0 0 0,0 1-1 0 0,0-1 1 0 0,0 1 0 0 0,1-1 0 0 0,-1 0 0 0 0,0 1 0 0 0,0-2 0 0 0,0 3 8 0 0,-3 4-3 0 0,0 0 0 0 0,1 1-1 0 0,-1-1 1 0 0,1 1 0 0 0,1-1-1 0 0,-1 1 1 0 0,1 0 0 0 0,0 0 0 0 0,0 8-1 0 0,0 15 13 0 0,1 0 1 0 0,2 0-1 0 0,0-1 0 0 0,3 1 0 0 0,0 0 0 0 0,2-1 0 0 0,0 0 0 0 0,3-1 0 0 0,0 0 1 0 0,1 0-1 0 0,2-1 0 0 0,19 30 0 0 0,-21-38 14 0 0,1-1-1 0 0,0 1 1 0 0,1-2-1 0 0,1 0 1 0 0,1-1 0 0 0,1 0-1 0 0,0-1 1 0 0,0-1-1 0 0,1 0 1 0 0,1-2 0 0 0,0 0-1 0 0,1-1 1 0 0,0 0 0 0 0,0-2-1 0 0,1 0 1 0 0,0-1-1 0 0,27 5 1 0 0,-43-11-17 0 0,0 0 0 0 0,1-1 1 0 0,-1 1-1 0 0,0-1 0 0 0,1 0 1 0 0,-1 0-1 0 0,0-1 0 0 0,0 1 0 0 0,1-1 1 0 0,-1 0-1 0 0,0 0 0 0 0,0 0 0 0 0,0 0 1 0 0,0-1-1 0 0,0 0 0 0 0,0 0 0 0 0,0 0 1 0 0,-1 0-1 0 0,1 0 0 0 0,-1-1 1 0 0,0 0-1 0 0,1 1 0 0 0,-1-1 0 0 0,0 0 1 0 0,-1-1-1 0 0,4-3 0 0 0,0-3 20 0 0,-1 0 0 0 0,0-1 1 0 0,-1 0-1 0 0,0 1 0 0 0,-1-1 0 0 0,0-1 0 0 0,-1 1 0 0 0,2-19 1 0 0,2-25 232 0 0,-6 54-258 0 0,2 7 7 0 0,2 6 5 0 0,1 0-1 0 0,0-1 1 0 0,0 1 0 0 0,2-1 0 0 0,-1 0-1 0 0,2-1 1 0 0,-1 1 0 0 0,1-2-1 0 0,1 1 1 0 0,0-1 0 0 0,0 0 0 0 0,13 9-1 0 0,-10-8-254 0 0,-1-2 0 0 0,2 1-1 0 0,-1-2 1 0 0,1 1 0 0 0,0-2-1 0 0,0 0 1 0 0,1 0 0 0 0,0-1-1 0 0,0-1 1 0 0,27 5 0 0 0,-16-9-1284 0 0,-5-2 190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2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30 4560 0 0,'-13'-10'232'0'0,"2"3"-32"0"0,0 4-44 0 0,2-2 205 0 0,-4 0-177 0 0,2 20-525 0 0,22 0-871 0 0,-6-8-196 0 0,9-2 532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183 509 3828 0 0,'-18'7'-47'0'0,"-4"1"-29"0"0,-1 2-1 0 0,-35 21 1 0 0,53-29 71 0 0,1 1-1 0 0,-1 0 0 0 0,1 0 1 0 0,0 0-1 0 0,0 1 0 0 0,0 0 1 0 0,1 0-1 0 0,-1-1 0 0 0,1 2 1 0 0,0-1-1 0 0,0 0 0 0 0,1 1 0 0 0,-1-1 1 0 0,1 1-1 0 0,0 0 0 0 0,0 0 1 0 0,0 0-1 0 0,-1 9 0 0 0,3-10 10 0 0,1 1-1 0 0,-1-1 1 0 0,1 1-1 0 0,0-1 1 0 0,0 0 0 0 0,1 1-1 0 0,-1-1 1 0 0,1 0-1 0 0,0 0 1 0 0,0 0-1 0 0,1 0 1 0 0,-1 0-1 0 0,1-1 1 0 0,-1 1-1 0 0,1-1 1 0 0,0 1 0 0 0,1-1-1 0 0,-1 0 1 0 0,0 0-1 0 0,1-1 1 0 0,4 3-1 0 0,11 9 10 0 0,1-2 0 0 0,33 16 0 0 0,-52-28-13 0 0,36 17 10 0 0,0-2 1 0 0,1-1-1 0 0,55 11 0 0 0,-70-20 7 0 0,1-1 0 0 0,-1-1 0 0 0,1-1 0 0 0,0-1 0 0 0,0-1 0 0 0,46-7 0 0 0,-64 6-12 0 0,0 0 1 0 0,-1 0-1 0 0,0-1 0 0 0,1 0 0 0 0,-1 0 1 0 0,0 0-1 0 0,0-1 0 0 0,0 1 0 0 0,0-1 1 0 0,0-1-1 0 0,-1 1 0 0 0,1-1 0 0 0,-1 1 1 0 0,0-1-1 0 0,0 0 0 0 0,3-6 0 0 0,-3 4 4 0 0,0-1 0 0 0,0 0 0 0 0,-1 0-1 0 0,0 0 1 0 0,-1 0 0 0 0,0 0-1 0 0,0-1 1 0 0,0 1 0 0 0,-1-1 0 0 0,1-12-1 0 0,-3-12 52 0 0,-1 0 0 0 0,-2 0 0 0 0,0 0 0 0 0,-15-48 0 0 0,17 71-39 0 0,-47-165 258 0 0,-20-94 657 0 0,53 202-711 0 0,16 65-199 0 0,-1 7-31 0 0,1 24 6 0 0,1 1 0 0 0,1-1 1 0 0,1 1-1 0 0,2-1 0 0 0,16 56 0 0 0,66 149 101 0 0,-56-170-31 0 0,3-1 0 0 0,79 110-1 0 0,-90-137 257 0 0,-23-37-319 0 0,-1 0 0 0 0,1 0 1 0 0,0 0-1 0 0,0 0 0 0 0,0 0 0 0 0,0 0 1 0 0,0 0-1 0 0,0 0 0 0 0,0 0 0 0 0,0 0 1 0 0,0 0-1 0 0,0 0 0 0 0,0 0 0 0 0,0 0 0 0 0,-1 0 1 0 0,1 0-1 0 0,0 0 0 0 0,0 0 0 0 0,0 0 1 0 0,0 0-1 0 0,0 0 0 0 0,0 0 0 0 0,0 0 1 0 0,0 0-1 0 0,0 0 0 0 0,0 0 0 0 0,0 0 1 0 0,0 0-1 0 0,-1 0 0 0 0,1 0 0 0 0,0 0 1 0 0,0 0-1 0 0,0 0 0 0 0,0 0 0 0 0,0 0 1 0 0,0 0-1 0 0,0 0 0 0 0,0 0 0 0 0,0 0 1 0 0,0 0-1 0 0,0 1 0 0 0,0-1 0 0 0,0 0 1 0 0,0 0-1 0 0,0 0 0 0 0,0 0 0 0 0,0 0 1 0 0,0 0-1 0 0,0 0 0 0 0,0 0 0 0 0,0 0 1 0 0,0 0-1 0 0,0 0 0 0 0,0 1 0 0 0,0-1 1 0 0,-17-14 130 0 0,-2-7-66 0 0,1-1 0 0 0,0 0 1 0 0,2-2-1 0 0,0 1 0 0 0,-14-33 1 0 0,21 39-42 0 0,5 10-19 0 0,0 0 0 0 0,1 0 0 0 0,-1-1 0 0 0,2 1 0 0 0,-1-1 0 0 0,1 0 0 0 0,1 1 0 0 0,-1-1 0 0 0,1 0 0 0 0,0 0 0 0 0,1 0 0 0 0,0 0 0 0 0,1 0 0 0 0,-1 0 0 0 0,1 0 0 0 0,1 0 0 0 0,3-11 0 0 0,-3 13-12 0 0,1 0 0 0 0,0 0 0 0 0,0 1 0 0 0,0-1 0 0 0,1 1 0 0 0,0 0 0 0 0,0 0-1 0 0,0 0 1 0 0,0 1 0 0 0,1-1 0 0 0,0 1 0 0 0,0 0 0 0 0,0 0 0 0 0,1 1-1 0 0,-1 0 1 0 0,1 0 0 0 0,-1 0 0 0 0,1 0 0 0 0,0 1 0 0 0,0 0 0 0 0,1 0 0 0 0,6 0-1 0 0,-1 0-51 0 0,1 0-1 0 0,-1 1 1 0 0,1 1-1 0 0,-1 0 1 0 0,1 1-1 0 0,-1 0 1 0 0,1 1-1 0 0,-1 0 1 0 0,0 1-1 0 0,0 1 1 0 0,19 7-1 0 0,-30-11 39 0 0,0 0 0 0 0,0 1 0 0 0,0-1 0 0 0,0 0 0 0 0,0 1 1 0 0,0-1-1 0 0,-1 1 0 0 0,1-1 0 0 0,0 1 0 0 0,0-1 0 0 0,0 1 0 0 0,0 0 0 0 0,-1-1 0 0 0,1 1 0 0 0,0 0 0 0 0,-1 0 0 0 0,1 0 0 0 0,-1-1 0 0 0,1 1 0 0 0,-1 0 0 0 0,1 0 0 0 0,-1 0 0 0 0,1 0 0 0 0,-1 0 0 0 0,0 0 0 0 0,0 0 0 0 0,1 0 0 0 0,-1 0 0 0 0,0 0 0 0 0,0 0 0 0 0,0 2 0 0 0,-1-1 0 0 0,0 1 0 0 0,0-1 0 0 0,-1 0 0 0 0,1 0 0 0 0,0 0 0 0 0,-1 0 0 0 0,1 0 0 0 0,-1 0 0 0 0,0 0 0 0 0,0-1 0 0 0,0 1 0 0 0,-3 2 0 0 0,-11 6-25 0 0,0 0 0 0 0,-28 12 0 0 0,40-20 15 0 0,-286 117-283 0 0,269-111 276 0 0,21-8 31 0 0,0 0 1 0 0,0 0-1 0 0,0 0 0 0 0,0 0 1 0 0,-1 0-1 0 0,1 0 1 0 0,0-1-1 0 0,0 1 1 0 0,0 0-1 0 0,-1 1 0 0 0,1-1 1 0 0,0 0-1 0 0,0 0 1 0 0,0 0-1 0 0,0 0 0 0 0,-1 0 1 0 0,1 0-1 0 0,0 0 1 0 0,0 0-1 0 0,0 0 0 0 0,0 0 1 0 0,-1 0-1 0 0,1 0 1 0 0,0 0-1 0 0,0 1 0 0 0,0-1 1 0 0,0 0-1 0 0,0 0 1 0 0,-1 0-1 0 0,1 0 0 0 0,0 0 1 0 0,0 1-1 0 0,0-1 1 0 0,0 0-1 0 0,0 0 0 0 0,0 0 1 0 0,0 0-1 0 0,0 1 1 0 0,0-1-1 0 0,0 0 0 0 0,0 0 1 0 0,0 0-1 0 0,0 1 1 0 0,0-1-1 0 0,0 0 0 0 0,0 0 1 0 0,0 0-1 0 0,0 0 1 0 0,0 1-1 0 0,0-1 0 0 0,0 0 1 0 0,0 0-1 0 0,0 0 1 0 0,0 1-1 0 0,15 3 18 0 0,32-1-11 0 0,-43-3-1 0 0,148 0 2 0 0,25 0 5 0 0,-147 2-39 0 0,-1 1-1 0 0,0 2 1 0 0,55 15 0 0 0,-82-19-91 0 0,0-1-1 0 0,0 1 1 0 0,1 0-1 0 0,-1 0 1 0 0,0 0-1 0 0,0 0 1 0 0,0 0 0 0 0,0 0-1 0 0,0 0 1 0 0,-1 1-1 0 0,1-1 1 0 0,0 1-1 0 0,-1 0 1 0 0,1-1-1 0 0,-1 1 1 0 0,1 0-1 0 0,-1 0 1 0 0,0 0 0 0 0,1 0-1 0 0,-1 0 1 0 0,0 0-1 0 0,-1 0 1 0 0,1 0-1 0 0,0 0 1 0 0,-1 1-1 0 0,1 2 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29 218 3700 0 0,'-18'0'-185'0'0,"8"-2"414"0"0,9-1 710 0 0,19-5-910 0 0,1 1 0 0 0,0 0 0 0 0,0 2 0 0 0,1 0 0 0 0,-1 1 0 0 0,38-2 0 0 0,-4-1-13 0 0,13-3 12 0 0,240-50 108 0 0,-300 59-126 0 0,-1-1 0 0 0,0 0 0 0 0,0 0 0 0 0,0 0 0 0 0,0-1 0 0 0,0 1 0 0 0,-1-1 0 0 0,1-1 0 0 0,7-6 0 0 0,-12 9-10 0 0,1 1-1 0 0,-1-1 1 0 0,0 0-1 0 0,1 0 0 0 0,-1 1 1 0 0,0-1-1 0 0,0 0 1 0 0,0 0-1 0 0,0 0 1 0 0,0 1-1 0 0,0-1 0 0 0,0 0 1 0 0,0 0-1 0 0,0 0 1 0 0,0 1-1 0 0,0-1 0 0 0,0 0 1 0 0,-1 0-1 0 0,1 1 1 0 0,0-1-1 0 0,-1 0 0 0 0,1 0 1 0 0,0 1-1 0 0,-1-1 1 0 0,1 0-1 0 0,-1 1 0 0 0,1-1 1 0 0,-1 0-1 0 0,1 1 1 0 0,-1-1-1 0 0,0 1 0 0 0,1-1 1 0 0,-1 1-1 0 0,0-1 1 0 0,1 1-1 0 0,-1 0 0 0 0,0-1 1 0 0,1 1-1 0 0,-2-1 1 0 0,-28-14-15 0 0,6 9-11 0 0,0 1 0 0 0,-1 1 0 0 0,1 1 0 0 0,-1 1-1 0 0,-27 2 1 0 0,48 0-16 0 0,-7 4 8 0 0,59 11 31 0 0,73 12 1 0 0,-36-9-4 0 0,-58-12 7 0 0,-13-3-18 0 0,1 0 1 0 0,-1 0-1 0 0,0 2 0 0 0,26 11 1 0 0,-39-15 24 0 0,-6 2 14 0 0,-32 14-543 0 0,0-2 0 0 0,-1-1 0 0 0,-61 13 0 0 0,85-24-371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4.8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3348 0 0,'0'0'-221'0'0,"6"-2"-553"0"0,7-1 736 0 0,12-4 74 0 0,-1 0 1 0 0,1-1-1 0 0,42-23 0 0 0,-61 28 11 0 0,0 0-1 0 0,-1-1 1 0 0,1 1-1 0 0,-1-1 1 0 0,0-1-1 0 0,0 1 1 0 0,0-1-1 0 0,-1 0 1 0 0,0 0-1 0 0,1 0 1 0 0,-2-1-1 0 0,1 1 1 0 0,-1-1-1 0 0,0 0 1 0 0,0 0-1 0 0,0 0 1 0 0,-1-1-1 0 0,0 1 1 0 0,0 0-1 0 0,1-13 1 0 0,-2 14-12 0 0,-1 0 3 0 0,1 0 1 0 0,0 0-1 0 0,-1 0 1 0 0,0 0 0 0 0,0 0-1 0 0,0 1 1 0 0,-1-1-1 0 0,0 0 1 0 0,1 0-1 0 0,-2 0 1 0 0,1 0-1 0 0,-4-7 1 0 0,4 11-39 0 0,-1 0 0 0 0,1 1-1 0 0,-1-1 1 0 0,1 0 0 0 0,-1 1 0 0 0,1 0-1 0 0,-1-1 1 0 0,1 1 0 0 0,-1 0 0 0 0,1 0-1 0 0,-1 0 1 0 0,1 0 0 0 0,-1 0 0 0 0,0 0 0 0 0,1 0-1 0 0,-1 0 1 0 0,1 1 0 0 0,-1-1 0 0 0,1 0-1 0 0,-1 1 1 0 0,-1 1 0 0 0,1-2 0 0 0,-9 5 4 0 0,0 1-1 0 0,1 0 0 0 0,0 0 1 0 0,0 1-1 0 0,0 0 1 0 0,1 1-1 0 0,0 0 0 0 0,0 1 1 0 0,1-1-1 0 0,0 2 0 0 0,1-1 1 0 0,0 1-1 0 0,1 0 1 0 0,-1 1-1 0 0,2-1 0 0 0,-5 13 1 0 0,9-21-3 0 0,1 0 1 0 0,-1 0-1 0 0,1 0 1 0 0,-1 0-1 0 0,1 0 1 0 0,0 0-1 0 0,-1 0 1 0 0,1 0-1 0 0,1 0 1 0 0,-1 0-1 0 0,0 0 1 0 0,0 0-1 0 0,1 1 1 0 0,-1-1-1 0 0,1 0 1 0 0,0 0-1 0 0,-1-1 1 0 0,1 1-1 0 0,0 0 1 0 0,0 0-1 0 0,2 2 1 0 0,0-1 5 0 0,0 0 0 0 0,0 0 0 0 0,0 0 0 0 0,0 0 0 0 0,1-1 1 0 0,-1 0-1 0 0,1 0 0 0 0,-1 0 0 0 0,1 0 0 0 0,5 2 0 0 0,7 1 16 0 0,0-1 0 0 0,0 0 0 0 0,0-1 0 0 0,23 1 0 0 0,-18-3-335 0 0,-1-2 0 0 0,1 0 0 0 0,0-1 0 0 0,0-2 0 0 0,32-8 0 0 0,-8-3-212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314 442 2996 0 0,'0'0'-73'0'0,"-9"-1"-132"0"0,-7 1 194 0 0,0 0 1 0 0,1 1-1 0 0,-1 1 0 0 0,1 0 1 0 0,0 1-1 0 0,0 1 1 0 0,0 1-1 0 0,0 0 1 0 0,-14 7-1 0 0,10-3 9 0 0,1 1 0 0 0,-24 17 0 0 0,36-24 2 0 0,1 1 0 0 0,0-1 0 0 0,0 1 0 0 0,1 1 0 0 0,-1-1 0 0 0,1 1-1 0 0,0 0 1 0 0,0 0 0 0 0,1 0 0 0 0,-1 0 0 0 0,1 0 0 0 0,-3 7 0 0 0,6-10 4 0 0,0 1 0 0 0,0-1 0 0 0,0 0-1 0 0,0 0 1 0 0,0 0 0 0 0,1 1 0 0 0,-1-1 0 0 0,0 0 0 0 0,1 0 0 0 0,0 0-1 0 0,-1 0 1 0 0,1 0 0 0 0,0 0 0 0 0,0 0 0 0 0,0 0 0 0 0,1 0 0 0 0,-1 0 0 0 0,0 0-1 0 0,1-1 1 0 0,-1 1 0 0 0,1-1 0 0 0,-1 1 0 0 0,1-1 0 0 0,0 1 0 0 0,0-1-1 0 0,-1 0 1 0 0,1 0 0 0 0,0 0 0 0 0,3 1 0 0 0,8 5 15 0 0,0-1 1 0 0,1 0-1 0 0,15 4 0 0 0,-21-8-8 0 0,12 5 35 0 0,0-1-1 0 0,1-1 1 0 0,0 0 0 0 0,0-2 0 0 0,0 0-1 0 0,0-2 1 0 0,0 0 0 0 0,24-3 0 0 0,-38 1-11 0 0,0 0 0 0 0,1-1 1 0 0,-1 1-1 0 0,0-1 0 0 0,0-1 1 0 0,-1 0-1 0 0,1 0 0 0 0,0 0 1 0 0,-1-1-1 0 0,0 1 0 0 0,0-2 1 0 0,0 1-1 0 0,0-1 0 0 0,0 1 0 0 0,-1-2 1 0 0,0 1-1 0 0,0-1 0 0 0,-1 1 1 0 0,0-1-1 0 0,0 0 0 0 0,0-1 1 0 0,0 1-1 0 0,-1-1 0 0 0,0 0 1 0 0,-1 1-1 0 0,4-14 0 0 0,6-38 78 0 0,-2 0 0 0 0,-3-1-1 0 0,-2 0 1 0 0,-3 0-1 0 0,-10-104 1 0 0,5 57-8 0 0,3 106-132 0 0,-1-2 2 0 0,1 2 23 0 0,0 0 0 0 0,0 0-1 0 0,0-1 1 0 0,1 1 0 0 0,-1 0 0 0 0,0 0 0 0 0,0 0 0 0 0,0 0 0 0 0,0 0 0 0 0,0 0 0 0 0,0-1 0 0 0,0 1-1 0 0,0 0 1 0 0,0 0 0 0 0,0 0 0 0 0,0 0 0 0 0,0 0 0 0 0,0-1 0 0 0,0 1 0 0 0,0 0 0 0 0,0 0 0 0 0,0 0-1 0 0,0 0 1 0 0,-1 0 0 0 0,1 0 0 0 0,0-1 0 0 0,0 1 0 0 0,0 0 0 0 0,0 0 0 0 0,0 0 0 0 0,0 0 0 0 0,0 0-1 0 0,0 0 1 0 0,0 0 0 0 0,-1-1 0 0 0,1 1 0 0 0,0 0 0 0 0,0 0 0 0 0,0 0 0 0 0,0 0 0 0 0,0 0 0 0 0,0 0 0 0 0,-1 0-1 0 0,1 0 1 0 0,0 0 0 0 0,0 0 0 0 0,0 0 0 0 0,0 0 0 0 0,0 0 0 0 0,0 0 0 0 0,-1 0 0 0 0,1 0 0 0 0,0 0-1 0 0,0 0 1 0 0,0 0 0 0 0,0 0 0 0 0,0 0 0 0 0,-1 0 0 0 0,1 0 0 0 0,0 0 0 0 0,0 0 0 0 0,0 0 0 0 0,0 0-1 0 0,-5 9 1 0 0,0-1 0 0 0,1 1 0 0 0,0 0 0 0 0,1 0 0 0 0,0 0 0 0 0,1 1 0 0 0,0-1 0 0 0,0 1 0 0 0,1-1 0 0 0,0 1 0 0 0,1 17 0 0 0,1-11 6 0 0,1-1 1 0 0,0 0 0 0 0,2 0 0 0 0,-1 0-1 0 0,2-1 1 0 0,0 1 0 0 0,8 13 0 0 0,-2-6 10 0 0,1-1 0 0 0,0 0 0 0 0,2-1 0 0 0,1-1 1 0 0,0 0-1 0 0,1-1 0 0 0,1 0 0 0 0,1-2 1 0 0,29 22-1 0 0,-25-23 10 0 0,0-1 0 0 0,1-1 0 0 0,0-1 1 0 0,1 0-1 0 0,1-2 0 0 0,0-1 0 0 0,0-2 1 0 0,0 0-1 0 0,1-1 0 0 0,32 2 0 0 0,-53-7-12 0 0,0-1 0 0 0,0-1 0 0 0,0 1 0 0 0,-1-1-1 0 0,1 1 1 0 0,0-2 0 0 0,0 1 0 0 0,-1 0 0 0 0,1-1 0 0 0,-1 0 0 0 0,1 0 0 0 0,-1 0-1 0 0,0-1 1 0 0,0 1 0 0 0,0-1 0 0 0,0 0 0 0 0,0 0 0 0 0,0 0 0 0 0,-1-1-1 0 0,0 1 1 0 0,0-1 0 0 0,0 0 0 0 0,0 0 0 0 0,0 0 0 0 0,-1 0 0 0 0,0-1-1 0 0,3-7 1 0 0,1-2 132 0 0,-1-1 0 0 0,-1 0 0 0 0,0 0-1 0 0,-1-1 1 0 0,-1 1 0 0 0,-1-1 0 0 0,0-18-1 0 0,0 40-122 0 0,1 1-1 0 0,-1-1 1 0 0,1 0-1 0 0,0 0 1 0 0,1 0-1 0 0,0 0 1 0 0,0 0 0 0 0,0 0-1 0 0,0-1 1 0 0,1 0-1 0 0,0 1 1 0 0,0-2-1 0 0,0 1 1 0 0,1 0-1 0 0,-1-1 1 0 0,1 0-1 0 0,7 5 1 0 0,-2-1-356 0 0,0-1 1 0 0,0-1-1 0 0,0 0 0 0 0,1 0 0 0 0,0-1 1 0 0,1 0-1 0 0,-1-1 0 0 0,1 0 1 0 0,-1-1-1 0 0,16 3 0 0 0,4-5-1256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45 4880 0 0,'-17'-10'128'0'0,"4"3"-8"0"0,-1 2-48 0 0,3 0 108 0 0,-3-2-27 0 0,3 2-97 0 0,3 0-152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46 2868 0 0,'0'0'-168'0'0,"-8"-25"216"0"0,15 9 700 0 0,-5 12-82 0 0,-2 7-71 0 0,2 42-255 0 0,15 25-292 0 0,4 0-1 0 0,42 99 0 0 0,-6-17-7 0 0,-56-150-211 0 0,0 1 0 0 0,-1-1 0 0 0,1 0 0 0 0,0 1 0 0 0,0-1 0 0 0,1 0 1 0 0,-1 1-1 0 0,0-1 0 0 0,1 0 0 0 0,-1 0 0 0 0,1 0 0 0 0,0 0 0 0 0,-1 0 0 0 0,3 1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39 264 3852 0 0,'-20'5'90'0'0,"1"-2"776"0"0,33-16-440 0 0,22-9-405 0 0,1 2 0 0 0,1 1 0 0 0,1 2 0 0 0,1 2 0 0 0,69-17 0 0 0,-16 4-169 0 0,170-58-2342 0 0,-213 66 1624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37 159 3408 0 0,'0'0'-86'0'0,"-22"-4"607"0"0,9 0 416 0 0,12 1 222 0 0,51-10-1064 0 0,1 3 1 0 0,1 2-1 0 0,85-2 0 0 0,-27 3-22 0 0,209-40 27 0 0,-318 47-121 0 0,0 0 0 0 0,1 0-1 0 0,-1 0 1 0 0,1 0-1 0 0,-1 0 1 0 0,0-1 0 0 0,1 1-1 0 0,-1 0 1 0 0,1-1 0 0 0,-1 1-1 0 0,0-1 1 0 0,0 0 0 0 0,1 1-1 0 0,-1-1 1 0 0,0 0-1 0 0,0 0 1 0 0,0 0 0 0 0,0 0-1 0 0,0 0 1 0 0,0 0 0 0 0,2-2-1 0 0,-4 2-21 0 0,0 0-1 0 0,1 0 0 0 0,-1 0 1 0 0,0 0-1 0 0,0 1 1 0 0,0-1-1 0 0,0 0 1 0 0,0 0-1 0 0,0 1 0 0 0,0-1 1 0 0,0 0-1 0 0,0 1 1 0 0,0-1-1 0 0,0 1 1 0 0,0 0-1 0 0,0-1 0 0 0,0 1 1 0 0,-3-1-1 0 0,-68-14-941 0 0,46 11 784 0 0,0 1 0 0 0,0 0 0 0 0,0 3 0 0 0,-1 0 0 0 0,1 1 0 0 0,-29 6 1 0 0,52-6 193 0 0,-1 0 1 0 0,1 0-1 0 0,0 1 0 0 0,0-1 1 0 0,0 1-1 0 0,0 0 1 0 0,0 0-1 0 0,0 0 1 0 0,0 0-1 0 0,0 0 1 0 0,1 1-1 0 0,0-1 1 0 0,-1 1-1 0 0,1 0 1 0 0,0 0-1 0 0,0 0 1 0 0,0 0-1 0 0,1 0 0 0 0,-1 0 1 0 0,1 0-1 0 0,-1 0 1 0 0,1 1-1 0 0,0-1 1 0 0,0 0-1 0 0,1 1 1 0 0,-1-1-1 0 0,1 1 1 0 0,0 4-1 0 0,-1 11-33 0 0,1 0 0 0 0,1 0 0 0 0,1 0-1 0 0,4 18 1 0 0,-3-21 34 0 0,112 548 169 0 0,-99-483-764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2360 0 0,'-1'0'42'0'0,"-1"0"0"0"0,1 0 0 0 0,0 0 0 0 0,-1 1 0 0 0,1-1 0 0 0,-1 0 0 0 0,1 1 0 0 0,0-1 0 0 0,-1 1 0 0 0,1-1 0 0 0,0 1 0 0 0,0 0 0 0 0,0 0 0 0 0,-1-1-1 0 0,1 1 1 0 0,0 0 0 0 0,0 0 0 0 0,0 0 0 0 0,0 0 0 0 0,0 0 0 0 0,1 1 0 0 0,-1-1 0 0 0,0 0 0 0 0,0 0 0 0 0,1 1 0 0 0,-1-1 0 0 0,1 0 0 0 0,-1 0 0 0 0,1 1 0 0 0,-1-1 0 0 0,1 1 0 0 0,0-1 0 0 0,0 0 0 0 0,0 2-1 0 0,0 4-22 0 0,1-1 0 0 0,1 1 0 0 0,-1-1-1 0 0,1 0 1 0 0,0 1 0 0 0,4 6-1 0 0,-1 0 46 0 0,11 28-604 0 0,2-1-1 0 0,46 76 1 0 0,-56-102-6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65 3736 0 0,'-3'-13'256'0'0,"0"1"-8"0"0,0 2 452 0 0,1 0-71 0 0,2 1-93 0 0,-3-1-604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8 179 3876 0 0,'-1'-2'-66'0'0,"-1"0"0"0"0,2-1 0 0 0,-1 1 0 0 0,0 0 0 0 0,0-1 0 0 0,1 1 0 0 0,-1 0 0 0 0,1-1 0 0 0,0 1 0 0 0,0-1 0 0 0,0 1 0 0 0,0-1 0 0 0,0 1 0 0 0,0-1 0 0 0,1 1 0 0 0,-1 0-1 0 0,2-5 1 0 0,18-47 355 0 0,-9 27 165 0 0,7-17 872 0 0,-17 43-1171 0 0,0-5-101 0 0,-1 6-51 0 0,1 0 0 0 0,-1 0 0 0 0,0 0 0 0 0,0 0 0 0 0,0 0 0 0 0,0 1 0 0 0,0-1 0 0 0,0 0 0 0 0,0 0 0 0 0,0 0 0 0 0,0 0 0 0 0,0 0 0 0 0,0 0 0 0 0,0 0 0 0 0,0 0-1 0 0,0 0 1 0 0,0 0 0 0 0,0 0 0 0 0,1 0 0 0 0,-1 0 0 0 0,0 0 0 0 0,0 0 0 0 0,0 0 0 0 0,0 0 0 0 0,0 0 0 0 0,0 0 0 0 0,0 0 0 0 0,0 0 0 0 0,0 0 0 0 0,0 0 0 0 0,0 0 0 0 0,0 0 0 0 0,0 0 0 0 0,1 0 0 0 0,-1 0 0 0 0,0 0 0 0 0,0 0 0 0 0,0 0 0 0 0,0 0 0 0 0,0-1 0 0 0,0 1 0 0 0,38 191 88 0 0,33 131-30 0 0,-66-302-37 0 0,1-1 0 0 0,1 1 0 0 0,1-1 1 0 0,1-1-1 0 0,1 0 0 0 0,0 0 0 0 0,1-1 1 0 0,1 0-1 0 0,14 15 0 0 0,-20-25-41 0 0,1 0 0 0 0,0-1 1 0 0,1 0-1 0 0,0 0 0 0 0,0 0 0 0 0,0-1 0 0 0,0-1 1 0 0,1 1-1 0 0,0-1 0 0 0,-1-1 0 0 0,2 0 0 0 0,-1 0 1 0 0,0-1-1 0 0,0 0 0 0 0,1 0 0 0 0,0-1 0 0 0,-1 0 1 0 0,1-1-1 0 0,-1 0 0 0 0,1-1 0 0 0,11-1 0 0 0,45-15-2106 0 0,-35 7 988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38 154 3864 0 0,'-3'0'64'0'0,"-1"0"0"0"0,1 0 0 0 0,0 0 0 0 0,0 0-1 0 0,0 0 1 0 0,0-1 0 0 0,0 1 0 0 0,0-1 0 0 0,0 0-1 0 0,-3-1 1 0 0,6 1-53 0 0,0 1-1 0 0,0 0 1 0 0,0-1 0 0 0,0 1-1 0 0,0 0 1 0 0,0-1-1 0 0,-1 1 1 0 0,1-1 0 0 0,0 1-1 0 0,0 0 1 0 0,0-1 0 0 0,0 1-1 0 0,0 0 1 0 0,1-1-1 0 0,-1 1 1 0 0,0-1 0 0 0,0 1-1 0 0,0 0 1 0 0,0-1-1 0 0,0 1 1 0 0,0 0 0 0 0,1-1-1 0 0,-1 1 1 0 0,0 0-1 0 0,0-1 1 0 0,0 1 0 0 0,1 0-1 0 0,-1 0 1 0 0,0-1 0 0 0,0 1-1 0 0,1 0 1 0 0,-1 0-1 0 0,0-1 1 0 0,1 1 0 0 0,-1 0-1 0 0,0 0 1 0 0,1 0-1 0 0,-1 0 1 0 0,0-1 0 0 0,1 1-1 0 0,-1 0 1 0 0,1 0-1 0 0,63-27 284 0 0,28 0-305 0 0,110-40-2605 0 0,-171 53 1783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9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25 123 3784 0 0,'-19'-115'1991'0'0,"18"114"-1893"0"0,0-5-3 0 0,1 6-90 0 0,0 0 1 0 0,0 0 0 0 0,0 0-1 0 0,0 0 1 0 0,0 0 0 0 0,0 0-1 0 0,0 0 1 0 0,0 0 0 0 0,0 0-1 0 0,0 0 1 0 0,0 0-1 0 0,0 0 1 0 0,0 0 0 0 0,-1 0-1 0 0,1 0 1 0 0,0 1 0 0 0,0-1-1 0 0,0 0 1 0 0,0 0 0 0 0,0 0-1 0 0,0 0 1 0 0,0 0-1 0 0,0 0 1 0 0,0 0 0 0 0,0 0-1 0 0,0 0 1 0 0,0 0 0 0 0,0 0-1 0 0,-1 0 1 0 0,1 0 0 0 0,0 0-1 0 0,0 0 1 0 0,0 0-1 0 0,0 0 1 0 0,0 0 0 0 0,0 0-1 0 0,0-1 1 0 0,0 1 0 0 0,0 0-1 0 0,-1 20 7 0 0,1 0 0 0 0,1 0 0 0 0,1-1 0 0 0,1 1 0 0 0,0-1-1 0 0,10 30 1 0 0,-3-5 23 0 0,1 8-12 0 0,1-1 0 0 0,3 0 0 0 0,2 0 0 0 0,34 67 0 0 0,-43-101-11 0 0,2-1 1 0 0,0 0-1 0 0,1-1 0 0 0,1 0 0 0 0,0 0 0 0 0,1-1 1 0 0,0-1-1 0 0,1 0 0 0 0,0-1 0 0 0,1-1 0 0 0,1 0 1 0 0,0-1-1 0 0,0-1 0 0 0,1 0 0 0 0,34 12 0 0 0,-35-15 4 0 0,1-2 0 0 0,-1 1 0 0 0,1-2 0 0 0,0 0 0 0 0,0-1 0 0 0,31-1-1 0 0,-38-2-7 0 0,-1 0-1 0 0,1-1 0 0 0,0 0 0 0 0,-1 0 0 0 0,1-1 1 0 0,-1 0-1 0 0,0-1 0 0 0,0 0 0 0 0,0-1 0 0 0,-1 0 1 0 0,1 0-1 0 0,-1 0 0 0 0,9-10 0 0 0,-7 7 1 0 0,-1-1 1 0 0,-1 0-1 0 0,0-1 0 0 0,0 0 0 0 0,-1 0 0 0 0,8-14 0 0 0,-12 17 10 0 0,1 0 0 0 0,-1 0 0 0 0,0 0 0 0 0,-1-1 0 0 0,0 1 0 0 0,0 0 0 0 0,0-1 0 0 0,-1 0 0 0 0,0 1 0 0 0,-1-1 0 0 0,0-12 0 0 0,0 19-17 0 0,-6-14 10 0 0,5 13-12 0 0,-1 1 1 0 0,0 0 0 0 0,1 0 0 0 0,-1 0-1 0 0,0 1 1 0 0,1-1 0 0 0,-1 0 0 0 0,0 1-1 0 0,0-1 1 0 0,0 1 0 0 0,1-1 0 0 0,-1 1-1 0 0,0 0 1 0 0,0 0 0 0 0,0 0 0 0 0,-3 0-1 0 0,-4 1-1 0 0,1 0 0 0 0,-1 1 0 0 0,0 0 0 0 0,1 0 0 0 0,-1 1 0 0 0,1 0 0 0 0,-15 8 0 0 0,20-10 3 0 0,1 0-1 0 0,-1 0 0 0 0,0 1 1 0 0,0-1-1 0 0,1 1 0 0 0,-1 0 1 0 0,1 0-1 0 0,0 0 0 0 0,-1 0 1 0 0,1 0-1 0 0,0 0 0 0 0,0 1 1 0 0,0-1-1 0 0,1 0 0 0 0,-1 1 1 0 0,1 0-1 0 0,-1-1 0 0 0,1 1 1 0 0,0 0-1 0 0,0 0 0 0 0,0 0 1 0 0,0 0-1 0 0,1 0 0 0 0,-1 0 1 0 0,1 0-1 0 0,-1 0 0 0 0,1 5 1 0 0,2-5 2 0 0,-1 1 1 0 0,0-1-1 0 0,1 0 1 0 0,0 0 0 0 0,0 0-1 0 0,0 0 1 0 0,0 0-1 0 0,0 0 1 0 0,1 0-1 0 0,-1-1 1 0 0,1 0 0 0 0,-1 1-1 0 0,1-1 1 0 0,0 0-1 0 0,0 0 1 0 0,0 0-1 0 0,0-1 1 0 0,5 3 0 0 0,69 23 38 0 0,-62-22-36 0 0,29 6-557 0 0,0-2 1 0 0,0-2 0 0 0,1-2-1 0 0,0-1 1 0 0,66-5-1 0 0,-42-1-1513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41 136 1104 0 0,'-39'17'1228'0'0,"37"-16"-717"0"0,7 0-477 0 0,32 2 51 0 0,0-2 1 0 0,0 0-1 0 0,-1-3 1 0 0,51-8-1 0 0,-5 1 3 0 0,3153-117 1342 0 0,-2703 135-1132 0 0,-435-15 745 0 0,-94 5-907 0 0,13-5 197 0 0,-7 2-3574 0 0,2 0 1706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 4256 0 0,'0'0'-191'0'0,"-10"2"22"0"0,6-2 116 0 0,8-3-294 0 0,18-6 324 0 0,0 1-1 0 0,1 1 0 0 0,0 1 1 0 0,0 0-1 0 0,0 2 0 0 0,0 1 1 0 0,1 1-1 0 0,0 1 0 0 0,34 3 1 0 0,-55-2 15 0 0,0 1 1 0 0,0-1 0 0 0,0 1 0 0 0,0 0-1 0 0,-1-1 1 0 0,1 1 0 0 0,0 1 0 0 0,0-1 0 0 0,-1 0-1 0 0,1 1 1 0 0,-1-1 0 0 0,1 1 0 0 0,3 3-1 0 0,-6-4 10 0 0,1 0 0 0 0,-1 1-1 0 0,0-1 1 0 0,1 0-1 0 0,-1 1 1 0 0,0-1-1 0 0,0 0 1 0 0,0 1 0 0 0,0-1-1 0 0,0 0 1 0 0,0 1-1 0 0,0-1 1 0 0,0 0 0 0 0,-1 1-1 0 0,1-1 1 0 0,0 0-1 0 0,-1 1 1 0 0,1-1 0 0 0,-1 0-1 0 0,0 0 1 0 0,1 0-1 0 0,-1 1 1 0 0,0-1-1 0 0,0 0 1 0 0,1 0 0 0 0,-1 0-1 0 0,0 0 1 0 0,0 0-1 0 0,0 0 1 0 0,-2 1 0 0 0,-79 72 132 0 0,9-7 41 0 0,72-67-168 0 0,0 1 0 0 0,0 0-1 0 0,0 0 1 0 0,0-1 0 0 0,1 1 0 0 0,-1 0 0 0 0,0 0-1 0 0,1 0 1 0 0,-1 0 0 0 0,1 0 0 0 0,-1 0 0 0 0,1 0 0 0 0,-1 0-1 0 0,1 0 1 0 0,0 1 0 0 0,-1-1 0 0 0,1 0 0 0 0,0 0-1 0 0,0 0 1 0 0,0 0 0 0 0,0 0 0 0 0,0 1 0 0 0,0-1 0 0 0,0 0-1 0 0,1 0 1 0 0,-1 0 0 0 0,1 2 0 0 0,0-2 0 0 0,0 1 1 0 0,0 0-1 0 0,1 0 1 0 0,-1-1-1 0 0,1 1 1 0 0,0 0-1 0 0,0-1 1 0 0,-1 0-1 0 0,1 1 1 0 0,0-1-1 0 0,0 0 1 0 0,0 0-1 0 0,3 1 1 0 0,9 3 16 0 0,0 0 0 0 0,1 0-1 0 0,19 2 1 0 0,-27-6-7 0 0,82 15 31 0 0,-51-11-20 0 0,-1 2 0 0 0,0 1 0 0 0,0 2 1 0 0,-1 2-1 0 0,53 24 0 0 0,-88-36-28 0 0,0 1 0 0 0,1 0 0 0 0,-1-1 0 0 0,0 1-1 0 0,1 0 1 0 0,-1 0 0 0 0,0 0 0 0 0,0 0 0 0 0,0 0-1 0 0,0 0 1 0 0,0 0 0 0 0,0 0 0 0 0,0 1 0 0 0,0-1 0 0 0,0 0-1 0 0,0 0 1 0 0,-1 1 0 0 0,1-1 0 0 0,0 1 0 0 0,-1-1-1 0 0,1 2 1 0 0,-1-1-1 0 0,0-1 0 0 0,-1 0 0 0 0,1 1-1 0 0,0-1 1 0 0,-1 0 0 0 0,1 1 0 0 0,-1-1 0 0 0,1 0 0 0 0,-1 0-1 0 0,0 0 1 0 0,1 0 0 0 0,-1 1 0 0 0,0-1 0 0 0,0 0-1 0 0,0 0 1 0 0,0 0 0 0 0,0-1 0 0 0,-2 3 0 0 0,-4 2 6 0 0,-1 0 0 0 0,0-1-1 0 0,-1 1 1 0 0,1-1 0 0 0,-12 3 0 0 0,-38 8 341 0 0,-1-1 0 0 0,-1-4 0 0 0,0-2 0 0 0,-79 0 0 0 0,37-2 411 0 0,99-5-747 0 0,1-1 0 0 0,0 1 1 0 0,-1-1-1 0 0,1 0 0 0 0,-1 0 0 0 0,1 0 1 0 0,-1 0-1 0 0,1-1 0 0 0,0 1 0 0 0,-1 0 1 0 0,1-1-1 0 0,0 0 0 0 0,-1 0 0 0 0,1 1 1 0 0,0-1-1 0 0,0 0 0 0 0,-1-1 0 0 0,1 1 1 0 0,0 0-1 0 0,0-1 0 0 0,-1-1 0 0 0,2 2-339 0 0,4-3-190 0 0,24-24-2021 0 0,-16 18 927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1055 147 4652 0 0,'-1'-4'-117'0'0,"-2"-1"96"0"0,1-1-1 0 0,-1 1 1 0 0,-1 0-1 0 0,1 0 0 0 0,-1 0 1 0 0,0 0-1 0 0,0 1 1 0 0,0 0-1 0 0,0 0 1 0 0,-1 0-1 0 0,0 0 1 0 0,-8-5-1 0 0,2 3 15 0 0,0 1 0 0 0,0 0 0 0 0,-1 0 0 0 0,1 2 0 0 0,-24-6 0 0 0,-2 4 36 0 0,0 1-1 0 0,-1 2 1 0 0,-45 4 0 0 0,50 0-11 0 0,0 2-1 0 0,0 2 1 0 0,1 1 0 0 0,-1 1 0 0 0,2 1 0 0 0,-1 2-1 0 0,2 2 1 0 0,0 0 0 0 0,0 2 0 0 0,-51 35 0 0 0,49-26 22 0 0,1 0 0 0 0,1 2 0 0 0,1 1 1 0 0,2 1-1 0 0,1 2 0 0 0,1 1 0 0 0,1 0 1 0 0,-34 63-1 0 0,53-84-34 0 0,1-1 0 0 0,0 1 0 0 0,0 0 0 0 0,1 0 0 0 0,0 0 0 0 0,1 0 0 0 0,0 1 1 0 0,0-1-1 0 0,2 1 0 0 0,-1-1 0 0 0,1 1 0 0 0,1-1 0 0 0,-1 1 0 0 0,2-1 0 0 0,0 0 0 0 0,0 1 0 0 0,1-1 1 0 0,0 0-1 0 0,0 0 0 0 0,1 0 0 0 0,1-1 0 0 0,6 12 0 0 0,-1-5 5 0 0,1-1 0 0 0,1 0 0 0 0,0 0 0 0 0,1-1 0 0 0,1-1 0 0 0,0 0 0 0 0,1-1-1 0 0,0-1 1 0 0,0 0 0 0 0,1-1 0 0 0,31 15 0 0 0,-5-9 13 0 0,0-2 0 0 0,0-1 0 0 0,2-2 0 0 0,-1-2 0 0 0,1-2 0 0 0,0-2 0 0 0,76-1 0 0 0,22-9 145 0 0,150-25 1 0 0,-226 22-9 0 0,0-3 0 0 0,-1-3 0 0 0,0-3 0 0 0,120-49 0 0 0,-158 54-105 0 0,0-2 1 0 0,-2 0 0 0 0,0-2-1 0 0,0-1 1 0 0,-2-1-1 0 0,0-1 1 0 0,-1-1-1 0 0,-1 0 1 0 0,-1-2-1 0 0,-1-1 1 0 0,0 0 0 0 0,-2-1-1 0 0,22-41 1 0 0,-30 47-19 0 0,-1 0 1 0 0,-1 0-1 0 0,0 0 1 0 0,-2-1-1 0 0,0 0 1 0 0,-1 0 0 0 0,0 0-1 0 0,-2-1 1 0 0,0 1-1 0 0,-2-1 1 0 0,-1-24-1 0 0,-1 33-13 0 0,0 0-1 0 0,0 0 1 0 0,-1 1-1 0 0,0-1 1 0 0,-1 1-1 0 0,0 0 1 0 0,0 0-1 0 0,-1 0 1 0 0,-1 0-1 0 0,0 1 1 0 0,0 0-1 0 0,0 0 1 0 0,-1 1-1 0 0,-1 0 1 0 0,0 0-1 0 0,0 0 1 0 0,0 1-1 0 0,-1 0 1 0 0,0 1-1 0 0,0 0 1 0 0,-18-8-1 0 0,-6 0 3 0 0,0 1-1 0 0,-2 3 0 0 0,1 0 1 0 0,-1 2-1 0 0,0 2 1 0 0,-1 1-1 0 0,1 2 1 0 0,-63 2-1 0 0,5 6-183 0 0,1 4 0 0 0,-108 25 0 0 0,27 10-531 0 0,149-36-98 0 0,0 1 0 0 0,1 1 0 0 0,0 1 0 0 0,-41 27 0 0 0,52-30-793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818 51 4608 0 0,'0'0'-69'0'0,"2"-1"43"0"0,3-4 22 0 0,-4 5 21 0 0,-1-1 0 0 0,1 1 0 0 0,0-1 0 0 0,-1 1 0 0 0,1-1 0 0 0,-1 1 0 0 0,1-1 0 0 0,-1 0 0 0 0,0 1 0 0 0,1-1 0 0 0,-1 0 0 0 0,0 1 0 0 0,1-1 0 0 0,-1 0 0 0 0,0 1 0 0 0,0-1 0 0 0,1 0 0 0 0,-1 1 0 0 0,0-1 0 0 0,0 0 0 0 0,0 0 0 0 0,0 1 0 0 0,0-1 0 0 0,0 0 0 0 0,0 0 0 0 0,0 1 0 0 0,-1-1 0 0 0,1 0 0 0 0,0 0 0 0 0,0 1 0 0 0,-1-1 0 0 0,1 0 0 0 0,0 1 1 0 0,-1-1-1 0 0,1 0 0 0 0,0 1 0 0 0,-1-1 0 0 0,1 1 0 0 0,-1-1 0 0 0,1 1 0 0 0,-1-1 0 0 0,1 1 0 0 0,-1-1 0 0 0,0 1 0 0 0,1-1 0 0 0,-1 1 0 0 0,0 0 0 0 0,1-1 0 0 0,-2 1 0 0 0,-30-13 316 0 0,16 12-300 0 0,0 0 0 0 0,0 1 0 0 0,0 1 0 0 0,0 1 1 0 0,1 0-1 0 0,-1 1 0 0 0,0 0 0 0 0,1 2 0 0 0,0 0 1 0 0,-23 11-1 0 0,-16 10-21 0 0,-72 47 0 0 0,91-52 0 0 0,-2 3-14 0 0,0 2 0 0 0,2 1-1 0 0,1 1 1 0 0,-51 56 0 0 0,67-63-3 0 0,1 0 0 0 0,0 1 0 0 0,2 0 0 0 0,1 1 0 0 0,0 1-1 0 0,2 0 1 0 0,1 1 0 0 0,-14 46 0 0 0,22-64 5 0 0,2 1-1 0 0,-1 0 1 0 0,1 0-1 0 0,1 0 1 0 0,-1 0 0 0 0,1-1-1 0 0,1 1 1 0 0,-1 0-1 0 0,1 0 1 0 0,1 0-1 0 0,-1 0 1 0 0,2-1-1 0 0,-1 1 1 0 0,1-1 0 0 0,3 9-1 0 0,0-7 2 0 0,-1 0 0 0 0,2-1 0 0 0,-1 1-1 0 0,1-1 1 0 0,0 0 0 0 0,1-1 0 0 0,0 0 0 0 0,0 0-1 0 0,0 0 1 0 0,11 5 0 0 0,5 1 2 0 0,0-1 0 0 0,0-1 0 0 0,1-1 0 0 0,0-2 0 0 0,1 0 0 0 0,0-2 0 0 0,0-1 0 0 0,30 3 1 0 0,2-5 8 0 0,0-2 1 0 0,0-3 0 0 0,0-2 0 0 0,77-16-1 0 0,-33-3 19 0 0,151-53-1 0 0,-200 58-15 0 0,-1-3 0 0 0,-1-3 0 0 0,90-55 0 0 0,-125 69-3 0 0,-2 0-1 0 0,1-1 1 0 0,-1-1 0 0 0,-1 0 0 0 0,0-1 0 0 0,-1 0 0 0 0,-1-1-1 0 0,0 0 1 0 0,0-1 0 0 0,-2 0 0 0 0,0-1 0 0 0,0 0 0 0 0,-2 0-1 0 0,0-1 1 0 0,-1 0 0 0 0,5-19 0 0 0,-10 28 10 0 0,1-1 0 0 0,-1 1 1 0 0,-1-1-1 0 0,0 0 0 0 0,0 1 0 0 0,-1-1 1 0 0,0 0-1 0 0,0 1 0 0 0,-1-1 0 0 0,0 1 1 0 0,-1-1-1 0 0,1 1 0 0 0,-8-14 0 0 0,4 12 4 0 0,-1 0-1 0 0,1 1 1 0 0,-2-1-1 0 0,1 2 0 0 0,-1-1 1 0 0,0 1-1 0 0,-1 0 1 0 0,0 1-1 0 0,-14-9 1 0 0,3 3 5 0 0,-2 2-1 0 0,1 1 1 0 0,-2 0 0 0 0,1 2 0 0 0,-1 0 0 0 0,0 2 0 0 0,-1 0 0 0 0,1 2 0 0 0,-34-3 0 0 0,19 6-44 0 0,0 1 1 0 0,0 2-1 0 0,1 2 1 0 0,-1 1-1 0 0,1 2 1 0 0,0 2-1 0 0,0 1 1 0 0,1 1-1 0 0,1 3 1 0 0,0 0-1 0 0,-43 26 1 0 0,71-35-254 0 0,0 0-1 0 0,0 0 1 0 0,1 1 0 0 0,-10 10 0 0 0,4-4-2420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3 193 4368 0 0,'9'-40'0'0'0,"-9"36"90"0"0,1 0 1 0 0,-1 0-1 0 0,1 0 0 0 0,0 0 0 0 0,0 0 0 0 0,0 0 0 0 0,1 0 1 0 0,3-6-1 0 0,-3-10 570 0 0,-5 10-217 0 0,-3 28-421 0 0,2-10-2 0 0,2 0 0 0 0,-1 0 0 0 0,1 1 0 0 0,0-1 0 0 0,1 1 0 0 0,-1 15 0 0 0,2-21-14 0 0,1 0-1 0 0,-1 0 1 0 0,1 0-1 0 0,0 0 1 0 0,0-1 0 0 0,0 1-1 0 0,0 0 1 0 0,0 0-1 0 0,1-1 1 0 0,-1 1-1 0 0,1-1 1 0 0,-1 1-1 0 0,1-1 1 0 0,0 0-1 0 0,0 0 1 0 0,0 0-1 0 0,1 0 1 0 0,-1 0 0 0 0,0 0-1 0 0,1 0 1 0 0,-1-1-1 0 0,1 1 1 0 0,0-1-1 0 0,-1 0 1 0 0,6 2-1 0 0,3 1 7 0 0,0-1 0 0 0,1 0 0 0 0,0 0 0 0 0,-1-1-1 0 0,1-1 1 0 0,0 0 0 0 0,0-1 0 0 0,0 0 0 0 0,0-1-1 0 0,-1 0 1 0 0,1 0 0 0 0,0-2 0 0 0,-1 1 0 0 0,1-2-1 0 0,-1 1 1 0 0,0-2 0 0 0,17-7 0 0 0,-15 5 11 0 0,-1 0 0 0 0,0-1 1 0 0,0 0-1 0 0,0 0 0 0 0,-1-2 0 0 0,-1 1 1 0 0,1-1-1 0 0,-2-1 0 0 0,1 0 0 0 0,-2 0 1 0 0,1-1-1 0 0,-1 0 0 0 0,-1 0 0 0 0,7-17 1 0 0,12-22 258 0 0,-24 50-278 0 0,-4 7-19 0 0,-6 37 18 0 0,2 1 0 0 0,2 0 1 0 0,2 0-1 0 0,1 1 0 0 0,3-1 0 0 0,11 66 1 0 0,0-40-298 0 0,-13-68-193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977 179 5336 0 0,'-81'-61'-521'0'0,"57"41"662"0"0,0 2-1 0 0,-1 1 1 0 0,-33-18-1 0 0,47 30-104 0 0,1 1 0 0 0,-1 0 0 0 0,0 0-1 0 0,0 1 1 0 0,-1 1 0 0 0,1 0 0 0 0,0 0 0 0 0,-1 1-1 0 0,1 1 1 0 0,-1 0 0 0 0,1 0 0 0 0,-17 4 0 0 0,0 2-22 0 0,0 1 0 0 0,0 2 1 0 0,1 1-1 0 0,1 1 0 0 0,0 1 1 0 0,0 1-1 0 0,1 2 1 0 0,1 0-1 0 0,1 2 0 0 0,-34 29 1 0 0,19-10 1 0 0,1 1 1 0 0,2 1-1 0 0,2 2 0 0 0,-55 87 1 0 0,80-115-17 0 0,1 1 1 0 0,0 1-1 0 0,1-1 1 0 0,1 1-1 0 0,0 0 1 0 0,1 0-1 0 0,0 1 0 0 0,1-1 1 0 0,1 1-1 0 0,-1 17 1 0 0,4-21 0 0 0,-1 0-1 0 0,1 0 1 0 0,1 0-1 0 0,0 0 1 0 0,0 0-1 0 0,1-1 1 0 0,0 1 0 0 0,1-1-1 0 0,0 0 1 0 0,1 0-1 0 0,0 0 1 0 0,1 0-1 0 0,0-1 1 0 0,8 10 0 0 0,-3-5 5 0 0,2-1 0 0 0,0 0 1 0 0,0 0-1 0 0,1-1 0 0 0,0-1 1 0 0,1 0-1 0 0,0-1 0 0 0,1-1 1 0 0,0-1-1 0 0,1 0 0 0 0,24 8 1 0 0,-16-9 14 0 0,1 0 0 0 0,-1-2 0 0 0,1-2 0 0 0,0 0 0 0 0,0-1 0 0 0,0-2 0 0 0,35-3 0 0 0,-6-5 20 0 0,0-2 1 0 0,-1-3 0 0 0,0-2 0 0 0,-1-2 0 0 0,0-2 0 0 0,91-50 0 0 0,-109 50-25 0 0,-1-2 0 0 0,-1-2-1 0 0,-1-1 1 0 0,-1-1 0 0 0,-1-2 0 0 0,-2-1-1 0 0,28-33 1 0 0,-37 37 15 0 0,-1-1 0 0 0,-1 0-1 0 0,-2-2 1 0 0,0 1 0 0 0,-2-2 0 0 0,0 0-1 0 0,-2 0 1 0 0,-1-1 0 0 0,10-56-1 0 0,-18 76 50 0 0,-1 0-1 0 0,0-1 0 0 0,0 1 1 0 0,-1-1-1 0 0,-1 1 0 0 0,1 0 0 0 0,-5-18 1 0 0,4 24-63 0 0,0 0-1 0 0,0 1 1 0 0,0-1 0 0 0,0 1 0 0 0,0-1 0 0 0,0 1-1 0 0,-1-1 1 0 0,0 1 0 0 0,1 0 0 0 0,-1 0 0 0 0,0 0-1 0 0,0 0 1 0 0,0 0 0 0 0,0 0 0 0 0,0 0 0 0 0,-1 1-1 0 0,1-1 1 0 0,0 1 0 0 0,-1 0 0 0 0,1-1-1 0 0,-1 1 1 0 0,1 0 0 0 0,-1 0 0 0 0,0 1 0 0 0,0-1-1 0 0,1 1 1 0 0,-1-1 0 0 0,0 1 0 0 0,0 0 0 0 0,-3 0-1 0 0,-12 1-7 0 0,1 1-1 0 0,0 0 0 0 0,0 2 0 0 0,0 0 1 0 0,0 1-1 0 0,1 0 0 0 0,-1 1 0 0 0,-19 11 0 0 0,2 1-340 0 0,1 2-1 0 0,-50 38 0 0 0,76-53-142 0 0,-1 1 1 0 0,2 0 0 0 0,-1 1-1 0 0,1-1 1 0 0,0 1-1 0 0,-9 13 1 0 0,9-7-1724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0 5380 0 0,'-6'30'-510'0'0,"-6"-10"609"0"0,0-1-1 0 0,-20 24 1 0 0,15-22 83 0 0,-27 46 0 0 0,40-61-154 0 0,1 1-1 0 0,0-1 0 0 0,1 1 0 0 0,-1-1 1 0 0,1 1-1 0 0,1 0 0 0 0,-1 0 0 0 0,1 0 1 0 0,0 0-1 0 0,1 0 0 0 0,0 0 0 0 0,0 9 1 0 0,1-13-17 0 0,0 0 1 0 0,0 0-1 0 0,0 0 1 0 0,0 0-1 0 0,0 0 1 0 0,1-1-1 0 0,-1 1 1 0 0,1 0-1 0 0,0-1 1 0 0,-1 1-1 0 0,1-1 1 0 0,0 0-1 0 0,1 1 1 0 0,-1-1-1 0 0,0 0 1 0 0,1 0-1 0 0,-1-1 1 0 0,1 1-1 0 0,-1 0 1 0 0,1-1-1 0 0,0 1 1 0 0,0-1-1 0 0,5 1 1 0 0,4 2 16 0 0,0-1-1 0 0,0 0 1 0 0,0-1 0 0 0,20 1 0 0 0,14-2 26 0 0,0-2 0 0 0,0-1 0 0 0,47-10 0 0 0,133-38-45 0 0,-131 22-1101 0 0,-1-4-1 0 0,124-62 1 0 0,-167 69-300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33 398 2524 0 0,'0'0'530'0'0,"-5"-2"-414"0"0,-17-7-15 0 0,16 7 296 0 0,7-2-363 0 0,1-1 1 0 0,-1 1-1 0 0,1 0 1 0 0,-1-1-1 0 0,1 1 1 0 0,1 0-1 0 0,-1 0 1 0 0,1 0-1 0 0,-1 0 1 0 0,1 1-1 0 0,0-1 0 0 0,0 1 1 0 0,1 0-1 0 0,-1-1 1 0 0,1 1-1 0 0,-1 1 1 0 0,9-5-1 0 0,77-46 24 0 0,-86 51-49 0 0,86-38 11 0 0,2 3-1 0 0,1 4 1 0 0,2 5-1 0 0,96-17 1 0 0,-151 38 89 0 0,-36 7-63 0 0,-6 0-1 0 0,-84-3 82 0 0,58-1-99 0 0,0-1 0 0 0,0-1 0 0 0,-53-20 0 0 0,25 7-12 0 0,54 18-8 0 0,12 0-11 0 0,46-2 4 0 0,0 3 0 0 0,0 2 0 0 0,0 2 0 0 0,56 12 0 0 0,-108-16 11 0 0,0 1 1 0 0,0-1 0 0 0,0 1-1 0 0,0 0 1 0 0,0 0-1 0 0,0 0 1 0 0,0 0 0 0 0,0 1-1 0 0,-1-1 1 0 0,1 1 0 0 0,0 0-1 0 0,-1-1 1 0 0,1 1-1 0 0,-1 0 1 0 0,0 1 0 0 0,0-1-1 0 0,0 0 1 0 0,0 1 0 0 0,2 2-1 0 0,-3-3 11 0 0,-1 0 0 0 0,1 0-1 0 0,-1 0 1 0 0,0 0 0 0 0,0 0 0 0 0,0 0 0 0 0,0 0-1 0 0,0 1 1 0 0,0-1 0 0 0,0 0 0 0 0,-1 0-1 0 0,1 0 1 0 0,-1 0 0 0 0,0 0 0 0 0,1 0 0 0 0,-1 0-1 0 0,0 0 1 0 0,0-1 0 0 0,0 1 0 0 0,0 0-1 0 0,-1 0 1 0 0,1-1 0 0 0,0 1 0 0 0,-1-1-1 0 0,1 1 1 0 0,-1-1 0 0 0,0 1 0 0 0,-2 0 0 0 0,-9 12-38 0 0,-14 12 321 0 0,10-16-3276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5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78 4412 0 0,'-4'-11'-19'0'0,"1"1"173"0"0,-1 1-1 0 0,0 0 1 0 0,0 0 0 0 0,-9-14-1 0 0,12 22 49 0 0,1 1-183 0 0,0 0 0 0 0,0-1 0 0 0,0 1 0 0 0,0 0 0 0 0,0-1 1 0 0,-1 1-1 0 0,1 0 0 0 0,0 0 0 0 0,0-1 0 0 0,0 1 0 0 0,0 0 0 0 0,-1 0 0 0 0,1 0 0 0 0,0-1 0 0 0,0 1 0 0 0,-1 0 0 0 0,1 0 0 0 0,0 0 0 0 0,0-1 0 0 0,-1 1 1 0 0,1 0-1 0 0,0 0 0 0 0,0 0 0 0 0,-1 0 0 0 0,1 0 0 0 0,0 0 0 0 0,-1 0 0 0 0,1 0 0 0 0,0 0 0 0 0,0 0 0 0 0,-1 0 0 0 0,1 0 0 0 0,0 0 0 0 0,-1 0 0 0 0,1 0 1 0 0,0 0-1 0 0,-1 0 0 0 0,1 0 0 0 0,0 0 0 0 0,0 0 0 0 0,-1 0 0 0 0,1 0 0 0 0,0 1 0 0 0,0-1 0 0 0,-1 0 0 0 0,1 0 0 0 0,-3 5 1 0 0,0-1 0 0 0,1 1 1 0 0,-1-1-1 0 0,1 1 0 0 0,0-1 0 0 0,1 1 0 0 0,-1 0 0 0 0,1 0 0 0 0,0 0 0 0 0,0 0 0 0 0,0 0 0 0 0,1 0 0 0 0,0 0 1 0 0,0 6-1 0 0,11 88 136 0 0,-3-17-5 0 0,-9-57-127 0 0,-1 0 0 0 0,-11 46 1 0 0,13-69-407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669 111 4980 0 0,'-6'-8'-43'0'0,"0"1"-1"0"0,-1 0 1 0 0,1 1-1 0 0,-2 0 1 0 0,1 0 0 0 0,-1 0-1 0 0,1 1 1 0 0,-2 0-1 0 0,1 0 1 0 0,0 1-1 0 0,-1 0 1 0 0,0 1-1 0 0,0 0 1 0 0,0 0-1 0 0,0 1 1 0 0,-1 0-1 0 0,1 1 1 0 0,-15-1-1 0 0,11 2 88 0 0,0 0 1 0 0,-1 1-1 0 0,1 0 0 0 0,0 1 0 0 0,-1 1 0 0 0,1 0 1 0 0,0 1-1 0 0,1 0 0 0 0,-1 1 0 0 0,1 0 1 0 0,0 1-1 0 0,-20 14 0 0 0,-1 3 15 0 0,2 2-1 0 0,1 1 1 0 0,1 1-1 0 0,1 2 1 0 0,-27 37-1 0 0,41-49-26 0 0,2 1 1 0 0,0 0-1 0 0,1 1 1 0 0,1 0-1 0 0,1 1 0 0 0,1 0 1 0 0,1 0-1 0 0,0 1 0 0 0,1 0 1 0 0,2 0-1 0 0,-4 28 1 0 0,8-42-21 0 0,0 1 0 0 0,0 0 1 0 0,1 0-1 0 0,0 0 1 0 0,0-1-1 0 0,1 1 0 0 0,0 0 1 0 0,0-1-1 0 0,1 0 1 0 0,0 1-1 0 0,0-1 1 0 0,1 0-1 0 0,0-1 0 0 0,5 9 1 0 0,-1-5 9 0 0,0-1-1 0 0,1 0 1 0 0,0 0 0 0 0,0-1-1 0 0,1-1 1 0 0,0 1 0 0 0,0-1-1 0 0,16 7 1 0 0,-4-4 25 0 0,-1 0-1 0 0,1-2 1 0 0,1-1 0 0 0,-1-1-1 0 0,1 0 1 0 0,1-2 0 0 0,-1-1-1 0 0,0-1 1 0 0,27 0 0 0 0,-23-4-11 0 0,0 0 0 0 0,0-2 0 0 0,0-1 0 0 0,-1-1 0 0 0,0-1 0 0 0,0-1 0 0 0,0-2 0 0 0,-1 0 1 0 0,-1-2-1 0 0,0 0 0 0 0,0-2 0 0 0,40-32 0 0 0,-47 32-24 0 0,-1-1 0 0 0,0-1 0 0 0,-1 0 0 0 0,-1-1 0 0 0,-1-1 0 0 0,0 0 0 0 0,-1 0 0 0 0,-1-2 0 0 0,-1 1 0 0 0,-1-1 0 0 0,-1-1-1 0 0,0 0 1 0 0,-2 0 0 0 0,0 0 0 0 0,-1-1 0 0 0,2-28 0 0 0,-6 35 20 0 0,0 0-1 0 0,-1 0 0 0 0,0 1 0 0 0,-1-1 0 0 0,-1 0 1 0 0,0 0-1 0 0,-1 1 0 0 0,-8-25 0 0 0,7 31-4 0 0,1 0 0 0 0,-1 1 0 0 0,0-1 0 0 0,-1 1-1 0 0,0 0 1 0 0,0 0 0 0 0,-1 0 0 0 0,1 1 0 0 0,-1 0 0 0 0,-1 0 0 0 0,1 1-1 0 0,-1 0 1 0 0,0 0 0 0 0,0 0 0 0 0,-1 1 0 0 0,-9-5 0 0 0,-7 0-9 0 0,0 1 0 0 0,-1 1 0 0 0,0 0 0 0 0,0 2 1 0 0,0 2-1 0 0,-1 0 0 0 0,1 1 0 0 0,-1 2 0 0 0,0 0 1 0 0,1 2-1 0 0,-1 1 0 0 0,1 1 0 0 0,0 1 0 0 0,-37 12 0 0 0,51-11-196 0 0,-11 5-4204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63 279 4436 0 0,'0'-23'-583'0'0,"0"21"434"0"0,0 2-21 0 0,0 0 161 0 0,0 0 1 0 0,0-1-1 0 0,1 1 1 0 0,-1 0-1 0 0,0 0 1 0 0,0 0-1 0 0,0-1 0 0 0,0 1 1 0 0,0 0-1 0 0,0 0 1 0 0,0-1-1 0 0,0 1 1 0 0,0 0-1 0 0,0 0 0 0 0,0 0 1 0 0,0-1-1 0 0,-1 1 1 0 0,1 0-1 0 0,0 0 1 0 0,0 0-1 0 0,0-1 0 0 0,0 1 1 0 0,0 0-1 0 0,0 0 1 0 0,0 0-1 0 0,-1 0 1 0 0,1-1-1 0 0,0 1 0 0 0,0 0 1 0 0,0 0-1 0 0,0 0 1 0 0,0 0-1 0 0,-1 0 1 0 0,1 0-1 0 0,0-1 0 0 0,0 1 1 0 0,0 0-1 0 0,-1 0 1 0 0,1 0-1 0 0,0 0 1 0 0,0 0-1 0 0,0 0 0 0 0,-1 0 1 0 0,1 0-1 0 0,0 0 1 0 0,0 0-1 0 0,0 0 1 0 0,-1 0-1 0 0,1 0 0 0 0,0 0 1 0 0,0 0-1 0 0,-1 0 1 0 0,1 0-1 0 0,0 0 1 0 0,0 0-1 0 0,0 1 0 0 0,0-1 1 0 0,-1 0-1 0 0,-4 6 6 0 0,-1 1 0 0 0,1-1-1 0 0,1 1 1 0 0,-1 0-1 0 0,1 1 1 0 0,0-1 0 0 0,1 1-1 0 0,0-1 1 0 0,0 1 0 0 0,1 0-1 0 0,0 0 1 0 0,0 1 0 0 0,-1 15-1 0 0,0 2 28 0 0,2 0-1 0 0,0-1 0 0 0,5 41 0 0 0,9 3-28 0 0,-8-52 337 0 0,-1 1 0 0 0,-1 0 0 0 0,1 23 0 0 0,9-375 139 0 0,-7 231-399 0 0,-5 98-69 0 0,0-23 28 0 0,10-53 0 0 0,-10 73-32 0 0,1 1 0 0 0,0 0 0 0 0,1 0 0 0 0,0 0-1 0 0,0 0 1 0 0,0 1 0 0 0,1-1 0 0 0,-1 1 0 0 0,2-1 0 0 0,-1 1 0 0 0,1 1 0 0 0,6-7 0 0 0,-6 8 2 0 0,1 0 0 0 0,1 1-1 0 0,-1 0 1 0 0,0 0 0 0 0,1 0-1 0 0,0 1 1 0 0,-1-1 0 0 0,1 2 0 0 0,0-1-1 0 0,0 1 1 0 0,0 0 0 0 0,0 0-1 0 0,0 1 1 0 0,8 1 0 0 0,0-1-12 0 0,1 1 1 0 0,-1 1-1 0 0,0 0 1 0 0,30 9-1 0 0,-30-5 1 0 0,1 0 0 0 0,-2 2 1 0 0,27 15-1 0 0,-35-19 9 0 0,0 0 0 0 0,-1 1 0 0 0,1-1 0 0 0,-1 1 0 0 0,0 0 0 0 0,0 0 0 0 0,0 1 0 0 0,-1-1 0 0 0,0 1 0 0 0,0 0 0 0 0,5 10 0 0 0,-9-14 6 0 0,1 0-1 0 0,-1 0 0 0 0,1 0 1 0 0,-1 0-1 0 0,0-1 0 0 0,0 1 1 0 0,1 0-1 0 0,-1 0 0 0 0,-1 0 1 0 0,1 0-1 0 0,0 0 0 0 0,0-1 1 0 0,-1 1-1 0 0,1 0 1 0 0,-1 0-1 0 0,1 0 0 0 0,-1-1 1 0 0,0 1-1 0 0,0 0 0 0 0,-1 1 1 0 0,-1 1 3 0 0,0 0 0 0 0,0-1 0 0 0,0 1 1 0 0,0-1-1 0 0,-1 0 0 0 0,0 0 1 0 0,-7 5-1 0 0,-6 1 10 0 0,0-1 1 0 0,0 0-1 0 0,-20 5 1 0 0,33-12-17 0 0,-62 19 419 0 0,0-3-1 0 0,-80 10 1 0 0,144-27 122 0 0,12-1-495 0 0,6 0-36 0 0,-1 1 0 0 0,1 1 0 0 0,0 0 1 0 0,0 1-1 0 0,0 0 0 0 0,-1 2 1 0 0,0 0-1 0 0,1 0 0 0 0,23 12 0 0 0,-11-2-2 0 0,-1 2 0 0 0,-1 1 0 0 0,0 1 0 0 0,-2 1 0 0 0,0 1 0 0 0,-1 2 0 0 0,-1 0 0 0 0,-1 1 0 0 0,-1 1 0 0 0,-1 1 0 0 0,-1 1 0 0 0,18 34 0 0 0,-30-49-22 0 0,-3-4-29 0 0,0-1-1 0 0,1 0 1 0 0,0 0 0 0 0,0-1 0 0 0,6 7-1 0 0,-9-11-83 0 0,0-1-1 0 0,0 1 0 0 0,-1-1 0 0 0,1 0 0 0 0,0 1 1 0 0,0-1-1 0 0,0 0 0 0 0,0 0 0 0 0,0 0 0 0 0,-1 1 1 0 0,1-1-1 0 0,0 0 0 0 0,0 0 0 0 0,0 0 0 0 0,0 0 1 0 0,0-1-1 0 0,0 1 0 0 0,0 0 0 0 0,-1 0 0 0 0,1 0 1 0 0,0-1-1 0 0,0 1 0 0 0,0 0 0 0 0,1-2 0 0 0,21-6-1850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117 149 4940 0 0,'115'-76'-2553'0'0,"-108"72"2607"0"0,-1-1 1 0 0,0 1-1 0 0,0-1 1 0 0,0 0-1 0 0,-1-1 0 0 0,1 1 1 0 0,-2-1-1 0 0,1 0 1 0 0,4-6-1 0 0,-8 10 52 0 0,-21-11 188 0 0,11 13-251 0 0,0 0 0 0 0,-1 1 0 0 0,1 0 0 0 0,0 1 0 0 0,0 0 0 0 0,0 0 1 0 0,0 1-1 0 0,0 0 0 0 0,1 1 0 0 0,-1 0 0 0 0,1 0 0 0 0,0 0 0 0 0,0 1 0 0 0,0 1 0 0 0,-12 10 0 0 0,6-4 12 0 0,1 0 0 0 0,0 1-1 0 0,1 0 1 0 0,1 1 0 0 0,0 0-1 0 0,0 1 1 0 0,-12 23 0 0 0,21-34-38 0 0,0 0 0 0 0,0 0 0 0 0,1 0 0 0 0,-1 0 0 0 0,1 1-1 0 0,0-1 1 0 0,0 0 0 0 0,0 1 0 0 0,1-1 0 0 0,-1 0 0 0 0,1 1 0 0 0,0-1 0 0 0,0 1 0 0 0,1-1 0 0 0,0 0 0 0 0,-1 1 0 0 0,1-1 0 0 0,1 0 0 0 0,-1 1 0 0 0,0-1 0 0 0,1 0 0 0 0,0 0 0 0 0,0 0 0 0 0,0 0 0 0 0,1-1 0 0 0,0 1-1 0 0,-1-1 1 0 0,1 1 0 0 0,0-1 0 0 0,0 0 0 0 0,1 0 0 0 0,-1 0 0 0 0,1-1 0 0 0,-1 1 0 0 0,1-1 0 0 0,0 0 0 0 0,8 4 0 0 0,2 1-13 0 0,2-1 0 0 0,-1 0 0 0 0,1-2 0 0 0,0 1 1 0 0,0-2-1 0 0,0 0 0 0 0,0-1 0 0 0,0-1 0 0 0,21 0 0 0 0,-20-2-590 0 0,0-2 0 0 0,0 1 0 0 0,32-11 1 0 0,-18 3-359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42 3608 0 0,'-22'-33'-386'0'0,"22"31"462"0"0,4 28-4 0 0,8 111 724 0 0,-11-129-751 0 0,0 2 45 0 0,0 0 0 0 0,1 0 0 0 0,0 0 0 0 0,1 0 1 0 0,0 0-1 0 0,8 17 0 0 0,-10-25 71 0 0,-1-2-142 0 0,0 0 0 0 0,0 0 0 0 0,0 0 0 0 0,0 1 0 0 0,0-1 0 0 0,1 0 0 0 0,-1 0 0 0 0,0 0 0 0 0,0 0 0 0 0,0 0 0 0 0,0 1 1 0 0,1-1-1 0 0,-1 0 0 0 0,0 0 0 0 0,0 0 0 0 0,0 0 0 0 0,0 0 0 0 0,1 0 0 0 0,-1 0 0 0 0,0 0 0 0 0,0 0 0 0 0,0 0 0 0 0,1 1 0 0 0,-1-1 0 0 0,0 0 0 0 0,0 0 0 0 0,0 0 0 0 0,1 0 0 0 0,-1 0 0 0 0,0-1 0 0 0,0 1 0 0 0,0 0 0 0 0,1 0 0 0 0,-1 0 0 0 0,0 0 0 0 0,0 0 0 0 0,0 0 0 0 0,1 0 0 0 0,-1 0 0 0 0,0 0 0 0 0,0 0 1 0 0,0-1-1 0 0,0 1 0 0 0,1 0 0 0 0,-1 0 0 0 0,0 0 0 0 0,0 0 0 0 0,0 0 0 0 0,0-1 0 0 0,0 1 0 0 0,0 0 0 0 0,1 0 0 0 0,-1-17 102 0 0,-1 0 0 0 0,0-1 0 0 0,-5-19 0 0 0,4 23-78 0 0,-1 1-1 0 0,2-1 0 0 0,0 1 0 0 0,0-1 0 0 0,1 1 0 0 0,1-1 0 0 0,0 1 0 0 0,4-15 0 0 0,-4 26-41 0 0,0 0-1 0 0,-1-1 1 0 0,2 1 0 0 0,-1 0-1 0 0,0-1 1 0 0,0 1-1 0 0,1 0 1 0 0,-1 0 0 0 0,1 0-1 0 0,0 0 1 0 0,-1 0-1 0 0,1 1 1 0 0,0-1-1 0 0,0 1 1 0 0,0-1 0 0 0,1 1-1 0 0,-1-1 1 0 0,0 1-1 0 0,0 0 1 0 0,1 0 0 0 0,-1 0-1 0 0,0 1 1 0 0,1-1-1 0 0,-1 0 1 0 0,1 1-1 0 0,-1-1 1 0 0,1 1 0 0 0,0 0-1 0 0,-1 0 1 0 0,1 0-1 0 0,4 1 1 0 0,9 5-4 0 0,1 1-1 0 0,-2 1 1 0 0,1 0 0 0 0,-1 1-1 0 0,-1 1 1 0 0,1 0 0 0 0,-2 1-1 0 0,19 19 1 0 0,8 10-10 0 0,45 62 0 0 0,-83-99-19 0 0,1 0 0 0 0,-1 0 0 0 0,0 1 1 0 0,-1-1-1 0 0,1 0 0 0 0,-1 1 0 0 0,1-1 0 0 0,-1 1 0 0 0,0 0 1 0 0,1 5-1 0 0,-2-8-9 0 0,0 1 0 0 0,0 0 1 0 0,0-1-1 0 0,0 1 0 0 0,0 0 1 0 0,0-1-1 0 0,-1 1 0 0 0,1 0 1 0 0,0-1-1 0 0,-1 1 0 0 0,1-1 0 0 0,-1 1 1 0 0,0-1-1 0 0,1 1 0 0 0,-1-1 1 0 0,0 1-1 0 0,0-1 0 0 0,0 0 1 0 0,0 1-1 0 0,0-1 0 0 0,0 0 1 0 0,-1 0-1 0 0,1 0 0 0 0,-2 1 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9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66 4840 0 0,'2'-1'-61'0'0,"0"0"0"0"0,0 0 0 0 0,-1 0 0 0 0,1 0-1 0 0,0 0 1 0 0,-1-1 0 0 0,1 1 0 0 0,-1-1 0 0 0,1 1 0 0 0,-1-1-1 0 0,0 1 1 0 0,0-1 0 0 0,0 0 0 0 0,1 1 0 0 0,-1-3-1 0 0,0 3 50 0 0,-1 0-1 0 0,0 0 0 0 0,0 0 0 0 0,0 0 0 0 0,1 0 0 0 0,-1 0 0 0 0,0 0 0 0 0,-1 0 1 0 0,1 0-1 0 0,0 0 0 0 0,0 0 0 0 0,0 0 0 0 0,-1 0 0 0 0,1 0 0 0 0,0 0 1 0 0,-1 0-1 0 0,1 0 0 0 0,-1 0 0 0 0,1 0 0 0 0,-1 0 0 0 0,1 0 0 0 0,-2 0 0 0 0,0-1 26 0 0,0 0 0 0 0,0 0 0 0 0,-1 0-1 0 0,1 1 1 0 0,-1-1 0 0 0,0 1 0 0 0,1 0-1 0 0,-1 0 1 0 0,0 0 0 0 0,0 0 0 0 0,0 0-1 0 0,1 0 1 0 0,-1 1 0 0 0,0 0 0 0 0,0-1-1 0 0,0 1 1 0 0,0 0 0 0 0,0 0-1 0 0,0 1 1 0 0,0-1 0 0 0,-4 1 0 0 0,-6 2 39 0 0,0 1-1 0 0,0-1 1 0 0,1 2 0 0 0,-1 0 0 0 0,-13 7 0 0 0,22-9-31 0 0,-1-1-1 0 0,0 1 1 0 0,1 0 0 0 0,0 1 0 0 0,0-1-1 0 0,0 1 1 0 0,0 0 0 0 0,0 0 0 0 0,1 0-1 0 0,0 0 1 0 0,0 0 0 0 0,0 1 0 0 0,0 0-1 0 0,1-1 1 0 0,-1 1 0 0 0,-1 6 0 0 0,4-9-13 0 0,0 0-1 0 0,-1-1 1 0 0,1 1 0 0 0,0 0 0 0 0,0-1 0 0 0,0 1 0 0 0,0 0 0 0 0,0 0-1 0 0,0-1 1 0 0,1 1 0 0 0,-1 0 0 0 0,1-1 0 0 0,-1 1 0 0 0,1 0 0 0 0,-1-1-1 0 0,1 1 1 0 0,0-1 0 0 0,0 1 0 0 0,0-1 0 0 0,0 1 0 0 0,0-1 0 0 0,0 1-1 0 0,0-1 1 0 0,0 0 0 0 0,1 0 0 0 0,-1 0 0 0 0,0 0 0 0 0,1 0 0 0 0,-1 0-1 0 0,1 0 1 0 0,-1 0 0 0 0,1 0 0 0 0,0-1 0 0 0,-1 1 0 0 0,1-1 0 0 0,0 1-1 0 0,-1-1 1 0 0,1 0 0 0 0,1 1 0 0 0,5 0 6 0 0,0 1-1 0 0,0-1 1 0 0,0-1 0 0 0,0 1 0 0 0,0-1-1 0 0,0-1 1 0 0,10-1 0 0 0,3-3 17 0 0,1-2 0 0 0,23-9-1 0 0,29-9 399 0 0,-72 24-322 0 0,20 9-24 0 0,-18-5-66 0 0,0 0 0 0 0,1 0 0 0 0,-1 0 0 0 0,0 1 0 0 0,-1 0 0 0 0,1 0 0 0 0,-1 0 0 0 0,0 0 0 0 0,1 0 0 0 0,-2 1 0 0 0,4 4 0 0 0,-3-3 5 0 0,0 0 0 0 0,1-1-1 0 0,0 1 1 0 0,0-1 0 0 0,9 8 0 0 0,-9-10-189 0 0,0 1 0 0 0,-1-1 0 0 0,1-1 0 0 0,0 1 0 0 0,1-1 0 0 0,-1 1 0 0 0,0-1 0 0 0,1 0 0 0 0,-1-1 0 0 0,1 1 0 0 0,-1-1 0 0 0,1 0 0 0 0,0 0 0 0 0,0 0 0 0 0,0-1 0 0 0,8 0 0 0 0,3-4-1118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33 4020 0 0,'0'0'-169'0'0,"-38"-5"-200"0"0,35 5 391 0 0,1 0 0 0 0,-1 1-1 0 0,1-1 1 0 0,-1 1 0 0 0,1-1 0 0 0,0 1 0 0 0,-1 0 0 0 0,1 0 0 0 0,0 0 0 0 0,0 0 0 0 0,0 0 0 0 0,0 0 0 0 0,0 1 0 0 0,0-1 0 0 0,0 1-1 0 0,0-1 1 0 0,0 1 0 0 0,0 0 0 0 0,1 0 0 0 0,-3 2 0 0 0,1 2 47 0 0,-1 0 0 0 0,1-1 1 0 0,1 1-1 0 0,-1 0 0 0 0,1 1 0 0 0,0-1 0 0 0,-2 12 0 0 0,2-7 4 0 0,0 0 0 0 0,1 0-1 0 0,1 0 1 0 0,0 0 0 0 0,0 0-1 0 0,1 0 1 0 0,0 0 0 0 0,1 0-1 0 0,5 17 1 0 0,-4-20-6 0 0,0-1 0 0 0,0 0 0 0 0,1 0 0 0 0,-1 0 0 0 0,2-1 0 0 0,-1 1 0 0 0,1-1 0 0 0,-1 0 0 0 0,2 0 0 0 0,6 6 0 0 0,-11-12 362 0 0,0-26-286 0 0,-2 14-93 0 0,-1 1 0 0 0,0 0 0 0 0,-8-21 0 0 0,-3-16 34 0 0,6 15-50 0 0,5 21-20 0 0,-1-1-1 0 0,1 0 1 0 0,1 0 0 0 0,1 1 0 0 0,-1-1 0 0 0,3-17 0 0 0,-1 27-14 0 0,-1 0-1 0 0,1 0 1 0 0,0 1-1 0 0,-1-1 1 0 0,1 0-1 0 0,0 1 1 0 0,1-1 0 0 0,-1 1-1 0 0,0-1 1 0 0,1 1-1 0 0,-1 0 1 0 0,1-1-1 0 0,2-1 1 0 0,-3 3-19 0 0,16 0-27 0 0,-10 4 42 0 0,0-1 0 0 0,0 1 0 0 0,-1 1 0 0 0,1-1 0 0 0,-1 1 1 0 0,0 0-1 0 0,0 1 0 0 0,10 8 0 0 0,44 53-18 0 0,-43-46 30 0 0,-1-1 0 0 0,29 23-1 0 0,16 9 120 0 0,-60-50 38 0 0,-3 0-160 0 0,0-1 1 0 0,0 1-1 0 0,-1-1 0 0 0,1 0 0 0 0,0 0 0 0 0,0 0 0 0 0,-1 0 1 0 0,1 0-1 0 0,0 0 0 0 0,-3-2 0 0 0,0 2 36 0 0,0-1-1 0 0,0 0 1 0 0,0 0 0 0 0,0 0-1 0 0,0 0 1 0 0,1-1-1 0 0,-1 0 1 0 0,1 0 0 0 0,-1-1-1 0 0,1 1 1 0 0,0-1 0 0 0,-6-4-1 0 0,-5-3 187 0 0,14 10-219 0 0,1-1 0 0 0,-1 1 0 0 0,0 0 0 0 0,1-1 0 0 0,-1 1 0 0 0,0-1 0 0 0,1 0-1 0 0,-1 1 1 0 0,1-1 0 0 0,-1 1 0 0 0,1-1 0 0 0,-1 0 0 0 0,1 0 0 0 0,-1 1 0 0 0,1-1 0 0 0,0 0-1 0 0,0 0 1 0 0,-1 1 0 0 0,1-1 0 0 0,0 0 0 0 0,0 0 0 0 0,0 0 0 0 0,0 1 0 0 0,0-1 0 0 0,0 0-1 0 0,0 0 1 0 0,0 0 0 0 0,0 0 0 0 0,13-24 124 0 0,27-12-1 0 0,-23 25-112 0 0,1 1 0 0 0,0 1 1 0 0,1 0-1 0 0,0 1 1 0 0,1 2-1 0 0,0 0 0 0 0,0 0 1 0 0,0 2-1 0 0,1 1 0 0 0,36-3 1 0 0,-50 6-22 0 0,1 0 1 0 0,-1 1 0 0 0,1 1 0 0 0,-1-1 0 0 0,1 1 0 0 0,-1 1 0 0 0,1-1 0 0 0,-1 1 0 0 0,0 0-1 0 0,0 1 1 0 0,0 0 0 0 0,0 0 0 0 0,0 0 0 0 0,-1 1 0 0 0,1 0 0 0 0,-1 0 0 0 0,0 1 0 0 0,0 0-1 0 0,-1 0 1 0 0,1 0 0 0 0,-1 1 0 0 0,0-1 0 0 0,-1 1 0 0 0,1 0 0 0 0,-1 1 0 0 0,0-1-1 0 0,-1 1 1 0 0,0 0 0 0 0,0 0 0 0 0,0 0 0 0 0,-1 0 0 0 0,3 12 0 0 0,13 117-20 0 0,-18-136-27 0 0,0 1 0 0 0,0-1 0 0 0,0 1 1 0 0,1-1-1 0 0,-1 0 0 0 0,0 1 0 0 0,0-1 0 0 0,0 0 0 0 0,0 1 0 0 0,1-1 0 0 0,-1 0 0 0 0,0 1 1 0 0,0-1-1 0 0,1 0 0 0 0,-1 0 0 0 0,0 1 0 0 0,1-1 0 0 0,-1 0 0 0 0,0 0 0 0 0,1 1 1 0 0,-1-1-1 0 0,0 0 0 0 0,1 0 0 0 0,-1 0 0 0 0,0 0 0 0 0,1 0 0 0 0,-1 1 0 0 0,1-1 0 0 0,-1 0 1 0 0,0 0-1 0 0,1 0 0 0 0,-1 0 0 0 0,0 0 0 0 0,1 0 0 0 0,-1 0 0 0 0,1 0 0 0 0,-1-1 0 0 0,0 1 1 0 0,1 0-1 0 0,-1 0 0 0 0,0 0 0 0 0,1 0 0 0 0,0-1 0 0 0,15-8-2355 0 0,-14 7 2418 0 0,16-8-2256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77 132 5288 0 0,'42'-31'-1954'0'0,"-20"12"2389"0"0,-1 0 0 0 0,22-26-1 0 0,-43 44-414 0 0,0 1-1 0 0,1 0 0 0 0,-1-1 0 0 0,0 1 0 0 0,0 0 0 0 0,1-1 0 0 0,-1 1 0 0 0,0-1 0 0 0,0 1 0 0 0,0 0 0 0 0,0-1 0 0 0,1 1 1 0 0,-1-1-1 0 0,0 1 0 0 0,0-1 0 0 0,0 1 0 0 0,0-1 0 0 0,0 1 0 0 0,0 0 0 0 0,0-1 0 0 0,0 1 0 0 0,0-1 0 0 0,-1 1 1 0 0,1-1-1 0 0,0 1 0 0 0,0 0 0 0 0,0-1 0 0 0,0 1 0 0 0,-1-1 0 0 0,1 1 0 0 0,0 0 0 0 0,0-1 0 0 0,-1 1 0 0 0,1 0 0 0 0,0-1 1 0 0,-1 1-1 0 0,1 0 0 0 0,0-1 0 0 0,-1 1 0 0 0,1 0 0 0 0,0 0 0 0 0,-1 0 0 0 0,1-1 0 0 0,0 1 0 0 0,-1 0 0 0 0,1 0 1 0 0,-1 0-1 0 0,1 0 0 0 0,-1 0 0 0 0,1-1 0 0 0,0 1 0 0 0,-1 0 0 0 0,1 0 0 0 0,-1 0 0 0 0,1 0 0 0 0,-1 0 0 0 0,1 1 1 0 0,-1-1-1 0 0,0 0 0 0 0,-28 1 230 0 0,15 2-102 0 0,0 1 1 0 0,0 0 0 0 0,1 1 0 0 0,0 0 0 0 0,-17 10-1 0 0,25-12-108 0 0,0-1-1 0 0,0 1 1 0 0,1 0 0 0 0,-1 1-1 0 0,1-1 1 0 0,0 1-1 0 0,0 0 1 0 0,1 0-1 0 0,-1 0 1 0 0,1 0-1 0 0,-1 1 1 0 0,1-1 0 0 0,1 1-1 0 0,-1 0 1 0 0,1 0-1 0 0,0 0 1 0 0,-2 6-1 0 0,4-9-25 0 0,0 0 1 0 0,0 0-1 0 0,0 0 0 0 0,0 1 0 0 0,1-1 0 0 0,-1 0 0 0 0,1 0 0 0 0,0 0 0 0 0,-1 0 0 0 0,1 0 1 0 0,0 0-1 0 0,0 0 0 0 0,0 0 0 0 0,1 0 0 0 0,-1 0 0 0 0,0 0 0 0 0,1-1 0 0 0,-1 1 0 0 0,1 0 1 0 0,-1-1-1 0 0,1 1 0 0 0,0-1 0 0 0,0 0 0 0 0,0 0 0 0 0,0 0 0 0 0,0 0 0 0 0,0 0 0 0 0,0 0 1 0 0,0 0-1 0 0,2 0 0 0 0,11 5 36 0 0,1-1-1 0 0,29 6 1 0 0,-39-10-34 0 0,37 7-88 0 0,1-3 0 0 0,0-2 0 0 0,-1-1 0 0 0,48-5 0 0 0,-12-4-1972 0 0,104-23 0 0 0,-105 11 175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1 561 4804 0 0,'0'0'-278'0'0,"0"-4"168"0"0,1-20 154 0 0,2 0 0 0 0,0 1 1 0 0,2 0-1 0 0,0 0 0 0 0,2 0 0 0 0,0 1 0 0 0,1-1 0 0 0,2 2 0 0 0,0-1 0 0 0,1 2 0 0 0,2-1 0 0 0,0 2 0 0 0,0-1 0 0 0,2 2 0 0 0,1 0 0 0 0,0 1 0 0 0,1 0 0 0 0,1 2 0 0 0,0 0 0 0 0,1 1 0 0 0,33-19 0 0 0,2 6-21 0 0,-39 21 49 0 0,0-1 0 0 0,-1-1 1 0 0,0-1-1 0 0,20-14 0 0 0,-32 21-30 0 0,-2 2-165 0 0,1-1 0 0 0,-1 0 0 0 0,1 0 0 0 0,-1 1 1 0 0,0-1-1 0 0,1 0 0 0 0,-1 0 0 0 0,0 1 0 0 0,1-1 0 0 0,-1 0 0 0 0,0 0 0 0 0,0 0 0 0 0,0 0 0 0 0,0 0 0 0 0,0 1 0 0 0,0-1 0 0 0,0 0 0 0 0,0 0 0 0 0,0 0 0 0 0,0 0 0 0 0,-1 0 1 0 0,1 0-1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3876 0 0,'149'1'-1047'0'0,"-108"3"1103"0"0,0 2-1 0 0,0 1 1 0 0,0 2 0 0 0,49 19 0 0 0,-88-27-33 0 0,0-1-1 0 0,-1 1 1 0 0,1 0 0 0 0,0-1 0 0 0,0 1 0 0 0,-1 0 0 0 0,1 0 0 0 0,-1 0 0 0 0,1 0 0 0 0,-1 0 0 0 0,1 1-1 0 0,-1-1 1 0 0,0 0 0 0 0,0 1 0 0 0,1-1 0 0 0,-1 1 0 0 0,0-1 0 0 0,0 1 0 0 0,-1 0 0 0 0,1-1 0 0 0,0 1 0 0 0,0 0-1 0 0,-1-1 1 0 0,1 3 0 0 0,-1-1 6 0 0,0-1 0 0 0,-1 1 0 0 0,1 0 0 0 0,-1-1 0 0 0,1 1 0 0 0,-1-1 0 0 0,0 1-1 0 0,0-1 1 0 0,0 0 0 0 0,0 1 0 0 0,-1-1 0 0 0,1 0 0 0 0,-1 0 0 0 0,1 1 0 0 0,-3 1 0 0 0,-9 9 111 0 0,0 0 1 0 0,-1-1 0 0 0,-28 19 0 0 0,33-24-101 0 0,-32 20 156 0 0,-24 19-646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26 110 3488 0 0,'-13'-7'-128'0'0,"12"7"141"0"0,0 0 0 0 0,1 0 0 0 0,-1 0 1 0 0,1-1-1 0 0,-1 1 0 0 0,0 0 0 0 0,1-1 0 0 0,-1 1 1 0 0,1-1-1 0 0,-1 1 0 0 0,1 0 0 0 0,-1-1 0 0 0,1 1 1 0 0,-1-1-1 0 0,1 1 0 0 0,-1-1 0 0 0,1 0 1 0 0,0 1-1 0 0,-1-1 0 0 0,1 1 0 0 0,0-1 0 0 0,0 0 1 0 0,-1 1-1 0 0,1-1 0 0 0,0 0 0 0 0,0 1 1 0 0,0-1-1 0 0,0 0 0 0 0,0 1 0 0 0,0-1 0 0 0,0 0 1 0 0,0 1-1 0 0,0-1 0 0 0,0 0 0 0 0,0 1 0 0 0,1-1 1 0 0,-1 0-1 0 0,1-2 1 0 0,1 1-1 0 0,0 0 1 0 0,0 0 0 0 0,-1 0-1 0 0,1 0 1 0 0,0 0 0 0 0,0 1-1 0 0,1-1 1 0 0,-1 0 0 0 0,3-1-1 0 0,64-28 89 0 0,-51 24-80 0 0,1 0-1 0 0,30-4 1 0 0,-45 10-23 0 0,1 0-1 0 0,-1 0 1 0 0,0 1 0 0 0,1-1 0 0 0,-1 1 0 0 0,1 0 0 0 0,-1 1-1 0 0,0-1 1 0 0,1 1 0 0 0,-1 0 0 0 0,0 0 0 0 0,0 0 0 0 0,1 0-1 0 0,-1 1 1 0 0,0 0 0 0 0,0 0 0 0 0,7 4 0 0 0,-10-4 2 0 0,1 0 1 0 0,-1 0-1 0 0,0 0 0 0 0,0 0 1 0 0,0 0-1 0 0,0 0 1 0 0,0 0-1 0 0,0 1 1 0 0,0-1-1 0 0,-1 0 1 0 0,1 0-1 0 0,-1 1 0 0 0,1-1 1 0 0,-1 0-1 0 0,0 1 1 0 0,0-1-1 0 0,0 0 1 0 0,0 1-1 0 0,-1-1 1 0 0,1 0-1 0 0,-1 1 0 0 0,1-1 1 0 0,-1 0-1 0 0,0 1 1 0 0,0-1-1 0 0,0 0 1 0 0,-2 3-1 0 0,-4 10 27 0 0,-1-1 0 0 0,-18 25 0 0 0,15-24 12 0 0,-26 32 148 0 0,-6 11 480 0 0,42-58-659 0 0,1 1 0 0 0,0-1 0 0 0,0 1 0 0 0,0-1 0 0 0,0 0 0 0 0,0 1 0 0 0,-1-1 0 0 0,1 1 0 0 0,0-1 0 0 0,0 1 0 0 0,0-1 0 0 0,0 1 0 0 0,0-1 0 0 0,1 0 0 0 0,-1 1 0 0 0,0-1 0 0 0,0 1 0 0 0,0-1 0 0 0,0 1 0 0 0,0-1 0 0 0,1 0 0 0 0,-1 1 0 0 0,0-1 0 0 0,0 1 0 0 0,1-1 0 0 0,-1 0 0 0 0,0 1 0 0 0,0-1 0 0 0,1 0 0 0 0,-1 1 0 0 0,0-1 0 0 0,1 0-1 0 0,-1 0 1 0 0,1 1 0 0 0,-1-1 0 0 0,0 0 0 0 0,1 0 0 0 0,-1 0 0 0 0,1 0 0 0 0,-1 1 0 0 0,0-1 0 0 0,1 0 0 0 0,-1 0 0 0 0,1 0 0 0 0,-1 0 0 0 0,1 0 0 0 0,-1 0 0 0 0,1 0 0 0 0,0 0 0 0 0,26 1 16 0 0,-25-1 10 0 0,98-4 177 0 0,148-28 0 0 0,-71 7 467 0 0,-176 25-692 0 0,-1 0 1 0 0,1 0-1 0 0,-1 0 1 0 0,0 0-1 0 0,1 0 1 0 0,-1 0-1 0 0,0 0 1 0 0,1 0-1 0 0,-1 0 1 0 0,0 0-1 0 0,1 0 0 0 0,-1 0 1 0 0,1 0-1 0 0,-1 0 1 0 0,0 0-1 0 0,1-1 1 0 0,-1 1-1 0 0,0 0 1 0 0,0 0-1 0 0,1 0 1 0 0,-1-1-1 0 0,0 1 0 0 0,1 0 1 0 0,-1 0-1 0 0,0-1 1 0 0,0 1-1 0 0,1 0 1 0 0,-1 0-1 0 0,0-1 1 0 0,0 1-1 0 0,0 0 1 0 0,0-1-1 0 0,1 1 1 0 0,-1 0-1 0 0,0-1 0 0 0,0 1 1 0 0,0 0-1 0 0,0-1 1 0 0,0 1-1 0 0,0-1 1 0 0,0 1-1 0 0,0 0 1 0 0,0-1-1 0 0,0 1 1 0 0,0 0-1 0 0,0-1 0 0 0,0 1 1 0 0,0 0-1 0 0,0-1 1 0 0,-1 1-1 0 0,1 0 1 0 0,0-1-1 0 0,-11-14-2549 0 0,10 14 2199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841 100 4168 0 0,'-4'-7'-39'0'0,"0"0"-1"0"0,-1 0 1 0 0,1 1-1 0 0,-1-1 1 0 0,-1 1-1 0 0,1 0 1 0 0,-1 1-1 0 0,0 0 1 0 0,-1 0-1 0 0,1 0 1 0 0,-1 1-1 0 0,0-1 1 0 0,0 2-1 0 0,0-1 1 0 0,-1 1-1 0 0,1 0 1 0 0,-1 1-1 0 0,-10-3 1 0 0,4 3 52 0 0,1 0 1 0 0,-1 1-1 0 0,0 1 1 0 0,0 0 0 0 0,0 1-1 0 0,0 1 1 0 0,0 0-1 0 0,0 1 1 0 0,-25 8 0 0 0,-9 7 22 0 0,2 2 1 0 0,1 2 0 0 0,1 2-1 0 0,0 3 1 0 0,2 0 0 0 0,2 3-1 0 0,0 2 1 0 0,-40 41 0 0 0,66-60 2 0 0,1 1 1 0 0,1 1 0 0 0,0 0-1 0 0,0 1 1 0 0,2 0 0 0 0,0 1-1 0 0,-14 33 1 0 0,21-42-22 0 0,1 0 1 0 0,-1 0-1 0 0,1 0 1 0 0,1 1 0 0 0,0-1-1 0 0,0 0 1 0 0,0 1-1 0 0,1-1 1 0 0,1 1-1 0 0,-1-1 1 0 0,1 1-1 0 0,1-1 1 0 0,-1 1 0 0 0,2-1-1 0 0,-1 0 1 0 0,1 0-1 0 0,0 0 1 0 0,1-1-1 0 0,-1 1 1 0 0,8 10-1 0 0,5 2 22 0 0,0 0 0 0 0,2-1-1 0 0,0-1 1 0 0,1 0-1 0 0,0-2 1 0 0,1 0 0 0 0,1-1-1 0 0,1-1 1 0 0,0-1-1 0 0,1-1 1 0 0,0-2 0 0 0,35 13-1 0 0,-2-5 232 0 0,1-2-1 0 0,1-3 0 0 0,0-2 1 0 0,79 4-1 0 0,-118-14-136 0 0,-1-1 0 0 0,0 0-1 0 0,0-2 1 0 0,1 0 0 0 0,-1-1-1 0 0,0-1 1 0 0,-1 0-1 0 0,1-1 1 0 0,-1-2 0 0 0,0 1-1 0 0,0-2 1 0 0,-1 0 0 0 0,0-1-1 0 0,0-1 1 0 0,-1 0 0 0 0,-1-1-1 0 0,1-1 1 0 0,-2 0 0 0 0,0-1-1 0 0,0 0 1 0 0,10-15 0 0 0,0-1-53 0 0,-2 0 1 0 0,-1-1 0 0 0,-2 0 0 0 0,-1-2 0 0 0,19-49 0 0 0,-28 60-56 0 0,-1 0 0 0 0,0-1 0 0 0,-2 0 0 0 0,-1-1 0 0 0,0 1 0 0 0,-2-1 0 0 0,0 1 0 0 0,-2-1 0 0 0,-4-40 0 0 0,3 55-28 0 0,-1 1 1 0 0,0-1-1 0 0,-1 0 0 0 0,0 1 1 0 0,0 0-1 0 0,0-1 0 0 0,-1 1 1 0 0,0 1-1 0 0,0-1 1 0 0,-1 0-1 0 0,1 1 0 0 0,-2 0 1 0 0,1 0-1 0 0,-1 1 0 0 0,1-1 1 0 0,-2 1-1 0 0,1 1 1 0 0,0-1-1 0 0,-1 1 0 0 0,0 0 1 0 0,0 0-1 0 0,0 1 0 0 0,-1 0 1 0 0,1 0-1 0 0,-1 1 0 0 0,-12-3 1 0 0,-18-2-21 0 0,0 2 0 0 0,-1 1 1 0 0,0 3-1 0 0,-47 2 0 0 0,30 0-10 0 0,16 1-113 0 0,27-1-740 0 0,0 0 1 0 0,0-1-1 0 0,-25-3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94 275 5801 0 0,'-51'-70'-488'0'0,"50"69"569"0"0,-6-9 59 0 0,7 10-139 0 0,0 0-1 0 0,0-1 1 0 0,0 1 0 0 0,0 0-1 0 0,0 0 1 0 0,0 0 0 0 0,0-1-1 0 0,0 1 1 0 0,0 0 0 0 0,0 0 0 0 0,-1 0-1 0 0,1-1 1 0 0,0 1 0 0 0,0 0-1 0 0,0 0 1 0 0,0 0 0 0 0,0 0-1 0 0,0-1 1 0 0,-1 1 0 0 0,1 0-1 0 0,0 0 1 0 0,0 0 0 0 0,0 0-1 0 0,-1 0 1 0 0,1 0 0 0 0,0 0-1 0 0,0-1 1 0 0,0 1 0 0 0,-1 0-1 0 0,1 0 1 0 0,0 0 0 0 0,0 0-1 0 0,0 0 1 0 0,-1 0 0 0 0,1 0-1 0 0,0 0 1 0 0,0 0 0 0 0,0 0-1 0 0,-1 0 1 0 0,1 0 0 0 0,0 0-1 0 0,0 0 1 0 0,-1 0 0 0 0,1 0-1 0 0,0 1 1 0 0,0-1 0 0 0,0 0-1 0 0,-1 0 1 0 0,-1 13 5 0 0,0 0 0 0 0,1 1-1 0 0,1-1 1 0 0,0 0 0 0 0,1 1-1 0 0,0-1 1 0 0,1 0 0 0 0,1 0-1 0 0,0 0 1 0 0,0 0 0 0 0,6 12-1 0 0,12 26 21 0 0,34 63 0 0 0,-45-95-10 0 0,38 62 191 0 0,-47-80-58 0 0,-2-8-139 0 0,-51-261 19 0 0,47 249-29 0 0,-24-160 47 0 0,28 174-35 0 0,0-1 1 0 0,1 1-1 0 0,-1-1 0 0 0,1 0 0 0 0,1 1 0 0 0,-1-1 1 0 0,1 0-1 0 0,0 1 0 0 0,0-1 0 0 0,4-8 0 0 0,-3 10-9 0 0,1 0 0 0 0,-1 0-1 0 0,1 1 1 0 0,0-1 0 0 0,0 1 0 0 0,1-1-1 0 0,-1 1 1 0 0,1 0 0 0 0,0 0-1 0 0,-1 1 1 0 0,1-1 0 0 0,0 1 0 0 0,8-4-1 0 0,1 0-12 0 0,0 1 0 0 0,0 0-1 0 0,0 0 1 0 0,1 2 0 0 0,0 0-1 0 0,0 0 1 0 0,0 1 0 0 0,0 1 0 0 0,20 0-1 0 0,-25 1 2 0 0,0 1 0 0 0,0 0 0 0 0,0 1-1 0 0,0 0 1 0 0,0 0 0 0 0,0 1 0 0 0,-1 0-1 0 0,0 0 1 0 0,1 1 0 0 0,-1 0 0 0 0,0 0-1 0 0,-1 1 1 0 0,1 0 0 0 0,-1 1 0 0 0,11 11 0 0 0,-16-16 7 0 0,-1 1 0 0 0,0 0 0 0 0,1 0 0 0 0,-1 0 0 0 0,0 1 0 0 0,0-1 0 0 0,-1 0 0 0 0,1 0 0 0 0,0 1 0 0 0,-1-1 0 0 0,1 0 0 0 0,-1 1 1 0 0,0-1-1 0 0,0 0 0 0 0,0 1 0 0 0,0-1 0 0 0,0 0 0 0 0,0 1 0 0 0,-1-1 0 0 0,1 0 0 0 0,-1 1 0 0 0,1-1 0 0 0,-1 0 0 0 0,0 0 0 0 0,0 0 1 0 0,0 1-1 0 0,0-1 0 0 0,-1 0 0 0 0,1 0 0 0 0,0-1 0 0 0,-1 1 0 0 0,-2 3 0 0 0,-4 4 0 0 0,-1 0 0 0 0,1 0-1 0 0,-1-1 1 0 0,0 0 0 0 0,-13 7 0 0 0,-37 20 43 0 0,-3-3 1 0 0,0-3-1 0 0,-120 39 1 0 0,166-66 742 0 0,36-15-613 0 0,47-18-114 0 0,-55 26-50 0 0,-7 4-7 0 0,-1 0 0 0 0,1-1-1 0 0,0 2 1 0 0,-1-1 0 0 0,1 0 0 0 0,0 1 0 0 0,-1 0 0 0 0,1 0 0 0 0,0 0 0 0 0,-1 1-1 0 0,7 1 1 0 0,-7-2-3 0 0,1 1 1 0 0,0-1-1 0 0,0 1 0 0 0,0 0 0 0 0,-1 1 0 0 0,1-1 0 0 0,-1 1 0 0 0,1 0 0 0 0,-1 0 0 0 0,0 1 0 0 0,1-1 1 0 0,5 6-1 0 0,39 43-33 0 0,-44-43 39 0 0,2 0-1 0 0,-1 0 1 0 0,1-1-1 0 0,0-1 1 0 0,0 1-1 0 0,1-1 1 0 0,-1 0-1 0 0,2 0 1 0 0,10 5-1 0 0,14 0 14 0 0,0 0 0 0 0,1-3 1 0 0,1 0-1 0 0,0-3 0 0 0,-1 0 0 0 0,2-3 0 0 0,-1 0 0 0 0,0-3 0 0 0,51-6 0 0 0,-80 6-6 0 0,1 0 0 0 0,0 0-1 0 0,-1-1 1 0 0,1 0 0 0 0,-1 0 0 0 0,0-1 0 0 0,0 1-1 0 0,0-1 1 0 0,0-1 0 0 0,0 1 0 0 0,0-1 0 0 0,-1 0 0 0 0,0 0-1 0 0,0-1 1 0 0,0 0 0 0 0,8-9 0 0 0,-9 7 46 0 0,0 0-1 0 0,0-1 1 0 0,0 1 0 0 0,-1-1 0 0 0,0 0 0 0 0,0 0 0 0 0,-1 0 0 0 0,0 0-1 0 0,-1 0 1 0 0,1-1 0 0 0,-2 1 0 0 0,1-13 0 0 0,-1 17-42 0 0,2-3-10 0 0,5-8-59 0 0,0 21 64 0 0,11 12 6 0 0,-5-10-55 0 0,1 0 1 0 0,0-1-1 0 0,0 0 1 0 0,0-1-1 0 0,1-1 0 0 0,23 6 1 0 0,-21-8-857 0 0,0 0 1 0 0,0-1-1 0 0,19-1 1 0 0,-5-1-1556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32 6461 0 0,'-52'-23'370'0'0,"35"14"-3331"0"0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9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228 477 5088 0 0,'-20'3'-606'0'0,"8"0"535"0"0,0 0 0 0 0,0 1-1 0 0,0 0 1 0 0,0 1 0 0 0,1 1 0 0 0,0 0 0 0 0,0 0 0 0 0,0 1 0 0 0,1 1 0 0 0,0 0 0 0 0,0 0-1 0 0,1 0 1 0 0,0 1 0 0 0,1 1 0 0 0,0 0 0 0 0,0 0 0 0 0,1 0 0 0 0,0 1 0 0 0,-7 17 0 0 0,13-27 69 0 0,1 0 1 0 0,-1 0-1 0 0,1 0 1 0 0,0 1-1 0 0,-1-1 1 0 0,1 0-1 0 0,0 0 1 0 0,0 0-1 0 0,0 1 1 0 0,0-1-1 0 0,0 0 1 0 0,0 0-1 0 0,0 0 1 0 0,0 1-1 0 0,0-1 1 0 0,1 0-1 0 0,-1 0 0 0 0,0 0 1 0 0,1 1-1 0 0,-1-1 1 0 0,1 0-1 0 0,-1 0 1 0 0,1 0-1 0 0,1 1 1 0 0,0 0-1 0 0,0 0 0 0 0,0 0 0 0 0,0 0-1 0 0,0 0 1 0 0,1 0 0 0 0,-1-1 0 0 0,1 1 0 0 0,-1-1 0 0 0,6 2-1 0 0,4 1 5 0 0,0 0-1 0 0,0-1 1 0 0,18 2-1 0 0,-15-4-28 0 0,0 0 0 0 0,0 0-1 0 0,0-1 1 0 0,0-1-1 0 0,0-1 1 0 0,0 0 0 0 0,-1-1-1 0 0,22-7 1 0 0,-27 7 24 0 0,-1 0 0 0 0,0-1 1 0 0,1 0-1 0 0,-1 0 0 0 0,-1-1 0 0 0,1 0 1 0 0,-1 0-1 0 0,0-1 0 0 0,0 0 1 0 0,0 0-1 0 0,-1-1 0 0 0,0 0 0 0 0,-1 0 1 0 0,10-15-1 0 0,-14 19 35 0 0,1 1 1 0 0,-1-1 0 0 0,0 0-1 0 0,0 0 1 0 0,0-1-1 0 0,-1 1 1 0 0,1 0-1 0 0,-1 0 1 0 0,1 0-1 0 0,-1 0 1 0 0,0-1-1 0 0,-1 1 1 0 0,1 0-1 0 0,0 0 1 0 0,-1 0 0 0 0,0 0-1 0 0,1-1 1 0 0,-1 1-1 0 0,-1 0 1 0 0,1 0-1 0 0,0 1 1 0 0,-1-1-1 0 0,1 0 1 0 0,-1 0-1 0 0,-3-3 1 0 0,3 4 6 0 0,-37 4 147 0 0,34-1-174 0 0,-7 3 27 0 0,11-2-32 0 0,1 1-1 0 0,-1-1 1 0 0,1 0 0 0 0,0 0-1 0 0,0 0 1 0 0,-1 0-1 0 0,1 1 1 0 0,0-1 0 0 0,1 0-1 0 0,-1 0 1 0 0,0 0-1 0 0,1 0 1 0 0,-1 1 0 0 0,1-1-1 0 0,0 0 1 0 0,-1 0 0 0 0,1 0-1 0 0,0 0 1 0 0,0 0-1 0 0,1-1 1 0 0,-1 1 0 0 0,0 0-1 0 0,3 2 1 0 0,41 51 48 0 0,-31-40-36 0 0,154 161 99 0 0,33 41-18 0 0,-196-211-94 0 0,0 0-1 0 0,-1 0 0 0 0,0 1 0 0 0,0 0 1 0 0,-1 0-1 0 0,0 0 0 0 0,0 0 0 0 0,0 0 1 0 0,1 9-1 0 0,-4-13-3 0 0,1 0 0 0 0,-1 0 0 0 0,0 0 0 0 0,0-1 0 0 0,0 1 0 0 0,0 0 0 0 0,-1 0 0 0 0,1 0 0 0 0,-1 0 0 0 0,0 0 0 0 0,1 0 0 0 0,-1-1 0 0 0,-1 1 0 0 0,1 0 0 0 0,0-1 0 0 0,-1 1 0 0 0,1-1 0 0 0,-1 1 0 0 0,0-1 0 0 0,0 0 0 0 0,1 0 0 0 0,-2 0 0 0 0,1 0 0 0 0,0 0 0 0 0,0 0 0 0 0,-5 3 0 0 0,-11 5 7 0 0,0-1 0 0 0,-1 0 0 0 0,0-1 0 0 0,-1-1 0 0 0,1-1 0 0 0,-1 0 0 0 0,-30 3 0 0 0,-5-3 132 0 0,-87 0 0 0 0,135-6-101 0 0,-1 0-1 0 0,1-1 0 0 0,-1 0 1 0 0,1 0-1 0 0,0 0 1 0 0,-1-1-1 0 0,1 0 0 0 0,-13-7 1 0 0,18 9-33 0 0,0-1 0 0 0,1 0 0 0 0,-1-1 1 0 0,1 1-1 0 0,0 0 0 0 0,-1 0 0 0 0,1 0 1 0 0,0-1-1 0 0,0 1 0 0 0,0-1 0 0 0,-1 1 0 0 0,2-1 1 0 0,-1 1-1 0 0,0-1 0 0 0,0 0 0 0 0,0 0 1 0 0,1 1-1 0 0,-1-1 0 0 0,1 0 0 0 0,0 0 0 0 0,-1 1 1 0 0,1-1-1 0 0,0 0 0 0 0,0 0 0 0 0,0 0 1 0 0,0 0-1 0 0,0 1 0 0 0,1-1 0 0 0,-1 0 0 0 0,0 0 1 0 0,1 0-1 0 0,-1 1 0 0 0,1-1 0 0 0,0 0 1 0 0,0 1-1 0 0,0-1 0 0 0,0 0 0 0 0,0 1 0 0 0,0-1 1 0 0,0 1-1 0 0,1-2 0 0 0,20-26-35 0 0,1 1 0 0 0,1 1 0 0 0,1 1 0 0 0,47-38 0 0 0,27-26-158 0 0,-75 65 206 0 0,-2 0-1 0 0,-1-2 0 0 0,0 0 1 0 0,-2-1-1 0 0,-2-1 1 0 0,0-1-1 0 0,-2 0 0 0 0,-1-1 1 0 0,-2 0-1 0 0,-1-1 1 0 0,-1-1-1 0 0,-2 0 0 0 0,-1 0 1 0 0,-2-1-1 0 0,-1 1 1 0 0,-2-1-1 0 0,-1 0 0 0 0,-6-61 1 0 0,0 51 255 0 0,1 5 287 0 0,-2 0-1 0 0,-14-51 1 0 0,14 49-130 0 0,6 39-401 0 0,-3-12-75 0 0,2 43 52 0 0,1 0 0 0 0,2 0 0 0 0,1-1 0 0 0,1 1 1 0 0,2-1-1 0 0,1 1 0 0 0,11 31 0 0 0,88 193 125 0 0,-100-242-127 0 0,12 47 23 0 0,-18-55-33 0 0,-1-1 6 0 0,0-1 1 0 0,-1 0-1 0 0,1 1 1 0 0,-1-1-1 0 0,1 0 0 0 0,-1 0 1 0 0,1 0-1 0 0,-1 0 0 0 0,0 0 1 0 0,1 0-1 0 0,-1 0 1 0 0,0-1-1 0 0,0 1 0 0 0,0 0 1 0 0,0-1-1 0 0,0 0 0 0 0,1 1 1 0 0,-1-1-1 0 0,0 0 0 0 0,0 0 1 0 0,0 0-1 0 0,0 0 1 0 0,0-1-1 0 0,0 1 0 0 0,0 0 1 0 0,0-1-1 0 0,0 1 0 0 0,1-1 1 0 0,-1 0-1 0 0,0 0 1 0 0,-3-1-1 0 0,3 1 1 0 0,-1 0 4 0 0,0 0 0 0 0,1 0 0 0 0,-1 0 0 0 0,0-1 0 0 0,1 1 0 0 0,-1-1 0 0 0,1 1 0 0 0,0-1 0 0 0,-1 0 0 0 0,1 0 0 0 0,0 0 0 0 0,0 0 0 0 0,0-1 0 0 0,0 1 0 0 0,-3-5 0 0 0,5 5-4 0 0,-1 0 0 0 0,0 0 0 0 0,1 0 1 0 0,0 0-1 0 0,-1 1 0 0 0,1-1 1 0 0,0 0-1 0 0,0 0 0 0 0,0 0 0 0 0,0 0 1 0 0,0 0-1 0 0,0 0 0 0 0,1 0 1 0 0,-1 0-1 0 0,1 0 0 0 0,-1 0 0 0 0,1 1 1 0 0,1-4-1 0 0,0 1-4 0 0,1 0-1 0 0,-1 1 1 0 0,1-1 0 0 0,0 1 0 0 0,0-1-1 0 0,0 1 1 0 0,1 0 0 0 0,-1 0 0 0 0,1 1 0 0 0,-1-1-1 0 0,1 1 1 0 0,0-1 0 0 0,0 1 0 0 0,0 0-1 0 0,0 1 1 0 0,1-1 0 0 0,-1 1 0 0 0,0 0-1 0 0,7-1 1 0 0,5 1-10 0 0,0 1 1 0 0,0 0-1 0 0,0 2 0 0 0,0 0 1 0 0,0 0-1 0 0,-1 2 0 0 0,1 0 1 0 0,-1 0-1 0 0,0 2 0 0 0,26 12 1 0 0,3 5 5 0 0,-1 2 0 0 0,47 36-1 0 0,-88-59 28 0 0,1 0 0 0 0,0-1 0 0 0,-1 1-1 0 0,1 0 1 0 0,0-1 0 0 0,0 1 0 0 0,0-1-1 0 0,0 0 1 0 0,0 0 0 0 0,0 0-1 0 0,0-1 1 0 0,1 1 0 0 0,-1-1 0 0 0,0 1-1 0 0,0-1 1 0 0,1 0 0 0 0,-1 0 0 0 0,4-1-1 0 0,-3-1-91 0 0,-1 1 0 0 0,1-1 0 0 0,0 0 0 0 0,-1 0 0 0 0,1 0 0 0 0,-1 0 0 0 0,0-1 0 0 0,0 1 0 0 0,0-1 1 0 0,0 0-1 0 0,0 0 0 0 0,-1 0 0 0 0,1 0 0 0 0,-1 0 0 0 0,3-6 0 0 0,18-25-3067 0 0,-13 14 679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88 6081 0 0,'-1'-36'-380'0'0,"1"-13"-407"0"0,2 46 536 0 0,2 27 246 0 0,46 204-18 0 0,-43-93 71 0 0,-7-101-27 0 0,1 0 0 0 0,2 0 1 0 0,11 51-1 0 0,-12-78-12 0 0,1 0 0 0 0,0 0 0 0 0,0 0 1 0 0,1 0-1 0 0,0-1 0 0 0,0 0 0 0 0,1 0 0 0 0,0 0 1 0 0,0 0-1 0 0,0-1 0 0 0,1 0 0 0 0,-1 0 1 0 0,1 0-1 0 0,1-1 0 0 0,-1 0 0 0 0,0 0 0 0 0,1-1 1 0 0,0 1-1 0 0,0-1 0 0 0,0-1 0 0 0,0 0 1 0 0,0 0-1 0 0,10 2 0 0 0,4 0-275 0 0,1 0 1 0 0,0-2-1 0 0,-1 0 0 0 0,1-2 1 0 0,0 0-1 0 0,38-6 1 0 0,-8-6-665 0 0,-5-2 586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42 134 3056 0 0,'-17'5'52'0'0,"4"-3"60"0"0,2-2 180 0 0,57-12-260 0 0,-10 7 16 0 0,19-7 16 0 0,11-1-44 0 0,13 1 16 0 0,6-5-16 0 0,3 2-36 0 0,0 0-112 0 0,-6 0-292 0 0,-19 0-660 0 0,-5 6 848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1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338 581 2808 0 0,'1'-2'44'0'0,"0"1"0"0"0,0-1 0 0 0,0 0 1 0 0,0 1-1 0 0,0-1 0 0 0,0 0 0 0 0,-1 1 0 0 0,1-1 0 0 0,0 0 0 0 0,-1 0 0 0 0,0 0 0 0 0,1 1 0 0 0,-1-1 0 0 0,0 0 0 0 0,0 0 1 0 0,0 0-1 0 0,0 0 0 0 0,0 0 0 0 0,-1 1 0 0 0,1-1 0 0 0,0 0 0 0 0,-1 0 0 0 0,0 0 0 0 0,1 1 0 0 0,-1-1 0 0 0,0 0 0 0 0,0 1 0 0 0,0-1 1 0 0,0 1-1 0 0,0-1 0 0 0,-2-1 0 0 0,1 1-19 0 0,0 0 0 0 0,0 0 0 0 0,0 0 1 0 0,-1 1-1 0 0,1-1 0 0 0,-1 1 0 0 0,1-1 0 0 0,-1 1 1 0 0,0 0-1 0 0,1 0 0 0 0,-1 0 0 0 0,0 0 0 0 0,0 1 1 0 0,0-1-1 0 0,0 1 0 0 0,1 0 0 0 0,-1 0 0 0 0,0 0 1 0 0,0 0-1 0 0,0 0 0 0 0,-4 1 0 0 0,-11 4-1 0 0,-1 0-1 0 0,1 1 1 0 0,0 1-1 0 0,1 1 0 0 0,0 0 1 0 0,-27 18-1 0 0,32-19-14 0 0,1 1 0 0 0,0 1-1 0 0,0 0 1 0 0,1 1 0 0 0,0 0-1 0 0,1 0 1 0 0,0 1 0 0 0,1 0-1 0 0,0 0 1 0 0,-8 17-1 0 0,14-26-4 0 0,1 1 0 0 0,0-1 0 0 0,0 1-1 0 0,1-1 1 0 0,-1 1 0 0 0,1-1-1 0 0,-1 1 1 0 0,1-1 0 0 0,0 1-1 0 0,-1 0 1 0 0,2-1 0 0 0,-1 1 0 0 0,0-1-1 0 0,0 1 1 0 0,1-1 0 0 0,-1 1-1 0 0,1 0 1 0 0,0-1 0 0 0,0 0 0 0 0,0 1-1 0 0,2 3 1 0 0,0-1 2 0 0,1-1 0 0 0,-1 0 0 0 0,1 0 0 0 0,0 0 0 0 0,0-1 0 0 0,0 1 0 0 0,1-1 0 0 0,-1 0 0 0 0,10 5 0 0 0,7 1 11 0 0,-1 0-1 0 0,2-2 0 0 0,42 10 1 0 0,-2-5 29 0 0,109 8 0 0 0,-146-18-27 0 0,0-2 1 0 0,1-1-1 0 0,-1-1 1 0 0,0-1-1 0 0,0-1 0 0 0,-1-2 1 0 0,33-10-1 0 0,-48 12-13 0 0,0 0 1 0 0,0 0-1 0 0,-1-1 0 0 0,0 0 1 0 0,0 0-1 0 0,0-1 0 0 0,-1 0 1 0 0,0-1-1 0 0,0 0 0 0 0,0 0 1 0 0,-1 0-1 0 0,7-11 0 0 0,-5 6-2 0 0,-1-1 0 0 0,-1 0-1 0 0,0 0 1 0 0,-1 0-1 0 0,-1-1 1 0 0,0 0 0 0 0,4-20-1 0 0,-3-15 22 0 0,-2 0-1 0 0,-2 0 1 0 0,-10-87-1 0 0,6 105 7 0 0,-22-167 358 0 0,14 124-119 0 0,1 47-280 0 0,10 27 1 0 0,0-1 0 0 0,-1 1 0 0 0,1-1 0 0 0,0 1 0 0 0,-1-1 0 0 0,1 1 0 0 0,0-1 0 0 0,-1 1 0 0 0,1-1 0 0 0,0 0 0 0 0,0 1 0 0 0,0-1 0 0 0,0 0 0 0 0,-1 1 0 0 0,1-1 0 0 0,0 0 0 0 0,0 1-1 0 0,0-1 1 0 0,0 1 0 0 0,1-1 0 0 0,-1 0 0 0 0,0 1 0 0 0,0-2 0 0 0,0 3 8 0 0,-3 4-3 0 0,0 0 0 0 0,1 1-1 0 0,-1-1 1 0 0,1 1 0 0 0,1-1-1 0 0,-1 1 1 0 0,1 0 0 0 0,0 0 0 0 0,0 8-1 0 0,0 15 13 0 0,1 0 1 0 0,2 0-1 0 0,0-1 0 0 0,3 1 0 0 0,0 0 0 0 0,2-1 0 0 0,0 0 0 0 0,3-1 0 0 0,0 0 1 0 0,1 0-1 0 0,2-1 0 0 0,19 30 0 0 0,-21-38 14 0 0,1-1-1 0 0,0 1 1 0 0,1-2-1 0 0,1 0 1 0 0,1-1 0 0 0,1 0-1 0 0,0-1 1 0 0,0-1-1 0 0,1 0 1 0 0,1-2 0 0 0,0 0-1 0 0,1-1 1 0 0,0 0 0 0 0,0-2-1 0 0,1 0 1 0 0,0-1-1 0 0,27 5 1 0 0,-43-11-17 0 0,0 0 0 0 0,1-1 1 0 0,-1 1-1 0 0,0-1 0 0 0,1 0 1 0 0,-1 0-1 0 0,0-1 0 0 0,0 1 0 0 0,1-1 1 0 0,-1 0-1 0 0,0 0 0 0 0,0 0 0 0 0,0 0 1 0 0,0-1-1 0 0,0 0 0 0 0,0 0 0 0 0,0 0 1 0 0,-1 0-1 0 0,1 0 0 0 0,-1-1 1 0 0,0 0-1 0 0,1 1 0 0 0,-1-1 0 0 0,0 0 1 0 0,-1-1-1 0 0,4-3 0 0 0,0-3 20 0 0,-1 0 0 0 0,0-1 1 0 0,-1 0-1 0 0,0 1 0 0 0,-1-1 0 0 0,0-1 0 0 0,-1 1 0 0 0,2-19 1 0 0,2-25 232 0 0,-6 54-258 0 0,2 7 7 0 0,2 6 5 0 0,1 0-1 0 0,0-1 1 0 0,0 1 0 0 0,2-1 0 0 0,-1 0-1 0 0,2-1 1 0 0,-1 1 0 0 0,1-2-1 0 0,1 1 1 0 0,0-1 0 0 0,0 0 0 0 0,13 9-1 0 0,-10-8-254 0 0,-1-2 0 0 0,2 1-1 0 0,-1-2 1 0 0,1 1 0 0 0,0-2-1 0 0,0 0 1 0 0,1 0 0 0 0,0-1-1 0 0,0-1 1 0 0,27 5 0 0 0,-16-9-1284 0 0,-5-2 190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2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30 4560 0 0,'-13'-10'232'0'0,"2"3"-32"0"0,0 4-44 0 0,2-2 205 0 0,-4 0-177 0 0,2 20-525 0 0,22 0-871 0 0,-6-8-196 0 0,9-2 532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183 509 3828 0 0,'-18'7'-47'0'0,"-4"1"-29"0"0,-1 2-1 0 0,-35 21 1 0 0,53-29 71 0 0,1 1-1 0 0,-1 0 0 0 0,1 0 1 0 0,0 0-1 0 0,0 1 0 0 0,0 0 1 0 0,1 0-1 0 0,-1-1 0 0 0,1 2 1 0 0,0-1-1 0 0,0 0 0 0 0,1 1 0 0 0,-1-1 1 0 0,1 1-1 0 0,0 0 0 0 0,0 0 1 0 0,0 0-1 0 0,-1 9 0 0 0,3-10 10 0 0,1 1-1 0 0,-1-1 1 0 0,1 1-1 0 0,0-1 1 0 0,0 0 0 0 0,1 1-1 0 0,-1-1 1 0 0,1 0-1 0 0,0 0 1 0 0,0 0-1 0 0,1 0 1 0 0,-1 0-1 0 0,1-1 1 0 0,-1 1-1 0 0,1-1 1 0 0,0 1 0 0 0,1-1-1 0 0,-1 0 1 0 0,0 0-1 0 0,1-1 1 0 0,4 3-1 0 0,11 9 10 0 0,1-2 0 0 0,33 16 0 0 0,-52-28-13 0 0,36 17 10 0 0,0-2 1 0 0,1-1-1 0 0,55 11 0 0 0,-70-20 7 0 0,1-1 0 0 0,-1-1 0 0 0,1-1 0 0 0,0-1 0 0 0,0-1 0 0 0,46-7 0 0 0,-64 6-12 0 0,0 0 1 0 0,-1 0-1 0 0,0-1 0 0 0,1 0 0 0 0,-1 0 1 0 0,0 0-1 0 0,0-1 0 0 0,0 1 0 0 0,0-1 1 0 0,0-1-1 0 0,-1 1 0 0 0,1-1 0 0 0,-1 1 1 0 0,0-1-1 0 0,0 0 0 0 0,3-6 0 0 0,-3 4 4 0 0,0-1 0 0 0,0 0 0 0 0,-1 0-1 0 0,0 0 1 0 0,-1 0 0 0 0,0 0-1 0 0,0-1 1 0 0,0 1 0 0 0,-1-1 0 0 0,1-12-1 0 0,-3-12 52 0 0,-1 0 0 0 0,-2 0 0 0 0,0 0 0 0 0,-15-48 0 0 0,17 71-39 0 0,-47-165 258 0 0,-20-94 657 0 0,53 202-711 0 0,16 65-199 0 0,-1 7-31 0 0,1 24 6 0 0,1 1 0 0 0,1-1 1 0 0,1 1-1 0 0,2-1 0 0 0,16 56 0 0 0,66 149 101 0 0,-56-170-31 0 0,3-1 0 0 0,79 110-1 0 0,-90-137 257 0 0,-23-37-319 0 0,-1 0 0 0 0,1 0 1 0 0,0 0-1 0 0,0 0 0 0 0,0 0 0 0 0,0 0 1 0 0,0 0-1 0 0,0 0 0 0 0,0 0 0 0 0,0 0 1 0 0,0 0-1 0 0,0 0 0 0 0,0 0 0 0 0,0 0 0 0 0,-1 0 1 0 0,1 0-1 0 0,0 0 0 0 0,0 0 0 0 0,0 0 1 0 0,0 0-1 0 0,0 0 0 0 0,0 0 0 0 0,0 0 1 0 0,0 0-1 0 0,0 0 0 0 0,0 0 0 0 0,0 0 1 0 0,0 0-1 0 0,-1 0 0 0 0,1 0 0 0 0,0 0 1 0 0,0 0-1 0 0,0 0 0 0 0,0 0 0 0 0,0 0 1 0 0,0 0-1 0 0,0 0 0 0 0,0 0 0 0 0,0 0 1 0 0,0 0-1 0 0,0 1 0 0 0,0-1 0 0 0,0 0 1 0 0,0 0-1 0 0,0 0 0 0 0,0 0 0 0 0,0 0 1 0 0,0 0-1 0 0,0 0 0 0 0,0 0 0 0 0,0 0 1 0 0,0 0-1 0 0,0 0 0 0 0,0 1 0 0 0,0-1 1 0 0,-17-14 130 0 0,-2-7-66 0 0,1-1 0 0 0,0 0 1 0 0,2-2-1 0 0,0 1 0 0 0,-14-33 1 0 0,21 39-42 0 0,5 10-19 0 0,0 0 0 0 0,1 0 0 0 0,-1-1 0 0 0,2 1 0 0 0,-1-1 0 0 0,1 0 0 0 0,1 1 0 0 0,-1-1 0 0 0,1 0 0 0 0,0 0 0 0 0,1 0 0 0 0,0 0 0 0 0,1 0 0 0 0,-1 0 0 0 0,1 0 0 0 0,1 0 0 0 0,3-11 0 0 0,-3 13-12 0 0,1 0 0 0 0,0 0 0 0 0,0 1 0 0 0,0-1 0 0 0,1 1 0 0 0,0 0 0 0 0,0 0-1 0 0,0 0 1 0 0,0 1 0 0 0,1-1 0 0 0,0 1 0 0 0,0 0 0 0 0,0 0 0 0 0,1 1-1 0 0,-1 0 1 0 0,1 0 0 0 0,-1 0 0 0 0,1 0 0 0 0,0 1 0 0 0,0 0 0 0 0,1 0 0 0 0,6 0-1 0 0,-1 0-51 0 0,1 0-1 0 0,-1 1 1 0 0,1 1-1 0 0,-1 0 1 0 0,1 1-1 0 0,-1 0 1 0 0,1 1-1 0 0,-1 0 1 0 0,0 1-1 0 0,0 1 1 0 0,19 7-1 0 0,-30-11 39 0 0,0 0 0 0 0,0 1 0 0 0,0-1 0 0 0,0 0 0 0 0,0 1 1 0 0,0-1-1 0 0,-1 1 0 0 0,1-1 0 0 0,0 1 0 0 0,0-1 0 0 0,0 1 0 0 0,0 0 0 0 0,-1-1 0 0 0,1 1 0 0 0,0 0 0 0 0,-1 0 0 0 0,1 0 0 0 0,-1-1 0 0 0,1 1 0 0 0,-1 0 0 0 0,1 0 0 0 0,-1 0 0 0 0,1 0 0 0 0,-1 0 0 0 0,0 0 0 0 0,0 0 0 0 0,1 0 0 0 0,-1 0 0 0 0,0 0 0 0 0,0 0 0 0 0,0 2 0 0 0,-1-1 0 0 0,0 1 0 0 0,0-1 0 0 0,-1 0 0 0 0,1 0 0 0 0,0 0 0 0 0,-1 0 0 0 0,1 0 0 0 0,-1 0 0 0 0,0 0 0 0 0,0-1 0 0 0,0 1 0 0 0,-3 2 0 0 0,-11 6-25 0 0,0 0 0 0 0,-28 12 0 0 0,40-20 15 0 0,-286 117-283 0 0,269-111 276 0 0,21-8 31 0 0,0 0 1 0 0,0 0-1 0 0,0 0 0 0 0,0 0 1 0 0,-1 0-1 0 0,1 0 1 0 0,0-1-1 0 0,0 1 1 0 0,0 0-1 0 0,-1 1 0 0 0,1-1 1 0 0,0 0-1 0 0,0 0 1 0 0,0 0-1 0 0,0 0 0 0 0,-1 0 1 0 0,1 0-1 0 0,0 0 1 0 0,0 0-1 0 0,0 0 0 0 0,0 0 1 0 0,-1 0-1 0 0,1 0 1 0 0,0 0-1 0 0,0 1 0 0 0,0-1 1 0 0,0 0-1 0 0,0 0 1 0 0,-1 0-1 0 0,1 0 0 0 0,0 0 1 0 0,0 1-1 0 0,0-1 1 0 0,0 0-1 0 0,0 0 0 0 0,0 0 1 0 0,0 0-1 0 0,0 1 1 0 0,0-1-1 0 0,0 0 0 0 0,0 0 1 0 0,0 0-1 0 0,0 1 1 0 0,0-1-1 0 0,0 0 0 0 0,0 0 1 0 0,0 0-1 0 0,0 0 1 0 0,0 1-1 0 0,0-1 0 0 0,0 0 1 0 0,0 0-1 0 0,0 0 1 0 0,0 1-1 0 0,15 3 18 0 0,32-1-11 0 0,-43-3-1 0 0,148 0 2 0 0,25 0 5 0 0,-147 2-39 0 0,-1 1-1 0 0,0 2 1 0 0,55 15 0 0 0,-82-19-91 0 0,0-1-1 0 0,0 1 1 0 0,1 0-1 0 0,-1 0 1 0 0,0 0-1 0 0,0 0 1 0 0,0 0 0 0 0,0 0-1 0 0,0 0 1 0 0,-1 1-1 0 0,1-1 1 0 0,0 1-1 0 0,-1 0 1 0 0,1-1-1 0 0,-1 1 1 0 0,1 0-1 0 0,-1 0 1 0 0,0 0 0 0 0,1 0-1 0 0,-1 0 1 0 0,0 0-1 0 0,-1 0 1 0 0,1 0-1 0 0,0 0 1 0 0,-1 1-1 0 0,1 2 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29 218 3700 0 0,'-18'0'-185'0'0,"8"-2"414"0"0,9-1 710 0 0,19-5-910 0 0,1 1 0 0 0,0 0 0 0 0,0 2 0 0 0,1 0 0 0 0,-1 1 0 0 0,38-2 0 0 0,-4-1-13 0 0,13-3 12 0 0,240-50 108 0 0,-300 59-126 0 0,-1-1 0 0 0,0 0 0 0 0,0 0 0 0 0,0 0 0 0 0,0-1 0 0 0,0 1 0 0 0,-1-1 0 0 0,1-1 0 0 0,7-6 0 0 0,-12 9-10 0 0,1 1-1 0 0,-1-1 1 0 0,0 0-1 0 0,1 0 0 0 0,-1 1 1 0 0,0-1-1 0 0,0 0 1 0 0,0 0-1 0 0,0 0 1 0 0,0 1-1 0 0,0-1 0 0 0,0 0 1 0 0,0 0-1 0 0,0 0 1 0 0,0 1-1 0 0,0-1 0 0 0,0 0 1 0 0,-1 0-1 0 0,1 1 1 0 0,0-1-1 0 0,-1 0 0 0 0,1 0 1 0 0,0 1-1 0 0,-1-1 1 0 0,1 0-1 0 0,-1 1 0 0 0,1-1 1 0 0,-1 0-1 0 0,1 1 1 0 0,-1-1-1 0 0,0 1 0 0 0,1-1 1 0 0,-1 1-1 0 0,0-1 1 0 0,1 1-1 0 0,-1 0 0 0 0,0-1 1 0 0,1 1-1 0 0,-2-1 1 0 0,-28-14-15 0 0,6 9-11 0 0,0 1 0 0 0,-1 1 0 0 0,1 1 0 0 0,-1 1-1 0 0,-27 2 1 0 0,48 0-16 0 0,-7 4 8 0 0,59 11 31 0 0,73 12 1 0 0,-36-9-4 0 0,-58-12 7 0 0,-13-3-18 0 0,1 0 1 0 0,-1 0-1 0 0,0 2 0 0 0,26 11 1 0 0,-39-15 24 0 0,-6 2 14 0 0,-32 14-543 0 0,0-2 0 0 0,-1-1 0 0 0,-61 13 0 0 0,85-24-371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4.8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3348 0 0,'0'0'-221'0'0,"6"-2"-553"0"0,7-1 736 0 0,12-4 74 0 0,-1 0 1 0 0,1-1-1 0 0,42-23 0 0 0,-61 28 11 0 0,0 0-1 0 0,-1-1 1 0 0,1 1-1 0 0,-1-1 1 0 0,0-1-1 0 0,0 1 1 0 0,0-1-1 0 0,-1 0 1 0 0,0 0-1 0 0,1 0 1 0 0,-2-1-1 0 0,1 1 1 0 0,-1-1-1 0 0,0 0 1 0 0,0 0-1 0 0,0 0 1 0 0,-1-1-1 0 0,0 1 1 0 0,0 0-1 0 0,1-13 1 0 0,-2 14-12 0 0,-1 0 3 0 0,1 0 1 0 0,0 0-1 0 0,-1 0 1 0 0,0 0 0 0 0,0 0-1 0 0,0 1 1 0 0,-1-1-1 0 0,0 0 1 0 0,1 0-1 0 0,-2 0 1 0 0,1 0-1 0 0,-4-7 1 0 0,4 11-39 0 0,-1 0 0 0 0,1 1-1 0 0,-1-1 1 0 0,1 0 0 0 0,-1 1 0 0 0,1 0-1 0 0,-1-1 1 0 0,1 1 0 0 0,-1 0 0 0 0,1 0-1 0 0,-1 0 1 0 0,1 0 0 0 0,-1 0 0 0 0,0 0 0 0 0,1 0-1 0 0,-1 0 1 0 0,1 1 0 0 0,-1-1 0 0 0,1 0-1 0 0,-1 1 1 0 0,-1 1 0 0 0,1-2 0 0 0,-9 5 4 0 0,0 1-1 0 0,1 0 0 0 0,0 0 1 0 0,0 1-1 0 0,0 0 1 0 0,1 1-1 0 0,0 0 0 0 0,0 1 1 0 0,1-1-1 0 0,0 2 0 0 0,1-1 1 0 0,0 1-1 0 0,1 0 1 0 0,-1 1-1 0 0,2-1 0 0 0,-5 13 1 0 0,9-21-3 0 0,1 0 1 0 0,-1 0-1 0 0,1 0 1 0 0,-1 0-1 0 0,1 0 1 0 0,0 0-1 0 0,-1 0 1 0 0,1 0-1 0 0,1 0 1 0 0,-1 0-1 0 0,0 0 1 0 0,0 0-1 0 0,1 1 1 0 0,-1-1-1 0 0,1 0 1 0 0,0 0-1 0 0,-1-1 1 0 0,1 1-1 0 0,0 0 1 0 0,0 0-1 0 0,2 2 1 0 0,0-1 5 0 0,0 0 0 0 0,0 0 0 0 0,0 0 0 0 0,0 0 0 0 0,1-1 1 0 0,-1 0-1 0 0,1 0 0 0 0,-1 0 0 0 0,1 0 0 0 0,5 2 0 0 0,7 1 16 0 0,0-1 0 0 0,0 0 0 0 0,0-1 0 0 0,23 1 0 0 0,-18-3-335 0 0,-1-2 0 0 0,1 0 0 0 0,0-1 0 0 0,0-2 0 0 0,32-8 0 0 0,-8-3-212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314 442 2996 0 0,'0'0'-73'0'0,"-9"-1"-132"0"0,-7 1 194 0 0,0 0 1 0 0,1 1-1 0 0,-1 1 0 0 0,1 0 1 0 0,0 1-1 0 0,0 1 1 0 0,0 1-1 0 0,0 0 1 0 0,-14 7-1 0 0,10-3 9 0 0,1 1 0 0 0,-24 17 0 0 0,36-24 2 0 0,1 1 0 0 0,0-1 0 0 0,0 1 0 0 0,1 1 0 0 0,-1-1 0 0 0,1 1-1 0 0,0 0 1 0 0,0 0 0 0 0,1 0 0 0 0,-1 0 0 0 0,1 0 0 0 0,-3 7 0 0 0,6-10 4 0 0,0 1 0 0 0,0-1 0 0 0,0 0-1 0 0,0 0 1 0 0,0 0 0 0 0,1 1 0 0 0,-1-1 0 0 0,0 0 0 0 0,1 0 0 0 0,0 0-1 0 0,-1 0 1 0 0,1 0 0 0 0,0 0 0 0 0,0 0 0 0 0,0 0 0 0 0,1 0 0 0 0,-1 0 0 0 0,0 0-1 0 0,1-1 1 0 0,-1 1 0 0 0,1-1 0 0 0,-1 1 0 0 0,1-1 0 0 0,0 1 0 0 0,0-1-1 0 0,-1 0 1 0 0,1 0 0 0 0,0 0 0 0 0,3 1 0 0 0,8 5 15 0 0,0-1 1 0 0,1 0-1 0 0,15 4 0 0 0,-21-8-8 0 0,12 5 35 0 0,0-1-1 0 0,1-1 1 0 0,0 0 0 0 0,0-2 0 0 0,0 0-1 0 0,0-2 1 0 0,0 0 0 0 0,24-3 0 0 0,-38 1-11 0 0,0 0 0 0 0,1-1 1 0 0,-1 1-1 0 0,0-1 0 0 0,0-1 1 0 0,-1 0-1 0 0,1 0 0 0 0,0 0 1 0 0,-1-1-1 0 0,0 1 0 0 0,0-2 1 0 0,0 1-1 0 0,0-1 0 0 0,0 1 0 0 0,-1-2 1 0 0,0 1-1 0 0,0-1 0 0 0,-1 1 1 0 0,0-1-1 0 0,0 0 0 0 0,0-1 1 0 0,0 1-1 0 0,-1-1 0 0 0,0 0 1 0 0,-1 1-1 0 0,4-14 0 0 0,6-38 78 0 0,-2 0 0 0 0,-3-1-1 0 0,-2 0 1 0 0,-3 0-1 0 0,-10-104 1 0 0,5 57-8 0 0,3 106-132 0 0,-1-2 2 0 0,1 2 23 0 0,0 0 0 0 0,0 0-1 0 0,0-1 1 0 0,1 1 0 0 0,-1 0 0 0 0,0 0 0 0 0,0 0 0 0 0,0 0 0 0 0,0 0 0 0 0,0 0 0 0 0,0-1 0 0 0,0 1-1 0 0,0 0 1 0 0,0 0 0 0 0,0 0 0 0 0,0 0 0 0 0,0 0 0 0 0,0-1 0 0 0,0 1 0 0 0,0 0 0 0 0,0 0 0 0 0,0 0-1 0 0,0 0 1 0 0,-1 0 0 0 0,1 0 0 0 0,0-1 0 0 0,0 1 0 0 0,0 0 0 0 0,0 0 0 0 0,0 0 0 0 0,0 0 0 0 0,0 0-1 0 0,0 0 1 0 0,0 0 0 0 0,-1-1 0 0 0,1 1 0 0 0,0 0 0 0 0,0 0 0 0 0,0 0 0 0 0,0 0 0 0 0,0 0 0 0 0,0 0 0 0 0,-1 0-1 0 0,1 0 1 0 0,0 0 0 0 0,0 0 0 0 0,0 0 0 0 0,0 0 0 0 0,0 0 0 0 0,0 0 0 0 0,-1 0 0 0 0,1 0 0 0 0,0 0-1 0 0,0 0 1 0 0,0 0 0 0 0,0 0 0 0 0,0 0 0 0 0,-1 0 0 0 0,1 0 0 0 0,0 0 0 0 0,0 0 0 0 0,0 0 0 0 0,0 0-1 0 0,-5 9 1 0 0,0-1 0 0 0,1 1 0 0 0,0 0 0 0 0,1 0 0 0 0,0 0 0 0 0,1 1 0 0 0,0-1 0 0 0,0 1 0 0 0,1-1 0 0 0,0 1 0 0 0,1 17 0 0 0,1-11 6 0 0,1-1 1 0 0,0 0 0 0 0,2 0 0 0 0,-1 0-1 0 0,2-1 1 0 0,0 1 0 0 0,8 13 0 0 0,-2-6 10 0 0,1-1 0 0 0,0 0 0 0 0,2-1 0 0 0,1-1 1 0 0,0 0-1 0 0,1-1 0 0 0,1 0 0 0 0,1-2 1 0 0,29 22-1 0 0,-25-23 10 0 0,0-1 0 0 0,1-1 0 0 0,0-1 1 0 0,1 0-1 0 0,1-2 0 0 0,0-1 0 0 0,0-2 1 0 0,0 0-1 0 0,1-1 0 0 0,32 2 0 0 0,-53-7-12 0 0,0-1 0 0 0,0-1 0 0 0,0 1 0 0 0,-1-1-1 0 0,1 1 1 0 0,0-2 0 0 0,0 1 0 0 0,-1 0 0 0 0,1-1 0 0 0,-1 0 0 0 0,1 0 0 0 0,-1 0-1 0 0,0-1 1 0 0,0 1 0 0 0,0-1 0 0 0,0 0 0 0 0,0 0 0 0 0,0 0 0 0 0,-1-1-1 0 0,0 1 1 0 0,0-1 0 0 0,0 0 0 0 0,0 0 0 0 0,0 0 0 0 0,-1 0 0 0 0,0-1-1 0 0,3-7 1 0 0,1-2 132 0 0,-1-1 0 0 0,-1 0 0 0 0,0 0-1 0 0,-1-1 1 0 0,-1 1 0 0 0,-1-1 0 0 0,0-18-1 0 0,0 40-122 0 0,1 1-1 0 0,-1-1 1 0 0,1 0-1 0 0,0 0 1 0 0,1 0-1 0 0,0 0 1 0 0,0 0 0 0 0,0 0-1 0 0,0-1 1 0 0,1 0-1 0 0,0 1 1 0 0,0-2-1 0 0,0 1 1 0 0,1 0-1 0 0,-1-1 1 0 0,1 0-1 0 0,7 5 1 0 0,-2-1-356 0 0,0-1 1 0 0,0-1-1 0 0,0 0 0 0 0,1 0 0 0 0,0-1 1 0 0,1 0-1 0 0,-1-1 0 0 0,1 0 1 0 0,-1-1-1 0 0,16 3 0 0 0,4-5-1256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45 4880 0 0,'-17'-10'128'0'0,"4"3"-8"0"0,-1 2-48 0 0,3 0 108 0 0,-3-2-27 0 0,3 2-97 0 0,3 0-152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46 2868 0 0,'0'0'-168'0'0,"-8"-25"216"0"0,15 9 700 0 0,-5 12-82 0 0,-2 7-71 0 0,2 42-255 0 0,15 25-292 0 0,4 0-1 0 0,42 99 0 0 0,-6-17-7 0 0,-56-150-211 0 0,0 1 0 0 0,-1-1 0 0 0,1 0 0 0 0,0 1 0 0 0,0-1 0 0 0,1 0 1 0 0,-1 1-1 0 0,0-1 0 0 0,1 0 0 0 0,-1 0 0 0 0,1 0 0 0 0,0 0 0 0 0,-1 0 0 0 0,3 1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39 264 3852 0 0,'-20'5'90'0'0,"1"-2"776"0"0,33-16-440 0 0,22-9-405 0 0,1 2 0 0 0,1 1 0 0 0,1 2 0 0 0,1 2 0 0 0,69-17 0 0 0,-16 4-169 0 0,170-58-2342 0 0,-213 66 1624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37 159 3408 0 0,'0'0'-86'0'0,"-22"-4"607"0"0,9 0 416 0 0,12 1 222 0 0,51-10-1064 0 0,1 3 1 0 0,1 2-1 0 0,85-2 0 0 0,-27 3-22 0 0,209-40 27 0 0,-318 47-121 0 0,0 0 0 0 0,1 0-1 0 0,-1 0 1 0 0,1 0-1 0 0,-1 0 1 0 0,0-1 0 0 0,1 1-1 0 0,-1 0 1 0 0,1-1 0 0 0,-1 1-1 0 0,0-1 1 0 0,0 0 0 0 0,1 1-1 0 0,-1-1 1 0 0,0 0-1 0 0,0 0 1 0 0,0 0 0 0 0,0 0-1 0 0,0 0 1 0 0,0 0 0 0 0,2-2-1 0 0,-4 2-21 0 0,0 0-1 0 0,1 0 0 0 0,-1 0 1 0 0,0 0-1 0 0,0 1 1 0 0,0-1-1 0 0,0 0 1 0 0,0 0-1 0 0,0 1 0 0 0,0-1 1 0 0,0 0-1 0 0,0 1 1 0 0,0-1-1 0 0,0 1 1 0 0,0 0-1 0 0,0-1 0 0 0,0 1 1 0 0,-3-1-1 0 0,-68-14-941 0 0,46 11 784 0 0,0 1 0 0 0,0 0 0 0 0,0 3 0 0 0,-1 0 0 0 0,1 1 0 0 0,-29 6 1 0 0,52-6 193 0 0,-1 0 1 0 0,1 0-1 0 0,0 1 0 0 0,0-1 1 0 0,0 1-1 0 0,0 0 1 0 0,0 0-1 0 0,0 0 1 0 0,0 0-1 0 0,0 0 1 0 0,1 1-1 0 0,0-1 1 0 0,-1 1-1 0 0,1 0 1 0 0,0 0-1 0 0,0 0 1 0 0,0 0-1 0 0,1 0 0 0 0,-1 0 1 0 0,1 0-1 0 0,-1 0 1 0 0,1 1-1 0 0,0-1 1 0 0,0 0-1 0 0,1 1 1 0 0,-1-1-1 0 0,1 1 1 0 0,0 4-1 0 0,-1 11-33 0 0,1 0 0 0 0,1 0 0 0 0,1 0-1 0 0,4 18 1 0 0,-3-21 34 0 0,112 548 169 0 0,-99-483-764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2360 0 0,'-1'0'42'0'0,"-1"0"0"0"0,1 0 0 0 0,0 0 0 0 0,-1 1 0 0 0,1-1 0 0 0,-1 0 0 0 0,1 1 0 0 0,0-1 0 0 0,-1 1 0 0 0,1-1 0 0 0,0 1 0 0 0,0 0 0 0 0,0 0 0 0 0,-1-1-1 0 0,1 1 1 0 0,0 0 0 0 0,0 0 0 0 0,0 0 0 0 0,0 0 0 0 0,0 0 0 0 0,1 1 0 0 0,-1-1 0 0 0,0 0 0 0 0,0 0 0 0 0,1 1 0 0 0,-1-1 0 0 0,1 0 0 0 0,-1 0 0 0 0,1 1 0 0 0,-1-1 0 0 0,1 1 0 0 0,0-1 0 0 0,0 0 0 0 0,0 2-1 0 0,0 4-22 0 0,1-1 0 0 0,1 1 0 0 0,-1-1-1 0 0,1 0 1 0 0,0 1 0 0 0,4 6-1 0 0,-1 0 46 0 0,11 28-604 0 0,2-1-1 0 0,46 76 1 0 0,-56-102-6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65 3736 0 0,'-3'-13'256'0'0,"0"1"-8"0"0,0 2 452 0 0,1 0-71 0 0,2 1-93 0 0,-3-1-604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8 179 3876 0 0,'-1'-2'-66'0'0,"-1"0"0"0"0,2-1 0 0 0,-1 1 0 0 0,0 0 0 0 0,0-1 0 0 0,1 1 0 0 0,-1 0 0 0 0,1-1 0 0 0,0 1 0 0 0,0-1 0 0 0,0 1 0 0 0,0-1 0 0 0,0 1 0 0 0,0-1 0 0 0,1 1 0 0 0,-1 0-1 0 0,2-5 1 0 0,18-47 355 0 0,-9 27 165 0 0,7-17 872 0 0,-17 43-1171 0 0,0-5-101 0 0,-1 6-51 0 0,1 0 0 0 0,-1 0 0 0 0,0 0 0 0 0,0 0 0 0 0,0 0 0 0 0,0 1 0 0 0,0-1 0 0 0,0 0 0 0 0,0 0 0 0 0,0 0 0 0 0,0 0 0 0 0,0 0 0 0 0,0 0 0 0 0,0 0 0 0 0,0 0-1 0 0,0 0 1 0 0,0 0 0 0 0,0 0 0 0 0,1 0 0 0 0,-1 0 0 0 0,0 0 0 0 0,0 0 0 0 0,0 0 0 0 0,0 0 0 0 0,0 0 0 0 0,0 0 0 0 0,0 0 0 0 0,0 0 0 0 0,0 0 0 0 0,0 0 0 0 0,0 0 0 0 0,0 0 0 0 0,0 0 0 0 0,1 0 0 0 0,-1 0 0 0 0,0 0 0 0 0,0 0 0 0 0,0 0 0 0 0,0 0 0 0 0,0-1 0 0 0,0 1 0 0 0,38 191 88 0 0,33 131-30 0 0,-66-302-37 0 0,1-1 0 0 0,1 1 0 0 0,1-1 1 0 0,1-1-1 0 0,1 0 0 0 0,0 0 0 0 0,1-1 1 0 0,1 0-1 0 0,14 15 0 0 0,-20-25-41 0 0,1 0 0 0 0,0-1 1 0 0,1 0-1 0 0,0 0 0 0 0,0 0 0 0 0,0-1 0 0 0,0-1 1 0 0,1 1-1 0 0,0-1 0 0 0,-1-1 0 0 0,2 0 0 0 0,-1 0 1 0 0,0-1-1 0 0,0 0 0 0 0,1 0 0 0 0,0-1 0 0 0,-1 0 1 0 0,1-1-1 0 0,-1 0 0 0 0,1-1 0 0 0,11-1 0 0 0,45-15-2106 0 0,-35 7 988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38 154 3864 0 0,'-3'0'64'0'0,"-1"0"0"0"0,1 0 0 0 0,0 0 0 0 0,0 0-1 0 0,0 0 1 0 0,0-1 0 0 0,0 1 0 0 0,0-1 0 0 0,0 0-1 0 0,-3-1 1 0 0,6 1-53 0 0,0 1-1 0 0,0 0 1 0 0,0-1 0 0 0,0 1-1 0 0,0 0 1 0 0,0-1-1 0 0,-1 1 1 0 0,1-1 0 0 0,0 1-1 0 0,0 0 1 0 0,0-1 0 0 0,0 1-1 0 0,0 0 1 0 0,1-1-1 0 0,-1 1 1 0 0,0-1 0 0 0,0 1-1 0 0,0 0 1 0 0,0-1-1 0 0,0 1 1 0 0,0 0 0 0 0,1-1-1 0 0,-1 1 1 0 0,0 0-1 0 0,0-1 1 0 0,0 1 0 0 0,1 0-1 0 0,-1 0 1 0 0,0-1 0 0 0,0 1-1 0 0,1 0 1 0 0,-1 0-1 0 0,0-1 1 0 0,1 1 0 0 0,-1 0-1 0 0,0 0 1 0 0,1 0-1 0 0,-1 0 1 0 0,0-1 0 0 0,1 1-1 0 0,-1 0 1 0 0,1 0-1 0 0,63-27 284 0 0,28 0-305 0 0,110-40-2605 0 0,-171 53 1783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9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25 123 3784 0 0,'-19'-115'1991'0'0,"18"114"-1893"0"0,0-5-3 0 0,1 6-90 0 0,0 0 1 0 0,0 0 0 0 0,0 0-1 0 0,0 0 1 0 0,0 0 0 0 0,0 0-1 0 0,0 0 1 0 0,0 0 0 0 0,0 0-1 0 0,0 0 1 0 0,0 0-1 0 0,0 0 1 0 0,0 0 0 0 0,-1 0-1 0 0,1 0 1 0 0,0 1 0 0 0,0-1-1 0 0,0 0 1 0 0,0 0 0 0 0,0 0-1 0 0,0 0 1 0 0,0 0-1 0 0,0 0 1 0 0,0 0 0 0 0,0 0-1 0 0,0 0 1 0 0,0 0 0 0 0,0 0-1 0 0,-1 0 1 0 0,1 0 0 0 0,0 0-1 0 0,0 0 1 0 0,0 0-1 0 0,0 0 1 0 0,0 0 0 0 0,0 0-1 0 0,0-1 1 0 0,0 1 0 0 0,0 0-1 0 0,-1 20 7 0 0,1 0 0 0 0,1 0 0 0 0,1-1 0 0 0,1 1 0 0 0,0-1-1 0 0,10 30 1 0 0,-3-5 23 0 0,1 8-12 0 0,1-1 0 0 0,3 0 0 0 0,2 0 0 0 0,34 67 0 0 0,-43-101-11 0 0,2-1 1 0 0,0 0-1 0 0,1-1 0 0 0,1 0 0 0 0,0 0 0 0 0,1-1 1 0 0,0-1-1 0 0,1 0 0 0 0,0-1 0 0 0,1-1 0 0 0,1 0 1 0 0,0-1-1 0 0,0-1 0 0 0,1 0 0 0 0,34 12 0 0 0,-35-15 4 0 0,1-2 0 0 0,-1 1 0 0 0,1-2 0 0 0,0 0 0 0 0,0-1 0 0 0,31-1-1 0 0,-38-2-7 0 0,-1 0-1 0 0,1-1 0 0 0,0 0 0 0 0,-1 0 0 0 0,1-1 1 0 0,-1 0-1 0 0,0-1 0 0 0,0 0 0 0 0,0-1 0 0 0,-1 0 1 0 0,1 0-1 0 0,-1 0 0 0 0,9-10 0 0 0,-7 7 1 0 0,-1-1 1 0 0,-1 0-1 0 0,0-1 0 0 0,0 0 0 0 0,-1 0 0 0 0,8-14 0 0 0,-12 17 10 0 0,1 0 0 0 0,-1 0 0 0 0,0 0 0 0 0,-1-1 0 0 0,0 1 0 0 0,0 0 0 0 0,0-1 0 0 0,-1 0 0 0 0,0 1 0 0 0,-1-1 0 0 0,0-12 0 0 0,0 19-17 0 0,-6-14 10 0 0,5 13-12 0 0,-1 1 1 0 0,0 0 0 0 0,1 0 0 0 0,-1 0-1 0 0,0 1 1 0 0,1-1 0 0 0,-1 0 0 0 0,0 1-1 0 0,0-1 1 0 0,0 1 0 0 0,1-1 0 0 0,-1 1-1 0 0,0 0 1 0 0,0 0 0 0 0,0 0 0 0 0,-3 0-1 0 0,-4 1-1 0 0,1 0 0 0 0,-1 1 0 0 0,0 0 0 0 0,1 0 0 0 0,-1 1 0 0 0,1 0 0 0 0,-15 8 0 0 0,20-10 3 0 0,1 0-1 0 0,-1 0 0 0 0,0 1 1 0 0,0-1-1 0 0,1 1 0 0 0,-1 0 1 0 0,1 0-1 0 0,0 0 0 0 0,-1 0 1 0 0,1 0-1 0 0,0 0 0 0 0,0 1 1 0 0,0-1-1 0 0,1 0 0 0 0,-1 1 1 0 0,1 0-1 0 0,-1-1 0 0 0,1 1 1 0 0,0 0-1 0 0,0 0 0 0 0,0 0 1 0 0,0 0-1 0 0,1 0 0 0 0,-1 0 1 0 0,1 0-1 0 0,-1 0 0 0 0,1 5 1 0 0,2-5 2 0 0,-1 1 1 0 0,0-1-1 0 0,1 0 1 0 0,0 0 0 0 0,0 0-1 0 0,0 0 1 0 0,0 0-1 0 0,0 0 1 0 0,1 0-1 0 0,-1-1 1 0 0,1 0 0 0 0,-1 1-1 0 0,1-1 1 0 0,0 0-1 0 0,0 0 1 0 0,0 0-1 0 0,0-1 1 0 0,5 3 0 0 0,69 23 38 0 0,-62-22-36 0 0,29 6-557 0 0,0-2 1 0 0,0-2 0 0 0,1-2-1 0 0,0-1 1 0 0,66-5-1 0 0,-42-1-1513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41 136 1104 0 0,'-39'17'1228'0'0,"37"-16"-717"0"0,7 0-477 0 0,32 2 51 0 0,0-2 1 0 0,0 0-1 0 0,-1-3 1 0 0,51-8-1 0 0,-5 1 3 0 0,3153-117 1342 0 0,-2703 135-1132 0 0,-435-15 745 0 0,-94 5-907 0 0,13-5 197 0 0,-7 2-3574 0 0,2 0 1706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 4256 0 0,'0'0'-191'0'0,"-10"2"22"0"0,6-2 116 0 0,8-3-294 0 0,18-6 324 0 0,0 1-1 0 0,1 1 0 0 0,0 1 1 0 0,0 0-1 0 0,0 2 0 0 0,0 1 1 0 0,1 1-1 0 0,0 1 0 0 0,34 3 1 0 0,-55-2 15 0 0,0 1 1 0 0,0-1 0 0 0,0 1 0 0 0,0 0-1 0 0,-1-1 1 0 0,1 1 0 0 0,0 1 0 0 0,0-1 0 0 0,-1 0-1 0 0,1 1 1 0 0,-1-1 0 0 0,1 1 0 0 0,3 3-1 0 0,-6-4 10 0 0,1 0 0 0 0,-1 1-1 0 0,0-1 1 0 0,1 0-1 0 0,-1 1 1 0 0,0-1-1 0 0,0 0 1 0 0,0 1 0 0 0,0-1-1 0 0,0 0 1 0 0,0 1-1 0 0,0-1 1 0 0,0 0 0 0 0,-1 1-1 0 0,1-1 1 0 0,0 0-1 0 0,-1 1 1 0 0,1-1 0 0 0,-1 0-1 0 0,0 0 1 0 0,1 0-1 0 0,-1 1 1 0 0,0-1-1 0 0,0 0 1 0 0,1 0 0 0 0,-1 0-1 0 0,0 0 1 0 0,0 0-1 0 0,0 0 1 0 0,-2 1 0 0 0,-79 72 132 0 0,9-7 41 0 0,72-67-168 0 0,0 1 0 0 0,0 0-1 0 0,0 0 1 0 0,0-1 0 0 0,1 1 0 0 0,-1 0 0 0 0,0 0-1 0 0,1 0 1 0 0,-1 0 0 0 0,1 0 0 0 0,-1 0 0 0 0,1 0 0 0 0,-1 0-1 0 0,1 0 1 0 0,0 1 0 0 0,-1-1 0 0 0,1 0 0 0 0,0 0-1 0 0,0 0 1 0 0,0 0 0 0 0,0 0 0 0 0,0 1 0 0 0,0-1 0 0 0,0 0-1 0 0,1 0 1 0 0,-1 0 0 0 0,1 2 0 0 0,0-2 0 0 0,0 1 1 0 0,0 0-1 0 0,1 0 1 0 0,-1-1-1 0 0,1 1 1 0 0,0 0-1 0 0,0-1 1 0 0,-1 0-1 0 0,1 1 1 0 0,0-1-1 0 0,0 0 1 0 0,0 0-1 0 0,3 1 1 0 0,9 3 16 0 0,0 0 0 0 0,1 0-1 0 0,19 2 1 0 0,-27-6-7 0 0,82 15 31 0 0,-51-11-20 0 0,-1 2 0 0 0,0 1 0 0 0,0 2 1 0 0,-1 2-1 0 0,53 24 0 0 0,-88-36-28 0 0,0 1 0 0 0,1 0 0 0 0,-1-1 0 0 0,0 1-1 0 0,1 0 1 0 0,-1 0 0 0 0,0 0 0 0 0,0 0 0 0 0,0 0-1 0 0,0 0 1 0 0,0 0 0 0 0,0 0 0 0 0,0 1 0 0 0,0-1 0 0 0,0 0-1 0 0,0 0 1 0 0,-1 1 0 0 0,1-1 0 0 0,0 1 0 0 0,-1-1-1 0 0,1 2 1 0 0,-1-1-1 0 0,0-1 0 0 0,-1 0 0 0 0,1 1-1 0 0,0-1 1 0 0,-1 0 0 0 0,1 1 0 0 0,-1-1 0 0 0,1 0 0 0 0,-1 0-1 0 0,0 0 1 0 0,1 0 0 0 0,-1 1 0 0 0,0-1 0 0 0,0 0-1 0 0,0 0 1 0 0,0 0 0 0 0,0-1 0 0 0,-2 3 0 0 0,-4 2 6 0 0,-1 0 0 0 0,0-1-1 0 0,-1 1 1 0 0,1-1 0 0 0,-12 3 0 0 0,-38 8 341 0 0,-1-1 0 0 0,-1-4 0 0 0,0-2 0 0 0,-79 0 0 0 0,37-2 411 0 0,99-5-747 0 0,1-1 0 0 0,0 1 1 0 0,-1-1-1 0 0,1 0 0 0 0,-1 0 0 0 0,1 0 1 0 0,-1 0-1 0 0,1-1 0 0 0,0 1 0 0 0,-1 0 1 0 0,1-1-1 0 0,0 0 0 0 0,-1 0 0 0 0,1 1 1 0 0,0-1-1 0 0,0 0 0 0 0,-1-1 0 0 0,1 1 1 0 0,0 0-1 0 0,0-1 0 0 0,-1-1 0 0 0,2 2-339 0 0,4-3-190 0 0,24-24-2021 0 0,-16 18 927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1055 147 4652 0 0,'-1'-4'-117'0'0,"-2"-1"96"0"0,1-1-1 0 0,-1 1 1 0 0,-1 0-1 0 0,1 0 0 0 0,-1 0 1 0 0,0 0-1 0 0,0 1 1 0 0,0 0-1 0 0,0 0 1 0 0,-1 0-1 0 0,0 0 1 0 0,-8-5-1 0 0,2 3 15 0 0,0 1 0 0 0,0 0 0 0 0,-1 0 0 0 0,1 2 0 0 0,-24-6 0 0 0,-2 4 36 0 0,0 1-1 0 0,-1 2 1 0 0,-45 4 0 0 0,50 0-11 0 0,0 2-1 0 0,0 2 1 0 0,1 1 0 0 0,-1 1 0 0 0,2 1 0 0 0,-1 2-1 0 0,2 2 1 0 0,0 0 0 0 0,0 2 0 0 0,-51 35 0 0 0,49-26 22 0 0,1 0 0 0 0,1 2 0 0 0,1 1 1 0 0,2 1-1 0 0,1 2 0 0 0,1 1 0 0 0,1 0 1 0 0,-34 63-1 0 0,53-84-34 0 0,1-1 0 0 0,0 1 0 0 0,0 0 0 0 0,1 0 0 0 0,0 0 0 0 0,1 0 0 0 0,0 1 1 0 0,0-1-1 0 0,2 1 0 0 0,-1-1 0 0 0,1 1 0 0 0,1-1 0 0 0,-1 1 0 0 0,2-1 0 0 0,0 0 0 0 0,0 1 0 0 0,1-1 1 0 0,0 0-1 0 0,0 0 0 0 0,1 0 0 0 0,1-1 0 0 0,6 12 0 0 0,-1-5 5 0 0,1-1 0 0 0,1 0 0 0 0,0 0 0 0 0,1-1 0 0 0,1-1 0 0 0,0 0 0 0 0,1-1-1 0 0,0-1 1 0 0,0 0 0 0 0,1-1 0 0 0,31 15 0 0 0,-5-9 13 0 0,0-2 0 0 0,0-1 0 0 0,2-2 0 0 0,-1-2 0 0 0,1-2 0 0 0,0-2 0 0 0,76-1 0 0 0,22-9 145 0 0,150-25 1 0 0,-226 22-9 0 0,0-3 0 0 0,-1-3 0 0 0,0-3 0 0 0,120-49 0 0 0,-158 54-105 0 0,0-2 1 0 0,-2 0 0 0 0,0-2-1 0 0,0-1 1 0 0,-2-1-1 0 0,0-1 1 0 0,-1-1-1 0 0,-1 0 1 0 0,-1-2-1 0 0,-1-1 1 0 0,0 0 0 0 0,-2-1-1 0 0,22-41 1 0 0,-30 47-19 0 0,-1 0 1 0 0,-1 0-1 0 0,0 0 1 0 0,-2-1-1 0 0,0 0 1 0 0,-1 0 0 0 0,0 0-1 0 0,-2-1 1 0 0,0 1-1 0 0,-2-1 1 0 0,-1-24-1 0 0,-1 33-13 0 0,0 0-1 0 0,0 0 1 0 0,-1 1-1 0 0,0-1 1 0 0,-1 1-1 0 0,0 0 1 0 0,0 0-1 0 0,-1 0 1 0 0,-1 0-1 0 0,0 1 1 0 0,0 0-1 0 0,0 0 1 0 0,-1 1-1 0 0,-1 0 1 0 0,0 0-1 0 0,0 0 1 0 0,0 1-1 0 0,-1 0 1 0 0,0 1-1 0 0,0 0 1 0 0,-18-8-1 0 0,-6 0 3 0 0,0 1-1 0 0,-2 3 0 0 0,1 0 1 0 0,-1 2-1 0 0,0 2 1 0 0,-1 1-1 0 0,1 2 1 0 0,-63 2-1 0 0,5 6-183 0 0,1 4 0 0 0,-108 25 0 0 0,27 10-531 0 0,149-36-98 0 0,0 1 0 0 0,1 1 0 0 0,0 1 0 0 0,-41 27 0 0 0,52-30-793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818 51 4608 0 0,'0'0'-69'0'0,"2"-1"43"0"0,3-4 22 0 0,-4 5 21 0 0,-1-1 0 0 0,1 1 0 0 0,0-1 0 0 0,-1 1 0 0 0,1-1 0 0 0,-1 1 0 0 0,1-1 0 0 0,-1 0 0 0 0,0 1 0 0 0,1-1 0 0 0,-1 0 0 0 0,0 1 0 0 0,1-1 0 0 0,-1 0 0 0 0,0 1 0 0 0,0-1 0 0 0,1 0 0 0 0,-1 1 0 0 0,0-1 0 0 0,0 0 0 0 0,0 0 0 0 0,0 1 0 0 0,0-1 0 0 0,0 0 0 0 0,0 0 0 0 0,0 1 0 0 0,-1-1 0 0 0,1 0 0 0 0,0 0 0 0 0,0 1 0 0 0,-1-1 0 0 0,1 0 0 0 0,0 1 1 0 0,-1-1-1 0 0,1 0 0 0 0,0 1 0 0 0,-1-1 0 0 0,1 1 0 0 0,-1-1 0 0 0,1 1 0 0 0,-1-1 0 0 0,1 1 0 0 0,-1-1 0 0 0,0 1 0 0 0,1-1 0 0 0,-1 1 0 0 0,0 0 0 0 0,1-1 0 0 0,-2 1 0 0 0,-30-13 316 0 0,16 12-300 0 0,0 0 0 0 0,0 1 0 0 0,0 1 0 0 0,0 1 1 0 0,1 0-1 0 0,-1 1 0 0 0,0 0 0 0 0,1 2 0 0 0,0 0 1 0 0,-23 11-1 0 0,-16 10-21 0 0,-72 47 0 0 0,91-52 0 0 0,-2 3-14 0 0,0 2 0 0 0,2 1-1 0 0,1 1 1 0 0,-51 56 0 0 0,67-63-3 0 0,1 0 0 0 0,0 1 0 0 0,2 0 0 0 0,1 1 0 0 0,0 1-1 0 0,2 0 1 0 0,1 1 0 0 0,-14 46 0 0 0,22-64 5 0 0,2 1-1 0 0,-1 0 1 0 0,1 0-1 0 0,1 0 1 0 0,-1 0 0 0 0,1-1-1 0 0,1 1 1 0 0,-1 0-1 0 0,1 0 1 0 0,1 0-1 0 0,-1 0 1 0 0,2-1-1 0 0,-1 1 1 0 0,1-1 0 0 0,3 9-1 0 0,0-7 2 0 0,-1 0 0 0 0,2-1 0 0 0,-1 1-1 0 0,1-1 1 0 0,0 0 0 0 0,1-1 0 0 0,0 0 0 0 0,0 0-1 0 0,0 0 1 0 0,11 5 0 0 0,5 1 2 0 0,0-1 0 0 0,0-1 0 0 0,1-1 0 0 0,0-2 0 0 0,1 0 0 0 0,0-2 0 0 0,0-1 0 0 0,30 3 1 0 0,2-5 8 0 0,0-2 1 0 0,0-3 0 0 0,0-2 0 0 0,77-16-1 0 0,-33-3 19 0 0,151-53-1 0 0,-200 58-15 0 0,-1-3 0 0 0,-1-3 0 0 0,90-55 0 0 0,-125 69-3 0 0,-2 0-1 0 0,1-1 1 0 0,-1-1 0 0 0,-1 0 0 0 0,0-1 0 0 0,-1 0 0 0 0,-1-1-1 0 0,0 0 1 0 0,0-1 0 0 0,-2 0 0 0 0,0-1 0 0 0,0 0 0 0 0,-2 0-1 0 0,0-1 1 0 0,-1 0 0 0 0,5-19 0 0 0,-10 28 10 0 0,1-1 0 0 0,-1 1 1 0 0,-1-1-1 0 0,0 0 0 0 0,0 1 0 0 0,-1-1 1 0 0,0 0-1 0 0,0 1 0 0 0,-1-1 0 0 0,0 1 1 0 0,-1-1-1 0 0,1 1 0 0 0,-8-14 0 0 0,4 12 4 0 0,-1 0-1 0 0,1 1 1 0 0,-2-1-1 0 0,1 2 0 0 0,-1-1 1 0 0,0 1-1 0 0,-1 0 1 0 0,0 1-1 0 0,-14-9 1 0 0,3 3 5 0 0,-2 2-1 0 0,1 1 1 0 0,-2 0 0 0 0,1 2 0 0 0,-1 0 0 0 0,0 2 0 0 0,-1 0 0 0 0,1 2 0 0 0,-34-3 0 0 0,19 6-44 0 0,0 1 1 0 0,0 2-1 0 0,1 2 1 0 0,-1 1-1 0 0,1 2 1 0 0,0 2-1 0 0,0 1 1 0 0,1 1-1 0 0,1 3 1 0 0,0 0-1 0 0,-43 26 1 0 0,71-35-254 0 0,0 0-1 0 0,0 0 1 0 0,1 1 0 0 0,-10 10 0 0 0,4-4-2420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3 193 4368 0 0,'9'-40'0'0'0,"-9"36"90"0"0,1 0 1 0 0,-1 0-1 0 0,1 0 0 0 0,0 0 0 0 0,0 0 0 0 0,0 0 0 0 0,1 0 1 0 0,3-6-1 0 0,-3-10 570 0 0,-5 10-217 0 0,-3 28-421 0 0,2-10-2 0 0,2 0 0 0 0,-1 0 0 0 0,1 1 0 0 0,0-1 0 0 0,1 1 0 0 0,-1 15 0 0 0,2-21-14 0 0,1 0-1 0 0,-1 0 1 0 0,1 0-1 0 0,0 0 1 0 0,0-1 0 0 0,0 1-1 0 0,0 0 1 0 0,0 0-1 0 0,1-1 1 0 0,-1 1-1 0 0,1-1 1 0 0,-1 1-1 0 0,1-1 1 0 0,0 0-1 0 0,0 0 1 0 0,0 0-1 0 0,1 0 1 0 0,-1 0 0 0 0,0 0-1 0 0,1 0 1 0 0,-1-1-1 0 0,1 1 1 0 0,0-1-1 0 0,-1 0 1 0 0,6 2-1 0 0,3 1 7 0 0,0-1 0 0 0,1 0 0 0 0,0 0 0 0 0,-1-1-1 0 0,1-1 1 0 0,0 0 0 0 0,0-1 0 0 0,0 0 0 0 0,0-1-1 0 0,-1 0 1 0 0,1 0 0 0 0,0-2 0 0 0,-1 1 0 0 0,1-2-1 0 0,-1 1 1 0 0,0-2 0 0 0,17-7 0 0 0,-15 5 11 0 0,-1 0 0 0 0,0-1 1 0 0,0 0-1 0 0,0 0 0 0 0,-1-2 0 0 0,-1 1 1 0 0,1-1-1 0 0,-2-1 0 0 0,1 0 0 0 0,-2 0 1 0 0,1-1-1 0 0,-1 0 0 0 0,-1 0 0 0 0,7-17 1 0 0,12-22 258 0 0,-24 50-278 0 0,-4 7-19 0 0,-6 37 18 0 0,2 1 0 0 0,2 0 1 0 0,2 0-1 0 0,1 1 0 0 0,3-1 0 0 0,11 66 1 0 0,0-40-298 0 0,-13-68-193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977 179 5336 0 0,'-81'-61'-521'0'0,"57"41"662"0"0,0 2-1 0 0,-1 1 1 0 0,-33-18-1 0 0,47 30-104 0 0,1 1 0 0 0,-1 0 0 0 0,0 0-1 0 0,0 1 1 0 0,-1 1 0 0 0,1 0 0 0 0,0 0 0 0 0,-1 1-1 0 0,1 1 1 0 0,-1 0 0 0 0,1 0 0 0 0,-17 4 0 0 0,0 2-22 0 0,0 1 0 0 0,0 2 1 0 0,1 1-1 0 0,1 1 0 0 0,0 1 1 0 0,0 1-1 0 0,1 2 1 0 0,1 0-1 0 0,1 2 0 0 0,-34 29 1 0 0,19-10 1 0 0,1 1 1 0 0,2 1-1 0 0,2 2 0 0 0,-55 87 1 0 0,80-115-17 0 0,1 1 1 0 0,0 1-1 0 0,1-1 1 0 0,1 1-1 0 0,0 0 1 0 0,1 0-1 0 0,0 1 0 0 0,1-1 1 0 0,1 1-1 0 0,-1 17 1 0 0,4-21 0 0 0,-1 0-1 0 0,1 0 1 0 0,1 0-1 0 0,0 0 1 0 0,0 0-1 0 0,1-1 1 0 0,0 1 0 0 0,1-1-1 0 0,0 0 1 0 0,1 0-1 0 0,0 0 1 0 0,1 0-1 0 0,0-1 1 0 0,8 10 0 0 0,-3-5 5 0 0,2-1 0 0 0,0 0 1 0 0,0 0-1 0 0,1-1 0 0 0,0-1 1 0 0,1 0-1 0 0,0-1 0 0 0,1-1 1 0 0,0-1-1 0 0,1 0 0 0 0,24 8 1 0 0,-16-9 14 0 0,1 0 0 0 0,-1-2 0 0 0,1-2 0 0 0,0 0 0 0 0,0-1 0 0 0,0-2 0 0 0,35-3 0 0 0,-6-5 20 0 0,0-2 1 0 0,-1-3 0 0 0,0-2 0 0 0,-1-2 0 0 0,0-2 0 0 0,91-50 0 0 0,-109 50-25 0 0,-1-2 0 0 0,-1-2-1 0 0,-1-1 1 0 0,-1-1 0 0 0,-1-2 0 0 0,-2-1-1 0 0,28-33 1 0 0,-37 37 15 0 0,-1-1 0 0 0,-1 0-1 0 0,-2-2 1 0 0,0 1 0 0 0,-2-2 0 0 0,0 0-1 0 0,-2 0 1 0 0,-1-1 0 0 0,10-56-1 0 0,-18 76 50 0 0,-1 0-1 0 0,0-1 0 0 0,0 1 1 0 0,-1-1-1 0 0,-1 1 0 0 0,1 0 0 0 0,-5-18 1 0 0,4 24-63 0 0,0 0-1 0 0,0 1 1 0 0,0-1 0 0 0,0 1 0 0 0,0-1 0 0 0,0 1-1 0 0,-1-1 1 0 0,0 1 0 0 0,1 0 0 0 0,-1 0 0 0 0,0 0-1 0 0,0 0 1 0 0,0 0 0 0 0,0 0 0 0 0,0 0 0 0 0,-1 1-1 0 0,1-1 1 0 0,0 1 0 0 0,-1 0 0 0 0,1-1-1 0 0,-1 1 1 0 0,1 0 0 0 0,-1 0 0 0 0,0 1 0 0 0,0-1-1 0 0,1 1 1 0 0,-1-1 0 0 0,0 1 0 0 0,0 0 0 0 0,-3 0-1 0 0,-12 1-7 0 0,1 1-1 0 0,0 0 0 0 0,0 2 0 0 0,0 0 1 0 0,0 1-1 0 0,1 0 0 0 0,-1 1 0 0 0,-19 11 0 0 0,2 1-340 0 0,1 2-1 0 0,-50 38 0 0 0,76-53-142 0 0,-1 1 1 0 0,2 0 0 0 0,-1 1-1 0 0,1-1 1 0 0,0 1-1 0 0,-9 13 1 0 0,9-7-1724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0 5380 0 0,'-6'30'-510'0'0,"-6"-10"609"0"0,0-1-1 0 0,-20 24 1 0 0,15-22 83 0 0,-27 46 0 0 0,40-61-154 0 0,1 1-1 0 0,0-1 0 0 0,1 1 0 0 0,-1-1 1 0 0,1 1-1 0 0,1 0 0 0 0,-1 0 0 0 0,1 0 1 0 0,0 0-1 0 0,1 0 0 0 0,0 0 0 0 0,0 9 1 0 0,1-13-17 0 0,0 0 1 0 0,0 0-1 0 0,0 0 1 0 0,0 0-1 0 0,0 0 1 0 0,1-1-1 0 0,-1 1 1 0 0,1 0-1 0 0,0-1 1 0 0,-1 1-1 0 0,1-1 1 0 0,0 0-1 0 0,1 1 1 0 0,-1-1-1 0 0,0 0 1 0 0,1 0-1 0 0,-1-1 1 0 0,1 1-1 0 0,-1 0 1 0 0,1-1-1 0 0,0 1 1 0 0,0-1-1 0 0,5 1 1 0 0,4 2 16 0 0,0-1-1 0 0,0 0 1 0 0,0-1 0 0 0,20 1 0 0 0,14-2 26 0 0,0-2 0 0 0,0-1 0 0 0,47-10 0 0 0,133-38-45 0 0,-131 22-1101 0 0,-1-4-1 0 0,124-62 1 0 0,-167 69-300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33 398 2524 0 0,'0'0'530'0'0,"-5"-2"-414"0"0,-17-7-15 0 0,16 7 296 0 0,7-2-363 0 0,1-1 1 0 0,-1 1-1 0 0,1 0 1 0 0,-1-1-1 0 0,1 1 1 0 0,1 0-1 0 0,-1 0 1 0 0,1 0-1 0 0,-1 0 1 0 0,1 1-1 0 0,0-1 0 0 0,0 1 1 0 0,1 0-1 0 0,-1-1 1 0 0,1 1-1 0 0,-1 1 1 0 0,9-5-1 0 0,77-46 24 0 0,-86 51-49 0 0,86-38 11 0 0,2 3-1 0 0,1 4 1 0 0,2 5-1 0 0,96-17 1 0 0,-151 38 89 0 0,-36 7-63 0 0,-6 0-1 0 0,-84-3 82 0 0,58-1-99 0 0,0-1 0 0 0,0-1 0 0 0,-53-20 0 0 0,25 7-12 0 0,54 18-8 0 0,12 0-11 0 0,46-2 4 0 0,0 3 0 0 0,0 2 0 0 0,0 2 0 0 0,56 12 0 0 0,-108-16 11 0 0,0 1 1 0 0,0-1 0 0 0,0 1-1 0 0,0 0 1 0 0,0 0-1 0 0,0 0 1 0 0,0 0 0 0 0,0 1-1 0 0,-1-1 1 0 0,1 1 0 0 0,0 0-1 0 0,-1-1 1 0 0,1 1-1 0 0,-1 0 1 0 0,0 1 0 0 0,0-1-1 0 0,0 0 1 0 0,0 1 0 0 0,2 2-1 0 0,-3-3 11 0 0,-1 0 0 0 0,1 0-1 0 0,-1 0 1 0 0,0 0 0 0 0,0 0 0 0 0,0 0 0 0 0,0 0-1 0 0,0 1 1 0 0,0-1 0 0 0,0 0 0 0 0,-1 0-1 0 0,1 0 1 0 0,-1 0 0 0 0,0 0 0 0 0,1 0 0 0 0,-1 0-1 0 0,0 0 1 0 0,0-1 0 0 0,0 1 0 0 0,0 0-1 0 0,-1 0 1 0 0,1-1 0 0 0,0 1 0 0 0,-1-1-1 0 0,1 1 1 0 0,-1-1 0 0 0,0 1 0 0 0,-2 0 0 0 0,-9 12-38 0 0,-14 12 321 0 0,10-16-3276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5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78 4412 0 0,'-4'-11'-19'0'0,"1"1"173"0"0,-1 1-1 0 0,0 0 1 0 0,0 0 0 0 0,-9-14-1 0 0,12 22 49 0 0,1 1-183 0 0,0 0 0 0 0,0-1 0 0 0,0 1 0 0 0,0 0 0 0 0,0-1 1 0 0,-1 1-1 0 0,1 0 0 0 0,0 0 0 0 0,0-1 0 0 0,0 1 0 0 0,0 0 0 0 0,-1 0 0 0 0,1 0 0 0 0,0-1 0 0 0,0 1 0 0 0,-1 0 0 0 0,1 0 0 0 0,0 0 0 0 0,0-1 0 0 0,-1 1 1 0 0,1 0-1 0 0,0 0 0 0 0,0 0 0 0 0,-1 0 0 0 0,1 0 0 0 0,0 0 0 0 0,-1 0 0 0 0,1 0 0 0 0,0 0 0 0 0,0 0 0 0 0,-1 0 0 0 0,1 0 0 0 0,0 0 0 0 0,-1 0 0 0 0,1 0 1 0 0,0 0-1 0 0,-1 0 0 0 0,1 0 0 0 0,0 0 0 0 0,0 0 0 0 0,-1 0 0 0 0,1 0 0 0 0,0 1 0 0 0,0-1 0 0 0,-1 0 0 0 0,1 0 0 0 0,-3 5 1 0 0,0-1 0 0 0,1 1 1 0 0,-1-1-1 0 0,1 1 0 0 0,0-1 0 0 0,1 1 0 0 0,-1 0 0 0 0,1 0 0 0 0,0 0 0 0 0,0 0 0 0 0,0 0 0 0 0,1 0 0 0 0,0 0 1 0 0,0 6-1 0 0,11 88 136 0 0,-3-17-5 0 0,-9-57-127 0 0,-1 0 0 0 0,-11 46 1 0 0,13-69-407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669 111 4980 0 0,'-6'-8'-43'0'0,"0"1"-1"0"0,-1 0 1 0 0,1 1-1 0 0,-2 0 1 0 0,1 0 0 0 0,-1 0-1 0 0,1 1 1 0 0,-2 0-1 0 0,1 0 1 0 0,0 1-1 0 0,-1 0 1 0 0,0 1-1 0 0,0 0 1 0 0,0 0-1 0 0,0 1 1 0 0,-1 0-1 0 0,1 1 1 0 0,-15-1-1 0 0,11 2 88 0 0,0 0 1 0 0,-1 1-1 0 0,1 0 0 0 0,0 1 0 0 0,-1 1 0 0 0,1 0 1 0 0,0 1-1 0 0,1 0 0 0 0,-1 1 0 0 0,1 0 1 0 0,0 1-1 0 0,-20 14 0 0 0,-1 3 15 0 0,2 2-1 0 0,1 1 1 0 0,1 1-1 0 0,1 2 1 0 0,-27 37-1 0 0,41-49-26 0 0,2 1 1 0 0,0 0-1 0 0,1 1 1 0 0,1 0-1 0 0,1 1 0 0 0,1 0 1 0 0,1 0-1 0 0,0 1 0 0 0,1 0 1 0 0,2 0-1 0 0,-4 28 1 0 0,8-42-21 0 0,0 1 0 0 0,0 0 1 0 0,1 0-1 0 0,0 0 1 0 0,0-1-1 0 0,1 1 0 0 0,0 0 1 0 0,0-1-1 0 0,1 0 1 0 0,0 1-1 0 0,0-1 1 0 0,1 0-1 0 0,0-1 0 0 0,5 9 1 0 0,-1-5 9 0 0,0-1-1 0 0,1 0 1 0 0,0 0 0 0 0,0-1-1 0 0,1-1 1 0 0,0 1 0 0 0,0-1-1 0 0,16 7 1 0 0,-4-4 25 0 0,-1 0-1 0 0,1-2 1 0 0,1-1 0 0 0,-1-1-1 0 0,1 0 1 0 0,1-2 0 0 0,-1-1-1 0 0,0-1 1 0 0,27 0 0 0 0,-23-4-11 0 0,0 0 0 0 0,0-2 0 0 0,0-1 0 0 0,-1-1 0 0 0,0-1 0 0 0,0-1 0 0 0,0-2 0 0 0,-1 0 1 0 0,-1-2-1 0 0,0 0 0 0 0,0-2 0 0 0,40-32 0 0 0,-47 32-24 0 0,-1-1 0 0 0,0-1 0 0 0,-1 0 0 0 0,-1-1 0 0 0,-1-1 0 0 0,0 0 0 0 0,-1 0 0 0 0,-1-2 0 0 0,-1 1 0 0 0,-1-1 0 0 0,-1-1-1 0 0,0 0 1 0 0,-2 0 0 0 0,0 0 0 0 0,-1-1 0 0 0,2-28 0 0 0,-6 35 20 0 0,0 0-1 0 0,-1 0 0 0 0,0 1 0 0 0,-1-1 0 0 0,-1 0 1 0 0,0 0-1 0 0,-1 1 0 0 0,-8-25 0 0 0,7 31-4 0 0,1 0 0 0 0,-1 1 0 0 0,0-1 0 0 0,-1 1-1 0 0,0 0 1 0 0,0 0 0 0 0,-1 0 0 0 0,1 1 0 0 0,-1 0 0 0 0,-1 0 0 0 0,1 1-1 0 0,-1 0 1 0 0,0 0 0 0 0,0 0 0 0 0,-1 1 0 0 0,-9-5 0 0 0,-7 0-9 0 0,0 1 0 0 0,-1 1 0 0 0,0 0 0 0 0,0 2 1 0 0,0 2-1 0 0,-1 0 0 0 0,1 1 0 0 0,-1 2 0 0 0,0 0 1 0 0,1 2-1 0 0,-1 1 0 0 0,1 1 0 0 0,0 1 0 0 0,-37 12 0 0 0,51-11-196 0 0,-11 5-4204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63 279 4436 0 0,'0'-23'-583'0'0,"0"21"434"0"0,0 2-21 0 0,0 0 161 0 0,0 0 1 0 0,0-1-1 0 0,1 1 1 0 0,-1 0-1 0 0,0 0 1 0 0,0 0-1 0 0,0-1 0 0 0,0 1 1 0 0,0 0-1 0 0,0 0 1 0 0,0-1-1 0 0,0 1 1 0 0,0 0-1 0 0,0 0 0 0 0,0 0 1 0 0,0-1-1 0 0,-1 1 1 0 0,1 0-1 0 0,0 0 1 0 0,0 0-1 0 0,0-1 0 0 0,0 1 1 0 0,0 0-1 0 0,0 0 1 0 0,0 0-1 0 0,-1 0 1 0 0,1-1-1 0 0,0 1 0 0 0,0 0 1 0 0,0 0-1 0 0,0 0 1 0 0,0 0-1 0 0,-1 0 1 0 0,1 0-1 0 0,0-1 0 0 0,0 1 1 0 0,0 0-1 0 0,-1 0 1 0 0,1 0-1 0 0,0 0 1 0 0,0 0-1 0 0,0 0 0 0 0,-1 0 1 0 0,1 0-1 0 0,0 0 1 0 0,0 0-1 0 0,0 0 1 0 0,-1 0-1 0 0,1 0 0 0 0,0 0 1 0 0,0 0-1 0 0,-1 0 1 0 0,1 0-1 0 0,0 0 1 0 0,0 0-1 0 0,0 1 0 0 0,0-1 1 0 0,-1 0-1 0 0,-4 6 6 0 0,-1 1 0 0 0,1-1-1 0 0,1 1 1 0 0,-1 0-1 0 0,1 1 1 0 0,0-1 0 0 0,1 1-1 0 0,0-1 1 0 0,0 1 0 0 0,1 0-1 0 0,0 0 1 0 0,0 1 0 0 0,-1 15-1 0 0,0 2 28 0 0,2 0-1 0 0,0-1 0 0 0,5 41 0 0 0,9 3-28 0 0,-8-52 337 0 0,-1 1 0 0 0,-1 0 0 0 0,1 23 0 0 0,9-375 139 0 0,-7 231-399 0 0,-5 98-69 0 0,0-23 28 0 0,10-53 0 0 0,-10 73-32 0 0,1 1 0 0 0,0 0 0 0 0,1 0 0 0 0,0 0-1 0 0,0 0 1 0 0,0 1 0 0 0,1-1 0 0 0,-1 1 0 0 0,2-1 0 0 0,-1 1 0 0 0,1 1 0 0 0,6-7 0 0 0,-6 8 2 0 0,1 0 0 0 0,1 1-1 0 0,-1 0 1 0 0,0 0 0 0 0,1 0-1 0 0,0 1 1 0 0,-1-1 0 0 0,1 2 0 0 0,0-1-1 0 0,0 1 1 0 0,0 0 0 0 0,0 0-1 0 0,0 1 1 0 0,8 1 0 0 0,0-1-12 0 0,1 1 1 0 0,-1 1-1 0 0,0 0 1 0 0,30 9-1 0 0,-30-5 1 0 0,1 0 0 0 0,-2 2 1 0 0,27 15-1 0 0,-35-19 9 0 0,0 0 0 0 0,-1 1 0 0 0,1-1 0 0 0,-1 1 0 0 0,0 0 0 0 0,0 0 0 0 0,0 1 0 0 0,-1-1 0 0 0,0 1 0 0 0,0 0 0 0 0,5 10 0 0 0,-9-14 6 0 0,1 0-1 0 0,-1 0 0 0 0,1 0 1 0 0,-1 0-1 0 0,0-1 0 0 0,0 1 1 0 0,1 0-1 0 0,-1 0 0 0 0,-1 0 1 0 0,1 0-1 0 0,0 0 0 0 0,0-1 1 0 0,-1 1-1 0 0,1 0 1 0 0,-1 0-1 0 0,1 0 0 0 0,-1-1 1 0 0,0 1-1 0 0,0 0 0 0 0,-1 1 1 0 0,-1 1 3 0 0,0 0 0 0 0,0-1 0 0 0,0 1 1 0 0,0-1-1 0 0,-1 0 0 0 0,0 0 1 0 0,-7 5-1 0 0,-6 1 10 0 0,0-1 1 0 0,0 0-1 0 0,-20 5 1 0 0,33-12-17 0 0,-62 19 419 0 0,0-3-1 0 0,-80 10 1 0 0,144-27 122 0 0,12-1-495 0 0,6 0-36 0 0,-1 1 0 0 0,1 1 0 0 0,0 0 1 0 0,0 1-1 0 0,0 0 0 0 0,-1 2 1 0 0,0 0-1 0 0,1 0 0 0 0,23 12 0 0 0,-11-2-2 0 0,-1 2 0 0 0,-1 1 0 0 0,0 1 0 0 0,-2 1 0 0 0,0 1 0 0 0,-1 2 0 0 0,-1 0 0 0 0,-1 1 0 0 0,-1 1 0 0 0,-1 1 0 0 0,-1 1 0 0 0,18 34 0 0 0,-30-49-22 0 0,-3-4-29 0 0,0-1-1 0 0,1 0 1 0 0,0 0 0 0 0,0-1 0 0 0,6 7-1 0 0,-9-11-83 0 0,0-1-1 0 0,0 1 0 0 0,-1-1 0 0 0,1 0 0 0 0,0 1 1 0 0,0-1-1 0 0,0 0 0 0 0,0 0 0 0 0,0 0 0 0 0,-1 1 1 0 0,1-1-1 0 0,0 0 0 0 0,0 0 0 0 0,0 0 0 0 0,0 0 1 0 0,0-1-1 0 0,0 1 0 0 0,0 0 0 0 0,-1 0 0 0 0,1 0 1 0 0,0-1-1 0 0,0 1 0 0 0,0 0 0 0 0,1-2 0 0 0,21-6-1850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117 149 4940 0 0,'115'-76'-2553'0'0,"-108"72"2607"0"0,-1-1 1 0 0,0 1-1 0 0,0-1 1 0 0,0 0-1 0 0,-1-1 0 0 0,1 1 1 0 0,-2-1-1 0 0,1 0 1 0 0,4-6-1 0 0,-8 10 52 0 0,-21-11 188 0 0,11 13-251 0 0,0 0 0 0 0,-1 1 0 0 0,1 0 0 0 0,0 1 0 0 0,0 0 0 0 0,0 0 1 0 0,0 1-1 0 0,0 0 0 0 0,1 1 0 0 0,-1 0 0 0 0,1 0 0 0 0,0 0 0 0 0,0 1 0 0 0,0 1 0 0 0,-12 10 0 0 0,6-4 12 0 0,1 0 0 0 0,0 1-1 0 0,1 0 1 0 0,1 1 0 0 0,0 0-1 0 0,0 1 1 0 0,-12 23 0 0 0,21-34-38 0 0,0 0 0 0 0,0 0 0 0 0,1 0 0 0 0,-1 0 0 0 0,1 1-1 0 0,0-1 1 0 0,0 0 0 0 0,0 1 0 0 0,1-1 0 0 0,-1 0 0 0 0,1 1 0 0 0,0-1 0 0 0,0 1 0 0 0,1-1 0 0 0,0 0 0 0 0,-1 1 0 0 0,1-1 0 0 0,1 0 0 0 0,-1 1 0 0 0,0-1 0 0 0,1 0 0 0 0,0 0 0 0 0,0 0 0 0 0,0 0 0 0 0,1-1 0 0 0,0 1-1 0 0,-1-1 1 0 0,1 1 0 0 0,0-1 0 0 0,0 0 0 0 0,1 0 0 0 0,-1 0 0 0 0,1-1 0 0 0,-1 1 0 0 0,1-1 0 0 0,0 0 0 0 0,8 4 0 0 0,2 1-13 0 0,2-1 0 0 0,-1 0 0 0 0,1-2 0 0 0,0 1 1 0 0,0-2-1 0 0,0 0 0 0 0,0-1 0 0 0,0-1 0 0 0,21 0 0 0 0,-20-2-590 0 0,0-2 0 0 0,0 1 0 0 0,32-11 1 0 0,-18 3-359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42 3608 0 0,'-22'-33'-386'0'0,"22"31"462"0"0,4 28-4 0 0,8 111 724 0 0,-11-129-751 0 0,0 2 45 0 0,0 0 0 0 0,1 0 0 0 0,0 0 0 0 0,1 0 1 0 0,0 0-1 0 0,8 17 0 0 0,-10-25 71 0 0,-1-2-142 0 0,0 0 0 0 0,0 0 0 0 0,0 0 0 0 0,0 1 0 0 0,0-1 0 0 0,1 0 0 0 0,-1 0 0 0 0,0 0 0 0 0,0 0 0 0 0,0 0 0 0 0,0 1 1 0 0,1-1-1 0 0,-1 0 0 0 0,0 0 0 0 0,0 0 0 0 0,0 0 0 0 0,0 0 0 0 0,1 0 0 0 0,-1 0 0 0 0,0 0 0 0 0,0 0 0 0 0,0 0 0 0 0,1 1 0 0 0,-1-1 0 0 0,0 0 0 0 0,0 0 0 0 0,0 0 0 0 0,1 0 0 0 0,-1 0 0 0 0,0-1 0 0 0,0 1 0 0 0,0 0 0 0 0,1 0 0 0 0,-1 0 0 0 0,0 0 0 0 0,0 0 0 0 0,0 0 0 0 0,1 0 0 0 0,-1 0 0 0 0,0 0 0 0 0,0 0 1 0 0,0-1-1 0 0,0 1 0 0 0,1 0 0 0 0,-1 0 0 0 0,0 0 0 0 0,0 0 0 0 0,0 0 0 0 0,0-1 0 0 0,0 1 0 0 0,0 0 0 0 0,1 0 0 0 0,-1-17 102 0 0,-1 0 0 0 0,0-1 0 0 0,-5-19 0 0 0,4 23-78 0 0,-1 1-1 0 0,2-1 0 0 0,0 1 0 0 0,0-1 0 0 0,1 1 0 0 0,1-1 0 0 0,0 1 0 0 0,4-15 0 0 0,-4 26-41 0 0,0 0-1 0 0,-1-1 1 0 0,2 1 0 0 0,-1 0-1 0 0,0-1 1 0 0,0 1-1 0 0,1 0 1 0 0,-1 0 0 0 0,1 0-1 0 0,0 0 1 0 0,-1 0-1 0 0,1 1 1 0 0,0-1-1 0 0,0 1 1 0 0,0-1 0 0 0,1 1-1 0 0,-1-1 1 0 0,0 1-1 0 0,0 0 1 0 0,1 0 0 0 0,-1 0-1 0 0,0 1 1 0 0,1-1-1 0 0,-1 0 1 0 0,1 1-1 0 0,-1-1 1 0 0,1 1 0 0 0,0 0-1 0 0,-1 0 1 0 0,1 0-1 0 0,4 1 1 0 0,9 5-4 0 0,1 1-1 0 0,-2 1 1 0 0,1 0 0 0 0,-1 1-1 0 0,-1 1 1 0 0,1 0 0 0 0,-2 1-1 0 0,19 19 1 0 0,8 10-10 0 0,45 62 0 0 0,-83-99-19 0 0,1 0 0 0 0,-1 0 0 0 0,0 1 1 0 0,-1-1-1 0 0,1 0 0 0 0,-1 1 0 0 0,1-1 0 0 0,-1 1 0 0 0,0 0 1 0 0,1 5-1 0 0,-2-8-9 0 0,0 1 0 0 0,0 0 1 0 0,0-1-1 0 0,0 1 0 0 0,0 0 1 0 0,0-1-1 0 0,-1 1 0 0 0,1 0 1 0 0,0-1-1 0 0,-1 1 0 0 0,1-1 0 0 0,-1 1 1 0 0,0-1-1 0 0,1 1 0 0 0,-1-1 1 0 0,0 1-1 0 0,0-1 0 0 0,0 0 1 0 0,0 1-1 0 0,0-1 0 0 0,0 0 1 0 0,-1 0-1 0 0,1 0 0 0 0,-2 1 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9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66 4840 0 0,'2'-1'-61'0'0,"0"0"0"0"0,0 0 0 0 0,-1 0 0 0 0,1 0-1 0 0,0 0 1 0 0,-1-1 0 0 0,1 1 0 0 0,-1-1 0 0 0,1 1 0 0 0,-1-1-1 0 0,0 1 1 0 0,0-1 0 0 0,0 0 0 0 0,1 1 0 0 0,-1-3-1 0 0,0 3 50 0 0,-1 0-1 0 0,0 0 0 0 0,0 0 0 0 0,0 0 0 0 0,1 0 0 0 0,-1 0 0 0 0,0 0 0 0 0,-1 0 1 0 0,1 0-1 0 0,0 0 0 0 0,0 0 0 0 0,0 0 0 0 0,-1 0 0 0 0,1 0 0 0 0,0 0 1 0 0,-1 0-1 0 0,1 0 0 0 0,-1 0 0 0 0,1 0 0 0 0,-1 0 0 0 0,1 0 0 0 0,-2 0 0 0 0,0-1 26 0 0,0 0 0 0 0,0 0 0 0 0,-1 0-1 0 0,1 1 1 0 0,-1-1 0 0 0,0 1 0 0 0,1 0-1 0 0,-1 0 1 0 0,0 0 0 0 0,0 0 0 0 0,0 0-1 0 0,1 0 1 0 0,-1 1 0 0 0,0 0 0 0 0,0-1-1 0 0,0 1 1 0 0,0 0 0 0 0,0 0-1 0 0,0 1 1 0 0,0-1 0 0 0,-4 1 0 0 0,-6 2 39 0 0,0 1-1 0 0,0-1 1 0 0,1 2 0 0 0,-1 0 0 0 0,-13 7 0 0 0,22-9-31 0 0,-1-1-1 0 0,0 1 1 0 0,1 0 0 0 0,0 1 0 0 0,0-1-1 0 0,0 1 1 0 0,0 0 0 0 0,0 0 0 0 0,1 0-1 0 0,0 0 1 0 0,0 0 0 0 0,0 1 0 0 0,0 0-1 0 0,1-1 1 0 0,-1 1 0 0 0,-1 6 0 0 0,4-9-13 0 0,0 0-1 0 0,-1-1 1 0 0,1 1 0 0 0,0 0 0 0 0,0-1 0 0 0,0 1 0 0 0,0 0 0 0 0,0 0-1 0 0,0-1 1 0 0,1 1 0 0 0,-1 0 0 0 0,1-1 0 0 0,-1 1 0 0 0,1 0 0 0 0,-1-1-1 0 0,1 1 1 0 0,0-1 0 0 0,0 1 0 0 0,0-1 0 0 0,0 1 0 0 0,0-1 0 0 0,0 1-1 0 0,0-1 1 0 0,0 0 0 0 0,1 0 0 0 0,-1 0 0 0 0,0 0 0 0 0,1 0 0 0 0,-1 0-1 0 0,1 0 1 0 0,-1 0 0 0 0,1 0 0 0 0,0-1 0 0 0,-1 1 0 0 0,1-1 0 0 0,0 1-1 0 0,-1-1 1 0 0,1 0 0 0 0,1 1 0 0 0,5 0 6 0 0,0 1-1 0 0,0-1 1 0 0,0-1 0 0 0,0 1 0 0 0,0-1-1 0 0,0-1 1 0 0,10-1 0 0 0,3-3 17 0 0,1-2 0 0 0,23-9-1 0 0,29-9 399 0 0,-72 24-322 0 0,20 9-24 0 0,-18-5-66 0 0,0 0 0 0 0,1 0 0 0 0,-1 0 0 0 0,0 1 0 0 0,-1 0 0 0 0,1 0 0 0 0,-1 0 0 0 0,0 0 0 0 0,1 0 0 0 0,-2 1 0 0 0,4 4 0 0 0,-3-3 5 0 0,0 0 0 0 0,1-1-1 0 0,0 1 1 0 0,0-1 0 0 0,9 8 0 0 0,-9-10-189 0 0,0 1 0 0 0,-1-1 0 0 0,1-1 0 0 0,0 1 0 0 0,1-1 0 0 0,-1 1 0 0 0,0-1 0 0 0,1 0 0 0 0,-1-1 0 0 0,1 1 0 0 0,-1-1 0 0 0,1 0 0 0 0,0 0 0 0 0,0 0 0 0 0,0-1 0 0 0,8 0 0 0 0,3-4-1118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33 4020 0 0,'0'0'-169'0'0,"-38"-5"-200"0"0,35 5 391 0 0,1 0 0 0 0,-1 1-1 0 0,1-1 1 0 0,-1 1 0 0 0,1-1 0 0 0,0 1 0 0 0,-1 0 0 0 0,1 0 0 0 0,0 0 0 0 0,0 0 0 0 0,0 0 0 0 0,0 0 0 0 0,0 1 0 0 0,0-1 0 0 0,0 1-1 0 0,0-1 1 0 0,0 1 0 0 0,0 0 0 0 0,1 0 0 0 0,-3 2 0 0 0,1 2 47 0 0,-1 0 0 0 0,1-1 1 0 0,1 1-1 0 0,-1 0 0 0 0,1 1 0 0 0,0-1 0 0 0,-2 12 0 0 0,2-7 4 0 0,0 0 0 0 0,1 0-1 0 0,1 0 1 0 0,0 0 0 0 0,0 0-1 0 0,1 0 1 0 0,0 0 0 0 0,1 0-1 0 0,5 17 1 0 0,-4-20-6 0 0,0-1 0 0 0,0 0 0 0 0,1 0 0 0 0,-1 0 0 0 0,2-1 0 0 0,-1 1 0 0 0,1-1 0 0 0,-1 0 0 0 0,2 0 0 0 0,6 6 0 0 0,-11-12 362 0 0,0-26-286 0 0,-2 14-93 0 0,-1 1 0 0 0,0 0 0 0 0,-8-21 0 0 0,-3-16 34 0 0,6 15-50 0 0,5 21-20 0 0,-1-1-1 0 0,1 0 1 0 0,1 0 0 0 0,1 1 0 0 0,-1-1 0 0 0,3-17 0 0 0,-1 27-14 0 0,-1 0-1 0 0,1 0 1 0 0,0 1-1 0 0,-1-1 1 0 0,1 0-1 0 0,0 1 1 0 0,1-1 0 0 0,-1 1-1 0 0,0-1 1 0 0,1 1-1 0 0,-1 0 1 0 0,1-1-1 0 0,2-1 1 0 0,-3 3-19 0 0,16 0-27 0 0,-10 4 42 0 0,0-1 0 0 0,0 1 0 0 0,-1 1 0 0 0,1-1 0 0 0,-1 1 1 0 0,0 0-1 0 0,0 1 0 0 0,10 8 0 0 0,44 53-18 0 0,-43-46 30 0 0,-1-1 0 0 0,29 23-1 0 0,16 9 120 0 0,-60-50 38 0 0,-3 0-160 0 0,0-1 1 0 0,0 1-1 0 0,-1-1 0 0 0,1 0 0 0 0,0 0 0 0 0,0 0 0 0 0,-1 0 1 0 0,1 0-1 0 0,0 0 0 0 0,-3-2 0 0 0,0 2 36 0 0,0-1-1 0 0,0 0 1 0 0,0 0 0 0 0,0 0-1 0 0,0 0 1 0 0,1-1-1 0 0,-1 0 1 0 0,1 0 0 0 0,-1-1-1 0 0,1 1 1 0 0,0-1 0 0 0,-6-4-1 0 0,-5-3 187 0 0,14 10-219 0 0,1-1 0 0 0,-1 1 0 0 0,0 0 0 0 0,1-1 0 0 0,-1 1 0 0 0,0-1 0 0 0,1 0-1 0 0,-1 1 1 0 0,1-1 0 0 0,-1 1 0 0 0,1-1 0 0 0,-1 0 0 0 0,1 0 0 0 0,-1 1 0 0 0,1-1 0 0 0,0 0-1 0 0,0 0 1 0 0,-1 1 0 0 0,1-1 0 0 0,0 0 0 0 0,0 0 0 0 0,0 0 0 0 0,0 1 0 0 0,0-1 0 0 0,0 0-1 0 0,0 0 1 0 0,0 0 0 0 0,0 0 0 0 0,13-24 124 0 0,27-12-1 0 0,-23 25-112 0 0,1 1 0 0 0,0 1 1 0 0,1 0-1 0 0,0 1 1 0 0,1 2-1 0 0,0 0 0 0 0,0 0 1 0 0,0 2-1 0 0,1 1 0 0 0,36-3 1 0 0,-50 6-22 0 0,1 0 1 0 0,-1 1 0 0 0,1 1 0 0 0,-1-1 0 0 0,1 1 0 0 0,-1 1 0 0 0,1-1 0 0 0,-1 1 0 0 0,0 0-1 0 0,0 1 1 0 0,0 0 0 0 0,0 0 0 0 0,0 0 0 0 0,-1 1 0 0 0,1 0 0 0 0,-1 0 0 0 0,0 1 0 0 0,0 0-1 0 0,-1 0 1 0 0,1 0 0 0 0,-1 1 0 0 0,0-1 0 0 0,-1 1 0 0 0,1 0 0 0 0,-1 1 0 0 0,0-1-1 0 0,-1 1 1 0 0,0 0 0 0 0,0 0 0 0 0,0 0 0 0 0,-1 0 0 0 0,3 12 0 0 0,13 117-20 0 0,-18-136-27 0 0,0 1 0 0 0,0-1 0 0 0,0 1 1 0 0,1-1-1 0 0,-1 0 0 0 0,0 1 0 0 0,0-1 0 0 0,0 0 0 0 0,0 1 0 0 0,1-1 0 0 0,-1 0 0 0 0,0 1 1 0 0,0-1-1 0 0,1 0 0 0 0,-1 0 0 0 0,0 1 0 0 0,1-1 0 0 0,-1 0 0 0 0,0 0 0 0 0,1 1 1 0 0,-1-1-1 0 0,0 0 0 0 0,1 0 0 0 0,-1 0 0 0 0,0 0 0 0 0,1 0 0 0 0,-1 1 0 0 0,1-1 0 0 0,-1 0 1 0 0,0 0-1 0 0,1 0 0 0 0,-1 0 0 0 0,0 0 0 0 0,1 0 0 0 0,-1 0 0 0 0,1 0 0 0 0,-1-1 0 0 0,0 1 1 0 0,1 0-1 0 0,-1 0 0 0 0,0 0 0 0 0,1 0 0 0 0,0-1 0 0 0,15-8-2355 0 0,-14 7 2418 0 0,16-8-2256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77 132 5288 0 0,'42'-31'-1954'0'0,"-20"12"2389"0"0,-1 0 0 0 0,22-26-1 0 0,-43 44-414 0 0,0 1-1 0 0,1 0 0 0 0,-1-1 0 0 0,0 1 0 0 0,0 0 0 0 0,1-1 0 0 0,-1 1 0 0 0,0-1 0 0 0,0 1 0 0 0,0 0 0 0 0,0-1 0 0 0,1 1 1 0 0,-1-1-1 0 0,0 1 0 0 0,0-1 0 0 0,0 1 0 0 0,0-1 0 0 0,0 1 0 0 0,0 0 0 0 0,0-1 0 0 0,0 1 0 0 0,0-1 0 0 0,-1 1 1 0 0,1-1-1 0 0,0 1 0 0 0,0 0 0 0 0,0-1 0 0 0,0 1 0 0 0,-1-1 0 0 0,1 1 0 0 0,0 0 0 0 0,0-1 0 0 0,-1 1 0 0 0,1 0 0 0 0,0-1 1 0 0,-1 1-1 0 0,1 0 0 0 0,0-1 0 0 0,-1 1 0 0 0,1 0 0 0 0,0 0 0 0 0,-1 0 0 0 0,1-1 0 0 0,0 1 0 0 0,-1 0 0 0 0,1 0 1 0 0,-1 0-1 0 0,1 0 0 0 0,-1 0 0 0 0,1-1 0 0 0,0 1 0 0 0,-1 0 0 0 0,1 0 0 0 0,-1 0 0 0 0,1 0 0 0 0,-1 0 0 0 0,1 1 1 0 0,-1-1-1 0 0,0 0 0 0 0,-28 1 230 0 0,15 2-102 0 0,0 1 1 0 0,0 0 0 0 0,1 1 0 0 0,0 0 0 0 0,-17 10-1 0 0,25-12-108 0 0,0-1-1 0 0,0 1 1 0 0,1 0 0 0 0,-1 1-1 0 0,1-1 1 0 0,0 1-1 0 0,0 0 1 0 0,1 0-1 0 0,-1 0 1 0 0,1 0-1 0 0,-1 1 1 0 0,1-1 0 0 0,1 1-1 0 0,-1 0 1 0 0,1 0-1 0 0,0 0 1 0 0,-2 6-1 0 0,4-9-25 0 0,0 0 1 0 0,0 0-1 0 0,0 0 0 0 0,0 1 0 0 0,1-1 0 0 0,-1 0 0 0 0,1 0 0 0 0,0 0 0 0 0,-1 0 0 0 0,1 0 1 0 0,0 0-1 0 0,0 0 0 0 0,0 0 0 0 0,1 0 0 0 0,-1 0 0 0 0,0 0 0 0 0,1-1 0 0 0,-1 1 0 0 0,1 0 1 0 0,-1-1-1 0 0,1 1 0 0 0,0-1 0 0 0,0 0 0 0 0,0 0 0 0 0,0 0 0 0 0,0 0 0 0 0,0 0 0 0 0,0 0 1 0 0,0 0-1 0 0,2 0 0 0 0,11 5 36 0 0,1-1-1 0 0,29 6 1 0 0,-39-10-34 0 0,37 7-88 0 0,1-3 0 0 0,0-2 0 0 0,-1-1 0 0 0,48-5 0 0 0,-12-4-1972 0 0,104-23 0 0 0,-105 11 175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1 561 4804 0 0,'0'0'-278'0'0,"0"-4"168"0"0,1-20 154 0 0,2 0 0 0 0,0 1 1 0 0,2 0-1 0 0,0 0 0 0 0,2 0 0 0 0,0 1 0 0 0,1-1 0 0 0,2 2 0 0 0,0-1 0 0 0,1 2 0 0 0,2-1 0 0 0,0 2 0 0 0,0-1 0 0 0,2 2 0 0 0,1 0 0 0 0,0 1 0 0 0,1 0 0 0 0,1 2 0 0 0,0 0 0 0 0,1 1 0 0 0,33-19 0 0 0,2 6-21 0 0,-39 21 49 0 0,0-1 0 0 0,-1-1 1 0 0,0-1-1 0 0,20-14 0 0 0,-32 21-30 0 0,-2 2-165 0 0,1-1 0 0 0,-1 0 0 0 0,1 0 0 0 0,-1 1 1 0 0,0-1-1 0 0,1 0 0 0 0,-1 0 0 0 0,0 1 0 0 0,1-1 0 0 0,-1 0 0 0 0,0 0 0 0 0,0 0 0 0 0,0 0 0 0 0,0 0 0 0 0,0 1 0 0 0,0-1 0 0 0,0 0 0 0 0,0 0 0 0 0,0 0 0 0 0,0 0 0 0 0,-1 0 1 0 0,1 0-1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3876 0 0,'149'1'-1047'0'0,"-108"3"1103"0"0,0 2-1 0 0,0 1 1 0 0,0 2 0 0 0,49 19 0 0 0,-88-27-33 0 0,0-1-1 0 0,-1 1 1 0 0,1 0 0 0 0,0-1 0 0 0,0 1 0 0 0,-1 0 0 0 0,1 0 0 0 0,-1 0 0 0 0,1 0 0 0 0,-1 0 0 0 0,1 1-1 0 0,-1-1 1 0 0,0 0 0 0 0,0 1 0 0 0,1-1 0 0 0,-1 1 0 0 0,0-1 0 0 0,0 1 0 0 0,-1 0 0 0 0,1-1 0 0 0,0 1 0 0 0,0 0-1 0 0,-1-1 1 0 0,1 3 0 0 0,-1-1 6 0 0,0-1 0 0 0,-1 1 0 0 0,1 0 0 0 0,-1-1 0 0 0,1 1 0 0 0,-1-1 0 0 0,0 1-1 0 0,0-1 1 0 0,0 0 0 0 0,0 1 0 0 0,-1-1 0 0 0,1 0 0 0 0,-1 0 0 0 0,1 1 0 0 0,-3 1 0 0 0,-9 9 111 0 0,0 0 1 0 0,-1-1 0 0 0,-28 19 0 0 0,33-24-101 0 0,-32 20 156 0 0,-24 19-646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26 110 3488 0 0,'-13'-7'-128'0'0,"12"7"141"0"0,0 0 0 0 0,1 0 0 0 0,-1 0 1 0 0,1-1-1 0 0,-1 1 0 0 0,0 0 0 0 0,1-1 0 0 0,-1 1 1 0 0,1-1-1 0 0,-1 1 0 0 0,1 0 0 0 0,-1-1 0 0 0,1 1 1 0 0,-1-1-1 0 0,1 1 0 0 0,-1-1 0 0 0,1 0 1 0 0,0 1-1 0 0,-1-1 0 0 0,1 1 0 0 0,0-1 0 0 0,0 0 1 0 0,-1 1-1 0 0,1-1 0 0 0,0 0 0 0 0,0 1 1 0 0,0-1-1 0 0,0 0 0 0 0,0 1 0 0 0,0-1 0 0 0,0 0 1 0 0,0 1-1 0 0,0-1 0 0 0,0 0 0 0 0,0 1 0 0 0,1-1 1 0 0,-1 0-1 0 0,1-2 1 0 0,1 1-1 0 0,0 0 1 0 0,0 0 0 0 0,-1 0-1 0 0,1 0 1 0 0,0 0 0 0 0,0 1-1 0 0,1-1 1 0 0,-1 0 0 0 0,3-1-1 0 0,64-28 89 0 0,-51 24-80 0 0,1 0-1 0 0,30-4 1 0 0,-45 10-23 0 0,1 0-1 0 0,-1 0 1 0 0,0 1 0 0 0,1-1 0 0 0,-1 1 0 0 0,1 0 0 0 0,-1 1-1 0 0,0-1 1 0 0,1 1 0 0 0,-1 0 0 0 0,0 0 0 0 0,0 0 0 0 0,1 0-1 0 0,-1 1 1 0 0,0 0 0 0 0,0 0 0 0 0,7 4 0 0 0,-10-4 2 0 0,1 0 1 0 0,-1 0-1 0 0,0 0 0 0 0,0 0 1 0 0,0 0-1 0 0,0 0 1 0 0,0 0-1 0 0,0 1 1 0 0,0-1-1 0 0,-1 0 1 0 0,1 0-1 0 0,-1 1 0 0 0,1-1 1 0 0,-1 0-1 0 0,0 1 1 0 0,0-1-1 0 0,0 0 1 0 0,0 1-1 0 0,-1-1 1 0 0,1 0-1 0 0,-1 1 0 0 0,1-1 1 0 0,-1 0-1 0 0,0 1 1 0 0,0-1-1 0 0,0 0 1 0 0,-2 3-1 0 0,-4 10 27 0 0,-1-1 0 0 0,-18 25 0 0 0,15-24 12 0 0,-26 32 148 0 0,-6 11 480 0 0,42-58-659 0 0,1 1 0 0 0,0-1 0 0 0,0 1 0 0 0,0-1 0 0 0,0 0 0 0 0,0 1 0 0 0,-1-1 0 0 0,1 1 0 0 0,0-1 0 0 0,0 1 0 0 0,0-1 0 0 0,0 1 0 0 0,0-1 0 0 0,1 0 0 0 0,-1 1 0 0 0,0-1 0 0 0,0 1 0 0 0,0-1 0 0 0,0 1 0 0 0,0-1 0 0 0,1 0 0 0 0,-1 1 0 0 0,0-1 0 0 0,0 1 0 0 0,1-1 0 0 0,-1 0 0 0 0,0 1 0 0 0,0-1 0 0 0,1 0 0 0 0,-1 1 0 0 0,0-1 0 0 0,1 0-1 0 0,-1 0 1 0 0,1 1 0 0 0,-1-1 0 0 0,0 0 0 0 0,1 0 0 0 0,-1 0 0 0 0,1 0 0 0 0,-1 1 0 0 0,0-1 0 0 0,1 0 0 0 0,-1 0 0 0 0,1 0 0 0 0,-1 0 0 0 0,1 0 0 0 0,-1 0 0 0 0,1 0 0 0 0,0 0 0 0 0,26 1 16 0 0,-25-1 10 0 0,98-4 177 0 0,148-28 0 0 0,-71 7 467 0 0,-176 25-692 0 0,-1 0 1 0 0,1 0-1 0 0,-1 0 1 0 0,0 0-1 0 0,1 0 1 0 0,-1 0-1 0 0,0 0 1 0 0,1 0-1 0 0,-1 0 1 0 0,0 0-1 0 0,1 0 0 0 0,-1 0 1 0 0,1 0-1 0 0,-1 0 1 0 0,0 0-1 0 0,1-1 1 0 0,-1 1-1 0 0,0 0 1 0 0,0 0-1 0 0,1 0 1 0 0,-1-1-1 0 0,0 1 0 0 0,1 0 1 0 0,-1 0-1 0 0,0-1 1 0 0,0 1-1 0 0,1 0 1 0 0,-1 0-1 0 0,0-1 1 0 0,0 1-1 0 0,0 0 1 0 0,0-1-1 0 0,1 1 1 0 0,-1 0-1 0 0,0-1 0 0 0,0 1 1 0 0,0 0-1 0 0,0-1 1 0 0,0 1-1 0 0,0-1 1 0 0,0 1-1 0 0,0 0 1 0 0,0-1-1 0 0,0 1 1 0 0,0 0-1 0 0,0-1 0 0 0,0 1 1 0 0,0 0-1 0 0,0-1 1 0 0,-1 1-1 0 0,1 0 1 0 0,0-1-1 0 0,-11-14-2549 0 0,10 14 2199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841 100 4168 0 0,'-4'-7'-39'0'0,"0"0"-1"0"0,-1 0 1 0 0,1 1-1 0 0,-1-1 1 0 0,-1 1-1 0 0,1 0 1 0 0,-1 1-1 0 0,0 0 1 0 0,-1 0-1 0 0,1 0 1 0 0,-1 1-1 0 0,0-1 1 0 0,0 2-1 0 0,0-1 1 0 0,-1 1-1 0 0,1 0 1 0 0,-1 1-1 0 0,-10-3 1 0 0,4 3 52 0 0,1 0 1 0 0,-1 1-1 0 0,0 1 1 0 0,0 0 0 0 0,0 1-1 0 0,0 1 1 0 0,0 0-1 0 0,0 1 1 0 0,-25 8 0 0 0,-9 7 22 0 0,2 2 1 0 0,1 2 0 0 0,1 2-1 0 0,0 3 1 0 0,2 0 0 0 0,2 3-1 0 0,0 2 1 0 0,-40 41 0 0 0,66-60 2 0 0,1 1 1 0 0,1 1 0 0 0,0 0-1 0 0,0 1 1 0 0,2 0 0 0 0,0 1-1 0 0,-14 33 1 0 0,21-42-22 0 0,1 0 1 0 0,-1 0-1 0 0,1 0 1 0 0,1 1 0 0 0,0-1-1 0 0,0 0 1 0 0,0 1-1 0 0,1-1 1 0 0,1 1-1 0 0,-1-1 1 0 0,1 1-1 0 0,1-1 1 0 0,-1 1 0 0 0,2-1-1 0 0,-1 0 1 0 0,1 0-1 0 0,0 0 1 0 0,1-1-1 0 0,-1 1 1 0 0,8 10-1 0 0,5 2 22 0 0,0 0 0 0 0,2-1-1 0 0,0-1 1 0 0,1 0-1 0 0,0-2 1 0 0,1 0 0 0 0,1-1-1 0 0,1-1 1 0 0,0-1-1 0 0,1-1 1 0 0,0-2 0 0 0,35 13-1 0 0,-2-5 232 0 0,1-2-1 0 0,1-3 0 0 0,0-2 1 0 0,79 4-1 0 0,-118-14-136 0 0,-1-1 0 0 0,0 0-1 0 0,0-2 1 0 0,1 0 0 0 0,-1-1-1 0 0,0-1 1 0 0,-1 0-1 0 0,1-1 1 0 0,-1-2 0 0 0,0 1-1 0 0,0-2 1 0 0,-1 0 0 0 0,0-1-1 0 0,0-1 1 0 0,-1 0 0 0 0,-1-1-1 0 0,1-1 1 0 0,-2 0 0 0 0,0-1-1 0 0,0 0 1 0 0,10-15 0 0 0,0-1-53 0 0,-2 0 1 0 0,-1-1 0 0 0,-2 0 0 0 0,-1-2 0 0 0,19-49 0 0 0,-28 60-56 0 0,-1 0 0 0 0,0-1 0 0 0,-2 0 0 0 0,-1-1 0 0 0,0 1 0 0 0,-2-1 0 0 0,0 1 0 0 0,-2-1 0 0 0,-4-40 0 0 0,3 55-28 0 0,-1 1 1 0 0,0-1-1 0 0,-1 0 0 0 0,0 1 1 0 0,0 0-1 0 0,0-1 0 0 0,-1 1 1 0 0,0 1-1 0 0,0-1 1 0 0,-1 0-1 0 0,1 1 0 0 0,-2 0 1 0 0,1 0-1 0 0,-1 1 0 0 0,1-1 1 0 0,-2 1-1 0 0,1 1 1 0 0,0-1-1 0 0,-1 1 0 0 0,0 0 1 0 0,0 0-1 0 0,0 1 0 0 0,-1 0 1 0 0,1 0-1 0 0,-1 1 0 0 0,-12-3 1 0 0,-18-2-21 0 0,0 2 0 0 0,-1 1 1 0 0,0 3-1 0 0,-47 2 0 0 0,30 0-10 0 0,16 1-113 0 0,27-1-740 0 0,0 0 1 0 0,0-1-1 0 0,-25-3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94 275 5801 0 0,'-51'-70'-488'0'0,"50"69"569"0"0,-6-9 59 0 0,7 10-139 0 0,0 0-1 0 0,0-1 1 0 0,0 1 0 0 0,0 0-1 0 0,0 0 1 0 0,0 0 0 0 0,0-1-1 0 0,0 1 1 0 0,0 0 0 0 0,0 0 0 0 0,-1 0-1 0 0,1-1 1 0 0,0 1 0 0 0,0 0-1 0 0,0 0 1 0 0,0 0 0 0 0,0 0-1 0 0,0-1 1 0 0,-1 1 0 0 0,1 0-1 0 0,0 0 1 0 0,0 0 0 0 0,0 0-1 0 0,-1 0 1 0 0,1 0 0 0 0,0 0-1 0 0,0-1 1 0 0,0 1 0 0 0,-1 0-1 0 0,1 0 1 0 0,0 0 0 0 0,0 0-1 0 0,0 0 1 0 0,-1 0 0 0 0,1 0-1 0 0,0 0 1 0 0,0 0 0 0 0,0 0-1 0 0,-1 0 1 0 0,1 0 0 0 0,0 0-1 0 0,0 0 1 0 0,-1 0 0 0 0,1 0-1 0 0,0 1 1 0 0,0-1 0 0 0,0 0-1 0 0,-1 0 1 0 0,-1 13 5 0 0,0 0 0 0 0,1 1-1 0 0,1-1 1 0 0,0 0 0 0 0,1 1-1 0 0,0-1 1 0 0,1 0 0 0 0,1 0-1 0 0,0 0 1 0 0,0 0 0 0 0,6 12-1 0 0,12 26 21 0 0,34 63 0 0 0,-45-95-10 0 0,38 62 191 0 0,-47-80-58 0 0,-2-8-139 0 0,-51-261 19 0 0,47 249-29 0 0,-24-160 47 0 0,28 174-35 0 0,0-1 1 0 0,1 1-1 0 0,-1-1 0 0 0,1 0 0 0 0,1 1 0 0 0,-1-1 1 0 0,1 0-1 0 0,0 1 0 0 0,0-1 0 0 0,4-8 0 0 0,-3 10-9 0 0,1 0 0 0 0,-1 0-1 0 0,1 1 1 0 0,0-1 0 0 0,0 1 0 0 0,1-1-1 0 0,-1 1 1 0 0,1 0 0 0 0,0 0-1 0 0,-1 1 1 0 0,1-1 0 0 0,0 1 0 0 0,8-4-1 0 0,1 0-12 0 0,0 1 0 0 0,0 0-1 0 0,0 0 1 0 0,1 2 0 0 0,0 0-1 0 0,0 0 1 0 0,0 1 0 0 0,0 1 0 0 0,20 0-1 0 0,-25 1 2 0 0,0 1 0 0 0,0 0 0 0 0,0 1-1 0 0,0 0 1 0 0,0 0 0 0 0,0 1 0 0 0,-1 0-1 0 0,0 0 1 0 0,1 1 0 0 0,-1 0 0 0 0,0 0-1 0 0,-1 1 1 0 0,1 0 0 0 0,-1 1 0 0 0,11 11 0 0 0,-16-16 7 0 0,-1 1 0 0 0,0 0 0 0 0,1 0 0 0 0,-1 0 0 0 0,0 1 0 0 0,0-1 0 0 0,-1 0 0 0 0,1 0 0 0 0,0 1 0 0 0,-1-1 0 0 0,1 0 0 0 0,-1 1 1 0 0,0-1-1 0 0,0 0 0 0 0,0 1 0 0 0,0-1 0 0 0,0 0 0 0 0,0 1 0 0 0,-1-1 0 0 0,1 0 0 0 0,-1 1 0 0 0,1-1 0 0 0,-1 0 0 0 0,0 0 0 0 0,0 0 1 0 0,0 1-1 0 0,0-1 0 0 0,-1 0 0 0 0,1 0 0 0 0,0-1 0 0 0,-1 1 0 0 0,-2 3 0 0 0,-4 4 0 0 0,-1 0 0 0 0,1 0-1 0 0,-1-1 1 0 0,0 0 0 0 0,-13 7 0 0 0,-37 20 43 0 0,-3-3 1 0 0,0-3-1 0 0,-120 39 1 0 0,166-66 742 0 0,36-15-613 0 0,47-18-114 0 0,-55 26-50 0 0,-7 4-7 0 0,-1 0 0 0 0,1-1-1 0 0,0 2 1 0 0,-1-1 0 0 0,1 0 0 0 0,0 1 0 0 0,-1 0 0 0 0,1 0 0 0 0,0 0 0 0 0,-1 1-1 0 0,7 1 1 0 0,-7-2-3 0 0,1 1 1 0 0,0-1-1 0 0,0 1 0 0 0,0 0 0 0 0,-1 1 0 0 0,1-1 0 0 0,-1 1 0 0 0,1 0 0 0 0,-1 0 0 0 0,0 1 0 0 0,1-1 1 0 0,5 6-1 0 0,39 43-33 0 0,-44-43 39 0 0,2 0-1 0 0,-1 0 1 0 0,1-1-1 0 0,0-1 1 0 0,0 1-1 0 0,1-1 1 0 0,-1 0-1 0 0,2 0 1 0 0,10 5-1 0 0,14 0 14 0 0,0 0 0 0 0,1-3 1 0 0,1 0-1 0 0,0-3 0 0 0,-1 0 0 0 0,2-3 0 0 0,-1 0 0 0 0,0-3 0 0 0,51-6 0 0 0,-80 6-6 0 0,1 0 0 0 0,0 0-1 0 0,-1-1 1 0 0,1 0 0 0 0,-1 0 0 0 0,0-1 0 0 0,0 1-1 0 0,0-1 1 0 0,0-1 0 0 0,0 1 0 0 0,0-1 0 0 0,-1 0 0 0 0,0 0-1 0 0,0-1 1 0 0,0 0 0 0 0,8-9 0 0 0,-9 7 46 0 0,0 0-1 0 0,0-1 1 0 0,0 1 0 0 0,-1-1 0 0 0,0 0 0 0 0,0 0 0 0 0,-1 0 0 0 0,0 0-1 0 0,-1 0 1 0 0,1-1 0 0 0,-2 1 0 0 0,1-13 0 0 0,-1 17-42 0 0,2-3-10 0 0,5-8-59 0 0,0 21 64 0 0,11 12 6 0 0,-5-10-55 0 0,1 0 1 0 0,0-1-1 0 0,0 0 1 0 0,0-1-1 0 0,1-1 0 0 0,23 6 1 0 0,-21-8-857 0 0,0 0 1 0 0,0-1-1 0 0,19-1 1 0 0,-5-1-1556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32 6461 0 0,'-52'-23'370'0'0,"35"14"-3331"0"0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9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228 477 5088 0 0,'-20'3'-606'0'0,"8"0"535"0"0,0 0 0 0 0,0 1-1 0 0,0 0 1 0 0,0 1 0 0 0,1 1 0 0 0,0 0 0 0 0,0 0 0 0 0,0 1 0 0 0,1 1 0 0 0,0 0 0 0 0,0 0-1 0 0,1 0 1 0 0,0 1 0 0 0,1 1 0 0 0,0 0 0 0 0,0 0 0 0 0,1 0 0 0 0,0 1 0 0 0,-7 17 0 0 0,13-27 69 0 0,1 0 1 0 0,-1 0-1 0 0,1 0 1 0 0,0 1-1 0 0,-1-1 1 0 0,1 0-1 0 0,0 0 1 0 0,0 0-1 0 0,0 1 1 0 0,0-1-1 0 0,0 0 1 0 0,0 0-1 0 0,0 0 1 0 0,0 1-1 0 0,0-1 1 0 0,1 0-1 0 0,-1 0 0 0 0,0 0 1 0 0,1 1-1 0 0,-1-1 1 0 0,1 0-1 0 0,-1 0 1 0 0,1 0-1 0 0,1 1 1 0 0,0 0-1 0 0,0 0 0 0 0,0 0 0 0 0,0 0-1 0 0,0 0 1 0 0,1 0 0 0 0,-1-1 0 0 0,1 1 0 0 0,-1-1 0 0 0,6 2-1 0 0,4 1 5 0 0,0 0-1 0 0,0-1 1 0 0,18 2-1 0 0,-15-4-28 0 0,0 0 0 0 0,0 0-1 0 0,0-1 1 0 0,0-1-1 0 0,0-1 1 0 0,0 0 0 0 0,-1-1-1 0 0,22-7 1 0 0,-27 7 24 0 0,-1 0 0 0 0,0-1 1 0 0,1 0-1 0 0,-1 0 0 0 0,-1-1 0 0 0,1 0 1 0 0,-1 0-1 0 0,0-1 0 0 0,0 0 1 0 0,0 0-1 0 0,-1-1 0 0 0,0 0 0 0 0,-1 0 1 0 0,10-15-1 0 0,-14 19 35 0 0,1 1 1 0 0,-1-1 0 0 0,0 0-1 0 0,0 0 1 0 0,0-1-1 0 0,-1 1 1 0 0,1 0-1 0 0,-1 0 1 0 0,1 0-1 0 0,-1 0 1 0 0,0-1-1 0 0,-1 1 1 0 0,1 0-1 0 0,0 0 1 0 0,-1 0 0 0 0,0 0-1 0 0,1-1 1 0 0,-1 1-1 0 0,-1 0 1 0 0,1 0-1 0 0,0 1 1 0 0,-1-1-1 0 0,1 0 1 0 0,-1 0-1 0 0,-3-3 1 0 0,3 4 6 0 0,-37 4 147 0 0,34-1-174 0 0,-7 3 27 0 0,11-2-32 0 0,1 1-1 0 0,-1-1 1 0 0,1 0 0 0 0,0 0-1 0 0,0 0 1 0 0,-1 0-1 0 0,1 1 1 0 0,0-1 0 0 0,1 0-1 0 0,-1 0 1 0 0,0 0-1 0 0,1 0 1 0 0,-1 1 0 0 0,1-1-1 0 0,0 0 1 0 0,-1 0 0 0 0,1 0-1 0 0,0 0 1 0 0,0 0-1 0 0,1-1 1 0 0,-1 1 0 0 0,0 0-1 0 0,3 2 1 0 0,41 51 48 0 0,-31-40-36 0 0,154 161 99 0 0,33 41-18 0 0,-196-211-94 0 0,0 0-1 0 0,-1 0 0 0 0,0 1 0 0 0,0 0 1 0 0,-1 0-1 0 0,0 0 0 0 0,0 0 0 0 0,0 0 1 0 0,1 9-1 0 0,-4-13-3 0 0,1 0 0 0 0,-1 0 0 0 0,0 0 0 0 0,0-1 0 0 0,0 1 0 0 0,0 0 0 0 0,-1 0 0 0 0,1 0 0 0 0,-1 0 0 0 0,0 0 0 0 0,1 0 0 0 0,-1-1 0 0 0,-1 1 0 0 0,1 0 0 0 0,0-1 0 0 0,-1 1 0 0 0,1-1 0 0 0,-1 1 0 0 0,0-1 0 0 0,0 0 0 0 0,1 0 0 0 0,-2 0 0 0 0,1 0 0 0 0,0 0 0 0 0,0 0 0 0 0,-5 3 0 0 0,-11 5 7 0 0,0-1 0 0 0,-1 0 0 0 0,0-1 0 0 0,-1-1 0 0 0,1-1 0 0 0,-1 0 0 0 0,-30 3 0 0 0,-5-3 132 0 0,-87 0 0 0 0,135-6-101 0 0,-1 0-1 0 0,1-1 0 0 0,-1 0 1 0 0,1 0-1 0 0,0 0 1 0 0,-1-1-1 0 0,1 0 0 0 0,-13-7 1 0 0,18 9-33 0 0,0-1 0 0 0,1 0 0 0 0,-1-1 1 0 0,1 1-1 0 0,0 0 0 0 0,-1 0 0 0 0,1 0 1 0 0,0-1-1 0 0,0 1 0 0 0,0-1 0 0 0,-1 1 0 0 0,2-1 1 0 0,-1 1-1 0 0,0-1 0 0 0,0 0 0 0 0,0 0 1 0 0,1 1-1 0 0,-1-1 0 0 0,1 0 0 0 0,0 0 0 0 0,-1 1 1 0 0,1-1-1 0 0,0 0 0 0 0,0 0 0 0 0,0 0 1 0 0,0 0-1 0 0,0 1 0 0 0,1-1 0 0 0,-1 0 0 0 0,0 0 1 0 0,1 0-1 0 0,-1 1 0 0 0,1-1 0 0 0,0 0 1 0 0,0 1-1 0 0,0-1 0 0 0,0 0 0 0 0,0 1 0 0 0,0-1 1 0 0,0 1-1 0 0,1-2 0 0 0,20-26-35 0 0,1 1 0 0 0,1 1 0 0 0,1 1 0 0 0,47-38 0 0 0,27-26-158 0 0,-75 65 206 0 0,-2 0-1 0 0,-1-2 0 0 0,0 0 1 0 0,-2-1-1 0 0,-2-1 1 0 0,0-1-1 0 0,-2 0 0 0 0,-1-1 1 0 0,-2 0-1 0 0,-1-1 1 0 0,-1-1-1 0 0,-2 0 0 0 0,-1 0 1 0 0,-2-1-1 0 0,-1 1 1 0 0,-2-1-1 0 0,-1 0 0 0 0,-6-61 1 0 0,0 51 255 0 0,1 5 287 0 0,-2 0-1 0 0,-14-51 1 0 0,14 49-130 0 0,6 39-401 0 0,-3-12-75 0 0,2 43 52 0 0,1 0 0 0 0,2 0 0 0 0,1-1 0 0 0,1 1 1 0 0,2-1-1 0 0,1 1 0 0 0,11 31 0 0 0,88 193 125 0 0,-100-242-127 0 0,12 47 23 0 0,-18-55-33 0 0,-1-1 6 0 0,0-1 1 0 0,-1 0-1 0 0,1 1 1 0 0,-1-1-1 0 0,1 0 0 0 0,-1 0 1 0 0,1 0-1 0 0,-1 0 0 0 0,0 0 1 0 0,1 0-1 0 0,-1 0 1 0 0,0-1-1 0 0,0 1 0 0 0,0 0 1 0 0,0-1-1 0 0,0 0 0 0 0,1 1 1 0 0,-1-1-1 0 0,0 0 0 0 0,0 0 1 0 0,0 0-1 0 0,0 0 1 0 0,0-1-1 0 0,0 1 0 0 0,0 0 1 0 0,0-1-1 0 0,0 1 0 0 0,1-1 1 0 0,-1 0-1 0 0,0 0 1 0 0,-3-1-1 0 0,3 1 1 0 0,-1 0 4 0 0,0 0 0 0 0,1 0 0 0 0,-1 0 0 0 0,0-1 0 0 0,1 1 0 0 0,-1-1 0 0 0,1 1 0 0 0,0-1 0 0 0,-1 0 0 0 0,1 0 0 0 0,0 0 0 0 0,0 0 0 0 0,0-1 0 0 0,0 1 0 0 0,-3-5 0 0 0,5 5-4 0 0,-1 0 0 0 0,0 0 0 0 0,1 0 1 0 0,0 0-1 0 0,-1 1 0 0 0,1-1 1 0 0,0 0-1 0 0,0 0 0 0 0,0 0 0 0 0,0 0 1 0 0,0 0-1 0 0,0 0 0 0 0,1 0 1 0 0,-1 0-1 0 0,1 0 0 0 0,-1 0 0 0 0,1 1 1 0 0,1-4-1 0 0,0 1-4 0 0,1 0-1 0 0,-1 1 1 0 0,1-1 0 0 0,0 1 0 0 0,0-1-1 0 0,0 1 1 0 0,1 0 0 0 0,-1 0 0 0 0,1 1 0 0 0,-1-1-1 0 0,1 1 1 0 0,0-1 0 0 0,0 1 0 0 0,0 0-1 0 0,0 1 1 0 0,1-1 0 0 0,-1 1 0 0 0,0 0-1 0 0,7-1 1 0 0,5 1-10 0 0,0 1 1 0 0,0 0-1 0 0,0 2 0 0 0,0 0 1 0 0,0 0-1 0 0,-1 2 0 0 0,1 0 1 0 0,-1 0-1 0 0,0 2 0 0 0,26 12 1 0 0,3 5 5 0 0,-1 2 0 0 0,47 36-1 0 0,-88-59 28 0 0,1 0 0 0 0,0-1 0 0 0,-1 1-1 0 0,1 0 1 0 0,0-1 0 0 0,0 1 0 0 0,0-1-1 0 0,0 0 1 0 0,0 0 0 0 0,0 0-1 0 0,0-1 1 0 0,1 1 0 0 0,-1-1 0 0 0,0 1-1 0 0,0-1 1 0 0,1 0 0 0 0,-1 0 0 0 0,4-1-1 0 0,-3-1-91 0 0,-1 1 0 0 0,1-1 0 0 0,0 0 0 0 0,-1 0 0 0 0,1 0 0 0 0,-1 0 0 0 0,0-1 0 0 0,0 1 0 0 0,0-1 1 0 0,0 0-1 0 0,0 0 0 0 0,-1 0 0 0 0,1 0 0 0 0,-1 0 0 0 0,3-6 0 0 0,18-25-3067 0 0,-13 14 679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88 6081 0 0,'-1'-36'-380'0'0,"1"-13"-407"0"0,2 46 536 0 0,2 27 246 0 0,46 204-18 0 0,-43-93 71 0 0,-7-101-27 0 0,1 0 0 0 0,2 0 1 0 0,11 51-1 0 0,-12-78-12 0 0,1 0 0 0 0,0 0 0 0 0,0 0 1 0 0,1 0-1 0 0,0-1 0 0 0,0 0 0 0 0,1 0 0 0 0,0 0 1 0 0,0 0-1 0 0,0-1 0 0 0,1 0 0 0 0,-1 0 1 0 0,1 0-1 0 0,1-1 0 0 0,-1 0 0 0 0,0 0 0 0 0,1-1 1 0 0,0 1-1 0 0,0-1 0 0 0,0-1 0 0 0,0 0 1 0 0,0 0-1 0 0,10 2 0 0 0,4 0-275 0 0,1 0 1 0 0,0-2-1 0 0,-1 0 0 0 0,1-2 1 0 0,0 0-1 0 0,38-6 1 0 0,-8-6-665 0 0,-5-2 586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42 134 3056 0 0,'-17'5'52'0'0,"4"-3"60"0"0,2-2 180 0 0,57-12-260 0 0,-10 7 16 0 0,19-7 16 0 0,11-1-44 0 0,13 1 16 0 0,6-5-16 0 0,3 2-36 0 0,0 0-112 0 0,-6 0-292 0 0,-19 0-660 0 0,-5 6 848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1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338 581 2808 0 0,'1'-2'44'0'0,"0"1"0"0"0,0-1 0 0 0,0 0 1 0 0,0 1-1 0 0,0-1 0 0 0,0 0 0 0 0,-1 1 0 0 0,1-1 0 0 0,0 0 0 0 0,-1 0 0 0 0,0 0 0 0 0,1 1 0 0 0,-1-1 0 0 0,0 0 0 0 0,0 0 1 0 0,0 0-1 0 0,0 0 0 0 0,0 0 0 0 0,-1 1 0 0 0,1-1 0 0 0,0 0 0 0 0,-1 0 0 0 0,0 0 0 0 0,1 1 0 0 0,-1-1 0 0 0,0 0 0 0 0,0 1 0 0 0,0-1 1 0 0,0 1-1 0 0,0-1 0 0 0,-2-1 0 0 0,1 1-19 0 0,0 0 0 0 0,0 0 0 0 0,0 0 1 0 0,-1 1-1 0 0,1-1 0 0 0,-1 1 0 0 0,1-1 0 0 0,-1 1 1 0 0,0 0-1 0 0,1 0 0 0 0,-1 0 0 0 0,0 0 0 0 0,0 1 1 0 0,0-1-1 0 0,0 1 0 0 0,1 0 0 0 0,-1 0 0 0 0,0 0 1 0 0,0 0-1 0 0,0 0 0 0 0,-4 1 0 0 0,-11 4-1 0 0,-1 0-1 0 0,1 1 1 0 0,0 1-1 0 0,1 1 0 0 0,0 0 1 0 0,-27 18-1 0 0,32-19-14 0 0,1 1 0 0 0,0 1-1 0 0,0 0 1 0 0,1 1 0 0 0,0 0-1 0 0,1 0 1 0 0,0 1 0 0 0,1 0-1 0 0,0 0 1 0 0,-8 17-1 0 0,14-26-4 0 0,1 1 0 0 0,0-1 0 0 0,0 1-1 0 0,1-1 1 0 0,-1 1 0 0 0,1-1-1 0 0,-1 1 1 0 0,1-1 0 0 0,0 1-1 0 0,-1 0 1 0 0,2-1 0 0 0,-1 1 0 0 0,0-1-1 0 0,0 1 1 0 0,1-1 0 0 0,-1 1-1 0 0,1 0 1 0 0,0-1 0 0 0,0 0 0 0 0,0 1-1 0 0,2 3 1 0 0,0-1 2 0 0,1-1 0 0 0,-1 0 0 0 0,1 0 0 0 0,0 0 0 0 0,0-1 0 0 0,0 1 0 0 0,1-1 0 0 0,-1 0 0 0 0,10 5 0 0 0,7 1 11 0 0,-1 0-1 0 0,2-2 0 0 0,42 10 1 0 0,-2-5 29 0 0,109 8 0 0 0,-146-18-27 0 0,0-2 1 0 0,1-1-1 0 0,-1-1 1 0 0,0-1-1 0 0,0-1 0 0 0,-1-2 1 0 0,33-10-1 0 0,-48 12-13 0 0,0 0 1 0 0,0 0-1 0 0,-1-1 0 0 0,0 0 1 0 0,0 0-1 0 0,0-1 0 0 0,-1 0 1 0 0,0-1-1 0 0,0 0 0 0 0,0 0 1 0 0,-1 0-1 0 0,7-11 0 0 0,-5 6-2 0 0,-1-1 0 0 0,-1 0-1 0 0,0 0 1 0 0,-1 0-1 0 0,-1-1 1 0 0,0 0 0 0 0,4-20-1 0 0,-3-15 22 0 0,-2 0-1 0 0,-2 0 1 0 0,-10-87-1 0 0,6 105 7 0 0,-22-167 358 0 0,14 124-119 0 0,1 47-280 0 0,10 27 1 0 0,0-1 0 0 0,-1 1 0 0 0,1-1 0 0 0,0 1 0 0 0,-1-1 0 0 0,1 1 0 0 0,0-1 0 0 0,-1 1 0 0 0,1-1 0 0 0,0 0 0 0 0,0 1 0 0 0,0-1 0 0 0,0 0 0 0 0,-1 1 0 0 0,1-1 0 0 0,0 0 0 0 0,0 1-1 0 0,0-1 1 0 0,0 1 0 0 0,1-1 0 0 0,-1 0 0 0 0,0 1 0 0 0,0-2 0 0 0,0 3 8 0 0,-3 4-3 0 0,0 0 0 0 0,1 1-1 0 0,-1-1 1 0 0,1 1 0 0 0,1-1-1 0 0,-1 1 1 0 0,1 0 0 0 0,0 0 0 0 0,0 8-1 0 0,0 15 13 0 0,1 0 1 0 0,2 0-1 0 0,0-1 0 0 0,3 1 0 0 0,0 0 0 0 0,2-1 0 0 0,0 0 0 0 0,3-1 0 0 0,0 0 1 0 0,1 0-1 0 0,2-1 0 0 0,19 30 0 0 0,-21-38 14 0 0,1-1-1 0 0,0 1 1 0 0,1-2-1 0 0,1 0 1 0 0,1-1 0 0 0,1 0-1 0 0,0-1 1 0 0,0-1-1 0 0,1 0 1 0 0,1-2 0 0 0,0 0-1 0 0,1-1 1 0 0,0 0 0 0 0,0-2-1 0 0,1 0 1 0 0,0-1-1 0 0,27 5 1 0 0,-43-11-17 0 0,0 0 0 0 0,1-1 1 0 0,-1 1-1 0 0,0-1 0 0 0,1 0 1 0 0,-1 0-1 0 0,0-1 0 0 0,0 1 0 0 0,1-1 1 0 0,-1 0-1 0 0,0 0 0 0 0,0 0 0 0 0,0 0 1 0 0,0-1-1 0 0,0 0 0 0 0,0 0 0 0 0,0 0 1 0 0,-1 0-1 0 0,1 0 0 0 0,-1-1 1 0 0,0 0-1 0 0,1 1 0 0 0,-1-1 0 0 0,0 0 1 0 0,-1-1-1 0 0,4-3 0 0 0,0-3 20 0 0,-1 0 0 0 0,0-1 1 0 0,-1 0-1 0 0,0 1 0 0 0,-1-1 0 0 0,0-1 0 0 0,-1 1 0 0 0,2-19 1 0 0,2-25 232 0 0,-6 54-258 0 0,2 7 7 0 0,2 6 5 0 0,1 0-1 0 0,0-1 1 0 0,0 1 0 0 0,2-1 0 0 0,-1 0-1 0 0,2-1 1 0 0,-1 1 0 0 0,1-2-1 0 0,1 1 1 0 0,0-1 0 0 0,0 0 0 0 0,13 9-1 0 0,-10-8-254 0 0,-1-2 0 0 0,2 1-1 0 0,-1-2 1 0 0,1 1 0 0 0,0-2-1 0 0,0 0 1 0 0,1 0 0 0 0,0-1-1 0 0,0-1 1 0 0,27 5 0 0 0,-16-9-1284 0 0,-5-2 190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2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30 4560 0 0,'-13'-10'232'0'0,"2"3"-32"0"0,0 4-44 0 0,2-2 205 0 0,-4 0-177 0 0,2 20-525 0 0,22 0-871 0 0,-6-8-196 0 0,9-2 532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183 509 3828 0 0,'-18'7'-47'0'0,"-4"1"-29"0"0,-1 2-1 0 0,-35 21 1 0 0,53-29 71 0 0,1 1-1 0 0,-1 0 0 0 0,1 0 1 0 0,0 0-1 0 0,0 1 0 0 0,0 0 1 0 0,1 0-1 0 0,-1-1 0 0 0,1 2 1 0 0,0-1-1 0 0,0 0 0 0 0,1 1 0 0 0,-1-1 1 0 0,1 1-1 0 0,0 0 0 0 0,0 0 1 0 0,0 0-1 0 0,-1 9 0 0 0,3-10 10 0 0,1 1-1 0 0,-1-1 1 0 0,1 1-1 0 0,0-1 1 0 0,0 0 0 0 0,1 1-1 0 0,-1-1 1 0 0,1 0-1 0 0,0 0 1 0 0,0 0-1 0 0,1 0 1 0 0,-1 0-1 0 0,1-1 1 0 0,-1 1-1 0 0,1-1 1 0 0,0 1 0 0 0,1-1-1 0 0,-1 0 1 0 0,0 0-1 0 0,1-1 1 0 0,4 3-1 0 0,11 9 10 0 0,1-2 0 0 0,33 16 0 0 0,-52-28-13 0 0,36 17 10 0 0,0-2 1 0 0,1-1-1 0 0,55 11 0 0 0,-70-20 7 0 0,1-1 0 0 0,-1-1 0 0 0,1-1 0 0 0,0-1 0 0 0,0-1 0 0 0,46-7 0 0 0,-64 6-12 0 0,0 0 1 0 0,-1 0-1 0 0,0-1 0 0 0,1 0 0 0 0,-1 0 1 0 0,0 0-1 0 0,0-1 0 0 0,0 1 0 0 0,0-1 1 0 0,0-1-1 0 0,-1 1 0 0 0,1-1 0 0 0,-1 1 1 0 0,0-1-1 0 0,0 0 0 0 0,3-6 0 0 0,-3 4 4 0 0,0-1 0 0 0,0 0 0 0 0,-1 0-1 0 0,0 0 1 0 0,-1 0 0 0 0,0 0-1 0 0,0-1 1 0 0,0 1 0 0 0,-1-1 0 0 0,1-12-1 0 0,-3-12 52 0 0,-1 0 0 0 0,-2 0 0 0 0,0 0 0 0 0,-15-48 0 0 0,17 71-39 0 0,-47-165 258 0 0,-20-94 657 0 0,53 202-711 0 0,16 65-199 0 0,-1 7-31 0 0,1 24 6 0 0,1 1 0 0 0,1-1 1 0 0,1 1-1 0 0,2-1 0 0 0,16 56 0 0 0,66 149 101 0 0,-56-170-31 0 0,3-1 0 0 0,79 110-1 0 0,-90-137 257 0 0,-23-37-319 0 0,-1 0 0 0 0,1 0 1 0 0,0 0-1 0 0,0 0 0 0 0,0 0 0 0 0,0 0 1 0 0,0 0-1 0 0,0 0 0 0 0,0 0 0 0 0,0 0 1 0 0,0 0-1 0 0,0 0 0 0 0,0 0 0 0 0,0 0 0 0 0,-1 0 1 0 0,1 0-1 0 0,0 0 0 0 0,0 0 0 0 0,0 0 1 0 0,0 0-1 0 0,0 0 0 0 0,0 0 0 0 0,0 0 1 0 0,0 0-1 0 0,0 0 0 0 0,0 0 0 0 0,0 0 1 0 0,0 0-1 0 0,-1 0 0 0 0,1 0 0 0 0,0 0 1 0 0,0 0-1 0 0,0 0 0 0 0,0 0 0 0 0,0 0 1 0 0,0 0-1 0 0,0 0 0 0 0,0 0 0 0 0,0 0 1 0 0,0 0-1 0 0,0 1 0 0 0,0-1 0 0 0,0 0 1 0 0,0 0-1 0 0,0 0 0 0 0,0 0 0 0 0,0 0 1 0 0,0 0-1 0 0,0 0 0 0 0,0 0 0 0 0,0 0 1 0 0,0 0-1 0 0,0 0 0 0 0,0 1 0 0 0,0-1 1 0 0,-17-14 130 0 0,-2-7-66 0 0,1-1 0 0 0,0 0 1 0 0,2-2-1 0 0,0 1 0 0 0,-14-33 1 0 0,21 39-42 0 0,5 10-19 0 0,0 0 0 0 0,1 0 0 0 0,-1-1 0 0 0,2 1 0 0 0,-1-1 0 0 0,1 0 0 0 0,1 1 0 0 0,-1-1 0 0 0,1 0 0 0 0,0 0 0 0 0,1 0 0 0 0,0 0 0 0 0,1 0 0 0 0,-1 0 0 0 0,1 0 0 0 0,1 0 0 0 0,3-11 0 0 0,-3 13-12 0 0,1 0 0 0 0,0 0 0 0 0,0 1 0 0 0,0-1 0 0 0,1 1 0 0 0,0 0 0 0 0,0 0-1 0 0,0 0 1 0 0,0 1 0 0 0,1-1 0 0 0,0 1 0 0 0,0 0 0 0 0,0 0 0 0 0,1 1-1 0 0,-1 0 1 0 0,1 0 0 0 0,-1 0 0 0 0,1 0 0 0 0,0 1 0 0 0,0 0 0 0 0,1 0 0 0 0,6 0-1 0 0,-1 0-51 0 0,1 0-1 0 0,-1 1 1 0 0,1 1-1 0 0,-1 0 1 0 0,1 1-1 0 0,-1 0 1 0 0,1 1-1 0 0,-1 0 1 0 0,0 1-1 0 0,0 1 1 0 0,19 7-1 0 0,-30-11 39 0 0,0 0 0 0 0,0 1 0 0 0,0-1 0 0 0,0 0 0 0 0,0 1 1 0 0,0-1-1 0 0,-1 1 0 0 0,1-1 0 0 0,0 1 0 0 0,0-1 0 0 0,0 1 0 0 0,0 0 0 0 0,-1-1 0 0 0,1 1 0 0 0,0 0 0 0 0,-1 0 0 0 0,1 0 0 0 0,-1-1 0 0 0,1 1 0 0 0,-1 0 0 0 0,1 0 0 0 0,-1 0 0 0 0,1 0 0 0 0,-1 0 0 0 0,0 0 0 0 0,0 0 0 0 0,1 0 0 0 0,-1 0 0 0 0,0 0 0 0 0,0 0 0 0 0,0 2 0 0 0,-1-1 0 0 0,0 1 0 0 0,0-1 0 0 0,-1 0 0 0 0,1 0 0 0 0,0 0 0 0 0,-1 0 0 0 0,1 0 0 0 0,-1 0 0 0 0,0 0 0 0 0,0-1 0 0 0,0 1 0 0 0,-3 2 0 0 0,-11 6-25 0 0,0 0 0 0 0,-28 12 0 0 0,40-20 15 0 0,-286 117-283 0 0,269-111 276 0 0,21-8 31 0 0,0 0 1 0 0,0 0-1 0 0,0 0 0 0 0,0 0 1 0 0,-1 0-1 0 0,1 0 1 0 0,0-1-1 0 0,0 1 1 0 0,0 0-1 0 0,-1 1 0 0 0,1-1 1 0 0,0 0-1 0 0,0 0 1 0 0,0 0-1 0 0,0 0 0 0 0,-1 0 1 0 0,1 0-1 0 0,0 0 1 0 0,0 0-1 0 0,0 0 0 0 0,0 0 1 0 0,-1 0-1 0 0,1 0 1 0 0,0 0-1 0 0,0 1 0 0 0,0-1 1 0 0,0 0-1 0 0,0 0 1 0 0,-1 0-1 0 0,1 0 0 0 0,0 0 1 0 0,0 1-1 0 0,0-1 1 0 0,0 0-1 0 0,0 0 0 0 0,0 0 1 0 0,0 0-1 0 0,0 1 1 0 0,0-1-1 0 0,0 0 0 0 0,0 0 1 0 0,0 0-1 0 0,0 1 1 0 0,0-1-1 0 0,0 0 0 0 0,0 0 1 0 0,0 0-1 0 0,0 0 1 0 0,0 1-1 0 0,0-1 0 0 0,0 0 1 0 0,0 0-1 0 0,0 0 1 0 0,0 1-1 0 0,15 3 18 0 0,32-1-11 0 0,-43-3-1 0 0,148 0 2 0 0,25 0 5 0 0,-147 2-39 0 0,-1 1-1 0 0,0 2 1 0 0,55 15 0 0 0,-82-19-91 0 0,0-1-1 0 0,0 1 1 0 0,1 0-1 0 0,-1 0 1 0 0,0 0-1 0 0,0 0 1 0 0,0 0 0 0 0,0 0-1 0 0,0 0 1 0 0,-1 1-1 0 0,1-1 1 0 0,0 1-1 0 0,-1 0 1 0 0,1-1-1 0 0,-1 1 1 0 0,1 0-1 0 0,-1 0 1 0 0,0 0 0 0 0,1 0-1 0 0,-1 0 1 0 0,0 0-1 0 0,-1 0 1 0 0,1 0-1 0 0,0 0 1 0 0,-1 1-1 0 0,1 2 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29 218 3700 0 0,'-18'0'-185'0'0,"8"-2"414"0"0,9-1 710 0 0,19-5-910 0 0,1 1 0 0 0,0 0 0 0 0,0 2 0 0 0,1 0 0 0 0,-1 1 0 0 0,38-2 0 0 0,-4-1-13 0 0,13-3 12 0 0,240-50 108 0 0,-300 59-126 0 0,-1-1 0 0 0,0 0 0 0 0,0 0 0 0 0,0 0 0 0 0,0-1 0 0 0,0 1 0 0 0,-1-1 0 0 0,1-1 0 0 0,7-6 0 0 0,-12 9-10 0 0,1 1-1 0 0,-1-1 1 0 0,0 0-1 0 0,1 0 0 0 0,-1 1 1 0 0,0-1-1 0 0,0 0 1 0 0,0 0-1 0 0,0 0 1 0 0,0 1-1 0 0,0-1 0 0 0,0 0 1 0 0,0 0-1 0 0,0 0 1 0 0,0 1-1 0 0,0-1 0 0 0,0 0 1 0 0,-1 0-1 0 0,1 1 1 0 0,0-1-1 0 0,-1 0 0 0 0,1 0 1 0 0,0 1-1 0 0,-1-1 1 0 0,1 0-1 0 0,-1 1 0 0 0,1-1 1 0 0,-1 0-1 0 0,1 1 1 0 0,-1-1-1 0 0,0 1 0 0 0,1-1 1 0 0,-1 1-1 0 0,0-1 1 0 0,1 1-1 0 0,-1 0 0 0 0,0-1 1 0 0,1 1-1 0 0,-2-1 1 0 0,-28-14-15 0 0,6 9-11 0 0,0 1 0 0 0,-1 1 0 0 0,1 1 0 0 0,-1 1-1 0 0,-27 2 1 0 0,48 0-16 0 0,-7 4 8 0 0,59 11 31 0 0,73 12 1 0 0,-36-9-4 0 0,-58-12 7 0 0,-13-3-18 0 0,1 0 1 0 0,-1 0-1 0 0,0 2 0 0 0,26 11 1 0 0,-39-15 24 0 0,-6 2 14 0 0,-32 14-543 0 0,0-2 0 0 0,-1-1 0 0 0,-61 13 0 0 0,85-24-371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4.8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3348 0 0,'0'0'-221'0'0,"6"-2"-553"0"0,7-1 736 0 0,12-4 74 0 0,-1 0 1 0 0,1-1-1 0 0,42-23 0 0 0,-61 28 11 0 0,0 0-1 0 0,-1-1 1 0 0,1 1-1 0 0,-1-1 1 0 0,0-1-1 0 0,0 1 1 0 0,0-1-1 0 0,-1 0 1 0 0,0 0-1 0 0,1 0 1 0 0,-2-1-1 0 0,1 1 1 0 0,-1-1-1 0 0,0 0 1 0 0,0 0-1 0 0,0 0 1 0 0,-1-1-1 0 0,0 1 1 0 0,0 0-1 0 0,1-13 1 0 0,-2 14-12 0 0,-1 0 3 0 0,1 0 1 0 0,0 0-1 0 0,-1 0 1 0 0,0 0 0 0 0,0 0-1 0 0,0 1 1 0 0,-1-1-1 0 0,0 0 1 0 0,1 0-1 0 0,-2 0 1 0 0,1 0-1 0 0,-4-7 1 0 0,4 11-39 0 0,-1 0 0 0 0,1 1-1 0 0,-1-1 1 0 0,1 0 0 0 0,-1 1 0 0 0,1 0-1 0 0,-1-1 1 0 0,1 1 0 0 0,-1 0 0 0 0,1 0-1 0 0,-1 0 1 0 0,1 0 0 0 0,-1 0 0 0 0,0 0 0 0 0,1 0-1 0 0,-1 0 1 0 0,1 1 0 0 0,-1-1 0 0 0,1 0-1 0 0,-1 1 1 0 0,-1 1 0 0 0,1-2 0 0 0,-9 5 4 0 0,0 1-1 0 0,1 0 0 0 0,0 0 1 0 0,0 1-1 0 0,0 0 1 0 0,1 1-1 0 0,0 0 0 0 0,0 1 1 0 0,1-1-1 0 0,0 2 0 0 0,1-1 1 0 0,0 1-1 0 0,1 0 1 0 0,-1 1-1 0 0,2-1 0 0 0,-5 13 1 0 0,9-21-3 0 0,1 0 1 0 0,-1 0-1 0 0,1 0 1 0 0,-1 0-1 0 0,1 0 1 0 0,0 0-1 0 0,-1 0 1 0 0,1 0-1 0 0,1 0 1 0 0,-1 0-1 0 0,0 0 1 0 0,0 0-1 0 0,1 1 1 0 0,-1-1-1 0 0,1 0 1 0 0,0 0-1 0 0,-1-1 1 0 0,1 1-1 0 0,0 0 1 0 0,0 0-1 0 0,2 2 1 0 0,0-1 5 0 0,0 0 0 0 0,0 0 0 0 0,0 0 0 0 0,0 0 0 0 0,1-1 1 0 0,-1 0-1 0 0,1 0 0 0 0,-1 0 0 0 0,1 0 0 0 0,5 2 0 0 0,7 1 16 0 0,0-1 0 0 0,0 0 0 0 0,0-1 0 0 0,23 1 0 0 0,-18-3-335 0 0,-1-2 0 0 0,1 0 0 0 0,0-1 0 0 0,0-2 0 0 0,32-8 0 0 0,-8-3-212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314 442 2996 0 0,'0'0'-73'0'0,"-9"-1"-132"0"0,-7 1 194 0 0,0 0 1 0 0,1 1-1 0 0,-1 1 0 0 0,1 0 1 0 0,0 1-1 0 0,0 1 1 0 0,0 1-1 0 0,0 0 1 0 0,-14 7-1 0 0,10-3 9 0 0,1 1 0 0 0,-24 17 0 0 0,36-24 2 0 0,1 1 0 0 0,0-1 0 0 0,0 1 0 0 0,1 1 0 0 0,-1-1 0 0 0,1 1-1 0 0,0 0 1 0 0,0 0 0 0 0,1 0 0 0 0,-1 0 0 0 0,1 0 0 0 0,-3 7 0 0 0,6-10 4 0 0,0 1 0 0 0,0-1 0 0 0,0 0-1 0 0,0 0 1 0 0,0 0 0 0 0,1 1 0 0 0,-1-1 0 0 0,0 0 0 0 0,1 0 0 0 0,0 0-1 0 0,-1 0 1 0 0,1 0 0 0 0,0 0 0 0 0,0 0 0 0 0,0 0 0 0 0,1 0 0 0 0,-1 0 0 0 0,0 0-1 0 0,1-1 1 0 0,-1 1 0 0 0,1-1 0 0 0,-1 1 0 0 0,1-1 0 0 0,0 1 0 0 0,0-1-1 0 0,-1 0 1 0 0,1 0 0 0 0,0 0 0 0 0,3 1 0 0 0,8 5 15 0 0,0-1 1 0 0,1 0-1 0 0,15 4 0 0 0,-21-8-8 0 0,12 5 35 0 0,0-1-1 0 0,1-1 1 0 0,0 0 0 0 0,0-2 0 0 0,0 0-1 0 0,0-2 1 0 0,0 0 0 0 0,24-3 0 0 0,-38 1-11 0 0,0 0 0 0 0,1-1 1 0 0,-1 1-1 0 0,0-1 0 0 0,0-1 1 0 0,-1 0-1 0 0,1 0 0 0 0,0 0 1 0 0,-1-1-1 0 0,0 1 0 0 0,0-2 1 0 0,0 1-1 0 0,0-1 0 0 0,0 1 0 0 0,-1-2 1 0 0,0 1-1 0 0,0-1 0 0 0,-1 1 1 0 0,0-1-1 0 0,0 0 0 0 0,0-1 1 0 0,0 1-1 0 0,-1-1 0 0 0,0 0 1 0 0,-1 1-1 0 0,4-14 0 0 0,6-38 78 0 0,-2 0 0 0 0,-3-1-1 0 0,-2 0 1 0 0,-3 0-1 0 0,-10-104 1 0 0,5 57-8 0 0,3 106-132 0 0,-1-2 2 0 0,1 2 23 0 0,0 0 0 0 0,0 0-1 0 0,0-1 1 0 0,1 1 0 0 0,-1 0 0 0 0,0 0 0 0 0,0 0 0 0 0,0 0 0 0 0,0 0 0 0 0,0 0 0 0 0,0-1 0 0 0,0 1-1 0 0,0 0 1 0 0,0 0 0 0 0,0 0 0 0 0,0 0 0 0 0,0 0 0 0 0,0-1 0 0 0,0 1 0 0 0,0 0 0 0 0,0 0 0 0 0,0 0-1 0 0,0 0 1 0 0,-1 0 0 0 0,1 0 0 0 0,0-1 0 0 0,0 1 0 0 0,0 0 0 0 0,0 0 0 0 0,0 0 0 0 0,0 0 0 0 0,0 0-1 0 0,0 0 1 0 0,0 0 0 0 0,-1-1 0 0 0,1 1 0 0 0,0 0 0 0 0,0 0 0 0 0,0 0 0 0 0,0 0 0 0 0,0 0 0 0 0,0 0 0 0 0,-1 0-1 0 0,1 0 1 0 0,0 0 0 0 0,0 0 0 0 0,0 0 0 0 0,0 0 0 0 0,0 0 0 0 0,0 0 0 0 0,-1 0 0 0 0,1 0 0 0 0,0 0-1 0 0,0 0 1 0 0,0 0 0 0 0,0 0 0 0 0,0 0 0 0 0,-1 0 0 0 0,1 0 0 0 0,0 0 0 0 0,0 0 0 0 0,0 0 0 0 0,0 0-1 0 0,-5 9 1 0 0,0-1 0 0 0,1 1 0 0 0,0 0 0 0 0,1 0 0 0 0,0 0 0 0 0,1 1 0 0 0,0-1 0 0 0,0 1 0 0 0,1-1 0 0 0,0 1 0 0 0,1 17 0 0 0,1-11 6 0 0,1-1 1 0 0,0 0 0 0 0,2 0 0 0 0,-1 0-1 0 0,2-1 1 0 0,0 1 0 0 0,8 13 0 0 0,-2-6 10 0 0,1-1 0 0 0,0 0 0 0 0,2-1 0 0 0,1-1 1 0 0,0 0-1 0 0,1-1 0 0 0,1 0 0 0 0,1-2 1 0 0,29 22-1 0 0,-25-23 10 0 0,0-1 0 0 0,1-1 0 0 0,0-1 1 0 0,1 0-1 0 0,1-2 0 0 0,0-1 0 0 0,0-2 1 0 0,0 0-1 0 0,1-1 0 0 0,32 2 0 0 0,-53-7-12 0 0,0-1 0 0 0,0-1 0 0 0,0 1 0 0 0,-1-1-1 0 0,1 1 1 0 0,0-2 0 0 0,0 1 0 0 0,-1 0 0 0 0,1-1 0 0 0,-1 0 0 0 0,1 0 0 0 0,-1 0-1 0 0,0-1 1 0 0,0 1 0 0 0,0-1 0 0 0,0 0 0 0 0,0 0 0 0 0,0 0 0 0 0,-1-1-1 0 0,0 1 1 0 0,0-1 0 0 0,0 0 0 0 0,0 0 0 0 0,0 0 0 0 0,-1 0 0 0 0,0-1-1 0 0,3-7 1 0 0,1-2 132 0 0,-1-1 0 0 0,-1 0 0 0 0,0 0-1 0 0,-1-1 1 0 0,-1 1 0 0 0,-1-1 0 0 0,0-18-1 0 0,0 40-122 0 0,1 1-1 0 0,-1-1 1 0 0,1 0-1 0 0,0 0 1 0 0,1 0-1 0 0,0 0 1 0 0,0 0 0 0 0,0 0-1 0 0,0-1 1 0 0,1 0-1 0 0,0 1 1 0 0,0-2-1 0 0,0 1 1 0 0,1 0-1 0 0,-1-1 1 0 0,1 0-1 0 0,7 5 1 0 0,-2-1-356 0 0,0-1 1 0 0,0-1-1 0 0,0 0 0 0 0,1 0 0 0 0,0-1 1 0 0,1 0-1 0 0,-1-1 0 0 0,1 0 1 0 0,-1-1-1 0 0,16 3 0 0 0,4-5-1256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45 4880 0 0,'-17'-10'128'0'0,"4"3"-8"0"0,-1 2-48 0 0,3 0 108 0 0,-3-2-27 0 0,3 2-97 0 0,3 0-152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46 2868 0 0,'0'0'-168'0'0,"-8"-25"216"0"0,15 9 700 0 0,-5 12-82 0 0,-2 7-71 0 0,2 42-255 0 0,15 25-292 0 0,4 0-1 0 0,42 99 0 0 0,-6-17-7 0 0,-56-150-211 0 0,0 1 0 0 0,-1-1 0 0 0,1 0 0 0 0,0 1 0 0 0,0-1 0 0 0,1 0 1 0 0,-1 1-1 0 0,0-1 0 0 0,1 0 0 0 0,-1 0 0 0 0,1 0 0 0 0,0 0 0 0 0,-1 0 0 0 0,3 1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39 264 3852 0 0,'-20'5'90'0'0,"1"-2"776"0"0,33-16-440 0 0,22-9-405 0 0,1 2 0 0 0,1 1 0 0 0,1 2 0 0 0,1 2 0 0 0,69-17 0 0 0,-16 4-169 0 0,170-58-2342 0 0,-213 66 1624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37 159 3408 0 0,'0'0'-86'0'0,"-22"-4"607"0"0,9 0 416 0 0,12 1 222 0 0,51-10-1064 0 0,1 3 1 0 0,1 2-1 0 0,85-2 0 0 0,-27 3-22 0 0,209-40 27 0 0,-318 47-121 0 0,0 0 0 0 0,1 0-1 0 0,-1 0 1 0 0,1 0-1 0 0,-1 0 1 0 0,0-1 0 0 0,1 1-1 0 0,-1 0 1 0 0,1-1 0 0 0,-1 1-1 0 0,0-1 1 0 0,0 0 0 0 0,1 1-1 0 0,-1-1 1 0 0,0 0-1 0 0,0 0 1 0 0,0 0 0 0 0,0 0-1 0 0,0 0 1 0 0,0 0 0 0 0,2-2-1 0 0,-4 2-21 0 0,0 0-1 0 0,1 0 0 0 0,-1 0 1 0 0,0 0-1 0 0,0 1 1 0 0,0-1-1 0 0,0 0 1 0 0,0 0-1 0 0,0 1 0 0 0,0-1 1 0 0,0 0-1 0 0,0 1 1 0 0,0-1-1 0 0,0 1 1 0 0,0 0-1 0 0,0-1 0 0 0,0 1 1 0 0,-3-1-1 0 0,-68-14-941 0 0,46 11 784 0 0,0 1 0 0 0,0 0 0 0 0,0 3 0 0 0,-1 0 0 0 0,1 1 0 0 0,-29 6 1 0 0,52-6 193 0 0,-1 0 1 0 0,1 0-1 0 0,0 1 0 0 0,0-1 1 0 0,0 1-1 0 0,0 0 1 0 0,0 0-1 0 0,0 0 1 0 0,0 0-1 0 0,0 0 1 0 0,1 1-1 0 0,0-1 1 0 0,-1 1-1 0 0,1 0 1 0 0,0 0-1 0 0,0 0 1 0 0,0 0-1 0 0,1 0 0 0 0,-1 0 1 0 0,1 0-1 0 0,-1 0 1 0 0,1 1-1 0 0,0-1 1 0 0,0 0-1 0 0,1 1 1 0 0,-1-1-1 0 0,1 1 1 0 0,0 4-1 0 0,-1 11-33 0 0,1 0 0 0 0,1 0 0 0 0,1 0-1 0 0,4 18 1 0 0,-3-21 34 0 0,112 548 169 0 0,-99-483-764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2360 0 0,'-1'0'42'0'0,"-1"0"0"0"0,1 0 0 0 0,0 0 0 0 0,-1 1 0 0 0,1-1 0 0 0,-1 0 0 0 0,1 1 0 0 0,0-1 0 0 0,-1 1 0 0 0,1-1 0 0 0,0 1 0 0 0,0 0 0 0 0,0 0 0 0 0,-1-1-1 0 0,1 1 1 0 0,0 0 0 0 0,0 0 0 0 0,0 0 0 0 0,0 0 0 0 0,0 0 0 0 0,1 1 0 0 0,-1-1 0 0 0,0 0 0 0 0,0 0 0 0 0,1 1 0 0 0,-1-1 0 0 0,1 0 0 0 0,-1 0 0 0 0,1 1 0 0 0,-1-1 0 0 0,1 1 0 0 0,0-1 0 0 0,0 0 0 0 0,0 2-1 0 0,0 4-22 0 0,1-1 0 0 0,1 1 0 0 0,-1-1-1 0 0,1 0 1 0 0,0 1 0 0 0,4 6-1 0 0,-1 0 46 0 0,11 28-604 0 0,2-1-1 0 0,46 76 1 0 0,-56-102-6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65 3736 0 0,'-3'-13'256'0'0,"0"1"-8"0"0,0 2 452 0 0,1 0-71 0 0,2 1-93 0 0,-3-1-604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8 179 3876 0 0,'-1'-2'-66'0'0,"-1"0"0"0"0,2-1 0 0 0,-1 1 0 0 0,0 0 0 0 0,0-1 0 0 0,1 1 0 0 0,-1 0 0 0 0,1-1 0 0 0,0 1 0 0 0,0-1 0 0 0,0 1 0 0 0,0-1 0 0 0,0 1 0 0 0,0-1 0 0 0,1 1 0 0 0,-1 0-1 0 0,2-5 1 0 0,18-47 355 0 0,-9 27 165 0 0,7-17 872 0 0,-17 43-1171 0 0,0-5-101 0 0,-1 6-51 0 0,1 0 0 0 0,-1 0 0 0 0,0 0 0 0 0,0 0 0 0 0,0 0 0 0 0,0 1 0 0 0,0-1 0 0 0,0 0 0 0 0,0 0 0 0 0,0 0 0 0 0,0 0 0 0 0,0 0 0 0 0,0 0 0 0 0,0 0 0 0 0,0 0-1 0 0,0 0 1 0 0,0 0 0 0 0,0 0 0 0 0,1 0 0 0 0,-1 0 0 0 0,0 0 0 0 0,0 0 0 0 0,0 0 0 0 0,0 0 0 0 0,0 0 0 0 0,0 0 0 0 0,0 0 0 0 0,0 0 0 0 0,0 0 0 0 0,0 0 0 0 0,0 0 0 0 0,0 0 0 0 0,0 0 0 0 0,1 0 0 0 0,-1 0 0 0 0,0 0 0 0 0,0 0 0 0 0,0 0 0 0 0,0 0 0 0 0,0-1 0 0 0,0 1 0 0 0,38 191 88 0 0,33 131-30 0 0,-66-302-37 0 0,1-1 0 0 0,1 1 0 0 0,1-1 1 0 0,1-1-1 0 0,1 0 0 0 0,0 0 0 0 0,1-1 1 0 0,1 0-1 0 0,14 15 0 0 0,-20-25-41 0 0,1 0 0 0 0,0-1 1 0 0,1 0-1 0 0,0 0 0 0 0,0 0 0 0 0,0-1 0 0 0,0-1 1 0 0,1 1-1 0 0,0-1 0 0 0,-1-1 0 0 0,2 0 0 0 0,-1 0 1 0 0,0-1-1 0 0,0 0 0 0 0,1 0 0 0 0,0-1 0 0 0,-1 0 1 0 0,1-1-1 0 0,-1 0 0 0 0,1-1 0 0 0,11-1 0 0 0,45-15-2106 0 0,-35 7 988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38 154 3864 0 0,'-3'0'64'0'0,"-1"0"0"0"0,1 0 0 0 0,0 0 0 0 0,0 0-1 0 0,0 0 1 0 0,0-1 0 0 0,0 1 0 0 0,0-1 0 0 0,0 0-1 0 0,-3-1 1 0 0,6 1-53 0 0,0 1-1 0 0,0 0 1 0 0,0-1 0 0 0,0 1-1 0 0,0 0 1 0 0,0-1-1 0 0,-1 1 1 0 0,1-1 0 0 0,0 1-1 0 0,0 0 1 0 0,0-1 0 0 0,0 1-1 0 0,0 0 1 0 0,1-1-1 0 0,-1 1 1 0 0,0-1 0 0 0,0 1-1 0 0,0 0 1 0 0,0-1-1 0 0,0 1 1 0 0,0 0 0 0 0,1-1-1 0 0,-1 1 1 0 0,0 0-1 0 0,0-1 1 0 0,0 1 0 0 0,1 0-1 0 0,-1 0 1 0 0,0-1 0 0 0,0 1-1 0 0,1 0 1 0 0,-1 0-1 0 0,0-1 1 0 0,1 1 0 0 0,-1 0-1 0 0,0 0 1 0 0,1 0-1 0 0,-1 0 1 0 0,0-1 0 0 0,1 1-1 0 0,-1 0 1 0 0,1 0-1 0 0,63-27 284 0 0,28 0-305 0 0,110-40-2605 0 0,-171 53 1783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9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25 123 3784 0 0,'-19'-115'1991'0'0,"18"114"-1893"0"0,0-5-3 0 0,1 6-90 0 0,0 0 1 0 0,0 0 0 0 0,0 0-1 0 0,0 0 1 0 0,0 0 0 0 0,0 0-1 0 0,0 0 1 0 0,0 0 0 0 0,0 0-1 0 0,0 0 1 0 0,0 0-1 0 0,0 0 1 0 0,0 0 0 0 0,-1 0-1 0 0,1 0 1 0 0,0 1 0 0 0,0-1-1 0 0,0 0 1 0 0,0 0 0 0 0,0 0-1 0 0,0 0 1 0 0,0 0-1 0 0,0 0 1 0 0,0 0 0 0 0,0 0-1 0 0,0 0 1 0 0,0 0 0 0 0,0 0-1 0 0,-1 0 1 0 0,1 0 0 0 0,0 0-1 0 0,0 0 1 0 0,0 0-1 0 0,0 0 1 0 0,0 0 0 0 0,0 0-1 0 0,0-1 1 0 0,0 1 0 0 0,0 0-1 0 0,-1 20 7 0 0,1 0 0 0 0,1 0 0 0 0,1-1 0 0 0,1 1 0 0 0,0-1-1 0 0,10 30 1 0 0,-3-5 23 0 0,1 8-12 0 0,1-1 0 0 0,3 0 0 0 0,2 0 0 0 0,34 67 0 0 0,-43-101-11 0 0,2-1 1 0 0,0 0-1 0 0,1-1 0 0 0,1 0 0 0 0,0 0 0 0 0,1-1 1 0 0,0-1-1 0 0,1 0 0 0 0,0-1 0 0 0,1-1 0 0 0,1 0 1 0 0,0-1-1 0 0,0-1 0 0 0,1 0 0 0 0,34 12 0 0 0,-35-15 4 0 0,1-2 0 0 0,-1 1 0 0 0,1-2 0 0 0,0 0 0 0 0,0-1 0 0 0,31-1-1 0 0,-38-2-7 0 0,-1 0-1 0 0,1-1 0 0 0,0 0 0 0 0,-1 0 0 0 0,1-1 1 0 0,-1 0-1 0 0,0-1 0 0 0,0 0 0 0 0,0-1 0 0 0,-1 0 1 0 0,1 0-1 0 0,-1 0 0 0 0,9-10 0 0 0,-7 7 1 0 0,-1-1 1 0 0,-1 0-1 0 0,0-1 0 0 0,0 0 0 0 0,-1 0 0 0 0,8-14 0 0 0,-12 17 10 0 0,1 0 0 0 0,-1 0 0 0 0,0 0 0 0 0,-1-1 0 0 0,0 1 0 0 0,0 0 0 0 0,0-1 0 0 0,-1 0 0 0 0,0 1 0 0 0,-1-1 0 0 0,0-12 0 0 0,0 19-17 0 0,-6-14 10 0 0,5 13-12 0 0,-1 1 1 0 0,0 0 0 0 0,1 0 0 0 0,-1 0-1 0 0,0 1 1 0 0,1-1 0 0 0,-1 0 0 0 0,0 1-1 0 0,0-1 1 0 0,0 1 0 0 0,1-1 0 0 0,-1 1-1 0 0,0 0 1 0 0,0 0 0 0 0,0 0 0 0 0,-3 0-1 0 0,-4 1-1 0 0,1 0 0 0 0,-1 1 0 0 0,0 0 0 0 0,1 0 0 0 0,-1 1 0 0 0,1 0 0 0 0,-15 8 0 0 0,20-10 3 0 0,1 0-1 0 0,-1 0 0 0 0,0 1 1 0 0,0-1-1 0 0,1 1 0 0 0,-1 0 1 0 0,1 0-1 0 0,0 0 0 0 0,-1 0 1 0 0,1 0-1 0 0,0 0 0 0 0,0 1 1 0 0,0-1-1 0 0,1 0 0 0 0,-1 1 1 0 0,1 0-1 0 0,-1-1 0 0 0,1 1 1 0 0,0 0-1 0 0,0 0 0 0 0,0 0 1 0 0,0 0-1 0 0,1 0 0 0 0,-1 0 1 0 0,1 0-1 0 0,-1 0 0 0 0,1 5 1 0 0,2-5 2 0 0,-1 1 1 0 0,0-1-1 0 0,1 0 1 0 0,0 0 0 0 0,0 0-1 0 0,0 0 1 0 0,0 0-1 0 0,0 0 1 0 0,1 0-1 0 0,-1-1 1 0 0,1 0 0 0 0,-1 1-1 0 0,1-1 1 0 0,0 0-1 0 0,0 0 1 0 0,0 0-1 0 0,0-1 1 0 0,5 3 0 0 0,69 23 38 0 0,-62-22-36 0 0,29 6-557 0 0,0-2 1 0 0,0-2 0 0 0,1-2-1 0 0,0-1 1 0 0,66-5-1 0 0,-42-1-1513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41 136 1104 0 0,'-39'17'1228'0'0,"37"-16"-717"0"0,7 0-477 0 0,32 2 51 0 0,0-2 1 0 0,0 0-1 0 0,-1-3 1 0 0,51-8-1 0 0,-5 1 3 0 0,3153-117 1342 0 0,-2703 135-1132 0 0,-435-15 745 0 0,-94 5-907 0 0,13-5 197 0 0,-7 2-3574 0 0,2 0 1706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 4256 0 0,'0'0'-191'0'0,"-10"2"22"0"0,6-2 116 0 0,8-3-294 0 0,18-6 324 0 0,0 1-1 0 0,1 1 0 0 0,0 1 1 0 0,0 0-1 0 0,0 2 0 0 0,0 1 1 0 0,1 1-1 0 0,0 1 0 0 0,34 3 1 0 0,-55-2 15 0 0,0 1 1 0 0,0-1 0 0 0,0 1 0 0 0,0 0-1 0 0,-1-1 1 0 0,1 1 0 0 0,0 1 0 0 0,0-1 0 0 0,-1 0-1 0 0,1 1 1 0 0,-1-1 0 0 0,1 1 0 0 0,3 3-1 0 0,-6-4 10 0 0,1 0 0 0 0,-1 1-1 0 0,0-1 1 0 0,1 0-1 0 0,-1 1 1 0 0,0-1-1 0 0,0 0 1 0 0,0 1 0 0 0,0-1-1 0 0,0 0 1 0 0,0 1-1 0 0,0-1 1 0 0,0 0 0 0 0,-1 1-1 0 0,1-1 1 0 0,0 0-1 0 0,-1 1 1 0 0,1-1 0 0 0,-1 0-1 0 0,0 0 1 0 0,1 0-1 0 0,-1 1 1 0 0,0-1-1 0 0,0 0 1 0 0,1 0 0 0 0,-1 0-1 0 0,0 0 1 0 0,0 0-1 0 0,0 0 1 0 0,-2 1 0 0 0,-79 72 132 0 0,9-7 41 0 0,72-67-168 0 0,0 1 0 0 0,0 0-1 0 0,0 0 1 0 0,0-1 0 0 0,1 1 0 0 0,-1 0 0 0 0,0 0-1 0 0,1 0 1 0 0,-1 0 0 0 0,1 0 0 0 0,-1 0 0 0 0,1 0 0 0 0,-1 0-1 0 0,1 0 1 0 0,0 1 0 0 0,-1-1 0 0 0,1 0 0 0 0,0 0-1 0 0,0 0 1 0 0,0 0 0 0 0,0 0 0 0 0,0 1 0 0 0,0-1 0 0 0,0 0-1 0 0,1 0 1 0 0,-1 0 0 0 0,1 2 0 0 0,0-2 0 0 0,0 1 1 0 0,0 0-1 0 0,1 0 1 0 0,-1-1-1 0 0,1 1 1 0 0,0 0-1 0 0,0-1 1 0 0,-1 0-1 0 0,1 1 1 0 0,0-1-1 0 0,0 0 1 0 0,0 0-1 0 0,3 1 1 0 0,9 3 16 0 0,0 0 0 0 0,1 0-1 0 0,19 2 1 0 0,-27-6-7 0 0,82 15 31 0 0,-51-11-20 0 0,-1 2 0 0 0,0 1 0 0 0,0 2 1 0 0,-1 2-1 0 0,53 24 0 0 0,-88-36-28 0 0,0 1 0 0 0,1 0 0 0 0,-1-1 0 0 0,0 1-1 0 0,1 0 1 0 0,-1 0 0 0 0,0 0 0 0 0,0 0 0 0 0,0 0-1 0 0,0 0 1 0 0,0 0 0 0 0,0 0 0 0 0,0 1 0 0 0,0-1 0 0 0,0 0-1 0 0,0 0 1 0 0,-1 1 0 0 0,1-1 0 0 0,0 1 0 0 0,-1-1-1 0 0,1 2 1 0 0,-1-1-1 0 0,0-1 0 0 0,-1 0 0 0 0,1 1-1 0 0,0-1 1 0 0,-1 0 0 0 0,1 1 0 0 0,-1-1 0 0 0,1 0 0 0 0,-1 0-1 0 0,0 0 1 0 0,1 0 0 0 0,-1 1 0 0 0,0-1 0 0 0,0 0-1 0 0,0 0 1 0 0,0 0 0 0 0,0-1 0 0 0,-2 3 0 0 0,-4 2 6 0 0,-1 0 0 0 0,0-1-1 0 0,-1 1 1 0 0,1-1 0 0 0,-12 3 0 0 0,-38 8 341 0 0,-1-1 0 0 0,-1-4 0 0 0,0-2 0 0 0,-79 0 0 0 0,37-2 411 0 0,99-5-747 0 0,1-1 0 0 0,0 1 1 0 0,-1-1-1 0 0,1 0 0 0 0,-1 0 0 0 0,1 0 1 0 0,-1 0-1 0 0,1-1 0 0 0,0 1 0 0 0,-1 0 1 0 0,1-1-1 0 0,0 0 0 0 0,-1 0 0 0 0,1 1 1 0 0,0-1-1 0 0,0 0 0 0 0,-1-1 0 0 0,1 1 1 0 0,0 0-1 0 0,0-1 0 0 0,-1-1 0 0 0,2 2-339 0 0,4-3-190 0 0,24-24-2021 0 0,-16 18 927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1055 147 4652 0 0,'-1'-4'-117'0'0,"-2"-1"96"0"0,1-1-1 0 0,-1 1 1 0 0,-1 0-1 0 0,1 0 0 0 0,-1 0 1 0 0,0 0-1 0 0,0 1 1 0 0,0 0-1 0 0,0 0 1 0 0,-1 0-1 0 0,0 0 1 0 0,-8-5-1 0 0,2 3 15 0 0,0 1 0 0 0,0 0 0 0 0,-1 0 0 0 0,1 2 0 0 0,-24-6 0 0 0,-2 4 36 0 0,0 1-1 0 0,-1 2 1 0 0,-45 4 0 0 0,50 0-11 0 0,0 2-1 0 0,0 2 1 0 0,1 1 0 0 0,-1 1 0 0 0,2 1 0 0 0,-1 2-1 0 0,2 2 1 0 0,0 0 0 0 0,0 2 0 0 0,-51 35 0 0 0,49-26 22 0 0,1 0 0 0 0,1 2 0 0 0,1 1 1 0 0,2 1-1 0 0,1 2 0 0 0,1 1 0 0 0,1 0 1 0 0,-34 63-1 0 0,53-84-34 0 0,1-1 0 0 0,0 1 0 0 0,0 0 0 0 0,1 0 0 0 0,0 0 0 0 0,1 0 0 0 0,0 1 1 0 0,0-1-1 0 0,2 1 0 0 0,-1-1 0 0 0,1 1 0 0 0,1-1 0 0 0,-1 1 0 0 0,2-1 0 0 0,0 0 0 0 0,0 1 0 0 0,1-1 1 0 0,0 0-1 0 0,0 0 0 0 0,1 0 0 0 0,1-1 0 0 0,6 12 0 0 0,-1-5 5 0 0,1-1 0 0 0,1 0 0 0 0,0 0 0 0 0,1-1 0 0 0,1-1 0 0 0,0 0 0 0 0,1-1-1 0 0,0-1 1 0 0,0 0 0 0 0,1-1 0 0 0,31 15 0 0 0,-5-9 13 0 0,0-2 0 0 0,0-1 0 0 0,2-2 0 0 0,-1-2 0 0 0,1-2 0 0 0,0-2 0 0 0,76-1 0 0 0,22-9 145 0 0,150-25 1 0 0,-226 22-9 0 0,0-3 0 0 0,-1-3 0 0 0,0-3 0 0 0,120-49 0 0 0,-158 54-105 0 0,0-2 1 0 0,-2 0 0 0 0,0-2-1 0 0,0-1 1 0 0,-2-1-1 0 0,0-1 1 0 0,-1-1-1 0 0,-1 0 1 0 0,-1-2-1 0 0,-1-1 1 0 0,0 0 0 0 0,-2-1-1 0 0,22-41 1 0 0,-30 47-19 0 0,-1 0 1 0 0,-1 0-1 0 0,0 0 1 0 0,-2-1-1 0 0,0 0 1 0 0,-1 0 0 0 0,0 0-1 0 0,-2-1 1 0 0,0 1-1 0 0,-2-1 1 0 0,-1-24-1 0 0,-1 33-13 0 0,0 0-1 0 0,0 0 1 0 0,-1 1-1 0 0,0-1 1 0 0,-1 1-1 0 0,0 0 1 0 0,0 0-1 0 0,-1 0 1 0 0,-1 0-1 0 0,0 1 1 0 0,0 0-1 0 0,0 0 1 0 0,-1 1-1 0 0,-1 0 1 0 0,0 0-1 0 0,0 0 1 0 0,0 1-1 0 0,-1 0 1 0 0,0 1-1 0 0,0 0 1 0 0,-18-8-1 0 0,-6 0 3 0 0,0 1-1 0 0,-2 3 0 0 0,1 0 1 0 0,-1 2-1 0 0,0 2 1 0 0,-1 1-1 0 0,1 2 1 0 0,-63 2-1 0 0,5 6-183 0 0,1 4 0 0 0,-108 25 0 0 0,27 10-531 0 0,149-36-98 0 0,0 1 0 0 0,1 1 0 0 0,0 1 0 0 0,-41 27 0 0 0,52-30-793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818 51 4608 0 0,'0'0'-69'0'0,"2"-1"43"0"0,3-4 22 0 0,-4 5 21 0 0,-1-1 0 0 0,1 1 0 0 0,0-1 0 0 0,-1 1 0 0 0,1-1 0 0 0,-1 1 0 0 0,1-1 0 0 0,-1 0 0 0 0,0 1 0 0 0,1-1 0 0 0,-1 0 0 0 0,0 1 0 0 0,1-1 0 0 0,-1 0 0 0 0,0 1 0 0 0,0-1 0 0 0,1 0 0 0 0,-1 1 0 0 0,0-1 0 0 0,0 0 0 0 0,0 0 0 0 0,0 1 0 0 0,0-1 0 0 0,0 0 0 0 0,0 0 0 0 0,0 1 0 0 0,-1-1 0 0 0,1 0 0 0 0,0 0 0 0 0,0 1 0 0 0,-1-1 0 0 0,1 0 0 0 0,0 1 1 0 0,-1-1-1 0 0,1 0 0 0 0,0 1 0 0 0,-1-1 0 0 0,1 1 0 0 0,-1-1 0 0 0,1 1 0 0 0,-1-1 0 0 0,1 1 0 0 0,-1-1 0 0 0,0 1 0 0 0,1-1 0 0 0,-1 1 0 0 0,0 0 0 0 0,1-1 0 0 0,-2 1 0 0 0,-30-13 316 0 0,16 12-300 0 0,0 0 0 0 0,0 1 0 0 0,0 1 0 0 0,0 1 1 0 0,1 0-1 0 0,-1 1 0 0 0,0 0 0 0 0,1 2 0 0 0,0 0 1 0 0,-23 11-1 0 0,-16 10-21 0 0,-72 47 0 0 0,91-52 0 0 0,-2 3-14 0 0,0 2 0 0 0,2 1-1 0 0,1 1 1 0 0,-51 56 0 0 0,67-63-3 0 0,1 0 0 0 0,0 1 0 0 0,2 0 0 0 0,1 1 0 0 0,0 1-1 0 0,2 0 1 0 0,1 1 0 0 0,-14 46 0 0 0,22-64 5 0 0,2 1-1 0 0,-1 0 1 0 0,1 0-1 0 0,1 0 1 0 0,-1 0 0 0 0,1-1-1 0 0,1 1 1 0 0,-1 0-1 0 0,1 0 1 0 0,1 0-1 0 0,-1 0 1 0 0,2-1-1 0 0,-1 1 1 0 0,1-1 0 0 0,3 9-1 0 0,0-7 2 0 0,-1 0 0 0 0,2-1 0 0 0,-1 1-1 0 0,1-1 1 0 0,0 0 0 0 0,1-1 0 0 0,0 0 0 0 0,0 0-1 0 0,0 0 1 0 0,11 5 0 0 0,5 1 2 0 0,0-1 0 0 0,0-1 0 0 0,1-1 0 0 0,0-2 0 0 0,1 0 0 0 0,0-2 0 0 0,0-1 0 0 0,30 3 1 0 0,2-5 8 0 0,0-2 1 0 0,0-3 0 0 0,0-2 0 0 0,77-16-1 0 0,-33-3 19 0 0,151-53-1 0 0,-200 58-15 0 0,-1-3 0 0 0,-1-3 0 0 0,90-55 0 0 0,-125 69-3 0 0,-2 0-1 0 0,1-1 1 0 0,-1-1 0 0 0,-1 0 0 0 0,0-1 0 0 0,-1 0 0 0 0,-1-1-1 0 0,0 0 1 0 0,0-1 0 0 0,-2 0 0 0 0,0-1 0 0 0,0 0 0 0 0,-2 0-1 0 0,0-1 1 0 0,-1 0 0 0 0,5-19 0 0 0,-10 28 10 0 0,1-1 0 0 0,-1 1 1 0 0,-1-1-1 0 0,0 0 0 0 0,0 1 0 0 0,-1-1 1 0 0,0 0-1 0 0,0 1 0 0 0,-1-1 0 0 0,0 1 1 0 0,-1-1-1 0 0,1 1 0 0 0,-8-14 0 0 0,4 12 4 0 0,-1 0-1 0 0,1 1 1 0 0,-2-1-1 0 0,1 2 0 0 0,-1-1 1 0 0,0 1-1 0 0,-1 0 1 0 0,0 1-1 0 0,-14-9 1 0 0,3 3 5 0 0,-2 2-1 0 0,1 1 1 0 0,-2 0 0 0 0,1 2 0 0 0,-1 0 0 0 0,0 2 0 0 0,-1 0 0 0 0,1 2 0 0 0,-34-3 0 0 0,19 6-44 0 0,0 1 1 0 0,0 2-1 0 0,1 2 1 0 0,-1 1-1 0 0,1 2 1 0 0,0 2-1 0 0,0 1 1 0 0,1 1-1 0 0,1 3 1 0 0,0 0-1 0 0,-43 26 1 0 0,71-35-254 0 0,0 0-1 0 0,0 0 1 0 0,1 1 0 0 0,-10 10 0 0 0,4-4-2420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3 193 4368 0 0,'9'-40'0'0'0,"-9"36"90"0"0,1 0 1 0 0,-1 0-1 0 0,1 0 0 0 0,0 0 0 0 0,0 0 0 0 0,0 0 0 0 0,1 0 1 0 0,3-6-1 0 0,-3-10 570 0 0,-5 10-217 0 0,-3 28-421 0 0,2-10-2 0 0,2 0 0 0 0,-1 0 0 0 0,1 1 0 0 0,0-1 0 0 0,1 1 0 0 0,-1 15 0 0 0,2-21-14 0 0,1 0-1 0 0,-1 0 1 0 0,1 0-1 0 0,0 0 1 0 0,0-1 0 0 0,0 1-1 0 0,0 0 1 0 0,0 0-1 0 0,1-1 1 0 0,-1 1-1 0 0,1-1 1 0 0,-1 1-1 0 0,1-1 1 0 0,0 0-1 0 0,0 0 1 0 0,0 0-1 0 0,1 0 1 0 0,-1 0 0 0 0,0 0-1 0 0,1 0 1 0 0,-1-1-1 0 0,1 1 1 0 0,0-1-1 0 0,-1 0 1 0 0,6 2-1 0 0,3 1 7 0 0,0-1 0 0 0,1 0 0 0 0,0 0 0 0 0,-1-1-1 0 0,1-1 1 0 0,0 0 0 0 0,0-1 0 0 0,0 0 0 0 0,0-1-1 0 0,-1 0 1 0 0,1 0 0 0 0,0-2 0 0 0,-1 1 0 0 0,1-2-1 0 0,-1 1 1 0 0,0-2 0 0 0,17-7 0 0 0,-15 5 11 0 0,-1 0 0 0 0,0-1 1 0 0,0 0-1 0 0,0 0 0 0 0,-1-2 0 0 0,-1 1 1 0 0,1-1-1 0 0,-2-1 0 0 0,1 0 0 0 0,-2 0 1 0 0,1-1-1 0 0,-1 0 0 0 0,-1 0 0 0 0,7-17 1 0 0,12-22 258 0 0,-24 50-278 0 0,-4 7-19 0 0,-6 37 18 0 0,2 1 0 0 0,2 0 1 0 0,2 0-1 0 0,1 1 0 0 0,3-1 0 0 0,11 66 1 0 0,0-40-298 0 0,-13-68-193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977 179 5336 0 0,'-81'-61'-521'0'0,"57"41"662"0"0,0 2-1 0 0,-1 1 1 0 0,-33-18-1 0 0,47 30-104 0 0,1 1 0 0 0,-1 0 0 0 0,0 0-1 0 0,0 1 1 0 0,-1 1 0 0 0,1 0 0 0 0,0 0 0 0 0,-1 1-1 0 0,1 1 1 0 0,-1 0 0 0 0,1 0 0 0 0,-17 4 0 0 0,0 2-22 0 0,0 1 0 0 0,0 2 1 0 0,1 1-1 0 0,1 1 0 0 0,0 1 1 0 0,0 1-1 0 0,1 2 1 0 0,1 0-1 0 0,1 2 0 0 0,-34 29 1 0 0,19-10 1 0 0,1 1 1 0 0,2 1-1 0 0,2 2 0 0 0,-55 87 1 0 0,80-115-17 0 0,1 1 1 0 0,0 1-1 0 0,1-1 1 0 0,1 1-1 0 0,0 0 1 0 0,1 0-1 0 0,0 1 0 0 0,1-1 1 0 0,1 1-1 0 0,-1 17 1 0 0,4-21 0 0 0,-1 0-1 0 0,1 0 1 0 0,1 0-1 0 0,0 0 1 0 0,0 0-1 0 0,1-1 1 0 0,0 1 0 0 0,1-1-1 0 0,0 0 1 0 0,1 0-1 0 0,0 0 1 0 0,1 0-1 0 0,0-1 1 0 0,8 10 0 0 0,-3-5 5 0 0,2-1 0 0 0,0 0 1 0 0,0 0-1 0 0,1-1 0 0 0,0-1 1 0 0,1 0-1 0 0,0-1 0 0 0,1-1 1 0 0,0-1-1 0 0,1 0 0 0 0,24 8 1 0 0,-16-9 14 0 0,1 0 0 0 0,-1-2 0 0 0,1-2 0 0 0,0 0 0 0 0,0-1 0 0 0,0-2 0 0 0,35-3 0 0 0,-6-5 20 0 0,0-2 1 0 0,-1-3 0 0 0,0-2 0 0 0,-1-2 0 0 0,0-2 0 0 0,91-50 0 0 0,-109 50-25 0 0,-1-2 0 0 0,-1-2-1 0 0,-1-1 1 0 0,-1-1 0 0 0,-1-2 0 0 0,-2-1-1 0 0,28-33 1 0 0,-37 37 15 0 0,-1-1 0 0 0,-1 0-1 0 0,-2-2 1 0 0,0 1 0 0 0,-2-2 0 0 0,0 0-1 0 0,-2 0 1 0 0,-1-1 0 0 0,10-56-1 0 0,-18 76 50 0 0,-1 0-1 0 0,0-1 0 0 0,0 1 1 0 0,-1-1-1 0 0,-1 1 0 0 0,1 0 0 0 0,-5-18 1 0 0,4 24-63 0 0,0 0-1 0 0,0 1 1 0 0,0-1 0 0 0,0 1 0 0 0,0-1 0 0 0,0 1-1 0 0,-1-1 1 0 0,0 1 0 0 0,1 0 0 0 0,-1 0 0 0 0,0 0-1 0 0,0 0 1 0 0,0 0 0 0 0,0 0 0 0 0,0 0 0 0 0,-1 1-1 0 0,1-1 1 0 0,0 1 0 0 0,-1 0 0 0 0,1-1-1 0 0,-1 1 1 0 0,1 0 0 0 0,-1 0 0 0 0,0 1 0 0 0,0-1-1 0 0,1 1 1 0 0,-1-1 0 0 0,0 1 0 0 0,0 0 0 0 0,-3 0-1 0 0,-12 1-7 0 0,1 1-1 0 0,0 0 0 0 0,0 2 0 0 0,0 0 1 0 0,0 1-1 0 0,1 0 0 0 0,-1 1 0 0 0,-19 11 0 0 0,2 1-340 0 0,1 2-1 0 0,-50 38 0 0 0,76-53-142 0 0,-1 1 1 0 0,2 0 0 0 0,-1 1-1 0 0,1-1 1 0 0,0 1-1 0 0,-9 13 1 0 0,9-7-1724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0 5380 0 0,'-6'30'-510'0'0,"-6"-10"609"0"0,0-1-1 0 0,-20 24 1 0 0,15-22 83 0 0,-27 46 0 0 0,40-61-154 0 0,1 1-1 0 0,0-1 0 0 0,1 1 0 0 0,-1-1 1 0 0,1 1-1 0 0,1 0 0 0 0,-1 0 0 0 0,1 0 1 0 0,0 0-1 0 0,1 0 0 0 0,0 0 0 0 0,0 9 1 0 0,1-13-17 0 0,0 0 1 0 0,0 0-1 0 0,0 0 1 0 0,0 0-1 0 0,0 0 1 0 0,1-1-1 0 0,-1 1 1 0 0,1 0-1 0 0,0-1 1 0 0,-1 1-1 0 0,1-1 1 0 0,0 0-1 0 0,1 1 1 0 0,-1-1-1 0 0,0 0 1 0 0,1 0-1 0 0,-1-1 1 0 0,1 1-1 0 0,-1 0 1 0 0,1-1-1 0 0,0 1 1 0 0,0-1-1 0 0,5 1 1 0 0,4 2 16 0 0,0-1-1 0 0,0 0 1 0 0,0-1 0 0 0,20 1 0 0 0,14-2 26 0 0,0-2 0 0 0,0-1 0 0 0,47-10 0 0 0,133-38-45 0 0,-131 22-1101 0 0,-1-4-1 0 0,124-62 1 0 0,-167 69-300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33 398 2524 0 0,'0'0'530'0'0,"-5"-2"-414"0"0,-17-7-15 0 0,16 7 296 0 0,7-2-363 0 0,1-1 1 0 0,-1 1-1 0 0,1 0 1 0 0,-1-1-1 0 0,1 1 1 0 0,1 0-1 0 0,-1 0 1 0 0,1 0-1 0 0,-1 0 1 0 0,1 1-1 0 0,0-1 0 0 0,0 1 1 0 0,1 0-1 0 0,-1-1 1 0 0,1 1-1 0 0,-1 1 1 0 0,9-5-1 0 0,77-46 24 0 0,-86 51-49 0 0,86-38 11 0 0,2 3-1 0 0,1 4 1 0 0,2 5-1 0 0,96-17 1 0 0,-151 38 89 0 0,-36 7-63 0 0,-6 0-1 0 0,-84-3 82 0 0,58-1-99 0 0,0-1 0 0 0,0-1 0 0 0,-53-20 0 0 0,25 7-12 0 0,54 18-8 0 0,12 0-11 0 0,46-2 4 0 0,0 3 0 0 0,0 2 0 0 0,0 2 0 0 0,56 12 0 0 0,-108-16 11 0 0,0 1 1 0 0,0-1 0 0 0,0 1-1 0 0,0 0 1 0 0,0 0-1 0 0,0 0 1 0 0,0 0 0 0 0,0 1-1 0 0,-1-1 1 0 0,1 1 0 0 0,0 0-1 0 0,-1-1 1 0 0,1 1-1 0 0,-1 0 1 0 0,0 1 0 0 0,0-1-1 0 0,0 0 1 0 0,0 1 0 0 0,2 2-1 0 0,-3-3 11 0 0,-1 0 0 0 0,1 0-1 0 0,-1 0 1 0 0,0 0 0 0 0,0 0 0 0 0,0 0 0 0 0,0 0-1 0 0,0 1 1 0 0,0-1 0 0 0,0 0 0 0 0,-1 0-1 0 0,1 0 1 0 0,-1 0 0 0 0,0 0 0 0 0,1 0 0 0 0,-1 0-1 0 0,0 0 1 0 0,0-1 0 0 0,0 1 0 0 0,0 0-1 0 0,-1 0 1 0 0,1-1 0 0 0,0 1 0 0 0,-1-1-1 0 0,1 1 1 0 0,-1-1 0 0 0,0 1 0 0 0,-2 0 0 0 0,-9 12-38 0 0,-14 12 321 0 0,10-16-3276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5.4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78 4412 0 0,'-4'-11'-19'0'0,"1"1"173"0"0,-1 1-1 0 0,0 0 1 0 0,0 0 0 0 0,-9-14-1 0 0,12 22 49 0 0,1 1-183 0 0,0 0 0 0 0,0-1 0 0 0,0 1 0 0 0,0 0 0 0 0,0-1 1 0 0,-1 1-1 0 0,1 0 0 0 0,0 0 0 0 0,0-1 0 0 0,0 1 0 0 0,0 0 0 0 0,-1 0 0 0 0,1 0 0 0 0,0-1 0 0 0,0 1 0 0 0,-1 0 0 0 0,1 0 0 0 0,0 0 0 0 0,0-1 0 0 0,-1 1 1 0 0,1 0-1 0 0,0 0 0 0 0,0 0 0 0 0,-1 0 0 0 0,1 0 0 0 0,0 0 0 0 0,-1 0 0 0 0,1 0 0 0 0,0 0 0 0 0,0 0 0 0 0,-1 0 0 0 0,1 0 0 0 0,0 0 0 0 0,-1 0 0 0 0,1 0 1 0 0,0 0-1 0 0,-1 0 0 0 0,1 0 0 0 0,0 0 0 0 0,0 0 0 0 0,-1 0 0 0 0,1 0 0 0 0,0 1 0 0 0,0-1 0 0 0,-1 0 0 0 0,1 0 0 0 0,-3 5 1 0 0,0-1 0 0 0,1 1 1 0 0,-1-1-1 0 0,1 1 0 0 0,0-1 0 0 0,1 1 0 0 0,-1 0 0 0 0,1 0 0 0 0,0 0 0 0 0,0 0 0 0 0,0 0 0 0 0,1 0 0 0 0,0 0 1 0 0,0 6-1 0 0,11 88 136 0 0,-3-17-5 0 0,-9-57-127 0 0,-1 0 0 0 0,-11 46 1 0 0,13-69-407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669 111 4980 0 0,'-6'-8'-43'0'0,"0"1"-1"0"0,-1 0 1 0 0,1 1-1 0 0,-2 0 1 0 0,1 0 0 0 0,-1 0-1 0 0,1 1 1 0 0,-2 0-1 0 0,1 0 1 0 0,0 1-1 0 0,-1 0 1 0 0,0 1-1 0 0,0 0 1 0 0,0 0-1 0 0,0 1 1 0 0,-1 0-1 0 0,1 1 1 0 0,-15-1-1 0 0,11 2 88 0 0,0 0 1 0 0,-1 1-1 0 0,1 0 0 0 0,0 1 0 0 0,-1 1 0 0 0,1 0 1 0 0,0 1-1 0 0,1 0 0 0 0,-1 1 0 0 0,1 0 1 0 0,0 1-1 0 0,-20 14 0 0 0,-1 3 15 0 0,2 2-1 0 0,1 1 1 0 0,1 1-1 0 0,1 2 1 0 0,-27 37-1 0 0,41-49-26 0 0,2 1 1 0 0,0 0-1 0 0,1 1 1 0 0,1 0-1 0 0,1 1 0 0 0,1 0 1 0 0,1 0-1 0 0,0 1 0 0 0,1 0 1 0 0,2 0-1 0 0,-4 28 1 0 0,8-42-21 0 0,0 1 0 0 0,0 0 1 0 0,1 0-1 0 0,0 0 1 0 0,0-1-1 0 0,1 1 0 0 0,0 0 1 0 0,0-1-1 0 0,1 0 1 0 0,0 1-1 0 0,0-1 1 0 0,1 0-1 0 0,0-1 0 0 0,5 9 1 0 0,-1-5 9 0 0,0-1-1 0 0,1 0 1 0 0,0 0 0 0 0,0-1-1 0 0,1-1 1 0 0,0 1 0 0 0,0-1-1 0 0,16 7 1 0 0,-4-4 25 0 0,-1 0-1 0 0,1-2 1 0 0,1-1 0 0 0,-1-1-1 0 0,1 0 1 0 0,1-2 0 0 0,-1-1-1 0 0,0-1 1 0 0,27 0 0 0 0,-23-4-11 0 0,0 0 0 0 0,0-2 0 0 0,0-1 0 0 0,-1-1 0 0 0,0-1 0 0 0,0-1 0 0 0,0-2 0 0 0,-1 0 1 0 0,-1-2-1 0 0,0 0 0 0 0,0-2 0 0 0,40-32 0 0 0,-47 32-24 0 0,-1-1 0 0 0,0-1 0 0 0,-1 0 0 0 0,-1-1 0 0 0,-1-1 0 0 0,0 0 0 0 0,-1 0 0 0 0,-1-2 0 0 0,-1 1 0 0 0,-1-1 0 0 0,-1-1-1 0 0,0 0 1 0 0,-2 0 0 0 0,0 0 0 0 0,-1-1 0 0 0,2-28 0 0 0,-6 35 20 0 0,0 0-1 0 0,-1 0 0 0 0,0 1 0 0 0,-1-1 0 0 0,-1 0 1 0 0,0 0-1 0 0,-1 1 0 0 0,-8-25 0 0 0,7 31-4 0 0,1 0 0 0 0,-1 1 0 0 0,0-1 0 0 0,-1 1-1 0 0,0 0 1 0 0,0 0 0 0 0,-1 0 0 0 0,1 1 0 0 0,-1 0 0 0 0,-1 0 0 0 0,1 1-1 0 0,-1 0 1 0 0,0 0 0 0 0,0 0 0 0 0,-1 1 0 0 0,-9-5 0 0 0,-7 0-9 0 0,0 1 0 0 0,-1 1 0 0 0,0 0 0 0 0,0 2 1 0 0,0 2-1 0 0,-1 0 0 0 0,1 1 0 0 0,-1 2 0 0 0,0 0 1 0 0,1 2-1 0 0,-1 1 0 0 0,1 1 0 0 0,0 1 0 0 0,-37 12 0 0 0,51-11-196 0 0,-11 5-4204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63 279 4436 0 0,'0'-23'-583'0'0,"0"21"434"0"0,0 2-21 0 0,0 0 161 0 0,0 0 1 0 0,0-1-1 0 0,1 1 1 0 0,-1 0-1 0 0,0 0 1 0 0,0 0-1 0 0,0-1 0 0 0,0 1 1 0 0,0 0-1 0 0,0 0 1 0 0,0-1-1 0 0,0 1 1 0 0,0 0-1 0 0,0 0 0 0 0,0 0 1 0 0,0-1-1 0 0,-1 1 1 0 0,1 0-1 0 0,0 0 1 0 0,0 0-1 0 0,0-1 0 0 0,0 1 1 0 0,0 0-1 0 0,0 0 1 0 0,0 0-1 0 0,-1 0 1 0 0,1-1-1 0 0,0 1 0 0 0,0 0 1 0 0,0 0-1 0 0,0 0 1 0 0,0 0-1 0 0,-1 0 1 0 0,1 0-1 0 0,0-1 0 0 0,0 1 1 0 0,0 0-1 0 0,-1 0 1 0 0,1 0-1 0 0,0 0 1 0 0,0 0-1 0 0,0 0 0 0 0,-1 0 1 0 0,1 0-1 0 0,0 0 1 0 0,0 0-1 0 0,0 0 1 0 0,-1 0-1 0 0,1 0 0 0 0,0 0 1 0 0,0 0-1 0 0,-1 0 1 0 0,1 0-1 0 0,0 0 1 0 0,0 0-1 0 0,0 1 0 0 0,0-1 1 0 0,-1 0-1 0 0,-4 6 6 0 0,-1 1 0 0 0,1-1-1 0 0,1 1 1 0 0,-1 0-1 0 0,1 1 1 0 0,0-1 0 0 0,1 1-1 0 0,0-1 1 0 0,0 1 0 0 0,1 0-1 0 0,0 0 1 0 0,0 1 0 0 0,-1 15-1 0 0,0 2 28 0 0,2 0-1 0 0,0-1 0 0 0,5 41 0 0 0,9 3-28 0 0,-8-52 337 0 0,-1 1 0 0 0,-1 0 0 0 0,1 23 0 0 0,9-375 139 0 0,-7 231-399 0 0,-5 98-69 0 0,0-23 28 0 0,10-53 0 0 0,-10 73-32 0 0,1 1 0 0 0,0 0 0 0 0,1 0 0 0 0,0 0-1 0 0,0 0 1 0 0,0 1 0 0 0,1-1 0 0 0,-1 1 0 0 0,2-1 0 0 0,-1 1 0 0 0,1 1 0 0 0,6-7 0 0 0,-6 8 2 0 0,1 0 0 0 0,1 1-1 0 0,-1 0 1 0 0,0 0 0 0 0,1 0-1 0 0,0 1 1 0 0,-1-1 0 0 0,1 2 0 0 0,0-1-1 0 0,0 1 1 0 0,0 0 0 0 0,0 0-1 0 0,0 1 1 0 0,8 1 0 0 0,0-1-12 0 0,1 1 1 0 0,-1 1-1 0 0,0 0 1 0 0,30 9-1 0 0,-30-5 1 0 0,1 0 0 0 0,-2 2 1 0 0,27 15-1 0 0,-35-19 9 0 0,0 0 0 0 0,-1 1 0 0 0,1-1 0 0 0,-1 1 0 0 0,0 0 0 0 0,0 0 0 0 0,0 1 0 0 0,-1-1 0 0 0,0 1 0 0 0,0 0 0 0 0,5 10 0 0 0,-9-14 6 0 0,1 0-1 0 0,-1 0 0 0 0,1 0 1 0 0,-1 0-1 0 0,0-1 0 0 0,0 1 1 0 0,1 0-1 0 0,-1 0 0 0 0,-1 0 1 0 0,1 0-1 0 0,0 0 0 0 0,0-1 1 0 0,-1 1-1 0 0,1 0 1 0 0,-1 0-1 0 0,1 0 0 0 0,-1-1 1 0 0,0 1-1 0 0,0 0 0 0 0,-1 1 1 0 0,-1 1 3 0 0,0 0 0 0 0,0-1 0 0 0,0 1 1 0 0,0-1-1 0 0,-1 0 0 0 0,0 0 1 0 0,-7 5-1 0 0,-6 1 10 0 0,0-1 1 0 0,0 0-1 0 0,-20 5 1 0 0,33-12-17 0 0,-62 19 419 0 0,0-3-1 0 0,-80 10 1 0 0,144-27 122 0 0,12-1-495 0 0,6 0-36 0 0,-1 1 0 0 0,1 1 0 0 0,0 0 1 0 0,0 1-1 0 0,0 0 0 0 0,-1 2 1 0 0,0 0-1 0 0,1 0 0 0 0,23 12 0 0 0,-11-2-2 0 0,-1 2 0 0 0,-1 1 0 0 0,0 1 0 0 0,-2 1 0 0 0,0 1 0 0 0,-1 2 0 0 0,-1 0 0 0 0,-1 1 0 0 0,-1 1 0 0 0,-1 1 0 0 0,-1 1 0 0 0,18 34 0 0 0,-30-49-22 0 0,-3-4-29 0 0,0-1-1 0 0,1 0 1 0 0,0 0 0 0 0,0-1 0 0 0,6 7-1 0 0,-9-11-83 0 0,0-1-1 0 0,0 1 0 0 0,-1-1 0 0 0,1 0 0 0 0,0 1 1 0 0,0-1-1 0 0,0 0 0 0 0,0 0 0 0 0,0 0 0 0 0,-1 1 1 0 0,1-1-1 0 0,0 0 0 0 0,0 0 0 0 0,0 0 0 0 0,0 0 1 0 0,0-1-1 0 0,0 1 0 0 0,0 0 0 0 0,-1 0 0 0 0,1 0 1 0 0,0-1-1 0 0,0 1 0 0 0,0 0 0 0 0,1-2 0 0 0,21-6-1850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7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117 149 4940 0 0,'115'-76'-2553'0'0,"-108"72"2607"0"0,-1-1 1 0 0,0 1-1 0 0,0-1 1 0 0,0 0-1 0 0,-1-1 0 0 0,1 1 1 0 0,-2-1-1 0 0,1 0 1 0 0,4-6-1 0 0,-8 10 52 0 0,-21-11 188 0 0,11 13-251 0 0,0 0 0 0 0,-1 1 0 0 0,1 0 0 0 0,0 1 0 0 0,0 0 0 0 0,0 0 1 0 0,0 1-1 0 0,0 0 0 0 0,1 1 0 0 0,-1 0 0 0 0,1 0 0 0 0,0 0 0 0 0,0 1 0 0 0,0 1 0 0 0,-12 10 0 0 0,6-4 12 0 0,1 0 0 0 0,0 1-1 0 0,1 0 1 0 0,1 1 0 0 0,0 0-1 0 0,0 1 1 0 0,-12 23 0 0 0,21-34-38 0 0,0 0 0 0 0,0 0 0 0 0,1 0 0 0 0,-1 0 0 0 0,1 1-1 0 0,0-1 1 0 0,0 0 0 0 0,0 1 0 0 0,1-1 0 0 0,-1 0 0 0 0,1 1 0 0 0,0-1 0 0 0,0 1 0 0 0,1-1 0 0 0,0 0 0 0 0,-1 1 0 0 0,1-1 0 0 0,1 0 0 0 0,-1 1 0 0 0,0-1 0 0 0,1 0 0 0 0,0 0 0 0 0,0 0 0 0 0,0 0 0 0 0,1-1 0 0 0,0 1-1 0 0,-1-1 1 0 0,1 1 0 0 0,0-1 0 0 0,0 0 0 0 0,1 0 0 0 0,-1 0 0 0 0,1-1 0 0 0,-1 1 0 0 0,1-1 0 0 0,0 0 0 0 0,8 4 0 0 0,2 1-13 0 0,2-1 0 0 0,-1 0 0 0 0,1-2 0 0 0,0 1 1 0 0,0-2-1 0 0,0 0 0 0 0,0-1 0 0 0,0-1 0 0 0,21 0 0 0 0,-20-2-590 0 0,0-2 0 0 0,0 1 0 0 0,32-11 1 0 0,-18 3-359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8.4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42 3608 0 0,'-22'-33'-386'0'0,"22"31"462"0"0,4 28-4 0 0,8 111 724 0 0,-11-129-751 0 0,0 2 45 0 0,0 0 0 0 0,1 0 0 0 0,0 0 0 0 0,1 0 1 0 0,0 0-1 0 0,8 17 0 0 0,-10-25 71 0 0,-1-2-142 0 0,0 0 0 0 0,0 0 0 0 0,0 0 0 0 0,0 1 0 0 0,0-1 0 0 0,1 0 0 0 0,-1 0 0 0 0,0 0 0 0 0,0 0 0 0 0,0 0 0 0 0,0 1 1 0 0,1-1-1 0 0,-1 0 0 0 0,0 0 0 0 0,0 0 0 0 0,0 0 0 0 0,0 0 0 0 0,1 0 0 0 0,-1 0 0 0 0,0 0 0 0 0,0 0 0 0 0,0 0 0 0 0,1 1 0 0 0,-1-1 0 0 0,0 0 0 0 0,0 0 0 0 0,0 0 0 0 0,1 0 0 0 0,-1 0 0 0 0,0-1 0 0 0,0 1 0 0 0,0 0 0 0 0,1 0 0 0 0,-1 0 0 0 0,0 0 0 0 0,0 0 0 0 0,0 0 0 0 0,1 0 0 0 0,-1 0 0 0 0,0 0 0 0 0,0 0 1 0 0,0-1-1 0 0,0 1 0 0 0,1 0 0 0 0,-1 0 0 0 0,0 0 0 0 0,0 0 0 0 0,0 0 0 0 0,0-1 0 0 0,0 1 0 0 0,0 0 0 0 0,1 0 0 0 0,-1-17 102 0 0,-1 0 0 0 0,0-1 0 0 0,-5-19 0 0 0,4 23-78 0 0,-1 1-1 0 0,2-1 0 0 0,0 1 0 0 0,0-1 0 0 0,1 1 0 0 0,1-1 0 0 0,0 1 0 0 0,4-15 0 0 0,-4 26-41 0 0,0 0-1 0 0,-1-1 1 0 0,2 1 0 0 0,-1 0-1 0 0,0-1 1 0 0,0 1-1 0 0,1 0 1 0 0,-1 0 0 0 0,1 0-1 0 0,0 0 1 0 0,-1 0-1 0 0,1 1 1 0 0,0-1-1 0 0,0 1 1 0 0,0-1 0 0 0,1 1-1 0 0,-1-1 1 0 0,0 1-1 0 0,0 0 1 0 0,1 0 0 0 0,-1 0-1 0 0,0 1 1 0 0,1-1-1 0 0,-1 0 1 0 0,1 1-1 0 0,-1-1 1 0 0,1 1 0 0 0,0 0-1 0 0,-1 0 1 0 0,1 0-1 0 0,4 1 1 0 0,9 5-4 0 0,1 1-1 0 0,-2 1 1 0 0,1 0 0 0 0,-1 1-1 0 0,-1 1 1 0 0,1 0 0 0 0,-2 1-1 0 0,19 19 1 0 0,8 10-10 0 0,45 62 0 0 0,-83-99-19 0 0,1 0 0 0 0,-1 0 0 0 0,0 1 1 0 0,-1-1-1 0 0,1 0 0 0 0,-1 1 0 0 0,1-1 0 0 0,-1 1 0 0 0,0 0 1 0 0,1 5-1 0 0,-2-8-9 0 0,0 1 0 0 0,0 0 1 0 0,0-1-1 0 0,0 1 0 0 0,0 0 1 0 0,0-1-1 0 0,-1 1 0 0 0,1 0 1 0 0,0-1-1 0 0,-1 1 0 0 0,1-1 0 0 0,-1 1 1 0 0,0-1-1 0 0,1 1 0 0 0,-1-1 1 0 0,0 1-1 0 0,0-1 0 0 0,0 0 1 0 0,0 1-1 0 0,0-1 0 0 0,0 0 1 0 0,-1 0-1 0 0,1 0 0 0 0,-2 1 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19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66 4840 0 0,'2'-1'-61'0'0,"0"0"0"0"0,0 0 0 0 0,-1 0 0 0 0,1 0-1 0 0,0 0 1 0 0,-1-1 0 0 0,1 1 0 0 0,-1-1 0 0 0,1 1 0 0 0,-1-1-1 0 0,0 1 1 0 0,0-1 0 0 0,0 0 0 0 0,1 1 0 0 0,-1-3-1 0 0,0 3 50 0 0,-1 0-1 0 0,0 0 0 0 0,0 0 0 0 0,0 0 0 0 0,1 0 0 0 0,-1 0 0 0 0,0 0 0 0 0,-1 0 1 0 0,1 0-1 0 0,0 0 0 0 0,0 0 0 0 0,0 0 0 0 0,-1 0 0 0 0,1 0 0 0 0,0 0 1 0 0,-1 0-1 0 0,1 0 0 0 0,-1 0 0 0 0,1 0 0 0 0,-1 0 0 0 0,1 0 0 0 0,-2 0 0 0 0,0-1 26 0 0,0 0 0 0 0,0 0 0 0 0,-1 0-1 0 0,1 1 1 0 0,-1-1 0 0 0,0 1 0 0 0,1 0-1 0 0,-1 0 1 0 0,0 0 0 0 0,0 0 0 0 0,0 0-1 0 0,1 0 1 0 0,-1 1 0 0 0,0 0 0 0 0,0-1-1 0 0,0 1 1 0 0,0 0 0 0 0,0 0-1 0 0,0 1 1 0 0,0-1 0 0 0,-4 1 0 0 0,-6 2 39 0 0,0 1-1 0 0,0-1 1 0 0,1 2 0 0 0,-1 0 0 0 0,-13 7 0 0 0,22-9-31 0 0,-1-1-1 0 0,0 1 1 0 0,1 0 0 0 0,0 1 0 0 0,0-1-1 0 0,0 1 1 0 0,0 0 0 0 0,0 0 0 0 0,1 0-1 0 0,0 0 1 0 0,0 0 0 0 0,0 1 0 0 0,0 0-1 0 0,1-1 1 0 0,-1 1 0 0 0,-1 6 0 0 0,4-9-13 0 0,0 0-1 0 0,-1-1 1 0 0,1 1 0 0 0,0 0 0 0 0,0-1 0 0 0,0 1 0 0 0,0 0 0 0 0,0 0-1 0 0,0-1 1 0 0,1 1 0 0 0,-1 0 0 0 0,1-1 0 0 0,-1 1 0 0 0,1 0 0 0 0,-1-1-1 0 0,1 1 1 0 0,0-1 0 0 0,0 1 0 0 0,0-1 0 0 0,0 1 0 0 0,0-1 0 0 0,0 1-1 0 0,0-1 1 0 0,0 0 0 0 0,1 0 0 0 0,-1 0 0 0 0,0 0 0 0 0,1 0 0 0 0,-1 0-1 0 0,1 0 1 0 0,-1 0 0 0 0,1 0 0 0 0,0-1 0 0 0,-1 1 0 0 0,1-1 0 0 0,0 1-1 0 0,-1-1 1 0 0,1 0 0 0 0,1 1 0 0 0,5 0 6 0 0,0 1-1 0 0,0-1 1 0 0,0-1 0 0 0,0 1 0 0 0,0-1-1 0 0,0-1 1 0 0,10-1 0 0 0,3-3 17 0 0,1-2 0 0 0,23-9-1 0 0,29-9 399 0 0,-72 24-322 0 0,20 9-24 0 0,-18-5-66 0 0,0 0 0 0 0,1 0 0 0 0,-1 0 0 0 0,0 1 0 0 0,-1 0 0 0 0,1 0 0 0 0,-1 0 0 0 0,0 0 0 0 0,1 0 0 0 0,-2 1 0 0 0,4 4 0 0 0,-3-3 5 0 0,0 0 0 0 0,1-1-1 0 0,0 1 1 0 0,0-1 0 0 0,9 8 0 0 0,-9-10-189 0 0,0 1 0 0 0,-1-1 0 0 0,1-1 0 0 0,0 1 0 0 0,1-1 0 0 0,-1 1 0 0 0,0-1 0 0 0,1 0 0 0 0,-1-1 0 0 0,1 1 0 0 0,-1-1 0 0 0,1 0 0 0 0,0 0 0 0 0,0 0 0 0 0,0-1 0 0 0,8 0 0 0 0,3-4-1118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33 4020 0 0,'0'0'-169'0'0,"-38"-5"-200"0"0,35 5 391 0 0,1 0 0 0 0,-1 1-1 0 0,1-1 1 0 0,-1 1 0 0 0,1-1 0 0 0,0 1 0 0 0,-1 0 0 0 0,1 0 0 0 0,0 0 0 0 0,0 0 0 0 0,0 0 0 0 0,0 0 0 0 0,0 1 0 0 0,0-1 0 0 0,0 1-1 0 0,0-1 1 0 0,0 1 0 0 0,0 0 0 0 0,1 0 0 0 0,-3 2 0 0 0,1 2 47 0 0,-1 0 0 0 0,1-1 1 0 0,1 1-1 0 0,-1 0 0 0 0,1 1 0 0 0,0-1 0 0 0,-2 12 0 0 0,2-7 4 0 0,0 0 0 0 0,1 0-1 0 0,1 0 1 0 0,0 0 0 0 0,0 0-1 0 0,1 0 1 0 0,0 0 0 0 0,1 0-1 0 0,5 17 1 0 0,-4-20-6 0 0,0-1 0 0 0,0 0 0 0 0,1 0 0 0 0,-1 0 0 0 0,2-1 0 0 0,-1 1 0 0 0,1-1 0 0 0,-1 0 0 0 0,2 0 0 0 0,6 6 0 0 0,-11-12 362 0 0,0-26-286 0 0,-2 14-93 0 0,-1 1 0 0 0,0 0 0 0 0,-8-21 0 0 0,-3-16 34 0 0,6 15-50 0 0,5 21-20 0 0,-1-1-1 0 0,1 0 1 0 0,1 0 0 0 0,1 1 0 0 0,-1-1 0 0 0,3-17 0 0 0,-1 27-14 0 0,-1 0-1 0 0,1 0 1 0 0,0 1-1 0 0,-1-1 1 0 0,1 0-1 0 0,0 1 1 0 0,1-1 0 0 0,-1 1-1 0 0,0-1 1 0 0,1 1-1 0 0,-1 0 1 0 0,1-1-1 0 0,2-1 1 0 0,-3 3-19 0 0,16 0-27 0 0,-10 4 42 0 0,0-1 0 0 0,0 1 0 0 0,-1 1 0 0 0,1-1 0 0 0,-1 1 1 0 0,0 0-1 0 0,0 1 0 0 0,10 8 0 0 0,44 53-18 0 0,-43-46 30 0 0,-1-1 0 0 0,29 23-1 0 0,16 9 120 0 0,-60-50 38 0 0,-3 0-160 0 0,0-1 1 0 0,0 1-1 0 0,-1-1 0 0 0,1 0 0 0 0,0 0 0 0 0,0 0 0 0 0,-1 0 1 0 0,1 0-1 0 0,0 0 0 0 0,-3-2 0 0 0,0 2 36 0 0,0-1-1 0 0,0 0 1 0 0,0 0 0 0 0,0 0-1 0 0,0 0 1 0 0,1-1-1 0 0,-1 0 1 0 0,1 0 0 0 0,-1-1-1 0 0,1 1 1 0 0,0-1 0 0 0,-6-4-1 0 0,-5-3 187 0 0,14 10-219 0 0,1-1 0 0 0,-1 1 0 0 0,0 0 0 0 0,1-1 0 0 0,-1 1 0 0 0,0-1 0 0 0,1 0-1 0 0,-1 1 1 0 0,1-1 0 0 0,-1 1 0 0 0,1-1 0 0 0,-1 0 0 0 0,1 0 0 0 0,-1 1 0 0 0,1-1 0 0 0,0 0-1 0 0,0 0 1 0 0,-1 1 0 0 0,1-1 0 0 0,0 0 0 0 0,0 0 0 0 0,0 0 0 0 0,0 1 0 0 0,0-1 0 0 0,0 0-1 0 0,0 0 1 0 0,0 0 0 0 0,0 0 0 0 0,13-24 124 0 0,27-12-1 0 0,-23 25-112 0 0,1 1 0 0 0,0 1 1 0 0,1 0-1 0 0,0 1 1 0 0,1 2-1 0 0,0 0 0 0 0,0 0 1 0 0,0 2-1 0 0,1 1 0 0 0,36-3 1 0 0,-50 6-22 0 0,1 0 1 0 0,-1 1 0 0 0,1 1 0 0 0,-1-1 0 0 0,1 1 0 0 0,-1 1 0 0 0,1-1 0 0 0,-1 1 0 0 0,0 0-1 0 0,0 1 1 0 0,0 0 0 0 0,0 0 0 0 0,0 0 0 0 0,-1 1 0 0 0,1 0 0 0 0,-1 0 0 0 0,0 1 0 0 0,0 0-1 0 0,-1 0 1 0 0,1 0 0 0 0,-1 1 0 0 0,0-1 0 0 0,-1 1 0 0 0,1 0 0 0 0,-1 1 0 0 0,0-1-1 0 0,-1 1 1 0 0,0 0 0 0 0,0 0 0 0 0,0 0 0 0 0,-1 0 0 0 0,3 12 0 0 0,13 117-20 0 0,-18-136-27 0 0,0 1 0 0 0,0-1 0 0 0,0 1 1 0 0,1-1-1 0 0,-1 0 0 0 0,0 1 0 0 0,0-1 0 0 0,0 0 0 0 0,0 1 0 0 0,1-1 0 0 0,-1 0 0 0 0,0 1 1 0 0,0-1-1 0 0,1 0 0 0 0,-1 0 0 0 0,0 1 0 0 0,1-1 0 0 0,-1 0 0 0 0,0 0 0 0 0,1 1 1 0 0,-1-1-1 0 0,0 0 0 0 0,1 0 0 0 0,-1 0 0 0 0,0 0 0 0 0,1 0 0 0 0,-1 1 0 0 0,1-1 0 0 0,-1 0 1 0 0,0 0-1 0 0,1 0 0 0 0,-1 0 0 0 0,0 0 0 0 0,1 0 0 0 0,-1 0 0 0 0,1 0 0 0 0,-1-1 0 0 0,0 1 1 0 0,1 0-1 0 0,-1 0 0 0 0,0 0 0 0 0,1 0 0 0 0,0-1 0 0 0,15-8-2355 0 0,-14 7 2418 0 0,16-8-2256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0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77 132 5288 0 0,'42'-31'-1954'0'0,"-20"12"2389"0"0,-1 0 0 0 0,22-26-1 0 0,-43 44-414 0 0,0 1-1 0 0,1 0 0 0 0,-1-1 0 0 0,0 1 0 0 0,0 0 0 0 0,1-1 0 0 0,-1 1 0 0 0,0-1 0 0 0,0 1 0 0 0,0 0 0 0 0,0-1 0 0 0,1 1 1 0 0,-1-1-1 0 0,0 1 0 0 0,0-1 0 0 0,0 1 0 0 0,0-1 0 0 0,0 1 0 0 0,0 0 0 0 0,0-1 0 0 0,0 1 0 0 0,0-1 0 0 0,-1 1 1 0 0,1-1-1 0 0,0 1 0 0 0,0 0 0 0 0,0-1 0 0 0,0 1 0 0 0,-1-1 0 0 0,1 1 0 0 0,0 0 0 0 0,0-1 0 0 0,-1 1 0 0 0,1 0 0 0 0,0-1 1 0 0,-1 1-1 0 0,1 0 0 0 0,0-1 0 0 0,-1 1 0 0 0,1 0 0 0 0,0 0 0 0 0,-1 0 0 0 0,1-1 0 0 0,0 1 0 0 0,-1 0 0 0 0,1 0 1 0 0,-1 0-1 0 0,1 0 0 0 0,-1 0 0 0 0,1-1 0 0 0,0 1 0 0 0,-1 0 0 0 0,1 0 0 0 0,-1 0 0 0 0,1 0 0 0 0,-1 0 0 0 0,1 1 1 0 0,-1-1-1 0 0,0 0 0 0 0,-28 1 230 0 0,15 2-102 0 0,0 1 1 0 0,0 0 0 0 0,1 1 0 0 0,0 0 0 0 0,-17 10-1 0 0,25-12-108 0 0,0-1-1 0 0,0 1 1 0 0,1 0 0 0 0,-1 1-1 0 0,1-1 1 0 0,0 1-1 0 0,0 0 1 0 0,1 0-1 0 0,-1 0 1 0 0,1 0-1 0 0,-1 1 1 0 0,1-1 0 0 0,1 1-1 0 0,-1 0 1 0 0,1 0-1 0 0,0 0 1 0 0,-2 6-1 0 0,4-9-25 0 0,0 0 1 0 0,0 0-1 0 0,0 0 0 0 0,0 1 0 0 0,1-1 0 0 0,-1 0 0 0 0,1 0 0 0 0,0 0 0 0 0,-1 0 0 0 0,1 0 1 0 0,0 0-1 0 0,0 0 0 0 0,0 0 0 0 0,1 0 0 0 0,-1 0 0 0 0,0 0 0 0 0,1-1 0 0 0,-1 1 0 0 0,1 0 1 0 0,-1-1-1 0 0,1 1 0 0 0,0-1 0 0 0,0 0 0 0 0,0 0 0 0 0,0 0 0 0 0,0 0 0 0 0,0 0 0 0 0,0 0 1 0 0,0 0-1 0 0,2 0 0 0 0,11 5 36 0 0,1-1-1 0 0,29 6 1 0 0,-39-10-34 0 0,37 7-88 0 0,1-3 0 0 0,0-2 0 0 0,-1-1 0 0 0,48-5 0 0 0,-12-4-1972 0 0,104-23 0 0 0,-105 11 175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1 561 4804 0 0,'0'0'-278'0'0,"0"-4"168"0"0,1-20 154 0 0,2 0 0 0 0,0 1 1 0 0,2 0-1 0 0,0 0 0 0 0,2 0 0 0 0,0 1 0 0 0,1-1 0 0 0,2 2 0 0 0,0-1 0 0 0,1 2 0 0 0,2-1 0 0 0,0 2 0 0 0,0-1 0 0 0,2 2 0 0 0,1 0 0 0 0,0 1 0 0 0,1 0 0 0 0,1 2 0 0 0,0 0 0 0 0,1 1 0 0 0,33-19 0 0 0,2 6-21 0 0,-39 21 49 0 0,0-1 0 0 0,-1-1 1 0 0,0-1-1 0 0,20-14 0 0 0,-32 21-30 0 0,-2 2-165 0 0,1-1 0 0 0,-1 0 0 0 0,1 0 0 0 0,-1 1 1 0 0,0-1-1 0 0,1 0 0 0 0,-1 0 0 0 0,0 1 0 0 0,1-1 0 0 0,-1 0 0 0 0,0 0 0 0 0,0 0 0 0 0,0 0 0 0 0,0 0 0 0 0,0 1 0 0 0,0-1 0 0 0,0 0 0 0 0,0 0 0 0 0,0 0 0 0 0,0 0 0 0 0,-1 0 1 0 0,1 0-1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4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3876 0 0,'149'1'-1047'0'0,"-108"3"1103"0"0,0 2-1 0 0,0 1 1 0 0,0 2 0 0 0,49 19 0 0 0,-88-27-33 0 0,0-1-1 0 0,-1 1 1 0 0,1 0 0 0 0,0-1 0 0 0,0 1 0 0 0,-1 0 0 0 0,1 0 0 0 0,-1 0 0 0 0,1 0 0 0 0,-1 0 0 0 0,1 1-1 0 0,-1-1 1 0 0,0 0 0 0 0,0 1 0 0 0,1-1 0 0 0,-1 1 0 0 0,0-1 0 0 0,0 1 0 0 0,-1 0 0 0 0,1-1 0 0 0,0 1 0 0 0,0 0-1 0 0,-1-1 1 0 0,1 3 0 0 0,-1-1 6 0 0,0-1 0 0 0,-1 1 0 0 0,1 0 0 0 0,-1-1 0 0 0,1 1 0 0 0,-1-1 0 0 0,0 1-1 0 0,0-1 1 0 0,0 0 0 0 0,0 1 0 0 0,-1-1 0 0 0,1 0 0 0 0,-1 0 0 0 0,1 1 0 0 0,-3 1 0 0 0,-9 9 111 0 0,0 0 1 0 0,-1-1 0 0 0,-28 19 0 0 0,33-24-101 0 0,-32 20 156 0 0,-24 19-646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5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26 110 3488 0 0,'-13'-7'-128'0'0,"12"7"141"0"0,0 0 0 0 0,1 0 0 0 0,-1 0 1 0 0,1-1-1 0 0,-1 1 0 0 0,0 0 0 0 0,1-1 0 0 0,-1 1 1 0 0,1-1-1 0 0,-1 1 0 0 0,1 0 0 0 0,-1-1 0 0 0,1 1 1 0 0,-1-1-1 0 0,1 1 0 0 0,-1-1 0 0 0,1 0 1 0 0,0 1-1 0 0,-1-1 0 0 0,1 1 0 0 0,0-1 0 0 0,0 0 1 0 0,-1 1-1 0 0,1-1 0 0 0,0 0 0 0 0,0 1 1 0 0,0-1-1 0 0,0 0 0 0 0,0 1 0 0 0,0-1 0 0 0,0 0 1 0 0,0 1-1 0 0,0-1 0 0 0,0 0 0 0 0,0 1 0 0 0,1-1 1 0 0,-1 0-1 0 0,1-2 1 0 0,1 1-1 0 0,0 0 1 0 0,0 0 0 0 0,-1 0-1 0 0,1 0 1 0 0,0 0 0 0 0,0 1-1 0 0,1-1 1 0 0,-1 0 0 0 0,3-1-1 0 0,64-28 89 0 0,-51 24-80 0 0,1 0-1 0 0,30-4 1 0 0,-45 10-23 0 0,1 0-1 0 0,-1 0 1 0 0,0 1 0 0 0,1-1 0 0 0,-1 1 0 0 0,1 0 0 0 0,-1 1-1 0 0,0-1 1 0 0,1 1 0 0 0,-1 0 0 0 0,0 0 0 0 0,0 0 0 0 0,1 0-1 0 0,-1 1 1 0 0,0 0 0 0 0,0 0 0 0 0,7 4 0 0 0,-10-4 2 0 0,1 0 1 0 0,-1 0-1 0 0,0 0 0 0 0,0 0 1 0 0,0 0-1 0 0,0 0 1 0 0,0 0-1 0 0,0 1 1 0 0,0-1-1 0 0,-1 0 1 0 0,1 0-1 0 0,-1 1 0 0 0,1-1 1 0 0,-1 0-1 0 0,0 1 1 0 0,0-1-1 0 0,0 0 1 0 0,0 1-1 0 0,-1-1 1 0 0,1 0-1 0 0,-1 1 0 0 0,1-1 1 0 0,-1 0-1 0 0,0 1 1 0 0,0-1-1 0 0,0 0 1 0 0,-2 3-1 0 0,-4 10 27 0 0,-1-1 0 0 0,-18 25 0 0 0,15-24 12 0 0,-26 32 148 0 0,-6 11 480 0 0,42-58-659 0 0,1 1 0 0 0,0-1 0 0 0,0 1 0 0 0,0-1 0 0 0,0 0 0 0 0,0 1 0 0 0,-1-1 0 0 0,1 1 0 0 0,0-1 0 0 0,0 1 0 0 0,0-1 0 0 0,0 1 0 0 0,0-1 0 0 0,1 0 0 0 0,-1 1 0 0 0,0-1 0 0 0,0 1 0 0 0,0-1 0 0 0,0 1 0 0 0,0-1 0 0 0,1 0 0 0 0,-1 1 0 0 0,0-1 0 0 0,0 1 0 0 0,1-1 0 0 0,-1 0 0 0 0,0 1 0 0 0,0-1 0 0 0,1 0 0 0 0,-1 1 0 0 0,0-1 0 0 0,1 0-1 0 0,-1 0 1 0 0,1 1 0 0 0,-1-1 0 0 0,0 0 0 0 0,1 0 0 0 0,-1 0 0 0 0,1 0 0 0 0,-1 1 0 0 0,0-1 0 0 0,1 0 0 0 0,-1 0 0 0 0,1 0 0 0 0,-1 0 0 0 0,1 0 0 0 0,-1 0 0 0 0,1 0 0 0 0,0 0 0 0 0,26 1 16 0 0,-25-1 10 0 0,98-4 177 0 0,148-28 0 0 0,-71 7 467 0 0,-176 25-692 0 0,-1 0 1 0 0,1 0-1 0 0,-1 0 1 0 0,0 0-1 0 0,1 0 1 0 0,-1 0-1 0 0,0 0 1 0 0,1 0-1 0 0,-1 0 1 0 0,0 0-1 0 0,1 0 0 0 0,-1 0 1 0 0,1 0-1 0 0,-1 0 1 0 0,0 0-1 0 0,1-1 1 0 0,-1 1-1 0 0,0 0 1 0 0,0 0-1 0 0,1 0 1 0 0,-1-1-1 0 0,0 1 0 0 0,1 0 1 0 0,-1 0-1 0 0,0-1 1 0 0,0 1-1 0 0,1 0 1 0 0,-1 0-1 0 0,0-1 1 0 0,0 1-1 0 0,0 0 1 0 0,0-1-1 0 0,1 1 1 0 0,-1 0-1 0 0,0-1 0 0 0,0 1 1 0 0,0 0-1 0 0,0-1 1 0 0,0 1-1 0 0,0-1 1 0 0,0 1-1 0 0,0 0 1 0 0,0-1-1 0 0,0 1 1 0 0,0 0-1 0 0,0-1 0 0 0,0 1 1 0 0,0 0-1 0 0,0-1 1 0 0,-1 1-1 0 0,1 0 1 0 0,0-1-1 0 0,-11-14-2549 0 0,10 14 2199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6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841 100 4168 0 0,'-4'-7'-39'0'0,"0"0"-1"0"0,-1 0 1 0 0,1 1-1 0 0,-1-1 1 0 0,-1 1-1 0 0,1 0 1 0 0,-1 1-1 0 0,0 0 1 0 0,-1 0-1 0 0,1 0 1 0 0,-1 1-1 0 0,0-1 1 0 0,0 2-1 0 0,0-1 1 0 0,-1 1-1 0 0,1 0 1 0 0,-1 1-1 0 0,-10-3 1 0 0,4 3 52 0 0,1 0 1 0 0,-1 1-1 0 0,0 1 1 0 0,0 0 0 0 0,0 1-1 0 0,0 1 1 0 0,0 0-1 0 0,0 1 1 0 0,-25 8 0 0 0,-9 7 22 0 0,2 2 1 0 0,1 2 0 0 0,1 2-1 0 0,0 3 1 0 0,2 0 0 0 0,2 3-1 0 0,0 2 1 0 0,-40 41 0 0 0,66-60 2 0 0,1 1 1 0 0,1 1 0 0 0,0 0-1 0 0,0 1 1 0 0,2 0 0 0 0,0 1-1 0 0,-14 33 1 0 0,21-42-22 0 0,1 0 1 0 0,-1 0-1 0 0,1 0 1 0 0,1 1 0 0 0,0-1-1 0 0,0 0 1 0 0,0 1-1 0 0,1-1 1 0 0,1 1-1 0 0,-1-1 1 0 0,1 1-1 0 0,1-1 1 0 0,-1 1 0 0 0,2-1-1 0 0,-1 0 1 0 0,1 0-1 0 0,0 0 1 0 0,1-1-1 0 0,-1 1 1 0 0,8 10-1 0 0,5 2 22 0 0,0 0 0 0 0,2-1-1 0 0,0-1 1 0 0,1 0-1 0 0,0-2 1 0 0,1 0 0 0 0,1-1-1 0 0,1-1 1 0 0,0-1-1 0 0,1-1 1 0 0,0-2 0 0 0,35 13-1 0 0,-2-5 232 0 0,1-2-1 0 0,1-3 0 0 0,0-2 1 0 0,79 4-1 0 0,-118-14-136 0 0,-1-1 0 0 0,0 0-1 0 0,0-2 1 0 0,1 0 0 0 0,-1-1-1 0 0,0-1 1 0 0,-1 0-1 0 0,1-1 1 0 0,-1-2 0 0 0,0 1-1 0 0,0-2 1 0 0,-1 0 0 0 0,0-1-1 0 0,0-1 1 0 0,-1 0 0 0 0,-1-1-1 0 0,1-1 1 0 0,-2 0 0 0 0,0-1-1 0 0,0 0 1 0 0,10-15 0 0 0,0-1-53 0 0,-2 0 1 0 0,-1-1 0 0 0,-2 0 0 0 0,-1-2 0 0 0,19-49 0 0 0,-28 60-56 0 0,-1 0 0 0 0,0-1 0 0 0,-2 0 0 0 0,-1-1 0 0 0,0 1 0 0 0,-2-1 0 0 0,0 1 0 0 0,-2-1 0 0 0,-4-40 0 0 0,3 55-28 0 0,-1 1 1 0 0,0-1-1 0 0,-1 0 0 0 0,0 1 1 0 0,0 0-1 0 0,0-1 0 0 0,-1 1 1 0 0,0 1-1 0 0,0-1 1 0 0,-1 0-1 0 0,1 1 0 0 0,-2 0 1 0 0,1 0-1 0 0,-1 1 0 0 0,1-1 1 0 0,-2 1-1 0 0,1 1 1 0 0,0-1-1 0 0,-1 1 0 0 0,0 0 1 0 0,0 0-1 0 0,0 1 0 0 0,-1 0 1 0 0,1 0-1 0 0,-1 1 0 0 0,-12-3 1 0 0,-18-2-21 0 0,0 2 0 0 0,-1 1 1 0 0,0 3-1 0 0,-47 2 0 0 0,30 0-10 0 0,16 1-113 0 0,27-1-740 0 0,0 0 1 0 0,0-1-1 0 0,-25-3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94 275 5801 0 0,'-51'-70'-488'0'0,"50"69"569"0"0,-6-9 59 0 0,7 10-139 0 0,0 0-1 0 0,0-1 1 0 0,0 1 0 0 0,0 0-1 0 0,0 0 1 0 0,0 0 0 0 0,0-1-1 0 0,0 1 1 0 0,0 0 0 0 0,0 0 0 0 0,-1 0-1 0 0,1-1 1 0 0,0 1 0 0 0,0 0-1 0 0,0 0 1 0 0,0 0 0 0 0,0 0-1 0 0,0-1 1 0 0,-1 1 0 0 0,1 0-1 0 0,0 0 1 0 0,0 0 0 0 0,0 0-1 0 0,-1 0 1 0 0,1 0 0 0 0,0 0-1 0 0,0-1 1 0 0,0 1 0 0 0,-1 0-1 0 0,1 0 1 0 0,0 0 0 0 0,0 0-1 0 0,0 0 1 0 0,-1 0 0 0 0,1 0-1 0 0,0 0 1 0 0,0 0 0 0 0,0 0-1 0 0,-1 0 1 0 0,1 0 0 0 0,0 0-1 0 0,0 0 1 0 0,-1 0 0 0 0,1 0-1 0 0,0 1 1 0 0,0-1 0 0 0,0 0-1 0 0,-1 0 1 0 0,-1 13 5 0 0,0 0 0 0 0,1 1-1 0 0,1-1 1 0 0,0 0 0 0 0,1 1-1 0 0,0-1 1 0 0,1 0 0 0 0,1 0-1 0 0,0 0 1 0 0,0 0 0 0 0,6 12-1 0 0,12 26 21 0 0,34 63 0 0 0,-45-95-10 0 0,38 62 191 0 0,-47-80-58 0 0,-2-8-139 0 0,-51-261 19 0 0,47 249-29 0 0,-24-160 47 0 0,28 174-35 0 0,0-1 1 0 0,1 1-1 0 0,-1-1 0 0 0,1 0 0 0 0,1 1 0 0 0,-1-1 1 0 0,1 0-1 0 0,0 1 0 0 0,0-1 0 0 0,4-8 0 0 0,-3 10-9 0 0,1 0 0 0 0,-1 0-1 0 0,1 1 1 0 0,0-1 0 0 0,0 1 0 0 0,1-1-1 0 0,-1 1 1 0 0,1 0 0 0 0,0 0-1 0 0,-1 1 1 0 0,1-1 0 0 0,0 1 0 0 0,8-4-1 0 0,1 0-12 0 0,0 1 0 0 0,0 0-1 0 0,0 0 1 0 0,1 2 0 0 0,0 0-1 0 0,0 0 1 0 0,0 1 0 0 0,0 1 0 0 0,20 0-1 0 0,-25 1 2 0 0,0 1 0 0 0,0 0 0 0 0,0 1-1 0 0,0 0 1 0 0,0 0 0 0 0,0 1 0 0 0,-1 0-1 0 0,0 0 1 0 0,1 1 0 0 0,-1 0 0 0 0,0 0-1 0 0,-1 1 1 0 0,1 0 0 0 0,-1 1 0 0 0,11 11 0 0 0,-16-16 7 0 0,-1 1 0 0 0,0 0 0 0 0,1 0 0 0 0,-1 0 0 0 0,0 1 0 0 0,0-1 0 0 0,-1 0 0 0 0,1 0 0 0 0,0 1 0 0 0,-1-1 0 0 0,1 0 0 0 0,-1 1 1 0 0,0-1-1 0 0,0 0 0 0 0,0 1 0 0 0,0-1 0 0 0,0 0 0 0 0,0 1 0 0 0,-1-1 0 0 0,1 0 0 0 0,-1 1 0 0 0,1-1 0 0 0,-1 0 0 0 0,0 0 0 0 0,0 0 1 0 0,0 1-1 0 0,0-1 0 0 0,-1 0 0 0 0,1 0 0 0 0,0-1 0 0 0,-1 1 0 0 0,-2 3 0 0 0,-4 4 0 0 0,-1 0 0 0 0,1 0-1 0 0,-1-1 1 0 0,0 0 0 0 0,-13 7 0 0 0,-37 20 43 0 0,-3-3 1 0 0,0-3-1 0 0,-120 39 1 0 0,166-66 742 0 0,36-15-613 0 0,47-18-114 0 0,-55 26-50 0 0,-7 4-7 0 0,-1 0 0 0 0,1-1-1 0 0,0 2 1 0 0,-1-1 0 0 0,1 0 0 0 0,0 1 0 0 0,-1 0 0 0 0,1 0 0 0 0,0 0 0 0 0,-1 1-1 0 0,7 1 1 0 0,-7-2-3 0 0,1 1 1 0 0,0-1-1 0 0,0 1 0 0 0,0 0 0 0 0,-1 1 0 0 0,1-1 0 0 0,-1 1 0 0 0,1 0 0 0 0,-1 0 0 0 0,0 1 0 0 0,1-1 1 0 0,5 6-1 0 0,39 43-33 0 0,-44-43 39 0 0,2 0-1 0 0,-1 0 1 0 0,1-1-1 0 0,0-1 1 0 0,0 1-1 0 0,1-1 1 0 0,-1 0-1 0 0,2 0 1 0 0,10 5-1 0 0,14 0 14 0 0,0 0 0 0 0,1-3 1 0 0,1 0-1 0 0,0-3 0 0 0,-1 0 0 0 0,2-3 0 0 0,-1 0 0 0 0,0-3 0 0 0,51-6 0 0 0,-80 6-6 0 0,1 0 0 0 0,0 0-1 0 0,-1-1 1 0 0,1 0 0 0 0,-1 0 0 0 0,0-1 0 0 0,0 1-1 0 0,0-1 1 0 0,0-1 0 0 0,0 1 0 0 0,0-1 0 0 0,-1 0 0 0 0,0 0-1 0 0,0-1 1 0 0,0 0 0 0 0,8-9 0 0 0,-9 7 46 0 0,0 0-1 0 0,0-1 1 0 0,0 1 0 0 0,-1-1 0 0 0,0 0 0 0 0,0 0 0 0 0,-1 0 0 0 0,0 0-1 0 0,-1 0 1 0 0,1-1 0 0 0,-2 1 0 0 0,1-13 0 0 0,-1 17-42 0 0,2-3-10 0 0,5-8-59 0 0,0 21 64 0 0,11 12 6 0 0,-5-10-55 0 0,1 0 1 0 0,0-1-1 0 0,0 0 1 0 0,0-1-1 0 0,1-1 0 0 0,23 6 1 0 0,-21-8-857 0 0,0 0 1 0 0,0-1-1 0 0,19-1 1 0 0,-5-1-1556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8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32 6461 0 0,'-52'-23'370'0'0,"35"14"-3331"0"0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29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228 477 5088 0 0,'-20'3'-606'0'0,"8"0"535"0"0,0 0 0 0 0,0 1-1 0 0,0 0 1 0 0,0 1 0 0 0,1 1 0 0 0,0 0 0 0 0,0 0 0 0 0,0 1 0 0 0,1 1 0 0 0,0 0 0 0 0,0 0-1 0 0,1 0 1 0 0,0 1 0 0 0,1 1 0 0 0,0 0 0 0 0,0 0 0 0 0,1 0 0 0 0,0 1 0 0 0,-7 17 0 0 0,13-27 69 0 0,1 0 1 0 0,-1 0-1 0 0,1 0 1 0 0,0 1-1 0 0,-1-1 1 0 0,1 0-1 0 0,0 0 1 0 0,0 0-1 0 0,0 1 1 0 0,0-1-1 0 0,0 0 1 0 0,0 0-1 0 0,0 0 1 0 0,0 1-1 0 0,0-1 1 0 0,1 0-1 0 0,-1 0 0 0 0,0 0 1 0 0,1 1-1 0 0,-1-1 1 0 0,1 0-1 0 0,-1 0 1 0 0,1 0-1 0 0,1 1 1 0 0,0 0-1 0 0,0 0 0 0 0,0 0 0 0 0,0 0-1 0 0,0 0 1 0 0,1 0 0 0 0,-1-1 0 0 0,1 1 0 0 0,-1-1 0 0 0,6 2-1 0 0,4 1 5 0 0,0 0-1 0 0,0-1 1 0 0,18 2-1 0 0,-15-4-28 0 0,0 0 0 0 0,0 0-1 0 0,0-1 1 0 0,0-1-1 0 0,0-1 1 0 0,0 0 0 0 0,-1-1-1 0 0,22-7 1 0 0,-27 7 24 0 0,-1 0 0 0 0,0-1 1 0 0,1 0-1 0 0,-1 0 0 0 0,-1-1 0 0 0,1 0 1 0 0,-1 0-1 0 0,0-1 0 0 0,0 0 1 0 0,0 0-1 0 0,-1-1 0 0 0,0 0 0 0 0,-1 0 1 0 0,10-15-1 0 0,-14 19 35 0 0,1 1 1 0 0,-1-1 0 0 0,0 0-1 0 0,0 0 1 0 0,0-1-1 0 0,-1 1 1 0 0,1 0-1 0 0,-1 0 1 0 0,1 0-1 0 0,-1 0 1 0 0,0-1-1 0 0,-1 1 1 0 0,1 0-1 0 0,0 0 1 0 0,-1 0 0 0 0,0 0-1 0 0,1-1 1 0 0,-1 1-1 0 0,-1 0 1 0 0,1 0-1 0 0,0 1 1 0 0,-1-1-1 0 0,1 0 1 0 0,-1 0-1 0 0,-3-3 1 0 0,3 4 6 0 0,-37 4 147 0 0,34-1-174 0 0,-7 3 27 0 0,11-2-32 0 0,1 1-1 0 0,-1-1 1 0 0,1 0 0 0 0,0 0-1 0 0,0 0 1 0 0,-1 0-1 0 0,1 1 1 0 0,0-1 0 0 0,1 0-1 0 0,-1 0 1 0 0,0 0-1 0 0,1 0 1 0 0,-1 1 0 0 0,1-1-1 0 0,0 0 1 0 0,-1 0 0 0 0,1 0-1 0 0,0 0 1 0 0,0 0-1 0 0,1-1 1 0 0,-1 1 0 0 0,0 0-1 0 0,3 2 1 0 0,41 51 48 0 0,-31-40-36 0 0,154 161 99 0 0,33 41-18 0 0,-196-211-94 0 0,0 0-1 0 0,-1 0 0 0 0,0 1 0 0 0,0 0 1 0 0,-1 0-1 0 0,0 0 0 0 0,0 0 0 0 0,0 0 1 0 0,1 9-1 0 0,-4-13-3 0 0,1 0 0 0 0,-1 0 0 0 0,0 0 0 0 0,0-1 0 0 0,0 1 0 0 0,0 0 0 0 0,-1 0 0 0 0,1 0 0 0 0,-1 0 0 0 0,0 0 0 0 0,1 0 0 0 0,-1-1 0 0 0,-1 1 0 0 0,1 0 0 0 0,0-1 0 0 0,-1 1 0 0 0,1-1 0 0 0,-1 1 0 0 0,0-1 0 0 0,0 0 0 0 0,1 0 0 0 0,-2 0 0 0 0,1 0 0 0 0,0 0 0 0 0,0 0 0 0 0,-5 3 0 0 0,-11 5 7 0 0,0-1 0 0 0,-1 0 0 0 0,0-1 0 0 0,-1-1 0 0 0,1-1 0 0 0,-1 0 0 0 0,-30 3 0 0 0,-5-3 132 0 0,-87 0 0 0 0,135-6-101 0 0,-1 0-1 0 0,1-1 0 0 0,-1 0 1 0 0,1 0-1 0 0,0 0 1 0 0,-1-1-1 0 0,1 0 0 0 0,-13-7 1 0 0,18 9-33 0 0,0-1 0 0 0,1 0 0 0 0,-1-1 1 0 0,1 1-1 0 0,0 0 0 0 0,-1 0 0 0 0,1 0 1 0 0,0-1-1 0 0,0 1 0 0 0,0-1 0 0 0,-1 1 0 0 0,2-1 1 0 0,-1 1-1 0 0,0-1 0 0 0,0 0 0 0 0,0 0 1 0 0,1 1-1 0 0,-1-1 0 0 0,1 0 0 0 0,0 0 0 0 0,-1 1 1 0 0,1-1-1 0 0,0 0 0 0 0,0 0 0 0 0,0 0 1 0 0,0 0-1 0 0,0 1 0 0 0,1-1 0 0 0,-1 0 0 0 0,0 0 1 0 0,1 0-1 0 0,-1 1 0 0 0,1-1 0 0 0,0 0 1 0 0,0 1-1 0 0,0-1 0 0 0,0 0 0 0 0,0 1 0 0 0,0-1 1 0 0,0 1-1 0 0,1-2 0 0 0,20-26-35 0 0,1 1 0 0 0,1 1 0 0 0,1 1 0 0 0,47-38 0 0 0,27-26-158 0 0,-75 65 206 0 0,-2 0-1 0 0,-1-2 0 0 0,0 0 1 0 0,-2-1-1 0 0,-2-1 1 0 0,0-1-1 0 0,-2 0 0 0 0,-1-1 1 0 0,-2 0-1 0 0,-1-1 1 0 0,-1-1-1 0 0,-2 0 0 0 0,-1 0 1 0 0,-2-1-1 0 0,-1 1 1 0 0,-2-1-1 0 0,-1 0 0 0 0,-6-61 1 0 0,0 51 255 0 0,1 5 287 0 0,-2 0-1 0 0,-14-51 1 0 0,14 49-130 0 0,6 39-401 0 0,-3-12-75 0 0,2 43 52 0 0,1 0 0 0 0,2 0 0 0 0,1-1 0 0 0,1 1 1 0 0,2-1-1 0 0,1 1 0 0 0,11 31 0 0 0,88 193 125 0 0,-100-242-127 0 0,12 47 23 0 0,-18-55-33 0 0,-1-1 6 0 0,0-1 1 0 0,-1 0-1 0 0,1 1 1 0 0,-1-1-1 0 0,1 0 0 0 0,-1 0 1 0 0,1 0-1 0 0,-1 0 0 0 0,0 0 1 0 0,1 0-1 0 0,-1 0 1 0 0,0-1-1 0 0,0 1 0 0 0,0 0 1 0 0,0-1-1 0 0,0 0 0 0 0,1 1 1 0 0,-1-1-1 0 0,0 0 0 0 0,0 0 1 0 0,0 0-1 0 0,0 0 1 0 0,0-1-1 0 0,0 1 0 0 0,0 0 1 0 0,0-1-1 0 0,0 1 0 0 0,1-1 1 0 0,-1 0-1 0 0,0 0 1 0 0,-3-1-1 0 0,3 1 1 0 0,-1 0 4 0 0,0 0 0 0 0,1 0 0 0 0,-1 0 0 0 0,0-1 0 0 0,1 1 0 0 0,-1-1 0 0 0,1 1 0 0 0,0-1 0 0 0,-1 0 0 0 0,1 0 0 0 0,0 0 0 0 0,0 0 0 0 0,0-1 0 0 0,0 1 0 0 0,-3-5 0 0 0,5 5-4 0 0,-1 0 0 0 0,0 0 0 0 0,1 0 1 0 0,0 0-1 0 0,-1 1 0 0 0,1-1 1 0 0,0 0-1 0 0,0 0 0 0 0,0 0 0 0 0,0 0 1 0 0,0 0-1 0 0,0 0 0 0 0,1 0 1 0 0,-1 0-1 0 0,1 0 0 0 0,-1 0 0 0 0,1 1 1 0 0,1-4-1 0 0,0 1-4 0 0,1 0-1 0 0,-1 1 1 0 0,1-1 0 0 0,0 1 0 0 0,0-1-1 0 0,0 1 1 0 0,1 0 0 0 0,-1 0 0 0 0,1 1 0 0 0,-1-1-1 0 0,1 1 1 0 0,0-1 0 0 0,0 1 0 0 0,0 0-1 0 0,0 1 1 0 0,1-1 0 0 0,-1 1 0 0 0,0 0-1 0 0,7-1 1 0 0,5 1-10 0 0,0 1 1 0 0,0 0-1 0 0,0 2 0 0 0,0 0 1 0 0,0 0-1 0 0,-1 2 0 0 0,1 0 1 0 0,-1 0-1 0 0,0 2 0 0 0,26 12 1 0 0,3 5 5 0 0,-1 2 0 0 0,47 36-1 0 0,-88-59 28 0 0,1 0 0 0 0,0-1 0 0 0,-1 1-1 0 0,1 0 1 0 0,0-1 0 0 0,0 1 0 0 0,0-1-1 0 0,0 0 1 0 0,0 0 0 0 0,0 0-1 0 0,0-1 1 0 0,1 1 0 0 0,-1-1 0 0 0,0 1-1 0 0,0-1 1 0 0,1 0 0 0 0,-1 0 0 0 0,4-1-1 0 0,-3-1-91 0 0,-1 1 0 0 0,1-1 0 0 0,0 0 0 0 0,-1 0 0 0 0,1 0 0 0 0,-1 0 0 0 0,0-1 0 0 0,0 1 0 0 0,0-1 1 0 0,0 0-1 0 0,0 0 0 0 0,-1 0 0 0 0,1 0 0 0 0,-1 0 0 0 0,3-6 0 0 0,18-25-3067 0 0,-13 14 679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88 6081 0 0,'-1'-36'-380'0'0,"1"-13"-407"0"0,2 46 536 0 0,2 27 246 0 0,46 204-18 0 0,-43-93 71 0 0,-7-101-27 0 0,1 0 0 0 0,2 0 1 0 0,11 51-1 0 0,-12-78-12 0 0,1 0 0 0 0,0 0 0 0 0,0 0 1 0 0,1 0-1 0 0,0-1 0 0 0,0 0 0 0 0,1 0 0 0 0,0 0 1 0 0,0 0-1 0 0,0-1 0 0 0,1 0 0 0 0,-1 0 1 0 0,1 0-1 0 0,1-1 0 0 0,-1 0 0 0 0,0 0 0 0 0,1-1 1 0 0,0 1-1 0 0,0-1 0 0 0,0-1 0 0 0,0 0 1 0 0,0 0-1 0 0,10 2 0 0 0,4 0-275 0 0,1 0 1 0 0,0-2-1 0 0,-1 0 0 0 0,1-2 1 0 0,0 0-1 0 0,38-6 1 0 0,-8-6-665 0 0,-5-2 586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0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42 134 3056 0 0,'-17'5'52'0'0,"4"-3"60"0"0,2-2 180 0 0,57-12-260 0 0,-10 7 16 0 0,19-7 16 0 0,11-1-44 0 0,13 1 16 0 0,6-5-16 0 0,3 2-36 0 0,0 0-112 0 0,-6 0-292 0 0,-19 0-660 0 0,-5 6 848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1.8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338 581 2808 0 0,'1'-2'44'0'0,"0"1"0"0"0,0-1 0 0 0,0 0 1 0 0,0 1-1 0 0,0-1 0 0 0,0 0 0 0 0,-1 1 0 0 0,1-1 0 0 0,0 0 0 0 0,-1 0 0 0 0,0 0 0 0 0,1 1 0 0 0,-1-1 0 0 0,0 0 0 0 0,0 0 1 0 0,0 0-1 0 0,0 0 0 0 0,0 0 0 0 0,-1 1 0 0 0,1-1 0 0 0,0 0 0 0 0,-1 0 0 0 0,0 0 0 0 0,1 1 0 0 0,-1-1 0 0 0,0 0 0 0 0,0 1 0 0 0,0-1 1 0 0,0 1-1 0 0,0-1 0 0 0,-2-1 0 0 0,1 1-19 0 0,0 0 0 0 0,0 0 0 0 0,0 0 1 0 0,-1 1-1 0 0,1-1 0 0 0,-1 1 0 0 0,1-1 0 0 0,-1 1 1 0 0,0 0-1 0 0,1 0 0 0 0,-1 0 0 0 0,0 0 0 0 0,0 1 1 0 0,0-1-1 0 0,0 1 0 0 0,1 0 0 0 0,-1 0 0 0 0,0 0 1 0 0,0 0-1 0 0,0 0 0 0 0,-4 1 0 0 0,-11 4-1 0 0,-1 0-1 0 0,1 1 1 0 0,0 1-1 0 0,1 1 0 0 0,0 0 1 0 0,-27 18-1 0 0,32-19-14 0 0,1 1 0 0 0,0 1-1 0 0,0 0 1 0 0,1 1 0 0 0,0 0-1 0 0,1 0 1 0 0,0 1 0 0 0,1 0-1 0 0,0 0 1 0 0,-8 17-1 0 0,14-26-4 0 0,1 1 0 0 0,0-1 0 0 0,0 1-1 0 0,1-1 1 0 0,-1 1 0 0 0,1-1-1 0 0,-1 1 1 0 0,1-1 0 0 0,0 1-1 0 0,-1 0 1 0 0,2-1 0 0 0,-1 1 0 0 0,0-1-1 0 0,0 1 1 0 0,1-1 0 0 0,-1 1-1 0 0,1 0 1 0 0,0-1 0 0 0,0 0 0 0 0,0 1-1 0 0,2 3 1 0 0,0-1 2 0 0,1-1 0 0 0,-1 0 0 0 0,1 0 0 0 0,0 0 0 0 0,0-1 0 0 0,0 1 0 0 0,1-1 0 0 0,-1 0 0 0 0,10 5 0 0 0,7 1 11 0 0,-1 0-1 0 0,2-2 0 0 0,42 10 1 0 0,-2-5 29 0 0,109 8 0 0 0,-146-18-27 0 0,0-2 1 0 0,1-1-1 0 0,-1-1 1 0 0,0-1-1 0 0,0-1 0 0 0,-1-2 1 0 0,33-10-1 0 0,-48 12-13 0 0,0 0 1 0 0,0 0-1 0 0,-1-1 0 0 0,0 0 1 0 0,0 0-1 0 0,0-1 0 0 0,-1 0 1 0 0,0-1-1 0 0,0 0 0 0 0,0 0 1 0 0,-1 0-1 0 0,7-11 0 0 0,-5 6-2 0 0,-1-1 0 0 0,-1 0-1 0 0,0 0 1 0 0,-1 0-1 0 0,-1-1 1 0 0,0 0 0 0 0,4-20-1 0 0,-3-15 22 0 0,-2 0-1 0 0,-2 0 1 0 0,-10-87-1 0 0,6 105 7 0 0,-22-167 358 0 0,14 124-119 0 0,1 47-280 0 0,10 27 1 0 0,0-1 0 0 0,-1 1 0 0 0,1-1 0 0 0,0 1 0 0 0,-1-1 0 0 0,1 1 0 0 0,0-1 0 0 0,-1 1 0 0 0,1-1 0 0 0,0 0 0 0 0,0 1 0 0 0,0-1 0 0 0,0 0 0 0 0,-1 1 0 0 0,1-1 0 0 0,0 0 0 0 0,0 1-1 0 0,0-1 1 0 0,0 1 0 0 0,1-1 0 0 0,-1 0 0 0 0,0 1 0 0 0,0-2 0 0 0,0 3 8 0 0,-3 4-3 0 0,0 0 0 0 0,1 1-1 0 0,-1-1 1 0 0,1 1 0 0 0,1-1-1 0 0,-1 1 1 0 0,1 0 0 0 0,0 0 0 0 0,0 8-1 0 0,0 15 13 0 0,1 0 1 0 0,2 0-1 0 0,0-1 0 0 0,3 1 0 0 0,0 0 0 0 0,2-1 0 0 0,0 0 0 0 0,3-1 0 0 0,0 0 1 0 0,1 0-1 0 0,2-1 0 0 0,19 30 0 0 0,-21-38 14 0 0,1-1-1 0 0,0 1 1 0 0,1-2-1 0 0,1 0 1 0 0,1-1 0 0 0,1 0-1 0 0,0-1 1 0 0,0-1-1 0 0,1 0 1 0 0,1-2 0 0 0,0 0-1 0 0,1-1 1 0 0,0 0 0 0 0,0-2-1 0 0,1 0 1 0 0,0-1-1 0 0,27 5 1 0 0,-43-11-17 0 0,0 0 0 0 0,1-1 1 0 0,-1 1-1 0 0,0-1 0 0 0,1 0 1 0 0,-1 0-1 0 0,0-1 0 0 0,0 1 0 0 0,1-1 1 0 0,-1 0-1 0 0,0 0 0 0 0,0 0 0 0 0,0 0 1 0 0,0-1-1 0 0,0 0 0 0 0,0 0 0 0 0,0 0 1 0 0,-1 0-1 0 0,1 0 0 0 0,-1-1 1 0 0,0 0-1 0 0,1 1 0 0 0,-1-1 0 0 0,0 0 1 0 0,-1-1-1 0 0,4-3 0 0 0,0-3 20 0 0,-1 0 0 0 0,0-1 1 0 0,-1 0-1 0 0,0 1 0 0 0,-1-1 0 0 0,0-1 0 0 0,-1 1 0 0 0,2-19 1 0 0,2-25 232 0 0,-6 54-258 0 0,2 7 7 0 0,2 6 5 0 0,1 0-1 0 0,0-1 1 0 0,0 1 0 0 0,2-1 0 0 0,-1 0-1 0 0,2-1 1 0 0,-1 1 0 0 0,1-2-1 0 0,1 1 1 0 0,0-1 0 0 0,0 0 0 0 0,13 9-1 0 0,-10-8-254 0 0,-1-2 0 0 0,2 1-1 0 0,-1-2 1 0 0,1 1 0 0 0,0-2-1 0 0,0 0 1 0 0,1 0 0 0 0,0-1-1 0 0,0-1 1 0 0,27 5 0 0 0,-16-9-1284 0 0,-5-2 190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2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 30 4560 0 0,'-13'-10'232'0'0,"2"3"-32"0"0,0 4-44 0 0,2-2 205 0 0,-4 0-177 0 0,2 20-525 0 0,22 0-871 0 0,-6-8-196 0 0,9-2 532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183 509 3828 0 0,'-18'7'-47'0'0,"-4"1"-29"0"0,-1 2-1 0 0,-35 21 1 0 0,53-29 71 0 0,1 1-1 0 0,-1 0 0 0 0,1 0 1 0 0,0 0-1 0 0,0 1 0 0 0,0 0 1 0 0,1 0-1 0 0,-1-1 0 0 0,1 2 1 0 0,0-1-1 0 0,0 0 0 0 0,1 1 0 0 0,-1-1 1 0 0,1 1-1 0 0,0 0 0 0 0,0 0 1 0 0,0 0-1 0 0,-1 9 0 0 0,3-10 10 0 0,1 1-1 0 0,-1-1 1 0 0,1 1-1 0 0,0-1 1 0 0,0 0 0 0 0,1 1-1 0 0,-1-1 1 0 0,1 0-1 0 0,0 0 1 0 0,0 0-1 0 0,1 0 1 0 0,-1 0-1 0 0,1-1 1 0 0,-1 1-1 0 0,1-1 1 0 0,0 1 0 0 0,1-1-1 0 0,-1 0 1 0 0,0 0-1 0 0,1-1 1 0 0,4 3-1 0 0,11 9 10 0 0,1-2 0 0 0,33 16 0 0 0,-52-28-13 0 0,36 17 10 0 0,0-2 1 0 0,1-1-1 0 0,55 11 0 0 0,-70-20 7 0 0,1-1 0 0 0,-1-1 0 0 0,1-1 0 0 0,0-1 0 0 0,0-1 0 0 0,46-7 0 0 0,-64 6-12 0 0,0 0 1 0 0,-1 0-1 0 0,0-1 0 0 0,1 0 0 0 0,-1 0 1 0 0,0 0-1 0 0,0-1 0 0 0,0 1 0 0 0,0-1 1 0 0,0-1-1 0 0,-1 1 0 0 0,1-1 0 0 0,-1 1 1 0 0,0-1-1 0 0,0 0 0 0 0,3-6 0 0 0,-3 4 4 0 0,0-1 0 0 0,0 0 0 0 0,-1 0-1 0 0,0 0 1 0 0,-1 0 0 0 0,0 0-1 0 0,0-1 1 0 0,0 1 0 0 0,-1-1 0 0 0,1-12-1 0 0,-3-12 52 0 0,-1 0 0 0 0,-2 0 0 0 0,0 0 0 0 0,-15-48 0 0 0,17 71-39 0 0,-47-165 258 0 0,-20-94 657 0 0,53 202-711 0 0,16 65-199 0 0,-1 7-31 0 0,1 24 6 0 0,1 1 0 0 0,1-1 1 0 0,1 1-1 0 0,2-1 0 0 0,16 56 0 0 0,66 149 101 0 0,-56-170-31 0 0,3-1 0 0 0,79 110-1 0 0,-90-137 257 0 0,-23-37-319 0 0,-1 0 0 0 0,1 0 1 0 0,0 0-1 0 0,0 0 0 0 0,0 0 0 0 0,0 0 1 0 0,0 0-1 0 0,0 0 0 0 0,0 0 0 0 0,0 0 1 0 0,0 0-1 0 0,0 0 0 0 0,0 0 0 0 0,0 0 0 0 0,-1 0 1 0 0,1 0-1 0 0,0 0 0 0 0,0 0 0 0 0,0 0 1 0 0,0 0-1 0 0,0 0 0 0 0,0 0 0 0 0,0 0 1 0 0,0 0-1 0 0,0 0 0 0 0,0 0 0 0 0,0 0 1 0 0,0 0-1 0 0,-1 0 0 0 0,1 0 0 0 0,0 0 1 0 0,0 0-1 0 0,0 0 0 0 0,0 0 0 0 0,0 0 1 0 0,0 0-1 0 0,0 0 0 0 0,0 0 0 0 0,0 0 1 0 0,0 0-1 0 0,0 1 0 0 0,0-1 0 0 0,0 0 1 0 0,0 0-1 0 0,0 0 0 0 0,0 0 0 0 0,0 0 1 0 0,0 0-1 0 0,0 0 0 0 0,0 0 0 0 0,0 0 1 0 0,0 0-1 0 0,0 0 0 0 0,0 1 0 0 0,0-1 1 0 0,-17-14 130 0 0,-2-7-66 0 0,1-1 0 0 0,0 0 1 0 0,2-2-1 0 0,0 1 0 0 0,-14-33 1 0 0,21 39-42 0 0,5 10-19 0 0,0 0 0 0 0,1 0 0 0 0,-1-1 0 0 0,2 1 0 0 0,-1-1 0 0 0,1 0 0 0 0,1 1 0 0 0,-1-1 0 0 0,1 0 0 0 0,0 0 0 0 0,1 0 0 0 0,0 0 0 0 0,1 0 0 0 0,-1 0 0 0 0,1 0 0 0 0,1 0 0 0 0,3-11 0 0 0,-3 13-12 0 0,1 0 0 0 0,0 0 0 0 0,0 1 0 0 0,0-1 0 0 0,1 1 0 0 0,0 0 0 0 0,0 0-1 0 0,0 0 1 0 0,0 1 0 0 0,1-1 0 0 0,0 1 0 0 0,0 0 0 0 0,0 0 0 0 0,1 1-1 0 0,-1 0 1 0 0,1 0 0 0 0,-1 0 0 0 0,1 0 0 0 0,0 1 0 0 0,0 0 0 0 0,1 0 0 0 0,6 0-1 0 0,-1 0-51 0 0,1 0-1 0 0,-1 1 1 0 0,1 1-1 0 0,-1 0 1 0 0,1 1-1 0 0,-1 0 1 0 0,1 1-1 0 0,-1 0 1 0 0,0 1-1 0 0,0 1 1 0 0,19 7-1 0 0,-30-11 39 0 0,0 0 0 0 0,0 1 0 0 0,0-1 0 0 0,0 0 0 0 0,0 1 1 0 0,0-1-1 0 0,-1 1 0 0 0,1-1 0 0 0,0 1 0 0 0,0-1 0 0 0,0 1 0 0 0,0 0 0 0 0,-1-1 0 0 0,1 1 0 0 0,0 0 0 0 0,-1 0 0 0 0,1 0 0 0 0,-1-1 0 0 0,1 1 0 0 0,-1 0 0 0 0,1 0 0 0 0,-1 0 0 0 0,1 0 0 0 0,-1 0 0 0 0,0 0 0 0 0,0 0 0 0 0,1 0 0 0 0,-1 0 0 0 0,0 0 0 0 0,0 0 0 0 0,0 2 0 0 0,-1-1 0 0 0,0 1 0 0 0,0-1 0 0 0,-1 0 0 0 0,1 0 0 0 0,0 0 0 0 0,-1 0 0 0 0,1 0 0 0 0,-1 0 0 0 0,0 0 0 0 0,0-1 0 0 0,0 1 0 0 0,-3 2 0 0 0,-11 6-25 0 0,0 0 0 0 0,-28 12 0 0 0,40-20 15 0 0,-286 117-283 0 0,269-111 276 0 0,21-8 31 0 0,0 0 1 0 0,0 0-1 0 0,0 0 0 0 0,0 0 1 0 0,-1 0-1 0 0,1 0 1 0 0,0-1-1 0 0,0 1 1 0 0,0 0-1 0 0,-1 1 0 0 0,1-1 1 0 0,0 0-1 0 0,0 0 1 0 0,0 0-1 0 0,0 0 0 0 0,-1 0 1 0 0,1 0-1 0 0,0 0 1 0 0,0 0-1 0 0,0 0 0 0 0,0 0 1 0 0,-1 0-1 0 0,1 0 1 0 0,0 0-1 0 0,0 1 0 0 0,0-1 1 0 0,0 0-1 0 0,0 0 1 0 0,-1 0-1 0 0,1 0 0 0 0,0 0 1 0 0,0 1-1 0 0,0-1 1 0 0,0 0-1 0 0,0 0 0 0 0,0 0 1 0 0,0 0-1 0 0,0 1 1 0 0,0-1-1 0 0,0 0 0 0 0,0 0 1 0 0,0 0-1 0 0,0 1 1 0 0,0-1-1 0 0,0 0 0 0 0,0 0 1 0 0,0 0-1 0 0,0 0 1 0 0,0 1-1 0 0,0-1 0 0 0,0 0 1 0 0,0 0-1 0 0,0 0 1 0 0,0 1-1 0 0,15 3 18 0 0,32-1-11 0 0,-43-3-1 0 0,148 0 2 0 0,25 0 5 0 0,-147 2-39 0 0,-1 1-1 0 0,0 2 1 0 0,55 15 0 0 0,-82-19-91 0 0,0-1-1 0 0,0 1 1 0 0,1 0-1 0 0,-1 0 1 0 0,0 0-1 0 0,0 0 1 0 0,0 0 0 0 0,0 0-1 0 0,0 0 1 0 0,-1 1-1 0 0,1-1 1 0 0,0 1-1 0 0,-1 0 1 0 0,1-1-1 0 0,-1 1 1 0 0,1 0-1 0 0,-1 0 1 0 0,0 0 0 0 0,1 0-1 0 0,-1 0 1 0 0,0 0-1 0 0,-1 0 1 0 0,1 0-1 0 0,0 0 1 0 0,-1 1-1 0 0,1 2 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3.7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29 218 3700 0 0,'-18'0'-185'0'0,"8"-2"414"0"0,9-1 710 0 0,19-5-910 0 0,1 1 0 0 0,0 0 0 0 0,0 2 0 0 0,1 0 0 0 0,-1 1 0 0 0,38-2 0 0 0,-4-1-13 0 0,13-3 12 0 0,240-50 108 0 0,-300 59-126 0 0,-1-1 0 0 0,0 0 0 0 0,0 0 0 0 0,0 0 0 0 0,0-1 0 0 0,0 1 0 0 0,-1-1 0 0 0,1-1 0 0 0,7-6 0 0 0,-12 9-10 0 0,1 1-1 0 0,-1-1 1 0 0,0 0-1 0 0,1 0 0 0 0,-1 1 1 0 0,0-1-1 0 0,0 0 1 0 0,0 0-1 0 0,0 0 1 0 0,0 1-1 0 0,0-1 0 0 0,0 0 1 0 0,0 0-1 0 0,0 0 1 0 0,0 1-1 0 0,0-1 0 0 0,0 0 1 0 0,-1 0-1 0 0,1 1 1 0 0,0-1-1 0 0,-1 0 0 0 0,1 0 1 0 0,0 1-1 0 0,-1-1 1 0 0,1 0-1 0 0,-1 1 0 0 0,1-1 1 0 0,-1 0-1 0 0,1 1 1 0 0,-1-1-1 0 0,0 1 0 0 0,1-1 1 0 0,-1 1-1 0 0,0-1 1 0 0,1 1-1 0 0,-1 0 0 0 0,0-1 1 0 0,1 1-1 0 0,-2-1 1 0 0,-28-14-15 0 0,6 9-11 0 0,0 1 0 0 0,-1 1 0 0 0,1 1 0 0 0,-1 1-1 0 0,-27 2 1 0 0,48 0-16 0 0,-7 4 8 0 0,59 11 31 0 0,73 12 1 0 0,-36-9-4 0 0,-58-12 7 0 0,-13-3-18 0 0,1 0 1 0 0,-1 0-1 0 0,0 2 0 0 0,26 11 1 0 0,-39-15 24 0 0,-6 2 14 0 0,-32 14-543 0 0,0-2 0 0 0,-1-1 0 0 0,-61 13 0 0 0,85-24-371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4.8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3348 0 0,'0'0'-221'0'0,"6"-2"-553"0"0,7-1 736 0 0,12-4 74 0 0,-1 0 1 0 0,1-1-1 0 0,42-23 0 0 0,-61 28 11 0 0,0 0-1 0 0,-1-1 1 0 0,1 1-1 0 0,-1-1 1 0 0,0-1-1 0 0,0 1 1 0 0,0-1-1 0 0,-1 0 1 0 0,0 0-1 0 0,1 0 1 0 0,-2-1-1 0 0,1 1 1 0 0,-1-1-1 0 0,0 0 1 0 0,0 0-1 0 0,0 0 1 0 0,-1-1-1 0 0,0 1 1 0 0,0 0-1 0 0,1-13 1 0 0,-2 14-12 0 0,-1 0 3 0 0,1 0 1 0 0,0 0-1 0 0,-1 0 1 0 0,0 0 0 0 0,0 0-1 0 0,0 1 1 0 0,-1-1-1 0 0,0 0 1 0 0,1 0-1 0 0,-2 0 1 0 0,1 0-1 0 0,-4-7 1 0 0,4 11-39 0 0,-1 0 0 0 0,1 1-1 0 0,-1-1 1 0 0,1 0 0 0 0,-1 1 0 0 0,1 0-1 0 0,-1-1 1 0 0,1 1 0 0 0,-1 0 0 0 0,1 0-1 0 0,-1 0 1 0 0,1 0 0 0 0,-1 0 0 0 0,0 0 0 0 0,1 0-1 0 0,-1 0 1 0 0,1 1 0 0 0,-1-1 0 0 0,1 0-1 0 0,-1 1 1 0 0,-1 1 0 0 0,1-2 0 0 0,-9 5 4 0 0,0 1-1 0 0,1 0 0 0 0,0 0 1 0 0,0 1-1 0 0,0 0 1 0 0,1 1-1 0 0,0 0 0 0 0,0 1 1 0 0,1-1-1 0 0,0 2 0 0 0,1-1 1 0 0,0 1-1 0 0,1 0 1 0 0,-1 1-1 0 0,2-1 0 0 0,-5 13 1 0 0,9-21-3 0 0,1 0 1 0 0,-1 0-1 0 0,1 0 1 0 0,-1 0-1 0 0,1 0 1 0 0,0 0-1 0 0,-1 0 1 0 0,1 0-1 0 0,1 0 1 0 0,-1 0-1 0 0,0 0 1 0 0,0 0-1 0 0,1 1 1 0 0,-1-1-1 0 0,1 0 1 0 0,0 0-1 0 0,-1-1 1 0 0,1 1-1 0 0,0 0 1 0 0,0 0-1 0 0,2 2 1 0 0,0-1 5 0 0,0 0 0 0 0,0 0 0 0 0,0 0 0 0 0,0 0 0 0 0,1-1 1 0 0,-1 0-1 0 0,1 0 0 0 0,-1 0 0 0 0,1 0 0 0 0,5 2 0 0 0,7 1 16 0 0,0-1 0 0 0,0 0 0 0 0,0-1 0 0 0,23 1 0 0 0,-18-3-335 0 0,-1-2 0 0 0,1 0 0 0 0,0-1 0 0 0,0-2 0 0 0,32-8 0 0 0,-8-3-212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7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314 442 2996 0 0,'0'0'-73'0'0,"-9"-1"-132"0"0,-7 1 194 0 0,0 0 1 0 0,1 1-1 0 0,-1 1 0 0 0,1 0 1 0 0,0 1-1 0 0,0 1 1 0 0,0 1-1 0 0,0 0 1 0 0,-14 7-1 0 0,10-3 9 0 0,1 1 0 0 0,-24 17 0 0 0,36-24 2 0 0,1 1 0 0 0,0-1 0 0 0,0 1 0 0 0,1 1 0 0 0,-1-1 0 0 0,1 1-1 0 0,0 0 1 0 0,0 0 0 0 0,1 0 0 0 0,-1 0 0 0 0,1 0 0 0 0,-3 7 0 0 0,6-10 4 0 0,0 1 0 0 0,0-1 0 0 0,0 0-1 0 0,0 0 1 0 0,0 0 0 0 0,1 1 0 0 0,-1-1 0 0 0,0 0 0 0 0,1 0 0 0 0,0 0-1 0 0,-1 0 1 0 0,1 0 0 0 0,0 0 0 0 0,0 0 0 0 0,0 0 0 0 0,1 0 0 0 0,-1 0 0 0 0,0 0-1 0 0,1-1 1 0 0,-1 1 0 0 0,1-1 0 0 0,-1 1 0 0 0,1-1 0 0 0,0 1 0 0 0,0-1-1 0 0,-1 0 1 0 0,1 0 0 0 0,0 0 0 0 0,3 1 0 0 0,8 5 15 0 0,0-1 1 0 0,1 0-1 0 0,15 4 0 0 0,-21-8-8 0 0,12 5 35 0 0,0-1-1 0 0,1-1 1 0 0,0 0 0 0 0,0-2 0 0 0,0 0-1 0 0,0-2 1 0 0,0 0 0 0 0,24-3 0 0 0,-38 1-11 0 0,0 0 0 0 0,1-1 1 0 0,-1 1-1 0 0,0-1 0 0 0,0-1 1 0 0,-1 0-1 0 0,1 0 0 0 0,0 0 1 0 0,-1-1-1 0 0,0 1 0 0 0,0-2 1 0 0,0 1-1 0 0,0-1 0 0 0,0 1 0 0 0,-1-2 1 0 0,0 1-1 0 0,0-1 0 0 0,-1 1 1 0 0,0-1-1 0 0,0 0 0 0 0,0-1 1 0 0,0 1-1 0 0,-1-1 0 0 0,0 0 1 0 0,-1 1-1 0 0,4-14 0 0 0,6-38 78 0 0,-2 0 0 0 0,-3-1-1 0 0,-2 0 1 0 0,-3 0-1 0 0,-10-104 1 0 0,5 57-8 0 0,3 106-132 0 0,-1-2 2 0 0,1 2 23 0 0,0 0 0 0 0,0 0-1 0 0,0-1 1 0 0,1 1 0 0 0,-1 0 0 0 0,0 0 0 0 0,0 0 0 0 0,0 0 0 0 0,0 0 0 0 0,0 0 0 0 0,0-1 0 0 0,0 1-1 0 0,0 0 1 0 0,0 0 0 0 0,0 0 0 0 0,0 0 0 0 0,0 0 0 0 0,0-1 0 0 0,0 1 0 0 0,0 0 0 0 0,0 0 0 0 0,0 0-1 0 0,0 0 1 0 0,-1 0 0 0 0,1 0 0 0 0,0-1 0 0 0,0 1 0 0 0,0 0 0 0 0,0 0 0 0 0,0 0 0 0 0,0 0 0 0 0,0 0-1 0 0,0 0 1 0 0,0 0 0 0 0,-1-1 0 0 0,1 1 0 0 0,0 0 0 0 0,0 0 0 0 0,0 0 0 0 0,0 0 0 0 0,0 0 0 0 0,0 0 0 0 0,-1 0-1 0 0,1 0 1 0 0,0 0 0 0 0,0 0 0 0 0,0 0 0 0 0,0 0 0 0 0,0 0 0 0 0,0 0 0 0 0,-1 0 0 0 0,1 0 0 0 0,0 0-1 0 0,0 0 1 0 0,0 0 0 0 0,0 0 0 0 0,0 0 0 0 0,-1 0 0 0 0,1 0 0 0 0,0 0 0 0 0,0 0 0 0 0,0 0 0 0 0,0 0-1 0 0,-5 9 1 0 0,0-1 0 0 0,1 1 0 0 0,0 0 0 0 0,1 0 0 0 0,0 0 0 0 0,1 1 0 0 0,0-1 0 0 0,0 1 0 0 0,1-1 0 0 0,0 1 0 0 0,1 17 0 0 0,1-11 6 0 0,1-1 1 0 0,0 0 0 0 0,2 0 0 0 0,-1 0-1 0 0,2-1 1 0 0,0 1 0 0 0,8 13 0 0 0,-2-6 10 0 0,1-1 0 0 0,0 0 0 0 0,2-1 0 0 0,1-1 1 0 0,0 0-1 0 0,1-1 0 0 0,1 0 0 0 0,1-2 1 0 0,29 22-1 0 0,-25-23 10 0 0,0-1 0 0 0,1-1 0 0 0,0-1 1 0 0,1 0-1 0 0,1-2 0 0 0,0-1 0 0 0,0-2 1 0 0,0 0-1 0 0,1-1 0 0 0,32 2 0 0 0,-53-7-12 0 0,0-1 0 0 0,0-1 0 0 0,0 1 0 0 0,-1-1-1 0 0,1 1 1 0 0,0-2 0 0 0,0 1 0 0 0,-1 0 0 0 0,1-1 0 0 0,-1 0 0 0 0,1 0 0 0 0,-1 0-1 0 0,0-1 1 0 0,0 1 0 0 0,0-1 0 0 0,0 0 0 0 0,0 0 0 0 0,0 0 0 0 0,-1-1-1 0 0,0 1 1 0 0,0-1 0 0 0,0 0 0 0 0,0 0 0 0 0,0 0 0 0 0,-1 0 0 0 0,0-1-1 0 0,3-7 1 0 0,1-2 132 0 0,-1-1 0 0 0,-1 0 0 0 0,0 0-1 0 0,-1-1 1 0 0,-1 1 0 0 0,-1-1 0 0 0,0-18-1 0 0,0 40-122 0 0,1 1-1 0 0,-1-1 1 0 0,1 0-1 0 0,0 0 1 0 0,1 0-1 0 0,0 0 1 0 0,0 0 0 0 0,0 0-1 0 0,0-1 1 0 0,1 0-1 0 0,0 1 1 0 0,0-2-1 0 0,0 1 1 0 0,1 0-1 0 0,-1-1 1 0 0,1 0-1 0 0,7 5 1 0 0,-2-1-356 0 0,0-1 1 0 0,0-1-1 0 0,0 0 0 0 0,1 0 0 0 0,0-1 1 0 0,1 0-1 0 0,-1-1 0 0 0,1 0 1 0 0,-1-1-1 0 0,16 3 0 0 0,4-5-1256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5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45 4880 0 0,'-17'-10'128'0'0,"4"3"-8"0"0,-1 2-48 0 0,3 0 108 0 0,-3-2-27 0 0,3 2-97 0 0,3 0-152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46 2868 0 0,'0'0'-168'0'0,"-8"-25"216"0"0,15 9 700 0 0,-5 12-82 0 0,-2 7-71 0 0,2 42-255 0 0,15 25-292 0 0,4 0-1 0 0,42 99 0 0 0,-6-17-7 0 0,-56-150-211 0 0,0 1 0 0 0,-1-1 0 0 0,1 0 0 0 0,0 1 0 0 0,0-1 0 0 0,1 0 1 0 0,-1 1-1 0 0,0-1 0 0 0,1 0 0 0 0,-1 0 0 0 0,1 0 0 0 0,0 0 0 0 0,-1 0 0 0 0,3 1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6.5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39 264 3852 0 0,'-20'5'90'0'0,"1"-2"776"0"0,33-16-440 0 0,22-9-405 0 0,1 2 0 0 0,1 1 0 0 0,1 2 0 0 0,1 2 0 0 0,69-17 0 0 0,-16 4-169 0 0,170-58-2342 0 0,-213 66 1624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37 159 3408 0 0,'0'0'-86'0'0,"-22"-4"607"0"0,9 0 416 0 0,12 1 222 0 0,51-10-1064 0 0,1 3 1 0 0,1 2-1 0 0,85-2 0 0 0,-27 3-22 0 0,209-40 27 0 0,-318 47-121 0 0,0 0 0 0 0,1 0-1 0 0,-1 0 1 0 0,1 0-1 0 0,-1 0 1 0 0,0-1 0 0 0,1 1-1 0 0,-1 0 1 0 0,1-1 0 0 0,-1 1-1 0 0,0-1 1 0 0,0 0 0 0 0,1 1-1 0 0,-1-1 1 0 0,0 0-1 0 0,0 0 1 0 0,0 0 0 0 0,0 0-1 0 0,0 0 1 0 0,0 0 0 0 0,2-2-1 0 0,-4 2-21 0 0,0 0-1 0 0,1 0 0 0 0,-1 0 1 0 0,0 0-1 0 0,0 1 1 0 0,0-1-1 0 0,0 0 1 0 0,0 0-1 0 0,0 1 0 0 0,0-1 1 0 0,0 0-1 0 0,0 1 1 0 0,0-1-1 0 0,0 1 1 0 0,0 0-1 0 0,0-1 0 0 0,0 1 1 0 0,-3-1-1 0 0,-68-14-941 0 0,46 11 784 0 0,0 1 0 0 0,0 0 0 0 0,0 3 0 0 0,-1 0 0 0 0,1 1 0 0 0,-29 6 1 0 0,52-6 193 0 0,-1 0 1 0 0,1 0-1 0 0,0 1 0 0 0,0-1 1 0 0,0 1-1 0 0,0 0 1 0 0,0 0-1 0 0,0 0 1 0 0,0 0-1 0 0,0 0 1 0 0,1 1-1 0 0,0-1 1 0 0,-1 1-1 0 0,1 0 1 0 0,0 0-1 0 0,0 0 1 0 0,0 0-1 0 0,1 0 0 0 0,-1 0 1 0 0,1 0-1 0 0,-1 0 1 0 0,1 1-1 0 0,0-1 1 0 0,0 0-1 0 0,1 1 1 0 0,-1-1-1 0 0,1 1 1 0 0,0 4-1 0 0,-1 11-33 0 0,1 0 0 0 0,1 0 0 0 0,1 0-1 0 0,4 18 1 0 0,-3-21 34 0 0,112 548 169 0 0,-99-483-764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2360 0 0,'-1'0'42'0'0,"-1"0"0"0"0,1 0 0 0 0,0 0 0 0 0,-1 1 0 0 0,1-1 0 0 0,-1 0 0 0 0,1 1 0 0 0,0-1 0 0 0,-1 1 0 0 0,1-1 0 0 0,0 1 0 0 0,0 0 0 0 0,0 0 0 0 0,-1-1-1 0 0,1 1 1 0 0,0 0 0 0 0,0 0 0 0 0,0 0 0 0 0,0 0 0 0 0,0 0 0 0 0,1 1 0 0 0,-1-1 0 0 0,0 0 0 0 0,0 0 0 0 0,1 1 0 0 0,-1-1 0 0 0,1 0 0 0 0,-1 0 0 0 0,1 1 0 0 0,-1-1 0 0 0,1 1 0 0 0,0-1 0 0 0,0 0 0 0 0,0 2-1 0 0,0 4-22 0 0,1-1 0 0 0,1 1 0 0 0,-1-1-1 0 0,1 0 1 0 0,0 1 0 0 0,4 6-1 0 0,-1 0 46 0 0,11 28-604 0 0,2-1-1 0 0,46 76 1 0 0,-56-102-6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7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65 3736 0 0,'-3'-13'256'0'0,"0"1"-8"0"0,0 2 452 0 0,1 0-71 0 0,2 1-93 0 0,-3-1-604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2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8 179 3876 0 0,'-1'-2'-66'0'0,"-1"0"0"0"0,2-1 0 0 0,-1 1 0 0 0,0 0 0 0 0,0-1 0 0 0,1 1 0 0 0,-1 0 0 0 0,1-1 0 0 0,0 1 0 0 0,0-1 0 0 0,0 1 0 0 0,0-1 0 0 0,0 1 0 0 0,0-1 0 0 0,1 1 0 0 0,-1 0-1 0 0,2-5 1 0 0,18-47 355 0 0,-9 27 165 0 0,7-17 872 0 0,-17 43-1171 0 0,0-5-101 0 0,-1 6-51 0 0,1 0 0 0 0,-1 0 0 0 0,0 0 0 0 0,0 0 0 0 0,0 0 0 0 0,0 1 0 0 0,0-1 0 0 0,0 0 0 0 0,0 0 0 0 0,0 0 0 0 0,0 0 0 0 0,0 0 0 0 0,0 0 0 0 0,0 0 0 0 0,0 0-1 0 0,0 0 1 0 0,0 0 0 0 0,0 0 0 0 0,1 0 0 0 0,-1 0 0 0 0,0 0 0 0 0,0 0 0 0 0,0 0 0 0 0,0 0 0 0 0,0 0 0 0 0,0 0 0 0 0,0 0 0 0 0,0 0 0 0 0,0 0 0 0 0,0 0 0 0 0,0 0 0 0 0,0 0 0 0 0,0 0 0 0 0,1 0 0 0 0,-1 0 0 0 0,0 0 0 0 0,0 0 0 0 0,0 0 0 0 0,0 0 0 0 0,0-1 0 0 0,0 1 0 0 0,38 191 88 0 0,33 131-30 0 0,-66-302-37 0 0,1-1 0 0 0,1 1 0 0 0,1-1 1 0 0,1-1-1 0 0,1 0 0 0 0,0 0 0 0 0,1-1 1 0 0,1 0-1 0 0,14 15 0 0 0,-20-25-41 0 0,1 0 0 0 0,0-1 1 0 0,1 0-1 0 0,0 0 0 0 0,0 0 0 0 0,0-1 0 0 0,0-1 1 0 0,1 1-1 0 0,0-1 0 0 0,-1-1 0 0 0,2 0 0 0 0,-1 0 1 0 0,0-1-1 0 0,0 0 0 0 0,1 0 0 0 0,0-1 0 0 0,-1 0 1 0 0,1-1-1 0 0,-1 0 0 0 0,1-1 0 0 0,11-1 0 0 0,45-15-2106 0 0,-35 7 988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38 154 3864 0 0,'-3'0'64'0'0,"-1"0"0"0"0,1 0 0 0 0,0 0 0 0 0,0 0-1 0 0,0 0 1 0 0,0-1 0 0 0,0 1 0 0 0,0-1 0 0 0,0 0-1 0 0,-3-1 1 0 0,6 1-53 0 0,0 1-1 0 0,0 0 1 0 0,0-1 0 0 0,0 1-1 0 0,0 0 1 0 0,0-1-1 0 0,-1 1 1 0 0,1-1 0 0 0,0 1-1 0 0,0 0 1 0 0,0-1 0 0 0,0 1-1 0 0,0 0 1 0 0,1-1-1 0 0,-1 1 1 0 0,0-1 0 0 0,0 1-1 0 0,0 0 1 0 0,0-1-1 0 0,0 1 1 0 0,0 0 0 0 0,1-1-1 0 0,-1 1 1 0 0,0 0-1 0 0,0-1 1 0 0,0 1 0 0 0,1 0-1 0 0,-1 0 1 0 0,0-1 0 0 0,0 1-1 0 0,1 0 1 0 0,-1 0-1 0 0,0-1 1 0 0,1 1 0 0 0,-1 0-1 0 0,0 0 1 0 0,1 0-1 0 0,-1 0 1 0 0,0-1 0 0 0,1 1-1 0 0,-1 0 1 0 0,1 0-1 0 0,63-27 284 0 0,28 0-305 0 0,110-40-2605 0 0,-171 53 1783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39.0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25 123 3784 0 0,'-19'-115'1991'0'0,"18"114"-1893"0"0,0-5-3 0 0,1 6-90 0 0,0 0 1 0 0,0 0 0 0 0,0 0-1 0 0,0 0 1 0 0,0 0 0 0 0,0 0-1 0 0,0 0 1 0 0,0 0 0 0 0,0 0-1 0 0,0 0 1 0 0,0 0-1 0 0,0 0 1 0 0,0 0 0 0 0,-1 0-1 0 0,1 0 1 0 0,0 1 0 0 0,0-1-1 0 0,0 0 1 0 0,0 0 0 0 0,0 0-1 0 0,0 0 1 0 0,0 0-1 0 0,0 0 1 0 0,0 0 0 0 0,0 0-1 0 0,0 0 1 0 0,0 0 0 0 0,0 0-1 0 0,-1 0 1 0 0,1 0 0 0 0,0 0-1 0 0,0 0 1 0 0,0 0-1 0 0,0 0 1 0 0,0 0 0 0 0,0 0-1 0 0,0-1 1 0 0,0 1 0 0 0,0 0-1 0 0,-1 20 7 0 0,1 0 0 0 0,1 0 0 0 0,1-1 0 0 0,1 1 0 0 0,0-1-1 0 0,10 30 1 0 0,-3-5 23 0 0,1 8-12 0 0,1-1 0 0 0,3 0 0 0 0,2 0 0 0 0,34 67 0 0 0,-43-101-11 0 0,2-1 1 0 0,0 0-1 0 0,1-1 0 0 0,1 0 0 0 0,0 0 0 0 0,1-1 1 0 0,0-1-1 0 0,1 0 0 0 0,0-1 0 0 0,1-1 0 0 0,1 0 1 0 0,0-1-1 0 0,0-1 0 0 0,1 0 0 0 0,34 12 0 0 0,-35-15 4 0 0,1-2 0 0 0,-1 1 0 0 0,1-2 0 0 0,0 0 0 0 0,0-1 0 0 0,31-1-1 0 0,-38-2-7 0 0,-1 0-1 0 0,1-1 0 0 0,0 0 0 0 0,-1 0 0 0 0,1-1 1 0 0,-1 0-1 0 0,0-1 0 0 0,0 0 0 0 0,0-1 0 0 0,-1 0 1 0 0,1 0-1 0 0,-1 0 0 0 0,9-10 0 0 0,-7 7 1 0 0,-1-1 1 0 0,-1 0-1 0 0,0-1 0 0 0,0 0 0 0 0,-1 0 0 0 0,8-14 0 0 0,-12 17 10 0 0,1 0 0 0 0,-1 0 0 0 0,0 0 0 0 0,-1-1 0 0 0,0 1 0 0 0,0 0 0 0 0,0-1 0 0 0,-1 0 0 0 0,0 1 0 0 0,-1-1 0 0 0,0-12 0 0 0,0 19-17 0 0,-6-14 10 0 0,5 13-12 0 0,-1 1 1 0 0,0 0 0 0 0,1 0 0 0 0,-1 0-1 0 0,0 1 1 0 0,1-1 0 0 0,-1 0 0 0 0,0 1-1 0 0,0-1 1 0 0,0 1 0 0 0,1-1 0 0 0,-1 1-1 0 0,0 0 1 0 0,0 0 0 0 0,0 0 0 0 0,-3 0-1 0 0,-4 1-1 0 0,1 0 0 0 0,-1 1 0 0 0,0 0 0 0 0,1 0 0 0 0,-1 1 0 0 0,1 0 0 0 0,-15 8 0 0 0,20-10 3 0 0,1 0-1 0 0,-1 0 0 0 0,0 1 1 0 0,0-1-1 0 0,1 1 0 0 0,-1 0 1 0 0,1 0-1 0 0,0 0 0 0 0,-1 0 1 0 0,1 0-1 0 0,0 0 0 0 0,0 1 1 0 0,0-1-1 0 0,1 0 0 0 0,-1 1 1 0 0,1 0-1 0 0,-1-1 0 0 0,1 1 1 0 0,0 0-1 0 0,0 0 0 0 0,0 0 1 0 0,0 0-1 0 0,1 0 0 0 0,-1 0 1 0 0,1 0-1 0 0,-1 0 0 0 0,1 5 1 0 0,2-5 2 0 0,-1 1 1 0 0,0-1-1 0 0,1 0 1 0 0,0 0 0 0 0,0 0-1 0 0,0 0 1 0 0,0 0-1 0 0,0 0 1 0 0,1 0-1 0 0,-1-1 1 0 0,1 0 0 0 0,-1 1-1 0 0,1-1 1 0 0,0 0-1 0 0,0 0 1 0 0,0 0-1 0 0,0-1 1 0 0,5 3 0 0 0,69 23 38 0 0,-62-22-36 0 0,29 6-557 0 0,0-2 1 0 0,0-2 0 0 0,1-2-1 0 0,0-1 1 0 0,66-5-1 0 0,-42-1-1513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41 136 1104 0 0,'-39'17'1228'0'0,"37"-16"-717"0"0,7 0-477 0 0,32 2 51 0 0,0-2 1 0 0,0 0-1 0 0,-1-3 1 0 0,51-8-1 0 0,-5 1 3 0 0,3153-117 1342 0 0,-2703 135-1132 0 0,-435-15 745 0 0,-94 5-907 0 0,13-5 197 0 0,-7 2-3574 0 0,2 0 1706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 4256 0 0,'0'0'-191'0'0,"-10"2"22"0"0,6-2 116 0 0,8-3-294 0 0,18-6 324 0 0,0 1-1 0 0,1 1 0 0 0,0 1 1 0 0,0 0-1 0 0,0 2 0 0 0,0 1 1 0 0,1 1-1 0 0,0 1 0 0 0,34 3 1 0 0,-55-2 15 0 0,0 1 1 0 0,0-1 0 0 0,0 1 0 0 0,0 0-1 0 0,-1-1 1 0 0,1 1 0 0 0,0 1 0 0 0,0-1 0 0 0,-1 0-1 0 0,1 1 1 0 0,-1-1 0 0 0,1 1 0 0 0,3 3-1 0 0,-6-4 10 0 0,1 0 0 0 0,-1 1-1 0 0,0-1 1 0 0,1 0-1 0 0,-1 1 1 0 0,0-1-1 0 0,0 0 1 0 0,0 1 0 0 0,0-1-1 0 0,0 0 1 0 0,0 1-1 0 0,0-1 1 0 0,0 0 0 0 0,-1 1-1 0 0,1-1 1 0 0,0 0-1 0 0,-1 1 1 0 0,1-1 0 0 0,-1 0-1 0 0,0 0 1 0 0,1 0-1 0 0,-1 1 1 0 0,0-1-1 0 0,0 0 1 0 0,1 0 0 0 0,-1 0-1 0 0,0 0 1 0 0,0 0-1 0 0,0 0 1 0 0,-2 1 0 0 0,-79 72 132 0 0,9-7 41 0 0,72-67-168 0 0,0 1 0 0 0,0 0-1 0 0,0 0 1 0 0,0-1 0 0 0,1 1 0 0 0,-1 0 0 0 0,0 0-1 0 0,1 0 1 0 0,-1 0 0 0 0,1 0 0 0 0,-1 0 0 0 0,1 0 0 0 0,-1 0-1 0 0,1 0 1 0 0,0 1 0 0 0,-1-1 0 0 0,1 0 0 0 0,0 0-1 0 0,0 0 1 0 0,0 0 0 0 0,0 0 0 0 0,0 1 0 0 0,0-1 0 0 0,0 0-1 0 0,1 0 1 0 0,-1 0 0 0 0,1 2 0 0 0,0-2 0 0 0,0 1 1 0 0,0 0-1 0 0,1 0 1 0 0,-1-1-1 0 0,1 1 1 0 0,0 0-1 0 0,0-1 1 0 0,-1 0-1 0 0,1 1 1 0 0,0-1-1 0 0,0 0 1 0 0,0 0-1 0 0,3 1 1 0 0,9 3 16 0 0,0 0 0 0 0,1 0-1 0 0,19 2 1 0 0,-27-6-7 0 0,82 15 31 0 0,-51-11-20 0 0,-1 2 0 0 0,0 1 0 0 0,0 2 1 0 0,-1 2-1 0 0,53 24 0 0 0,-88-36-28 0 0,0 1 0 0 0,1 0 0 0 0,-1-1 0 0 0,0 1-1 0 0,1 0 1 0 0,-1 0 0 0 0,0 0 0 0 0,0 0 0 0 0,0 0-1 0 0,0 0 1 0 0,0 0 0 0 0,0 0 0 0 0,0 1 0 0 0,0-1 0 0 0,0 0-1 0 0,0 0 1 0 0,-1 1 0 0 0,1-1 0 0 0,0 1 0 0 0,-1-1-1 0 0,1 2 1 0 0,-1-1-1 0 0,0-1 0 0 0,-1 0 0 0 0,1 1-1 0 0,0-1 1 0 0,-1 0 0 0 0,1 1 0 0 0,-1-1 0 0 0,1 0 0 0 0,-1 0-1 0 0,0 0 1 0 0,1 0 0 0 0,-1 1 0 0 0,0-1 0 0 0,0 0-1 0 0,0 0 1 0 0,0 0 0 0 0,0-1 0 0 0,-2 3 0 0 0,-4 2 6 0 0,-1 0 0 0 0,0-1-1 0 0,-1 1 1 0 0,1-1 0 0 0,-12 3 0 0 0,-38 8 341 0 0,-1-1 0 0 0,-1-4 0 0 0,0-2 0 0 0,-79 0 0 0 0,37-2 411 0 0,99-5-747 0 0,1-1 0 0 0,0 1 1 0 0,-1-1-1 0 0,1 0 0 0 0,-1 0 0 0 0,1 0 1 0 0,-1 0-1 0 0,1-1 0 0 0,0 1 0 0 0,-1 0 1 0 0,1-1-1 0 0,0 0 0 0 0,-1 0 0 0 0,1 1 1 0 0,0-1-1 0 0,0 0 0 0 0,-1-1 0 0 0,1 1 1 0 0,0 0-1 0 0,0-1 0 0 0,-1-1 0 0 0,2 2-339 0 0,4-3-190 0 0,24-24-2021 0 0,-16 18 927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2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1055 147 4652 0 0,'-1'-4'-117'0'0,"-2"-1"96"0"0,1-1-1 0 0,-1 1 1 0 0,-1 0-1 0 0,1 0 0 0 0,-1 0 1 0 0,0 0-1 0 0,0 1 1 0 0,0 0-1 0 0,0 0 1 0 0,-1 0-1 0 0,0 0 1 0 0,-8-5-1 0 0,2 3 15 0 0,0 1 0 0 0,0 0 0 0 0,-1 0 0 0 0,1 2 0 0 0,-24-6 0 0 0,-2 4 36 0 0,0 1-1 0 0,-1 2 1 0 0,-45 4 0 0 0,50 0-11 0 0,0 2-1 0 0,0 2 1 0 0,1 1 0 0 0,-1 1 0 0 0,2 1 0 0 0,-1 2-1 0 0,2 2 1 0 0,0 0 0 0 0,0 2 0 0 0,-51 35 0 0 0,49-26 22 0 0,1 0 0 0 0,1 2 0 0 0,1 1 1 0 0,2 1-1 0 0,1 2 0 0 0,1 1 0 0 0,1 0 1 0 0,-34 63-1 0 0,53-84-34 0 0,1-1 0 0 0,0 1 0 0 0,0 0 0 0 0,1 0 0 0 0,0 0 0 0 0,1 0 0 0 0,0 1 1 0 0,0-1-1 0 0,2 1 0 0 0,-1-1 0 0 0,1 1 0 0 0,1-1 0 0 0,-1 1 0 0 0,2-1 0 0 0,0 0 0 0 0,0 1 0 0 0,1-1 1 0 0,0 0-1 0 0,0 0 0 0 0,1 0 0 0 0,1-1 0 0 0,6 12 0 0 0,-1-5 5 0 0,1-1 0 0 0,1 0 0 0 0,0 0 0 0 0,1-1 0 0 0,1-1 0 0 0,0 0 0 0 0,1-1-1 0 0,0-1 1 0 0,0 0 0 0 0,1-1 0 0 0,31 15 0 0 0,-5-9 13 0 0,0-2 0 0 0,0-1 0 0 0,2-2 0 0 0,-1-2 0 0 0,1-2 0 0 0,0-2 0 0 0,76-1 0 0 0,22-9 145 0 0,150-25 1 0 0,-226 22-9 0 0,0-3 0 0 0,-1-3 0 0 0,0-3 0 0 0,120-49 0 0 0,-158 54-105 0 0,0-2 1 0 0,-2 0 0 0 0,0-2-1 0 0,0-1 1 0 0,-2-1-1 0 0,0-1 1 0 0,-1-1-1 0 0,-1 0 1 0 0,-1-2-1 0 0,-1-1 1 0 0,0 0 0 0 0,-2-1-1 0 0,22-41 1 0 0,-30 47-19 0 0,-1 0 1 0 0,-1 0-1 0 0,0 0 1 0 0,-2-1-1 0 0,0 0 1 0 0,-1 0 0 0 0,0 0-1 0 0,-2-1 1 0 0,0 1-1 0 0,-2-1 1 0 0,-1-24-1 0 0,-1 33-13 0 0,0 0-1 0 0,0 0 1 0 0,-1 1-1 0 0,0-1 1 0 0,-1 1-1 0 0,0 0 1 0 0,0 0-1 0 0,-1 0 1 0 0,-1 0-1 0 0,0 1 1 0 0,0 0-1 0 0,0 0 1 0 0,-1 1-1 0 0,-1 0 1 0 0,0 0-1 0 0,0 0 1 0 0,0 1-1 0 0,-1 0 1 0 0,0 1-1 0 0,0 0 1 0 0,-18-8-1 0 0,-6 0 3 0 0,0 1-1 0 0,-2 3 0 0 0,1 0 1 0 0,-1 2-1 0 0,0 2 1 0 0,-1 1-1 0 0,1 2 1 0 0,-63 2-1 0 0,5 6-183 0 0,1 4 0 0 0,-108 25 0 0 0,27 10-531 0 0,149-36-98 0 0,0 1 0 0 0,1 1 0 0 0,0 1 0 0 0,-41 27 0 0 0,52-30-793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818 51 4608 0 0,'0'0'-69'0'0,"2"-1"43"0"0,3-4 22 0 0,-4 5 21 0 0,-1-1 0 0 0,1 1 0 0 0,0-1 0 0 0,-1 1 0 0 0,1-1 0 0 0,-1 1 0 0 0,1-1 0 0 0,-1 0 0 0 0,0 1 0 0 0,1-1 0 0 0,-1 0 0 0 0,0 1 0 0 0,1-1 0 0 0,-1 0 0 0 0,0 1 0 0 0,0-1 0 0 0,1 0 0 0 0,-1 1 0 0 0,0-1 0 0 0,0 0 0 0 0,0 0 0 0 0,0 1 0 0 0,0-1 0 0 0,0 0 0 0 0,0 0 0 0 0,0 1 0 0 0,-1-1 0 0 0,1 0 0 0 0,0 0 0 0 0,0 1 0 0 0,-1-1 0 0 0,1 0 0 0 0,0 1 1 0 0,-1-1-1 0 0,1 0 0 0 0,0 1 0 0 0,-1-1 0 0 0,1 1 0 0 0,-1-1 0 0 0,1 1 0 0 0,-1-1 0 0 0,1 1 0 0 0,-1-1 0 0 0,0 1 0 0 0,1-1 0 0 0,-1 1 0 0 0,0 0 0 0 0,1-1 0 0 0,-2 1 0 0 0,-30-13 316 0 0,16 12-300 0 0,0 0 0 0 0,0 1 0 0 0,0 1 0 0 0,0 1 1 0 0,1 0-1 0 0,-1 1 0 0 0,0 0 0 0 0,1 2 0 0 0,0 0 1 0 0,-23 11-1 0 0,-16 10-21 0 0,-72 47 0 0 0,91-52 0 0 0,-2 3-14 0 0,0 2 0 0 0,2 1-1 0 0,1 1 1 0 0,-51 56 0 0 0,67-63-3 0 0,1 0 0 0 0,0 1 0 0 0,2 0 0 0 0,1 1 0 0 0,0 1-1 0 0,2 0 1 0 0,1 1 0 0 0,-14 46 0 0 0,22-64 5 0 0,2 1-1 0 0,-1 0 1 0 0,1 0-1 0 0,1 0 1 0 0,-1 0 0 0 0,1-1-1 0 0,1 1 1 0 0,-1 0-1 0 0,1 0 1 0 0,1 0-1 0 0,-1 0 1 0 0,2-1-1 0 0,-1 1 1 0 0,1-1 0 0 0,3 9-1 0 0,0-7 2 0 0,-1 0 0 0 0,2-1 0 0 0,-1 1-1 0 0,1-1 1 0 0,0 0 0 0 0,1-1 0 0 0,0 0 0 0 0,0 0-1 0 0,0 0 1 0 0,11 5 0 0 0,5 1 2 0 0,0-1 0 0 0,0-1 0 0 0,1-1 0 0 0,0-2 0 0 0,1 0 0 0 0,0-2 0 0 0,0-1 0 0 0,30 3 1 0 0,2-5 8 0 0,0-2 1 0 0,0-3 0 0 0,0-2 0 0 0,77-16-1 0 0,-33-3 19 0 0,151-53-1 0 0,-200 58-15 0 0,-1-3 0 0 0,-1-3 0 0 0,90-55 0 0 0,-125 69-3 0 0,-2 0-1 0 0,1-1 1 0 0,-1-1 0 0 0,-1 0 0 0 0,0-1 0 0 0,-1 0 0 0 0,-1-1-1 0 0,0 0 1 0 0,0-1 0 0 0,-2 0 0 0 0,0-1 0 0 0,0 0 0 0 0,-2 0-1 0 0,0-1 1 0 0,-1 0 0 0 0,5-19 0 0 0,-10 28 10 0 0,1-1 0 0 0,-1 1 1 0 0,-1-1-1 0 0,0 0 0 0 0,0 1 0 0 0,-1-1 1 0 0,0 0-1 0 0,0 1 0 0 0,-1-1 0 0 0,0 1 1 0 0,-1-1-1 0 0,1 1 0 0 0,-8-14 0 0 0,4 12 4 0 0,-1 0-1 0 0,1 1 1 0 0,-2-1-1 0 0,1 2 0 0 0,-1-1 1 0 0,0 1-1 0 0,-1 0 1 0 0,0 1-1 0 0,-14-9 1 0 0,3 3 5 0 0,-2 2-1 0 0,1 1 1 0 0,-2 0 0 0 0,1 2 0 0 0,-1 0 0 0 0,0 2 0 0 0,-1 0 0 0 0,1 2 0 0 0,-34-3 0 0 0,19 6-44 0 0,0 1 1 0 0,0 2-1 0 0,1 2 1 0 0,-1 1-1 0 0,1 2 1 0 0,0 2-1 0 0,0 1 1 0 0,1 1-1 0 0,1 3 1 0 0,0 0-1 0 0,-43 26 1 0 0,71-35-254 0 0,0 0-1 0 0,0 0 1 0 0,1 1 0 0 0,-10 10 0 0 0,4-4-2420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4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3 193 4368 0 0,'9'-40'0'0'0,"-9"36"90"0"0,1 0 1 0 0,-1 0-1 0 0,1 0 0 0 0,0 0 0 0 0,0 0 0 0 0,0 0 0 0 0,1 0 1 0 0,3-6-1 0 0,-3-10 570 0 0,-5 10-217 0 0,-3 28-421 0 0,2-10-2 0 0,2 0 0 0 0,-1 0 0 0 0,1 1 0 0 0,0-1 0 0 0,1 1 0 0 0,-1 15 0 0 0,2-21-14 0 0,1 0-1 0 0,-1 0 1 0 0,1 0-1 0 0,0 0 1 0 0,0-1 0 0 0,0 1-1 0 0,0 0 1 0 0,0 0-1 0 0,1-1 1 0 0,-1 1-1 0 0,1-1 1 0 0,-1 1-1 0 0,1-1 1 0 0,0 0-1 0 0,0 0 1 0 0,0 0-1 0 0,1 0 1 0 0,-1 0 0 0 0,0 0-1 0 0,1 0 1 0 0,-1-1-1 0 0,1 1 1 0 0,0-1-1 0 0,-1 0 1 0 0,6 2-1 0 0,3 1 7 0 0,0-1 0 0 0,1 0 0 0 0,0 0 0 0 0,-1-1-1 0 0,1-1 1 0 0,0 0 0 0 0,0-1 0 0 0,0 0 0 0 0,0-1-1 0 0,-1 0 1 0 0,1 0 0 0 0,0-2 0 0 0,-1 1 0 0 0,1-2-1 0 0,-1 1 1 0 0,0-2 0 0 0,17-7 0 0 0,-15 5 11 0 0,-1 0 0 0 0,0-1 1 0 0,0 0-1 0 0,0 0 0 0 0,-1-2 0 0 0,-1 1 1 0 0,1-1-1 0 0,-2-1 0 0 0,1 0 0 0 0,-2 0 1 0 0,1-1-1 0 0,-1 0 0 0 0,-1 0 0 0 0,7-17 1 0 0,12-22 258 0 0,-24 50-278 0 0,-4 7-19 0 0,-6 37 18 0 0,2 1 0 0 0,2 0 1 0 0,2 0-1 0 0,1 1 0 0 0,3-1 0 0 0,11 66 1 0 0,0-40-298 0 0,-13-68-193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977 179 5336 0 0,'-81'-61'-521'0'0,"57"41"662"0"0,0 2-1 0 0,-1 1 1 0 0,-33-18-1 0 0,47 30-104 0 0,1 1 0 0 0,-1 0 0 0 0,0 0-1 0 0,0 1 1 0 0,-1 1 0 0 0,1 0 0 0 0,0 0 0 0 0,-1 1-1 0 0,1 1 1 0 0,-1 0 0 0 0,1 0 0 0 0,-17 4 0 0 0,0 2-22 0 0,0 1 0 0 0,0 2 1 0 0,1 1-1 0 0,1 1 0 0 0,0 1 1 0 0,0 1-1 0 0,1 2 1 0 0,1 0-1 0 0,1 2 0 0 0,-34 29 1 0 0,19-10 1 0 0,1 1 1 0 0,2 1-1 0 0,2 2 0 0 0,-55 87 1 0 0,80-115-17 0 0,1 1 1 0 0,0 1-1 0 0,1-1 1 0 0,1 1-1 0 0,0 0 1 0 0,1 0-1 0 0,0 1 0 0 0,1-1 1 0 0,1 1-1 0 0,-1 17 1 0 0,4-21 0 0 0,-1 0-1 0 0,1 0 1 0 0,1 0-1 0 0,0 0 1 0 0,0 0-1 0 0,1-1 1 0 0,0 1 0 0 0,1-1-1 0 0,0 0 1 0 0,1 0-1 0 0,0 0 1 0 0,1 0-1 0 0,0-1 1 0 0,8 10 0 0 0,-3-5 5 0 0,2-1 0 0 0,0 0 1 0 0,0 0-1 0 0,1-1 0 0 0,0-1 1 0 0,1 0-1 0 0,0-1 0 0 0,1-1 1 0 0,0-1-1 0 0,1 0 0 0 0,24 8 1 0 0,-16-9 14 0 0,1 0 0 0 0,-1-2 0 0 0,1-2 0 0 0,0 0 0 0 0,0-1 0 0 0,0-2 0 0 0,35-3 0 0 0,-6-5 20 0 0,0-2 1 0 0,-1-3 0 0 0,0-2 0 0 0,-1-2 0 0 0,0-2 0 0 0,91-50 0 0 0,-109 50-25 0 0,-1-2 0 0 0,-1-2-1 0 0,-1-1 1 0 0,-1-1 0 0 0,-1-2 0 0 0,-2-1-1 0 0,28-33 1 0 0,-37 37 15 0 0,-1-1 0 0 0,-1 0-1 0 0,-2-2 1 0 0,0 1 0 0 0,-2-2 0 0 0,0 0-1 0 0,-2 0 1 0 0,-1-1 0 0 0,10-56-1 0 0,-18 76 50 0 0,-1 0-1 0 0,0-1 0 0 0,0 1 1 0 0,-1-1-1 0 0,-1 1 0 0 0,1 0 0 0 0,-5-18 1 0 0,4 24-63 0 0,0 0-1 0 0,0 1 1 0 0,0-1 0 0 0,0 1 0 0 0,0-1 0 0 0,0 1-1 0 0,-1-1 1 0 0,0 1 0 0 0,1 0 0 0 0,-1 0 0 0 0,0 0-1 0 0,0 0 1 0 0,0 0 0 0 0,0 0 0 0 0,0 0 0 0 0,-1 1-1 0 0,1-1 1 0 0,0 1 0 0 0,-1 0 0 0 0,1-1-1 0 0,-1 1 1 0 0,1 0 0 0 0,-1 0 0 0 0,0 1 0 0 0,0-1-1 0 0,1 1 1 0 0,-1-1 0 0 0,0 1 0 0 0,0 0 0 0 0,-3 0-1 0 0,-12 1-7 0 0,1 1-1 0 0,0 0 0 0 0,0 2 0 0 0,0 0 1 0 0,0 1-1 0 0,1 0 0 0 0,-1 1 0 0 0,-19 11 0 0 0,2 1-340 0 0,1 2-1 0 0,-50 38 0 0 0,76-53-142 0 0,-1 1 1 0 0,2 0 0 0 0,-1 1-1 0 0,1-1 1 0 0,0 1-1 0 0,-9 13 1 0 0,9-7-1724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4:36:4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0 5380 0 0,'-6'30'-510'0'0,"-6"-10"609"0"0,0-1-1 0 0,-20 24 1 0 0,15-22 83 0 0,-27 46 0 0 0,40-61-154 0 0,1 1-1 0 0,0-1 0 0 0,1 1 0 0 0,-1-1 1 0 0,1 1-1 0 0,1 0 0 0 0,-1 0 0 0 0,1 0 1 0 0,0 0-1 0 0,1 0 0 0 0,0 0 0 0 0,0 9 1 0 0,1-13-17 0 0,0 0 1 0 0,0 0-1 0 0,0 0 1 0 0,0 0-1 0 0,0 0 1 0 0,1-1-1 0 0,-1 1 1 0 0,1 0-1 0 0,0-1 1 0 0,-1 1-1 0 0,1-1 1 0 0,0 0-1 0 0,1 1 1 0 0,-1-1-1 0 0,0 0 1 0 0,1 0-1 0 0,-1-1 1 0 0,1 1-1 0 0,-1 0 1 0 0,1-1-1 0 0,0 1 1 0 0,0-1-1 0 0,5 1 1 0 0,4 2 16 0 0,0-1-1 0 0,0 0 1 0 0,0-1 0 0 0,20 1 0 0 0,14-2 26 0 0,0-2 0 0 0,0-1 0 0 0,47-10 0 0 0,133-38-45 0 0,-131 22-1101 0 0,-1-4-1 0 0,124-62 1 0 0,-167 69-300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image" Target="../media/image2.png"/><Relationship Id="rId2" Type="http://schemas.openxmlformats.org/officeDocument/2006/relationships/customXml" Target="../ink/ink1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customXml" Target="../ink/ink26.xml"/><Relationship Id="rId21" Type="http://schemas.openxmlformats.org/officeDocument/2006/relationships/customXml" Target="../ink/ink17.xml"/><Relationship Id="rId34" Type="http://schemas.openxmlformats.org/officeDocument/2006/relationships/image" Target="../media/image26.png"/><Relationship Id="rId42" Type="http://schemas.openxmlformats.org/officeDocument/2006/relationships/image" Target="../media/image30.png"/><Relationship Id="rId47" Type="http://schemas.openxmlformats.org/officeDocument/2006/relationships/customXml" Target="../ink/ink30.xml"/><Relationship Id="rId50" Type="http://schemas.openxmlformats.org/officeDocument/2006/relationships/image" Target="../media/image34.png"/><Relationship Id="rId55" Type="http://schemas.openxmlformats.org/officeDocument/2006/relationships/customXml" Target="../ink/ink34.xml"/><Relationship Id="rId63" Type="http://schemas.openxmlformats.org/officeDocument/2006/relationships/customXml" Target="../ink/ink38.xml"/><Relationship Id="rId68" Type="http://schemas.openxmlformats.org/officeDocument/2006/relationships/image" Target="../media/image43.png"/><Relationship Id="rId76" Type="http://schemas.openxmlformats.org/officeDocument/2006/relationships/image" Target="../media/image47.png"/><Relationship Id="rId7" Type="http://schemas.openxmlformats.org/officeDocument/2006/relationships/customXml" Target="../ink/ink10.xml"/><Relationship Id="rId71" Type="http://schemas.openxmlformats.org/officeDocument/2006/relationships/customXml" Target="../ink/ink42.xml"/><Relationship Id="rId2" Type="http://schemas.openxmlformats.org/officeDocument/2006/relationships/customXml" Target="../ink/ink8.xml"/><Relationship Id="rId16" Type="http://schemas.openxmlformats.org/officeDocument/2006/relationships/image" Target="../media/image17.png"/><Relationship Id="rId29" Type="http://schemas.openxmlformats.org/officeDocument/2006/relationships/customXml" Target="../ink/ink21.xml"/><Relationship Id="rId11" Type="http://schemas.openxmlformats.org/officeDocument/2006/relationships/customXml" Target="../ink/ink12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25.xml"/><Relationship Id="rId40" Type="http://schemas.openxmlformats.org/officeDocument/2006/relationships/image" Target="../media/image29.png"/><Relationship Id="rId45" Type="http://schemas.openxmlformats.org/officeDocument/2006/relationships/customXml" Target="../ink/ink29.xml"/><Relationship Id="rId53" Type="http://schemas.openxmlformats.org/officeDocument/2006/relationships/customXml" Target="../ink/ink33.xml"/><Relationship Id="rId58" Type="http://schemas.openxmlformats.org/officeDocument/2006/relationships/image" Target="../media/image38.png"/><Relationship Id="rId66" Type="http://schemas.openxmlformats.org/officeDocument/2006/relationships/image" Target="../media/image42.png"/><Relationship Id="rId74" Type="http://schemas.openxmlformats.org/officeDocument/2006/relationships/image" Target="../media/image46.png"/><Relationship Id="rId79" Type="http://schemas.openxmlformats.org/officeDocument/2006/relationships/customXml" Target="../ink/ink46.xml"/><Relationship Id="rId5" Type="http://schemas.openxmlformats.org/officeDocument/2006/relationships/customXml" Target="../ink/ink9.xml"/><Relationship Id="rId61" Type="http://schemas.openxmlformats.org/officeDocument/2006/relationships/customXml" Target="../ink/ink37.xml"/><Relationship Id="rId82" Type="http://schemas.openxmlformats.org/officeDocument/2006/relationships/image" Target="../media/image50.png"/><Relationship Id="rId10" Type="http://schemas.openxmlformats.org/officeDocument/2006/relationships/image" Target="../media/image14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4" Type="http://schemas.openxmlformats.org/officeDocument/2006/relationships/image" Target="../media/image31.png"/><Relationship Id="rId52" Type="http://schemas.openxmlformats.org/officeDocument/2006/relationships/image" Target="../media/image35.png"/><Relationship Id="rId60" Type="http://schemas.openxmlformats.org/officeDocument/2006/relationships/image" Target="../media/image39.png"/><Relationship Id="rId65" Type="http://schemas.openxmlformats.org/officeDocument/2006/relationships/customXml" Target="../ink/ink39.xml"/><Relationship Id="rId73" Type="http://schemas.openxmlformats.org/officeDocument/2006/relationships/customXml" Target="../ink/ink43.xml"/><Relationship Id="rId78" Type="http://schemas.openxmlformats.org/officeDocument/2006/relationships/image" Target="../media/image48.png"/><Relationship Id="rId81" Type="http://schemas.openxmlformats.org/officeDocument/2006/relationships/customXml" Target="../ink/ink47.xml"/><Relationship Id="rId4" Type="http://schemas.openxmlformats.org/officeDocument/2006/relationships/image" Target="../media/image11.png"/><Relationship Id="rId9" Type="http://schemas.openxmlformats.org/officeDocument/2006/relationships/customXml" Target="../ink/ink11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20.xml"/><Relationship Id="rId30" Type="http://schemas.openxmlformats.org/officeDocument/2006/relationships/image" Target="../media/image24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Relationship Id="rId48" Type="http://schemas.openxmlformats.org/officeDocument/2006/relationships/image" Target="../media/image33.png"/><Relationship Id="rId56" Type="http://schemas.openxmlformats.org/officeDocument/2006/relationships/image" Target="../media/image37.png"/><Relationship Id="rId64" Type="http://schemas.openxmlformats.org/officeDocument/2006/relationships/image" Target="../media/image41.png"/><Relationship Id="rId69" Type="http://schemas.openxmlformats.org/officeDocument/2006/relationships/customXml" Target="../ink/ink41.xml"/><Relationship Id="rId77" Type="http://schemas.openxmlformats.org/officeDocument/2006/relationships/customXml" Target="../ink/ink45.xml"/><Relationship Id="rId8" Type="http://schemas.openxmlformats.org/officeDocument/2006/relationships/image" Target="../media/image13.png"/><Relationship Id="rId51" Type="http://schemas.openxmlformats.org/officeDocument/2006/relationships/customXml" Target="../ink/ink32.xml"/><Relationship Id="rId72" Type="http://schemas.openxmlformats.org/officeDocument/2006/relationships/image" Target="../media/image45.png"/><Relationship Id="rId80" Type="http://schemas.openxmlformats.org/officeDocument/2006/relationships/image" Target="../media/image49.png"/><Relationship Id="rId12" Type="http://schemas.openxmlformats.org/officeDocument/2006/relationships/image" Target="../media/image15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8.png"/><Relationship Id="rId46" Type="http://schemas.openxmlformats.org/officeDocument/2006/relationships/image" Target="../media/image32.png"/><Relationship Id="rId59" Type="http://schemas.openxmlformats.org/officeDocument/2006/relationships/customXml" Target="../ink/ink36.xml"/><Relationship Id="rId67" Type="http://schemas.openxmlformats.org/officeDocument/2006/relationships/customXml" Target="../ink/ink40.xml"/><Relationship Id="rId20" Type="http://schemas.openxmlformats.org/officeDocument/2006/relationships/image" Target="../media/image19.png"/><Relationship Id="rId41" Type="http://schemas.openxmlformats.org/officeDocument/2006/relationships/customXml" Target="../ink/ink27.xml"/><Relationship Id="rId54" Type="http://schemas.openxmlformats.org/officeDocument/2006/relationships/image" Target="../media/image36.png"/><Relationship Id="rId62" Type="http://schemas.openxmlformats.org/officeDocument/2006/relationships/image" Target="../media/image40.png"/><Relationship Id="rId70" Type="http://schemas.openxmlformats.org/officeDocument/2006/relationships/image" Target="../media/image44.png"/><Relationship Id="rId75" Type="http://schemas.openxmlformats.org/officeDocument/2006/relationships/customXml" Target="../ink/ink44.xml"/><Relationship Id="rId8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49" Type="http://schemas.openxmlformats.org/officeDocument/2006/relationships/customXml" Target="../ink/ink31.xml"/><Relationship Id="rId57" Type="http://schemas.openxmlformats.org/officeDocument/2006/relationships/customXml" Target="../ink/ink35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customXml" Target="../ink/ink56.xml"/><Relationship Id="rId26" Type="http://schemas.openxmlformats.org/officeDocument/2006/relationships/customXml" Target="../ink/ink60.xml"/><Relationship Id="rId39" Type="http://schemas.openxmlformats.org/officeDocument/2006/relationships/image" Target="../media/image69.png"/><Relationship Id="rId21" Type="http://schemas.openxmlformats.org/officeDocument/2006/relationships/image" Target="../media/image60.png"/><Relationship Id="rId34" Type="http://schemas.openxmlformats.org/officeDocument/2006/relationships/customXml" Target="../ink/ink64.xml"/><Relationship Id="rId42" Type="http://schemas.openxmlformats.org/officeDocument/2006/relationships/customXml" Target="../ink/ink68.xml"/><Relationship Id="rId47" Type="http://schemas.openxmlformats.org/officeDocument/2006/relationships/image" Target="../media/image73.png"/><Relationship Id="rId50" Type="http://schemas.openxmlformats.org/officeDocument/2006/relationships/customXml" Target="../ink/ink72.xml"/><Relationship Id="rId55" Type="http://schemas.openxmlformats.org/officeDocument/2006/relationships/image" Target="../media/image77.png"/><Relationship Id="rId63" Type="http://schemas.openxmlformats.org/officeDocument/2006/relationships/image" Target="../media/image81.png"/><Relationship Id="rId68" Type="http://schemas.openxmlformats.org/officeDocument/2006/relationships/customXml" Target="../ink/ink81.xml"/><Relationship Id="rId76" Type="http://schemas.openxmlformats.org/officeDocument/2006/relationships/customXml" Target="../ink/ink85.xml"/><Relationship Id="rId7" Type="http://schemas.openxmlformats.org/officeDocument/2006/relationships/image" Target="../media/image53.png"/><Relationship Id="rId71" Type="http://schemas.openxmlformats.org/officeDocument/2006/relationships/image" Target="../media/image85.png"/><Relationship Id="rId2" Type="http://schemas.openxmlformats.org/officeDocument/2006/relationships/customXml" Target="../ink/ink48.xml"/><Relationship Id="rId16" Type="http://schemas.openxmlformats.org/officeDocument/2006/relationships/customXml" Target="../ink/ink55.xml"/><Relationship Id="rId29" Type="http://schemas.openxmlformats.org/officeDocument/2006/relationships/image" Target="../media/image64.png"/><Relationship Id="rId11" Type="http://schemas.openxmlformats.org/officeDocument/2006/relationships/image" Target="../media/image55.png"/><Relationship Id="rId24" Type="http://schemas.openxmlformats.org/officeDocument/2006/relationships/customXml" Target="../ink/ink59.xml"/><Relationship Id="rId32" Type="http://schemas.openxmlformats.org/officeDocument/2006/relationships/customXml" Target="../ink/ink63.xml"/><Relationship Id="rId37" Type="http://schemas.openxmlformats.org/officeDocument/2006/relationships/image" Target="../media/image68.png"/><Relationship Id="rId40" Type="http://schemas.openxmlformats.org/officeDocument/2006/relationships/customXml" Target="../ink/ink67.xml"/><Relationship Id="rId45" Type="http://schemas.openxmlformats.org/officeDocument/2006/relationships/image" Target="../media/image72.png"/><Relationship Id="rId53" Type="http://schemas.openxmlformats.org/officeDocument/2006/relationships/image" Target="../media/image76.png"/><Relationship Id="rId58" Type="http://schemas.openxmlformats.org/officeDocument/2006/relationships/customXml" Target="../ink/ink76.xml"/><Relationship Id="rId66" Type="http://schemas.openxmlformats.org/officeDocument/2006/relationships/customXml" Target="../ink/ink80.xml"/><Relationship Id="rId74" Type="http://schemas.openxmlformats.org/officeDocument/2006/relationships/customXml" Target="../ink/ink84.xml"/><Relationship Id="rId79" Type="http://schemas.openxmlformats.org/officeDocument/2006/relationships/image" Target="../media/image89.png"/><Relationship Id="rId5" Type="http://schemas.openxmlformats.org/officeDocument/2006/relationships/image" Target="../media/image52.png"/><Relationship Id="rId61" Type="http://schemas.openxmlformats.org/officeDocument/2006/relationships/image" Target="../media/image80.png"/><Relationship Id="rId82" Type="http://schemas.openxmlformats.org/officeDocument/2006/relationships/image" Target="../media/image91.png"/><Relationship Id="rId10" Type="http://schemas.openxmlformats.org/officeDocument/2006/relationships/customXml" Target="../ink/ink52.xml"/><Relationship Id="rId19" Type="http://schemas.openxmlformats.org/officeDocument/2006/relationships/image" Target="../media/image59.png"/><Relationship Id="rId31" Type="http://schemas.openxmlformats.org/officeDocument/2006/relationships/image" Target="../media/image65.png"/><Relationship Id="rId44" Type="http://schemas.openxmlformats.org/officeDocument/2006/relationships/customXml" Target="../ink/ink69.xml"/><Relationship Id="rId52" Type="http://schemas.openxmlformats.org/officeDocument/2006/relationships/customXml" Target="../ink/ink73.xml"/><Relationship Id="rId60" Type="http://schemas.openxmlformats.org/officeDocument/2006/relationships/customXml" Target="../ink/ink77.xml"/><Relationship Id="rId65" Type="http://schemas.openxmlformats.org/officeDocument/2006/relationships/image" Target="../media/image82.png"/><Relationship Id="rId73" Type="http://schemas.openxmlformats.org/officeDocument/2006/relationships/image" Target="../media/image86.png"/><Relationship Id="rId78" Type="http://schemas.openxmlformats.org/officeDocument/2006/relationships/customXml" Target="../ink/ink86.xml"/><Relationship Id="rId81" Type="http://schemas.openxmlformats.org/officeDocument/2006/relationships/image" Target="../media/image90.png"/><Relationship Id="rId4" Type="http://schemas.openxmlformats.org/officeDocument/2006/relationships/customXml" Target="../ink/ink49.xml"/><Relationship Id="rId9" Type="http://schemas.openxmlformats.org/officeDocument/2006/relationships/image" Target="../media/image54.png"/><Relationship Id="rId14" Type="http://schemas.openxmlformats.org/officeDocument/2006/relationships/customXml" Target="../ink/ink54.xml"/><Relationship Id="rId22" Type="http://schemas.openxmlformats.org/officeDocument/2006/relationships/customXml" Target="../ink/ink58.xml"/><Relationship Id="rId27" Type="http://schemas.openxmlformats.org/officeDocument/2006/relationships/image" Target="../media/image63.png"/><Relationship Id="rId30" Type="http://schemas.openxmlformats.org/officeDocument/2006/relationships/customXml" Target="../ink/ink62.xml"/><Relationship Id="rId35" Type="http://schemas.openxmlformats.org/officeDocument/2006/relationships/image" Target="../media/image67.png"/><Relationship Id="rId43" Type="http://schemas.openxmlformats.org/officeDocument/2006/relationships/image" Target="../media/image71.png"/><Relationship Id="rId48" Type="http://schemas.openxmlformats.org/officeDocument/2006/relationships/customXml" Target="../ink/ink71.xml"/><Relationship Id="rId56" Type="http://schemas.openxmlformats.org/officeDocument/2006/relationships/customXml" Target="../ink/ink75.xml"/><Relationship Id="rId64" Type="http://schemas.openxmlformats.org/officeDocument/2006/relationships/customXml" Target="../ink/ink79.xml"/><Relationship Id="rId69" Type="http://schemas.openxmlformats.org/officeDocument/2006/relationships/image" Target="../media/image84.png"/><Relationship Id="rId77" Type="http://schemas.openxmlformats.org/officeDocument/2006/relationships/image" Target="../media/image88.png"/><Relationship Id="rId8" Type="http://schemas.openxmlformats.org/officeDocument/2006/relationships/customXml" Target="../ink/ink51.xml"/><Relationship Id="rId51" Type="http://schemas.openxmlformats.org/officeDocument/2006/relationships/image" Target="../media/image75.png"/><Relationship Id="rId72" Type="http://schemas.openxmlformats.org/officeDocument/2006/relationships/customXml" Target="../ink/ink83.xml"/><Relationship Id="rId80" Type="http://schemas.openxmlformats.org/officeDocument/2006/relationships/customXml" Target="../ink/ink87.xml"/><Relationship Id="rId3" Type="http://schemas.openxmlformats.org/officeDocument/2006/relationships/image" Target="../media/image51.png"/><Relationship Id="rId12" Type="http://schemas.openxmlformats.org/officeDocument/2006/relationships/customXml" Target="../ink/ink53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38" Type="http://schemas.openxmlformats.org/officeDocument/2006/relationships/customXml" Target="../ink/ink66.xml"/><Relationship Id="rId46" Type="http://schemas.openxmlformats.org/officeDocument/2006/relationships/customXml" Target="../ink/ink70.xml"/><Relationship Id="rId59" Type="http://schemas.openxmlformats.org/officeDocument/2006/relationships/image" Target="../media/image79.png"/><Relationship Id="rId67" Type="http://schemas.openxmlformats.org/officeDocument/2006/relationships/image" Target="../media/image83.png"/><Relationship Id="rId20" Type="http://schemas.openxmlformats.org/officeDocument/2006/relationships/customXml" Target="../ink/ink57.xml"/><Relationship Id="rId41" Type="http://schemas.openxmlformats.org/officeDocument/2006/relationships/image" Target="../media/image70.png"/><Relationship Id="rId54" Type="http://schemas.openxmlformats.org/officeDocument/2006/relationships/customXml" Target="../ink/ink74.xml"/><Relationship Id="rId62" Type="http://schemas.openxmlformats.org/officeDocument/2006/relationships/customXml" Target="../ink/ink78.xml"/><Relationship Id="rId70" Type="http://schemas.openxmlformats.org/officeDocument/2006/relationships/customXml" Target="../ink/ink82.xml"/><Relationship Id="rId75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0.xml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61.xml"/><Relationship Id="rId36" Type="http://schemas.openxmlformats.org/officeDocument/2006/relationships/customXml" Target="../ink/ink65.xml"/><Relationship Id="rId49" Type="http://schemas.openxmlformats.org/officeDocument/2006/relationships/image" Target="../media/image74.png"/><Relationship Id="rId57" Type="http://schemas.openxmlformats.org/officeDocument/2006/relationships/image" Target="../media/image7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customXml" Target="../ink/ink96.xml"/><Relationship Id="rId26" Type="http://schemas.openxmlformats.org/officeDocument/2006/relationships/customXml" Target="../ink/ink100.xml"/><Relationship Id="rId39" Type="http://schemas.openxmlformats.org/officeDocument/2006/relationships/image" Target="../media/image69.png"/><Relationship Id="rId21" Type="http://schemas.openxmlformats.org/officeDocument/2006/relationships/image" Target="../media/image60.png"/><Relationship Id="rId34" Type="http://schemas.openxmlformats.org/officeDocument/2006/relationships/customXml" Target="../ink/ink104.xml"/><Relationship Id="rId42" Type="http://schemas.openxmlformats.org/officeDocument/2006/relationships/customXml" Target="../ink/ink108.xml"/><Relationship Id="rId47" Type="http://schemas.openxmlformats.org/officeDocument/2006/relationships/image" Target="../media/image73.png"/><Relationship Id="rId50" Type="http://schemas.openxmlformats.org/officeDocument/2006/relationships/customXml" Target="../ink/ink112.xml"/><Relationship Id="rId55" Type="http://schemas.openxmlformats.org/officeDocument/2006/relationships/image" Target="../media/image77.png"/><Relationship Id="rId63" Type="http://schemas.openxmlformats.org/officeDocument/2006/relationships/image" Target="../media/image81.png"/><Relationship Id="rId68" Type="http://schemas.openxmlformats.org/officeDocument/2006/relationships/customXml" Target="../ink/ink121.xml"/><Relationship Id="rId76" Type="http://schemas.openxmlformats.org/officeDocument/2006/relationships/customXml" Target="../ink/ink125.xml"/><Relationship Id="rId7" Type="http://schemas.openxmlformats.org/officeDocument/2006/relationships/image" Target="../media/image53.png"/><Relationship Id="rId71" Type="http://schemas.openxmlformats.org/officeDocument/2006/relationships/image" Target="../media/image85.png"/><Relationship Id="rId2" Type="http://schemas.openxmlformats.org/officeDocument/2006/relationships/customXml" Target="../ink/ink88.xml"/><Relationship Id="rId16" Type="http://schemas.openxmlformats.org/officeDocument/2006/relationships/customXml" Target="../ink/ink95.xml"/><Relationship Id="rId29" Type="http://schemas.openxmlformats.org/officeDocument/2006/relationships/image" Target="../media/image64.png"/><Relationship Id="rId11" Type="http://schemas.openxmlformats.org/officeDocument/2006/relationships/image" Target="../media/image55.png"/><Relationship Id="rId24" Type="http://schemas.openxmlformats.org/officeDocument/2006/relationships/customXml" Target="../ink/ink99.xml"/><Relationship Id="rId32" Type="http://schemas.openxmlformats.org/officeDocument/2006/relationships/customXml" Target="../ink/ink103.xml"/><Relationship Id="rId37" Type="http://schemas.openxmlformats.org/officeDocument/2006/relationships/image" Target="../media/image68.png"/><Relationship Id="rId40" Type="http://schemas.openxmlformats.org/officeDocument/2006/relationships/customXml" Target="../ink/ink107.xml"/><Relationship Id="rId45" Type="http://schemas.openxmlformats.org/officeDocument/2006/relationships/image" Target="../media/image72.png"/><Relationship Id="rId53" Type="http://schemas.openxmlformats.org/officeDocument/2006/relationships/image" Target="../media/image76.png"/><Relationship Id="rId58" Type="http://schemas.openxmlformats.org/officeDocument/2006/relationships/customXml" Target="../ink/ink116.xml"/><Relationship Id="rId66" Type="http://schemas.openxmlformats.org/officeDocument/2006/relationships/customXml" Target="../ink/ink120.xml"/><Relationship Id="rId74" Type="http://schemas.openxmlformats.org/officeDocument/2006/relationships/customXml" Target="../ink/ink124.xml"/><Relationship Id="rId79" Type="http://schemas.openxmlformats.org/officeDocument/2006/relationships/image" Target="../media/image89.png"/><Relationship Id="rId5" Type="http://schemas.openxmlformats.org/officeDocument/2006/relationships/image" Target="../media/image52.png"/><Relationship Id="rId61" Type="http://schemas.openxmlformats.org/officeDocument/2006/relationships/image" Target="../media/image80.png"/><Relationship Id="rId82" Type="http://schemas.openxmlformats.org/officeDocument/2006/relationships/image" Target="../media/image92.png"/><Relationship Id="rId10" Type="http://schemas.openxmlformats.org/officeDocument/2006/relationships/customXml" Target="../ink/ink92.xml"/><Relationship Id="rId19" Type="http://schemas.openxmlformats.org/officeDocument/2006/relationships/image" Target="../media/image59.png"/><Relationship Id="rId31" Type="http://schemas.openxmlformats.org/officeDocument/2006/relationships/image" Target="../media/image65.png"/><Relationship Id="rId44" Type="http://schemas.openxmlformats.org/officeDocument/2006/relationships/customXml" Target="../ink/ink109.xml"/><Relationship Id="rId52" Type="http://schemas.openxmlformats.org/officeDocument/2006/relationships/customXml" Target="../ink/ink113.xml"/><Relationship Id="rId60" Type="http://schemas.openxmlformats.org/officeDocument/2006/relationships/customXml" Target="../ink/ink117.xml"/><Relationship Id="rId65" Type="http://schemas.openxmlformats.org/officeDocument/2006/relationships/image" Target="../media/image82.png"/><Relationship Id="rId73" Type="http://schemas.openxmlformats.org/officeDocument/2006/relationships/image" Target="../media/image86.png"/><Relationship Id="rId78" Type="http://schemas.openxmlformats.org/officeDocument/2006/relationships/customXml" Target="../ink/ink126.xml"/><Relationship Id="rId81" Type="http://schemas.openxmlformats.org/officeDocument/2006/relationships/image" Target="../media/image90.png"/><Relationship Id="rId4" Type="http://schemas.openxmlformats.org/officeDocument/2006/relationships/customXml" Target="../ink/ink89.xml"/><Relationship Id="rId9" Type="http://schemas.openxmlformats.org/officeDocument/2006/relationships/image" Target="../media/image54.png"/><Relationship Id="rId14" Type="http://schemas.openxmlformats.org/officeDocument/2006/relationships/customXml" Target="../ink/ink94.xml"/><Relationship Id="rId22" Type="http://schemas.openxmlformats.org/officeDocument/2006/relationships/customXml" Target="../ink/ink98.xml"/><Relationship Id="rId27" Type="http://schemas.openxmlformats.org/officeDocument/2006/relationships/image" Target="../media/image63.png"/><Relationship Id="rId30" Type="http://schemas.openxmlformats.org/officeDocument/2006/relationships/customXml" Target="../ink/ink102.xml"/><Relationship Id="rId35" Type="http://schemas.openxmlformats.org/officeDocument/2006/relationships/image" Target="../media/image67.png"/><Relationship Id="rId43" Type="http://schemas.openxmlformats.org/officeDocument/2006/relationships/image" Target="../media/image71.png"/><Relationship Id="rId48" Type="http://schemas.openxmlformats.org/officeDocument/2006/relationships/customXml" Target="../ink/ink111.xml"/><Relationship Id="rId56" Type="http://schemas.openxmlformats.org/officeDocument/2006/relationships/customXml" Target="../ink/ink115.xml"/><Relationship Id="rId64" Type="http://schemas.openxmlformats.org/officeDocument/2006/relationships/customXml" Target="../ink/ink119.xml"/><Relationship Id="rId69" Type="http://schemas.openxmlformats.org/officeDocument/2006/relationships/image" Target="../media/image84.png"/><Relationship Id="rId77" Type="http://schemas.openxmlformats.org/officeDocument/2006/relationships/image" Target="../media/image88.png"/><Relationship Id="rId8" Type="http://schemas.openxmlformats.org/officeDocument/2006/relationships/customXml" Target="../ink/ink91.xml"/><Relationship Id="rId51" Type="http://schemas.openxmlformats.org/officeDocument/2006/relationships/image" Target="../media/image75.png"/><Relationship Id="rId72" Type="http://schemas.openxmlformats.org/officeDocument/2006/relationships/customXml" Target="../ink/ink123.xml"/><Relationship Id="rId80" Type="http://schemas.openxmlformats.org/officeDocument/2006/relationships/customXml" Target="../ink/ink127.xml"/><Relationship Id="rId3" Type="http://schemas.openxmlformats.org/officeDocument/2006/relationships/image" Target="../media/image51.png"/><Relationship Id="rId12" Type="http://schemas.openxmlformats.org/officeDocument/2006/relationships/customXml" Target="../ink/ink93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38" Type="http://schemas.openxmlformats.org/officeDocument/2006/relationships/customXml" Target="../ink/ink106.xml"/><Relationship Id="rId46" Type="http://schemas.openxmlformats.org/officeDocument/2006/relationships/customXml" Target="../ink/ink110.xml"/><Relationship Id="rId59" Type="http://schemas.openxmlformats.org/officeDocument/2006/relationships/image" Target="../media/image79.png"/><Relationship Id="rId67" Type="http://schemas.openxmlformats.org/officeDocument/2006/relationships/image" Target="../media/image83.png"/><Relationship Id="rId20" Type="http://schemas.openxmlformats.org/officeDocument/2006/relationships/customXml" Target="../ink/ink97.xml"/><Relationship Id="rId41" Type="http://schemas.openxmlformats.org/officeDocument/2006/relationships/image" Target="../media/image70.png"/><Relationship Id="rId54" Type="http://schemas.openxmlformats.org/officeDocument/2006/relationships/customXml" Target="../ink/ink114.xml"/><Relationship Id="rId62" Type="http://schemas.openxmlformats.org/officeDocument/2006/relationships/customXml" Target="../ink/ink118.xml"/><Relationship Id="rId70" Type="http://schemas.openxmlformats.org/officeDocument/2006/relationships/customXml" Target="../ink/ink122.xml"/><Relationship Id="rId75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0.xml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101.xml"/><Relationship Id="rId36" Type="http://schemas.openxmlformats.org/officeDocument/2006/relationships/customXml" Target="../ink/ink105.xml"/><Relationship Id="rId49" Type="http://schemas.openxmlformats.org/officeDocument/2006/relationships/image" Target="../media/image74.png"/><Relationship Id="rId57" Type="http://schemas.openxmlformats.org/officeDocument/2006/relationships/image" Target="../media/image7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customXml" Target="../ink/ink136.xml"/><Relationship Id="rId26" Type="http://schemas.openxmlformats.org/officeDocument/2006/relationships/customXml" Target="../ink/ink140.xml"/><Relationship Id="rId39" Type="http://schemas.openxmlformats.org/officeDocument/2006/relationships/image" Target="../media/image69.png"/><Relationship Id="rId21" Type="http://schemas.openxmlformats.org/officeDocument/2006/relationships/image" Target="../media/image60.png"/><Relationship Id="rId34" Type="http://schemas.openxmlformats.org/officeDocument/2006/relationships/customXml" Target="../ink/ink144.xml"/><Relationship Id="rId42" Type="http://schemas.openxmlformats.org/officeDocument/2006/relationships/customXml" Target="../ink/ink148.xml"/><Relationship Id="rId47" Type="http://schemas.openxmlformats.org/officeDocument/2006/relationships/image" Target="../media/image73.png"/><Relationship Id="rId50" Type="http://schemas.openxmlformats.org/officeDocument/2006/relationships/customXml" Target="../ink/ink152.xml"/><Relationship Id="rId55" Type="http://schemas.openxmlformats.org/officeDocument/2006/relationships/image" Target="../media/image77.png"/><Relationship Id="rId63" Type="http://schemas.openxmlformats.org/officeDocument/2006/relationships/image" Target="../media/image81.png"/><Relationship Id="rId68" Type="http://schemas.openxmlformats.org/officeDocument/2006/relationships/customXml" Target="../ink/ink161.xml"/><Relationship Id="rId76" Type="http://schemas.openxmlformats.org/officeDocument/2006/relationships/customXml" Target="../ink/ink165.xml"/><Relationship Id="rId7" Type="http://schemas.openxmlformats.org/officeDocument/2006/relationships/image" Target="../media/image53.png"/><Relationship Id="rId71" Type="http://schemas.openxmlformats.org/officeDocument/2006/relationships/image" Target="../media/image85.png"/><Relationship Id="rId2" Type="http://schemas.openxmlformats.org/officeDocument/2006/relationships/customXml" Target="../ink/ink128.xml"/><Relationship Id="rId16" Type="http://schemas.openxmlformats.org/officeDocument/2006/relationships/customXml" Target="../ink/ink135.xml"/><Relationship Id="rId29" Type="http://schemas.openxmlformats.org/officeDocument/2006/relationships/image" Target="../media/image64.png"/><Relationship Id="rId11" Type="http://schemas.openxmlformats.org/officeDocument/2006/relationships/image" Target="../media/image55.png"/><Relationship Id="rId24" Type="http://schemas.openxmlformats.org/officeDocument/2006/relationships/customXml" Target="../ink/ink139.xml"/><Relationship Id="rId32" Type="http://schemas.openxmlformats.org/officeDocument/2006/relationships/customXml" Target="../ink/ink143.xml"/><Relationship Id="rId37" Type="http://schemas.openxmlformats.org/officeDocument/2006/relationships/image" Target="../media/image68.png"/><Relationship Id="rId40" Type="http://schemas.openxmlformats.org/officeDocument/2006/relationships/customXml" Target="../ink/ink147.xml"/><Relationship Id="rId45" Type="http://schemas.openxmlformats.org/officeDocument/2006/relationships/image" Target="../media/image72.png"/><Relationship Id="rId53" Type="http://schemas.openxmlformats.org/officeDocument/2006/relationships/image" Target="../media/image76.png"/><Relationship Id="rId58" Type="http://schemas.openxmlformats.org/officeDocument/2006/relationships/customXml" Target="../ink/ink156.xml"/><Relationship Id="rId66" Type="http://schemas.openxmlformats.org/officeDocument/2006/relationships/customXml" Target="../ink/ink160.xml"/><Relationship Id="rId74" Type="http://schemas.openxmlformats.org/officeDocument/2006/relationships/customXml" Target="../ink/ink164.xml"/><Relationship Id="rId79" Type="http://schemas.openxmlformats.org/officeDocument/2006/relationships/image" Target="../media/image89.png"/><Relationship Id="rId5" Type="http://schemas.openxmlformats.org/officeDocument/2006/relationships/image" Target="../media/image52.png"/><Relationship Id="rId61" Type="http://schemas.openxmlformats.org/officeDocument/2006/relationships/image" Target="../media/image80.png"/><Relationship Id="rId82" Type="http://schemas.openxmlformats.org/officeDocument/2006/relationships/image" Target="../media/image93.png"/><Relationship Id="rId10" Type="http://schemas.openxmlformats.org/officeDocument/2006/relationships/customXml" Target="../ink/ink132.xml"/><Relationship Id="rId19" Type="http://schemas.openxmlformats.org/officeDocument/2006/relationships/image" Target="../media/image59.png"/><Relationship Id="rId31" Type="http://schemas.openxmlformats.org/officeDocument/2006/relationships/image" Target="../media/image65.png"/><Relationship Id="rId44" Type="http://schemas.openxmlformats.org/officeDocument/2006/relationships/customXml" Target="../ink/ink149.xml"/><Relationship Id="rId52" Type="http://schemas.openxmlformats.org/officeDocument/2006/relationships/customXml" Target="../ink/ink153.xml"/><Relationship Id="rId60" Type="http://schemas.openxmlformats.org/officeDocument/2006/relationships/customXml" Target="../ink/ink157.xml"/><Relationship Id="rId65" Type="http://schemas.openxmlformats.org/officeDocument/2006/relationships/image" Target="../media/image82.png"/><Relationship Id="rId73" Type="http://schemas.openxmlformats.org/officeDocument/2006/relationships/image" Target="../media/image86.png"/><Relationship Id="rId78" Type="http://schemas.openxmlformats.org/officeDocument/2006/relationships/customXml" Target="../ink/ink166.xml"/><Relationship Id="rId81" Type="http://schemas.openxmlformats.org/officeDocument/2006/relationships/image" Target="../media/image90.png"/><Relationship Id="rId4" Type="http://schemas.openxmlformats.org/officeDocument/2006/relationships/customXml" Target="../ink/ink129.xml"/><Relationship Id="rId9" Type="http://schemas.openxmlformats.org/officeDocument/2006/relationships/image" Target="../media/image54.png"/><Relationship Id="rId14" Type="http://schemas.openxmlformats.org/officeDocument/2006/relationships/customXml" Target="../ink/ink134.xml"/><Relationship Id="rId22" Type="http://schemas.openxmlformats.org/officeDocument/2006/relationships/customXml" Target="../ink/ink138.xml"/><Relationship Id="rId27" Type="http://schemas.openxmlformats.org/officeDocument/2006/relationships/image" Target="../media/image63.png"/><Relationship Id="rId30" Type="http://schemas.openxmlformats.org/officeDocument/2006/relationships/customXml" Target="../ink/ink142.xml"/><Relationship Id="rId35" Type="http://schemas.openxmlformats.org/officeDocument/2006/relationships/image" Target="../media/image67.png"/><Relationship Id="rId43" Type="http://schemas.openxmlformats.org/officeDocument/2006/relationships/image" Target="../media/image71.png"/><Relationship Id="rId48" Type="http://schemas.openxmlformats.org/officeDocument/2006/relationships/customXml" Target="../ink/ink151.xml"/><Relationship Id="rId56" Type="http://schemas.openxmlformats.org/officeDocument/2006/relationships/customXml" Target="../ink/ink155.xml"/><Relationship Id="rId64" Type="http://schemas.openxmlformats.org/officeDocument/2006/relationships/customXml" Target="../ink/ink159.xml"/><Relationship Id="rId69" Type="http://schemas.openxmlformats.org/officeDocument/2006/relationships/image" Target="../media/image84.png"/><Relationship Id="rId77" Type="http://schemas.openxmlformats.org/officeDocument/2006/relationships/image" Target="../media/image88.png"/><Relationship Id="rId8" Type="http://schemas.openxmlformats.org/officeDocument/2006/relationships/customXml" Target="../ink/ink131.xml"/><Relationship Id="rId51" Type="http://schemas.openxmlformats.org/officeDocument/2006/relationships/image" Target="../media/image75.png"/><Relationship Id="rId72" Type="http://schemas.openxmlformats.org/officeDocument/2006/relationships/customXml" Target="../ink/ink163.xml"/><Relationship Id="rId80" Type="http://schemas.openxmlformats.org/officeDocument/2006/relationships/customXml" Target="../ink/ink167.xml"/><Relationship Id="rId3" Type="http://schemas.openxmlformats.org/officeDocument/2006/relationships/image" Target="../media/image51.png"/><Relationship Id="rId12" Type="http://schemas.openxmlformats.org/officeDocument/2006/relationships/customXml" Target="../ink/ink133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38" Type="http://schemas.openxmlformats.org/officeDocument/2006/relationships/customXml" Target="../ink/ink146.xml"/><Relationship Id="rId46" Type="http://schemas.openxmlformats.org/officeDocument/2006/relationships/customXml" Target="../ink/ink150.xml"/><Relationship Id="rId59" Type="http://schemas.openxmlformats.org/officeDocument/2006/relationships/image" Target="../media/image79.png"/><Relationship Id="rId67" Type="http://schemas.openxmlformats.org/officeDocument/2006/relationships/image" Target="../media/image83.png"/><Relationship Id="rId20" Type="http://schemas.openxmlformats.org/officeDocument/2006/relationships/customXml" Target="../ink/ink137.xml"/><Relationship Id="rId41" Type="http://schemas.openxmlformats.org/officeDocument/2006/relationships/image" Target="../media/image70.png"/><Relationship Id="rId54" Type="http://schemas.openxmlformats.org/officeDocument/2006/relationships/customXml" Target="../ink/ink154.xml"/><Relationship Id="rId62" Type="http://schemas.openxmlformats.org/officeDocument/2006/relationships/customXml" Target="../ink/ink158.xml"/><Relationship Id="rId70" Type="http://schemas.openxmlformats.org/officeDocument/2006/relationships/customXml" Target="../ink/ink162.xml"/><Relationship Id="rId75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0.xml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141.xml"/><Relationship Id="rId36" Type="http://schemas.openxmlformats.org/officeDocument/2006/relationships/customXml" Target="../ink/ink145.xml"/><Relationship Id="rId49" Type="http://schemas.openxmlformats.org/officeDocument/2006/relationships/image" Target="../media/image74.png"/><Relationship Id="rId57" Type="http://schemas.openxmlformats.org/officeDocument/2006/relationships/image" Target="../media/image7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customXml" Target="../ink/ink176.xml"/><Relationship Id="rId26" Type="http://schemas.openxmlformats.org/officeDocument/2006/relationships/customXml" Target="../ink/ink180.xml"/><Relationship Id="rId39" Type="http://schemas.openxmlformats.org/officeDocument/2006/relationships/image" Target="../media/image69.png"/><Relationship Id="rId21" Type="http://schemas.openxmlformats.org/officeDocument/2006/relationships/image" Target="../media/image60.png"/><Relationship Id="rId34" Type="http://schemas.openxmlformats.org/officeDocument/2006/relationships/customXml" Target="../ink/ink184.xml"/><Relationship Id="rId42" Type="http://schemas.openxmlformats.org/officeDocument/2006/relationships/customXml" Target="../ink/ink188.xml"/><Relationship Id="rId47" Type="http://schemas.openxmlformats.org/officeDocument/2006/relationships/image" Target="../media/image73.png"/><Relationship Id="rId50" Type="http://schemas.openxmlformats.org/officeDocument/2006/relationships/customXml" Target="../ink/ink192.xml"/><Relationship Id="rId55" Type="http://schemas.openxmlformats.org/officeDocument/2006/relationships/image" Target="../media/image77.png"/><Relationship Id="rId63" Type="http://schemas.openxmlformats.org/officeDocument/2006/relationships/image" Target="../media/image81.png"/><Relationship Id="rId68" Type="http://schemas.openxmlformats.org/officeDocument/2006/relationships/customXml" Target="../ink/ink201.xml"/><Relationship Id="rId76" Type="http://schemas.openxmlformats.org/officeDocument/2006/relationships/customXml" Target="../ink/ink205.xml"/><Relationship Id="rId7" Type="http://schemas.openxmlformats.org/officeDocument/2006/relationships/image" Target="../media/image53.png"/><Relationship Id="rId71" Type="http://schemas.openxmlformats.org/officeDocument/2006/relationships/image" Target="../media/image85.png"/><Relationship Id="rId2" Type="http://schemas.openxmlformats.org/officeDocument/2006/relationships/customXml" Target="../ink/ink168.xml"/><Relationship Id="rId16" Type="http://schemas.openxmlformats.org/officeDocument/2006/relationships/customXml" Target="../ink/ink175.xml"/><Relationship Id="rId29" Type="http://schemas.openxmlformats.org/officeDocument/2006/relationships/image" Target="../media/image64.png"/><Relationship Id="rId11" Type="http://schemas.openxmlformats.org/officeDocument/2006/relationships/image" Target="../media/image55.png"/><Relationship Id="rId24" Type="http://schemas.openxmlformats.org/officeDocument/2006/relationships/customXml" Target="../ink/ink179.xml"/><Relationship Id="rId32" Type="http://schemas.openxmlformats.org/officeDocument/2006/relationships/customXml" Target="../ink/ink183.xml"/><Relationship Id="rId37" Type="http://schemas.openxmlformats.org/officeDocument/2006/relationships/image" Target="../media/image68.png"/><Relationship Id="rId40" Type="http://schemas.openxmlformats.org/officeDocument/2006/relationships/customXml" Target="../ink/ink187.xml"/><Relationship Id="rId45" Type="http://schemas.openxmlformats.org/officeDocument/2006/relationships/image" Target="../media/image72.png"/><Relationship Id="rId53" Type="http://schemas.openxmlformats.org/officeDocument/2006/relationships/image" Target="../media/image76.png"/><Relationship Id="rId58" Type="http://schemas.openxmlformats.org/officeDocument/2006/relationships/customXml" Target="../ink/ink196.xml"/><Relationship Id="rId66" Type="http://schemas.openxmlformats.org/officeDocument/2006/relationships/customXml" Target="../ink/ink200.xml"/><Relationship Id="rId74" Type="http://schemas.openxmlformats.org/officeDocument/2006/relationships/customXml" Target="../ink/ink204.xml"/><Relationship Id="rId79" Type="http://schemas.openxmlformats.org/officeDocument/2006/relationships/image" Target="../media/image89.png"/><Relationship Id="rId5" Type="http://schemas.openxmlformats.org/officeDocument/2006/relationships/image" Target="../media/image52.png"/><Relationship Id="rId61" Type="http://schemas.openxmlformats.org/officeDocument/2006/relationships/image" Target="../media/image80.png"/><Relationship Id="rId82" Type="http://schemas.openxmlformats.org/officeDocument/2006/relationships/image" Target="../media/image94.png"/><Relationship Id="rId10" Type="http://schemas.openxmlformats.org/officeDocument/2006/relationships/customXml" Target="../ink/ink172.xml"/><Relationship Id="rId19" Type="http://schemas.openxmlformats.org/officeDocument/2006/relationships/image" Target="../media/image59.png"/><Relationship Id="rId31" Type="http://schemas.openxmlformats.org/officeDocument/2006/relationships/image" Target="../media/image65.png"/><Relationship Id="rId44" Type="http://schemas.openxmlformats.org/officeDocument/2006/relationships/customXml" Target="../ink/ink189.xml"/><Relationship Id="rId52" Type="http://schemas.openxmlformats.org/officeDocument/2006/relationships/customXml" Target="../ink/ink193.xml"/><Relationship Id="rId60" Type="http://schemas.openxmlformats.org/officeDocument/2006/relationships/customXml" Target="../ink/ink197.xml"/><Relationship Id="rId65" Type="http://schemas.openxmlformats.org/officeDocument/2006/relationships/image" Target="../media/image82.png"/><Relationship Id="rId73" Type="http://schemas.openxmlformats.org/officeDocument/2006/relationships/image" Target="../media/image86.png"/><Relationship Id="rId78" Type="http://schemas.openxmlformats.org/officeDocument/2006/relationships/customXml" Target="../ink/ink206.xml"/><Relationship Id="rId81" Type="http://schemas.openxmlformats.org/officeDocument/2006/relationships/image" Target="../media/image90.png"/><Relationship Id="rId4" Type="http://schemas.openxmlformats.org/officeDocument/2006/relationships/customXml" Target="../ink/ink169.xml"/><Relationship Id="rId9" Type="http://schemas.openxmlformats.org/officeDocument/2006/relationships/image" Target="../media/image54.png"/><Relationship Id="rId14" Type="http://schemas.openxmlformats.org/officeDocument/2006/relationships/customXml" Target="../ink/ink174.xml"/><Relationship Id="rId22" Type="http://schemas.openxmlformats.org/officeDocument/2006/relationships/customXml" Target="../ink/ink178.xml"/><Relationship Id="rId27" Type="http://schemas.openxmlformats.org/officeDocument/2006/relationships/image" Target="../media/image63.png"/><Relationship Id="rId30" Type="http://schemas.openxmlformats.org/officeDocument/2006/relationships/customXml" Target="../ink/ink182.xml"/><Relationship Id="rId35" Type="http://schemas.openxmlformats.org/officeDocument/2006/relationships/image" Target="../media/image67.png"/><Relationship Id="rId43" Type="http://schemas.openxmlformats.org/officeDocument/2006/relationships/image" Target="../media/image71.png"/><Relationship Id="rId48" Type="http://schemas.openxmlformats.org/officeDocument/2006/relationships/customXml" Target="../ink/ink191.xml"/><Relationship Id="rId56" Type="http://schemas.openxmlformats.org/officeDocument/2006/relationships/customXml" Target="../ink/ink195.xml"/><Relationship Id="rId64" Type="http://schemas.openxmlformats.org/officeDocument/2006/relationships/customXml" Target="../ink/ink199.xml"/><Relationship Id="rId69" Type="http://schemas.openxmlformats.org/officeDocument/2006/relationships/image" Target="../media/image84.png"/><Relationship Id="rId77" Type="http://schemas.openxmlformats.org/officeDocument/2006/relationships/image" Target="../media/image88.png"/><Relationship Id="rId8" Type="http://schemas.openxmlformats.org/officeDocument/2006/relationships/customXml" Target="../ink/ink171.xml"/><Relationship Id="rId51" Type="http://schemas.openxmlformats.org/officeDocument/2006/relationships/image" Target="../media/image75.png"/><Relationship Id="rId72" Type="http://schemas.openxmlformats.org/officeDocument/2006/relationships/customXml" Target="../ink/ink203.xml"/><Relationship Id="rId80" Type="http://schemas.openxmlformats.org/officeDocument/2006/relationships/customXml" Target="../ink/ink207.xml"/><Relationship Id="rId3" Type="http://schemas.openxmlformats.org/officeDocument/2006/relationships/image" Target="../media/image51.png"/><Relationship Id="rId12" Type="http://schemas.openxmlformats.org/officeDocument/2006/relationships/customXml" Target="../ink/ink173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38" Type="http://schemas.openxmlformats.org/officeDocument/2006/relationships/customXml" Target="../ink/ink186.xml"/><Relationship Id="rId46" Type="http://schemas.openxmlformats.org/officeDocument/2006/relationships/customXml" Target="../ink/ink190.xml"/><Relationship Id="rId59" Type="http://schemas.openxmlformats.org/officeDocument/2006/relationships/image" Target="../media/image79.png"/><Relationship Id="rId67" Type="http://schemas.openxmlformats.org/officeDocument/2006/relationships/image" Target="../media/image83.png"/><Relationship Id="rId20" Type="http://schemas.openxmlformats.org/officeDocument/2006/relationships/customXml" Target="../ink/ink177.xml"/><Relationship Id="rId41" Type="http://schemas.openxmlformats.org/officeDocument/2006/relationships/image" Target="../media/image70.png"/><Relationship Id="rId54" Type="http://schemas.openxmlformats.org/officeDocument/2006/relationships/customXml" Target="../ink/ink194.xml"/><Relationship Id="rId62" Type="http://schemas.openxmlformats.org/officeDocument/2006/relationships/customXml" Target="../ink/ink198.xml"/><Relationship Id="rId70" Type="http://schemas.openxmlformats.org/officeDocument/2006/relationships/customXml" Target="../ink/ink202.xml"/><Relationship Id="rId75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0.xml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181.xml"/><Relationship Id="rId36" Type="http://schemas.openxmlformats.org/officeDocument/2006/relationships/customXml" Target="../ink/ink185.xml"/><Relationship Id="rId49" Type="http://schemas.openxmlformats.org/officeDocument/2006/relationships/image" Target="../media/image74.png"/><Relationship Id="rId57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customXml" Target="../ink/ink216.xml"/><Relationship Id="rId26" Type="http://schemas.openxmlformats.org/officeDocument/2006/relationships/customXml" Target="../ink/ink220.xml"/><Relationship Id="rId39" Type="http://schemas.openxmlformats.org/officeDocument/2006/relationships/image" Target="../media/image69.png"/><Relationship Id="rId21" Type="http://schemas.openxmlformats.org/officeDocument/2006/relationships/image" Target="../media/image60.png"/><Relationship Id="rId34" Type="http://schemas.openxmlformats.org/officeDocument/2006/relationships/customXml" Target="../ink/ink224.xml"/><Relationship Id="rId42" Type="http://schemas.openxmlformats.org/officeDocument/2006/relationships/customXml" Target="../ink/ink228.xml"/><Relationship Id="rId47" Type="http://schemas.openxmlformats.org/officeDocument/2006/relationships/image" Target="../media/image73.png"/><Relationship Id="rId50" Type="http://schemas.openxmlformats.org/officeDocument/2006/relationships/customXml" Target="../ink/ink232.xml"/><Relationship Id="rId55" Type="http://schemas.openxmlformats.org/officeDocument/2006/relationships/image" Target="../media/image77.png"/><Relationship Id="rId63" Type="http://schemas.openxmlformats.org/officeDocument/2006/relationships/image" Target="../media/image81.png"/><Relationship Id="rId68" Type="http://schemas.openxmlformats.org/officeDocument/2006/relationships/customXml" Target="../ink/ink241.xml"/><Relationship Id="rId76" Type="http://schemas.openxmlformats.org/officeDocument/2006/relationships/customXml" Target="../ink/ink245.xml"/><Relationship Id="rId7" Type="http://schemas.openxmlformats.org/officeDocument/2006/relationships/image" Target="../media/image53.png"/><Relationship Id="rId71" Type="http://schemas.openxmlformats.org/officeDocument/2006/relationships/image" Target="../media/image85.png"/><Relationship Id="rId2" Type="http://schemas.openxmlformats.org/officeDocument/2006/relationships/customXml" Target="../ink/ink208.xml"/><Relationship Id="rId16" Type="http://schemas.openxmlformats.org/officeDocument/2006/relationships/customXml" Target="../ink/ink215.xml"/><Relationship Id="rId29" Type="http://schemas.openxmlformats.org/officeDocument/2006/relationships/image" Target="../media/image64.png"/><Relationship Id="rId11" Type="http://schemas.openxmlformats.org/officeDocument/2006/relationships/image" Target="../media/image55.png"/><Relationship Id="rId24" Type="http://schemas.openxmlformats.org/officeDocument/2006/relationships/customXml" Target="../ink/ink219.xml"/><Relationship Id="rId32" Type="http://schemas.openxmlformats.org/officeDocument/2006/relationships/customXml" Target="../ink/ink223.xml"/><Relationship Id="rId37" Type="http://schemas.openxmlformats.org/officeDocument/2006/relationships/image" Target="../media/image68.png"/><Relationship Id="rId40" Type="http://schemas.openxmlformats.org/officeDocument/2006/relationships/customXml" Target="../ink/ink227.xml"/><Relationship Id="rId45" Type="http://schemas.openxmlformats.org/officeDocument/2006/relationships/image" Target="../media/image72.png"/><Relationship Id="rId53" Type="http://schemas.openxmlformats.org/officeDocument/2006/relationships/image" Target="../media/image76.png"/><Relationship Id="rId58" Type="http://schemas.openxmlformats.org/officeDocument/2006/relationships/customXml" Target="../ink/ink236.xml"/><Relationship Id="rId66" Type="http://schemas.openxmlformats.org/officeDocument/2006/relationships/customXml" Target="../ink/ink240.xml"/><Relationship Id="rId74" Type="http://schemas.openxmlformats.org/officeDocument/2006/relationships/customXml" Target="../ink/ink244.xml"/><Relationship Id="rId79" Type="http://schemas.openxmlformats.org/officeDocument/2006/relationships/image" Target="../media/image89.png"/><Relationship Id="rId5" Type="http://schemas.openxmlformats.org/officeDocument/2006/relationships/image" Target="../media/image52.png"/><Relationship Id="rId61" Type="http://schemas.openxmlformats.org/officeDocument/2006/relationships/image" Target="../media/image80.png"/><Relationship Id="rId10" Type="http://schemas.openxmlformats.org/officeDocument/2006/relationships/customXml" Target="../ink/ink212.xml"/><Relationship Id="rId19" Type="http://schemas.openxmlformats.org/officeDocument/2006/relationships/image" Target="../media/image59.png"/><Relationship Id="rId31" Type="http://schemas.openxmlformats.org/officeDocument/2006/relationships/image" Target="../media/image65.png"/><Relationship Id="rId44" Type="http://schemas.openxmlformats.org/officeDocument/2006/relationships/customXml" Target="../ink/ink229.xml"/><Relationship Id="rId52" Type="http://schemas.openxmlformats.org/officeDocument/2006/relationships/customXml" Target="../ink/ink233.xml"/><Relationship Id="rId60" Type="http://schemas.openxmlformats.org/officeDocument/2006/relationships/customXml" Target="../ink/ink237.xml"/><Relationship Id="rId65" Type="http://schemas.openxmlformats.org/officeDocument/2006/relationships/image" Target="../media/image82.png"/><Relationship Id="rId73" Type="http://schemas.openxmlformats.org/officeDocument/2006/relationships/image" Target="../media/image86.png"/><Relationship Id="rId78" Type="http://schemas.openxmlformats.org/officeDocument/2006/relationships/customXml" Target="../ink/ink246.xml"/><Relationship Id="rId81" Type="http://schemas.openxmlformats.org/officeDocument/2006/relationships/image" Target="../media/image90.png"/><Relationship Id="rId4" Type="http://schemas.openxmlformats.org/officeDocument/2006/relationships/customXml" Target="../ink/ink209.xml"/><Relationship Id="rId9" Type="http://schemas.openxmlformats.org/officeDocument/2006/relationships/image" Target="../media/image54.png"/><Relationship Id="rId14" Type="http://schemas.openxmlformats.org/officeDocument/2006/relationships/customXml" Target="../ink/ink214.xml"/><Relationship Id="rId22" Type="http://schemas.openxmlformats.org/officeDocument/2006/relationships/customXml" Target="../ink/ink218.xml"/><Relationship Id="rId27" Type="http://schemas.openxmlformats.org/officeDocument/2006/relationships/image" Target="../media/image63.png"/><Relationship Id="rId30" Type="http://schemas.openxmlformats.org/officeDocument/2006/relationships/customXml" Target="../ink/ink222.xml"/><Relationship Id="rId35" Type="http://schemas.openxmlformats.org/officeDocument/2006/relationships/image" Target="../media/image67.png"/><Relationship Id="rId43" Type="http://schemas.openxmlformats.org/officeDocument/2006/relationships/image" Target="../media/image71.png"/><Relationship Id="rId48" Type="http://schemas.openxmlformats.org/officeDocument/2006/relationships/customXml" Target="../ink/ink231.xml"/><Relationship Id="rId56" Type="http://schemas.openxmlformats.org/officeDocument/2006/relationships/customXml" Target="../ink/ink235.xml"/><Relationship Id="rId64" Type="http://schemas.openxmlformats.org/officeDocument/2006/relationships/customXml" Target="../ink/ink239.xml"/><Relationship Id="rId69" Type="http://schemas.openxmlformats.org/officeDocument/2006/relationships/image" Target="../media/image84.png"/><Relationship Id="rId77" Type="http://schemas.openxmlformats.org/officeDocument/2006/relationships/image" Target="../media/image88.png"/><Relationship Id="rId8" Type="http://schemas.openxmlformats.org/officeDocument/2006/relationships/customXml" Target="../ink/ink211.xml"/><Relationship Id="rId51" Type="http://schemas.openxmlformats.org/officeDocument/2006/relationships/image" Target="../media/image75.png"/><Relationship Id="rId72" Type="http://schemas.openxmlformats.org/officeDocument/2006/relationships/customXml" Target="../ink/ink243.xml"/><Relationship Id="rId80" Type="http://schemas.openxmlformats.org/officeDocument/2006/relationships/customXml" Target="../ink/ink247.xml"/><Relationship Id="rId3" Type="http://schemas.openxmlformats.org/officeDocument/2006/relationships/image" Target="../media/image51.png"/><Relationship Id="rId12" Type="http://schemas.openxmlformats.org/officeDocument/2006/relationships/customXml" Target="../ink/ink213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38" Type="http://schemas.openxmlformats.org/officeDocument/2006/relationships/customXml" Target="../ink/ink226.xml"/><Relationship Id="rId46" Type="http://schemas.openxmlformats.org/officeDocument/2006/relationships/customXml" Target="../ink/ink230.xml"/><Relationship Id="rId59" Type="http://schemas.openxmlformats.org/officeDocument/2006/relationships/image" Target="../media/image79.png"/><Relationship Id="rId67" Type="http://schemas.openxmlformats.org/officeDocument/2006/relationships/image" Target="../media/image83.png"/><Relationship Id="rId20" Type="http://schemas.openxmlformats.org/officeDocument/2006/relationships/customXml" Target="../ink/ink217.xml"/><Relationship Id="rId41" Type="http://schemas.openxmlformats.org/officeDocument/2006/relationships/image" Target="../media/image70.png"/><Relationship Id="rId54" Type="http://schemas.openxmlformats.org/officeDocument/2006/relationships/customXml" Target="../ink/ink234.xml"/><Relationship Id="rId62" Type="http://schemas.openxmlformats.org/officeDocument/2006/relationships/customXml" Target="../ink/ink238.xml"/><Relationship Id="rId70" Type="http://schemas.openxmlformats.org/officeDocument/2006/relationships/customXml" Target="../ink/ink242.xml"/><Relationship Id="rId75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0.xml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221.xml"/><Relationship Id="rId36" Type="http://schemas.openxmlformats.org/officeDocument/2006/relationships/customXml" Target="../ink/ink225.xml"/><Relationship Id="rId49" Type="http://schemas.openxmlformats.org/officeDocument/2006/relationships/image" Target="../media/image74.png"/><Relationship Id="rId57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5807-A6B7-CE0F-F4D7-CE5FF389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761842F-5686-0B6C-B505-AE007E4BFCBE}"/>
              </a:ext>
            </a:extLst>
          </p:cNvPr>
          <p:cNvGrpSpPr/>
          <p:nvPr/>
        </p:nvGrpSpPr>
        <p:grpSpPr>
          <a:xfrm>
            <a:off x="1365624" y="2376936"/>
            <a:ext cx="2858760" cy="733680"/>
            <a:chOff x="1365624" y="2376936"/>
            <a:chExt cx="2858760" cy="73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013EF6A-7CDC-C250-F3A1-CD666B5E74D0}"/>
                    </a:ext>
                  </a:extLst>
                </p14:cNvPr>
                <p14:cNvContentPartPr/>
                <p14:nvPr/>
              </p14:nvContentPartPr>
              <p14:xfrm>
                <a:off x="1365624" y="2376936"/>
                <a:ext cx="1739160" cy="733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013EF6A-7CDC-C250-F3A1-CD666B5E74D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47624" y="2358936"/>
                  <a:ext cx="177480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D8356D-75B3-0397-6821-1697FBA39AAA}"/>
                    </a:ext>
                  </a:extLst>
                </p14:cNvPr>
                <p14:cNvContentPartPr/>
                <p14:nvPr/>
              </p14:nvContentPartPr>
              <p14:xfrm>
                <a:off x="2823984" y="2774736"/>
                <a:ext cx="24120" cy="85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D8356D-75B3-0397-6821-1697FBA39A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05984" y="2757096"/>
                  <a:ext cx="59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4EC819-B34F-5CEA-5D1B-6B7421593BD8}"/>
                    </a:ext>
                  </a:extLst>
                </p14:cNvPr>
                <p14:cNvContentPartPr/>
                <p14:nvPr/>
              </p14:nvContentPartPr>
              <p14:xfrm>
                <a:off x="2668464" y="2715336"/>
                <a:ext cx="316800" cy="25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4EC819-B34F-5CEA-5D1B-6B7421593BD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50464" y="2697696"/>
                  <a:ext cx="352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8FE816-98FC-48CF-BBC7-EC1D0E1A4728}"/>
                    </a:ext>
                  </a:extLst>
                </p14:cNvPr>
                <p14:cNvContentPartPr/>
                <p14:nvPr/>
              </p14:nvContentPartPr>
              <p14:xfrm>
                <a:off x="3211344" y="2673576"/>
                <a:ext cx="213480" cy="152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8FE816-98FC-48CF-BBC7-EC1D0E1A47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93704" y="2655576"/>
                  <a:ext cx="249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9958160-9756-983D-88AB-0A626CC21D7F}"/>
                    </a:ext>
                  </a:extLst>
                </p14:cNvPr>
                <p14:cNvContentPartPr/>
                <p14:nvPr/>
              </p14:nvContentPartPr>
              <p14:xfrm>
                <a:off x="3496464" y="2637936"/>
                <a:ext cx="210960" cy="159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9958160-9756-983D-88AB-0A626CC21D7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78464" y="2619936"/>
                  <a:ext cx="246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E6BC21-2E0E-324F-6F80-336EA336BF6F}"/>
                    </a:ext>
                  </a:extLst>
                </p14:cNvPr>
                <p14:cNvContentPartPr/>
                <p14:nvPr/>
              </p14:nvContentPartPr>
              <p14:xfrm>
                <a:off x="3732264" y="2693016"/>
                <a:ext cx="170280" cy="76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E6BC21-2E0E-324F-6F80-336EA336BF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14264" y="2675016"/>
                  <a:ext cx="205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FFC3E9-5D0B-3F78-CA82-DDEF4C057CEA}"/>
                    </a:ext>
                  </a:extLst>
                </p14:cNvPr>
                <p14:cNvContentPartPr/>
                <p14:nvPr/>
              </p14:nvContentPartPr>
              <p14:xfrm>
                <a:off x="3948264" y="2660616"/>
                <a:ext cx="276120" cy="260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FFC3E9-5D0B-3F78-CA82-DDEF4C057CE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30624" y="2642976"/>
                  <a:ext cx="311760" cy="295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F6D9971E-74F2-11EC-96A3-C78D6D2929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800" y="1408176"/>
            <a:ext cx="11303879" cy="529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3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042A-603F-8401-5D85-3C8C82E7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9D1E287-56E2-9E4D-0001-C6883AC6E4DE}"/>
              </a:ext>
            </a:extLst>
          </p:cNvPr>
          <p:cNvGrpSpPr/>
          <p:nvPr/>
        </p:nvGrpSpPr>
        <p:grpSpPr>
          <a:xfrm>
            <a:off x="2333304" y="6161976"/>
            <a:ext cx="2439000" cy="372600"/>
            <a:chOff x="2333304" y="6161976"/>
            <a:chExt cx="243900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0C0DC6-4965-236C-ED29-8B6569F4D3DA}"/>
                    </a:ext>
                  </a:extLst>
                </p14:cNvPr>
                <p14:cNvContentPartPr/>
                <p14:nvPr/>
              </p14:nvContentPartPr>
              <p14:xfrm>
                <a:off x="2333304" y="6391296"/>
                <a:ext cx="295920" cy="143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0C0DC6-4965-236C-ED29-8B6569F4D3D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15304" y="6373656"/>
                  <a:ext cx="331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8C7083-8E90-EFFA-170D-5331239AE1F7}"/>
                    </a:ext>
                  </a:extLst>
                </p14:cNvPr>
                <p14:cNvContentPartPr/>
                <p14:nvPr/>
              </p14:nvContentPartPr>
              <p14:xfrm>
                <a:off x="2893824" y="6288696"/>
                <a:ext cx="24120" cy="138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8C7083-8E90-EFFA-170D-5331239AE1F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76184" y="6271056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5582A1-8E24-3744-74F6-3DB233BF0D80}"/>
                    </a:ext>
                  </a:extLst>
                </p14:cNvPr>
                <p14:cNvContentPartPr/>
                <p14:nvPr/>
              </p14:nvContentPartPr>
              <p14:xfrm>
                <a:off x="2718504" y="6195096"/>
                <a:ext cx="341640" cy="286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5582A1-8E24-3744-74F6-3DB233BF0D8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00504" y="6177456"/>
                  <a:ext cx="37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51C8BA-F64B-EA3B-7CAB-965CFED59D6C}"/>
                    </a:ext>
                  </a:extLst>
                </p14:cNvPr>
                <p14:cNvContentPartPr/>
                <p14:nvPr/>
              </p14:nvContentPartPr>
              <p14:xfrm>
                <a:off x="3248784" y="6161976"/>
                <a:ext cx="234360" cy="25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51C8BA-F64B-EA3B-7CAB-965CFED59D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30784" y="6143976"/>
                  <a:ext cx="270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338483-F402-DCCF-C486-3A643CFEF630}"/>
                    </a:ext>
                  </a:extLst>
                </p14:cNvPr>
                <p14:cNvContentPartPr/>
                <p14:nvPr/>
              </p14:nvContentPartPr>
              <p14:xfrm>
                <a:off x="3531384" y="6310296"/>
                <a:ext cx="135360" cy="134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338483-F402-DCCF-C486-3A643CFEF6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13384" y="6292296"/>
                  <a:ext cx="171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759DCE-F566-1428-69C6-7918C55F9686}"/>
                    </a:ext>
                  </a:extLst>
                </p14:cNvPr>
                <p14:cNvContentPartPr/>
                <p14:nvPr/>
              </p14:nvContentPartPr>
              <p14:xfrm>
                <a:off x="3736224" y="6326496"/>
                <a:ext cx="146160" cy="116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759DCE-F566-1428-69C6-7918C55F968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18584" y="6308496"/>
                  <a:ext cx="181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0A2744-970F-5A02-5B96-0B727F5EEDC9}"/>
                    </a:ext>
                  </a:extLst>
                </p14:cNvPr>
                <p14:cNvContentPartPr/>
                <p14:nvPr/>
              </p14:nvContentPartPr>
              <p14:xfrm>
                <a:off x="3923424" y="6363216"/>
                <a:ext cx="170640" cy="84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0A2744-970F-5A02-5B96-0B727F5EEDC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05784" y="6345216"/>
                  <a:ext cx="20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E726EE-F648-E486-328F-DE9DDFE98125}"/>
                    </a:ext>
                  </a:extLst>
                </p14:cNvPr>
                <p14:cNvContentPartPr/>
                <p14:nvPr/>
              </p14:nvContentPartPr>
              <p14:xfrm>
                <a:off x="4145544" y="6341256"/>
                <a:ext cx="277200" cy="115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E726EE-F648-E486-328F-DE9DDFE981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27904" y="6323256"/>
                  <a:ext cx="312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BB95A0-64B3-7632-EFA9-64BD480A224C}"/>
                    </a:ext>
                  </a:extLst>
                </p14:cNvPr>
                <p14:cNvContentPartPr/>
                <p14:nvPr/>
              </p14:nvContentPartPr>
              <p14:xfrm>
                <a:off x="4510584" y="6380136"/>
                <a:ext cx="261720" cy="75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BB95A0-64B3-7632-EFA9-64BD480A22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92944" y="6362136"/>
                  <a:ext cx="297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5616458-8DDA-EF9D-B2F1-B63EE9418ABF}"/>
              </a:ext>
            </a:extLst>
          </p:cNvPr>
          <p:cNvGrpSpPr/>
          <p:nvPr/>
        </p:nvGrpSpPr>
        <p:grpSpPr>
          <a:xfrm>
            <a:off x="5485824" y="1123416"/>
            <a:ext cx="6356160" cy="1025280"/>
            <a:chOff x="5485824" y="1123416"/>
            <a:chExt cx="6356160" cy="10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62AAD4-D117-E969-8B5A-602290C7639B}"/>
                    </a:ext>
                  </a:extLst>
                </p14:cNvPr>
                <p14:cNvContentPartPr/>
                <p14:nvPr/>
              </p14:nvContentPartPr>
              <p14:xfrm>
                <a:off x="5485824" y="1946736"/>
                <a:ext cx="155880" cy="201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62AAD4-D117-E969-8B5A-602290C7639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68184" y="1929096"/>
                  <a:ext cx="191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D57132-0FE7-ED79-5CF3-6403A2A2867F}"/>
                    </a:ext>
                  </a:extLst>
                </p14:cNvPr>
                <p14:cNvContentPartPr/>
                <p14:nvPr/>
              </p14:nvContentPartPr>
              <p14:xfrm>
                <a:off x="5610384" y="1906776"/>
                <a:ext cx="156960" cy="100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D57132-0FE7-ED79-5CF3-6403A2A2867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92384" y="1888776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CA35987-C3E3-1203-7AE0-35D8568051D8}"/>
                    </a:ext>
                  </a:extLst>
                </p14:cNvPr>
                <p14:cNvContentPartPr/>
                <p14:nvPr/>
              </p14:nvContentPartPr>
              <p14:xfrm>
                <a:off x="5932944" y="1733256"/>
                <a:ext cx="256680" cy="10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CA35987-C3E3-1203-7AE0-35D8568051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15304" y="1715256"/>
                  <a:ext cx="292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91BE94-7BCF-4FF1-21D9-6DE2146528F3}"/>
                    </a:ext>
                  </a:extLst>
                </p14:cNvPr>
                <p14:cNvContentPartPr/>
                <p14:nvPr/>
              </p14:nvContentPartPr>
              <p14:xfrm>
                <a:off x="5876424" y="1636416"/>
                <a:ext cx="445680" cy="330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91BE94-7BCF-4FF1-21D9-6DE2146528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58424" y="1618416"/>
                  <a:ext cx="48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0D9C7F-9B34-7E4C-D046-0470375F9C16}"/>
                    </a:ext>
                  </a:extLst>
                </p14:cNvPr>
                <p14:cNvContentPartPr/>
                <p14:nvPr/>
              </p14:nvContentPartPr>
              <p14:xfrm>
                <a:off x="6557184" y="1538496"/>
                <a:ext cx="420840" cy="22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0D9C7F-9B34-7E4C-D046-0470375F9C1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539544" y="1520856"/>
                  <a:ext cx="456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FFA0DF-B520-F345-545F-9722E84E13EE}"/>
                    </a:ext>
                  </a:extLst>
                </p14:cNvPr>
                <p14:cNvContentPartPr/>
                <p14:nvPr/>
              </p14:nvContentPartPr>
              <p14:xfrm>
                <a:off x="6951024" y="1530936"/>
                <a:ext cx="25200" cy="11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5FFA0DF-B520-F345-545F-9722E84E13E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933384" y="1512936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0FB107-6955-2CCB-45E6-DC202856D0C7}"/>
                    </a:ext>
                  </a:extLst>
                </p14:cNvPr>
                <p14:cNvContentPartPr/>
                <p14:nvPr/>
              </p14:nvContentPartPr>
              <p14:xfrm>
                <a:off x="7038144" y="1406376"/>
                <a:ext cx="501840" cy="454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0FB107-6955-2CCB-45E6-DC202856D0C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20504" y="1388736"/>
                  <a:ext cx="537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898189-4293-6F2F-C60A-B9E624F5F5EE}"/>
                    </a:ext>
                  </a:extLst>
                </p14:cNvPr>
                <p14:cNvContentPartPr/>
                <p14:nvPr/>
              </p14:nvContentPartPr>
              <p14:xfrm>
                <a:off x="7552944" y="1374696"/>
                <a:ext cx="183600" cy="253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898189-4293-6F2F-C60A-B9E624F5F5E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535304" y="1356696"/>
                  <a:ext cx="2192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B09AC5-5515-68A3-DC30-946DE297D85C}"/>
                    </a:ext>
                  </a:extLst>
                </p14:cNvPr>
                <p14:cNvContentPartPr/>
                <p14:nvPr/>
              </p14:nvContentPartPr>
              <p14:xfrm>
                <a:off x="7509024" y="1514736"/>
                <a:ext cx="268920" cy="51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B09AC5-5515-68A3-DC30-946DE297D85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91384" y="1497096"/>
                  <a:ext cx="304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AF6255-56FB-E348-104A-5543BC190363}"/>
                    </a:ext>
                  </a:extLst>
                </p14:cNvPr>
                <p14:cNvContentPartPr/>
                <p14:nvPr/>
              </p14:nvContentPartPr>
              <p14:xfrm>
                <a:off x="7973064" y="1307736"/>
                <a:ext cx="586080" cy="313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AF6255-56FB-E348-104A-5543BC19036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55064" y="1289736"/>
                  <a:ext cx="621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89E999C-12D0-2E4D-93C7-CEC4F3AF3A49}"/>
                    </a:ext>
                  </a:extLst>
                </p14:cNvPr>
                <p14:cNvContentPartPr/>
                <p14:nvPr/>
              </p14:nvContentPartPr>
              <p14:xfrm>
                <a:off x="8502264" y="1377936"/>
                <a:ext cx="25200" cy="15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89E999C-12D0-2E4D-93C7-CEC4F3AF3A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84624" y="1359936"/>
                  <a:ext cx="60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75E79B-7E16-592C-B378-1D208E559E6E}"/>
                    </a:ext>
                  </a:extLst>
                </p14:cNvPr>
                <p14:cNvContentPartPr/>
                <p14:nvPr/>
              </p14:nvContentPartPr>
              <p14:xfrm>
                <a:off x="8618184" y="1286496"/>
                <a:ext cx="415800" cy="315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75E79B-7E16-592C-B378-1D208E559E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00184" y="1268496"/>
                  <a:ext cx="451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EFDC8F-9FE2-AEAE-FFF3-490754761B4F}"/>
                    </a:ext>
                  </a:extLst>
                </p14:cNvPr>
                <p14:cNvContentPartPr/>
                <p14:nvPr/>
              </p14:nvContentPartPr>
              <p14:xfrm>
                <a:off x="9099504" y="1390176"/>
                <a:ext cx="289080" cy="78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EFDC8F-9FE2-AEAE-FFF3-490754761B4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81504" y="1372536"/>
                  <a:ext cx="32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184668C-0322-397F-F0D0-FA578D12E3BB}"/>
                    </a:ext>
                  </a:extLst>
                </p14:cNvPr>
                <p14:cNvContentPartPr/>
                <p14:nvPr/>
              </p14:nvContentPartPr>
              <p14:xfrm>
                <a:off x="9570744" y="1382616"/>
                <a:ext cx="146520" cy="93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184668C-0322-397F-F0D0-FA578D12E3B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52744" y="1364976"/>
                  <a:ext cx="182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B3987F-1A14-331F-2F87-A4ED35550B59}"/>
                    </a:ext>
                  </a:extLst>
                </p14:cNvPr>
                <p14:cNvContentPartPr/>
                <p14:nvPr/>
              </p14:nvContentPartPr>
              <p14:xfrm>
                <a:off x="9756144" y="1222416"/>
                <a:ext cx="481320" cy="253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B3987F-1A14-331F-2F87-A4ED35550B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38504" y="1204776"/>
                  <a:ext cx="516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11B53F7-DE07-CDB6-8D8C-5A41E365FD59}"/>
                    </a:ext>
                  </a:extLst>
                </p14:cNvPr>
                <p14:cNvContentPartPr/>
                <p14:nvPr/>
              </p14:nvContentPartPr>
              <p14:xfrm>
                <a:off x="10236024" y="1251576"/>
                <a:ext cx="32040" cy="16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11B53F7-DE07-CDB6-8D8C-5A41E365FD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218384" y="1233936"/>
                  <a:ext cx="6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5B38C8-55F1-FFF0-246B-0E649382339D}"/>
                    </a:ext>
                  </a:extLst>
                </p14:cNvPr>
                <p14:cNvContentPartPr/>
                <p14:nvPr/>
              </p14:nvContentPartPr>
              <p14:xfrm>
                <a:off x="10346184" y="1220256"/>
                <a:ext cx="68760" cy="19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5B38C8-55F1-FFF0-246B-0E649382339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28184" y="1202616"/>
                  <a:ext cx="104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9992E21-84DB-BCDD-446C-B8F4EA28AB50}"/>
                    </a:ext>
                  </a:extLst>
                </p14:cNvPr>
                <p14:cNvContentPartPr/>
                <p14:nvPr/>
              </p14:nvContentPartPr>
              <p14:xfrm>
                <a:off x="10319184" y="1296216"/>
                <a:ext cx="259200" cy="9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992E21-84DB-BCDD-446C-B8F4EA28AB5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01184" y="1278216"/>
                  <a:ext cx="29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A49754A-89DF-155D-1DF8-B4DE401E5D04}"/>
                    </a:ext>
                  </a:extLst>
                </p14:cNvPr>
                <p14:cNvContentPartPr/>
                <p14:nvPr/>
              </p14:nvContentPartPr>
              <p14:xfrm>
                <a:off x="10773144" y="1123416"/>
                <a:ext cx="269640" cy="310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A49754A-89DF-155D-1DF8-B4DE401E5D0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55504" y="1105776"/>
                  <a:ext cx="305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A41357E-60F2-964D-889E-C9843ACF675A}"/>
                    </a:ext>
                  </a:extLst>
                </p14:cNvPr>
                <p14:cNvContentPartPr/>
                <p14:nvPr/>
              </p14:nvContentPartPr>
              <p14:xfrm>
                <a:off x="11140704" y="1336896"/>
                <a:ext cx="45720" cy="111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A41357E-60F2-964D-889E-C9843ACF675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123064" y="1319256"/>
                  <a:ext cx="81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1FE3710-097B-E1A4-1BD9-70BAD697CFB9}"/>
                    </a:ext>
                  </a:extLst>
                </p14:cNvPr>
                <p14:cNvContentPartPr/>
                <p14:nvPr/>
              </p14:nvContentPartPr>
              <p14:xfrm>
                <a:off x="11157264" y="1253376"/>
                <a:ext cx="5400" cy="23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1FE3710-097B-E1A4-1BD9-70BAD697CFB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139624" y="1235736"/>
                  <a:ext cx="4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1F15836-5813-1F6E-A8A9-AD81CF15213B}"/>
                    </a:ext>
                  </a:extLst>
                </p14:cNvPr>
                <p14:cNvContentPartPr/>
                <p14:nvPr/>
              </p14:nvContentPartPr>
              <p14:xfrm>
                <a:off x="11220984" y="1165176"/>
                <a:ext cx="205200" cy="28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1F15836-5813-1F6E-A8A9-AD81CF1521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203344" y="114717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A67D8A6-A8B0-E339-21F3-F4F46A0F69FC}"/>
                    </a:ext>
                  </a:extLst>
                </p14:cNvPr>
                <p14:cNvContentPartPr/>
                <p14:nvPr/>
              </p14:nvContentPartPr>
              <p14:xfrm>
                <a:off x="11321784" y="1306656"/>
                <a:ext cx="142920" cy="55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A67D8A6-A8B0-E339-21F3-F4F46A0F69F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303784" y="1289016"/>
                  <a:ext cx="178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E7B738-E42A-1FA0-4968-30AED3E3F431}"/>
                    </a:ext>
                  </a:extLst>
                </p14:cNvPr>
                <p14:cNvContentPartPr/>
                <p14:nvPr/>
              </p14:nvContentPartPr>
              <p14:xfrm>
                <a:off x="11434104" y="1148976"/>
                <a:ext cx="407880" cy="27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E7B738-E42A-1FA0-4968-30AED3E3F43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16464" y="1131336"/>
                  <a:ext cx="44352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54045E3-89B8-77F9-788A-41575B3DA7D2}"/>
                  </a:ext>
                </a:extLst>
              </p14:cNvPr>
              <p14:cNvContentPartPr/>
              <p14:nvPr/>
            </p14:nvContentPartPr>
            <p14:xfrm>
              <a:off x="5384304" y="3384936"/>
              <a:ext cx="1521000" cy="57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54045E3-89B8-77F9-788A-41575B3DA7D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366304" y="3367296"/>
                <a:ext cx="1556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67CBC0B-7899-B0E9-A185-0458A7B26A22}"/>
              </a:ext>
            </a:extLst>
          </p:cNvPr>
          <p:cNvGrpSpPr/>
          <p:nvPr/>
        </p:nvGrpSpPr>
        <p:grpSpPr>
          <a:xfrm>
            <a:off x="6033384" y="3578616"/>
            <a:ext cx="690480" cy="353880"/>
            <a:chOff x="6033384" y="3578616"/>
            <a:chExt cx="69048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2710603-3F30-C83F-5EE8-F6F580CE9278}"/>
                    </a:ext>
                  </a:extLst>
                </p14:cNvPr>
                <p14:cNvContentPartPr/>
                <p14:nvPr/>
              </p14:nvContentPartPr>
              <p14:xfrm>
                <a:off x="6233184" y="3677616"/>
                <a:ext cx="227160" cy="183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2710603-3F30-C83F-5EE8-F6F580CE927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15544" y="3659616"/>
                  <a:ext cx="262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E1CD82-CF62-9293-4570-4DB8FC03F744}"/>
                    </a:ext>
                  </a:extLst>
                </p14:cNvPr>
                <p14:cNvContentPartPr/>
                <p14:nvPr/>
              </p14:nvContentPartPr>
              <p14:xfrm>
                <a:off x="6033384" y="3578616"/>
                <a:ext cx="690480" cy="353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E1CD82-CF62-9293-4570-4DB8FC03F74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5384" y="3560616"/>
                  <a:ext cx="72612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5F14D4-9378-4730-2864-0A65F32D6AE4}"/>
              </a:ext>
            </a:extLst>
          </p:cNvPr>
          <p:cNvGrpSpPr/>
          <p:nvPr/>
        </p:nvGrpSpPr>
        <p:grpSpPr>
          <a:xfrm>
            <a:off x="7645104" y="4311216"/>
            <a:ext cx="1227960" cy="687240"/>
            <a:chOff x="7645104" y="4311216"/>
            <a:chExt cx="1227960" cy="68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5F5AA59-4CE1-056D-5031-FB3A25F8B9B3}"/>
                    </a:ext>
                  </a:extLst>
                </p14:cNvPr>
                <p14:cNvContentPartPr/>
                <p14:nvPr/>
              </p14:nvContentPartPr>
              <p14:xfrm>
                <a:off x="7645104" y="4671576"/>
                <a:ext cx="567360" cy="326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5F5AA59-4CE1-056D-5031-FB3A25F8B9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27104" y="4653576"/>
                  <a:ext cx="603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B2C2EB-6E66-6AEA-70C3-2926845350A8}"/>
                    </a:ext>
                  </a:extLst>
                </p14:cNvPr>
                <p14:cNvContentPartPr/>
                <p14:nvPr/>
              </p14:nvContentPartPr>
              <p14:xfrm>
                <a:off x="8037504" y="4446216"/>
                <a:ext cx="167760" cy="163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B2C2EB-6E66-6AEA-70C3-2926845350A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19864" y="4428576"/>
                  <a:ext cx="203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61805A-01F6-4C5D-0E6B-85BE68EA94D9}"/>
                    </a:ext>
                  </a:extLst>
                </p14:cNvPr>
                <p14:cNvContentPartPr/>
                <p14:nvPr/>
              </p14:nvContentPartPr>
              <p14:xfrm>
                <a:off x="7906104" y="4354416"/>
                <a:ext cx="504000" cy="339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61805A-01F6-4C5D-0E6B-85BE68EA94D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88104" y="4336776"/>
                  <a:ext cx="5396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4D2D5AC-0CB5-EEC4-7CEC-459916FECD42}"/>
                    </a:ext>
                  </a:extLst>
                </p14:cNvPr>
                <p14:cNvContentPartPr/>
                <p14:nvPr/>
              </p14:nvContentPartPr>
              <p14:xfrm>
                <a:off x="8495424" y="4311216"/>
                <a:ext cx="377640" cy="132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4D2D5AC-0CB5-EEC4-7CEC-459916FECD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77784" y="4293216"/>
                  <a:ext cx="413280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810C0AE-C612-129E-9618-861B1B8D70B2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441384" y="2823063"/>
            <a:ext cx="11184000" cy="40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2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CCB36-A845-E68F-9266-4EB53DDF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ADD885D-0D11-44CC-9156-86E931D6C1D9}"/>
              </a:ext>
            </a:extLst>
          </p:cNvPr>
          <p:cNvGrpSpPr/>
          <p:nvPr/>
        </p:nvGrpSpPr>
        <p:grpSpPr>
          <a:xfrm>
            <a:off x="2333304" y="6161976"/>
            <a:ext cx="2439000" cy="372600"/>
            <a:chOff x="2333304" y="6161976"/>
            <a:chExt cx="2439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4F8E1F2-9172-F5FF-D76C-BEADDA0DDB86}"/>
                    </a:ext>
                  </a:extLst>
                </p14:cNvPr>
                <p14:cNvContentPartPr/>
                <p14:nvPr/>
              </p14:nvContentPartPr>
              <p14:xfrm>
                <a:off x="2333304" y="6391296"/>
                <a:ext cx="295920" cy="14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4F8E1F2-9172-F5FF-D76C-BEADDA0DDB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15304" y="6373296"/>
                  <a:ext cx="331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0967FF-8028-2D5B-67BF-41280A2447BF}"/>
                    </a:ext>
                  </a:extLst>
                </p14:cNvPr>
                <p14:cNvContentPartPr/>
                <p14:nvPr/>
              </p14:nvContentPartPr>
              <p14:xfrm>
                <a:off x="2893824" y="6288696"/>
                <a:ext cx="24120" cy="13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0967FF-8028-2D5B-67BF-41280A2447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5824" y="6270696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8D8FF57-B114-57A0-2069-60C21C125BDA}"/>
                    </a:ext>
                  </a:extLst>
                </p14:cNvPr>
                <p14:cNvContentPartPr/>
                <p14:nvPr/>
              </p14:nvContentPartPr>
              <p14:xfrm>
                <a:off x="2718504" y="6195096"/>
                <a:ext cx="341640" cy="28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8D8FF57-B114-57A0-2069-60C21C125B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0504" y="6177096"/>
                  <a:ext cx="37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9459CB-198E-A115-850C-006945F1C1A3}"/>
                    </a:ext>
                  </a:extLst>
                </p14:cNvPr>
                <p14:cNvContentPartPr/>
                <p14:nvPr/>
              </p14:nvContentPartPr>
              <p14:xfrm>
                <a:off x="3248784" y="6161976"/>
                <a:ext cx="234360" cy="25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9459CB-198E-A115-850C-006945F1C1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0784" y="6144002"/>
                  <a:ext cx="270000" cy="2879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4E7D888-7689-2019-A0D6-488F231A8E45}"/>
                    </a:ext>
                  </a:extLst>
                </p14:cNvPr>
                <p14:cNvContentPartPr/>
                <p14:nvPr/>
              </p14:nvContentPartPr>
              <p14:xfrm>
                <a:off x="3531384" y="6310296"/>
                <a:ext cx="135360" cy="13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4E7D888-7689-2019-A0D6-488F231A8E4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3384" y="6292296"/>
                  <a:ext cx="171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0ED217-DE47-A9F3-C74E-B0ABEB253410}"/>
                    </a:ext>
                  </a:extLst>
                </p14:cNvPr>
                <p14:cNvContentPartPr/>
                <p14:nvPr/>
              </p14:nvContentPartPr>
              <p14:xfrm>
                <a:off x="3736224" y="6326496"/>
                <a:ext cx="146160" cy="11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C0ED217-DE47-A9F3-C74E-B0ABEB2534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8224" y="6308496"/>
                  <a:ext cx="181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C481F9-8A1E-1CB9-7151-13B3692AB120}"/>
                    </a:ext>
                  </a:extLst>
                </p14:cNvPr>
                <p14:cNvContentPartPr/>
                <p14:nvPr/>
              </p14:nvContentPartPr>
              <p14:xfrm>
                <a:off x="3923424" y="6363216"/>
                <a:ext cx="17064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C481F9-8A1E-1CB9-7151-13B3692AB1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5424" y="6345216"/>
                  <a:ext cx="20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294A36-5D23-02C9-6176-10C906BE7053}"/>
                    </a:ext>
                  </a:extLst>
                </p14:cNvPr>
                <p14:cNvContentPartPr/>
                <p14:nvPr/>
              </p14:nvContentPartPr>
              <p14:xfrm>
                <a:off x="4145544" y="6341256"/>
                <a:ext cx="277200" cy="11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294A36-5D23-02C9-6176-10C906BE70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7544" y="6323256"/>
                  <a:ext cx="312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095F0D1-3088-09AE-C058-504A3205843D}"/>
                    </a:ext>
                  </a:extLst>
                </p14:cNvPr>
                <p14:cNvContentPartPr/>
                <p14:nvPr/>
              </p14:nvContentPartPr>
              <p14:xfrm>
                <a:off x="4510584" y="6380136"/>
                <a:ext cx="261720" cy="7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095F0D1-3088-09AE-C058-504A320584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2584" y="6362136"/>
                  <a:ext cx="297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139357-7E99-7C26-E3EC-FBF5B625B0E6}"/>
              </a:ext>
            </a:extLst>
          </p:cNvPr>
          <p:cNvGrpSpPr/>
          <p:nvPr/>
        </p:nvGrpSpPr>
        <p:grpSpPr>
          <a:xfrm>
            <a:off x="5485824" y="1123416"/>
            <a:ext cx="6356160" cy="1025280"/>
            <a:chOff x="5485824" y="1123416"/>
            <a:chExt cx="635616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830641-97A1-7ADD-F938-5A735C7561B2}"/>
                    </a:ext>
                  </a:extLst>
                </p14:cNvPr>
                <p14:cNvContentPartPr/>
                <p14:nvPr/>
              </p14:nvContentPartPr>
              <p14:xfrm>
                <a:off x="5485824" y="1946736"/>
                <a:ext cx="155880" cy="20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830641-97A1-7ADD-F938-5A735C7561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7824" y="1928736"/>
                  <a:ext cx="191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BFC56C-5ADF-42E9-1F6D-CAAAFB418263}"/>
                    </a:ext>
                  </a:extLst>
                </p14:cNvPr>
                <p14:cNvContentPartPr/>
                <p14:nvPr/>
              </p14:nvContentPartPr>
              <p14:xfrm>
                <a:off x="5610384" y="1906776"/>
                <a:ext cx="156960" cy="10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BFC56C-5ADF-42E9-1F6D-CAAAFB4182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2384" y="1888776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205C0D-F2FE-29FB-C6E4-153BAB7638CF}"/>
                    </a:ext>
                  </a:extLst>
                </p14:cNvPr>
                <p14:cNvContentPartPr/>
                <p14:nvPr/>
              </p14:nvContentPartPr>
              <p14:xfrm>
                <a:off x="5932944" y="1733256"/>
                <a:ext cx="256680" cy="103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205C0D-F2FE-29FB-C6E4-153BAB7638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14944" y="1715256"/>
                  <a:ext cx="292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EF516EB-1C56-B16A-C96F-4C238210F319}"/>
                    </a:ext>
                  </a:extLst>
                </p14:cNvPr>
                <p14:cNvContentPartPr/>
                <p14:nvPr/>
              </p14:nvContentPartPr>
              <p14:xfrm>
                <a:off x="5876424" y="1636416"/>
                <a:ext cx="445680" cy="33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EF516EB-1C56-B16A-C96F-4C238210F3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58424" y="1618416"/>
                  <a:ext cx="48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688DC63-66DD-970A-CA10-8125A16D36FC}"/>
                    </a:ext>
                  </a:extLst>
                </p14:cNvPr>
                <p14:cNvContentPartPr/>
                <p14:nvPr/>
              </p14:nvContentPartPr>
              <p14:xfrm>
                <a:off x="6557184" y="1538496"/>
                <a:ext cx="420840" cy="225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688DC63-66DD-970A-CA10-8125A16D36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39184" y="1520496"/>
                  <a:ext cx="456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FD51D3-FDB0-B7F7-F018-6C262DC67CD9}"/>
                    </a:ext>
                  </a:extLst>
                </p14:cNvPr>
                <p14:cNvContentPartPr/>
                <p14:nvPr/>
              </p14:nvContentPartPr>
              <p14:xfrm>
                <a:off x="6951024" y="1530936"/>
                <a:ext cx="25200" cy="1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FD51D3-FDB0-B7F7-F018-6C262DC67C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3024" y="1512936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399090-643D-4A22-1E42-DE7CA994E1EE}"/>
                    </a:ext>
                  </a:extLst>
                </p14:cNvPr>
                <p14:cNvContentPartPr/>
                <p14:nvPr/>
              </p14:nvContentPartPr>
              <p14:xfrm>
                <a:off x="7038144" y="1406376"/>
                <a:ext cx="501840" cy="45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399090-643D-4A22-1E42-DE7CA994E1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144" y="1388376"/>
                  <a:ext cx="537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4A4B768-C1BE-D81F-9157-68E5D017CCDD}"/>
                    </a:ext>
                  </a:extLst>
                </p14:cNvPr>
                <p14:cNvContentPartPr/>
                <p14:nvPr/>
              </p14:nvContentPartPr>
              <p14:xfrm>
                <a:off x="7552944" y="1374696"/>
                <a:ext cx="183600" cy="25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4A4B768-C1BE-D81F-9157-68E5D017CCD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34909" y="1356696"/>
                  <a:ext cx="21931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3F6C9C-2B10-5C72-7221-4DC3C0814077}"/>
                    </a:ext>
                  </a:extLst>
                </p14:cNvPr>
                <p14:cNvContentPartPr/>
                <p14:nvPr/>
              </p14:nvContentPartPr>
              <p14:xfrm>
                <a:off x="7509024" y="1514736"/>
                <a:ext cx="26892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3F6C9C-2B10-5C72-7221-4DC3C08140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1024" y="1496608"/>
                  <a:ext cx="304560" cy="87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AEF45D-9745-83DF-F003-A94F73124796}"/>
                    </a:ext>
                  </a:extLst>
                </p14:cNvPr>
                <p14:cNvContentPartPr/>
                <p14:nvPr/>
              </p14:nvContentPartPr>
              <p14:xfrm>
                <a:off x="7973064" y="1307736"/>
                <a:ext cx="586080" cy="31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AEF45D-9745-83DF-F003-A94F731247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5064" y="1289736"/>
                  <a:ext cx="621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D0E161-F41B-2180-13A8-60499273D718}"/>
                    </a:ext>
                  </a:extLst>
                </p14:cNvPr>
                <p14:cNvContentPartPr/>
                <p14:nvPr/>
              </p14:nvContentPartPr>
              <p14:xfrm>
                <a:off x="8502264" y="1377936"/>
                <a:ext cx="25200" cy="1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D0E161-F41B-2180-13A8-60499273D7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84003" y="1359936"/>
                  <a:ext cx="61357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7FB11A7-3394-FDC7-A644-704F4644E238}"/>
                    </a:ext>
                  </a:extLst>
                </p14:cNvPr>
                <p14:cNvContentPartPr/>
                <p14:nvPr/>
              </p14:nvContentPartPr>
              <p14:xfrm>
                <a:off x="8618184" y="1286496"/>
                <a:ext cx="415800" cy="31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7FB11A7-3394-FDC7-A644-704F4644E2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00184" y="1268496"/>
                  <a:ext cx="451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046455E-99A3-F8D5-D729-4A0FCFBD37F7}"/>
                    </a:ext>
                  </a:extLst>
                </p14:cNvPr>
                <p14:cNvContentPartPr/>
                <p14:nvPr/>
              </p14:nvContentPartPr>
              <p14:xfrm>
                <a:off x="9099504" y="1390176"/>
                <a:ext cx="289080" cy="78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046455E-99A3-F8D5-D729-4A0FCFBD37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81504" y="1372176"/>
                  <a:ext cx="32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AE94BD-FD1E-A2D2-5339-1C780454AEC1}"/>
                    </a:ext>
                  </a:extLst>
                </p14:cNvPr>
                <p14:cNvContentPartPr/>
                <p14:nvPr/>
              </p14:nvContentPartPr>
              <p14:xfrm>
                <a:off x="9570744" y="1382616"/>
                <a:ext cx="14652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AE94BD-FD1E-A2D2-5339-1C780454AE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52744" y="1364616"/>
                  <a:ext cx="182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8E7E35-B8DE-53C7-EAA4-FE14AC1EB1F0}"/>
                    </a:ext>
                  </a:extLst>
                </p14:cNvPr>
                <p14:cNvContentPartPr/>
                <p14:nvPr/>
              </p14:nvContentPartPr>
              <p14:xfrm>
                <a:off x="9756144" y="1222416"/>
                <a:ext cx="481320" cy="253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58E7E35-B8DE-53C7-EAA4-FE14AC1EB1F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38144" y="1204416"/>
                  <a:ext cx="516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FF8E1A-EC2C-1A4C-81BF-66C2D0770818}"/>
                    </a:ext>
                  </a:extLst>
                </p14:cNvPr>
                <p14:cNvContentPartPr/>
                <p14:nvPr/>
              </p14:nvContentPartPr>
              <p14:xfrm>
                <a:off x="10236024" y="1251576"/>
                <a:ext cx="32040" cy="1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FF8E1A-EC2C-1A4C-81BF-66C2D07708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18024" y="1233576"/>
                  <a:ext cx="6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401EC9-8E60-A8ED-5CB9-B7185828C3BD}"/>
                    </a:ext>
                  </a:extLst>
                </p14:cNvPr>
                <p14:cNvContentPartPr/>
                <p14:nvPr/>
              </p14:nvContentPartPr>
              <p14:xfrm>
                <a:off x="10346184" y="1220256"/>
                <a:ext cx="68760" cy="19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401EC9-8E60-A8ED-5CB9-B7185828C3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28184" y="1202223"/>
                  <a:ext cx="104400" cy="231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E03EDF-C749-B168-3FDA-10C3E521D8CA}"/>
                    </a:ext>
                  </a:extLst>
                </p14:cNvPr>
                <p14:cNvContentPartPr/>
                <p14:nvPr/>
              </p14:nvContentPartPr>
              <p14:xfrm>
                <a:off x="10319184" y="1296216"/>
                <a:ext cx="259200" cy="9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E03EDF-C749-B168-3FDA-10C3E521D8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01184" y="1278216"/>
                  <a:ext cx="29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B9F0A9E-21C5-1626-9BD7-D7BBE55D0DB2}"/>
                    </a:ext>
                  </a:extLst>
                </p14:cNvPr>
                <p14:cNvContentPartPr/>
                <p14:nvPr/>
              </p14:nvContentPartPr>
              <p14:xfrm>
                <a:off x="10773144" y="1123416"/>
                <a:ext cx="269640" cy="31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B9F0A9E-21C5-1626-9BD7-D7BBE55D0DB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55144" y="1105416"/>
                  <a:ext cx="305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FF9120-FF5E-590F-A261-DC838F05A489}"/>
                    </a:ext>
                  </a:extLst>
                </p14:cNvPr>
                <p14:cNvContentPartPr/>
                <p14:nvPr/>
              </p14:nvContentPartPr>
              <p14:xfrm>
                <a:off x="11140704" y="1336896"/>
                <a:ext cx="4572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FF9120-FF5E-590F-A261-DC838F05A4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2561" y="1318838"/>
                  <a:ext cx="81643" cy="147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53770BD-9543-EEC2-18E6-DC6573DA5412}"/>
                    </a:ext>
                  </a:extLst>
                </p14:cNvPr>
                <p14:cNvContentPartPr/>
                <p14:nvPr/>
              </p14:nvContentPartPr>
              <p14:xfrm>
                <a:off x="11157264" y="1253376"/>
                <a:ext cx="5400" cy="2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53770BD-9543-EEC2-18E6-DC6573DA541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39264" y="1235376"/>
                  <a:ext cx="4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A8298A9-E9D1-3273-2933-9DC5C63E8F49}"/>
                    </a:ext>
                  </a:extLst>
                </p14:cNvPr>
                <p14:cNvContentPartPr/>
                <p14:nvPr/>
              </p14:nvContentPartPr>
              <p14:xfrm>
                <a:off x="11220984" y="1165176"/>
                <a:ext cx="20520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A8298A9-E9D1-3273-2933-9DC5C63E8F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02984" y="114717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95B741-3CD0-5C01-04CF-7F6D461B0B30}"/>
                    </a:ext>
                  </a:extLst>
                </p14:cNvPr>
                <p14:cNvContentPartPr/>
                <p14:nvPr/>
              </p14:nvContentPartPr>
              <p14:xfrm>
                <a:off x="11321784" y="1306656"/>
                <a:ext cx="142920" cy="55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95B741-3CD0-5C01-04CF-7F6D461B0B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03829" y="1288539"/>
                  <a:ext cx="178470" cy="9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23E9B6-7A4F-7FB9-D0C5-1ECBE337FFAB}"/>
                    </a:ext>
                  </a:extLst>
                </p14:cNvPr>
                <p14:cNvContentPartPr/>
                <p14:nvPr/>
              </p14:nvContentPartPr>
              <p14:xfrm>
                <a:off x="11434104" y="1148976"/>
                <a:ext cx="407880" cy="279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23E9B6-7A4F-7FB9-D0C5-1ECBE337FF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16104" y="1130976"/>
                  <a:ext cx="44352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5F00904-BFAB-325B-D979-CA4F31DEE779}"/>
                  </a:ext>
                </a:extLst>
              </p14:cNvPr>
              <p14:cNvContentPartPr/>
              <p14:nvPr/>
            </p14:nvContentPartPr>
            <p14:xfrm>
              <a:off x="5384304" y="3384936"/>
              <a:ext cx="1521000" cy="57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5F00904-BFAB-325B-D979-CA4F31DEE77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66304" y="3366936"/>
                <a:ext cx="1556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9E7EA96E-C93F-4CD9-EF0F-66E4CD92C2E4}"/>
              </a:ext>
            </a:extLst>
          </p:cNvPr>
          <p:cNvGrpSpPr/>
          <p:nvPr/>
        </p:nvGrpSpPr>
        <p:grpSpPr>
          <a:xfrm>
            <a:off x="6033384" y="3578616"/>
            <a:ext cx="690480" cy="353880"/>
            <a:chOff x="6033384" y="3578616"/>
            <a:chExt cx="6904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8AF83AC-3FAF-B47A-6F2B-3F3BED3FE0A1}"/>
                    </a:ext>
                  </a:extLst>
                </p14:cNvPr>
                <p14:cNvContentPartPr/>
                <p14:nvPr/>
              </p14:nvContentPartPr>
              <p14:xfrm>
                <a:off x="6233184" y="3677616"/>
                <a:ext cx="2271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8AF83AC-3FAF-B47A-6F2B-3F3BED3FE0A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5184" y="3659616"/>
                  <a:ext cx="262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36AB307-9592-94E9-5FE9-96D1A0FF7CAC}"/>
                    </a:ext>
                  </a:extLst>
                </p14:cNvPr>
                <p14:cNvContentPartPr/>
                <p14:nvPr/>
              </p14:nvContentPartPr>
              <p14:xfrm>
                <a:off x="6033384" y="3578616"/>
                <a:ext cx="690480" cy="35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36AB307-9592-94E9-5FE9-96D1A0FF7CA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15384" y="3560616"/>
                  <a:ext cx="72612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8CEFA92-07DC-EE3F-FF7B-CDAD01D59858}"/>
              </a:ext>
            </a:extLst>
          </p:cNvPr>
          <p:cNvGrpSpPr/>
          <p:nvPr/>
        </p:nvGrpSpPr>
        <p:grpSpPr>
          <a:xfrm>
            <a:off x="7645104" y="4311216"/>
            <a:ext cx="1227960" cy="687240"/>
            <a:chOff x="7645104" y="4311216"/>
            <a:chExt cx="122796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3DD73CC-8A69-2004-40C9-90203B161A9C}"/>
                    </a:ext>
                  </a:extLst>
                </p14:cNvPr>
                <p14:cNvContentPartPr/>
                <p14:nvPr/>
              </p14:nvContentPartPr>
              <p14:xfrm>
                <a:off x="7645104" y="4671576"/>
                <a:ext cx="567360" cy="32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3DD73CC-8A69-2004-40C9-90203B161A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27104" y="4653576"/>
                  <a:ext cx="603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2C1BFB-D9ED-4A20-4544-03D5D0474B21}"/>
                    </a:ext>
                  </a:extLst>
                </p14:cNvPr>
                <p14:cNvContentPartPr/>
                <p14:nvPr/>
              </p14:nvContentPartPr>
              <p14:xfrm>
                <a:off x="8037504" y="4446216"/>
                <a:ext cx="16776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2C1BFB-D9ED-4A20-4544-03D5D0474B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19504" y="4428216"/>
                  <a:ext cx="203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1ADBBA-B53D-8B2E-76E1-4B5083A1B599}"/>
                    </a:ext>
                  </a:extLst>
                </p14:cNvPr>
                <p14:cNvContentPartPr/>
                <p14:nvPr/>
              </p14:nvContentPartPr>
              <p14:xfrm>
                <a:off x="7906104" y="4354416"/>
                <a:ext cx="5040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1ADBBA-B53D-8B2E-76E1-4B5083A1B5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8117" y="4336416"/>
                  <a:ext cx="539615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7F489F-3510-0EC3-E315-1D82D81D5E5B}"/>
                    </a:ext>
                  </a:extLst>
                </p14:cNvPr>
                <p14:cNvContentPartPr/>
                <p14:nvPr/>
              </p14:nvContentPartPr>
              <p14:xfrm>
                <a:off x="8495424" y="4311216"/>
                <a:ext cx="377640" cy="13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7F489F-3510-0EC3-E315-1D82D81D5E5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77407" y="4293216"/>
                  <a:ext cx="413314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D9C482A-1736-EB09-6241-695D47EE8A20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65816" y="607561"/>
            <a:ext cx="10709223" cy="625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0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06F0C-5F92-1445-53A2-6AF222D9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D16F66F-772A-C5EC-CC3B-180C270C35A2}"/>
              </a:ext>
            </a:extLst>
          </p:cNvPr>
          <p:cNvGrpSpPr/>
          <p:nvPr/>
        </p:nvGrpSpPr>
        <p:grpSpPr>
          <a:xfrm>
            <a:off x="2333304" y="6161976"/>
            <a:ext cx="2439000" cy="372600"/>
            <a:chOff x="2333304" y="6161976"/>
            <a:chExt cx="2439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8F868A0-FC83-4194-88AE-7CCA5E0CB36B}"/>
                    </a:ext>
                  </a:extLst>
                </p14:cNvPr>
                <p14:cNvContentPartPr/>
                <p14:nvPr/>
              </p14:nvContentPartPr>
              <p14:xfrm>
                <a:off x="2333304" y="6391296"/>
                <a:ext cx="295920" cy="14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8F868A0-FC83-4194-88AE-7CCA5E0CB36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15304" y="6373296"/>
                  <a:ext cx="331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48353E1-DED2-0673-7CF6-96371E78D7F0}"/>
                    </a:ext>
                  </a:extLst>
                </p14:cNvPr>
                <p14:cNvContentPartPr/>
                <p14:nvPr/>
              </p14:nvContentPartPr>
              <p14:xfrm>
                <a:off x="2893824" y="6288696"/>
                <a:ext cx="24120" cy="13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48353E1-DED2-0673-7CF6-96371E78D7F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5824" y="6270696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7F8C879-1DE5-C2A9-956D-23231AE9E1B3}"/>
                    </a:ext>
                  </a:extLst>
                </p14:cNvPr>
                <p14:cNvContentPartPr/>
                <p14:nvPr/>
              </p14:nvContentPartPr>
              <p14:xfrm>
                <a:off x="2718504" y="6195096"/>
                <a:ext cx="341640" cy="28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7F8C879-1DE5-C2A9-956D-23231AE9E1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0504" y="6177096"/>
                  <a:ext cx="37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DA20C7-7C19-231A-1435-74C90770D560}"/>
                    </a:ext>
                  </a:extLst>
                </p14:cNvPr>
                <p14:cNvContentPartPr/>
                <p14:nvPr/>
              </p14:nvContentPartPr>
              <p14:xfrm>
                <a:off x="3248784" y="6161976"/>
                <a:ext cx="234360" cy="25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DA20C7-7C19-231A-1435-74C90770D5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0784" y="6144002"/>
                  <a:ext cx="270000" cy="2879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5A8B66-AAA4-255A-8764-9401CC1FBA9B}"/>
                    </a:ext>
                  </a:extLst>
                </p14:cNvPr>
                <p14:cNvContentPartPr/>
                <p14:nvPr/>
              </p14:nvContentPartPr>
              <p14:xfrm>
                <a:off x="3531384" y="6310296"/>
                <a:ext cx="135360" cy="13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5A8B66-AAA4-255A-8764-9401CC1FBA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3384" y="6292296"/>
                  <a:ext cx="171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9B22AC-54ED-3E49-3367-5421E82EA3AC}"/>
                    </a:ext>
                  </a:extLst>
                </p14:cNvPr>
                <p14:cNvContentPartPr/>
                <p14:nvPr/>
              </p14:nvContentPartPr>
              <p14:xfrm>
                <a:off x="3736224" y="6326496"/>
                <a:ext cx="146160" cy="11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9B22AC-54ED-3E49-3367-5421E82EA3A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8224" y="6308496"/>
                  <a:ext cx="181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D8AB96-5E76-4E2B-D0C2-8934A8787938}"/>
                    </a:ext>
                  </a:extLst>
                </p14:cNvPr>
                <p14:cNvContentPartPr/>
                <p14:nvPr/>
              </p14:nvContentPartPr>
              <p14:xfrm>
                <a:off x="3923424" y="6363216"/>
                <a:ext cx="17064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D8AB96-5E76-4E2B-D0C2-8934A87879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5424" y="6345216"/>
                  <a:ext cx="20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04363E-51C6-8726-14B9-A4A955C7BF22}"/>
                    </a:ext>
                  </a:extLst>
                </p14:cNvPr>
                <p14:cNvContentPartPr/>
                <p14:nvPr/>
              </p14:nvContentPartPr>
              <p14:xfrm>
                <a:off x="4145544" y="6341256"/>
                <a:ext cx="277200" cy="11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04363E-51C6-8726-14B9-A4A955C7BF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7544" y="6323256"/>
                  <a:ext cx="312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223954-CDAB-B8DC-0854-461281060EAD}"/>
                    </a:ext>
                  </a:extLst>
                </p14:cNvPr>
                <p14:cNvContentPartPr/>
                <p14:nvPr/>
              </p14:nvContentPartPr>
              <p14:xfrm>
                <a:off x="4510584" y="6380136"/>
                <a:ext cx="261720" cy="7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223954-CDAB-B8DC-0854-461281060E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2584" y="6362136"/>
                  <a:ext cx="297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FF0B8AB-5212-BDBF-2DDE-AF1E4B7E6B8F}"/>
              </a:ext>
            </a:extLst>
          </p:cNvPr>
          <p:cNvGrpSpPr/>
          <p:nvPr/>
        </p:nvGrpSpPr>
        <p:grpSpPr>
          <a:xfrm>
            <a:off x="5485824" y="1123416"/>
            <a:ext cx="6356160" cy="1025280"/>
            <a:chOff x="5485824" y="1123416"/>
            <a:chExt cx="635616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902784B-E1AA-AA3C-07B5-42345BE1B6A5}"/>
                    </a:ext>
                  </a:extLst>
                </p14:cNvPr>
                <p14:cNvContentPartPr/>
                <p14:nvPr/>
              </p14:nvContentPartPr>
              <p14:xfrm>
                <a:off x="5485824" y="1946736"/>
                <a:ext cx="155880" cy="20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902784B-E1AA-AA3C-07B5-42345BE1B6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7824" y="1928736"/>
                  <a:ext cx="191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8E83C4-BBD0-02F6-EBC9-77A97E99627F}"/>
                    </a:ext>
                  </a:extLst>
                </p14:cNvPr>
                <p14:cNvContentPartPr/>
                <p14:nvPr/>
              </p14:nvContentPartPr>
              <p14:xfrm>
                <a:off x="5610384" y="1906776"/>
                <a:ext cx="156960" cy="10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8E83C4-BBD0-02F6-EBC9-77A97E9962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2384" y="1888776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A218A1C-6396-B5C5-06AA-1A583C00787E}"/>
                    </a:ext>
                  </a:extLst>
                </p14:cNvPr>
                <p14:cNvContentPartPr/>
                <p14:nvPr/>
              </p14:nvContentPartPr>
              <p14:xfrm>
                <a:off x="5932944" y="1733256"/>
                <a:ext cx="256680" cy="103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A218A1C-6396-B5C5-06AA-1A583C0078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14944" y="1715256"/>
                  <a:ext cx="292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B9D950-5F42-8FD2-9947-CAB1180E839F}"/>
                    </a:ext>
                  </a:extLst>
                </p14:cNvPr>
                <p14:cNvContentPartPr/>
                <p14:nvPr/>
              </p14:nvContentPartPr>
              <p14:xfrm>
                <a:off x="5876424" y="1636416"/>
                <a:ext cx="445680" cy="33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B9D950-5F42-8FD2-9947-CAB1180E83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58424" y="1618416"/>
                  <a:ext cx="48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EF69CF-91E5-C84B-4226-4415658FE3A1}"/>
                    </a:ext>
                  </a:extLst>
                </p14:cNvPr>
                <p14:cNvContentPartPr/>
                <p14:nvPr/>
              </p14:nvContentPartPr>
              <p14:xfrm>
                <a:off x="6557184" y="1538496"/>
                <a:ext cx="420840" cy="225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EF69CF-91E5-C84B-4226-4415658FE3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39184" y="1520496"/>
                  <a:ext cx="456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6147FF-DB9E-FAF0-5EBB-DD973B8E1623}"/>
                    </a:ext>
                  </a:extLst>
                </p14:cNvPr>
                <p14:cNvContentPartPr/>
                <p14:nvPr/>
              </p14:nvContentPartPr>
              <p14:xfrm>
                <a:off x="6951024" y="1530936"/>
                <a:ext cx="25200" cy="1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6147FF-DB9E-FAF0-5EBB-DD973B8E162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3024" y="1512936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07BADD-1891-D5A8-25FC-25F8D2CA3324}"/>
                    </a:ext>
                  </a:extLst>
                </p14:cNvPr>
                <p14:cNvContentPartPr/>
                <p14:nvPr/>
              </p14:nvContentPartPr>
              <p14:xfrm>
                <a:off x="7038144" y="1406376"/>
                <a:ext cx="501840" cy="45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07BADD-1891-D5A8-25FC-25F8D2CA332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144" y="1388376"/>
                  <a:ext cx="537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072738-6822-D8C5-1729-EE0BA9CA1586}"/>
                    </a:ext>
                  </a:extLst>
                </p14:cNvPr>
                <p14:cNvContentPartPr/>
                <p14:nvPr/>
              </p14:nvContentPartPr>
              <p14:xfrm>
                <a:off x="7552944" y="1374696"/>
                <a:ext cx="183600" cy="25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072738-6822-D8C5-1729-EE0BA9CA15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34909" y="1356696"/>
                  <a:ext cx="21931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84B94B-DA82-142C-872D-5522DF3E9FC0}"/>
                    </a:ext>
                  </a:extLst>
                </p14:cNvPr>
                <p14:cNvContentPartPr/>
                <p14:nvPr/>
              </p14:nvContentPartPr>
              <p14:xfrm>
                <a:off x="7509024" y="1514736"/>
                <a:ext cx="26892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84B94B-DA82-142C-872D-5522DF3E9FC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1024" y="1496608"/>
                  <a:ext cx="304560" cy="87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C478C26-D5AE-02CF-D376-069C46AB4309}"/>
                    </a:ext>
                  </a:extLst>
                </p14:cNvPr>
                <p14:cNvContentPartPr/>
                <p14:nvPr/>
              </p14:nvContentPartPr>
              <p14:xfrm>
                <a:off x="7973064" y="1307736"/>
                <a:ext cx="586080" cy="31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C478C26-D5AE-02CF-D376-069C46AB430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5064" y="1289736"/>
                  <a:ext cx="621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8D365AD-DDB6-4DD2-E645-D923CFBC9754}"/>
                    </a:ext>
                  </a:extLst>
                </p14:cNvPr>
                <p14:cNvContentPartPr/>
                <p14:nvPr/>
              </p14:nvContentPartPr>
              <p14:xfrm>
                <a:off x="8502264" y="1377936"/>
                <a:ext cx="25200" cy="1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8D365AD-DDB6-4DD2-E645-D923CFBC97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84003" y="1359936"/>
                  <a:ext cx="61357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17FB6E-5106-9877-FF06-7C5B1E7529F3}"/>
                    </a:ext>
                  </a:extLst>
                </p14:cNvPr>
                <p14:cNvContentPartPr/>
                <p14:nvPr/>
              </p14:nvContentPartPr>
              <p14:xfrm>
                <a:off x="8618184" y="1286496"/>
                <a:ext cx="415800" cy="31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17FB6E-5106-9877-FF06-7C5B1E7529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00184" y="1268496"/>
                  <a:ext cx="451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555F74-C07F-833A-45D2-18BA2884ED27}"/>
                    </a:ext>
                  </a:extLst>
                </p14:cNvPr>
                <p14:cNvContentPartPr/>
                <p14:nvPr/>
              </p14:nvContentPartPr>
              <p14:xfrm>
                <a:off x="9099504" y="1390176"/>
                <a:ext cx="289080" cy="78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555F74-C07F-833A-45D2-18BA2884ED2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81504" y="1372176"/>
                  <a:ext cx="32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E8263A-5D72-D87D-0001-A36523917E8B}"/>
                    </a:ext>
                  </a:extLst>
                </p14:cNvPr>
                <p14:cNvContentPartPr/>
                <p14:nvPr/>
              </p14:nvContentPartPr>
              <p14:xfrm>
                <a:off x="9570744" y="1382616"/>
                <a:ext cx="14652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E8263A-5D72-D87D-0001-A36523917E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52744" y="1364616"/>
                  <a:ext cx="182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AA9E0D-7E8D-92C4-9D2C-EA47DDB52D33}"/>
                    </a:ext>
                  </a:extLst>
                </p14:cNvPr>
                <p14:cNvContentPartPr/>
                <p14:nvPr/>
              </p14:nvContentPartPr>
              <p14:xfrm>
                <a:off x="9756144" y="1222416"/>
                <a:ext cx="481320" cy="253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AA9E0D-7E8D-92C4-9D2C-EA47DDB52D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38144" y="1204416"/>
                  <a:ext cx="516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E61BE4-8BD7-D767-93F9-018936AA5454}"/>
                    </a:ext>
                  </a:extLst>
                </p14:cNvPr>
                <p14:cNvContentPartPr/>
                <p14:nvPr/>
              </p14:nvContentPartPr>
              <p14:xfrm>
                <a:off x="10236024" y="1251576"/>
                <a:ext cx="32040" cy="1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E61BE4-8BD7-D767-93F9-018936AA545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18024" y="1233576"/>
                  <a:ext cx="6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E63FFE-43A3-BBBF-FE82-5EB9B57D2B4A}"/>
                    </a:ext>
                  </a:extLst>
                </p14:cNvPr>
                <p14:cNvContentPartPr/>
                <p14:nvPr/>
              </p14:nvContentPartPr>
              <p14:xfrm>
                <a:off x="10346184" y="1220256"/>
                <a:ext cx="68760" cy="19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E63FFE-43A3-BBBF-FE82-5EB9B57D2B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28184" y="1202223"/>
                  <a:ext cx="104400" cy="231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963DBC9-2489-DBAF-D593-F33DB12A635B}"/>
                    </a:ext>
                  </a:extLst>
                </p14:cNvPr>
                <p14:cNvContentPartPr/>
                <p14:nvPr/>
              </p14:nvContentPartPr>
              <p14:xfrm>
                <a:off x="10319184" y="1296216"/>
                <a:ext cx="259200" cy="9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963DBC9-2489-DBAF-D593-F33DB12A635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01184" y="1278216"/>
                  <a:ext cx="29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16E651-1F14-CDE8-F202-7C51F3AA06AE}"/>
                    </a:ext>
                  </a:extLst>
                </p14:cNvPr>
                <p14:cNvContentPartPr/>
                <p14:nvPr/>
              </p14:nvContentPartPr>
              <p14:xfrm>
                <a:off x="10773144" y="1123416"/>
                <a:ext cx="269640" cy="31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16E651-1F14-CDE8-F202-7C51F3AA06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55144" y="1105416"/>
                  <a:ext cx="305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B00A736-5BC7-0340-F5EA-7135DC729F28}"/>
                    </a:ext>
                  </a:extLst>
                </p14:cNvPr>
                <p14:cNvContentPartPr/>
                <p14:nvPr/>
              </p14:nvContentPartPr>
              <p14:xfrm>
                <a:off x="11140704" y="1336896"/>
                <a:ext cx="4572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B00A736-5BC7-0340-F5EA-7135DC729F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2561" y="1318838"/>
                  <a:ext cx="81643" cy="147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D19C2A-95DD-1D33-3195-3E13C51BBB64}"/>
                    </a:ext>
                  </a:extLst>
                </p14:cNvPr>
                <p14:cNvContentPartPr/>
                <p14:nvPr/>
              </p14:nvContentPartPr>
              <p14:xfrm>
                <a:off x="11157264" y="1253376"/>
                <a:ext cx="5400" cy="2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D19C2A-95DD-1D33-3195-3E13C51BBB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39264" y="1235376"/>
                  <a:ext cx="4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4C160D1-540C-4DF0-C521-6DE2F8FE202B}"/>
                    </a:ext>
                  </a:extLst>
                </p14:cNvPr>
                <p14:cNvContentPartPr/>
                <p14:nvPr/>
              </p14:nvContentPartPr>
              <p14:xfrm>
                <a:off x="11220984" y="1165176"/>
                <a:ext cx="20520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4C160D1-540C-4DF0-C521-6DE2F8FE20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02984" y="114717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22E8E9-32CC-4AC6-6DC9-F560CB56FD81}"/>
                    </a:ext>
                  </a:extLst>
                </p14:cNvPr>
                <p14:cNvContentPartPr/>
                <p14:nvPr/>
              </p14:nvContentPartPr>
              <p14:xfrm>
                <a:off x="11321784" y="1306656"/>
                <a:ext cx="142920" cy="55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22E8E9-32CC-4AC6-6DC9-F560CB56FD8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03829" y="1288539"/>
                  <a:ext cx="178470" cy="9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A3EB47-32CC-AB9B-BF38-2EAC66F4E86A}"/>
                    </a:ext>
                  </a:extLst>
                </p14:cNvPr>
                <p14:cNvContentPartPr/>
                <p14:nvPr/>
              </p14:nvContentPartPr>
              <p14:xfrm>
                <a:off x="11434104" y="1148976"/>
                <a:ext cx="407880" cy="279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A3EB47-32CC-AB9B-BF38-2EAC66F4E8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16104" y="1130976"/>
                  <a:ext cx="44352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9730B6D-C32D-F250-0C3B-F6CF11C7F60B}"/>
                  </a:ext>
                </a:extLst>
              </p14:cNvPr>
              <p14:cNvContentPartPr/>
              <p14:nvPr/>
            </p14:nvContentPartPr>
            <p14:xfrm>
              <a:off x="5384304" y="3384936"/>
              <a:ext cx="1521000" cy="57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9730B6D-C32D-F250-0C3B-F6CF11C7F60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66304" y="3366936"/>
                <a:ext cx="1556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E50B6DDD-4975-F221-BDF8-BA2004474123}"/>
              </a:ext>
            </a:extLst>
          </p:cNvPr>
          <p:cNvGrpSpPr/>
          <p:nvPr/>
        </p:nvGrpSpPr>
        <p:grpSpPr>
          <a:xfrm>
            <a:off x="6033384" y="3578616"/>
            <a:ext cx="690480" cy="353880"/>
            <a:chOff x="6033384" y="3578616"/>
            <a:chExt cx="6904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0789EF-2320-073B-3F6C-D978A71CBFFD}"/>
                    </a:ext>
                  </a:extLst>
                </p14:cNvPr>
                <p14:cNvContentPartPr/>
                <p14:nvPr/>
              </p14:nvContentPartPr>
              <p14:xfrm>
                <a:off x="6233184" y="3677616"/>
                <a:ext cx="2271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0789EF-2320-073B-3F6C-D978A71CBF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5184" y="3659616"/>
                  <a:ext cx="262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16D8542-DDA8-6772-A9A6-BDED85A7B3A8}"/>
                    </a:ext>
                  </a:extLst>
                </p14:cNvPr>
                <p14:cNvContentPartPr/>
                <p14:nvPr/>
              </p14:nvContentPartPr>
              <p14:xfrm>
                <a:off x="6033384" y="3578616"/>
                <a:ext cx="690480" cy="35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16D8542-DDA8-6772-A9A6-BDED85A7B3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15384" y="3560616"/>
                  <a:ext cx="72612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CC041E2-D612-D353-2E8B-F49732B6EC95}"/>
              </a:ext>
            </a:extLst>
          </p:cNvPr>
          <p:cNvGrpSpPr/>
          <p:nvPr/>
        </p:nvGrpSpPr>
        <p:grpSpPr>
          <a:xfrm>
            <a:off x="7645104" y="4311216"/>
            <a:ext cx="1227960" cy="687240"/>
            <a:chOff x="7645104" y="4311216"/>
            <a:chExt cx="122796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48DF69-C06A-68D8-8B68-9041F30B394C}"/>
                    </a:ext>
                  </a:extLst>
                </p14:cNvPr>
                <p14:cNvContentPartPr/>
                <p14:nvPr/>
              </p14:nvContentPartPr>
              <p14:xfrm>
                <a:off x="7645104" y="4671576"/>
                <a:ext cx="567360" cy="32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48DF69-C06A-68D8-8B68-9041F30B39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27104" y="4653576"/>
                  <a:ext cx="603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1F74E8A-2F4D-7ED6-0EC5-FBCF42E5761D}"/>
                    </a:ext>
                  </a:extLst>
                </p14:cNvPr>
                <p14:cNvContentPartPr/>
                <p14:nvPr/>
              </p14:nvContentPartPr>
              <p14:xfrm>
                <a:off x="8037504" y="4446216"/>
                <a:ext cx="16776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1F74E8A-2F4D-7ED6-0EC5-FBCF42E576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19504" y="4428216"/>
                  <a:ext cx="203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5F847D-9D85-246E-2FBB-47668CC45479}"/>
                    </a:ext>
                  </a:extLst>
                </p14:cNvPr>
                <p14:cNvContentPartPr/>
                <p14:nvPr/>
              </p14:nvContentPartPr>
              <p14:xfrm>
                <a:off x="7906104" y="4354416"/>
                <a:ext cx="5040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5F847D-9D85-246E-2FBB-47668CC454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8117" y="4336416"/>
                  <a:ext cx="539615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0140A7-0F48-780D-703E-1E32134A46A3}"/>
                    </a:ext>
                  </a:extLst>
                </p14:cNvPr>
                <p14:cNvContentPartPr/>
                <p14:nvPr/>
              </p14:nvContentPartPr>
              <p14:xfrm>
                <a:off x="8495424" y="4311216"/>
                <a:ext cx="377640" cy="13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0140A7-0F48-780D-703E-1E32134A46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77407" y="4293216"/>
                  <a:ext cx="413314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E34B402-C86F-6BE2-F76E-9E12766E3916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1129947" y="705919"/>
            <a:ext cx="10384313" cy="615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7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F0839-7180-C830-579F-5E960174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B82C22A-D121-CF87-7C58-ECE7F8BCFEA7}"/>
              </a:ext>
            </a:extLst>
          </p:cNvPr>
          <p:cNvGrpSpPr/>
          <p:nvPr/>
        </p:nvGrpSpPr>
        <p:grpSpPr>
          <a:xfrm>
            <a:off x="2333304" y="6161976"/>
            <a:ext cx="2439000" cy="372600"/>
            <a:chOff x="2333304" y="6161976"/>
            <a:chExt cx="2439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13E7EB-B958-890E-20F2-5732D9964078}"/>
                    </a:ext>
                  </a:extLst>
                </p14:cNvPr>
                <p14:cNvContentPartPr/>
                <p14:nvPr/>
              </p14:nvContentPartPr>
              <p14:xfrm>
                <a:off x="2333304" y="6391296"/>
                <a:ext cx="295920" cy="14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13E7EB-B958-890E-20F2-5732D99640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15304" y="6373296"/>
                  <a:ext cx="331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260F24-97BE-5DBF-9DEE-78BA743DE2EC}"/>
                    </a:ext>
                  </a:extLst>
                </p14:cNvPr>
                <p14:cNvContentPartPr/>
                <p14:nvPr/>
              </p14:nvContentPartPr>
              <p14:xfrm>
                <a:off x="2893824" y="6288696"/>
                <a:ext cx="24120" cy="13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260F24-97BE-5DBF-9DEE-78BA743DE2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5824" y="6270696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9E9C06-A7D9-86C5-A190-2317B733242D}"/>
                    </a:ext>
                  </a:extLst>
                </p14:cNvPr>
                <p14:cNvContentPartPr/>
                <p14:nvPr/>
              </p14:nvContentPartPr>
              <p14:xfrm>
                <a:off x="2718504" y="6195096"/>
                <a:ext cx="341640" cy="28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9E9C06-A7D9-86C5-A190-2317B73324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0504" y="6177096"/>
                  <a:ext cx="37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F24B64-C98E-BFCD-3E64-60E9A05BF6C0}"/>
                    </a:ext>
                  </a:extLst>
                </p14:cNvPr>
                <p14:cNvContentPartPr/>
                <p14:nvPr/>
              </p14:nvContentPartPr>
              <p14:xfrm>
                <a:off x="3248784" y="6161976"/>
                <a:ext cx="234360" cy="25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F24B64-C98E-BFCD-3E64-60E9A05BF6C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0784" y="6144002"/>
                  <a:ext cx="270000" cy="2879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8BE6A5-7266-80D6-F6E9-F5B7A10D8CA8}"/>
                    </a:ext>
                  </a:extLst>
                </p14:cNvPr>
                <p14:cNvContentPartPr/>
                <p14:nvPr/>
              </p14:nvContentPartPr>
              <p14:xfrm>
                <a:off x="3531384" y="6310296"/>
                <a:ext cx="135360" cy="13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8BE6A5-7266-80D6-F6E9-F5B7A10D8C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3384" y="6292296"/>
                  <a:ext cx="171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3BEF04-74C0-9424-0C4C-1027308701F4}"/>
                    </a:ext>
                  </a:extLst>
                </p14:cNvPr>
                <p14:cNvContentPartPr/>
                <p14:nvPr/>
              </p14:nvContentPartPr>
              <p14:xfrm>
                <a:off x="3736224" y="6326496"/>
                <a:ext cx="146160" cy="11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3BEF04-74C0-9424-0C4C-1027308701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8224" y="6308496"/>
                  <a:ext cx="181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D0DE590-4D72-A463-2F43-1521B175A659}"/>
                    </a:ext>
                  </a:extLst>
                </p14:cNvPr>
                <p14:cNvContentPartPr/>
                <p14:nvPr/>
              </p14:nvContentPartPr>
              <p14:xfrm>
                <a:off x="3923424" y="6363216"/>
                <a:ext cx="17064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D0DE590-4D72-A463-2F43-1521B175A6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5424" y="6345216"/>
                  <a:ext cx="20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F36B4F-ED34-444F-AEF5-74ABD5572B66}"/>
                    </a:ext>
                  </a:extLst>
                </p14:cNvPr>
                <p14:cNvContentPartPr/>
                <p14:nvPr/>
              </p14:nvContentPartPr>
              <p14:xfrm>
                <a:off x="4145544" y="6341256"/>
                <a:ext cx="277200" cy="11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F36B4F-ED34-444F-AEF5-74ABD5572B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7544" y="6323256"/>
                  <a:ext cx="312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2BE8F25-A83D-18E5-1EBB-79907F3D4DB3}"/>
                    </a:ext>
                  </a:extLst>
                </p14:cNvPr>
                <p14:cNvContentPartPr/>
                <p14:nvPr/>
              </p14:nvContentPartPr>
              <p14:xfrm>
                <a:off x="4510584" y="6380136"/>
                <a:ext cx="261720" cy="7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2BE8F25-A83D-18E5-1EBB-79907F3D4DB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2584" y="6362136"/>
                  <a:ext cx="297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36EFBFE-2759-3ADC-C947-D931FB545AD0}"/>
              </a:ext>
            </a:extLst>
          </p:cNvPr>
          <p:cNvGrpSpPr/>
          <p:nvPr/>
        </p:nvGrpSpPr>
        <p:grpSpPr>
          <a:xfrm>
            <a:off x="5485824" y="1123416"/>
            <a:ext cx="6356160" cy="1025280"/>
            <a:chOff x="5485824" y="1123416"/>
            <a:chExt cx="635616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766B23-B007-327A-5DCE-102BF390C547}"/>
                    </a:ext>
                  </a:extLst>
                </p14:cNvPr>
                <p14:cNvContentPartPr/>
                <p14:nvPr/>
              </p14:nvContentPartPr>
              <p14:xfrm>
                <a:off x="5485824" y="1946736"/>
                <a:ext cx="155880" cy="20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766B23-B007-327A-5DCE-102BF390C5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7824" y="1928736"/>
                  <a:ext cx="191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1AA620-495A-1EF1-B9DD-BD66B94F5F63}"/>
                    </a:ext>
                  </a:extLst>
                </p14:cNvPr>
                <p14:cNvContentPartPr/>
                <p14:nvPr/>
              </p14:nvContentPartPr>
              <p14:xfrm>
                <a:off x="5610384" y="1906776"/>
                <a:ext cx="156960" cy="10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1AA620-495A-1EF1-B9DD-BD66B94F5F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2384" y="1888776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951E96-50F4-EBEE-93D5-1D2EF1D35F12}"/>
                    </a:ext>
                  </a:extLst>
                </p14:cNvPr>
                <p14:cNvContentPartPr/>
                <p14:nvPr/>
              </p14:nvContentPartPr>
              <p14:xfrm>
                <a:off x="5932944" y="1733256"/>
                <a:ext cx="256680" cy="103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951E96-50F4-EBEE-93D5-1D2EF1D35F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14944" y="1715256"/>
                  <a:ext cx="292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9D4588-42E0-EBD1-EDCD-59A349382BFB}"/>
                    </a:ext>
                  </a:extLst>
                </p14:cNvPr>
                <p14:cNvContentPartPr/>
                <p14:nvPr/>
              </p14:nvContentPartPr>
              <p14:xfrm>
                <a:off x="5876424" y="1636416"/>
                <a:ext cx="445680" cy="33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9D4588-42E0-EBD1-EDCD-59A349382B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58424" y="1618416"/>
                  <a:ext cx="48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249211-4509-F58A-DA85-FDBD34372E69}"/>
                    </a:ext>
                  </a:extLst>
                </p14:cNvPr>
                <p14:cNvContentPartPr/>
                <p14:nvPr/>
              </p14:nvContentPartPr>
              <p14:xfrm>
                <a:off x="6557184" y="1538496"/>
                <a:ext cx="420840" cy="225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249211-4509-F58A-DA85-FDBD34372E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39184" y="1520496"/>
                  <a:ext cx="456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C81EA4-879E-3729-74BD-C4AC2BEFB7FE}"/>
                    </a:ext>
                  </a:extLst>
                </p14:cNvPr>
                <p14:cNvContentPartPr/>
                <p14:nvPr/>
              </p14:nvContentPartPr>
              <p14:xfrm>
                <a:off x="6951024" y="1530936"/>
                <a:ext cx="25200" cy="1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C81EA4-879E-3729-74BD-C4AC2BEFB7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3024" y="1512936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01BFA27-7EEA-38CD-DF7F-B0E0D599D151}"/>
                    </a:ext>
                  </a:extLst>
                </p14:cNvPr>
                <p14:cNvContentPartPr/>
                <p14:nvPr/>
              </p14:nvContentPartPr>
              <p14:xfrm>
                <a:off x="7038144" y="1406376"/>
                <a:ext cx="501840" cy="45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01BFA27-7EEA-38CD-DF7F-B0E0D599D1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144" y="1388376"/>
                  <a:ext cx="537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9618A7-6E73-B6A2-A80A-7AD3E393F205}"/>
                    </a:ext>
                  </a:extLst>
                </p14:cNvPr>
                <p14:cNvContentPartPr/>
                <p14:nvPr/>
              </p14:nvContentPartPr>
              <p14:xfrm>
                <a:off x="7552944" y="1374696"/>
                <a:ext cx="183600" cy="25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9618A7-6E73-B6A2-A80A-7AD3E393F2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34909" y="1356696"/>
                  <a:ext cx="21931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14FCE9-17CD-9CE4-4F32-2304610AFCD9}"/>
                    </a:ext>
                  </a:extLst>
                </p14:cNvPr>
                <p14:cNvContentPartPr/>
                <p14:nvPr/>
              </p14:nvContentPartPr>
              <p14:xfrm>
                <a:off x="7509024" y="1514736"/>
                <a:ext cx="26892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14FCE9-17CD-9CE4-4F32-2304610AFCD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1024" y="1496608"/>
                  <a:ext cx="304560" cy="87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FAB322-503D-F6C2-4779-1E88C0DBBB28}"/>
                    </a:ext>
                  </a:extLst>
                </p14:cNvPr>
                <p14:cNvContentPartPr/>
                <p14:nvPr/>
              </p14:nvContentPartPr>
              <p14:xfrm>
                <a:off x="7973064" y="1307736"/>
                <a:ext cx="586080" cy="31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FAB322-503D-F6C2-4779-1E88C0DBBB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5064" y="1289736"/>
                  <a:ext cx="621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675053-BEEA-1AD6-0CCA-B469E6AB039A}"/>
                    </a:ext>
                  </a:extLst>
                </p14:cNvPr>
                <p14:cNvContentPartPr/>
                <p14:nvPr/>
              </p14:nvContentPartPr>
              <p14:xfrm>
                <a:off x="8502264" y="1377936"/>
                <a:ext cx="25200" cy="1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675053-BEEA-1AD6-0CCA-B469E6AB03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84003" y="1359936"/>
                  <a:ext cx="61357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4F15D9-4B84-FEFB-9447-C1EAEDA95BE3}"/>
                    </a:ext>
                  </a:extLst>
                </p14:cNvPr>
                <p14:cNvContentPartPr/>
                <p14:nvPr/>
              </p14:nvContentPartPr>
              <p14:xfrm>
                <a:off x="8618184" y="1286496"/>
                <a:ext cx="415800" cy="31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4F15D9-4B84-FEFB-9447-C1EAEDA95BE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00184" y="1268496"/>
                  <a:ext cx="451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CE9524-7FC3-86D4-1463-012ECE067C7D}"/>
                    </a:ext>
                  </a:extLst>
                </p14:cNvPr>
                <p14:cNvContentPartPr/>
                <p14:nvPr/>
              </p14:nvContentPartPr>
              <p14:xfrm>
                <a:off x="9099504" y="1390176"/>
                <a:ext cx="289080" cy="78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CE9524-7FC3-86D4-1463-012ECE067C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81504" y="1372176"/>
                  <a:ext cx="32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A147B0-3582-BAF9-2430-9DC72C4713ED}"/>
                    </a:ext>
                  </a:extLst>
                </p14:cNvPr>
                <p14:cNvContentPartPr/>
                <p14:nvPr/>
              </p14:nvContentPartPr>
              <p14:xfrm>
                <a:off x="9570744" y="1382616"/>
                <a:ext cx="14652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A147B0-3582-BAF9-2430-9DC72C4713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52744" y="1364616"/>
                  <a:ext cx="182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0B5380-F433-36AD-573C-24E1C70BEE6A}"/>
                    </a:ext>
                  </a:extLst>
                </p14:cNvPr>
                <p14:cNvContentPartPr/>
                <p14:nvPr/>
              </p14:nvContentPartPr>
              <p14:xfrm>
                <a:off x="9756144" y="1222416"/>
                <a:ext cx="481320" cy="253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0B5380-F433-36AD-573C-24E1C70BEE6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38144" y="1204416"/>
                  <a:ext cx="516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F21F7B-1588-0321-074D-0CDE3CFEDA98}"/>
                    </a:ext>
                  </a:extLst>
                </p14:cNvPr>
                <p14:cNvContentPartPr/>
                <p14:nvPr/>
              </p14:nvContentPartPr>
              <p14:xfrm>
                <a:off x="10236024" y="1251576"/>
                <a:ext cx="32040" cy="1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F21F7B-1588-0321-074D-0CDE3CFEDA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18024" y="1233576"/>
                  <a:ext cx="6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A9FED1-369A-054A-B461-58D6370972E2}"/>
                    </a:ext>
                  </a:extLst>
                </p14:cNvPr>
                <p14:cNvContentPartPr/>
                <p14:nvPr/>
              </p14:nvContentPartPr>
              <p14:xfrm>
                <a:off x="10346184" y="1220256"/>
                <a:ext cx="68760" cy="19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A9FED1-369A-054A-B461-58D6370972E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28184" y="1202223"/>
                  <a:ext cx="104400" cy="231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C885E06-5873-8AB6-4FEA-B004885736F8}"/>
                    </a:ext>
                  </a:extLst>
                </p14:cNvPr>
                <p14:cNvContentPartPr/>
                <p14:nvPr/>
              </p14:nvContentPartPr>
              <p14:xfrm>
                <a:off x="10319184" y="1296216"/>
                <a:ext cx="259200" cy="9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C885E06-5873-8AB6-4FEA-B004885736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01184" y="1278216"/>
                  <a:ext cx="29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AE4A2C-690F-5FC9-B537-CDBC9E98F6ED}"/>
                    </a:ext>
                  </a:extLst>
                </p14:cNvPr>
                <p14:cNvContentPartPr/>
                <p14:nvPr/>
              </p14:nvContentPartPr>
              <p14:xfrm>
                <a:off x="10773144" y="1123416"/>
                <a:ext cx="269640" cy="31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AE4A2C-690F-5FC9-B537-CDBC9E98F6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55144" y="1105416"/>
                  <a:ext cx="305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796DDC-25FB-CBCD-D7E3-D3FBC04FD828}"/>
                    </a:ext>
                  </a:extLst>
                </p14:cNvPr>
                <p14:cNvContentPartPr/>
                <p14:nvPr/>
              </p14:nvContentPartPr>
              <p14:xfrm>
                <a:off x="11140704" y="1336896"/>
                <a:ext cx="4572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796DDC-25FB-CBCD-D7E3-D3FBC04FD8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2561" y="1318838"/>
                  <a:ext cx="81643" cy="147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13CE41-BB34-8B0A-3741-EFA6BB7B21FB}"/>
                    </a:ext>
                  </a:extLst>
                </p14:cNvPr>
                <p14:cNvContentPartPr/>
                <p14:nvPr/>
              </p14:nvContentPartPr>
              <p14:xfrm>
                <a:off x="11157264" y="1253376"/>
                <a:ext cx="5400" cy="2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13CE41-BB34-8B0A-3741-EFA6BB7B21F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39264" y="1235376"/>
                  <a:ext cx="4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F128ED-103E-7241-BFFB-020A285B84F7}"/>
                    </a:ext>
                  </a:extLst>
                </p14:cNvPr>
                <p14:cNvContentPartPr/>
                <p14:nvPr/>
              </p14:nvContentPartPr>
              <p14:xfrm>
                <a:off x="11220984" y="1165176"/>
                <a:ext cx="20520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F128ED-103E-7241-BFFB-020A285B84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02984" y="114717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D0EE15-0589-8779-317A-C17434F2DDD3}"/>
                    </a:ext>
                  </a:extLst>
                </p14:cNvPr>
                <p14:cNvContentPartPr/>
                <p14:nvPr/>
              </p14:nvContentPartPr>
              <p14:xfrm>
                <a:off x="11321784" y="1306656"/>
                <a:ext cx="142920" cy="55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D0EE15-0589-8779-317A-C17434F2DD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03829" y="1288539"/>
                  <a:ext cx="178470" cy="9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94C8892-8DED-1A91-8D28-BD6C570F3E49}"/>
                    </a:ext>
                  </a:extLst>
                </p14:cNvPr>
                <p14:cNvContentPartPr/>
                <p14:nvPr/>
              </p14:nvContentPartPr>
              <p14:xfrm>
                <a:off x="11434104" y="1148976"/>
                <a:ext cx="407880" cy="279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94C8892-8DED-1A91-8D28-BD6C570F3E4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16104" y="1130976"/>
                  <a:ext cx="44352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3BF91F9-A100-BEA7-0362-8496F0DA6EAC}"/>
                  </a:ext>
                </a:extLst>
              </p14:cNvPr>
              <p14:cNvContentPartPr/>
              <p14:nvPr/>
            </p14:nvContentPartPr>
            <p14:xfrm>
              <a:off x="5384304" y="3384936"/>
              <a:ext cx="1521000" cy="57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3BF91F9-A100-BEA7-0362-8496F0DA6EA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66304" y="3366936"/>
                <a:ext cx="1556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D715BBA-5948-4833-EBD2-C625157D10AA}"/>
              </a:ext>
            </a:extLst>
          </p:cNvPr>
          <p:cNvGrpSpPr/>
          <p:nvPr/>
        </p:nvGrpSpPr>
        <p:grpSpPr>
          <a:xfrm>
            <a:off x="6033384" y="3578616"/>
            <a:ext cx="690480" cy="353880"/>
            <a:chOff x="6033384" y="3578616"/>
            <a:chExt cx="6904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94734F-0D11-6D68-7AD0-0596ED61A5FF}"/>
                    </a:ext>
                  </a:extLst>
                </p14:cNvPr>
                <p14:cNvContentPartPr/>
                <p14:nvPr/>
              </p14:nvContentPartPr>
              <p14:xfrm>
                <a:off x="6233184" y="3677616"/>
                <a:ext cx="2271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94734F-0D11-6D68-7AD0-0596ED61A5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5184" y="3659616"/>
                  <a:ext cx="262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8A310B4-07BC-ECDC-009C-5E0FE403D0BB}"/>
                    </a:ext>
                  </a:extLst>
                </p14:cNvPr>
                <p14:cNvContentPartPr/>
                <p14:nvPr/>
              </p14:nvContentPartPr>
              <p14:xfrm>
                <a:off x="6033384" y="3578616"/>
                <a:ext cx="690480" cy="35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8A310B4-07BC-ECDC-009C-5E0FE403D0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15384" y="3560616"/>
                  <a:ext cx="72612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3A6E42-A687-D9CE-7DFF-85A0EB9CFD00}"/>
              </a:ext>
            </a:extLst>
          </p:cNvPr>
          <p:cNvGrpSpPr/>
          <p:nvPr/>
        </p:nvGrpSpPr>
        <p:grpSpPr>
          <a:xfrm>
            <a:off x="7645104" y="4311216"/>
            <a:ext cx="1227960" cy="687240"/>
            <a:chOff x="7645104" y="4311216"/>
            <a:chExt cx="122796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048730-7F7C-A9F2-26EB-8909E967DDED}"/>
                    </a:ext>
                  </a:extLst>
                </p14:cNvPr>
                <p14:cNvContentPartPr/>
                <p14:nvPr/>
              </p14:nvContentPartPr>
              <p14:xfrm>
                <a:off x="7645104" y="4671576"/>
                <a:ext cx="567360" cy="32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048730-7F7C-A9F2-26EB-8909E967DDE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27104" y="4653576"/>
                  <a:ext cx="603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36CF343-2025-D312-DC33-3E4AF57B7B7D}"/>
                    </a:ext>
                  </a:extLst>
                </p14:cNvPr>
                <p14:cNvContentPartPr/>
                <p14:nvPr/>
              </p14:nvContentPartPr>
              <p14:xfrm>
                <a:off x="8037504" y="4446216"/>
                <a:ext cx="16776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36CF343-2025-D312-DC33-3E4AF57B7B7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19504" y="4428216"/>
                  <a:ext cx="203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8C0341-3F4B-ECAA-5195-74A20F84B785}"/>
                    </a:ext>
                  </a:extLst>
                </p14:cNvPr>
                <p14:cNvContentPartPr/>
                <p14:nvPr/>
              </p14:nvContentPartPr>
              <p14:xfrm>
                <a:off x="7906104" y="4354416"/>
                <a:ext cx="5040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8C0341-3F4B-ECAA-5195-74A20F84B78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8117" y="4336416"/>
                  <a:ext cx="539615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4719CE-8792-3C6C-6F2C-4DB8AC88E632}"/>
                    </a:ext>
                  </a:extLst>
                </p14:cNvPr>
                <p14:cNvContentPartPr/>
                <p14:nvPr/>
              </p14:nvContentPartPr>
              <p14:xfrm>
                <a:off x="8495424" y="4311216"/>
                <a:ext cx="377640" cy="13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4719CE-8792-3C6C-6F2C-4DB8AC88E63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77407" y="4293216"/>
                  <a:ext cx="413314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D015C7D-8B29-A754-7228-EBE0B3AFEC21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257318" y="303983"/>
            <a:ext cx="6990442" cy="655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76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ED0B-0C79-5C08-8695-BD401FEA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56C4537-F00B-1A7A-581B-4B57650CDB54}"/>
              </a:ext>
            </a:extLst>
          </p:cNvPr>
          <p:cNvGrpSpPr/>
          <p:nvPr/>
        </p:nvGrpSpPr>
        <p:grpSpPr>
          <a:xfrm>
            <a:off x="2333304" y="6161976"/>
            <a:ext cx="2439000" cy="372600"/>
            <a:chOff x="2333304" y="6161976"/>
            <a:chExt cx="2439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0E886E-880D-0218-89C8-D7042D5A31AD}"/>
                    </a:ext>
                  </a:extLst>
                </p14:cNvPr>
                <p14:cNvContentPartPr/>
                <p14:nvPr/>
              </p14:nvContentPartPr>
              <p14:xfrm>
                <a:off x="2333304" y="6391296"/>
                <a:ext cx="295920" cy="14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0E886E-880D-0218-89C8-D7042D5A31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15304" y="6373296"/>
                  <a:ext cx="331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938C8B-981C-82C6-E72B-9516C3EBE2DB}"/>
                    </a:ext>
                  </a:extLst>
                </p14:cNvPr>
                <p14:cNvContentPartPr/>
                <p14:nvPr/>
              </p14:nvContentPartPr>
              <p14:xfrm>
                <a:off x="2893824" y="6288696"/>
                <a:ext cx="24120" cy="13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938C8B-981C-82C6-E72B-9516C3EBE2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5824" y="6270696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8E0E48-113E-AEEC-595A-2FFAEF300C35}"/>
                    </a:ext>
                  </a:extLst>
                </p14:cNvPr>
                <p14:cNvContentPartPr/>
                <p14:nvPr/>
              </p14:nvContentPartPr>
              <p14:xfrm>
                <a:off x="2718504" y="6195096"/>
                <a:ext cx="341640" cy="28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8E0E48-113E-AEEC-595A-2FFAEF300C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0504" y="6177096"/>
                  <a:ext cx="37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170E007-2100-30F1-8B49-9E607A445EA0}"/>
                    </a:ext>
                  </a:extLst>
                </p14:cNvPr>
                <p14:cNvContentPartPr/>
                <p14:nvPr/>
              </p14:nvContentPartPr>
              <p14:xfrm>
                <a:off x="3248784" y="6161976"/>
                <a:ext cx="234360" cy="25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170E007-2100-30F1-8B49-9E607A445EA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0784" y="6144002"/>
                  <a:ext cx="270000" cy="2879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5CE980B-E3BE-0E23-8435-2A6BE09881AD}"/>
                    </a:ext>
                  </a:extLst>
                </p14:cNvPr>
                <p14:cNvContentPartPr/>
                <p14:nvPr/>
              </p14:nvContentPartPr>
              <p14:xfrm>
                <a:off x="3531384" y="6310296"/>
                <a:ext cx="135360" cy="13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5CE980B-E3BE-0E23-8435-2A6BE09881A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3384" y="6292296"/>
                  <a:ext cx="171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806D16-D448-9E80-4E05-3F5BE3E07332}"/>
                    </a:ext>
                  </a:extLst>
                </p14:cNvPr>
                <p14:cNvContentPartPr/>
                <p14:nvPr/>
              </p14:nvContentPartPr>
              <p14:xfrm>
                <a:off x="3736224" y="6326496"/>
                <a:ext cx="146160" cy="11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806D16-D448-9E80-4E05-3F5BE3E073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8224" y="6308496"/>
                  <a:ext cx="181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7BF453-3EBF-6806-0167-883E93A601D3}"/>
                    </a:ext>
                  </a:extLst>
                </p14:cNvPr>
                <p14:cNvContentPartPr/>
                <p14:nvPr/>
              </p14:nvContentPartPr>
              <p14:xfrm>
                <a:off x="3923424" y="6363216"/>
                <a:ext cx="17064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7BF453-3EBF-6806-0167-883E93A601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5424" y="6345216"/>
                  <a:ext cx="20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00E5EA-008B-D7BF-0289-4E29A5CAB89A}"/>
                    </a:ext>
                  </a:extLst>
                </p14:cNvPr>
                <p14:cNvContentPartPr/>
                <p14:nvPr/>
              </p14:nvContentPartPr>
              <p14:xfrm>
                <a:off x="4145544" y="6341256"/>
                <a:ext cx="277200" cy="11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00E5EA-008B-D7BF-0289-4E29A5CAB8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7544" y="6323256"/>
                  <a:ext cx="312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DE197FA-4257-B253-82C5-F1A91EA1A88A}"/>
                    </a:ext>
                  </a:extLst>
                </p14:cNvPr>
                <p14:cNvContentPartPr/>
                <p14:nvPr/>
              </p14:nvContentPartPr>
              <p14:xfrm>
                <a:off x="4510584" y="6380136"/>
                <a:ext cx="261720" cy="7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DE197FA-4257-B253-82C5-F1A91EA1A8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2584" y="6362136"/>
                  <a:ext cx="297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6695C1-6ED4-5995-B648-DF3918EEA455}"/>
              </a:ext>
            </a:extLst>
          </p:cNvPr>
          <p:cNvGrpSpPr/>
          <p:nvPr/>
        </p:nvGrpSpPr>
        <p:grpSpPr>
          <a:xfrm>
            <a:off x="5485824" y="1123416"/>
            <a:ext cx="6356160" cy="1025280"/>
            <a:chOff x="5485824" y="1123416"/>
            <a:chExt cx="635616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73ABBF-5DEB-AEC0-9593-3B5C254EA177}"/>
                    </a:ext>
                  </a:extLst>
                </p14:cNvPr>
                <p14:cNvContentPartPr/>
                <p14:nvPr/>
              </p14:nvContentPartPr>
              <p14:xfrm>
                <a:off x="5485824" y="1946736"/>
                <a:ext cx="155880" cy="20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73ABBF-5DEB-AEC0-9593-3B5C254EA1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7824" y="1928736"/>
                  <a:ext cx="191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9B1F0A-A825-F55D-3A54-4CF6DE71FA49}"/>
                    </a:ext>
                  </a:extLst>
                </p14:cNvPr>
                <p14:cNvContentPartPr/>
                <p14:nvPr/>
              </p14:nvContentPartPr>
              <p14:xfrm>
                <a:off x="5610384" y="1906776"/>
                <a:ext cx="156960" cy="10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9B1F0A-A825-F55D-3A54-4CF6DE71FA4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2384" y="1888776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A45CB82-9016-5777-A24E-E6E015C7B50E}"/>
                    </a:ext>
                  </a:extLst>
                </p14:cNvPr>
                <p14:cNvContentPartPr/>
                <p14:nvPr/>
              </p14:nvContentPartPr>
              <p14:xfrm>
                <a:off x="5932944" y="1733256"/>
                <a:ext cx="256680" cy="103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A45CB82-9016-5777-A24E-E6E015C7B50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14944" y="1715256"/>
                  <a:ext cx="292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96637E-7418-8665-2D48-A7257836CE1F}"/>
                    </a:ext>
                  </a:extLst>
                </p14:cNvPr>
                <p14:cNvContentPartPr/>
                <p14:nvPr/>
              </p14:nvContentPartPr>
              <p14:xfrm>
                <a:off x="5876424" y="1636416"/>
                <a:ext cx="445680" cy="33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96637E-7418-8665-2D48-A7257836CE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58424" y="1618416"/>
                  <a:ext cx="48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FA2198-CA5D-DA93-3B97-3EF4B820982F}"/>
                    </a:ext>
                  </a:extLst>
                </p14:cNvPr>
                <p14:cNvContentPartPr/>
                <p14:nvPr/>
              </p14:nvContentPartPr>
              <p14:xfrm>
                <a:off x="6557184" y="1538496"/>
                <a:ext cx="420840" cy="225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FA2198-CA5D-DA93-3B97-3EF4B82098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39184" y="1520496"/>
                  <a:ext cx="456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8153E24-CE15-A740-3FA7-1D142A243A1D}"/>
                    </a:ext>
                  </a:extLst>
                </p14:cNvPr>
                <p14:cNvContentPartPr/>
                <p14:nvPr/>
              </p14:nvContentPartPr>
              <p14:xfrm>
                <a:off x="6951024" y="1530936"/>
                <a:ext cx="25200" cy="1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8153E24-CE15-A740-3FA7-1D142A243A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3024" y="1512936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CD069B1-2C36-1B7F-4608-F740CE16225B}"/>
                    </a:ext>
                  </a:extLst>
                </p14:cNvPr>
                <p14:cNvContentPartPr/>
                <p14:nvPr/>
              </p14:nvContentPartPr>
              <p14:xfrm>
                <a:off x="7038144" y="1406376"/>
                <a:ext cx="501840" cy="45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CD069B1-2C36-1B7F-4608-F740CE1622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144" y="1388376"/>
                  <a:ext cx="537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504FE9-AECD-E18E-9772-C5614E13AFB5}"/>
                    </a:ext>
                  </a:extLst>
                </p14:cNvPr>
                <p14:cNvContentPartPr/>
                <p14:nvPr/>
              </p14:nvContentPartPr>
              <p14:xfrm>
                <a:off x="7552944" y="1374696"/>
                <a:ext cx="183600" cy="25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504FE9-AECD-E18E-9772-C5614E13AF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34909" y="1356696"/>
                  <a:ext cx="21931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372384-EA26-DDCE-79B5-4CB71631B0CE}"/>
                    </a:ext>
                  </a:extLst>
                </p14:cNvPr>
                <p14:cNvContentPartPr/>
                <p14:nvPr/>
              </p14:nvContentPartPr>
              <p14:xfrm>
                <a:off x="7509024" y="1514736"/>
                <a:ext cx="26892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372384-EA26-DDCE-79B5-4CB71631B0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1024" y="1496608"/>
                  <a:ext cx="304560" cy="87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DC7833-31CC-5BC7-CB0A-7837BBA1150C}"/>
                    </a:ext>
                  </a:extLst>
                </p14:cNvPr>
                <p14:cNvContentPartPr/>
                <p14:nvPr/>
              </p14:nvContentPartPr>
              <p14:xfrm>
                <a:off x="7973064" y="1307736"/>
                <a:ext cx="586080" cy="31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DC7833-31CC-5BC7-CB0A-7837BBA115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5064" y="1289736"/>
                  <a:ext cx="621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3D6D7D-CD6E-BD76-BE3B-0F3BF49C3351}"/>
                    </a:ext>
                  </a:extLst>
                </p14:cNvPr>
                <p14:cNvContentPartPr/>
                <p14:nvPr/>
              </p14:nvContentPartPr>
              <p14:xfrm>
                <a:off x="8502264" y="1377936"/>
                <a:ext cx="25200" cy="1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3D6D7D-CD6E-BD76-BE3B-0F3BF49C335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84003" y="1359936"/>
                  <a:ext cx="61357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DDD1E1-7410-AAAF-742F-EDF0E94155E0}"/>
                    </a:ext>
                  </a:extLst>
                </p14:cNvPr>
                <p14:cNvContentPartPr/>
                <p14:nvPr/>
              </p14:nvContentPartPr>
              <p14:xfrm>
                <a:off x="8618184" y="1286496"/>
                <a:ext cx="415800" cy="31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DDD1E1-7410-AAAF-742F-EDF0E94155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00184" y="1268496"/>
                  <a:ext cx="451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458530-C762-0C48-0C72-FB579919B311}"/>
                    </a:ext>
                  </a:extLst>
                </p14:cNvPr>
                <p14:cNvContentPartPr/>
                <p14:nvPr/>
              </p14:nvContentPartPr>
              <p14:xfrm>
                <a:off x="9099504" y="1390176"/>
                <a:ext cx="289080" cy="78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458530-C762-0C48-0C72-FB579919B3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81504" y="1372176"/>
                  <a:ext cx="32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75BDE8-31FC-44F1-2570-950736E236F9}"/>
                    </a:ext>
                  </a:extLst>
                </p14:cNvPr>
                <p14:cNvContentPartPr/>
                <p14:nvPr/>
              </p14:nvContentPartPr>
              <p14:xfrm>
                <a:off x="9570744" y="1382616"/>
                <a:ext cx="14652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75BDE8-31FC-44F1-2570-950736E236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52744" y="1364616"/>
                  <a:ext cx="182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50159C-455D-201B-F98F-156E0A0D855D}"/>
                    </a:ext>
                  </a:extLst>
                </p14:cNvPr>
                <p14:cNvContentPartPr/>
                <p14:nvPr/>
              </p14:nvContentPartPr>
              <p14:xfrm>
                <a:off x="9756144" y="1222416"/>
                <a:ext cx="481320" cy="253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50159C-455D-201B-F98F-156E0A0D85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38144" y="1204416"/>
                  <a:ext cx="516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1C47143-3C80-D4E9-1CF1-385C316120D1}"/>
                    </a:ext>
                  </a:extLst>
                </p14:cNvPr>
                <p14:cNvContentPartPr/>
                <p14:nvPr/>
              </p14:nvContentPartPr>
              <p14:xfrm>
                <a:off x="10236024" y="1251576"/>
                <a:ext cx="32040" cy="1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1C47143-3C80-D4E9-1CF1-385C316120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18024" y="1233576"/>
                  <a:ext cx="6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53A7D6-22F0-802E-7164-D53AF009F413}"/>
                    </a:ext>
                  </a:extLst>
                </p14:cNvPr>
                <p14:cNvContentPartPr/>
                <p14:nvPr/>
              </p14:nvContentPartPr>
              <p14:xfrm>
                <a:off x="10346184" y="1220256"/>
                <a:ext cx="68760" cy="19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53A7D6-22F0-802E-7164-D53AF009F4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28184" y="1202223"/>
                  <a:ext cx="104400" cy="231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0B7230-DC32-EF96-64C5-477D35E3D95F}"/>
                    </a:ext>
                  </a:extLst>
                </p14:cNvPr>
                <p14:cNvContentPartPr/>
                <p14:nvPr/>
              </p14:nvContentPartPr>
              <p14:xfrm>
                <a:off x="10319184" y="1296216"/>
                <a:ext cx="259200" cy="9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0B7230-DC32-EF96-64C5-477D35E3D95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01184" y="1278216"/>
                  <a:ext cx="29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327037-4686-DE27-0A0F-CE7EBDEB5781}"/>
                    </a:ext>
                  </a:extLst>
                </p14:cNvPr>
                <p14:cNvContentPartPr/>
                <p14:nvPr/>
              </p14:nvContentPartPr>
              <p14:xfrm>
                <a:off x="10773144" y="1123416"/>
                <a:ext cx="269640" cy="31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327037-4686-DE27-0A0F-CE7EBDEB578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55144" y="1105416"/>
                  <a:ext cx="305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3D1244-B92D-D5BE-6FC3-6BFE04C6F32B}"/>
                    </a:ext>
                  </a:extLst>
                </p14:cNvPr>
                <p14:cNvContentPartPr/>
                <p14:nvPr/>
              </p14:nvContentPartPr>
              <p14:xfrm>
                <a:off x="11140704" y="1336896"/>
                <a:ext cx="4572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3D1244-B92D-D5BE-6FC3-6BFE04C6F3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2561" y="1318838"/>
                  <a:ext cx="81643" cy="147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9F36A4-7407-DF9F-EC95-D39A232CC429}"/>
                    </a:ext>
                  </a:extLst>
                </p14:cNvPr>
                <p14:cNvContentPartPr/>
                <p14:nvPr/>
              </p14:nvContentPartPr>
              <p14:xfrm>
                <a:off x="11157264" y="1253376"/>
                <a:ext cx="5400" cy="2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9F36A4-7407-DF9F-EC95-D39A232CC4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39264" y="1235376"/>
                  <a:ext cx="4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9006EC-BCA2-77BC-4007-A4739237E877}"/>
                    </a:ext>
                  </a:extLst>
                </p14:cNvPr>
                <p14:cNvContentPartPr/>
                <p14:nvPr/>
              </p14:nvContentPartPr>
              <p14:xfrm>
                <a:off x="11220984" y="1165176"/>
                <a:ext cx="20520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9006EC-BCA2-77BC-4007-A4739237E8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02984" y="114717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B8025B5-8D32-15D6-BEB5-A1828AC0D1A4}"/>
                    </a:ext>
                  </a:extLst>
                </p14:cNvPr>
                <p14:cNvContentPartPr/>
                <p14:nvPr/>
              </p14:nvContentPartPr>
              <p14:xfrm>
                <a:off x="11321784" y="1306656"/>
                <a:ext cx="142920" cy="55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B8025B5-8D32-15D6-BEB5-A1828AC0D1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03829" y="1288539"/>
                  <a:ext cx="178470" cy="9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902546A-54B1-B25F-D8B9-5C61BD8072EE}"/>
                    </a:ext>
                  </a:extLst>
                </p14:cNvPr>
                <p14:cNvContentPartPr/>
                <p14:nvPr/>
              </p14:nvContentPartPr>
              <p14:xfrm>
                <a:off x="11434104" y="1148976"/>
                <a:ext cx="407880" cy="279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902546A-54B1-B25F-D8B9-5C61BD8072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16104" y="1130976"/>
                  <a:ext cx="44352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670F579-8524-CA77-61E7-50BAB1336F4B}"/>
                  </a:ext>
                </a:extLst>
              </p14:cNvPr>
              <p14:cNvContentPartPr/>
              <p14:nvPr/>
            </p14:nvContentPartPr>
            <p14:xfrm>
              <a:off x="5384304" y="3384936"/>
              <a:ext cx="1521000" cy="57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670F579-8524-CA77-61E7-50BAB1336F4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66304" y="3366936"/>
                <a:ext cx="1556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0E047BE-9FB8-F668-D337-4D7D1E95CD3E}"/>
              </a:ext>
            </a:extLst>
          </p:cNvPr>
          <p:cNvGrpSpPr/>
          <p:nvPr/>
        </p:nvGrpSpPr>
        <p:grpSpPr>
          <a:xfrm>
            <a:off x="6033384" y="3578616"/>
            <a:ext cx="690480" cy="353880"/>
            <a:chOff x="6033384" y="3578616"/>
            <a:chExt cx="6904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DA8E3F-B62A-7662-2F05-25FA10BB0749}"/>
                    </a:ext>
                  </a:extLst>
                </p14:cNvPr>
                <p14:cNvContentPartPr/>
                <p14:nvPr/>
              </p14:nvContentPartPr>
              <p14:xfrm>
                <a:off x="6233184" y="3677616"/>
                <a:ext cx="2271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DA8E3F-B62A-7662-2F05-25FA10BB074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5184" y="3659616"/>
                  <a:ext cx="262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F0E9455-5616-1CAA-85F6-4D6B537633A0}"/>
                    </a:ext>
                  </a:extLst>
                </p14:cNvPr>
                <p14:cNvContentPartPr/>
                <p14:nvPr/>
              </p14:nvContentPartPr>
              <p14:xfrm>
                <a:off x="6033384" y="3578616"/>
                <a:ext cx="690480" cy="35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F0E9455-5616-1CAA-85F6-4D6B537633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15384" y="3560616"/>
                  <a:ext cx="72612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B177B8-665A-1F2B-88C6-6CC2AD5F0C5E}"/>
              </a:ext>
            </a:extLst>
          </p:cNvPr>
          <p:cNvGrpSpPr/>
          <p:nvPr/>
        </p:nvGrpSpPr>
        <p:grpSpPr>
          <a:xfrm>
            <a:off x="7645104" y="4311216"/>
            <a:ext cx="1227960" cy="687240"/>
            <a:chOff x="7645104" y="4311216"/>
            <a:chExt cx="122796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6E3A343-ECFE-B9E7-0420-A36DA6B49ED9}"/>
                    </a:ext>
                  </a:extLst>
                </p14:cNvPr>
                <p14:cNvContentPartPr/>
                <p14:nvPr/>
              </p14:nvContentPartPr>
              <p14:xfrm>
                <a:off x="7645104" y="4671576"/>
                <a:ext cx="567360" cy="32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6E3A343-ECFE-B9E7-0420-A36DA6B49E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27104" y="4653576"/>
                  <a:ext cx="603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BB65BC2-A53E-C8D1-19FA-FE9D6040CC94}"/>
                    </a:ext>
                  </a:extLst>
                </p14:cNvPr>
                <p14:cNvContentPartPr/>
                <p14:nvPr/>
              </p14:nvContentPartPr>
              <p14:xfrm>
                <a:off x="8037504" y="4446216"/>
                <a:ext cx="16776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BB65BC2-A53E-C8D1-19FA-FE9D6040CC9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19504" y="4428216"/>
                  <a:ext cx="203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6BC71E-EADE-22B9-2DE3-AE2D7523E592}"/>
                    </a:ext>
                  </a:extLst>
                </p14:cNvPr>
                <p14:cNvContentPartPr/>
                <p14:nvPr/>
              </p14:nvContentPartPr>
              <p14:xfrm>
                <a:off x="7906104" y="4354416"/>
                <a:ext cx="5040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6BC71E-EADE-22B9-2DE3-AE2D7523E59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8117" y="4336416"/>
                  <a:ext cx="539615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DB8DFB-EFAF-1EBF-D95C-784EB69506FC}"/>
                    </a:ext>
                  </a:extLst>
                </p14:cNvPr>
                <p14:cNvContentPartPr/>
                <p14:nvPr/>
              </p14:nvContentPartPr>
              <p14:xfrm>
                <a:off x="8495424" y="4311216"/>
                <a:ext cx="377640" cy="13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DB8DFB-EFAF-1EBF-D95C-784EB69506F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77407" y="4293216"/>
                  <a:ext cx="413314" cy="168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1AB82E1-C2D5-FC83-5679-FEC5954DB26D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447416" y="771154"/>
            <a:ext cx="7297168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62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CEAF4-9606-6155-F23C-592117FB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0B02586-9DDA-7079-4B42-D55BEF00655E}"/>
              </a:ext>
            </a:extLst>
          </p:cNvPr>
          <p:cNvGrpSpPr/>
          <p:nvPr/>
        </p:nvGrpSpPr>
        <p:grpSpPr>
          <a:xfrm>
            <a:off x="2333304" y="6161976"/>
            <a:ext cx="2439000" cy="372600"/>
            <a:chOff x="2333304" y="6161976"/>
            <a:chExt cx="2439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411705-2465-98C7-F2C3-1C7949A456C9}"/>
                    </a:ext>
                  </a:extLst>
                </p14:cNvPr>
                <p14:cNvContentPartPr/>
                <p14:nvPr/>
              </p14:nvContentPartPr>
              <p14:xfrm>
                <a:off x="2333304" y="6391296"/>
                <a:ext cx="295920" cy="14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411705-2465-98C7-F2C3-1C7949A456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15304" y="6373296"/>
                  <a:ext cx="331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6B8A4FD-AAC8-F32E-DF2D-855CED844803}"/>
                    </a:ext>
                  </a:extLst>
                </p14:cNvPr>
                <p14:cNvContentPartPr/>
                <p14:nvPr/>
              </p14:nvContentPartPr>
              <p14:xfrm>
                <a:off x="2893824" y="6288696"/>
                <a:ext cx="24120" cy="138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6B8A4FD-AAC8-F32E-DF2D-855CED84480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75824" y="6270696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44B97BA-E188-797B-D945-AE963B76B71F}"/>
                    </a:ext>
                  </a:extLst>
                </p14:cNvPr>
                <p14:cNvContentPartPr/>
                <p14:nvPr/>
              </p14:nvContentPartPr>
              <p14:xfrm>
                <a:off x="2718504" y="6195096"/>
                <a:ext cx="341640" cy="28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44B97BA-E188-797B-D945-AE963B76B7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0504" y="6177096"/>
                  <a:ext cx="377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72B336-7FE6-22A2-FA11-E688441AB234}"/>
                    </a:ext>
                  </a:extLst>
                </p14:cNvPr>
                <p14:cNvContentPartPr/>
                <p14:nvPr/>
              </p14:nvContentPartPr>
              <p14:xfrm>
                <a:off x="3248784" y="6161976"/>
                <a:ext cx="234360" cy="25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72B336-7FE6-22A2-FA11-E688441AB2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0784" y="6144002"/>
                  <a:ext cx="270000" cy="2879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B0C4E41-D024-8980-CB28-1C6D8AEF4C21}"/>
                    </a:ext>
                  </a:extLst>
                </p14:cNvPr>
                <p14:cNvContentPartPr/>
                <p14:nvPr/>
              </p14:nvContentPartPr>
              <p14:xfrm>
                <a:off x="3531384" y="6310296"/>
                <a:ext cx="135360" cy="13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B0C4E41-D024-8980-CB28-1C6D8AEF4C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3384" y="6292296"/>
                  <a:ext cx="171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8D104B-312D-A77C-C625-441C8868C99A}"/>
                    </a:ext>
                  </a:extLst>
                </p14:cNvPr>
                <p14:cNvContentPartPr/>
                <p14:nvPr/>
              </p14:nvContentPartPr>
              <p14:xfrm>
                <a:off x="3736224" y="6326496"/>
                <a:ext cx="146160" cy="11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8D104B-312D-A77C-C625-441C8868C9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8224" y="6308496"/>
                  <a:ext cx="181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1A40BB-8268-223C-96CF-84E3444D5B8F}"/>
                    </a:ext>
                  </a:extLst>
                </p14:cNvPr>
                <p14:cNvContentPartPr/>
                <p14:nvPr/>
              </p14:nvContentPartPr>
              <p14:xfrm>
                <a:off x="3923424" y="6363216"/>
                <a:ext cx="170640" cy="84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1A40BB-8268-223C-96CF-84E3444D5B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5424" y="6345216"/>
                  <a:ext cx="206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EBD305-7EC1-6FEF-2C87-F90F87892803}"/>
                    </a:ext>
                  </a:extLst>
                </p14:cNvPr>
                <p14:cNvContentPartPr/>
                <p14:nvPr/>
              </p14:nvContentPartPr>
              <p14:xfrm>
                <a:off x="4145544" y="6341256"/>
                <a:ext cx="277200" cy="11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EBD305-7EC1-6FEF-2C87-F90F878928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7544" y="6323256"/>
                  <a:ext cx="312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F9E5A3A-42C5-77EF-1D2E-B653A60DC1A8}"/>
                    </a:ext>
                  </a:extLst>
                </p14:cNvPr>
                <p14:cNvContentPartPr/>
                <p14:nvPr/>
              </p14:nvContentPartPr>
              <p14:xfrm>
                <a:off x="4510584" y="6380136"/>
                <a:ext cx="261720" cy="75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F9E5A3A-42C5-77EF-1D2E-B653A60DC1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92584" y="6362136"/>
                  <a:ext cx="297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C736218-9115-4038-48E0-497EEF629A9E}"/>
              </a:ext>
            </a:extLst>
          </p:cNvPr>
          <p:cNvGrpSpPr/>
          <p:nvPr/>
        </p:nvGrpSpPr>
        <p:grpSpPr>
          <a:xfrm>
            <a:off x="5485824" y="1123416"/>
            <a:ext cx="6356160" cy="1025280"/>
            <a:chOff x="5485824" y="1123416"/>
            <a:chExt cx="635616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DCD6580-1B45-DE29-71A8-E0C665212F7C}"/>
                    </a:ext>
                  </a:extLst>
                </p14:cNvPr>
                <p14:cNvContentPartPr/>
                <p14:nvPr/>
              </p14:nvContentPartPr>
              <p14:xfrm>
                <a:off x="5485824" y="1946736"/>
                <a:ext cx="155880" cy="20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DCD6580-1B45-DE29-71A8-E0C665212F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67824" y="1928736"/>
                  <a:ext cx="191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F63196-98ED-9756-195C-6E0764BD36E7}"/>
                    </a:ext>
                  </a:extLst>
                </p14:cNvPr>
                <p14:cNvContentPartPr/>
                <p14:nvPr/>
              </p14:nvContentPartPr>
              <p14:xfrm>
                <a:off x="5610384" y="1906776"/>
                <a:ext cx="156960" cy="10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F63196-98ED-9756-195C-6E0764BD36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2384" y="1888776"/>
                  <a:ext cx="19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D65A489-D225-F94F-A965-926B085A811A}"/>
                    </a:ext>
                  </a:extLst>
                </p14:cNvPr>
                <p14:cNvContentPartPr/>
                <p14:nvPr/>
              </p14:nvContentPartPr>
              <p14:xfrm>
                <a:off x="5932944" y="1733256"/>
                <a:ext cx="256680" cy="103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D65A489-D225-F94F-A965-926B085A811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14944" y="1715256"/>
                  <a:ext cx="292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16B7A9-16B8-8732-6E5E-0481194AD5FA}"/>
                    </a:ext>
                  </a:extLst>
                </p14:cNvPr>
                <p14:cNvContentPartPr/>
                <p14:nvPr/>
              </p14:nvContentPartPr>
              <p14:xfrm>
                <a:off x="5876424" y="1636416"/>
                <a:ext cx="445680" cy="33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16B7A9-16B8-8732-6E5E-0481194AD5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58424" y="1618416"/>
                  <a:ext cx="481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A47D95-0D82-4948-CC90-6A2D4D8A39A4}"/>
                    </a:ext>
                  </a:extLst>
                </p14:cNvPr>
                <p14:cNvContentPartPr/>
                <p14:nvPr/>
              </p14:nvContentPartPr>
              <p14:xfrm>
                <a:off x="6557184" y="1538496"/>
                <a:ext cx="420840" cy="225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A47D95-0D82-4948-CC90-6A2D4D8A39A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39184" y="1520496"/>
                  <a:ext cx="456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0C5059-663B-615E-5296-AACBEAFBE5B5}"/>
                    </a:ext>
                  </a:extLst>
                </p14:cNvPr>
                <p14:cNvContentPartPr/>
                <p14:nvPr/>
              </p14:nvContentPartPr>
              <p14:xfrm>
                <a:off x="6951024" y="1530936"/>
                <a:ext cx="25200" cy="11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0C5059-663B-615E-5296-AACBEAFBE5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3024" y="1512936"/>
                  <a:ext cx="60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A9EA0F-81C7-324C-D165-933F517C8EBF}"/>
                    </a:ext>
                  </a:extLst>
                </p14:cNvPr>
                <p14:cNvContentPartPr/>
                <p14:nvPr/>
              </p14:nvContentPartPr>
              <p14:xfrm>
                <a:off x="7038144" y="1406376"/>
                <a:ext cx="501840" cy="454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A9EA0F-81C7-324C-D165-933F517C8E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144" y="1388376"/>
                  <a:ext cx="53748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888D4C-2BCE-3B29-AEB2-4EE647429E21}"/>
                    </a:ext>
                  </a:extLst>
                </p14:cNvPr>
                <p14:cNvContentPartPr/>
                <p14:nvPr/>
              </p14:nvContentPartPr>
              <p14:xfrm>
                <a:off x="7552944" y="1374696"/>
                <a:ext cx="183600" cy="25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888D4C-2BCE-3B29-AEB2-4EE647429E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34909" y="1356696"/>
                  <a:ext cx="21931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1B4704-286D-867A-82E0-608D2DFAA0B5}"/>
                    </a:ext>
                  </a:extLst>
                </p14:cNvPr>
                <p14:cNvContentPartPr/>
                <p14:nvPr/>
              </p14:nvContentPartPr>
              <p14:xfrm>
                <a:off x="7509024" y="1514736"/>
                <a:ext cx="268920" cy="51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1B4704-286D-867A-82E0-608D2DFAA0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1024" y="1496608"/>
                  <a:ext cx="304560" cy="87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EFBA5C-CDFD-2278-CEE8-09CDAE7CB545}"/>
                    </a:ext>
                  </a:extLst>
                </p14:cNvPr>
                <p14:cNvContentPartPr/>
                <p14:nvPr/>
              </p14:nvContentPartPr>
              <p14:xfrm>
                <a:off x="7973064" y="1307736"/>
                <a:ext cx="586080" cy="31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EFBA5C-CDFD-2278-CEE8-09CDAE7CB5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55064" y="1289736"/>
                  <a:ext cx="621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8585B0-229C-7EF2-A9CC-7C6652C55C7C}"/>
                    </a:ext>
                  </a:extLst>
                </p14:cNvPr>
                <p14:cNvContentPartPr/>
                <p14:nvPr/>
              </p14:nvContentPartPr>
              <p14:xfrm>
                <a:off x="8502264" y="1377936"/>
                <a:ext cx="25200" cy="15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8585B0-229C-7EF2-A9CC-7C6652C55C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84003" y="1359936"/>
                  <a:ext cx="61357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DB214D6-5BAA-C97E-10AC-71F13BC12BEA}"/>
                    </a:ext>
                  </a:extLst>
                </p14:cNvPr>
                <p14:cNvContentPartPr/>
                <p14:nvPr/>
              </p14:nvContentPartPr>
              <p14:xfrm>
                <a:off x="8618184" y="1286496"/>
                <a:ext cx="415800" cy="31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DB214D6-5BAA-C97E-10AC-71F13BC12B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00184" y="1268496"/>
                  <a:ext cx="4514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96A5284-06A7-0781-999F-A6A9C9DD0985}"/>
                    </a:ext>
                  </a:extLst>
                </p14:cNvPr>
                <p14:cNvContentPartPr/>
                <p14:nvPr/>
              </p14:nvContentPartPr>
              <p14:xfrm>
                <a:off x="9099504" y="1390176"/>
                <a:ext cx="289080" cy="78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96A5284-06A7-0781-999F-A6A9C9DD09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81504" y="1372176"/>
                  <a:ext cx="32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F080D6-75D5-4A65-57F6-12A4EED9247E}"/>
                    </a:ext>
                  </a:extLst>
                </p14:cNvPr>
                <p14:cNvContentPartPr/>
                <p14:nvPr/>
              </p14:nvContentPartPr>
              <p14:xfrm>
                <a:off x="9570744" y="1382616"/>
                <a:ext cx="146520" cy="93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5F080D6-75D5-4A65-57F6-12A4EED924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52744" y="1364616"/>
                  <a:ext cx="182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CE41958-17D8-DD17-54BF-6F7F3D2EF32E}"/>
                    </a:ext>
                  </a:extLst>
                </p14:cNvPr>
                <p14:cNvContentPartPr/>
                <p14:nvPr/>
              </p14:nvContentPartPr>
              <p14:xfrm>
                <a:off x="9756144" y="1222416"/>
                <a:ext cx="481320" cy="253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CE41958-17D8-DD17-54BF-6F7F3D2EF32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38144" y="1204416"/>
                  <a:ext cx="5169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529E83-1FEF-6407-5B03-75C74B10DD5F}"/>
                    </a:ext>
                  </a:extLst>
                </p14:cNvPr>
                <p14:cNvContentPartPr/>
                <p14:nvPr/>
              </p14:nvContentPartPr>
              <p14:xfrm>
                <a:off x="10236024" y="1251576"/>
                <a:ext cx="32040" cy="1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529E83-1FEF-6407-5B03-75C74B10DD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18024" y="1233576"/>
                  <a:ext cx="67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DF32F26-D3F4-45EB-1FB5-0B8B8710A839}"/>
                    </a:ext>
                  </a:extLst>
                </p14:cNvPr>
                <p14:cNvContentPartPr/>
                <p14:nvPr/>
              </p14:nvContentPartPr>
              <p14:xfrm>
                <a:off x="10346184" y="1220256"/>
                <a:ext cx="68760" cy="196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F32F26-D3F4-45EB-1FB5-0B8B8710A83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28184" y="1202223"/>
                  <a:ext cx="104400" cy="231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79C422C-BE66-ED08-DDF6-090B50DAD233}"/>
                    </a:ext>
                  </a:extLst>
                </p14:cNvPr>
                <p14:cNvContentPartPr/>
                <p14:nvPr/>
              </p14:nvContentPartPr>
              <p14:xfrm>
                <a:off x="10319184" y="1296216"/>
                <a:ext cx="259200" cy="98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79C422C-BE66-ED08-DDF6-090B50DAD2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01184" y="1278216"/>
                  <a:ext cx="294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DCBC53-17C5-223C-F56B-C52B2DDA3A85}"/>
                    </a:ext>
                  </a:extLst>
                </p14:cNvPr>
                <p14:cNvContentPartPr/>
                <p14:nvPr/>
              </p14:nvContentPartPr>
              <p14:xfrm>
                <a:off x="10773144" y="1123416"/>
                <a:ext cx="269640" cy="31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DCBC53-17C5-223C-F56B-C52B2DDA3A8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55144" y="1105416"/>
                  <a:ext cx="305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47C283-28E9-D31A-E544-DF3BCC3F5E42}"/>
                    </a:ext>
                  </a:extLst>
                </p14:cNvPr>
                <p14:cNvContentPartPr/>
                <p14:nvPr/>
              </p14:nvContentPartPr>
              <p14:xfrm>
                <a:off x="11140704" y="1336896"/>
                <a:ext cx="4572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47C283-28E9-D31A-E544-DF3BCC3F5E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2561" y="1318838"/>
                  <a:ext cx="81643" cy="147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8EBE91-1141-3463-86D8-251F8E881463}"/>
                    </a:ext>
                  </a:extLst>
                </p14:cNvPr>
                <p14:cNvContentPartPr/>
                <p14:nvPr/>
              </p14:nvContentPartPr>
              <p14:xfrm>
                <a:off x="11157264" y="1253376"/>
                <a:ext cx="5400" cy="2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8EBE91-1141-3463-86D8-251F8E88146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139264" y="1235376"/>
                  <a:ext cx="4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EB2AE2-49D5-B21B-518D-74793F93F040}"/>
                    </a:ext>
                  </a:extLst>
                </p14:cNvPr>
                <p14:cNvContentPartPr/>
                <p14:nvPr/>
              </p14:nvContentPartPr>
              <p14:xfrm>
                <a:off x="11220984" y="1165176"/>
                <a:ext cx="205200" cy="282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EB2AE2-49D5-B21B-518D-74793F93F0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02984" y="114717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BAC56C-9903-E2C9-BD13-BC9847B30BDD}"/>
                    </a:ext>
                  </a:extLst>
                </p14:cNvPr>
                <p14:cNvContentPartPr/>
                <p14:nvPr/>
              </p14:nvContentPartPr>
              <p14:xfrm>
                <a:off x="11321784" y="1306656"/>
                <a:ext cx="142920" cy="55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BAC56C-9903-E2C9-BD13-BC9847B30BD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03829" y="1288539"/>
                  <a:ext cx="178470" cy="9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5314D10-8FB5-CBA7-0082-115B1F728B2C}"/>
                    </a:ext>
                  </a:extLst>
                </p14:cNvPr>
                <p14:cNvContentPartPr/>
                <p14:nvPr/>
              </p14:nvContentPartPr>
              <p14:xfrm>
                <a:off x="11434104" y="1148976"/>
                <a:ext cx="407880" cy="279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5314D10-8FB5-CBA7-0082-115B1F728B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416104" y="1130976"/>
                  <a:ext cx="44352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BE74592-4BF9-0866-BDA9-DE593F900CF3}"/>
                  </a:ext>
                </a:extLst>
              </p14:cNvPr>
              <p14:cNvContentPartPr/>
              <p14:nvPr/>
            </p14:nvContentPartPr>
            <p14:xfrm>
              <a:off x="5384304" y="3384936"/>
              <a:ext cx="1521000" cy="57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BE74592-4BF9-0866-BDA9-DE593F900CF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66304" y="3366936"/>
                <a:ext cx="155664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012A9607-548B-EEA5-6C81-80D72B2E2770}"/>
              </a:ext>
            </a:extLst>
          </p:cNvPr>
          <p:cNvGrpSpPr/>
          <p:nvPr/>
        </p:nvGrpSpPr>
        <p:grpSpPr>
          <a:xfrm>
            <a:off x="6033384" y="3578616"/>
            <a:ext cx="690480" cy="353880"/>
            <a:chOff x="6033384" y="3578616"/>
            <a:chExt cx="6904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B4F8DF6-3F71-5E44-09DF-3C353DAA44A2}"/>
                    </a:ext>
                  </a:extLst>
                </p14:cNvPr>
                <p14:cNvContentPartPr/>
                <p14:nvPr/>
              </p14:nvContentPartPr>
              <p14:xfrm>
                <a:off x="6233184" y="3677616"/>
                <a:ext cx="2271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B4F8DF6-3F71-5E44-09DF-3C353DAA44A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5184" y="3659616"/>
                  <a:ext cx="262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D199779-7948-EE31-B4A7-EB4E3B4991B9}"/>
                    </a:ext>
                  </a:extLst>
                </p14:cNvPr>
                <p14:cNvContentPartPr/>
                <p14:nvPr/>
              </p14:nvContentPartPr>
              <p14:xfrm>
                <a:off x="6033384" y="3578616"/>
                <a:ext cx="690480" cy="353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D199779-7948-EE31-B4A7-EB4E3B4991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15384" y="3560616"/>
                  <a:ext cx="726120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D86CFFD-BE26-DFDA-E8F8-5C293A66360F}"/>
              </a:ext>
            </a:extLst>
          </p:cNvPr>
          <p:cNvGrpSpPr/>
          <p:nvPr/>
        </p:nvGrpSpPr>
        <p:grpSpPr>
          <a:xfrm>
            <a:off x="7645104" y="4311216"/>
            <a:ext cx="1227960" cy="687240"/>
            <a:chOff x="7645104" y="4311216"/>
            <a:chExt cx="122796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38F370-6586-EB05-FA70-DA899543B095}"/>
                    </a:ext>
                  </a:extLst>
                </p14:cNvPr>
                <p14:cNvContentPartPr/>
                <p14:nvPr/>
              </p14:nvContentPartPr>
              <p14:xfrm>
                <a:off x="7645104" y="4671576"/>
                <a:ext cx="567360" cy="32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38F370-6586-EB05-FA70-DA899543B0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27104" y="4653576"/>
                  <a:ext cx="603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E8C455-9F0C-7146-6F26-5E69B46A9F05}"/>
                    </a:ext>
                  </a:extLst>
                </p14:cNvPr>
                <p14:cNvContentPartPr/>
                <p14:nvPr/>
              </p14:nvContentPartPr>
              <p14:xfrm>
                <a:off x="8037504" y="4446216"/>
                <a:ext cx="167760" cy="163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E8C455-9F0C-7146-6F26-5E69B46A9F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19504" y="4428216"/>
                  <a:ext cx="203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FF2AD62-7A98-F973-DAD0-AE20717BD41D}"/>
                    </a:ext>
                  </a:extLst>
                </p14:cNvPr>
                <p14:cNvContentPartPr/>
                <p14:nvPr/>
              </p14:nvContentPartPr>
              <p14:xfrm>
                <a:off x="7906104" y="4354416"/>
                <a:ext cx="5040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FF2AD62-7A98-F973-DAD0-AE20717BD41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8117" y="4336416"/>
                  <a:ext cx="539615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978DC31-22F5-ED5F-1B4E-BB2EC04B2470}"/>
                    </a:ext>
                  </a:extLst>
                </p14:cNvPr>
                <p14:cNvContentPartPr/>
                <p14:nvPr/>
              </p14:nvContentPartPr>
              <p14:xfrm>
                <a:off x="8495424" y="4311216"/>
                <a:ext cx="377640" cy="13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978DC31-22F5-ED5F-1B4E-BB2EC04B24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77407" y="4293216"/>
                  <a:ext cx="413314" cy="16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368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7AFC-351D-8C5E-694A-F68D5B1F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822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1446</TotalTime>
  <Words>1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254</cp:revision>
  <dcterms:created xsi:type="dcterms:W3CDTF">2025-09-22T02:44:38Z</dcterms:created>
  <dcterms:modified xsi:type="dcterms:W3CDTF">2026-06-30T08:34:17Z</dcterms:modified>
</cp:coreProperties>
</file>