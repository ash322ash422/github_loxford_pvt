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6:54:18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537 41 24575,'-6'-4'0,"0"1"0,0 0 0,0 0 0,-1 1 0,0 0 0,1 0 0,-1 0 0,0 1 0,0 0 0,0 1 0,0-1 0,-10 2 0,-1-2 0,5 0 0,-27-1 0,-64 3 0,91 0 0,1 0 0,-1 2 0,1 0 0,-1 0 0,1 1 0,0 0 0,0 1 0,1 1 0,-14 8 0,12-6 0,0 0 0,0 2 0,1 0 0,0 0 0,-10 13 0,17-17 0,0 1 0,1 0 0,0 0 0,0 0 0,1 1 0,0-1 0,0 1 0,1 0 0,0 0 0,0 0 0,0 13 0,-5 73 0,8 123 0,2-88 0,-3-116 0,0 0 0,1 0 0,1 0 0,0 0 0,1-1 0,0 1 0,1-1 0,0 1 0,1-1 0,1-1 0,0 1 0,9 14 0,-9-19 0,0 0 0,0 0 0,1 0 0,0-1 0,0 0 0,1-1 0,-1 1 0,1-1 0,0-1 0,1 1 0,-1-2 0,1 1 0,0-1 0,-1 0 0,2-1 0,-1 0 0,0 0 0,10 0 0,33 2 0,0-3 0,1-1 0,51-8 0,-88 4 0,1 0 0,-1-1 0,0 0 0,-1-2 0,0 1 0,0-2 0,0 0 0,-1-1 0,0 0 0,21-19 0,-11 6 0,0-1 0,-2-1 0,-1 0 0,28-43 0,-37 49 0,0 0 0,-2-1 0,0 0 0,-2-1 0,0 1 0,-1-2 0,0 1 0,-2-1 0,-1 0 0,0 0 0,-2 0 0,0 0 0,-2-28 0,0 7 0,0 22 0,0 0 0,-2 1 0,-4-27 0,4 39 0,0 0 0,0 0 0,-1 1 0,0-1 0,0 1 0,-1-1 0,1 1 0,-2 0 0,1 0 0,0 1 0,-1-1 0,-10-8 0,3 5 5,-1 0-1,0 0 0,0 1 1,-1 1-1,-25-10 0,-81-20-105,43 14-1189,44 12-5536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6:54:20.0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1 418 24575,'0'9'0,"0"11"0,0 11 0,0 9 0,4 2 0,6-6 0,6-10 0,8-13 0,13-22 0,9-30 0,10-23 0,4-8 0,9-11 0,14-12 0,-2 5 0,-7 9 0,-7 13 0,-15 19-8191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6:54:23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1 549 24575,'0'5'0,"0"9"0,0 7 0,0 5 0,4 1 0,6-7 0,14-25 0,21-34 0,19-30 0,12-13 0,2-2 0,9-2 0,-2 3 0,-6 8 0,-12 12 0,-14 17 0,-16 17-8191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6:54:24.9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42 24575,'1'6'0,"0"1"0,0-1 0,0 0 0,1 0 0,0 0 0,0 0 0,4 6 0,2 8 0,9 24 0,1-2 0,2 0 0,38 60 0,-41-72 0,-14-24 0,0 1 0,0-1 0,1-1 0,0 1 0,0 0 0,6 5 0,-8-9 0,0-1 0,0 1 0,1-1 0,-1 1 0,0-1 0,1 0 0,-1 0 0,1 0 0,-1 0 0,1 0 0,0-1 0,-1 1 0,1-1 0,0 0 0,-1 0 0,1 0 0,0 0 0,-1 0 0,1 0 0,3-2 0,35-7 0,-1-1 0,-1-3 0,40-18 0,119-63 0,-107 50 0,305-149-1365,-306 150-5461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6:54:26.7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24575,'1178'0'-1365,"-1145"0"-5461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5.2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15 250 5300 0 0,'0'0'-110'0'0,"-1"0"174"0"0,0 0 45 0 0,0-1 1 0 0,0 1-1 0 0,0-1 1 0 0,1 1-1 0 0,-1-1 1 0 0,0 1-1 0 0,0-1 0 0 0,1 0 1 0 0,-1 1-1 0 0,0-1 1 0 0,1 0-1 0 0,-1 1 1 0 0,1-1-1 0 0,-1 0 1 0 0,1 0-1 0 0,-1 0 0 0 0,1 1 1 0 0,-1-3-1 0 0,12-3-113 0 0,1 0 3 0 0,0 1 0 0 0,0 1 1 0 0,1 0-1 0 0,-1 0 0 0 0,1 1 1 0 0,26-2-1 0 0,17-5-5 0 0,192-39 26 0 0,-158 33-41 0 0,202-31 18 0 0,308-10 0 0 0,-476 50-12 0 0,110-3 4 0 0,57 8 22 0 0,208 2 5 0 0,187 35-33 0 0,-546-19 62 0 0,-137-15-6 0 0,5 3 68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5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25 4576 0 0,'-52'-24'2025'0'0,"268"110"-1804"0"0,-165-70-194 0 0,-1 3 0 0 0,-1 2 0 0 0,-1 1 0 0 0,72 47 0 0 0,-117-67-24 0 0,0 0 0 0 0,0 0-1 0 0,0 1 1 0 0,0-1-1 0 0,0 1 1 0 0,-1-1 0 0 0,1 1-1 0 0,-1 0 1 0 0,0 0 0 0 0,0 0-1 0 0,0 0 1 0 0,0 0-1 0 0,0 1 1 0 0,-1-1 0 0 0,2 5-1 0 0,-3-6 4 0 0,0 1-1 0 0,0-1 0 0 0,-1 0 1 0 0,1 1-1 0 0,-1-1 0 0 0,1 0 1 0 0,-1 0-1 0 0,0 1 1 0 0,0-1-1 0 0,0 0 0 0 0,0 0 1 0 0,0 0-1 0 0,0 0 0 0 0,0 0 1 0 0,-1 0-1 0 0,1 0 0 0 0,-1-1 1 0 0,0 1-1 0 0,1 0 0 0 0,-1-1 1 0 0,0 1-1 0 0,0-1 1 0 0,0 0-1 0 0,0 0 0 0 0,-3 2 1 0 0,-30 18 76 0 0,-1-1 0 0 0,-73 28 0 0 0,-86 16 164 0 0,74-25-74 0 0,100-32-605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7.0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43 5817 0 0,'0'0'-126'0'0,"-10"-41"1453"0"0,9 40-1078 0 0,1 7-255 0 0,7 92 23 0 0,3 0-1 0 0,42 168 0 0 0,-33-169 23 0 0,-17-67-14 0 0,-2-25-4 0 0,-1 0 0 0 0,2 0 0 0 0,-1 0 0 0 0,0 0 0 0 0,1-1 0 0 0,0 1 0 0 0,0 0 0 0 0,1 0 0 0 0,-1-1 0 0 0,1 1 0 0 0,4 7 0 0 0,-5-11-222 0 0,6-24-3160 0 0,-3 4 1153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7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70 5232 0 0,'-10'-9'-668'0'0,"-12"-20"1416"0"0,21 27-291 0 0,1 2-437 0 0,-1 0 0 0 0,1 0 0 0 0,0 0 0 0 0,-1-1 0 0 0,1 1 0 0 0,0 0 0 0 0,-1 0 0 0 0,1 0 0 0 0,0-1 0 0 0,-1 1 0 0 0,1 0 0 0 0,0-1 1 0 0,0 1-1 0 0,-1 0 0 0 0,1-1 0 0 0,0 1 0 0 0,0 0 0 0 0,-1-1 0 0 0,1 1 0 0 0,0 0 0 0 0,0-1 0 0 0,0 1 0 0 0,0 0 0 0 0,0-1 0 0 0,0 1 0 0 0,0-1 0 0 0,0 1 0 0 0,0 0 0 0 0,0-1 0 0 0,5-2-12 0 0,0 0 1 0 0,0 1-1 0 0,0-1 1 0 0,0 1-1 0 0,1 0 1 0 0,-1 1-1 0 0,1-1 1 0 0,0 1-1 0 0,-1 0 1 0 0,1 1-1 0 0,0 0 1 0 0,-1-1-1 0 0,1 2 1 0 0,11 0-1 0 0,88 12-8 0 0,-88-9 8 0 0,27 3-2 0 0,0 3 0 0 0,-1 1 1 0 0,53 22-1 0 0,-85-29-5 0 0,-1 1-1 0 0,-1-1 1 0 0,1 2 0 0 0,-1 0-1 0 0,1 0 1 0 0,-2 0 0 0 0,1 1-1 0 0,-1 0 1 0 0,0 1 0 0 0,0 0-1 0 0,-1 0 1 0 0,0 1 0 0 0,-1 0-1 0 0,0 0 1 0 0,0 0 0 0 0,-1 1-1 0 0,0 0 1 0 0,6 19 0 0 0,-9-22 9 0 0,-2 1 0 0 0,1-1-1 0 0,-1 1 1 0 0,0-1 0 0 0,0 1 0 0 0,-1-1 0 0 0,0 1 0 0 0,0-1 0 0 0,-1 0 0 0 0,0 1 0 0 0,0-1 0 0 0,-1 0 0 0 0,0 0 0 0 0,0-1 0 0 0,-1 1 0 0 0,1-1 0 0 0,-2 1 0 0 0,1-1 0 0 0,0 0 0 0 0,-10 8 0 0 0,0 2 227 0 0,-1-1 1 0 0,-1-1-1 0 0,-1 0 0 0 0,0-1 1 0 0,-1-1-1 0 0,-19 11 0 0 0,17-15-24 0 0,0 0 0 0 0,0-1 0 0 0,-1-1 0 0 0,1-1 0 0 0,-23 3 0 0 0,-6 1-30 0 0,47-8-277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8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29 146 6313 0 0,'0'0'-318'0'0,"-12"-6"-472"0"0,7 1 759 0 0,3 3 68 0 0,2 2-24 0 0,-1 0 1 0 0,1 0-1 0 0,0 0 0 0 0,-1 0 0 0 0,1 0 0 0 0,-1 0 1 0 0,1 0-1 0 0,0 0 0 0 0,-1 0 0 0 0,1-1 0 0 0,-1 1 1 0 0,1 0-1 0 0,0 0 0 0 0,-1-1 0 0 0,1 1 0 0 0,0 0 1 0 0,-1 0-1 0 0,1-1 0 0 0,0 1 0 0 0,-1 0 0 0 0,1-1 1 0 0,0 1-1 0 0,0 0 0 0 0,0-1 0 0 0,-1 1 0 0 0,1-1 1 0 0,0 1-1 0 0,0 0 0 0 0,0-1 0 0 0,0 1 0 0 0,0-1 1 0 0,-1 1-1 0 0,1-1 0 0 0,16-1 62 0 0,30 8-131 0 0,-22 3 49 0 0,0 1 0 0 0,-2 2 0 0 0,1 0 0 0 0,26 19 0 0 0,79 68 2 0 0,-113-86 8 0 0,-8-8-8 0 0,0 1 1 0 0,0 0-1 0 0,-1 0 1 0 0,0 0-1 0 0,0 1 1 0 0,-1 0-1 0 0,0 1 1 0 0,0-1-1 0 0,4 10 1 0 0,-8-15 11 0 0,-1 0 0 0 0,0 0 0 0 0,0 0 0 0 0,0 0 1 0 0,0 0-1 0 0,0 0 0 0 0,0 0 0 0 0,0-1 0 0 0,0 1 1 0 0,-1 0-1 0 0,1 0 0 0 0,-1 0 0 0 0,0 0 0 0 0,1 0 1 0 0,-1-1-1 0 0,0 1 0 0 0,0 0 0 0 0,0 0 0 0 0,0-1 1 0 0,-1 1-1 0 0,1-1 0 0 0,0 1 0 0 0,-1-1 0 0 0,1 0 1 0 0,-1 1-1 0 0,1-1 0 0 0,-1 0 0 0 0,1 0 0 0 0,-3 1 1 0 0,-55 28 378 0 0,50-26-261 0 0,7-3-63 0 0,-1 0-1 0 0,0 0 1 0 0,1-1-1 0 0,-1 1 1 0 0,0-1 0 0 0,0 0-1 0 0,0 0 1 0 0,1 0 0 0 0,-1 0-1 0 0,0 0 1 0 0,0 0-1 0 0,0-1 1 0 0,1 1 0 0 0,-5-2-1 0 0,6 1-44 0 0,-1 1 0 0 0,1-1 0 0 0,-1 0 0 0 0,1 1 0 0 0,-1-1 0 0 0,1 0 0 0 0,0 0 0 0 0,-1 1 0 0 0,1-1 0 0 0,0 0-1 0 0,0-1 1 0 0,0 1 0 0 0,0 0 0 0 0,0 0 0 0 0,0 0 0 0 0,0-1 0 0 0,0 1 0 0 0,0 0 0 0 0,1-1 0 0 0,-1 1 0 0 0,0-1 0 0 0,1 1-1 0 0,-1-1 1 0 0,1 1 0 0 0,0-1 0 0 0,-1 1 0 0 0,1-3 0 0 0,1-14-6 0 0,1-1-1 0 0,1 0 1 0 0,0 1 0 0 0,2 0 0 0 0,0 0-1 0 0,1 0 1 0 0,0 0 0 0 0,2 1-1 0 0,0 0 1 0 0,11-16 0 0 0,12-16-113 0 0,71-85 0 0 0,-66 90-188 0 0,-35 43 253 0 0,-5 3-1238 0 0,3 0 1124 0 0,-1-1 0 0 0,0 0-1 0 0,1 1 1 0 0,-1 0-1 0 0,1-1 1 0 0,0 1 0 0 0,-1 0-1 0 0,0 2 1 0 0,-2-1-1314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29.4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310 112 4320 0 0,'2'-1'15'0'0,"0"-1"0"0"0,0 0 0 0 0,0 0 0 0 0,0 1-1 0 0,0-1 1 0 0,-1 0 0 0 0,1 0 0 0 0,-1-1 0 0 0,1 1-1 0 0,-1 0 1 0 0,0 0 0 0 0,0-1 0 0 0,0 1 0 0 0,0-1-1 0 0,0 1 1 0 0,0-1 0 0 0,-1 1 0 0 0,1-1 0 0 0,-1 1-1 0 0,0-1 1 0 0,0 0 0 0 0,0 1 0 0 0,0-1 0 0 0,0 1-1 0 0,0-1 1 0 0,-1 0 0 0 0,1 1 0 0 0,-1-1 0 0 0,0 1-1 0 0,0-1 1 0 0,0 1 0 0 0,-2-4 0 0 0,1 3 4 0 0,0 1 0 0 0,0-1 0 0 0,0 1 0 0 0,-1 0 0 0 0,1-1 0 0 0,-1 1 1 0 0,1 1-1 0 0,-1-1 0 0 0,0 0 0 0 0,0 1 0 0 0,1-1 0 0 0,-1 1 0 0 0,0 0 0 0 0,-1 0 0 0 0,1 0 1 0 0,0 0-1 0 0,0 0 0 0 0,0 1 0 0 0,0 0 0 0 0,-1-1 0 0 0,1 1 0 0 0,0 0 0 0 0,0 1 0 0 0,-5 0 0 0 0,-8 3-6 0 0,0 2 0 0 0,1 0-1 0 0,0 1 1 0 0,0 0-1 0 0,0 1 1 0 0,1 1-1 0 0,0 0 1 0 0,1 1-1 0 0,0 0 1 0 0,0 1-1 0 0,1 1 1 0 0,1 0-1 0 0,0 0 1 0 0,1 1-1 0 0,0 0 1 0 0,1 1-1 0 0,0 0 1 0 0,-7 18 0 0 0,15-30-10 0 0,0 0 0 0 0,0-1 1 0 0,1 1-1 0 0,-1 0 0 0 0,1 0 1 0 0,-1 0-1 0 0,1 0 0 0 0,0 0 1 0 0,0 0-1 0 0,0 0 0 0 0,0 0 1 0 0,0 0-1 0 0,0 1 1 0 0,0-1-1 0 0,1 0 0 0 0,-1 0 1 0 0,1-1-1 0 0,-1 1 0 0 0,1 0 1 0 0,0 0-1 0 0,0 0 0 0 0,0 0 1 0 0,0 0-1 0 0,0-1 0 0 0,0 1 1 0 0,1-1-1 0 0,-1 1 1 0 0,0-1-1 0 0,1 1 0 0 0,-1-1 1 0 0,1 0-1 0 0,0 1 0 0 0,-1-1 1 0 0,1 0-1 0 0,0 0 0 0 0,0 0 1 0 0,-1 0-1 0 0,1-1 0 0 0,0 1 1 0 0,0 0-1 0 0,0-1 1 0 0,2 1-1 0 0,3 0 7 0 0,-1 1 0 0 0,1-1-1 0 0,-1 0 1 0 0,1 0 0 0 0,0-1 0 0 0,-1 0 0 0 0,1 0 0 0 0,0-1 0 0 0,-1 0 0 0 0,1 0-1 0 0,-1 0 1 0 0,9-3 0 0 0,-6-1 3 0 0,-1 0 0 0 0,0 0-1 0 0,0-1 1 0 0,0 0 0 0 0,0-1-1 0 0,-1 1 1 0 0,0-1 0 0 0,0-1 0 0 0,10-15-1 0 0,-8 10 129 0 0,0 0-1 0 0,-2 0 1 0 0,1-1 0 0 0,-2 0-1 0 0,9-26 1 0 0,-1 0 498 0 0,-13 38-424 0 0,-4 7-188 0 0,-2 4-17 0 0,1-1 0 0 0,1 1 1 0 0,0 0-1 0 0,0 0 0 0 0,0 0 1 0 0,1 0-1 0 0,0 0 0 0 0,1 1 1 0 0,0-1-1 0 0,1 0 0 0 0,0 1 1 0 0,0-1-1 0 0,1 1 0 0 0,0-1 1 0 0,1 0-1 0 0,0 1 0 0 0,0-1 1 0 0,1 0-1 0 0,0 0 0 0 0,1-1 1 0 0,0 1-1 0 0,0-1 0 0 0,1 0 1 0 0,0 0-1 0 0,11 15 0 0 0,-10-18-45 0 0,0 0 0 0 0,0 0-1 0 0,1-1 1 0 0,-1 0 0 0 0,1 0 0 0 0,0 0-1 0 0,0-1 1 0 0,0 0 0 0 0,1-1-1 0 0,11 4 1 0 0,-12-5-494 0 0,0 0 1 0 0,0 0-1 0 0,0 0 1 0 0,1-1-1 0 0,-1 0 1 0 0,14-2-1 0 0,-1-3-1444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0.5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386 74 5132 0 0,'0'-2'-44'0'0,"0"-1"-1"0"0,0 1 0 0 0,0-1 0 0 0,-1 1 1 0 0,1-1-1 0 0,-1 1 0 0 0,0-1 0 0 0,1 1 1 0 0,-1-1-1 0 0,0 1 0 0 0,-1 0 0 0 0,1-1 1 0 0,0 1-1 0 0,-1 0 0 0 0,1 0 0 0 0,-1 0 1 0 0,0 0-1 0 0,0 0 0 0 0,-3-3 0 0 0,0 2 42 0 0,1 1-1 0 0,-1-1 1 0 0,0 1-1 0 0,0-1 1 0 0,0 1-1 0 0,0 1 1 0 0,0-1-1 0 0,0 1 1 0 0,-7-1-1 0 0,-1 0 39 0 0,-1 1 1 0 0,1 1-1 0 0,0 0 0 0 0,0 0 1 0 0,0 2-1 0 0,0 0 0 0 0,-16 4 0 0 0,11 0-13 0 0,1 0-1 0 0,-1 2 0 0 0,2 0 0 0 0,-24 15 0 0 0,35-20-10 0 0,-1 0 1 0 0,1 1-1 0 0,0 0 0 0 0,0 0 1 0 0,1 0-1 0 0,-1 1 0 0 0,1-1 1 0 0,0 1-1 0 0,0 0 0 0 0,0 0 0 0 0,1 1 1 0 0,-1-1-1 0 0,2 1 0 0 0,-1 0 1 0 0,0-1-1 0 0,-2 13 0 0 0,4-16-4 0 0,1 0-1 0 0,0 1 1 0 0,0-1-1 0 0,0 0 1 0 0,1 0-1 0 0,-1 0 0 0 0,0 1 1 0 0,1-1-1 0 0,0 0 1 0 0,-1 0-1 0 0,1 0 1 0 0,0 0-1 0 0,0 0 0 0 0,0 0 1 0 0,0 0-1 0 0,0 0 1 0 0,1 0-1 0 0,-1-1 0 0 0,1 1 1 0 0,1 2-1 0 0,2 0 1 0 0,-1-1 0 0 0,1 0 0 0 0,-1 0 0 0 0,1 0 0 0 0,0-1 0 0 0,0 1 0 0 0,0-1 0 0 0,7 1-1 0 0,1 1 14 0 0,-1-1 0 0 0,1-1-1 0 0,0 0 1 0 0,0-1 0 0 0,0 0-1 0 0,22-2 1 0 0,-29 0-5 0 0,0 1 0 0 0,0-1 0 0 0,0-1 0 0 0,0 1 0 0 0,0-1 0 0 0,0 0 0 0 0,0 0 0 0 0,0 0 0 0 0,-1-1 0 0 0,1 0 0 0 0,-1 0 1 0 0,0-1-1 0 0,0 0 0 0 0,0 1 0 0 0,0-2 0 0 0,0 1 0 0 0,-1 0 0 0 0,0-1 0 0 0,0 0 0 0 0,0 0 0 0 0,-1 0 0 0 0,0 0 0 0 0,0-1 0 0 0,0 1 0 0 0,0-1 0 0 0,-1 0 0 0 0,0 0 0 0 0,0 0 0 0 0,-1 0 0 0 0,0 0 0 0 0,0 0 0 0 0,1-9 0 0 0,3-27 257 0 0,-5 41-273 0 0,1 5 63 0 0,34 148 57 0 0,-19-118-92 0 0,2-1 0 0 0,1 0 0 0 0,2-2 0 0 0,1 0 1 0 0,35 38-1 0 0,25 35 46 0 0,-77-98-67 0 0,-1 0-1 0 0,0 0 1 0 0,0 1-1 0 0,-1-1 1 0 0,0 1-1 0 0,0 0 1 0 0,0 0-1 0 0,-1 0 1 0 0,0 0-1 0 0,1 10 1 0 0,-3-12-3 0 0,0-1-1 0 0,0 1 1 0 0,-1-1 0 0 0,1 0-1 0 0,-1 1 1 0 0,0-1-1 0 0,0 0 1 0 0,0 0 0 0 0,-1 0-1 0 0,0 0 1 0 0,1 0 0 0 0,-2 0-1 0 0,1 0 1 0 0,0 0-1 0 0,-1-1 1 0 0,1 1 0 0 0,-1-1-1 0 0,0 0 1 0 0,-5 4 0 0 0,-11 10 3 0 0,-1-2 0 0 0,-1 0 0 0 0,0-1 0 0 0,-1-2 0 0 0,0 0 0 0 0,-1-1 0 0 0,-30 9 0 0 0,11-6 47 0 0,-2-1-1 0 0,0-3 0 0 0,-57 6 1 0 0,90-14 36 0 0,-1-1 0 0 0,1-1 0 0 0,-1 0 0 0 0,1 0 1 0 0,-1-1-1 0 0,1-1 0 0 0,-1 0 0 0 0,-19-6 0 0 0,28 7-62 0 0,0 0-1 0 0,1-1 0 0 0,-1 1 0 0 0,1-1 0 0 0,0 1 0 0 0,-1-1 0 0 0,1 0 0 0 0,0 0 0 0 0,0 1 1 0 0,0-2-1 0 0,0 1 0 0 0,0 0 0 0 0,0 0 0 0 0,1-1 0 0 0,-1 1 0 0 0,-1-4 0 0 0,2 2-11 0 0,0 0-1 0 0,1 0 1 0 0,-1 1-1 0 0,1-1 1 0 0,-1 0-1 0 0,1 0 1 0 0,0 0-1 0 0,1 0 1 0 0,-1 0-1 0 0,1 1 0 0 0,0-1 1 0 0,0 0-1 0 0,0 0 1 0 0,0 1-1 0 0,3-6 1 0 0,3-6 2 0 0,2-1 0 0 0,-1 2 0 0 0,2-1 0 0 0,0 1 1 0 0,1 1-1 0 0,0 0 0 0 0,1 1 0 0 0,0 0 0 0 0,19-14 1 0 0,2 1-26 0 0,0 2 1 0 0,68-35 0 0 0,-89 54 12 0 0,5-2-502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1.2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92 4780 0 0,'-23'-52'340'0'0,"8"14"475"0"0,15 36-762 0 0,2 7-42 0 0,15 31 0 0 0,-2 0 0 0 0,-2 1-1 0 0,-2 1 1 0 0,10 52 0 0 0,15 49 15 0 0,-17-58 113 0 0,-16-46-2915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1.6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65 4512 0 0,'-16'0'-178'0'0,"13"0"24"0"0,12-2-452 0 0,71-12 605 0 0,153-7 1 0 0,41-5 1081 0 0,-245 25-429 0 0,-15 1-3012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2.6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219 64 4052 0 0,'-40'-52'834'0'0,"39"52"-680"0"0,0-1-82 0 0,0 0-38 0 0,1 0-1 0 0,-1 1 0 0 0,1-1 0 0 0,-1 0 1 0 0,1 1-1 0 0,-1-1 0 0 0,0 0 0 0 0,1 1 1 0 0,-1-1-1 0 0,0 1 0 0 0,0 0 0 0 0,1-1 1 0 0,-1 1-1 0 0,0-1 0 0 0,0 1 0 0 0,0 0 1 0 0,1 0-1 0 0,-1-1 0 0 0,0 1 0 0 0,0 0 1 0 0,-2 0-1 0 0,1 9-25 0 0,-1 0 0 0 0,1 0 0 0 0,0 1-1 0 0,1-1 1 0 0,0 1 0 0 0,1-1 0 0 0,0 1 0 0 0,0-1 0 0 0,1 1 0 0 0,3 14 0 0 0,28 106 47 0 0,-23-97-30 0 0,50 134 61 0 0,-1 1 114 0 0,-57-168-158 0 0,-1 1 0 0 0,0-1 0 0 0,1 1 1 0 0,-1-1-1 0 0,0 1 0 0 0,1 0 0 0 0,-1-1 0 0 0,0 1 0 0 0,0 0 0 0 0,0-1 0 0 0,0 1 0 0 0,0-1 0 0 0,1 1 0 0 0,-1 0 0 0 0,0-1 0 0 0,-1 1 1 0 0,1 0-1 0 0,0-1 0 0 0,0 1 0 0 0,0 0 0 0 0,0-1 0 0 0,0 1 0 0 0,-1 0 0 0 0,1-1 0 0 0,0 1 0 0 0,0-1 0 0 0,-1 1 0 0 0,1 0 1 0 0,0-1-1 0 0,-1 1 0 0 0,1-1 0 0 0,-1 1 0 0 0,1-1 0 0 0,-2 1 0 0 0,-20-9 499 0 0,-26-33-197 0 0,20 11-253 0 0,2-1 0 0 0,1-2 0 0 0,1 0 0 0 0,2-2-1 0 0,2 0 1 0 0,1-1 0 0 0,2-1 0 0 0,1-1 0 0 0,-14-53 0 0 0,28 86-78 0 0,0-1-27 0 0,0-1-1 0 0,1 0 1 0 0,-1 1 0 0 0,1-1 0 0 0,1 0 0 0 0,-1-13 0 0 0,2 18 7 0 0,-1 1-1 0 0,1-1 1 0 0,-1 0 0 0 0,1 0-1 0 0,-1 1 1 0 0,1-1-1 0 0,0 0 1 0 0,0 1 0 0 0,0-1-1 0 0,0 1 1 0 0,0-1 0 0 0,0 1-1 0 0,1 0 1 0 0,-1-1-1 0 0,0 1 1 0 0,1 0 0 0 0,-1 0-1 0 0,1 0 1 0 0,-1 0 0 0 0,1 0-1 0 0,-1 0 1 0 0,1 1 0 0 0,0-1-1 0 0,-1 0 1 0 0,1 1-1 0 0,0-1 1 0 0,0 1 0 0 0,-1 0-1 0 0,1-1 1 0 0,0 1 0 0 0,0 0-1 0 0,2 0 1 0 0,21-1-11 0 0,1 1 1 0 0,0 2 0 0 0,-1 0-1 0 0,0 2 1 0 0,1 0-1 0 0,-1 2 1 0 0,-1 1-1 0 0,1 1 1 0 0,-1 1 0 0 0,32 16-1 0 0,-28-10 5 0 0,-1 0 0 0 0,0 2-1 0 0,-1 0 1 0 0,-1 2 0 0 0,0 1-1 0 0,-2 1 1 0 0,0 1 0 0 0,23 30-1 0 0,-41-46 6 0 0,-1-1-1 0 0,0 1 0 0 0,-1 0 1 0 0,1 0-1 0 0,-1 0 0 0 0,0 1 0 0 0,-1-1 1 0 0,0 1-1 0 0,3 9 0 0 0,-5-13 7 0 0,0 0 0 0 0,0 0-1 0 0,0-1 1 0 0,0 1 0 0 0,0 0-1 0 0,0 0 1 0 0,-1 0 0 0 0,0-1-1 0 0,1 1 1 0 0,-1 0 0 0 0,0-1 0 0 0,0 1-1 0 0,0-1 1 0 0,-1 1 0 0 0,1-1-1 0 0,-1 1 1 0 0,1-1 0 0 0,-1 0-1 0 0,0 0 1 0 0,0 0 0 0 0,0 0-1 0 0,0 0 1 0 0,0 0 0 0 0,0 0-1 0 0,-5 2 1 0 0,-11 7-1 0 0,-1-1 0 0 0,-1 0 0 0 0,1-1 0 0 0,-42 11 0 0 0,-89 13 40 0 0,62-16 148 0 0,87-16-218 0 0,0-1-1 0 0,0 0 1 0 0,0 1 0 0 0,0-1-1 0 0,0 0 1 0 0,0 0 0 0 0,1 0-1 0 0,-1 0 1 0 0,0 0 0 0 0,0 0-1 0 0,0 0 1 0 0,0 0 0 0 0,0 0-1 0 0,0 0 1 0 0,0 0 0 0 0,0-1-1 0 0,0 1 1 0 0,0 0 0 0 0,0-1 0 0 0,0 1-1 0 0,1-1 1 0 0,-1 1 0 0 0,0-1-1 0 0,0 1 1 0 0,0-1 0 0 0,1 1-1 0 0,-1-1 1 0 0,0 0 0 0 0,0-1-1 0 0,-1 0-769 0 0,6-2-471 0 0,15-13-656 0 0,-4 3-190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3.3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30 127 5396 0 0,'0'0'-149'0'0,"-19"-11"-16"0"0,8 3 313 0 0,11 8-144 0 0,0 0-1 0 0,0 0 0 0 0,1 0 0 0 0,-1 0 0 0 0,0 0 1 0 0,0 0-1 0 0,0 0 0 0 0,0 0 0 0 0,0 0 0 0 0,0 0 0 0 0,0 0 1 0 0,0 0-1 0 0,0 0 0 0 0,0 0 0 0 0,0 0 0 0 0,0 0 0 0 0,1 0 1 0 0,-1-1-1 0 0,0 1 0 0 0,0 0 0 0 0,0 0 0 0 0,0 0 0 0 0,0 0 1 0 0,0 0-1 0 0,0 0 0 0 0,0 0 0 0 0,0 0 0 0 0,0 0 0 0 0,0 0 1 0 0,0 0-1 0 0,0 0 0 0 0,0-1 0 0 0,0 1 0 0 0,0 0 1 0 0,0 0-1 0 0,0 0 0 0 0,0 0 0 0 0,0 0 0 0 0,0 0 0 0 0,0 0 1 0 0,0 0-1 0 0,0 0 0 0 0,0 0 0 0 0,0 0 0 0 0,0-1 0 0 0,0 1 1 0 0,0 0-1 0 0,0 0 0 0 0,0 0 0 0 0,0 0 0 0 0,0 0 0 0 0,0 0 1 0 0,0 0-1 0 0,0 0 0 0 0,0 0 0 0 0,-1 0 0 0 0,1 0 0 0 0,0 0 1 0 0,0 0-1 0 0,0 0 0 0 0,0 0 0 0 0,32 3 1 0 0,-1 3-1 0 0,1 0 1 0 0,-1 2-1 0 0,0 1 1 0 0,-1 2 0 0 0,0 1-1 0 0,29 16 1 0 0,-46-21 4 0 0,-1 0 0 0 0,1 1 0 0 0,-2 0 0 0 0,1 1 0 0 0,-1 0 0 0 0,0 1 0 0 0,-1 0 0 0 0,17 22 1 0 0,-27-31-3 0 0,1 0 1 0 0,-1 0 0 0 0,0 0 0 0 0,1 0 0 0 0,-1 0 0 0 0,0 0 0 0 0,0-1 0 0 0,0 1 0 0 0,0 0 0 0 0,1 0 0 0 0,-1 0 0 0 0,0 0 0 0 0,-1 0 0 0 0,1 0 0 0 0,0 0 0 0 0,0 0 0 0 0,0 0 0 0 0,-1 0 0 0 0,1-1 0 0 0,0 1 0 0 0,-1 0 0 0 0,1 0 0 0 0,-1 0-1 0 0,1 0 1 0 0,-1-1 0 0 0,1 1 0 0 0,-1 0 0 0 0,1-1 0 0 0,-1 1 0 0 0,0 0 0 0 0,1-1 0 0 0,-1 1 0 0 0,0-1 0 0 0,0 1 0 0 0,1-1 0 0 0,-1 1 0 0 0,0-1 0 0 0,0 1 0 0 0,-1-1 0 0 0,-30 14 330 0 0,29-13-303 0 0,0 1 0 0 0,0-2 1 0 0,0 1-1 0 0,0 0 0 0 0,0-1 0 0 0,0 1 0 0 0,-1-1 1 0 0,1 0-1 0 0,0 0 0 0 0,0 0 0 0 0,0-1 1 0 0,0 1-1 0 0,-1-1 0 0 0,1 1 0 0 0,0-1 0 0 0,0 0 1 0 0,0 0-1 0 0,0-1 0 0 0,0 1 0 0 0,1-1 1 0 0,-1 1-1 0 0,0-1 0 0 0,1 0 0 0 0,-1 0 0 0 0,1 0 1 0 0,-1 0-1 0 0,1 0 0 0 0,0-1 0 0 0,0 1 0 0 0,0-1 1 0 0,0 0-1 0 0,1 1 0 0 0,-3-6 0 0 0,1 2-39 0 0,1 0 0 0 0,0 0 0 0 0,1-1 0 0 0,-1 1 0 0 0,1-1 0 0 0,0 1 0 0 0,1-1 0 0 0,-1 1 0 0 0,1-1 0 0 0,1 1 0 0 0,-1-1 0 0 0,1 1 0 0 0,0-1 0 0 0,1 1 0 0 0,2-9 0 0 0,2 1-61 0 0,0 0-1 0 0,1 1 1 0 0,0 0 0 0 0,1 0 0 0 0,1 1 0 0 0,0 0 0 0 0,0 0 0 0 0,1 1 0 0 0,1 1 0 0 0,0-1 0 0 0,0 2 0 0 0,1 0-1 0 0,0 0 1 0 0,22-11 0 0 0,-32 19 36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3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192 1 3972 0 0,'-19'11'-355'0'0,"9"-2"363"0"0,-1-1 1 0 0,1 2-1 0 0,1-1 1 0 0,0 1-1 0 0,0 1 1 0 0,-9 15-1 0 0,13-19 24 0 0,0 1 0 0 0,1 0 0 0 0,0 0-1 0 0,0 1 1 0 0,1-1 0 0 0,0 1 0 0 0,1 0 0 0 0,0 0 0 0 0,0 0 0 0 0,-1 15-1 0 0,3-21-10 0 0,0 1-1 0 0,1-1 0 0 0,-1 0 0 0 0,1 0 0 0 0,-1 1 1 0 0,1-1-1 0 0,0 0 0 0 0,0 0 0 0 0,0 0 0 0 0,1 0 0 0 0,-1 0 1 0 0,1 0-1 0 0,0 0 0 0 0,0-1 0 0 0,0 1 0 0 0,0 0 1 0 0,0-1-1 0 0,0 0 0 0 0,4 4 0 0 0,0-3 10 0 0,-1 1-1 0 0,0-1 1 0 0,1 0-1 0 0,-1-1 1 0 0,1 0-1 0 0,0 1 1 0 0,0-2 0 0 0,0 1-1 0 0,0-1 1 0 0,6 1-1 0 0,-1-1 8 0 0,0 0-1 0 0,-1 0 1 0 0,1-2-1 0 0,0 1 0 0 0,-1-1 1 0 0,1-1-1 0 0,0 0 1 0 0,-1 0-1 0 0,0-1 1 0 0,0 0-1 0 0,0-1 1 0 0,11-5-1 0 0,-17 7-30 0 0,0-1-1 0 0,-1 1 1 0 0,1-1-1 0 0,-1 0 1 0 0,1 0-1 0 0,-1 0 1 0 0,0 0-1 0 0,0-1 1 0 0,0 1 0 0 0,-1-1-1 0 0,1 0 1 0 0,-1 1-1 0 0,0-1 1 0 0,0-1-1 0 0,0 1 1 0 0,0 0-1 0 0,-1 0 1 0 0,0 0-1 0 0,0-1 1 0 0,0 1-1 0 0,0-9 1 0 0,-1 8-1 0 0,-1-1 0 0 0,1 1-1 0 0,-1 0 1 0 0,-1 0 0 0 0,1 0 0 0 0,-1 0-1 0 0,0 0 1 0 0,0 0 0 0 0,0 0 0 0 0,-1 0 0 0 0,0 1-1 0 0,0-1 1 0 0,0 1 0 0 0,0 0 0 0 0,-1 0-1 0 0,0 0 1 0 0,1 0 0 0 0,-7-4 0 0 0,2 3-20 0 0,1 0 1 0 0,-1 0-1 0 0,-1 0 0 0 0,1 1 1 0 0,-1 0-1 0 0,1 1 1 0 0,-1 0-1 0 0,0 0 0 0 0,0 1 1 0 0,-1 0-1 0 0,1 1 0 0 0,0 0 1 0 0,-1 0-1 0 0,1 1 1 0 0,-10 1-1 0 0,-13 2-130 0 0,0 1 1 0 0,-58 16-1 0 0,90-20 145 0 0,-6 5-1850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4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1 103 3844 0 0,'0'0'-5'0'0,"17"12"160"0"0,-3 25 38 0 0,-2 0 1 0 0,12 63 0 0 0,-17-65-124 0 0,1-1 1 0 0,2 0 0 0 0,1 0-1 0 0,17 33 1 0 0,0-18 59 0 0,-17-31 108 0 0,-1-1 0 0 0,-1 1-1 0 0,13 36 1063 0 0,-26-55-1211 0 0,0 1 0 0 0,1 0 1 0 0,-1-1-1 0 0,0 0 1 0 0,0 0-1 0 0,1 0 0 0 0,-1 0 1 0 0,1-1-1 0 0,-1 0 0 0 0,1 1 1 0 0,0-1-1 0 0,0 0 1 0 0,0 0-1 0 0,-5-5 0 0 0,1 0 10 0 0,0 0 0 0 0,1 0 0 0 0,0 0 0 0 0,1-1 0 0 0,-8-13 0 0 0,1-2 8 0 0,1-1 0 0 0,2 1 0 0 0,-11-39 0 0 0,13 25-72 0 0,1-1 0 0 0,2 1 0 0 0,2-1 0 0 0,1 0 0 0 0,2 0 0 0 0,2 0 0 0 0,9-48 0 0 0,-12 83-44 0 0,1-1 0 0 0,-1 1 0 0 0,1-1 0 0 0,0 1 0 0 0,0 0 0 0 0,1-1 0 0 0,-1 1 0 0 0,0 0 0 0 0,1 0 0 0 0,0 0 0 0 0,0 0 0 0 0,0 0 0 0 0,0 0 0 0 0,0 0 0 0 0,1 1 0 0 0,-1-1 0 0 0,1 1 0 0 0,0 0 0 0 0,5-4 0 0 0,-1 3-2 0 0,-1 0 1 0 0,1 0 0 0 0,0 1 0 0 0,1 0-1 0 0,-1 0 1 0 0,0 1 0 0 0,0 0-1 0 0,11 0 1 0 0,25-2-20 0 0,-1 2 0 0 0,78 8 0 0 0,-107-5 18 0 0,-1-1 0 0 0,0 2 0 0 0,0 0-1 0 0,0 0 1 0 0,0 1 0 0 0,-1 0 0 0 0,1 1 0 0 0,-1 0 0 0 0,0 1-1 0 0,-1 1 1 0 0,0-1 0 0 0,0 2 0 0 0,0-1 0 0 0,13 14 0 0 0,-22-20 9 0 0,-1 0 1 0 0,1 1 0 0 0,0-1-1 0 0,0 0 1 0 0,-1 1 0 0 0,1-1-1 0 0,-1 0 1 0 0,1 1 0 0 0,-1-1-1 0 0,0 1 1 0 0,1-1 0 0 0,-1 0-1 0 0,0 1 1 0 0,0-1 0 0 0,0 1-1 0 0,0-1 1 0 0,0 1 0 0 0,-1-1-1 0 0,1 1 1 0 0,0-1 0 0 0,-1 0 0 0 0,1 1-1 0 0,-1-1 1 0 0,1 0 0 0 0,-1 1-1 0 0,1-1 1 0 0,-1 0 0 0 0,0 1-1 0 0,0-1 1 0 0,0 0 0 0 0,0 0-1 0 0,0 0 1 0 0,0 0 0 0 0,0 0-1 0 0,0 0 1 0 0,0 0 0 0 0,0 0-1 0 0,0-1 1 0 0,-1 1 0 0 0,1 0-1 0 0,0-1 1 0 0,-2 2 0 0 0,-9 4 4 0 0,0 1 1 0 0,-1-1 0 0 0,-17 5-1 0 0,23-8-6 0 0,-53 19 25 0 0,0-2 0 0 0,-1-3 0 0 0,-109 15 0 0 0,116-33-916 0 0,21-10-2988 0 0,21 2 1359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39.9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516 181 1948 0 0,'3'-4'4131'0'0,"-3"4"-4047"0"0,-19-7 642 0 0,9 4-759 0 0,0 0 1 0 0,0 1-1 0 0,-1 1 1 0 0,-13-1 0 0 0,5 2 37 0 0,0 1 0 0 0,0 1 0 0 0,0 1 0 0 0,0 1 0 0 0,0 1 0 0 0,1 0 0 0 0,0 1 0 0 0,0 1 0 0 0,0 1 0 0 0,1 0 0 0 0,0 2 0 0 0,1 0 0 0 0,0 0 1 0 0,1 2-1 0 0,0 0 0 0 0,0 0 0 0 0,1 2 0 0 0,1-1 0 0 0,-19 27 0 0 0,21-24-7 0 0,0 0 0 0 0,2 1-1 0 0,0 0 1 0 0,0 0 0 0 0,2 1 0 0 0,0 0 0 0 0,-4 20-1 0 0,9-32 4 0 0,1 0 0 0 0,1 0-1 0 0,-1 1 1 0 0,1-1-1 0 0,0 0 1 0 0,0 0 0 0 0,1 0-1 0 0,0 1 1 0 0,0-1-1 0 0,0 0 1 0 0,1 0 0 0 0,0 0-1 0 0,0-1 1 0 0,0 1-1 0 0,1 0 1 0 0,0-1 0 0 0,0 1-1 0 0,0-1 1 0 0,1 0-1 0 0,0 0 1 0 0,0 0 0 0 0,0-1-1 0 0,0 1 1 0 0,1-1-1 0 0,9 7 1 0 0,3-1 2 0 0,0 0 1 0 0,1 0-1 0 0,0-2 1 0 0,0 0-1 0 0,1-1 1 0 0,0-1-1 0 0,0-1 1 0 0,0-1-1 0 0,24 3 1 0 0,-12-4 11 0 0,-1-1 0 0 0,0-1 0 0 0,1-1 0 0 0,-1-2 0 0 0,41-8 0 0 0,-58 7-8 0 0,0-1 0 0 0,0 0 0 0 0,0-1 0 0 0,-1-1 1 0 0,0 0-1 0 0,0-1 0 0 0,0 0 0 0 0,-1 0 0 0 0,0-2 1 0 0,0 1-1 0 0,-1-1 0 0 0,0-1 0 0 0,-1 0 0 0 0,0 0 1 0 0,-1 0-1 0 0,0-1 0 0 0,0-1 0 0 0,6-12 0 0 0,-3 2 17 0 0,-1 0-1 0 0,-1 0 1 0 0,-1-1-1 0 0,0 0 0 0 0,-2 0 1 0 0,-1 0-1 0 0,-1-1 1 0 0,-1 0-1 0 0,0-35 0 0 0,-3 49-5 0 0,0 1-1 0 0,-1-1 1 0 0,0 1-1 0 0,-1-1 0 0 0,0 1 1 0 0,0 0-1 0 0,-1-1 0 0 0,-1 1 1 0 0,1 0-1 0 0,-1 1 1 0 0,-1-1-1 0 0,1 1 0 0 0,-9-10 1 0 0,5 8 24 0 0,0 1 0 0 0,-1 0 0 0 0,0 0 1 0 0,-1 1-1 0 0,0 0 0 0 0,-1 1 0 0 0,1 0 1 0 0,-23-10-1 0 0,-5 2-280 0 0,-1 2 0 0 0,-1 2 0 0 0,0 1 0 0 0,-80-8 0 0 0,106 15-3137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0.8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27 711 4796 0 0,'0'0'206'0'0,"-5"-1"-128"0"0,4 1-67 0 0,0 0-1 0 0,0 0 1 0 0,0 0 0 0 0,0-1 0 0 0,0 1-1 0 0,0 0 1 0 0,0-1 0 0 0,0 1-1 0 0,0-1 1 0 0,1 1 0 0 0,-1-1 0 0 0,0 1-1 0 0,0-1 1 0 0,0 0 0 0 0,0 1 0 0 0,1-1-1 0 0,-1 0 1 0 0,0 1 0 0 0,1-1 0 0 0,-1 0-1 0 0,0 0 1 0 0,1 0 0 0 0,-1 0 0 0 0,1 0-1 0 0,0 0 1 0 0,-1 0 0 0 0,1 0 0 0 0,-1-1-1 0 0,1-1 19 0 0,0-1 1 0 0,0 1-1 0 0,1-1 0 0 0,-1 0 0 0 0,1 1 0 0 0,0-1 1 0 0,-1 1-1 0 0,2-1 0 0 0,1-4 0 0 0,12-24 44 0 0,1 1 0 0 0,1 1-1 0 0,39-51 1 0 0,-16 24-48 0 0,96-129 177 0 0,-69 98-38 0 0,-7 5 288 0 0,-59 82 35 0 0,-2-1-480 0 0,0 1 0 0 0,0 0 0 0 0,-1 0 0 0 0,1-1 0 0 0,0 1 0 0 0,-1 0 0 0 0,1 0 0 0 0,-1 0 0 0 0,1 1 0 0 0,-1-1 0 0 0,1 0 0 0 0,-1 0 0 0 0,1 1 0 0 0,-1-1 0 0 0,0 1 0 0 0,1 0 0 0 0,-1-1 0 0 0,0 1 0 0 0,0 0 0 0 0,-1 0 0 0 0,-48 0 59 0 0,28 1-31 0 0,-155-11 130 0 0,175 10-155 0 0,-24-5 67 0 0,82-15-126 0 0,-22 15 26 0 0,-1 1 0 0 0,1 2 1 0 0,49 3-1 0 0,-29-1-125 0 0,-53 0 145 0 0,1 0 0 0 0,0 0 0 0 0,0 0 1 0 0,-1 0-1 0 0,1 0 0 0 0,0 0 0 0 0,0 0 0 0 0,-1 0 0 0 0,1 0 0 0 0,0 0 1 0 0,0 0-1 0 0,-1 0 0 0 0,1 1 0 0 0,0-1 0 0 0,0 0 0 0 0,-1 1 0 0 0,1-1 1 0 0,0 0-1 0 0,-1 1 0 0 0,1-1 0 0 0,0 1 0 0 0,-1-1 0 0 0,1 1 0 0 0,-1-1 1 0 0,1 1-1 0 0,-1-1 0 0 0,1 1 0 0 0,-1 0 0 0 0,1-1 0 0 0,-1 1 0 0 0,0 0 1 0 0,1-1-1 0 0,-1 1 0 0 0,0 0 0 0 0,0-1 0 0 0,1 1 0 0 0,-1 0 0 0 0,0 0 1 0 0,0-1-1 0 0,0 1 0 0 0,0 0 0 0 0,0 0 0 0 0,0 0 0 0 0,0-1 0 0 0,0 1 1 0 0,0 0-1 0 0,0 0 0 0 0,-1-1 0 0 0,1 1 0 0 0,0 0 0 0 0,0-1 0 0 0,-1 1 1 0 0,1 0-1 0 0,0 0 0 0 0,-1-1 0 0 0,1 1 0 0 0,-1-1 0 0 0,1 1 0 0 0,-1 0 1 0 0,0 0-1 0 0,-28 37-50 0 0,28-37 52 0 0,-48 54-976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1.9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67 4972 0 0,'-5'-65'641'0'0,"4"63"-426"0"0,4 23 86 0 0,3 8-286 0 0,0-1 0 0 0,2 1 0 0 0,1-1 0 0 0,16 33 0 0 0,-2-3-301 0 0,-7-36-2494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2.9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28 4180 0 0,'-5'-27'105'0'0,"10"126"34"0"0,5 0 0 0 0,41 179 0 0 0,-51-274-30 0 0,8 37-143 0 0,-8-12 3029 0 0,-4-34-2829 0 0,-2-2-128 0 0,0-1 0 0 0,1 0 0 0 0,0 0 0 0 0,0 0-1 0 0,1-1 1 0 0,0 1 0 0 0,1-1 0 0 0,0 0 0 0 0,0 0 0 0 0,1-1 0 0 0,0 1-1 0 0,0 0 1 0 0,1-1 0 0 0,1 1 0 0 0,0-1 0 0 0,0 0 0 0 0,0 1 0 0 0,4-14-1 0 0,-4 20-48 0 0,1 0-1 0 0,0 1 1 0 0,0-1-1 0 0,0 1 1 0 0,0-1-1 0 0,1 1 0 0 0,-1 0 1 0 0,0-1-1 0 0,1 1 1 0 0,0 0-1 0 0,0 0 1 0 0,-1 0-1 0 0,1 0 0 0 0,0 0 1 0 0,1 1-1 0 0,-1-1 1 0 0,0 0-1 0 0,0 1 1 0 0,1 0-1 0 0,-1 0 0 0 0,1-1 1 0 0,2 0-1 0 0,2 1 1 0 0,-1 0 0 0 0,1 1 0 0 0,0-1 0 0 0,-1 1 0 0 0,1 1 0 0 0,-1-1 0 0 0,13 3 0 0 0,4 2-8 0 0,1 1 0 0 0,-1 0-1 0 0,0 2 1 0 0,0 1 0 0 0,-1 1-1 0 0,0 0 1 0 0,-1 2 0 0 0,0 0-1 0 0,-1 2 1 0 0,0 0 0 0 0,-1 1-1 0 0,31 33 1 0 0,-41-37 3 0 0,-1 0-1 0 0,-1 0 1 0 0,0 1 0 0 0,-1 0-1 0 0,0 1 1 0 0,-1-1 0 0 0,0 1-1 0 0,-1 0 1 0 0,2 15 0 0 0,-2-13 63 0 0,-2-8 72 0 0,6-42-6318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3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55 5328 0 0,'0'0'-130'0'0,"5"-32"248"0"0,-6 31-98 0 0,1 0 0 0 0,0-1 0 0 0,-1 1-1 0 0,1 0 1 0 0,-1 0 0 0 0,0 0 0 0 0,1 0-1 0 0,-1-1 1 0 0,0 1 0 0 0,0 0-1 0 0,0 0 1 0 0,1 0 0 0 0,-1 0 0 0 0,0 1-1 0 0,0-1 1 0 0,-1 0 0 0 0,1 0-1 0 0,0 1 1 0 0,0-1 0 0 0,-2-1 0 0 0,0 2 21 0 0,-36 5 84 0 0,30-2-113 0 0,0 1 1 0 0,1 1 0 0 0,0 0 0 0 0,-1 0 0 0 0,2 1-1 0 0,-1-1 1 0 0,1 2 0 0 0,0-1 0 0 0,0 1 0 0 0,-8 10-1 0 0,11-12-4 0 0,0 0-1 0 0,0 1 1 0 0,1-1-1 0 0,0 1 0 0 0,0 0 1 0 0,0 0-1 0 0,0 0 1 0 0,1 0-1 0 0,0 0 0 0 0,1 1 1 0 0,-1-1-1 0 0,1 1 1 0 0,0-1-1 0 0,1 1 0 0 0,0 11 1 0 0,0-14-5 0 0,1-1 1 0 0,0 1-1 0 0,1 0 1 0 0,-1-1-1 0 0,1 1 1 0 0,-1-1-1 0 0,1 1 0 0 0,0-1 1 0 0,1 0-1 0 0,-1 1 1 0 0,0-1-1 0 0,1 0 1 0 0,0-1-1 0 0,-1 1 1 0 0,1 0-1 0 0,0-1 0 0 0,0 0 1 0 0,6 3-1 0 0,-3-1 6 0 0,1 0 0 0 0,0-1 1 0 0,0 0-1 0 0,1 0 0 0 0,-1 0 0 0 0,1-1 0 0 0,13 2 0 0 0,-18-4-5 0 0,0 0 0 0 0,0-1-1 0 0,-1 1 1 0 0,1-1 0 0 0,0 1 0 0 0,0-1 0 0 0,-1 0-1 0 0,1 0 1 0 0,-1 0 0 0 0,1 0 0 0 0,-1-1 0 0 0,1 1 0 0 0,-1-1-1 0 0,0 0 1 0 0,1 1 0 0 0,-1-1 0 0 0,0 0 0 0 0,0 0 0 0 0,-1 0-1 0 0,1 0 1 0 0,0-1 0 0 0,-1 1 0 0 0,3-5 0 0 0,2-3 12 0 0,-1 1 1 0 0,-1-1 0 0 0,1 0 0 0 0,3-15-1 0 0,-5 9 159 0 0,0-1 1 0 0,0 1-1 0 0,-2-1 0 0 0,0-19 0 0 0,-1 34 22 0 0,-4 6-186 0 0,-1 0-10 0 0,3-2 2 0 0,0-1 0 0 0,0 1 0 0 0,0-1 0 0 0,1 1 0 0 0,-1 0 1 0 0,0 0-1 0 0,1 0 0 0 0,-1 0 0 0 0,1 0 0 0 0,0 0 1 0 0,-1 0-1 0 0,1 0 0 0 0,0 1 0 0 0,1-1 0 0 0,-1 0 0 0 0,0 1 1 0 0,1-1-1 0 0,-1 1 0 0 0,1-1 0 0 0,-1 1 0 0 0,1-1 0 0 0,0 1 1 0 0,0-1-1 0 0,1 1 0 0 0,-1-1 0 0 0,1 5 0 0 0,1-2-10 0 0,0 1-1 0 0,0 0 1 0 0,0-1-1 0 0,1 0 1 0 0,0 1-1 0 0,0-1 1 0 0,0 0-1 0 0,1-1 1 0 0,-1 1-1 0 0,1-1 1 0 0,0 1-1 0 0,1-1 0 0 0,-1 0 1 0 0,1 0-1 0 0,0-1 1 0 0,-1 0-1 0 0,2 0 1 0 0,-1 0-1 0 0,0 0 1 0 0,1-1-1 0 0,-1 1 1 0 0,1-2-1 0 0,6 3 1 0 0,-6-3-373 0 0,0 0 1 0 0,0 0 0 0 0,0 0 0 0 0,0-1 0 0 0,-1 0-1 0 0,1 0 1 0 0,0 0 0 0 0,8-2 0 0 0,3-1-1811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4.4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223 38 5577 0 0,'0'0'-167'0'0,"-25"-26"-407"0"0,18 24 585 0 0,-1-1 0 0 0,0 1-1 0 0,0 1 1 0 0,0-1 0 0 0,0 2-1 0 0,0-1 1 0 0,0 1 0 0 0,0 0 0 0 0,0 0-1 0 0,-13 3 1 0 0,3 2 24 0 0,0 0 1 0 0,1 1-1 0 0,-23 11 0 0 0,38-15-26 0 0,0 13 10 0 0,2-14-16 0 0,2 2-6 0 0,13 6 16 0 0,-1 1-1 0 0,1-2 1 0 0,1 0-1 0 0,0 0 1 0 0,28 8-1 0 0,12 6 10 0 0,12 14-45 0 0,-63-33 19 0 0,0 0-1 0 0,0 1 1 0 0,-1-1-1 0 0,1 1 0 0 0,-1 0 1 0 0,0 1-1 0 0,0-1 0 0 0,0 1 1 0 0,-1-1-1 0 0,6 10 0 0 0,-9-13 11 0 0,0-1-1 0 0,0 1 1 0 0,0-1-1 0 0,0 1 1 0 0,1-1-1 0 0,-1 1 1 0 0,0-1 0 0 0,0 0-1 0 0,0 1 1 0 0,0-1-1 0 0,0 1 1 0 0,0-1-1 0 0,0 1 1 0 0,0-1-1 0 0,-1 1 1 0 0,1-1-1 0 0,0 1 1 0 0,0-1-1 0 0,0 1 1 0 0,0-1-1 0 0,-1 0 1 0 0,1 1-1 0 0,0-1 1 0 0,0 1-1 0 0,-1-1 1 0 0,1 0-1 0 0,0 1 1 0 0,-1-1-1 0 0,1 0 1 0 0,0 1-1 0 0,-1-1 1 0 0,1 0-1 0 0,-1 0 1 0 0,1 1-1 0 0,0-1 1 0 0,-1 0-1 0 0,-24 7 203 0 0,-18-5 30 0 0,13-5-124 0 0,1-1 0 0 0,-1-1 1 0 0,1-2-1 0 0,-34-12 0 0 0,63 19-174 0 0,-1-1-1 0 0,1 1 1 0 0,0 0-1 0 0,-1 0 1 0 0,1-1-1 0 0,0 1 0 0 0,0-1 1 0 0,-1 1-1 0 0,1 0 1 0 0,0-1-1 0 0,0 1 1 0 0,0 0-1 0 0,-1-1 1 0 0,1 1-1 0 0,0-1 1 0 0,0 1-1 0 0,0-1 0 0 0,0 1 1 0 0,0 0-1 0 0,0-1 1 0 0,0 1-1 0 0,0-1 1 0 0,0 1-1 0 0,0-1 1 0 0,0 1-1 0 0,0 0 1 0 0,0-1-1 0 0,0 1 0 0 0,1-1 1 0 0,-1 1-1 0 0,0 0 1 0 0,0-1-1 0 0,0 1 1 0 0,1-1-1 0 0,-1 1 1 0 0,0 0-1 0 0,0-1 1 0 0,1 1-1 0 0,-1 0 0 0 0,0-1 1 0 0,1 1-1 0 0,-1 0 1 0 0,0 0-1 0 0,1-1 1 0 0,-1 1-1 0 0,0 0 1 0 0,1 0-1 0 0,-1 0 1 0 0,1-1-1 0 0,-1 1 0 0 0,0 0 1 0 0,1 0-1 0 0,-1 0 1 0 0,1 0-1 0 0,-1 0 1 0 0,1 0-1 0 0,0-1 132 0 0,9-6-1202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5.1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84 4084 0 0,'0'-8'167'0'0,"-1"0"0"0"0,0 0 0 0 0,0 0-1 0 0,-1 1 1 0 0,0-1 0 0 0,-4-11 0 0 0,5 18-27 0 0,-6-15 771 0 0,9 22-908 0 0,12 56 22 0 0,2-1-1 0 0,3-1 1 0 0,44 97-1 0 0,-39-110-4 0 0,-9-16 28 0 0,36 56-1 0 0,-50-85 125 0 0,0 0 0 0 0,0 0 0 0 0,0-1 0 0 0,-1 1 0 0 0,1 0 0 0 0,0 0 0 0 0,-1 0 0 0 0,0 0 0 0 0,1 1-1 0 0,-1-1 1 0 0,0 0 0 0 0,0 0 0 0 0,0 2 0 0 0,-3-6-146 0 0,-1 0-1 0 0,1 0 1 0 0,1-1 0 0 0,-1 1-1 0 0,0-1 1 0 0,0 1 0 0 0,1-1 0 0 0,0 0-1 0 0,-1 0 1 0 0,1 0 0 0 0,0-1-1 0 0,1 1 1 0 0,-1 0 0 0 0,0-1-1 0 0,1 1 1 0 0,0-1 0 0 0,0 1-1 0 0,0-1 1 0 0,0 0 0 0 0,1 1-1 0 0,-1-1 1 0 0,1 0 0 0 0,0 0-1 0 0,0 1 1 0 0,0-1 0 0 0,1 0-1 0 0,-1 0 1 0 0,1 1 0 0 0,2-7-1 0 0,0 3-24 0 0,1 1-1 0 0,0-1 0 0 0,1 1 1 0 0,0-1-1 0 0,0 1 1 0 0,0 1-1 0 0,0-1 1 0 0,1 1-1 0 0,0 0 0 0 0,0 0 1 0 0,1 0-1 0 0,-1 1 1 0 0,1 0-1 0 0,0 1 1 0 0,0-1-1 0 0,0 1 0 0 0,0 1 1 0 0,1-1-1 0 0,-1 1 1 0 0,1 1-1 0 0,-1-1 0 0 0,1 1 1 0 0,11 0-1 0 0,-6 0-10 0 0,-1 1 0 0 0,0 1 0 0 0,0 0-1 0 0,0 0 1 0 0,0 1 0 0 0,0 1 0 0 0,-1 0-1 0 0,1 0 1 0 0,-1 1 0 0 0,1 1 0 0 0,-1 0 0 0 0,0 1-1 0 0,-1-1 1 0 0,16 13 0 0 0,30 35-33 0 0,-53-50 28 0 0,0 1 1 0 0,0 0 0 0 0,0 0 0 0 0,-1 0 0 0 0,0 0-1 0 0,0 1 1 0 0,0-1 0 0 0,0 1 0 0 0,0-1 0 0 0,-1 1-1 0 0,0-1 1 0 0,0 1 0 0 0,0 9 0 0 0,-1-12-270 0 0,-1 0 0 0 0,1 0 0 0 0,-1 0 0 0 0,1 0 0 0 0,-1-1 0 0 0,0 1 0 0 0,0 0 0 0 0,0 0 0 0 0,0-1 0 0 0,0 1 0 0 0,0 0 0 0 0,-1-1 0 0 0,1 1-1 0 0,0-1 1 0 0,-4 3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7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412 138 6349 0 0,'0'0'-21'0'0,"0"0"1"0"0,0 0 0 0 0,1 0 0 0 0,-1 0 0 0 0,0 0 0 0 0,0 0 0 0 0,0 0 0 0 0,1 0-1 0 0,-1 0 1 0 0,0-1 0 0 0,0 1 0 0 0,0 0 0 0 0,0 0 0 0 0,1 0 0 0 0,-1 0 0 0 0,0 0-1 0 0,0-1 1 0 0,0 1 0 0 0,0 0 0 0 0,0 0 0 0 0,0 0 0 0 0,0-1 0 0 0,1 1-1 0 0,-1 0 1 0 0,0 0 0 0 0,0 0 0 0 0,0-1 0 0 0,0 1 0 0 0,0 0 0 0 0,0 0 0 0 0,0-1-1 0 0,0 1 1 0 0,0 0 0 0 0,0 0 0 0 0,0 0 0 0 0,0-1 0 0 0,0 1 0 0 0,0 0 0 0 0,-1 0-1 0 0,1 0 1 0 0,0-1 0 0 0,0 1 0 0 0,0 0 0 0 0,0 0 0 0 0,0 0 0 0 0,0-1 0 0 0,0 1-1 0 0,-1 0 1 0 0,1 0 0 0 0,0 0 0 0 0,0 0 0 0 0,0-1 0 0 0,-1 1 0 0 0,-17-8-170 0 0,-30-2 305 0 0,31 8-107 0 0,-1 2-1 0 0,1 0 1 0 0,-1 0-1 0 0,1 2 0 0 0,-1 0 1 0 0,1 1-1 0 0,0 1 1 0 0,0 0-1 0 0,-20 9 1 0 0,27-9-4 0 0,-1 1 1 0 0,1 0-1 0 0,1 1 0 0 0,-1 0 1 0 0,1 1-1 0 0,0 0 1 0 0,0 0-1 0 0,1 1 1 0 0,0 0-1 0 0,1 0 0 0 0,-1 1 1 0 0,2 0-1 0 0,-1 0 1 0 0,1 1-1 0 0,-8 17 0 0 0,12-22-2 0 0,0 0-1 0 0,0 1 0 0 0,0-1 0 0 0,1 1 1 0 0,0-1-1 0 0,0 1 0 0 0,0-1 0 0 0,1 1 1 0 0,0 0-1 0 0,0-1 0 0 0,0 1 0 0 0,1 0 1 0 0,-1-1-1 0 0,1 1 0 0 0,1-1 0 0 0,3 10 1 0 0,-1-6 2 0 0,0 0 1 0 0,1-1 0 0 0,0 1-1 0 0,1-1 1 0 0,0-1 0 0 0,0 1-1 0 0,1-1 1 0 0,0 0 0 0 0,8 7-1 0 0,8 3 8 0 0,1 0-1 0 0,1-2 1 0 0,0 0 0 0 0,1-2-1 0 0,47 17 1 0 0,-47-20 13 0 0,0-2 1 0 0,1-1-1 0 0,0-1 0 0 0,0-1 1 0 0,0-1-1 0 0,0-2 1 0 0,31 0-1 0 0,-45-3 4 0 0,-1 0 0 0 0,0-1 0 0 0,1 0 0 0 0,-1-1 0 0 0,0 0 0 0 0,0-1 0 0 0,0-1 0 0 0,-1 0 1 0 0,1 0-1 0 0,-1-1 0 0 0,-1 0 0 0 0,1-1 0 0 0,-1 0 0 0 0,0-1 0 0 0,0 0 0 0 0,-1-1 0 0 0,15-18 0 0 0,-8 8 27 0 0,-2 0-1 0 0,0-1 1 0 0,-1-1 0 0 0,-1 0 0 0 0,-1-1-1 0 0,0 0 1 0 0,-2-1 0 0 0,-1 0-1 0 0,-1-1 1 0 0,-1 1 0 0 0,5-37 0 0 0,-11 54-34 0 0,0 1 1 0 0,0 0 0 0 0,0 0-1 0 0,-1-1 1 0 0,0 1 0 0 0,0 0 0 0 0,0 0-1 0 0,-1 0 1 0 0,0 0 0 0 0,0 0-1 0 0,0 1 1 0 0,0-1 0 0 0,-1 0 0 0 0,0 1-1 0 0,0 0 1 0 0,0-1 0 0 0,0 1-1 0 0,-1 1 1 0 0,1-1 0 0 0,-1 0-1 0 0,0 1 1 0 0,0 0 0 0 0,-1 0 0 0 0,1 0-1 0 0,-1 0 1 0 0,-7-3 0 0 0,-10-3 11 0 0,1 0 0 0 0,-1 1 0 0 0,-1 2 0 0 0,-34-7 0 0 0,43 11-14 0 0,-42-14-909 0 0,55 15 437 0 0,-1-1-547 0 0,2 2 949 0 0,-1 0 0 0 0,1 0 0 0 0,0 0 0 0 0,0 0 0 0 0,0-1 0 0 0,0 1 0 0 0,-1 0 0 0 0,1 0 0 0 0,0 0 0 0 0,0 0 1 0 0,0 0-1 0 0,0-1 0 0 0,0 1 0 0 0,0 0 0 0 0,-1 0 0 0 0,1 0 0 0 0,0 0 0 0 0,0-1 0 0 0,0 1 0 0 0,0 0 0 0 0,0 0 0 0 0,0 0 0 0 0,0-1 0 0 0,0 1 0 0 0,0 0 0 0 0,0 0 0 0 0,0 0 0 0 0,0-1 0 0 0,0 1 1 0 0,0 0-1 0 0,0 0 0 0 0,0 0 0 0 0,0 0 0 0 0,0-1 0 0 0,0 1 0 0 0,0 0 0 0 0,0 0 0 0 0,1 0 0 0 0,-1-1 0 0 0,0 1 0 0 0,0 0 0 0 0,0 0 0 0 0,0 0 0 0 0,12-13-1224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8.3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19 662 4140 0 0,'0'0'2'0'0,"-17"0"1180"0"0,16-1-1171 0 0,1 1 1 0 0,0-1-1 0 0,0 0 0 0 0,0 1 1 0 0,0-1-1 0 0,0 0 0 0 0,-1 0 1 0 0,1 1-1 0 0,0-1 0 0 0,1 0 1 0 0,-1 1-1 0 0,0-1 0 0 0,0 0 1 0 0,0 1-1 0 0,0-1 0 0 0,0 0 1 0 0,1 1-1 0 0,-1-1 0 0 0,0 0 1 0 0,1 1-1 0 0,-1-1 0 0 0,0 1 1 0 0,1-1-1 0 0,-1 0 0 0 0,1 1 1 0 0,-1-1-1 0 0,1 1 0 0 0,0-1 1 0 0,26-22 141 0 0,40-16-40 0 0,-61 36-85 0 0,167-93 98 0 0,166-85-12 0 0,-40 16 133 0 0,-260 138 294 0 0,-38 26-291 0 0,-22-12-417 0 0,-2 6-37 0 0,-1-1 0 0 0,1-1 0 0 0,-26-15 0 0 0,4 2 633 0 0,43 21-370 0 0,-4-2-29 0 0,-17-9 344 0 0,23 11-371 0 0,-1 1-1 0 0,1 0 1 0 0,0 0 0 0 0,0 0-1 0 0,0 0 1 0 0,0 0 0 0 0,0 0-1 0 0,0-1 1 0 0,0 1 0 0 0,0 0-1 0 0,0 0 1 0 0,0 0-1 0 0,0 0 1 0 0,0 0 0 0 0,0 0-1 0 0,0-1 1 0 0,0 1 0 0 0,0 0-1 0 0,0 0 1 0 0,0 0 0 0 0,0 0-1 0 0,0 0 1 0 0,0-1 0 0 0,0 1-1 0 0,0 0 1 0 0,0 0 0 0 0,0 0-1 0 0,0 0 1 0 0,0 0 0 0 0,0-1-1 0 0,0 1 1 0 0,0 0-1 0 0,0 0 1 0 0,0 0 0 0 0,1 0-1 0 0,-1 0 1 0 0,0 0 0 0 0,0 0-1 0 0,0 0 1 0 0,0-1 0 0 0,0 1-1 0 0,0 0 1 0 0,0 0 0 0 0,1 0-1 0 0,-1 0 1 0 0,0 0 0 0 0,0 0-1 0 0,0 0 1 0 0,0 0 0 0 0,0 0-1 0 0,1 0 1 0 0,-1 0-1 0 0,0 0 1 0 0,0 0 0 0 0,25-2-7 0 0,26 5-12 0 0,0 2-1 0 0,-1 3 1 0 0,61 16 0 0 0,-19-3-33 0 0,-44-5 20 0 0,-47-16 31 0 0,-1 0 1 0 0,0 0 0 0 0,0 1-1 0 0,0-1 1 0 0,1 0-1 0 0,-1 0 1 0 0,0 1 0 0 0,0-1-1 0 0,0 0 1 0 0,0 0 0 0 0,0 0-1 0 0,1 1 1 0 0,-1-1-1 0 0,0 0 1 0 0,0 0 0 0 0,0 1-1 0 0,0-1 1 0 0,0 0 0 0 0,0 1-1 0 0,0-1 1 0 0,0 0-1 0 0,0 0 1 0 0,0 1 0 0 0,0-1-1 0 0,0 0 1 0 0,0 0 0 0 0,0 1-1 0 0,0-1 1 0 0,0 0-1 0 0,0 0 1 0 0,-1 1 0 0 0,1-1-1 0 0,0 0 1 0 0,0 0 0 0 0,0 1-1 0 0,0-1 1 0 0,0 0-1 0 0,-1 0 1 0 0,1 0 0 0 0,0 1-1 0 0,0-1 1 0 0,0 0 0 0 0,-1 0-1 0 0,1 0 1 0 0,0 0-1 0 0,0 1 1 0 0,-1-1 0 0 0,1 0-1 0 0,0 0 1 0 0,-18 12 47 0 0,-1-2 0 0 0,0 0 1 0 0,0-1-1 0 0,-37 12 0 0 0,29-11-230 0 0,1 1-1 0 0,-30 16 1 0 0,50-22-50 0 0,49-4-4658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9.3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0 179 3860 0 0,'0'-43'516'0'0,"0"41"-286"0"0,3 8-212 0 0,12 30 65 0 0,19 61 0 0 0,10 26-11 0 0,-31-95 306 0 0,-2 1 0 0 0,9 35 1793 0 0,-22-64-2146 0 0,0-1 0 0 0,-1 0 0 0 0,1 0 0 0 0,0 0 1 0 0,0 0-1 0 0,0 0 0 0 0,0 0 0 0 0,0 0 0 0 0,1-1 0 0 0,-1 1 0 0 0,0-1 0 0 0,-2-2 0 0 0,1 1 21 0 0,-1-1-23 0 0,0-1-1 0 0,0 0 0 0 0,1 0 1 0 0,0 0-1 0 0,0 0 0 0 0,0 0 1 0 0,1-1-1 0 0,-1 1 1 0 0,1-1-1 0 0,1 0 0 0 0,-1 1 1 0 0,1-1-1 0 0,0 0 0 0 0,-1-12 1 0 0,0 4-12 0 0,-7-36-12 0 0,2 1 1 0 0,2-1-1 0 0,2 0 0 0 0,5-73 0 0 0,3 81-81 0 0,-5 41 63 0 0,0 0 12 0 0,0-1 0 0 0,0 1-1 0 0,1 0 1 0 0,-1 0-1 0 0,0 0 1 0 0,1 0 0 0 0,-1 0-1 0 0,0-1 1 0 0,1 1-1 0 0,0 0 1 0 0,-1 0 0 0 0,1 0-1 0 0,-1 0 1 0 0,1 0-1 0 0,0 1 1 0 0,0-1 0 0 0,0 0-1 0 0,0 0 1 0 0,-1 0-1 0 0,1 1 1 0 0,0-1-1 0 0,0 0 1 0 0,0 1 0 0 0,0-1-1 0 0,1 1 1 0 0,0-1-1 0 0,10 0-4 0 0,-1 1 0 0 0,1 1-1 0 0,-1 0 1 0 0,0 0 0 0 0,1 1-1 0 0,-1 1 1 0 0,0 0 0 0 0,0 0-1 0 0,0 1 1 0 0,-1 1-1 0 0,1 0 1 0 0,-1 0 0 0 0,0 1-1 0 0,-1 0 1 0 0,16 13 0 0 0,16 14-7 0 0,-2 2 1 0 0,37 42-1 0 0,-61-61 13 0 0,1 1-1 0 0,-1 1 1 0 0,0 1-1 0 0,-1 0 0 0 0,-1 1 1 0 0,-1 0-1 0 0,18 43 0 0 0,-10-18-21 0 0,-20-43 27 0 0,2 3 288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49.6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42 5200 0 0,'-20'2'-394'0'0,"19"-4"393"0"0,9-1-1 0 0,29-7-6 0 0,48-6-21 0 0,-53 13 10 0 0,34-6-2064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0.0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43 3796 0 0,'0'-31'666'0'0,"0"30"-203"0"0,-2-7-314 0 0,1 6-70 0 0,0 5 415 0 0,1 17-469 0 0,1-1 1 0 0,0 1-1 0 0,1-1 0 0 0,1 0 0 0 0,8 27 1 0 0,2-5 21 0 0,26 61 0 0 0,-11-42-1636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0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77 3940 0 0,'0'0'-146'0'0,"8"-41"-502"0"0,-7 39 646 0 0,0 1 1 0 0,1-1 0 0 0,-1 0 0 0 0,1 1 0 0 0,-1 0 0 0 0,1-1 0 0 0,0 1-1 0 0,0 0 1 0 0,-1 0 0 0 0,1 0 0 0 0,0 0 0 0 0,3-1 0 0 0,46-10 100 0 0,-37 9-79 0 0,0 2 0 0 0,0 0 0 0 0,0 0 0 0 0,0 2 0 0 0,0-1 0 0 0,0 2 0 0 0,16 3 0 0 0,3 3 24 0 0,56 23-1 0 0,-88-31-41 0 0,0 0-1 0 0,0 0 1 0 0,0 0-1 0 0,0 1 1 0 0,1-1-1 0 0,-1 1 1 0 0,0-1-1 0 0,0 0 1 0 0,0 1 0 0 0,0 0-1 0 0,0-1 1 0 0,0 1-1 0 0,0 0 1 0 0,-1-1-1 0 0,1 1 1 0 0,0 0-1 0 0,0 0 1 0 0,0 0 0 0 0,-1 0-1 0 0,1 0 1 0 0,0 0-1 0 0,-1 0 1 0 0,1 0-1 0 0,-1 0 1 0 0,1 0-1 0 0,-1 0 1 0 0,0 0 0 0 0,1 0-1 0 0,-1 0 1 0 0,0 0-1 0 0,0 3 1 0 0,-1-2 8 0 0,0 0 0 0 0,0 0 0 0 0,0 0 0 0 0,-1 0 0 0 0,1 0 0 0 0,0 0 0 0 0,-1-1 0 0 0,0 1 0 0 0,1 0 0 0 0,-1-1 0 0 0,0 1 0 0 0,0-1 0 0 0,0 0 0 0 0,-3 2 0 0 0,-10 5 77 0 0,0 0 0 0 0,0-1 0 0 0,-21 6 0 0 0,12-5-16 0 0,-111 28 1045 0 0,132-36-1044 0 0,1 1 15 0 0,2-1-82 0 0,0-1 1 0 0,0 1 0 0 0,0 0 0 0 0,-1 0-1 0 0,1 0 1 0 0,0 0 0 0 0,0 0-1 0 0,0 0 1 0 0,-1 0 0 0 0,1 0 0 0 0,0 0-1 0 0,0-1 1 0 0,-1 1 0 0 0,1 0 0 0 0,0 0-1 0 0,0 0 1 0 0,-1 0 0 0 0,1 0-1 0 0,0 1 1 0 0,0-1 0 0 0,-1 0 0 0 0,1 0-1 0 0,0 0 1 0 0,0 0 0 0 0,-1 0-1 0 0,1 0 1 0 0,0 0 0 0 0,0 0 0 0 0,0 0-1 0 0,-1 1 1 0 0,1-1 0 0 0,0 0-1 0 0,0 0 1 0 0,0 0 0 0 0,0 0 0 0 0,-1 1-1 0 0,1-1 1 0 0,0 0 0 0 0,0 0-1 0 0,0 0 1 0 0,0 1 0 0 0,0-1 0 0 0,0 0-1 0 0,-1 0 1 0 0,1 1 0 0 0,0-1-1 0 0,0 1 1 0 0,123 23 108 0 0,9 2-114 0 0,-104-18-35 0 0,-11-5-17 0 0,-1 2 0 0 0,1 0 0 0 0,-1 1 0 0 0,0 0 0 0 0,0 1 0 0 0,-1 1 0 0 0,0 0 0 0 0,18 14 0 0 0,-33-21 49 0 0,1-1 0 0 0,0 1 0 0 0,-1 0 0 0 0,1 0 0 0 0,-1 0 0 0 0,1-1 0 0 0,-1 1 0 0 0,1 0 0 0 0,-1 0 0 0 0,0 0 0 0 0,1 0 0 0 0,-1 0 0 0 0,0 0 0 0 0,0 0 0 0 0,1 0 0 0 0,-1 0 0 0 0,0 0 0 0 0,0 0 0 0 0,0 0 0 0 0,-1 0 0 0 0,1 0 0 0 0,0 0 0 0 0,0 0-1 0 0,0 0 1 0 0,-1 0 0 0 0,1 0 0 0 0,0 0 0 0 0,-1 0 0 0 0,1-1 0 0 0,-1 1 0 0 0,1 0 0 0 0,-1 0 0 0 0,1 0 0 0 0,-1 0 0 0 0,0-1 0 0 0,1 1 0 0 0,-1 0 0 0 0,0-1 0 0 0,0 1 0 0 0,0-1 0 0 0,1 1 0 0 0,-1-1 0 0 0,-2 2 0 0 0,-38 20 7 0 0,-4-7 191 0 0,-85 15 0 0 0,31-9 217 0 0,99-21-509 0 0,-1 1 1 0 0,0-1 0 0 0,0 0 0 0 0,0 0 0 0 0,0 1 0 0 0,0-1-1 0 0,0 0 1 0 0,0 0 0 0 0,0 0 0 0 0,0 0 0 0 0,0 0 0 0 0,0 0 0 0 0,1 0-1 0 0,-1-1 1 0 0,0 1 0 0 0,0 0 0 0 0,0 0 0 0 0,0-1 0 0 0,0 1 0 0 0,0-1-1 0 0,0 1 1 0 0,1-1 0 0 0,-1 1 0 0 0,0-1 0 0 0,0 1 0 0 0,1-1-1 0 0,-1 0 1 0 0,0 1 0 0 0,1-1 0 0 0,-1 0 0 0 0,1 1 0 0 0,-1-2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1.3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299 43 3736 0 0,'0'0'-10'0'0,"-7"-14"213"0"0,2 11-141 0 0,0-1-1 0 0,0 1 1 0 0,0 0-1 0 0,0 1 1 0 0,0-1 0 0 0,-1 1-1 0 0,0 0 1 0 0,1 1-1 0 0,-1-1 1 0 0,0 1-1 0 0,0 0 1 0 0,1 1 0 0 0,-1-1-1 0 0,0 1 1 0 0,0 0-1 0 0,0 0 1 0 0,0 1 0 0 0,0 0-1 0 0,1 0 1 0 0,-1 0-1 0 0,0 1 1 0 0,1 0-1 0 0,-11 5 1 0 0,4-2-20 0 0,1 0 0 0 0,0 1 0 0 0,0 0 1 0 0,1 1-1 0 0,0 0 0 0 0,0 1 0 0 0,0 0 0 0 0,1 0 0 0 0,1 1 0 0 0,-15 18 1 0 0,21-24-29 0 0,-1 1 1 0 0,1 0 0 0 0,-1-1 0 0 0,1 1 0 0 0,0 0-1 0 0,1 0 1 0 0,-1 0 0 0 0,1 0 0 0 0,0 1 0 0 0,0-1 0 0 0,0 0-1 0 0,0 0 1 0 0,1 1 0 0 0,-1-1 0 0 0,1 1 0 0 0,1-1 0 0 0,-1 0-1 0 0,0 1 1 0 0,1-1 0 0 0,1 6 0 0 0,1-5-2 0 0,-1 0 0 0 0,1 0-1 0 0,0-1 1 0 0,0 1 0 0 0,1-1 0 0 0,-1 0 0 0 0,1 1 0 0 0,0-2 0 0 0,0 1 0 0 0,0 0 0 0 0,1-1-1 0 0,-1 0 1 0 0,1 0 0 0 0,0 0 0 0 0,9 3 0 0 0,35 18-355 0 0,2-3-1 0 0,0-2 1 0 0,1-3-1 0 0,1-1 1 0 0,55 6 0 0 0,-90-19-1012 0 0,1-1 230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4.8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5 290 3956 0 0,'0'0'-7'0'0,"-2"-5"56"0"0,1 2-33 0 0,1 1 1 0 0,-1-1-1 0 0,1 0 1 0 0,0 0-1 0 0,-1 0 1 0 0,1 0-1 0 0,1 1 0 0 0,-1-1 1 0 0,0 0-1 0 0,1 0 1 0 0,-1 0-1 0 0,1 1 1 0 0,0-1-1 0 0,0 0 1 0 0,0 1-1 0 0,0-1 1 0 0,0 0-1 0 0,2-2 1 0 0,1-1 0 0 0,1 1 1 0 0,-1-1-1 0 0,1 1 1 0 0,0 0 0 0 0,0 0-1 0 0,1 1 1 0 0,7-6-1 0 0,13-5-3 0 0,1 0-1 0 0,48-18 0 0 0,-59 26-8 0 0,235-74-33 0 0,-150 52 40 0 0,-80 26-2222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5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6 2960 0 0,'0'0'336'0'0,"-17"-5"846"0"0,195 79-768 0 0,-162-66-403 0 0,0 0 1 0 0,-1 1 0 0 0,0 1-1 0 0,20 17 1 0 0,-32-25-9 0 0,-1 1 0 0 0,1 0 0 0 0,-1-1 0 0 0,0 1 0 0 0,0 0 0 0 0,0 0 0 0 0,0 0 0 0 0,0 0 0 0 0,-1 1 0 0 0,1-1 0 0 0,-1 0 0 0 0,2 7 0 0 0,-3-8 1 0 0,0 0-1 0 0,0 1 1 0 0,0-1 0 0 0,0 0-1 0 0,-1 1 1 0 0,1-1 0 0 0,-1 0-1 0 0,1 1 1 0 0,-1-1 0 0 0,0 0-1 0 0,0 0 1 0 0,0 0 0 0 0,0 0-1 0 0,0 0 1 0 0,-1 0 0 0 0,1 0-1 0 0,0 0 1 0 0,-1 0 0 0 0,0 0-1 0 0,1-1 1 0 0,-4 3 0 0 0,-12 11-45 0 0,0-1 1 0 0,-1 0-1 0 0,0-1 1 0 0,-1-2 0 0 0,-25 13-1 0 0,43-23-402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5.7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78 3248 0 0,'1'-6'211'0'0,"0"0"-1"0"0,-1-1 0 0 0,1 1 0 0 0,-1-1 1 0 0,0 1-1 0 0,-1-1 0 0 0,0 1 0 0 0,0-1 1 0 0,-2-7-1 0 0,0 9 661 0 0,3 8-193 0 0,9 35-561 0 0,46 110 106 0 0,4 18-723 0 0,-58-156 121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6.1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59 5060 0 0,'-15'-47'566'0'0,"12"35"-44"0"0,11 29-523 0 0,8 31 16 0 0,17 79 1 0 0,-5-17 29 0 0,-16-70 27 0 0,11 35-2990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6.6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30 104 4472 0 0,'-16'0'-97'0'0,"13"0"27"0"0,-7 0-57 0 0,10 0 127 0 0,0 0 0 0 0,0-1 0 0 0,0 1 0 0 0,0 0 0 0 0,0 0 0 0 0,0 0 0 0 0,0 0 0 0 0,0 0 0 0 0,1 0 0 0 0,-1 0 0 0 0,0 0 0 0 0,0 0 0 0 0,0-1 0 0 0,0 1 0 0 0,0 0 0 0 0,0 0 0 0 0,0 0 0 0 0,0 0 0 0 0,0 0 0 0 0,0 0 0 0 0,0 0 0 0 0,0-1 0 0 0,0 1 0 0 0,0 0 0 0 0,0 0 1 0 0,0 0-1 0 0,0 0 0 0 0,0 0 0 0 0,0 0 0 0 0,0-1 0 0 0,0 1 0 0 0,0 0 0 0 0,0 0 0 0 0,0 0 0 0 0,0 0 0 0 0,0 0 0 0 0,-1 0 0 0 0,1 0 0 0 0,0 0 0 0 0,0-1 0 0 0,0 1 0 0 0,0 0 0 0 0,0 0 0 0 0,0 0 0 0 0,0 0 0 0 0,0 0 0 0 0,-1 0 0 0 0,26-10 1 0 0,0 2-1 0 0,0 1 1 0 0,49-8-1 0 0,92-4-20 0 0,-72 9 27 0 0,122-7 485 0 0,-213 17-322 0 0,-3-10-2535 0 0,0 8 1756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7.0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94 3060 0 0,'0'0'-54'0'0,"10"-2"75"0"0,512-73 327 0 0,-507 75-313 0 0,32-7-37 0 0,-45 7-120 0 0,2-8-1319 0 0,-3 6 776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6:59:59.8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0 272 2364 0 0,'0'0'-28'0'0,"4"-4"-17"0"0,15-16 52 0 0,2 1 0 0 0,0 1 0 0 0,1 1 0 0 0,1 1 0 0 0,1 0 0 0 0,0 2 0 0 0,49-21 0 0 0,-13 11 126 0 0,1 3 1 0 0,86-19 0 0 0,14 15 352 0 0,-160 25 44 0 0,13-2-2105 0 0,-11 1 1242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0.3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0 2928 0 0,'0'0'387'0'0,"-11"0"-292"0"0,8 0 105 0 0,10 0 1020 0 0,23 2-1198 0 0,1 1 0 0 0,-1 1-1 0 0,0 1 1 0 0,33 11-1 0 0,-47-11-4 0 0,0 0 0 0 0,0 1-1 0 0,0 1 1 0 0,-1 1 0 0 0,0 0-1 0 0,-1 0 1 0 0,0 2 0 0 0,0 0-1 0 0,23 22 1 0 0,-36-31-10 0 0,0 0-1 0 0,0 0 1 0 0,0 1 0 0 0,-1-1-1 0 0,1 1 1 0 0,0-1 0 0 0,0 1-1 0 0,-1-1 1 0 0,1 1-1 0 0,-1 0 1 0 0,0-1 0 0 0,1 1-1 0 0,-1-1 1 0 0,0 1 0 0 0,0 0-1 0 0,0-1 1 0 0,0 1-1 0 0,0 0 1 0 0,0-1 0 0 0,-1 1-1 0 0,1-1 1 0 0,-1 3 0 0 0,-1 0 4 0 0,1 0 1 0 0,-1 0-1 0 0,-1 0 1 0 0,1 0 0 0 0,0-1-1 0 0,-1 1 1 0 0,0 0 0 0 0,-3 3-1 0 0,-6 4 31 0 0,0-1 0 0 0,0 0 0 0 0,-23 14 0 0 0,-81 42-792 0 0,115-65 194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0.9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77 3212 0 0,'-9'-60'1644'0'0,"9"58"-1446"0"0,-4-8 198 0 0,2 6-85 0 0,0 6 275 0 0,-6 198-463 0 0,9-87-96 0 0,0-101-12 0 0,0 1-1 0 0,1-1 1 0 0,0 0 0 0 0,1-1 0 0 0,1 1 0 0 0,-1 0-1 0 0,8 13 1 0 0,-6-19-5 0 0,-1 0 0 0 0,1-1 0 0 0,0 1 0 0 0,0-1 1 0 0,1 0-1 0 0,-1-1 0 0 0,1 1 0 0 0,0-1 0 0 0,0 0 0 0 0,1-1 0 0 0,-1 0 0 0 0,1 0 0 0 0,0 0 0 0 0,0 0 0 0 0,0-1 0 0 0,0-1 0 0 0,0 1 0 0 0,0-1 0 0 0,0 0 0 0 0,15 0 0 0 0,-1-1-156 0 0,0 0-1 0 0,1-1 0 0 0,-1-1 1 0 0,0-2-1 0 0,-1 0 1 0 0,22-6-1 0 0,10-12-2199 0 0,-27 12 748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1.2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97 4676 0 0,'-43'-8'321'0'0,"271"-73"-2762"0"0,-208 74 1741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1.8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107 131 3212 0 0,'0'0'4'0'0,"23"-1"38"0"0,-14-3-28 0 0,-1-1 0 0 0,0 1 0 0 0,0-1 0 0 0,0-1 0 0 0,8-6 0 0 0,-14 10 8 0 0,1 0-1 0 0,0-1 1 0 0,-1 0 0 0 0,0 1 0 0 0,0-1 0 0 0,0 0 0 0 0,0 0 0 0 0,0 0 0 0 0,0 0 0 0 0,-1-1-1 0 0,0 1 1 0 0,1 0 0 0 0,-1-1 0 0 0,0 1 0 0 0,-1-1 0 0 0,1 1 0 0 0,0-6 0 0 0,-1 8 70 0 0,-1-1-45 0 0,1 0-1 0 0,0 0 1 0 0,-1 0-1 0 0,1 0 0 0 0,-1 0 1 0 0,0 1-1 0 0,1-1 0 0 0,-1 0 1 0 0,0 1-1 0 0,0-1 1 0 0,0 0-1 0 0,0 1 0 0 0,-1-1 1 0 0,1 1-1 0 0,0 0 1 0 0,-1-1-1 0 0,1 1 0 0 0,-3-2 1 0 0,-4 4-14 0 0,0 0 1 0 0,-1 1-1 0 0,1 0 1 0 0,0 0-1 0 0,0 0 0 0 0,0 1 1 0 0,0 1-1 0 0,0-1 1 0 0,1 1-1 0 0,-1 1 1 0 0,1-1-1 0 0,-10 9 1 0 0,8-6-14 0 0,1 0 1 0 0,-1 1 0 0 0,2 0-1 0 0,-1 0 1 0 0,1 1 0 0 0,0 0-1 0 0,1 0 1 0 0,0 1-1 0 0,-6 13 1 0 0,11-21-17 0 0,0 0 0 0 0,1 0 0 0 0,-1 0 0 0 0,0 0 1 0 0,1 0-1 0 0,-1 0 0 0 0,1 0 0 0 0,0 0 0 0 0,0 0 0 0 0,0 0 0 0 0,0 1 0 0 0,0-1 0 0 0,0 0 0 0 0,1 0 0 0 0,-1 0 0 0 0,1 0 0 0 0,-1 0 1 0 0,1 0-1 0 0,0 0 0 0 0,0 0 0 0 0,0 0 0 0 0,1 2 0 0 0,1-1 3 0 0,0 0-1 0 0,0 1 1 0 0,0-1 0 0 0,0-1 0 0 0,1 1 0 0 0,-1 0-1 0 0,1-1 1 0 0,0 1 0 0 0,0-1 0 0 0,4 2-1 0 0,10 2 10 0 0,0 0 0 0 0,0 0-1 0 0,32 4 1 0 0,-40-8-320 0 0,0 0 1 0 0,0-1-1 0 0,1 0 0 0 0,-1 0 1 0 0,0-1-1 0 0,0 0 0 0 0,0-1 1 0 0,0 0-1 0 0,18-5 1 0 0,-11-1-387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2.1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 3620 0 0,'3'-20'1751'0'0,"5"16"-948"0"0,18 23-698 0 0,-3-2-21 0 0,34 20-65 0 0,-37-22-112 0 0,1-2 1 0 0,1 0 0 0 0,0-1 0 0 0,0-1 0 0 0,43 14 0 0 0,-47-23-2831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2.3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486 1 3832 0 0,'0'0'-37'0'0,"-4"1"44"0"0,-17 6 74 0 0,0 1 0 0 0,1 1 0 0 0,0 1 1 0 0,1 0-1 0 0,0 2 0 0 0,-30 23 0 0 0,-11 6 79 0 0,-191 104 278 0 0,249-144-613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2.9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85 3396 0 0,'-17'-80'1793'0'0,"17"78"-1580"0"0,0 2-207 0 0,0 0 1 0 0,0 1 0 0 0,0-1-1 0 0,0 0 1 0 0,0 0 0 0 0,0 0-1 0 0,0 0 1 0 0,-1 0-1 0 0,1 1 1 0 0,0-1 0 0 0,0 0-1 0 0,0 0 1 0 0,0 0-1 0 0,0 0 1 0 0,-1 0 0 0 0,1 0-1 0 0,0 0 1 0 0,0 0 0 0 0,0 0-1 0 0,-1 0 1 0 0,1 1-1 0 0,0-1 1 0 0,0 0 0 0 0,0 0-1 0 0,0 0 1 0 0,-1 0 0 0 0,1 0-1 0 0,0 0 1 0 0,0 0-1 0 0,0-1 1 0 0,-1 1 0 0 0,1 0-1 0 0,0 0 1 0 0,0 0-1 0 0,0 0 1 0 0,-1 0 0 0 0,1 0-1 0 0,0 0 1 0 0,0 0 0 0 0,0 0-1 0 0,0 0 1 0 0,0-1-1 0 0,-1 1 1 0 0,1 0 0 0 0,0 0-1 0 0,0 0 1 0 0,0 0 0 0 0,0 0-1 0 0,0-1 1 0 0,0 1-1 0 0,0 0 1 0 0,-1 0 0 0 0,1 0-1 0 0,0 0 1 0 0,0-1-1 0 0,0 1 1 0 0,0 0 0 0 0,0 0-1 0 0,0 0 1 0 0,0-1 0 0 0,0 1-1 0 0,0 0 1 0 0,0 0-1 0 0,0-1 1 0 0,-1 2 0 0 0,0 0-1 0 0,0 0 1 0 0,1 0 0 0 0,-1 0-1 0 0,0-1 1 0 0,0 1 0 0 0,1 0-1 0 0,-1 0 1 0 0,0 1 0 0 0,1-1-1 0 0,-1 0 1 0 0,1 0 0 0 0,0 0-1 0 0,-1 0 1 0 0,1 0 0 0 0,0 0-1 0 0,-1 2 1 0 0,2 57 37 0 0,-7 166 44 0 0,5-215-73 0 0,0 0 0 0 0,1 0-1 0 0,0 0 1 0 0,0 0 0 0 0,1 0 0 0 0,3 14 0 0 0,-3-22-6 0 0,0 0 0 0 0,1 0 0 0 0,-1 0 1 0 0,1 0-1 0 0,-1 0 0 0 0,1-1 0 0 0,0 1 0 0 0,0 0 1 0 0,0-1-1 0 0,0 1 0 0 0,0-1 0 0 0,1 0 0 0 0,-1 0 1 0 0,1 0-1 0 0,-1 0 0 0 0,1 0 0 0 0,0 0 0 0 0,0-1 1 0 0,0 0-1 0 0,0 1 0 0 0,0-1 0 0 0,0 0 1 0 0,0 0-1 0 0,6 0 0 0 0,14 3-416 0 0,-1-1-1 0 0,1-1 1 0 0,0-1 0 0 0,0-2-1 0 0,-1 0 1 0 0,1-1 0 0 0,31-7 0 0 0,-21 0-897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03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97 4576 0 0,'-63'-10'1026'0'0,"60"10"-697"0"0,8-3-281 0 0,24-12-526 0 0,59-19 0 0 0,-37 15-1275 0 0,-8 3 339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1.1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499 115 1772 0 0,'0'0'4589'0'0,"-3"-3"-4504"0"0,-7-1-43 0 0,1 0 0 0 0,-1 0 0 0 0,0 0 1 0 0,0 1-1 0 0,-1 1 0 0 0,1 0 0 0 0,0 0 0 0 0,-1 1 1 0 0,1 1-1 0 0,-1-1 0 0 0,1 2 0 0 0,-1-1 0 0 0,1 2 0 0 0,-19 3 1 0 0,9-1-48 0 0,-1 1 1 0 0,1 1-1 0 0,1 1 1 0 0,-1 0-1 0 0,1 1 1 0 0,-34 21-1 0 0,37-18 2 0 0,2 1 0 0 0,-1 0 1 0 0,1 1-1 0 0,-23 29 0 0 0,30-33-5 0 0,0 0 1 0 0,1 0 0 0 0,0 1 0 0 0,1 0-1 0 0,0 0 1 0 0,1 0 0 0 0,0 0 0 0 0,0 1-1 0 0,-3 19 1 0 0,6-23-2 0 0,2 0-1 0 0,-1 1 1 0 0,1-1 0 0 0,0 0 0 0 0,1 0-1 0 0,-1 0 1 0 0,2 0 0 0 0,-1 0-1 0 0,1 0 1 0 0,0-1 0 0 0,0 1 0 0 0,0-1-1 0 0,1 1 1 0 0,0-1 0 0 0,1-1-1 0 0,-1 1 1 0 0,1-1 0 0 0,0 1 0 0 0,7 4-1 0 0,1 2 6 0 0,0-1-1 0 0,1 0 0 0 0,0-1 0 0 0,1 0 0 0 0,0-1 0 0 0,32 13 1 0 0,-27-15 10 0 0,1-1 0 0 0,-1-1 0 0 0,1-1 1 0 0,0-1-1 0 0,1-1 0 0 0,-1 0 1 0 0,0-2-1 0 0,1 0 0 0 0,-1-2 0 0 0,0 0 1 0 0,0-1-1 0 0,0-1 0 0 0,0-2 0 0 0,-1 0 1 0 0,1 0-1 0 0,-1-2 0 0 0,-1-1 1 0 0,0 0-1 0 0,0-2 0 0 0,-1 0 0 0 0,0 0 1 0 0,-1-2-1 0 0,0 0 0 0 0,-1-2 1 0 0,-1 1-1 0 0,0-2 0 0 0,-1 0 0 0 0,14-21 1 0 0,-21 27 26 0 0,0-1 0 0 0,0 0-1 0 0,-2-1 1 0 0,1 0 0 0 0,-1 0 0 0 0,4-15 0 0 0,-8 20-2 0 0,0 0-1 0 0,0 0 0 0 0,-1-1 1 0 0,1 1-1 0 0,-1 0 0 0 0,-1 0 1 0 0,0 0-1 0 0,0-1 1 0 0,0 1-1 0 0,-1 0 0 0 0,0 0 1 0 0,-4-9-1 0 0,1 5-1 0 0,0 1 1 0 0,-1 0-1 0 0,0 0 0 0 0,-1 0 0 0 0,0 1 1 0 0,-1 0-1 0 0,0 0 0 0 0,0 1 1 0 0,-1 0-1 0 0,0 0 0 0 0,-10-5 0 0 0,-9-6-280 0 0,-1 2-1 0 0,-46-20 1 0 0,74 37 128 0 0,0 0 1 0 0,1 0 0 0 0,-1-1-1 0 0,1 1 1 0 0,-1-1-1 0 0,0 1 1 0 0,1 0 0 0 0,-1-1-1 0 0,1 1 1 0 0,-1-1 0 0 0,1 1-1 0 0,0-1 1 0 0,-1 1-1 0 0,1-1 1 0 0,-1 0 0 0 0,1 1-1 0 0,0-1 1 0 0,0 0 0 0 0,-1 1-1 0 0,1-1 1 0 0,0 0 0 0 0,0 1-1 0 0,0-1 1 0 0,-1 0-1 0 0,1 1 1 0 0,0-1 0 0 0,0 0-1 0 0,0 1 1 0 0,1-2 0 0 0,-1 1-38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1.9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11 519 4136 0 0,'-9'0'-306'0'0,"9"0"294"0"0,0 0 0 0 0,0 0 1 0 0,0 0-1 0 0,0 0 0 0 0,0 0 0 0 0,0 0 1 0 0,0-1-1 0 0,0 1 0 0 0,0 0 1 0 0,0 0-1 0 0,0 0 0 0 0,0 0 0 0 0,0 0 1 0 0,0 0-1 0 0,0 0 0 0 0,0 0 1 0 0,0-1-1 0 0,0 1 0 0 0,0 0 0 0 0,0 0 1 0 0,0 0-1 0 0,-1 0 0 0 0,1 0 1 0 0,0 0-1 0 0,0 0 0 0 0,0 0 0 0 0,0 0 1 0 0,0 0-1 0 0,0 0 0 0 0,0-1 1 0 0,0 1-1 0 0,0 0 0 0 0,0 0 0 0 0,0 0 1 0 0,0 0-1 0 0,-1 0 0 0 0,270-93 531 0 0,-91 36-316 0 0,-57 17-81 0 0,48-17 143 0 0,-144 46-64 0 0,0-1 0 0 0,-1 0 0 0 0,0-2-1 0 0,32-26 1 0 0,-54 39-179 0 0,1-1-1 0 0,-1 1 1 0 0,0-1 0 0 0,0 0-1 0 0,0 0 1 0 0,-1 0 0 0 0,1 0-1 0 0,0 0 1 0 0,-1 0 0 0 0,1 0-1 0 0,-1-1 1 0 0,0 1 0 0 0,0-1-1 0 0,0 1 1 0 0,0-1 0 0 0,0 1-1 0 0,0-1 1 0 0,-1 1 0 0 0,1-1-1 0 0,-1 0 1 0 0,0 1 0 0 0,0-1-1 0 0,0 0 1 0 0,0 1 0 0 0,0-1-1 0 0,0 0 1 0 0,-1 1 0 0 0,1-1-1 0 0,-1 0 1 0 0,0 1 0 0 0,0-1-1 0 0,0 1 1 0 0,0-1-1 0 0,0 1 1 0 0,-1 0 0 0 0,1-1-1 0 0,-1 1 1 0 0,1 0 0 0 0,-1 0-1 0 0,0 0 1 0 0,0 0 0 0 0,0 0-1 0 0,0 1 1 0 0,0-1 0 0 0,0 1-1 0 0,0-1 1 0 0,-1 1 0 0 0,1 0-1 0 0,-1 0 1 0 0,1 0 0 0 0,-3-1-1 0 0,-41-15 42 0 0,0 1 0 0 0,0 3-1 0 0,-64-9 1 0 0,108 21-80 0 0,10 2-177 0 0,44 7 168 0 0,-1 1 0 0 0,0 3 0 0 0,-1 2 0 0 0,0 3 0 0 0,-2 1 0 0 0,0 2 0 0 0,49 30 0 0 0,-95-50 31 0 0,-1 1 0 0 0,1 0 0 0 0,-1 0 0 0 0,1-1 1 0 0,-1 1-1 0 0,1 0 0 0 0,-1 0 0 0 0,1 1 0 0 0,-1-1 1 0 0,0 0-1 0 0,0 0 0 0 0,1 1 0 0 0,-1-1 0 0 0,0 1 1 0 0,0-1-1 0 0,0 1 0 0 0,-1-1 0 0 0,1 1 0 0 0,0-1 1 0 0,-1 1-1 0 0,1 0 0 0 0,-1 0 0 0 0,1-1 0 0 0,-1 1 0 0 0,0 0 1 0 0,1 2-1 0 0,-3-2 6 0 0,1 0 0 0 0,0 1-1 0 0,-1-1 1 0 0,1 0 0 0 0,-1 0 0 0 0,0-1 0 0 0,0 1 0 0 0,0 0 0 0 0,0-1 0 0 0,0 1-1 0 0,0-1 1 0 0,0 1 0 0 0,0-1 0 0 0,-1 0 0 0 0,1 0 0 0 0,0 0 0 0 0,-1 0-1 0 0,-2 0 1 0 0,-27 11-242 0 0,0-1-1 0 0,-1-2 1 0 0,-1-2-1 0 0,1-1 0 0 0,-65 4 1 0 0,98-25-3337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2.7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517 102 5028 0 0,'1'-3'14'0'0,"0"1"-1"0"0,0-1 1 0 0,0 1-1 0 0,0-1 1 0 0,-1 0-1 0 0,1 1 1 0 0,-1-1-1 0 0,1 0 0 0 0,-1 0 1 0 0,0 0-1 0 0,0 1 1 0 0,0-1-1 0 0,0 0 1 0 0,-1 0-1 0 0,1 0 0 0 0,-1 1 1 0 0,0-1-1 0 0,0 0 1 0 0,0 1-1 0 0,0-1 1 0 0,0 1-1 0 0,0-1 0 0 0,-1 1 1 0 0,1 0-1 0 0,-1-1 1 0 0,0 1-1 0 0,0 0 1 0 0,0 0-1 0 0,0 0 1 0 0,0 0-1 0 0,0 0 0 0 0,0 1 1 0 0,0-1-1 0 0,-4-1 1 0 0,1 0 13 0 0,-1 1 0 0 0,1 0 0 0 0,-1 0 0 0 0,0 1 1 0 0,1 0-1 0 0,-1 0 0 0 0,0 0 0 0 0,0 0 0 0 0,0 1 1 0 0,0 0-1 0 0,0 0 0 0 0,0 1 0 0 0,0 0 0 0 0,-8 2 1 0 0,-17 6-8 0 0,0 2 1 0 0,1 2-1 0 0,0 0 1 0 0,2 2 0 0 0,-1 1-1 0 0,2 1 1 0 0,0 2-1 0 0,1 0 1 0 0,1 2 0 0 0,-40 43-1 0 0,61-59-17 0 0,-1 0 0 0 0,1 0 0 0 0,0 1 0 0 0,0 0 0 0 0,1-1 0 0 0,-1 1 0 0 0,1 1 0 0 0,1-1 0 0 0,-1 0 0 0 0,1 1 0 0 0,0-1 1 0 0,1 1-1 0 0,-1-1 0 0 0,1 1 0 0 0,0 10 0 0 0,2-11-2 0 0,0-1 0 0 0,0 1 1 0 0,0-1-1 0 0,1 1 0 0 0,0-1 0 0 0,0 0 1 0 0,0 0-1 0 0,1 0 0 0 0,-1 0 1 0 0,1 0-1 0 0,0-1 0 0 0,1 1 1 0 0,-1-1-1 0 0,1 0 0 0 0,0 0 1 0 0,0 0-1 0 0,0 0 0 0 0,0-1 1 0 0,8 5-1 0 0,15 7 7 0 0,0 0-1 0 0,1-2 1 0 0,1-1-1 0 0,0-1 1 0 0,0-2 0 0 0,1-1-1 0 0,37 5 1 0 0,55 17 280 0 0,-119-29-182 0 0,1 0 0 0 0,-1 0 0 0 0,0 0 0 0 0,1 0 1 0 0,-1-1-1 0 0,0 1 0 0 0,1-1 0 0 0,6-1 0 0 0,-10 1-134 0 0,1 0 0 0 0,0-1-1 0 0,-1 1 1 0 0,1 0-1 0 0,0-1 1 0 0,-1 1 0 0 0,1-1-1 0 0,-1 1 1 0 0,1-1 0 0 0,0 0-1 0 0,-1 1 1 0 0,0-1-1 0 0,1 1 1 0 0,-1-1 0 0 0,1 0-1 0 0,-1 0 1 0 0,0 1 0 0 0,1-1-1 0 0,-1 0 1 0 0,0 1-1 0 0,0-1 1 0 0,0 0 0 0 0,1 0-1 0 0,-1 0 1 0 0,0 1-1 0 0,0-1 1 0 0,0 0 0 0 0,0 0-1 0 0,0 1 1 0 0,-1-1 0 0 0,1 0-1 0 0,0 0 1 0 0,0 1-1 0 0,0-1 1 0 0,-1 0 0 0 0,1 0-1 0 0,-1 0 1 0 0,3-13-2805 0 0,1 6 1088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3.4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292 53 4592 0 0,'0'0'-128'0'0,"1"-30"447"0"0,-2 28-212 0 0,-27-18 735 0 0,18 20-811 0 0,-1 0 0 0 0,1 0 1 0 0,-1 1-1 0 0,1 1 0 0 0,0 0 1 0 0,-1 0-1 0 0,1 1 0 0 0,0 0 0 0 0,-17 9 1 0 0,10-4-18 0 0,0 1 1 0 0,1 0 0 0 0,0 2-1 0 0,-27 21 1 0 0,40-29-13 0 0,0 0 1 0 0,0-1-1 0 0,0 1 1 0 0,1 1-1 0 0,-1-1 1 0 0,1 0-1 0 0,0 1 1 0 0,0-1-1 0 0,0 1 1 0 0,0 0-1 0 0,1-1 1 0 0,-1 1-1 0 0,1 0 1 0 0,0 0-1 0 0,0 0 1 0 0,0 0-1 0 0,0 5 1 0 0,2-7-2 0 0,-1 1 1 0 0,0-1-1 0 0,1 0 1 0 0,-1 1-1 0 0,1-1 0 0 0,0 0 1 0 0,0 0-1 0 0,0 1 1 0 0,0-1-1 0 0,0 0 1 0 0,0 0-1 0 0,1 0 0 0 0,-1 0 1 0 0,1 0-1 0 0,-1-1 1 0 0,1 1-1 0 0,0 0 1 0 0,0-1-1 0 0,0 1 1 0 0,0-1-1 0 0,0 0 0 0 0,0 1 1 0 0,0-1-1 0 0,0 0 1 0 0,0 0-1 0 0,0-1 1 0 0,1 1-1 0 0,-1 0 0 0 0,4 0 1 0 0,2 1 12 0 0,-1-1 1 0 0,1 0-1 0 0,0 0 0 0 0,0 0 1 0 0,0-1-1 0 0,-1 0 0 0 0,1-1 1 0 0,0 0-1 0 0,0 0 0 0 0,0 0 1 0 0,-1-1-1 0 0,1-1 0 0 0,-1 1 1 0 0,0-1-1 0 0,1 0 0 0 0,7-5 0 0 0,8-7 123 0 0,-1 0-1 0 0,-1-2 0 0 0,28-25 0 0 0,-36 29 13 0 0,-5 7-32 0 0,-5 4-65 0 0,0-1-1 0 0,-1 1 1 0 0,1 0-1 0 0,-1-1 1 0 0,1 0-1 0 0,-1 1 0 0 0,0-1 1 0 0,3-5-1 0 0,-5 7 135 0 0,-16 25-130 0 0,12-19-48 0 0,2 0 0 0 0,-1 0-1 0 0,0 0 1 0 0,1 0-1 0 0,0 0 1 0 0,0 0 0 0 0,1 0-1 0 0,0 1 1 0 0,-1-1-1 0 0,2 1 1 0 0,-1-1 0 0 0,1 1-1 0 0,0-1 1 0 0,0 1 0 0 0,0-1-1 0 0,1 1 1 0 0,-1-1-1 0 0,2 1 1 0 0,1 5 0 0 0,-1-6-26 0 0,0-1 1 0 0,1 0-1 0 0,0 1 1 0 0,0-1-1 0 0,0 0 1 0 0,0-1-1 0 0,1 1 1 0 0,-1-1-1 0 0,1 1 1 0 0,0-1-1 0 0,0 0 1 0 0,0 0-1 0 0,0-1 1 0 0,1 1 0 0 0,-1-1-1 0 0,1 0 1 0 0,0 0-1 0 0,-1-1 1 0 0,1 1-1 0 0,9 1 1 0 0,-5-2-465 0 0,-1 0 0 0 0,1 0 0 0 0,0-1 0 0 0,0 0 0 0 0,0 0 0 0 0,-1-1 0 0 0,1-1 1 0 0,16-3-1 0 0,-2-4-1076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3.8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249 99 4716 0 0,'10'-35'-229'0'0,"-8"30"349"0"0,1-1 0 0 0,-2 1 0 0 0,1-1-1 0 0,-1 1 1 0 0,2-12 0 0 0,-3 15 39 0 0,0-9 276 0 0,0 11-429 0 0,0 0 1 0 0,0-1-1 0 0,0 1 0 0 0,0 0 0 0 0,0 0 1 0 0,0-1-1 0 0,0 1 0 0 0,0 0 0 0 0,0 0 1 0 0,0 0-1 0 0,0-1 0 0 0,0 1 0 0 0,-1 0 1 0 0,1 0-1 0 0,0-1 0 0 0,0 1 0 0 0,0 0 0 0 0,0 0 1 0 0,0 0-1 0 0,0 0 0 0 0,0-1 0 0 0,0 1 1 0 0,-1 0-1 0 0,1 0 0 0 0,0 0 0 0 0,0 0 1 0 0,0-1-1 0 0,0 1 0 0 0,-1 0 0 0 0,1 0 1 0 0,0 0-1 0 0,0 0 0 0 0,0 0 0 0 0,-1 0 0 0 0,1 0 1 0 0,0 0-1 0 0,0-1 0 0 0,-1 1 0 0 0,1 0 1 0 0,0 0-1 0 0,0 0 0 0 0,0 0 0 0 0,-1 0 1 0 0,1 0-1 0 0,0 0 0 0 0,0 0 0 0 0,0 1 1 0 0,-1-1-1 0 0,1 0 0 0 0,0 0 0 0 0,0 0 0 0 0,-1 0 1 0 0,1 0-1 0 0,0 0 0 0 0,0 0 0 0 0,0 0 1 0 0,-1 1-1 0 0,-17 13 22 0 0,0 1 0 0 0,0 1 0 0 0,2 0 0 0 0,0 2 0 0 0,1 0 0 0 0,1 0 0 0 0,0 1 0 0 0,2 1 0 0 0,0 0 0 0 0,-14 33 0 0 0,10-12-12 0 0,1 0 0 0 0,1 1 0 0 0,3 0 0 0 0,-12 85 0 0 0,21-112-4 0 0,1 0 0 0 0,0 1 0 0 0,1-1 0 0 0,1 0 0 0 0,0 1 0 0 0,1-1 0 0 0,1 0 1 0 0,6 23-1 0 0,-6-31-4 0 0,0-1 0 0 0,0 1 0 0 0,0-1 0 0 0,1 0 0 0 0,0 0 0 0 0,0 0 0 0 0,0-1 1 0 0,1 1-1 0 0,0-1 0 0 0,0 0 0 0 0,0-1 0 0 0,1 1 0 0 0,-1-1 0 0 0,1 0 1 0 0,0 0-1 0 0,0-1 0 0 0,1 1 0 0 0,-1-2 0 0 0,1 1 0 0 0,11 3 0 0 0,-5-3-63 0 0,0-1 0 0 0,0 0 0 0 0,0-1 1 0 0,1 0-1 0 0,-1-1 0 0 0,0 0 0 0 0,1-1 0 0 0,21-4 0 0 0,-6-2-997 0 0,1-1-1 0 0,46-20 1 0 0,-26 6-270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4.3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122 126 4228 0 0,'0'0'-6'0'0,"6"-2"32"0"0,2-1 49 0 0,-1-1 0 0 0,0 1-1 0 0,-1-1 1 0 0,1 0 0 0 0,-1-1 0 0 0,1 0 0 0 0,-1 0 0 0 0,-1 0 0 0 0,1 0 0 0 0,-1-1 0 0 0,0 0-1 0 0,0 0 1 0 0,0-1 0 0 0,5-10 0 0 0,-10 16-45 0 0,1 0 0 0 0,-1 0-1 0 0,0 0 1 0 0,1 0 0 0 0,-1-1-1 0 0,0 1 1 0 0,1 0 0 0 0,-1 0 0 0 0,0 0-1 0 0,0-1 1 0 0,0 1 0 0 0,0 0-1 0 0,0 0 1 0 0,-1 0 0 0 0,1-1-1 0 0,0 1 1 0 0,0 0 0 0 0,-1 0 0 0 0,1 0-1 0 0,-1 0 1 0 0,1 0 0 0 0,-1-1-1 0 0,1 1 1 0 0,-1 0 0 0 0,0 0 0 0 0,0 0-1 0 0,1 1 1 0 0,-1-1 0 0 0,0 0-1 0 0,0 0 1 0 0,0 0 0 0 0,0 0-1 0 0,0 1 1 0 0,0-1 0 0 0,-2 0 0 0 0,1 0 90 0 0,-4 2-72 0 0,-7 3-28 0 0,0 0 0 0 0,0 1 1 0 0,1 0-1 0 0,-1 1 0 0 0,1 0 1 0 0,0 1-1 0 0,-14 10 0 0 0,18-11-8 0 0,1 0-1 0 0,-1 1 1 0 0,1-1 0 0 0,0 1-1 0 0,0 0 1 0 0,1 1-1 0 0,0 0 1 0 0,1 0-1 0 0,-1 0 1 0 0,2 1-1 0 0,-7 14 1 0 0,10-20-12 0 0,0 0 1 0 0,0-1-1 0 0,1 1 0 0 0,-1 0 1 0 0,1 0-1 0 0,0 0 0 0 0,0 0 1 0 0,0-1-1 0 0,0 1 0 0 0,0 0 1 0 0,1 0-1 0 0,-1 0 0 0 0,1 0 1 0 0,0-1-1 0 0,0 1 0 0 0,0 0 1 0 0,0-1-1 0 0,0 1 0 0 0,3 3 1 0 0,-1-1 0 0 0,1-1-1 0 0,0 1 1 0 0,1-1 0 0 0,-1 1 0 0 0,1-1 0 0 0,0 0 0 0 0,-1-1 0 0 0,11 6 0 0 0,-1-2-9 0 0,1 0 0 0 0,0-1 1 0 0,0 0-1 0 0,1-2 1 0 0,-1 1-1 0 0,19 1 0 0 0,-22-5-387 0 0,0 0 0 0 0,0-1 0 0 0,0 0 0 0 0,0-1 0 0 0,0 0 0 0 0,0-1 0 0 0,14-3 0 0 0,4-5-1460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4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13 5032 0 0,'-3'-8'-122'0'0,"3"8"135"0"0,0-1 0 0 0,0 1 0 0 0,0 0 0 0 0,0 0-1 0 0,0 0 1 0 0,0 0 0 0 0,0-1 0 0 0,-1 1 0 0 0,1 0 0 0 0,0 0-1 0 0,0 0 1 0 0,0 0 0 0 0,0 0 0 0 0,0-1 0 0 0,0 1 0 0 0,0 0-1 0 0,0 0 1 0 0,0 0 0 0 0,-1 0 0 0 0,1 0 0 0 0,0-1-1 0 0,0 1 1 0 0,0 0 0 0 0,0 0 0 0 0,0 0 0 0 0,-1 0 0 0 0,1 0-1 0 0,0 0 1 0 0,0 0 0 0 0,0 0 0 0 0,0 0 0 0 0,0 0 0 0 0,-1 0-1 0 0,1 0 1 0 0,0 0 0 0 0,0 0 0 0 0,0 0 0 0 0,-1 0-1 0 0,1 0 1 0 0,0 0 0 0 0,0 0 0 0 0,0 0 0 0 0,0 0 0 0 0,-1 0-1 0 0,1 0 1 0 0,0 0 0 0 0,0 0 0 0 0,0 0 0 0 0,0 0 0 0 0,0 0-1 0 0,-1 0 1 0 0,1 0 0 0 0,0 1 0 0 0,0-1 0 0 0,0 0 0 0 0,-5 8-2 0 0,1 1 0 0 0,1 0 1 0 0,0-1-1 0 0,0 1 0 0 0,1 1 1 0 0,0-1-1 0 0,0 0 1 0 0,1 0-1 0 0,0 19 0 0 0,1 0-3 0 0,2 1-1 0 0,5 29 1 0 0,-4-8 1912 0 0,-8-54-1742 0 0,0-1-135 0 0,1 1 1 0 0,1-1-1 0 0,-1 0 1 0 0,1 0 0 0 0,-1 0-1 0 0,2 0 1 0 0,-1 0-1 0 0,0-1 1 0 0,1 0-1 0 0,0 1 1 0 0,0-1-1 0 0,1 0 1 0 0,0 0 0 0 0,0 0-1 0 0,0 0 1 0 0,1 0-1 0 0,0 0 1 0 0,0 0-1 0 0,0 0 1 0 0,2-6-1 0 0,-1 6-34 0 0,0-1 0 0 0,1 1 0 0 0,0 0 0 0 0,0 0-1 0 0,0 0 1 0 0,1 0 0 0 0,0 0 0 0 0,0 0-1 0 0,1 1 1 0 0,-1-1 0 0 0,1 1 0 0 0,0 0 0 0 0,1 1-1 0 0,-1-1 1 0 0,1 0 0 0 0,0 1 0 0 0,0 0 0 0 0,0 1-1 0 0,1-1 1 0 0,0 1 0 0 0,9-5 0 0 0,-10 6-12 0 0,1 1 1 0 0,-1-1-1 0 0,0 1 1 0 0,0 0-1 0 0,1 0 1 0 0,-1 1-1 0 0,0-1 1 0 0,1 1-1 0 0,-1 0 1 0 0,1 1-1 0 0,-1 0 0 0 0,0-1 1 0 0,0 2-1 0 0,1-1 1 0 0,-1 0-1 0 0,0 1 1 0 0,0 0-1 0 0,0 1 1 0 0,0-1-1 0 0,-1 1 1 0 0,1-1-1 0 0,-1 1 1 0 0,1 1-1 0 0,-1-1 1 0 0,0 1-1 0 0,5 5 1 0 0,2 6-3 0 0,-1 0 1 0 0,0 1 0 0 0,-1-1-1 0 0,-1 2 1 0 0,0-1 0 0 0,-2 1-1 0 0,1 0 1 0 0,6 35 0 0 0,-11-44 5 0 0,-1 5-177 0 0,2 15 242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5.7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324 678 5252 0 0,'0'0'-243'0'0,"-1"-4"-251"0"0,0 2 504 0 0,0 0 0 0 0,1 1 0 0 0,-1-1 0 0 0,0 0 0 0 0,0 0 0 0 0,0 0 0 0 0,0 1 0 0 0,0-1 0 0 0,-1 1 0 0 0,1-1 0 0 0,0 1 0 0 0,-1-1 0 0 0,1 1 0 0 0,-1 0 0 0 0,0 0 0 0 0,1 0 0 0 0,-1-1 0 0 0,0 2 0 0 0,0-1 0 0 0,1 0 0 0 0,-1 0 0 0 0,0 1 0 0 0,0-1 0 0 0,0 0 0 0 0,0 1 0 0 0,0 0 0 0 0,-3-1 0 0 0,-12 3 13 0 0,0-1 0 0 0,1 2-1 0 0,-1 0 1 0 0,1 1 0 0 0,0 1-1 0 0,0 0 1 0 0,0 1 0 0 0,1 1-1 0 0,0 0 1 0 0,0 1 0 0 0,1 1 0 0 0,0 0-1 0 0,0 1 1 0 0,1 0 0 0 0,-12 13-1 0 0,23-21-16 0 0,-1 0-1 0 0,1 1 1 0 0,1-1-1 0 0,-1 0 0 0 0,0 1 1 0 0,1-1-1 0 0,-1 1 1 0 0,1 0-1 0 0,0 0 0 0 0,0-1 1 0 0,0 1-1 0 0,0 0 1 0 0,0 0-1 0 0,0 0 0 0 0,1 0 1 0 0,0 0-1 0 0,-1 0 1 0 0,1 0-1 0 0,0 0 0 0 0,1 6 1 0 0,1-6-3 0 0,-1 1 1 0 0,1-1-1 0 0,-1 0 1 0 0,1 0-1 0 0,0 0 1 0 0,0 0 0 0 0,1 0-1 0 0,-1 0 1 0 0,0 0-1 0 0,1 0 1 0 0,0-1-1 0 0,0 0 1 0 0,-1 1-1 0 0,7 2 1 0 0,5 3 58 0 0,0-1 0 0 0,1 0 0 0 0,0-1 0 0 0,0-1 0 0 0,0-1 0 0 0,22 5 0 0 0,-32-9-19 0 0,0 0-1 0 0,0 0 1 0 0,0 0-1 0 0,0-1 1 0 0,0 1 0 0 0,0-1-1 0 0,0 0 1 0 0,-1-1-1 0 0,1 1 1 0 0,0-1-1 0 0,-1 0 1 0 0,1 0-1 0 0,-1-1 1 0 0,0 1 0 0 0,0-1-1 0 0,0 0 1 0 0,5-4-1 0 0,0 0 17 0 0,-2-1-1 0 0,1 1 0 0 0,-1-1 0 0 0,0 0 1 0 0,-1-1-1 0 0,10-16 0 0 0,17-47 94 0 0,-3-3 0 0 0,33-123 0 0 0,-30 90-84 0 0,30-121 268 0 0,-57 201-59 0 0,-2 0 0 0 0,3-36 1 0 0,-7 62-198 0 0,-5 5-80 0 0,-2 2 3 0 0,1 1-1 0 0,0-1 0 0 0,0 2 0 0 0,1-1 0 0 0,-1 0 0 0 0,1 1 0 0 0,1 0 1 0 0,-1 0-1 0 0,1 1 0 0 0,0-1 0 0 0,-3 12 0 0 0,-33 103 15 0 0,27-74-9 0 0,-2 0 13 0 0,2 2 0 0 0,-11 91-1 0 0,22-119-17 0 0,1-1 0 0 0,0 1-1 0 0,2 0 1 0 0,1 0-1 0 0,0 0 1 0 0,2-1-1 0 0,0 1 1 0 0,2-1 0 0 0,8 23-1 0 0,-11-38-13 0 0,-1 0 0 0 0,1-1-1 0 0,1 1 1 0 0,-1 0 0 0 0,1-1-1 0 0,0 0 1 0 0,0 0 0 0 0,0 0-1 0 0,1 0 1 0 0,8 6 0 0 0,-10-9-227 0 0,0 0 0 0 0,0 0 0 0 0,0-1 0 0 0,1 1 1 0 0,-1-1-1 0 0,1 1 0 0 0,-1-1 0 0 0,1 0 0 0 0,-1-1 1 0 0,1 1-1 0 0,-1-1 0 0 0,1 1 0 0 0,0-1 0 0 0,-1 0 1 0 0,1 0-1 0 0,0-1 0 0 0,-1 1 0 0 0,1-1 0 0 0,0 0 0 0 0,3-1 1 0 0,13-5-1633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6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241 54 5032 0 0,'2'-1'3'0'0,"0"0"0"0"0,1 0-1 0 0,-1-1 1 0 0,0 1-1 0 0,0 0 1 0 0,-1-1-1 0 0,1 1 1 0 0,0-1-1 0 0,0 0 1 0 0,-1 0-1 0 0,1 0 1 0 0,-1 1-1 0 0,0-1 1 0 0,0-1 0 0 0,1 1-1 0 0,-1 0 1 0 0,0 0-1 0 0,-1 0 1 0 0,1-1-1 0 0,1-2 1 0 0,-2 3 209 0 0,-1 1-193 0 0,1 0 0 0 0,-1 0 0 0 0,0 0 0 0 0,0 0 0 0 0,0 0 0 0 0,0 1 0 0 0,0-1 1 0 0,0 0-1 0 0,0 0 0 0 0,0 1 0 0 0,0-1 0 0 0,0 1 0 0 0,-1-1 0 0 0,1 1 0 0 0,-2-1 0 0 0,-14 3 10 0 0,-1 2 0 0 0,1-1 1 0 0,0 2-1 0 0,0 0 1 0 0,0 2-1 0 0,0-1 1 0 0,1 2-1 0 0,1 0 1 0 0,-1 1-1 0 0,1 1 1 0 0,1 0-1 0 0,-1 1 1 0 0,-16 17-1 0 0,30-27-28 0 0,0 0-1 0 0,0 1 1 0 0,0-1-1 0 0,-1 0 1 0 0,1 1 0 0 0,0-1-1 0 0,1 1 1 0 0,-1 0-1 0 0,0-1 1 0 0,0 1-1 0 0,1 0 1 0 0,-1-1 0 0 0,1 1-1 0 0,-1 0 1 0 0,1 0-1 0 0,0-1 1 0 0,0 1-1 0 0,0 0 1 0 0,0 0 0 0 0,0-1-1 0 0,0 1 1 0 0,0 0-1 0 0,1 0 1 0 0,0 2-1 0 0,0-1 2 0 0,1-1 0 0 0,-1 0 0 0 0,1 0 0 0 0,-1 0 0 0 0,1 0-1 0 0,0 0 1 0 0,0 0 0 0 0,0-1 0 0 0,0 1 0 0 0,0-1 0 0 0,1 1 0 0 0,-1-1-1 0 0,0 0 1 0 0,5 2 0 0 0,0 0 6 0 0,-1-1 0 0 0,1 0 0 0 0,0 0 0 0 0,0-1 0 0 0,0 0 0 0 0,0 0 0 0 0,0-1 0 0 0,0 1 0 0 0,0-1 0 0 0,0-1 0 0 0,10-1 0 0 0,-4-3 62 0 0,-1 0 1 0 0,0-1 0 0 0,-1-1 0 0 0,1 1 0 0 0,-1-2 0 0 0,-1 0-1 0 0,1 0 1 0 0,-1-1 0 0 0,-1 0 0 0 0,0 0 0 0 0,0-1-1 0 0,14-22 1 0 0,-22 31 201 0 0,-3 3-265 0 0,-1 0-1 0 0,1 1 0 0 0,0-1 1 0 0,-1 1-1 0 0,1 0 0 0 0,0 0 1 0 0,1 0-1 0 0,-1 0 0 0 0,-1 4 1 0 0,-5 7 23 0 0,6-12-25 0 0,1 1 0 0 0,0 0 1 0 0,-1 0-1 0 0,1 0 0 0 0,0 0 1 0 0,0 0-1 0 0,0 1 1 0 0,1-1-1 0 0,-1 0 0 0 0,1 0 1 0 0,0 1-1 0 0,0-1 0 0 0,0 0 1 0 0,0 0-1 0 0,1 1 0 0 0,-1-1 1 0 0,1 0-1 0 0,0 0 1 0 0,0 0-1 0 0,0 0 0 0 0,0 0 1 0 0,0 0-1 0 0,1 0 0 0 0,-1 0 1 0 0,1 0-1 0 0,0 0 0 0 0,0-1 1 0 0,0 1-1 0 0,0-1 1 0 0,5 4-1 0 0,-3-2-81 0 0,0 0-1 0 0,0-1 1 0 0,0 1 0 0 0,1-1 0 0 0,0 0 0 0 0,0 0-1 0 0,0-1 1 0 0,0 1 0 0 0,0-1 0 0 0,0 0 0 0 0,0-1-1 0 0,1 1 1 0 0,-1-1 0 0 0,1 0 0 0 0,-1-1 0 0 0,1 1-1 0 0,7-1 1 0 0,33-10-2674 0 0,-24 0 1123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6.9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28 4628 0 0,'0'0'-176'0'0,"-1"0"125"0"0,1-1 1 0 0,-1 1-1 0 0,0-1 1 0 0,0 0-1 0 0,1 0 0 0 0,-1 1 1 0 0,1-1-1 0 0,-1 0 1 0 0,1 0-1 0 0,-1 0 1 0 0,1 0-1 0 0,0 0 0 0 0,-1 0 1 0 0,1 1-1 0 0,0-1 1 0 0,0 0-1 0 0,-1-2 1 0 0,4 1 40 0 0,-1 1 3 0 0,-1 0-1 0 0,1 0 1 0 0,-1 0-1 0 0,1 0 1 0 0,0 0-1 0 0,0 0 1 0 0,-1 1-1 0 0,1-1 1 0 0,0 0-1 0 0,0 1 1 0 0,0 0-1 0 0,0-1 1 0 0,0 1-1 0 0,0 0 1 0 0,-1 0-1 0 0,1 0 1 0 0,0 0-1 0 0,0 1 1 0 0,2-1-1 0 0,0 0-3 0 0,-2 0 17 0 0,0 0 0 0 0,1 0 0 0 0,-1 0 0 0 0,1 0-1 0 0,-1 0 1 0 0,1 1 0 0 0,-1-1 0 0 0,0 1 0 0 0,1 0 0 0 0,-1-1 0 0 0,0 1 0 0 0,0 0 0 0 0,1 0-1 0 0,-1 0 1 0 0,0 1 0 0 0,0-1 0 0 0,0 1 0 0 0,2 1 0 0 0,38 31 242 0 0,-42-33-245 0 0,50 42 249 0 0,-26-24-170 0 0,-1 1 0 0 0,-1 1 0 0 0,-1 1 0 0 0,0 0 0 0 0,-2 2 0 0 0,20 32 0 0 0,-38-55-45 0 0,0 0-1 0 0,-1 0 1 0 0,1 1-1 0 0,0-1 1 0 0,0 0-1 0 0,-1 0 0 0 0,1 1 1 0 0,-1-1-1 0 0,0 1 1 0 0,1-1-1 0 0,-1 0 1 0 0,0 1-1 0 0,0-1 0 0 0,1 1 1 0 0,-1-1-1 0 0,0 1 1 0 0,-1-1-1 0 0,1 0 1 0 0,0 1-1 0 0,0-1 0 0 0,-1 1 1 0 0,1-1-1 0 0,0 0 1 0 0,-2 3-1 0 0,1-2 0 0 0,-1-1 0 0 0,1 0 0 0 0,-1 0 0 0 0,1 0 0 0 0,-1 0 0 0 0,0 0 0 0 0,1 0 0 0 0,-1 0 0 0 0,0-1 0 0 0,1 1 0 0 0,-1-1 0 0 0,0 1 0 0 0,0-1 0 0 0,0 0 0 0 0,0 1 0 0 0,-2-1 0 0 0,-8 0 123 0 0,1 0-1 0 0,-1-1 0 0 0,1 0 1 0 0,-1-1-1 0 0,-11-4 0 0 0,18 5-100 0 0,1 0-1 0 0,0 0 1 0 0,0 0-1 0 0,0-1 0 0 0,0 0 1 0 0,1 0-1 0 0,-1 0 1 0 0,0 0-1 0 0,1 0 0 0 0,-1-1 1 0 0,1 0-1 0 0,0 1 0 0 0,0-1 1 0 0,0 0-1 0 0,0-1 1 0 0,0 1-1 0 0,1-1 0 0 0,0 1 1 0 0,-4-8-1 0 0,5 8-39 0 0,0 0-1 0 0,1-1 0 0 0,0 1 1 0 0,-1-1-1 0 0,1 1 1 0 0,0-1-1 0 0,0 1 0 0 0,1-1 1 0 0,-1 1-1 0 0,1 0 1 0 0,0-1-1 0 0,0 1 0 0 0,0 0 1 0 0,0-1-1 0 0,0 1 1 0 0,1 0-1 0 0,0 0 0 0 0,-1 0 1 0 0,1 0-1 0 0,0 0 1 0 0,1 1-1 0 0,-1-1 0 0 0,0 0 1 0 0,5-2-1 0 0,9-12-6 0 0,1 2 0 0 0,0 0 0 0 0,1 1 0 0 0,1 1 0 0 0,0 1 0 0 0,1 1 0 0 0,0 0 0 0 0,1 1 0 0 0,0 2 0 0 0,41-12 0 0 0,-60 19-43 0 0,5 1 243 0 0,1 0-1060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8.4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22 157 5801 0 0,'0'0'208'0'0,"0"-6"-57"0"0,0-29 428 0 0,0 34-227 0 0,0-6-243 0 0,0 4-39 0 0,0 7 364 0 0,30 367-354 0 0,-27-328 917 0 0,-6-48-921 0 0,-4-7-46 0 0,0 1 0 0 0,1-1 0 0 0,1-1 0 0 0,0 1 0 0 0,0-1 0 0 0,1 0 1 0 0,1 0-1 0 0,0 0 0 0 0,1 0 0 0 0,-1-17 0 0 0,1-20 0 0 0,6-73 0 0 0,-1 94-53 0 0,14-53 0 0 0,-8 46-61 0 0,-8 34 79 0 0,0-1-1 0 0,0 1 1 0 0,0-1 0 0 0,0 1-1 0 0,0 0 1 0 0,1 0 0 0 0,-1 0-1 0 0,1-1 1 0 0,0 1 0 0 0,-1 1-1 0 0,1-1 1 0 0,0 0-1 0 0,0 0 1 0 0,0 1 0 0 0,0-1-1 0 0,1 1 1 0 0,-1-1 0 0 0,0 1-1 0 0,1 0 1 0 0,-1 0 0 0 0,1 0-1 0 0,-1 1 1 0 0,1-1-1 0 0,-1 0 1 0 0,1 1 0 0 0,-1 0-1 0 0,1-1 1 0 0,0 1 0 0 0,-1 0-1 0 0,5 1 1 0 0,10 0 2 0 0,0 0 1 0 0,0 1-1 0 0,24 7 0 0 0,-37-9 0 0 0,11 4-3 0 0,-1 0-1 0 0,0 0 1 0 0,0 1 0 0 0,0 1-1 0 0,-1 0 1 0 0,0 1 0 0 0,0 0-1 0 0,0 1 1 0 0,-1 1-1 0 0,-1 0 1 0 0,1 0 0 0 0,12 15-1 0 0,-17-15 7 0 0,0-1-1 0 0,-1 2 0 0 0,0-1 0 0 0,0 0 1 0 0,-1 1-1 0 0,0 0 0 0 0,-1 0 1 0 0,0 1-1 0 0,-1-1 0 0 0,0 1 1 0 0,0 0-1 0 0,-2 0 0 0 0,1 0 1 0 0,-1 0-1 0 0,-1 0 0 0 0,0 0 1 0 0,-1 13-1 0 0,0-19 10 0 0,1 0-1 0 0,-1 1 1 0 0,-1-1 0 0 0,1 0 0 0 0,-1 0-1 0 0,0 0 1 0 0,0 0 0 0 0,0 0 0 0 0,-1 0-1 0 0,1-1 1 0 0,-1 1 0 0 0,0-1 0 0 0,-1 0-1 0 0,1 0 1 0 0,-8 7 0 0 0,3-5 6 0 0,1 0 0 0 0,-2-1 0 0 0,1 0 0 0 0,0-1 0 0 0,-1 1 0 0 0,0-1-1 0 0,0-1 1 0 0,-11 3 0 0 0,-12 1 212 0 0,-1-1 0 0 0,0-2 0 0 0,1-1 0 0 0,-38-2 0 0 0,69-1-228 0 0,-1 1-1 0 0,1-1 1 0 0,0 0 0 0 0,-1 0 0 0 0,1 0 0 0 0,-1 0 0 0 0,1 0 0 0 0,-1 0 0 0 0,1-1 0 0 0,0 1-1 0 0,-1 0 1 0 0,1-1 0 0 0,-1 1 0 0 0,1-1 0 0 0,0 1 0 0 0,0-1 0 0 0,-1 0 0 0 0,1 1 0 0 0,0-1 0 0 0,0 0-1 0 0,0 0 1 0 0,0 0 0 0 0,0 0 0 0 0,0 0 0 0 0,-2-2 0 0 0,3 1-328 0 0,4-1-133 0 0,5-3-433 0 0,0 0 0 0 0,0 1 1 0 0,1 0-1 0 0,12-4 0 0 0,2 1-2207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39.7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250 419 6565 0 0,'23'-21'-933'0'0,"-22"20"948"0"0,-1 1 1 0 0,1-1-1 0 0,-1 1 1 0 0,1-1-1 0 0,0 0 1 0 0,-1 1-1 0 0,1-1 1 0 0,-1 0-1 0 0,1 0 1 0 0,-1 1-1 0 0,0-1 1 0 0,1 0-1 0 0,-1 0 0 0 0,0 0 1 0 0,0 1-1 0 0,1-1 1 0 0,-1 0-1 0 0,0 0 1 0 0,0 0-1 0 0,0 0 1 0 0,0 0-1 0 0,0 1 1 0 0,0-1-1 0 0,0 0 1 0 0,0 0-1 0 0,-1 0 1 0 0,1 0-1 0 0,0 1 1 0 0,0-1-1 0 0,-1 0 0 0 0,1 0 1 0 0,0 0-1 0 0,-1 1 1 0 0,1-1-1 0 0,-1 0 1 0 0,1 0-1 0 0,-1 1 1 0 0,1-1-1 0 0,-1 1 1 0 0,0-1-1 0 0,1 0 1 0 0,-1 1-1 0 0,0-1 1 0 0,0 1-1 0 0,1-1 1 0 0,-1 1-1 0 0,0 0 1 0 0,0-1-1 0 0,1 1 0 0 0,-1 0 1 0 0,0 0-1 0 0,0-1 1 0 0,0 1-1 0 0,0 0 1 0 0,-1 0-1 0 0,-46-2 245 0 0,32 4-236 0 0,1 1 1 0 0,-1 0-1 0 0,0 1 1 0 0,1 1-1 0 0,0 1 1 0 0,0 0-1 0 0,0 1 1 0 0,1 0-1 0 0,0 1 1 0 0,1 1-1 0 0,-24 19 1 0 0,36-27-23 0 0,0-1-1 0 0,1 1 1 0 0,-1-1 0 0 0,0 1 0 0 0,0-1-1 0 0,1 1 1 0 0,-1 0 0 0 0,1-1 0 0 0,-1 1-1 0 0,0 0 1 0 0,1 0 0 0 0,-1-1 0 0 0,1 1-1 0 0,0 0 1 0 0,-1 0 0 0 0,1 0 0 0 0,0-1-1 0 0,-1 1 1 0 0,1 0 0 0 0,0 0 0 0 0,0 0-1 0 0,0 0 1 0 0,0 0 0 0 0,0 0 0 0 0,0-1-1 0 0,0 1 1 0 0,0 0 0 0 0,0 0-1 0 0,0 0 1 0 0,0 0 0 0 0,0 0 0 0 0,1 0-1 0 0,-1-1 1 0 0,0 1 0 0 0,1 0 0 0 0,-1 0-1 0 0,1 0 1 0 0,-1-1 0 0 0,1 1 0 0 0,-1 0-1 0 0,1-1 1 0 0,-1 1 0 0 0,1 0 0 0 0,1 0-1 0 0,0 0 2 0 0,1 1 0 0 0,-1-1 0 0 0,1 0-1 0 0,0-1 1 0 0,-1 1 0 0 0,1 0 0 0 0,0-1 0 0 0,-1 0-1 0 0,1 0 1 0 0,0 1 0 0 0,-1-1 0 0 0,1-1 0 0 0,3 1-1 0 0,10-4 1 0 0,-1 0 0 0 0,0 0-1 0 0,0-2 1 0 0,0 0 0 0 0,24-13-1 0 0,68-50 445 0 0,-78 49-20 0 0,-30 27 35 0 0,-1-1-453 0 0,0-1 0 0 0,0 1 0 0 0,1 0 0 0 0,0-1 1 0 0,0 1-1 0 0,1 0 0 0 0,-1 0 0 0 0,1 0 0 0 0,1-1 0 0 0,-1 1 0 0 0,1 0 1 0 0,0 0-1 0 0,3 10 0 0 0,3-7-8 0 0,-1 0-1 0 0,1-1 1 0 0,1 0 0 0 0,0 0 0 0 0,0-1 0 0 0,1 0 0 0 0,-1 0 0 0 0,1-1-1 0 0,1 0 1 0 0,-1-1 0 0 0,11 5 0 0 0,1-1 9 0 0,-1-1 0 0 0,1-1 0 0 0,0-1 0 0 0,34 5 0 0 0,-50-10-2 0 0,0-1 0 0 0,0 1 0 0 0,0-1-1 0 0,0 0 1 0 0,0 0 0 0 0,0-1 0 0 0,0 1-1 0 0,1-1 1 0 0,-1 0 0 0 0,0-1 0 0 0,-1 1-1 0 0,1-1 1 0 0,0 0 0 0 0,0 0 0 0 0,-1-1-1 0 0,8-4 1 0 0,-6 2 3 0 0,-1 0 0 0 0,0 0 0 0 0,0 0 1 0 0,0-1-1 0 0,-1 0 0 0 0,0 0 0 0 0,0 0 0 0 0,0 0 0 0 0,-1-1 0 0 0,4-10 0 0 0,3-13 20 0 0,-2 1-1 0 0,-2-1 1 0 0,-1-1-1 0 0,3-44 0 0 0,-7 56-24 0 0,10-241 632 0 0,-10 259-634 0 0,-1 1-1 0 0,0-1 1 0 0,0 0 0 0 0,0 0-1 0 0,0 1 1 0 0,0-1-1 0 0,0 0 1 0 0,0 0 0 0 0,0 1-1 0 0,0-1 1 0 0,0 0 0 0 0,0 0-1 0 0,0 1 1 0 0,0-1 0 0 0,-1 0-1 0 0,1 0 1 0 0,0 1 0 0 0,-1-1-1 0 0,1 0 1 0 0,0 1 0 0 0,-1-1-1 0 0,1 0 1 0 0,-2 0 0 0 0,-7 15 13 0 0,-5 37-27 0 0,11-22 8 0 0,2 1 1 0 0,1 0-1 0 0,1-1 1 0 0,1 1-1 0 0,2 0 0 0 0,1-1 1 0 0,2 0-1 0 0,15 44 1 0 0,-18-63 3 0 0,0 0 0 0 0,0 0-1 0 0,1-1 1 0 0,0 1 0 0 0,1-1 0 0 0,0-1 0 0 0,1 1 0 0 0,0-1 0 0 0,0 0-1 0 0,0 0 1 0 0,1-1 0 0 0,0 0 0 0 0,1-1 0 0 0,-1 0 0 0 0,1 0-1 0 0,1 0 1 0 0,-1-1 0 0 0,1-1 0 0 0,0 0 0 0 0,0 0 0 0 0,0-1 0 0 0,0 0-1 0 0,1-1 1 0 0,-1 0 0 0 0,1 0 0 0 0,-1-1 0 0 0,12-1 0 0 0,-14 0 15 0 0,0-1 0 0 0,0-1 0 0 0,0 1 0 0 0,0-1 1 0 0,-1-1-1 0 0,1 0 0 0 0,-1 0 0 0 0,1 0 0 0 0,-1-1 1 0 0,0 1-1 0 0,-1-2 0 0 0,1 1 0 0 0,-1-1 0 0 0,1 0 1 0 0,-1-1-1 0 0,-1 1 0 0 0,1-1 0 0 0,-1 0 0 0 0,0-1 1 0 0,-1 1-1 0 0,1-1 0 0 0,-1 0 0 0 0,0 0 0 0 0,4-11 1 0 0,-8 17-9 0 0,1-1 0 0 0,0 1 0 0 0,-1 0 0 0 0,1 0 0 0 0,-1 0 0 0 0,1 0 0 0 0,-1 0 1 0 0,0 0-1 0 0,1 0 0 0 0,-1-1 0 0 0,0 1 0 0 0,0 0 0 0 0,0 0 0 0 0,0-1 0 0 0,0 1 0 0 0,0 0 1 0 0,0 0-1 0 0,0 0 0 0 0,-1-1 0 0 0,1 1 0 0 0,0 0 0 0 0,-1 0 0 0 0,1 0 0 0 0,-1 0 1 0 0,1 0-1 0 0,-1 0 0 0 0,1 0 0 0 0,-1 0 0 0 0,0 0 0 0 0,0 0 0 0 0,1 0 0 0 0,-1 0 0 0 0,0 0 1 0 0,0 0-1 0 0,0 1 0 0 0,0-1 0 0 0,0 0 0 0 0,0 1 0 0 0,0-1 0 0 0,0 0 0 0 0,0 1 1 0 0,-1 0-1 0 0,1-1 0 0 0,0 1 0 0 0,0 0 0 0 0,0-1 0 0 0,-2 1 0 0 0,-2 0-7 0 0,1 0 0 0 0,-1 0 0 0 0,0 0 1 0 0,1 1-1 0 0,-1 0 0 0 0,0 0 0 0 0,1 0 0 0 0,-1 0 0 0 0,1 1 0 0 0,-1-1 0 0 0,1 1 0 0 0,-5 3 0 0 0,6-3-3 0 0,0 0 0 0 0,0 0 0 0 0,0 0 0 0 0,0 0 0 0 0,1 0 0 0 0,-1 1 0 0 0,1-1 0 0 0,-1 1 0 0 0,1 0 0 0 0,0-1-1 0 0,0 1 1 0 0,0 0 0 0 0,0 1 0 0 0,1-1 0 0 0,-1 0 0 0 0,1 0 0 0 0,0 1 0 0 0,0-1 0 0 0,0 0 0 0 0,0 1 0 0 0,1-1 0 0 0,-1 1-1 0 0,1-1 1 0 0,0 8 0 0 0,1-7 0 0 0,0 1 0 0 0,0 0-1 0 0,1 0 1 0 0,0-1 0 0 0,-1 1-1 0 0,1 0 1 0 0,1-1 0 0 0,-1 0-1 0 0,1 0 1 0 0,0 0 0 0 0,0 0 0 0 0,0 0-1 0 0,0 0 1 0 0,1-1 0 0 0,-1 1-1 0 0,1-1 1 0 0,0 0 0 0 0,4 3-1 0 0,4 0-215 0 0,-1 1 0 0 0,1-2-1 0 0,0 1 1 0 0,1-2-1 0 0,-1 0 1 0 0,1 0 0 0 0,0-1-1 0 0,0 0 1 0 0,0-2-1 0 0,25 2 1 0 0,-18-3-313 0 0,-1-1 0 0 0,1-1 0 0 0,-1 0 0 0 0,0-2 1 0 0,0 0-1 0 0,33-12 0 0 0,-26 4-2248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40.1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22 6365 0 0,'-2'0'-23'0'0,"-1"0"1"0"0,1-1-1 0 0,0 1 0 0 0,0 0 1 0 0,0-1-1 0 0,-1 0 1 0 0,1 0-1 0 0,0 1 1 0 0,0-1-1 0 0,0-1 1 0 0,0 1-1 0 0,0 0 1 0 0,-1-2-1 0 0,23-3 122 0 0,59 3 27 0 0,143 11-3152 0 0,-194-10 1634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 4252 0 0,'0'0'135'0'0,"4"-1"-94"0"0,65-2 86 0 0,134 12 0 0 0,-23 1 1 0 0,-164-10-176 0 0,-13 1-71 0 0,-1-1 0 0 0,1 0-1 0 0,-1 1 1 0 0,0-1 0 0 0,1 0 0 0 0,-1-1 0 0 0,1 1-1 0 0,-1 0 1 0 0,0-1 0 0 0,1 1 0 0 0,-1-1 0 0 0,0 0 0 0 0,1 0-1 0 0,-1 0 1 0 0,0 0 0 0 0,0 0 0 0 0,0 0 0 0 0,4-3 0 0 0,-5 2-523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0:41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34 3432 0 0,'-45'-24'1103'0'0,"22"15"-48"0"0,25 11-616 0 0,40 21-491 0 0,-7-5 151 0 0,-23-11-88 0 0,1 1-1 0 0,-1 0 1 0 0,-1 0 0 0 0,0 1 0 0 0,0 0-1 0 0,-1 1 1 0 0,0 0 0 0 0,0 1-1 0 0,12 19 1 0 0,-21-28 5 0 0,-1-1-1 0 0,1 0 0 0 0,-1 0 1 0 0,0 1-1 0 0,1-1 1 0 0,-1 0-1 0 0,0 0 0 0 0,0 1 1 0 0,0-1-1 0 0,0 0 1 0 0,0 1-1 0 0,0-1 1 0 0,-1 0-1 0 0,1 1 0 0 0,0-1 1 0 0,-1 0-1 0 0,1 0 1 0 0,-1 1-1 0 0,1-1 0 0 0,-1 0 1 0 0,1 0-1 0 0,-1 0 1 0 0,0 0-1 0 0,0 0 0 0 0,1 0 1 0 0,-1 0-1 0 0,0 0 1 0 0,0 0-1 0 0,0 0 0 0 0,0 0 1 0 0,0 0-1 0 0,0-1 1 0 0,-1 1-1 0 0,1 0 0 0 0,0-1 1 0 0,-2 1-1 0 0,-50 21 290 0 0,48-20-257 0 0,-48 15-493 0 0,0-2-1 0 0,-70 10 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27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1004 311 2508 0 0,'0'0'1568'0'0,"-8"-1"-1526"0"0,-10-4-26 0 0,-127-21 550 0 0,96 23-474 0 0,-1 1 0 0 0,1 3-1 0 0,-1 2 1 0 0,-91 17 0 0 0,113-13-83 0 0,1 1-1 0 0,-1 0 1 0 0,2 2-1 0 0,0 2 1 0 0,0 0-1 0 0,1 1 1 0 0,0 2-1 0 0,-29 22 1 0 0,36-23-9 0 0,1 1-1 0 0,0 0 1 0 0,1 1-1 0 0,0 0 1 0 0,2 2 0 0 0,0 0-1 0 0,1 0 1 0 0,0 1 0 0 0,2 1-1 0 0,-16 36 1 0 0,14-22 11 0 0,3 1 0 0 0,0 1 1 0 0,-5 44-1 0 0,12-61-1 0 0,2 0 0 0 0,0 0-1 0 0,1 0 1 0 0,1 0 0 0 0,1 0 0 0 0,1-1 0 0 0,0 1-1 0 0,8 20 1 0 0,-3-14 9 0 0,2 0-1 0 0,1 0 1 0 0,1-2 0 0 0,1 1-1 0 0,1-2 1 0 0,1 0 0 0 0,1 0-1 0 0,37 37 1 0 0,-22-31 4 0 0,1-1 1 0 0,1-1-1 0 0,2-2 0 0 0,73 39 1 0 0,-62-39-1 0 0,0-3 0 0 0,2-1 0 0 0,1-3 1 0 0,60 14-1 0 0,-76-25-13 0 0,0-1 0 0 0,0-1 1 0 0,1-2-1 0 0,-1-1 1 0 0,1-2-1 0 0,-1-2 0 0 0,51-9 1 0 0,-12-5 29 0 0,-1-3 0 0 0,-1-3 0 0 0,-1-3 0 0 0,-1-4 0 0 0,-2-2 1 0 0,-1-3-1 0 0,78-56 0 0 0,-107 67 56 0 0,-2-2 0 0 0,0-1 1 0 0,-2-2-1 0 0,-1-1 0 0 0,-2-2 0 0 0,34-46 1 0 0,-52 63-22 0 0,0 0 0 0 0,-2-1 0 0 0,0-1 0 0 0,0 1 0 0 0,-2-2 1 0 0,0 1-1 0 0,-1-1 0 0 0,-1 0 0 0 0,-1 0 0 0 0,0 0 0 0 0,-1-1 1 0 0,-1 1-1 0 0,-1-1 0 0 0,-1 1 0 0 0,0-1 0 0 0,-6-35 0 0 0,-4 16 5 0 0,-1 1-1 0 0,-1 0 0 0 0,-2 1 0 0 0,-2 1 0 0 0,-2 0 0 0 0,0 1 0 0 0,-3 1 0 0 0,-42-54 0 0 0,39 58-15 0 0,-1 2-1 0 0,-1 0 1 0 0,-1 2-1 0 0,-1 1 1 0 0,-1 1-1 0 0,-2 1 1 0 0,0 2-1 0 0,-1 1 1 0 0,-42-18-1 0 0,32 22-66 0 0,0 2 0 0 0,-1 1 0 0 0,-1 3 1 0 0,0 1-1 0 0,-61-3 0 0 0,-34 7-5028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29.1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540 143 5837 0 0,'-7'-25'-1013'0'0,"5"19"977"0"0,0-1 1 0 0,-1 0 0 0 0,0 1 0 0 0,0-1-1 0 0,-1 1 1 0 0,0 0 0 0 0,0 0-1 0 0,0 0 1 0 0,-1 1 0 0 0,0-1-1 0 0,0 1 1 0 0,0 0 0 0 0,0 1-1 0 0,-1-1 1 0 0,0 1 0 0 0,0 0 0 0 0,0 1-1 0 0,-1-1 1 0 0,1 1 0 0 0,-1 1-1 0 0,0-1 1 0 0,-10-2 0 0 0,10 4 37 0 0,0 0 1 0 0,-1 1-1 0 0,1 0 1 0 0,0 0-1 0 0,-1 0 0 0 0,1 1 1 0 0,0 0-1 0 0,0 1 1 0 0,0-1-1 0 0,-14 6 1 0 0,-63 31 75 0 0,83-37-75 0 0,-17 9 7 0 0,1 0 1 0 0,0 1-1 0 0,1 1 1 0 0,0 1-1 0 0,1 0 1 0 0,0 1-1 0 0,1 0 1 0 0,1 2-1 0 0,0-1 1 0 0,2 1 0 0 0,-1 1-1 0 0,2 0 1 0 0,-12 25-1 0 0,18-32 2 0 0,0 0-1 0 0,1 0 0 0 0,0 0 1 0 0,0 0-1 0 0,1 0 1 0 0,0 0-1 0 0,1 1 1 0 0,0-1-1 0 0,1 0 1 0 0,0 1-1 0 0,1-1 1 0 0,0 1-1 0 0,0-1 0 0 0,1 0 1 0 0,1 1-1 0 0,-1-1 1 0 0,2 0-1 0 0,-1-1 1 0 0,1 1-1 0 0,1-1 1 0 0,0 1-1 0 0,0-1 0 0 0,1-1 1 0 0,0 1-1 0 0,1-1 1 0 0,-1 0-1 0 0,11 9 1 0 0,4 3 32 0 0,1 0 0 0 0,0-2 1 0 0,1 0-1 0 0,1-2 0 0 0,1-1 1 0 0,0 0-1 0 0,0-2 0 0 0,2-1 1 0 0,0-1-1 0 0,0-2 0 0 0,1 0 0 0 0,46 7 1 0 0,-70-15-30 0 0,0-1 0 0 0,-1 1 0 0 0,1-1 0 0 0,0 0 0 0 0,0 0 0 0 0,-1-1 0 0 0,1 1 0 0 0,0-1 1 0 0,-1 0-1 0 0,1 0 0 0 0,0 0 0 0 0,-1 0 0 0 0,1-1 0 0 0,-1 1 0 0 0,0-1 0 0 0,0 0 0 0 0,1 0 0 0 0,-1 0 0 0 0,0-1 0 0 0,-1 1 1 0 0,1-1-1 0 0,0 1 0 0 0,-1-1 0 0 0,1 0 0 0 0,-1 0 0 0 0,0 0 0 0 0,0 0 0 0 0,0 0 0 0 0,0-1 0 0 0,-1 1 0 0 0,1-1 0 0 0,0-3 1 0 0,-1 2-8 0 0,1 1 1 0 0,-1-1-1 0 0,0 0 0 0 0,0 0 1 0 0,-1 0-1 0 0,1 0 1 0 0,-1-1-1 0 0,0 1 1 0 0,-1 0-1 0 0,1 0 1 0 0,-1 0-1 0 0,0 0 1 0 0,0 0-1 0 0,-1 1 1 0 0,1-1-1 0 0,-1 0 1 0 0,0 0-1 0 0,0 1 1 0 0,-1 0-1 0 0,1-1 1 0 0,-1 1-1 0 0,-5-6 1 0 0,-1 2-2 0 0,0 1 0 0 0,-1-1 0 0 0,0 2 0 0 0,-1-1 0 0 0,1 1 1 0 0,-21-8-1 0 0,-20-11 26 0 0,49 23-23 0 0,-2-3-9 0 0,3 4-8 0 0,27-10 12 0 0,-2 4-21 0 0,1 0 0 0 0,0 2 0 0 0,0 1 0 0 0,0 1 0 0 0,50 1 0 0 0,-7-1-78 0 0,26 1-28 0 0,-61 4 220 0 0,-32-2-95 0 0,0 1-1 0 0,1-1 1 0 0,-1 1-1 0 0,0-1 1 0 0,0 1-1 0 0,0 0 1 0 0,1-1-1 0 0,-1 1 1 0 0,0 0-1 0 0,0 0 1 0 0,0 0 0 0 0,0 0-1 0 0,0 0 1 0 0,0 0-1 0 0,0 0 1 0 0,-1 0-1 0 0,1 0 1 0 0,0 0-1 0 0,-1 0 1 0 0,1 0-1 0 0,0 1 1 0 0,-1-1-1 0 0,0 0 1 0 0,1 1-1 0 0,-1-1 1 0 0,1 2-1 0 0,7 45 65 0 0,-6-34-64 0 0,9 55 42 0 0,-3 1 0 0 0,-1 78 1 0 0,-6-138 263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29.7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45 126 4412 0 0,'-1'-13'228'0'0,"-1"0"-1"0"0,0 0 0 0 0,-1 1 0 0 0,0-1 0 0 0,-1 0 0 0 0,0 1 0 0 0,-12-23 0 0 0,15 33 33 0 0,-2 12-250 0 0,1-1-1 0 0,1 0 1 0 0,0 1-1 0 0,0-1 1 0 0,0 1-1 0 0,1-1 0 0 0,1 1 1 0 0,0-1-1 0 0,3 17 1 0 0,-1-6-7 0 0,18 139 86 0 0,-7-56-45 0 0,3 133 1 0 0,-22 10-1165 0 0,8-251-659 0 0,15-15-231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0.2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209 32 5260 0 0,'0'-1'-27'0'0,"1"0"0"0"0,-1 0 0 0 0,1 0 0 0 0,-1 0-1 0 0,1 0 1 0 0,-1 0 0 0 0,0 0 0 0 0,1 0-1 0 0,-1 0 1 0 0,0-1 0 0 0,0 1 0 0 0,0 0-1 0 0,0 0 1 0 0,0 0 0 0 0,0 0 0 0 0,0 0-1 0 0,0-1 1 0 0,0 1 0 0 0,-1 0 0 0 0,1 0-1 0 0,-1-2 1 0 0,0 3 20 0 0,1-1-1 0 0,-1 1 1 0 0,0-1 0 0 0,0 1-1 0 0,0-1 1 0 0,1 1-1 0 0,-1-1 1 0 0,0 1 0 0 0,0 0-1 0 0,0-1 1 0 0,0 1-1 0 0,0 0 1 0 0,1 0 0 0 0,-1 0-1 0 0,0 0 1 0 0,0 0 0 0 0,0 0-1 0 0,0 0 1 0 0,0 0-1 0 0,-1 0 1 0 0,-6 2 8 0 0,1 0-1 0 0,0 0 1 0 0,0 0 0 0 0,0 1 0 0 0,-10 5-1 0 0,4-1-3 0 0,0 1 0 0 0,0 1 0 0 0,1 0 0 0 0,1 1 1 0 0,-1 0-1 0 0,1 0 0 0 0,-18 25 0 0 0,26-32 9 0 0,1 0 1 0 0,-1 0 0 0 0,1 1 0 0 0,0-1-1 0 0,0 1 1 0 0,0 0 0 0 0,1-1 0 0 0,-1 1 0 0 0,1 0-1 0 0,0 0 1 0 0,0 0 0 0 0,0 0 0 0 0,0 0-1 0 0,1 0 1 0 0,0 0 0 0 0,0 0 0 0 0,0 0 0 0 0,0 1-1 0 0,1-1 1 0 0,-1 0 0 0 0,1 0 0 0 0,0 0 0 0 0,0 0-1 0 0,1 0 1 0 0,-1-1 0 0 0,1 1 0 0 0,0 0-1 0 0,0-1 1 0 0,0 1 0 0 0,0-1 0 0 0,1 1 0 0 0,-1-1-1 0 0,5 4 1 0 0,4 2 31 0 0,-1-1 0 0 0,1 0 0 0 0,0 0 0 0 0,1-2 0 0 0,0 1 0 0 0,0-1 0 0 0,1-1 0 0 0,-1 0 0 0 0,1-1 0 0 0,0 0 0 0 0,0-1 0 0 0,25 3 0 0 0,-31-6-1 0 0,-1 0 0 0 0,1 0 0 0 0,-1 0 0 0 0,1-1 0 0 0,-1 1 0 0 0,0-1 0 0 0,1-1 0 0 0,-1 0 0 0 0,0 0 0 0 0,0 0 0 0 0,0 0 0 0 0,9-6 0 0 0,-11 5-13 0 0,0 0 0 0 0,0 0 0 0 0,-1 0-1 0 0,1-1 1 0 0,-1 0 0 0 0,0 1 0 0 0,0-1 0 0 0,0 0-1 0 0,0-1 1 0 0,-1 1 0 0 0,0 0 0 0 0,0-1 0 0 0,0 0 0 0 0,0 1-1 0 0,-1-1 1 0 0,1 0 0 0 0,-1 0 0 0 0,0-6 0 0 0,1 2 8 0 0,-1 0 1 0 0,-1 0-1 0 0,1-1 1 0 0,-1 1-1 0 0,-1 0 1 0 0,0-1-1 0 0,0 1 1 0 0,-1 0-1 0 0,0 0 1 0 0,-1 0-1 0 0,0 0 0 0 0,0 0 1 0 0,-1 1-1 0 0,-7-14 1 0 0,7 16-19 0 0,-1 0 1 0 0,1 1-1 0 0,-1 0 0 0 0,0 0 0 0 0,-1 0 1 0 0,1 0-1 0 0,-1 1 0 0 0,0 0 0 0 0,0 0 1 0 0,0 1-1 0 0,-1-1 0 0 0,1 1 0 0 0,-1 1 1 0 0,0-1-1 0 0,1 1 0 0 0,-1 0 1 0 0,0 1-1 0 0,0 0 0 0 0,-13-1 0 0 0,8 2-78 0 0,1 0-1 0 0,0 0 0 0 0,-22 5 0 0 0,7-1-1027 0 0,23-4 116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1.5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67 126 4624 0 0,'-14'-37'726'0'0,"-23"-46"1"0"0,36 82-563 0 0,1 1-159 0 0,0-1 1 0 0,0 1 0 0 0,0 0 0 0 0,0 0 0 0 0,0 0 0 0 0,0-1 0 0 0,0 1 0 0 0,0 0 0 0 0,0 0 0 0 0,0 0-1 0 0,0 0 1 0 0,0 0 0 0 0,-1-1 0 0 0,1 1 0 0 0,0 0 0 0 0,0 0 0 0 0,0 0 0 0 0,0 0 0 0 0,0 0 0 0 0,0-1 0 0 0,0 1-1 0 0,-1 0 1 0 0,1 0 0 0 0,0 0 0 0 0,0 0 0 0 0,0 0 0 0 0,0 0 0 0 0,0 0 0 0 0,-1 0 0 0 0,1-1 0 0 0,0 1-1 0 0,0 0 1 0 0,0 0 0 0 0,0 0 0 0 0,-1 0 0 0 0,1 0 0 0 0,0 0 0 0 0,0 0 0 0 0,0 0 0 0 0,0 0 0 0 0,-1 0-1 0 0,1 0 1 0 0,0 0 0 0 0,0 0 0 0 0,0 0 0 0 0,0 1 0 0 0,-1-1 0 0 0,1 0 0 0 0,0 0 0 0 0,0 0 0 0 0,0 0-1 0 0,0 0 1 0 0,0 0 0 0 0,-1 0 0 0 0,1 0 0 0 0,0 0 0 0 0,0 1 0 0 0,0-1 0 0 0,0 0 0 0 0,0 0 0 0 0,-2 7 0 0 0,0 1 1 0 0,0-1 0 0 0,1 1 0 0 0,1-1 0 0 0,-1 1-1 0 0,1-1 1 0 0,0 1 0 0 0,2 9 0 0 0,14 71 23 0 0,-3-19-14 0 0,-1 25 55 0 0,5-1-1 0 0,50 163 1 0 0,-40-159 44 0 0,-28-92 867 0 0,-9-9-810 0 0,8 2-172 0 0,0 0 1 0 0,0 0 0 0 0,0 0-1 0 0,0 0 1 0 0,0 0 0 0 0,0-1-1 0 0,0 1 1 0 0,1-1 0 0 0,-3-4-1 0 0,-2-7 39 0 0,1 0-1 0 0,1 0 0 0 0,0 0 0 0 0,1-1 0 0 0,1 1 0 0 0,0-1 0 0 0,1 0 1 0 0,1-19-1 0 0,0 28-46 0 0,0 0 1 0 0,1 1 0 0 0,0-1 0 0 0,0 0 0 0 0,1 1-1 0 0,0 0 1 0 0,0-1 0 0 0,0 1 0 0 0,0 0-1 0 0,1 0 1 0 0,0 0 0 0 0,0 0 0 0 0,0 0 0 0 0,1 1-1 0 0,-1-1 1 0 0,1 1 0 0 0,0 0 0 0 0,1 0 0 0 0,-1 1-1 0 0,0-1 1 0 0,1 1 0 0 0,0 0 0 0 0,9-4-1 0 0,-8 5 0 0 0,0 0-1 0 0,0 1 0 0 0,-1 0 0 0 0,1 0 1 0 0,0 1-1 0 0,0 0 0 0 0,0 0 0 0 0,0 0 0 0 0,8 2 1 0 0,53 12-46 0 0,-49-9 37 0 0,0 0 0 0 0,0 2 0 0 0,-1 0 1 0 0,0 2-1 0 0,-1-1 0 0 0,1 2 0 0 0,-2 0 0 0 0,1 1 0 0 0,-2 1 0 0 0,1 0 0 0 0,-2 1 1 0 0,15 16-1 0 0,-27-27 13 0 0,1 0 0 0 0,-1 0 0 0 0,0 0 0 0 0,1 0 0 0 0,-1 0 0 0 0,0 0 0 0 0,0 0 0 0 0,0 0 1 0 0,-1 0-1 0 0,1 1 0 0 0,0-1 0 0 0,-1 0 0 0 0,0 1 0 0 0,1-1 0 0 0,-1 0 0 0 0,0 1 0 0 0,0-1 0 0 0,0 0 1 0 0,-1 1-1 0 0,1-1 0 0 0,0 0 0 0 0,-2 3 0 0 0,1-1 0 0 0,-1-1 1 0 0,0 0-1 0 0,0 0 1 0 0,-1 0-1 0 0,1 0 1 0 0,0 0-1 0 0,-1-1 0 0 0,0 1 1 0 0,0-1-1 0 0,1 1 1 0 0,-1-1-1 0 0,-6 3 1 0 0,-7 3-1 0 0,-1 0 0 0 0,1-1 1 0 0,-1-1-1 0 0,-29 6 1 0 0,18-5 63 0 0,0-1 0 0 0,-1-2 0 0 0,0 0 0 0 0,1-2 0 0 0,-40-2 0 0 0,65-1 2 0 0,-11-14 150 0 0,14 13-160 0 0,4 1-28 0 0,5-1-23 0 0,1 1-1 0 0,0 1 1 0 0,0 0-1 0 0,0 0 0 0 0,0 1 1 0 0,0 0-1 0 0,0 0 1 0 0,0 1-1 0 0,-1 1 0 0 0,1 0 1 0 0,10 4-1 0 0,-3-1-6 0 0,0-2-1 0 0,0 0 1 0 0,23 2 0 0 0,4-4-1 0 0,1-3-1 0 0,-1-1 1 0 0,0-2 0 0 0,0-2 0 0 0,0-2 0 0 0,-1-2-1 0 0,0-2 1 0 0,-1-2 0 0 0,52-24 0 0 0,-80 31 3 0 0,-1-1 1 0 0,0 0 0 0 0,-1-1-1 0 0,0 0 1 0 0,0-1 0 0 0,13-15-1 0 0,-20 21 2 0 0,-1-1 0 0 0,0 0 0 0 0,0 0-1 0 0,0 0 1 0 0,-1 0 0 0 0,0-1 0 0 0,0 1 0 0 0,0-1-1 0 0,-1 0 1 0 0,0 0 0 0 0,0 0 0 0 0,0 0-1 0 0,-1 0 1 0 0,1-1 0 0 0,-2 1 0 0 0,1 0 0 0 0,-1-10-1 0 0,0 14 2 0 0,0 0 0 0 0,0 0 0 0 0,0 0 0 0 0,-1 0 0 0 0,1 0 0 0 0,-1 0 0 0 0,1 1 0 0 0,-1-1 0 0 0,0 0 0 0 0,1 0 0 0 0,-1 1 0 0 0,0-1-1 0 0,0 0 1 0 0,0 1 0 0 0,-1-1 0 0 0,1 1 0 0 0,0-1 0 0 0,-1 1 0 0 0,1 0 0 0 0,0 0 0 0 0,-1-1 0 0 0,1 1 0 0 0,-1 0 0 0 0,0 0 0 0 0,-2-1-1 0 0,1 2 0 0 0,0-1-1 0 0,-1 1 0 0 0,1 0 0 0 0,0-1 1 0 0,-1 2-1 0 0,1-1 0 0 0,0 0 0 0 0,-1 1 1 0 0,1-1-1 0 0,0 1 0 0 0,0 0 0 0 0,0 0 1 0 0,-5 2-1 0 0,-2 2-1 0 0,0 0 1 0 0,0 0 0 0 0,1 1-1 0 0,0 0 1 0 0,0 1-1 0 0,0 0 1 0 0,1 0 0 0 0,-8 10-1 0 0,11-11 6 0 0,1-1 0 0 0,-1 1 0 0 0,1 1 0 0 0,1-1 0 0 0,-1 1 0 0 0,1-1 0 0 0,0 1 0 0 0,1 0 0 0 0,0 0 0 0 0,0 0 1 0 0,0 1-1 0 0,1-1 0 0 0,0 0 0 0 0,0 1 0 0 0,1-1 0 0 0,0 1 0 0 0,0-1 0 0 0,3 13 0 0 0,-1-12 2 0 0,1-1 0 0 0,0 0 0 0 0,0 0 1 0 0,0 0-1 0 0,1 0 0 0 0,0 0 0 0 0,1-1 1 0 0,-1 0-1 0 0,1 0 0 0 0,1 0 0 0 0,-1 0 0 0 0,1-1 1 0 0,0 0-1 0 0,0 0 0 0 0,0-1 0 0 0,1 1 1 0 0,13 5-1 0 0,8 5-43 0 0,1-3 1 0 0,1 0-1 0 0,0-2 1 0 0,0-1-1 0 0,1-1 1 0 0,0-2-1 0 0,1-1 1 0 0,55 2-1 0 0,-59-8-980 0 0,0 0-1 0 0,0-2 1 0 0,34-8-1 0 0,-25 2-1122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2.9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433 20 5216 0 0,'-10'-1'-299'0'0,"-1"0"-1"0"0,1 0 0 0 0,0-1 0 0 0,-10-3 0 0 0,9 2 227 0 0,0 1-1 0 0,1 0 0 0 0,-1 1 1 0 0,0 0-1 0 0,0 0 0 0 0,-11 1 1 0 0,-2 3 9 0 0,1 0 0 0 0,0 1 0 0 0,0 1 0 0 0,-32 12 0 0 0,45-13 56 0 0,0 0 1 0 0,0 0-1 0 0,0 1 1 0 0,0 1 0 0 0,1-1-1 0 0,0 1 1 0 0,0 1-1 0 0,1 0 1 0 0,0 0 0 0 0,0 1-1 0 0,0 0 1 0 0,-8 12 0 0 0,14-18 10 0 0,1-1 1 0 0,0 1 0 0 0,0 0 0 0 0,0 0 0 0 0,0-1 0 0 0,0 1 0 0 0,0 0 0 0 0,1 0 0 0 0,-1 0 0 0 0,0 0-1 0 0,1 0 1 0 0,0 0 0 0 0,-1 0 0 0 0,1 0 0 0 0,0 0 0 0 0,0 1 0 0 0,0-1 0 0 0,0 0 0 0 0,1 0-1 0 0,-1 0 1 0 0,1 0 0 0 0,-1 0 0 0 0,1 0 0 0 0,-1 0 0 0 0,1 0 0 0 0,2 3 0 0 0,0-2 8 0 0,1 1 1 0 0,-1-1 0 0 0,1 0-1 0 0,-1 0 1 0 0,1 0 0 0 0,0 0 0 0 0,0-1-1 0 0,0 0 1 0 0,1 0 0 0 0,-1 0-1 0 0,5 1 1 0 0,37 12 20 0 0,0-2 0 0 0,88 11-1 0 0,-80-16-1 0 0,99 29 0 0 0,-136-32-26 0 0,0 2 0 0 0,0 0-1 0 0,0 1 1 0 0,-1 0 0 0 0,0 1 0 0 0,-1 1-1 0 0,0 1 1 0 0,-1 0 0 0 0,0 1 0 0 0,19 20 0 0 0,-32-31-2 0 0,0 0 0 0 0,0 0 1 0 0,0 0-1 0 0,-1 0 1 0 0,1 0-1 0 0,0 0 0 0 0,-1 0 1 0 0,1 0-1 0 0,-1 1 1 0 0,1-1-1 0 0,-1 0 0 0 0,1 0 1 0 0,-1 0-1 0 0,0 1 0 0 0,0-1 1 0 0,0 0-1 0 0,0 1 1 0 0,0-1-1 0 0,0 0 0 0 0,0 0 1 0 0,0 1-1 0 0,0-1 1 0 0,0 0-1 0 0,-1 0 0 0 0,0 2 1 0 0,0-1 1 0 0,0 0 0 0 0,-1 0 0 0 0,1-1 0 0 0,-1 1 0 0 0,1-1 0 0 0,-1 1 0 0 0,0-1 0 0 0,1 1 0 0 0,-1-1 0 0 0,0 0 0 0 0,0 0 0 0 0,0 0 0 0 0,-3 1 0 0 0,-9 3 13 0 0,0 0 0 0 0,-1-2 1 0 0,-21 4-1 0 0,27-6-17 0 0,-36 7 95 0 0,-1-2 0 0 0,0-2 0 0 0,0-2 0 0 0,0-3 0 0 0,0-1 0 0 0,0-2 0 0 0,1-2 0 0 0,-46-13 0 0 0,89 19-77 0 0,1 0-1 0 0,-1 0 1 0 0,0-1 0 0 0,1 1-1 0 0,-1-1 1 0 0,1 1-1 0 0,-1-1 1 0 0,1 0-1 0 0,-1 1 1 0 0,1-1-1 0 0,0 0 1 0 0,-1 0-1 0 0,1 0 1 0 0,0 0 0 0 0,0 0-1 0 0,0 0 1 0 0,-1-1-1 0 0,1 1 1 0 0,0 0-1 0 0,1-1 1 0 0,-1 1-1 0 0,0 0 1 0 0,0-1-1 0 0,1 1 1 0 0,-1-1 0 0 0,0-2-1 0 0,4 1 2 0 0,1 1-1 0 0,0-1 1 0 0,0 0-1 0 0,0 1 1 0 0,0 0-1 0 0,1 0 1 0 0,-1 0 0 0 0,0 0-1 0 0,1 1 1 0 0,4-1-1 0 0,-7 1-9 0 0,39-9 50 0 0,0 1-1 0 0,79-6 1 0 0,-37 6-35 0 0,-28 2 4 0 0,-13 3-21 0 0,-1-2 0 0 0,0-2 0 0 0,43-14 0 0 0,-73 19 24 0 0,0-1 1 0 0,-1-1-1 0 0,1 0 1 0 0,-1-1-1 0 0,0 1 1 0 0,0-2-1 0 0,-1 0 1 0 0,0 0-1 0 0,0 0 1 0 0,-1-1-1 0 0,0 0 1 0 0,0-1-1 0 0,-1 0 1 0 0,0 0-1 0 0,11-20 1 0 0,-15 23 6 0 0,0 1 0 0 0,-1-1 0 0 0,1-1 1 0 0,-1 1-1 0 0,0 0 0 0 0,-1 0 1 0 0,0-1-1 0 0,0 1 0 0 0,0-1 1 0 0,-1 1-1 0 0,0-1 0 0 0,0 1 1 0 0,0-1-1 0 0,-1 1 0 0 0,0-1 0 0 0,0 1 1 0 0,-1 0-1 0 0,0-1 0 0 0,0 1 1 0 0,0 0-1 0 0,-4-6 0 0 0,5 11-39 0 0,-13-14 65 0 0,13 15-63 0 0,-1-1-1 0 0,1 1 1 0 0,-1 0-1 0 0,1 0 1 0 0,-1-1-1 0 0,1 1 1 0 0,0 0-1 0 0,-1 1 1 0 0,1-1 0 0 0,-1 0-1 0 0,1 0 1 0 0,-1 1-1 0 0,1-1 1 0 0,0 0-1 0 0,-1 1 1 0 0,1 0-1 0 0,0-1 1 0 0,-1 1 0 0 0,1 0-1 0 0,0-1 1 0 0,0 1-1 0 0,0 0 1 0 0,0 0-1 0 0,0 0 1 0 0,0 0-1 0 0,-1 2 1 0 0,-1-1-2 0 0,1 1 0 0 0,0 0 0 0 0,0 0 0 0 0,1 0 0 0 0,-1 0 0 0 0,1 0 0 0 0,-1 1 0 0 0,1-1 0 0 0,0 0 0 0 0,0 1 0 0 0,0-1 0 0 0,1 0 0 0 0,-1 1 0 0 0,1-1 0 0 0,0 1 0 0 0,0-1 0 0 0,0 1 0 0 0,0-1 0 0 0,1 1 0 0 0,0-1 0 0 0,-1 1 0 0 0,1-1 0 0 0,2 4 0 0 0,-1 2 5 0 0,1-1 0 0 0,0 1 0 0 0,1-1 0 0 0,0 0 0 0 0,0 0 0 0 0,1 0 1 0 0,10 13-1 0 0,-1-8-61 0 0,1-1 1 0 0,0 0 0 0 0,1-1-1 0 0,0-1 1 0 0,1 0 0 0 0,0-2 0 0 0,0 1-1 0 0,1-2 1 0 0,0-1 0 0 0,0 0-1 0 0,1-1 1 0 0,-1-1 0 0 0,1 0 0 0 0,26 0-1 0 0,17-8-2620 0 0,-34 0 1163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3.1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75 25 4836 0 0,'-17'-5'-48'0'0,"4"3"12"0"0,4-3 12 0 0,-4 0 100 0 0,2 2-4 0 0,0-2-564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4.6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308 109 3568 0 0,'1'-2'19'0'0,"0"1"0"0"0,0 0 0 0 0,0 0 0 0 0,-1-1 0 0 0,1 1 0 0 0,-1 0 0 0 0,1-1 0 0 0,-1 1 0 0 0,1 0 0 0 0,-1-1 0 0 0,0 1 0 0 0,0-1 0 0 0,0-1 0 0 0,-2-2 14 0 0,-1 0 0 0 0,1 1 0 0 0,-1-1 0 0 0,0 1 0 0 0,-1-1 0 0 0,1 1 0 0 0,-1 0-1 0 0,0 1 1 0 0,0-1 0 0 0,0 0 0 0 0,0 1 0 0 0,-1 0 0 0 0,1 0 0 0 0,-1 1 0 0 0,0-1 0 0 0,0 1 0 0 0,0 0-1 0 0,0 0 1 0 0,0 0 0 0 0,0 1 0 0 0,-1 0 0 0 0,1 0 0 0 0,0 0 0 0 0,-1 1 0 0 0,1 0 0 0 0,-1 0-1 0 0,1 0 1 0 0,-1 0 0 0 0,-6 3 0 0 0,0-2-19 0 0,0 2 0 0 0,0-1 0 0 0,0 2 0 0 0,1 0 0 0 0,0 0 0 0 0,-1 1-1 0 0,1 0 1 0 0,1 1 0 0 0,-1 0 0 0 0,1 1 0 0 0,0 0 0 0 0,-15 14 0 0 0,24-20-11 0 0,0 0 1 0 0,0 0 0 0 0,-1 0-1 0 0,1 1 1 0 0,0-1 0 0 0,0 0-1 0 0,0 0 1 0 0,0 1 0 0 0,1-1-1 0 0,-1 1 1 0 0,0-1 0 0 0,0 1-1 0 0,1-1 1 0 0,-1 1 0 0 0,1-1-1 0 0,0 1 1 0 0,-1 0 0 0 0,1-1-1 0 0,0 1 1 0 0,0 0 0 0 0,0-1-1 0 0,0 1 1 0 0,0 0-1 0 0,0-1 1 0 0,1 4 0 0 0,0-3-1 0 0,1 0 1 0 0,-1 0 0 0 0,1 1-1 0 0,0-1 1 0 0,0-1 0 0 0,-1 1-1 0 0,1 0 1 0 0,0 0 0 0 0,0-1-1 0 0,1 1 1 0 0,-1-1 0 0 0,0 1-1 0 0,1-1 1 0 0,2 1-1 0 0,9 4-15 0 0,1-1-1 0 0,-1-1 0 0 0,1 0 0 0 0,21 2 0 0 0,-32-6 4 0 0,26 4-68 0 0,0-1 1 0 0,0-2-1 0 0,32-2 0 0 0,-56 1 68 0 0,0-1 1 0 0,0 1 0 0 0,0-1 0 0 0,0-1 0 0 0,0 1 0 0 0,0-1 0 0 0,0 0 0 0 0,0 0-1 0 0,0 0 1 0 0,-1-1 0 0 0,1 0 0 0 0,-1 0 0 0 0,0-1 0 0 0,1 1 0 0 0,-2-1 0 0 0,1 0-1 0 0,0-1 1 0 0,-1 1 0 0 0,0-1 0 0 0,0 0 0 0 0,5-8 0 0 0,-8 9 35 0 0,0 1 0 0 0,-1-1-1 0 0,1 0 1 0 0,-1 0 0 0 0,0 1 0 0 0,0-1 0 0 0,0 0 0 0 0,-1 0 0 0 0,1 1 0 0 0,-1-1 0 0 0,0 0 0 0 0,0 1 0 0 0,0-1-1 0 0,0 1 1 0 0,-1-1 0 0 0,0 1 0 0 0,1 0 0 0 0,-1 0 0 0 0,0-1 0 0 0,-1 1 0 0 0,1 0 0 0 0,0 1 0 0 0,-1-1 0 0 0,0 0-1 0 0,1 1 1 0 0,-1 0 0 0 0,-6-4 0 0 0,8 5 41 0 0,-4 1-29 0 0,5-1-35 0 0,0 1-1 0 0,-1 0 1 0 0,1 0-1 0 0,0 0 1 0 0,0-1 0 0 0,-1 1-1 0 0,1 0 1 0 0,0 0-1 0 0,0 0 1 0 0,-1 0 0 0 0,1 0-1 0 0,0 0 1 0 0,-1 0-1 0 0,1 0 1 0 0,0 0 0 0 0,-1 0-1 0 0,1 0 1 0 0,0 0-1 0 0,0 0 1 0 0,-1 0-1 0 0,1 0 1 0 0,0 0 0 0 0,-1 0-1 0 0,1 0 1 0 0,0 0-1 0 0,-1 0 1 0 0,1 0 0 0 0,0 1-1 0 0,0-1 1 0 0,-1 0-1 0 0,1 0 1 0 0,0 0-1 0 0,0 0 1 0 0,-1 1 0 0 0,1-1-1 0 0,-1 5 2 0 0,1-1-1 0 0,0 0 1 0 0,0 1-1 0 0,0-1 1 0 0,1 0-1 0 0,-1 1 1 0 0,1-1-1 0 0,0 0 1 0 0,0 1-1 0 0,3 5 1 0 0,18 50 4 0 0,2-14 4 0 0,3-1-1 0 0,1 0 1 0 0,2-3 0 0 0,2 0 0 0 0,51 51 0 0 0,-68-78-3 0 0,1 1 0 0 0,-2 1 1 0 0,-1 0-1 0 0,0 1 1 0 0,-1 1-1 0 0,0 0 1 0 0,-2 0-1 0 0,-1 1 1 0 0,11 30-1 0 0,-19-44-9 0 0,-1 0 0 0 0,1 0-1 0 0,-1 0 1 0 0,0 0 0 0 0,-1 0-1 0 0,0 0 1 0 0,0 0 0 0 0,0 0-1 0 0,-1 0 1 0 0,1-1 0 0 0,-1 1-1 0 0,-1-1 1 0 0,1 1 0 0 0,-1-1 0 0 0,0 0-1 0 0,0 0 1 0 0,-1 0 0 0 0,1 0-1 0 0,-1 0 1 0 0,0-1 0 0 0,-6 5-1 0 0,-4 5 1 0 0,-1 0 0 0 0,-1-1 0 0 0,0-1 0 0 0,-36 19 0 0 0,23-16 13 0 0,-1-1 0 0 0,-1-2 0 0 0,-60 16 0 0 0,70-23 100 0 0,0-1-1 0 0,1-1 0 0 0,-1-1 0 0 0,0 0 0 0 0,-1-2 0 0 0,1-1 0 0 0,-25-3 1 0 0,43 3-87 0 0,0 1 0 0 0,0-1 0 0 0,0 0 0 0 0,0 0 0 0 0,0 0 1 0 0,0 0-1 0 0,0 0 0 0 0,0-1 0 0 0,1 1 0 0 0,-1-1 0 0 0,1 0 0 0 0,-1 0 1 0 0,1 0-1 0 0,-1 0 0 0 0,1 0 0 0 0,0 0 0 0 0,0 0 0 0 0,0-1 0 0 0,1 1 1 0 0,-1-1-1 0 0,0 0 0 0 0,1 1 0 0 0,0-1 0 0 0,-1 0 0 0 0,1 0 0 0 0,1 0 1 0 0,-1 0-1 0 0,0 0 0 0 0,1 0 0 0 0,-1 0 0 0 0,1 0 0 0 0,0 0 0 0 0,0 0 1 0 0,0 0-1 0 0,0-1 0 0 0,1 1 0 0 0,1-5 0 0 0,1-8-2 0 0,1 1 0 0 0,0-1-1 0 0,1 1 1 0 0,1 1-1 0 0,0-1 1 0 0,10-14 0 0 0,13-17-101 0 0,2 1 1 0 0,71-77-1 0 0,-62 77-4 0 0,-2-1 0 0 0,33-54-1 0 0,-58 78 81 0 0,-1-1-1 0 0,-1-1 1 0 0,-2 0-1 0 0,0 0 1 0 0,-2-1-1 0 0,0 0 1 0 0,-2 0-1 0 0,-1-1 1 0 0,-1 1-1 0 0,-1-1 1 0 0,-1-34-1 0 0,-1 57 15 0 0,-2 24-68 0 0,3-7 55 0 0,0-1 0 0 0,1 1-1 0 0,0 0 1 0 0,1-1 0 0 0,1 0 0 0 0,0 0-1 0 0,1 0 1 0 0,8 15 0 0 0,8 13 15 0 0,30 40 1 0 0,-27-45-3 0 0,-24-35-10 0 0,1 0-1 0 0,-1-1 1 0 0,1 1-1 0 0,-1-1 1 0 0,0 1-1 0 0,1 0 1 0 0,-1-1-1 0 0,1 1 1 0 0,-1 0-1 0 0,0-1 1 0 0,0 1-1 0 0,1 0 1 0 0,-1 0-1 0 0,0-1 1 0 0,0 1-1 0 0,0 0 1 0 0,0 0-1 0 0,0-1 1 0 0,0 1-1 0 0,0 0 1 0 0,0 0-1 0 0,0-1 0 0 0,0 1 1 0 0,-1 0-1 0 0,1 0 1 0 0,0-1-1 0 0,0 1 1 0 0,-1 0-1 0 0,1 0 1 0 0,-2 0 1 0 0,1 0 1 0 0,0-1 0 0 0,0 1-1 0 0,0-1 1 0 0,0 1 0 0 0,0-1-1 0 0,-1 1 1 0 0,1-1 0 0 0,0 1-1 0 0,0-1 1 0 0,-1 0 0 0 0,1 0-1 0 0,0 0 1 0 0,0 0-1 0 0,-3 0 1 0 0,-2 0 14 0 0,0-1 0 0 0,-1 1-1 0 0,1-2 1 0 0,0 1 0 0 0,0-1 0 0 0,-9-3 0 0 0,10 3-5 0 0,1 0 1 0 0,0 0-1 0 0,-1 0 1 0 0,1-1 0 0 0,0 1-1 0 0,1-1 1 0 0,-1 0-1 0 0,0-1 1 0 0,1 1-1 0 0,-1 0 1 0 0,1-1 0 0 0,0 0-1 0 0,1 0 1 0 0,-1 0-1 0 0,0 0 1 0 0,1 0 0 0 0,0-1-1 0 0,0 1 1 0 0,1-1-1 0 0,-1 1 1 0 0,1-1-1 0 0,0 1 1 0 0,0-1 0 0 0,0 0-1 0 0,1 0 1 0 0,-1 0-1 0 0,1 1 1 0 0,0-1-1 0 0,1 0 1 0 0,-1 0 0 0 0,1 0-1 0 0,0 1 1 0 0,0-1-1 0 0,4-8 1 0 0,0 1-6 0 0,0 0 1 0 0,1 0-1 0 0,1 1 0 0 0,0-1 1 0 0,1 1-1 0 0,-1 1 0 0 0,2 0 1 0 0,0 0-1 0 0,0 0 0 0 0,1 1 1 0 0,17-12-1 0 0,-17 14-13 0 0,1 1 0 0 0,0 0-1 0 0,0 0 1 0 0,0 1 0 0 0,0 1 0 0 0,1 0 0 0 0,0 0-1 0 0,0 1 1 0 0,0 1 0 0 0,0 0 0 0 0,0 1-1 0 0,1 0 1 0 0,-1 0 0 0 0,0 2 0 0 0,1-1 0 0 0,-1 2-1 0 0,0 0 1 0 0,0 0 0 0 0,0 1 0 0 0,16 6-1 0 0,-10-2 0 0 0,-1 1 0 0 0,0 0 0 0 0,0 1 0 0 0,-1 1 0 0 0,-1 1 0 0 0,1 0 0 0 0,-2 1-1 0 0,0 1 1 0 0,0 0 0 0 0,-1 1 0 0 0,-1 0 0 0 0,18 27 0 0 0,-26-34 4 0 0,0 0 0 0 0,0 1 1 0 0,-1-1-1 0 0,0 1 1 0 0,-1 0-1 0 0,0 0 0 0 0,0 0 1 0 0,-1 0-1 0 0,1 0 0 0 0,-2 0 1 0 0,1 0-1 0 0,-1 1 0 0 0,-1-1 1 0 0,-1 8-1 0 0,-10 37-4443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5.5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25 239 5224 0 0,'-22'-3'-1015'0'0,"22"3"1026"0"0,0 0 1 0 0,0 0-1 0 0,0 0 1 0 0,0-1-1 0 0,0 1 0 0 0,0 0 1 0 0,0 0-1 0 0,0 0 0 0 0,0 0 1 0 0,0 0-1 0 0,0 0 1 0 0,0-1-1 0 0,0 1 0 0 0,0 0 1 0 0,0 0-1 0 0,0 0 0 0 0,0 0 1 0 0,0 0-1 0 0,0 0 1 0 0,0-1-1 0 0,0 1 0 0 0,0 0 1 0 0,0 0-1 0 0,0 0 1 0 0,0 0-1 0 0,0 0 0 0 0,0 0 1 0 0,0 0-1 0 0,-1-1 0 0 0,1 1 1 0 0,0 0-1 0 0,0 0 1 0 0,0 0-1 0 0,0 0 0 0 0,0 0 1 0 0,0 0-1 0 0,0 0 0 0 0,0 0 1 0 0,-1 0-1 0 0,1 0 1 0 0,0 0-1 0 0,0 0 0 0 0,0-1 1 0 0,25-5 91 0 0,43-5-104 0 0,406-9 153 0 0,-471 20-158 0 0,46-3 185 0 0,-48 3-172 0 0,1 0 0 0 0,-1 0-1 0 0,0 0 1 0 0,1 0 0 0 0,-1 0 0 0 0,1 0-1 0 0,-1-1 1 0 0,0 1 0 0 0,1-1 0 0 0,-1 1-1 0 0,0-1 1 0 0,1 1 0 0 0,-1-1-1 0 0,0 0 1 0 0,0 0 0 0 0,0 0 0 0 0,0 0-1 0 0,0 1 1 0 0,0-1 0 0 0,0-1 0 0 0,0 1-1 0 0,0 0 1 0 0,0 0 0 0 0,0 0 0 0 0,-1 0-1 0 0,1-1 1 0 0,0 1 0 0 0,-1 0-1 0 0,1-2 1 0 0,-2-2 0 0 0,0 1 0 0 0,0-1-1 0 0,0 1 1 0 0,-1-1 0 0 0,1 1-1 0 0,-1 0 1 0 0,0 0 0 0 0,-1 0-1 0 0,1 0 1 0 0,-1 0 0 0 0,0 0-1 0 0,0 0 1 0 0,0 1 0 0 0,0-1 0 0 0,0 1-1 0 0,-1 0 1 0 0,0 0 0 0 0,-6-4-1 0 0,4 3-3 0 0,-8-6 0 0 0,0 2 1 0 0,-1 0-1 0 0,0 0 0 0 0,0 1 0 0 0,-1 1 0 0 0,0 1 1 0 0,0 0-1 0 0,-17-3 0 0 0,-3-1-12 0 0,-1-2 0 0 0,42 11 19 0 0,29 7 3 0 0,20 6-19 0 0,-1 2 0 0 0,0 2 1 0 0,-2 2-1 0 0,0 3 1 0 0,66 39-1 0 0,-114-60 3 0 0,-1 0 0 0 0,0 1 0 0 0,1-1 1 0 0,-1 1-1 0 0,0-1 0 0 0,0 1 0 0 0,0 0 0 0 0,0 0 0 0 0,0 0 0 0 0,0 1 0 0 0,1 2 0 0 0,-2-5 5 0 0,-1 1-1 0 0,0 0 0 0 0,0-1 0 0 0,1 1 0 0 0,-1 0 0 0 0,0 0 0 0 0,0-1 1 0 0,0 1-1 0 0,0 0 0 0 0,0 0 0 0 0,0 0 0 0 0,0-1 0 0 0,0 1 0 0 0,0 0 1 0 0,0 0-1 0 0,-1-1 0 0 0,1 1 0 0 0,0 0 0 0 0,0 0 0 0 0,-1-1 0 0 0,1 1 1 0 0,0 0-1 0 0,-1-1 0 0 0,1 1 0 0 0,-2 1 0 0 0,-1 1 4 0 0,-1 0 0 0 0,-1 0 0 0 0,1 0-1 0 0,0-1 1 0 0,-1 1 0 0 0,1-1 0 0 0,-1 0 0 0 0,0 0 0 0 0,0-1-1 0 0,-7 2 1 0 0,-159 39 85 0 0,158-42-101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6.8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34 107 3496 0 0,'-7'-3'-33'0'0,"-18"-12"-230"0"0,24 13 251 0 0,6-3-28 0 0,25-2-28 0 0,-27 7 53 0 0,1 1 12 0 0,6 2 8 0 0,-2 0-1 0 0,1 0 1 0 0,0 1-1 0 0,-1 0 0 0 0,1 1 1 0 0,-1 0-1 0 0,0 0 1 0 0,-1 1-1 0 0,0 0 0 0 0,1 1 1 0 0,-2-1-1 0 0,8 9 1 0 0,14 19 118 0 0,33 50 1 0 0,-35-45-32 0 0,76 126 2288 0 0,-105-166-2349 0 0,1 0 0 0 0,-1 0 1 0 0,0 0-1 0 0,1 0 0 0 0,-1-1 1 0 0,1 1-1 0 0,-1-1 0 0 0,1 0 1 0 0,0 0-1 0 0,0 0 1 0 0,0 0-1 0 0,0 0 0 0 0,0 0 1 0 0,0 0-1 0 0,0-1 0 0 0,1 1 1 0 0,-1 0-1 0 0,1-1 1 0 0,-2-4-1 0 0,-22-53 353 0 0,20 39-321 0 0,1-1-1 0 0,1 1 1 0 0,1-1 0 0 0,0 0 0 0 0,3-24 0 0 0,-1 36-65 0 0,1 0 0 0 0,0 0 1 0 0,1 0-1 0 0,0-1 1 0 0,1 2-1 0 0,0-1 0 0 0,1 0 1 0 0,0 1-1 0 0,0-1 1 0 0,1 1-1 0 0,0 0 1 0 0,12-16-1 0 0,-10 16-31 0 0,16-19-40 0 0,-22 27 65 0 0,0 0 0 0 0,0 0 0 0 0,0 0 0 0 0,0 0-1 0 0,1 0 1 0 0,-1 0 0 0 0,0 0 0 0 0,0 1 0 0 0,1-1-1 0 0,-1 1 1 0 0,0-1 0 0 0,0 1 0 0 0,1-1 0 0 0,-1 1-1 0 0,1 0 1 0 0,-1-1 0 0 0,0 1 0 0 0,1 0 0 0 0,-1 0-1 0 0,1 0 1 0 0,1 0 0 0 0,1 2 0 0 0,1 0 0 0 0,-1-1 1 0 0,0 2-1 0 0,0-1 0 0 0,1 0 0 0 0,-1 1 0 0 0,-1 0 1 0 0,1 0-1 0 0,0 0 0 0 0,-1 0 0 0 0,0 0 0 0 0,1 1 1 0 0,-1 0-1 0 0,4 6 0 0 0,3 8-19 0 0,0-1-1 0 0,9 27 1 0 0,7 13 6 0 0,-1-17 26 0 0,-12-20 59 0 0,-1 0-1 0 0,12 27 1 0 0,-23-45 192 0 0,-2-3-220 0 0,0 1 0 0 0,0 0-1 0 0,-1-1 1 0 0,1 1 0 0 0,0-1 0 0 0,0 0 0 0 0,0 1 0 0 0,0-1-1 0 0,0 0 1 0 0,1 1 0 0 0,-1-1 0 0 0,0 0 0 0 0,0 0 0 0 0,0 0-1 0 0,1 0 1 0 0,-1 0 0 0 0,0 0 0 0 0,1 0 0 0 0,-1 0-1 0 0,0-2 1 0 0,-15-40 249 0 0,12 26-245 0 0,0 0 0 0 0,1-1 0 0 0,-1-22 0 0 0,4 31-45 0 0,1 1 0 0 0,-1 0 1 0 0,1 0-1 0 0,1 0 1 0 0,-1 0-1 0 0,1 0 0 0 0,1 0 1 0 0,-1 1-1 0 0,1-1 0 0 0,1 1 1 0 0,-1-1-1 0 0,1 1 0 0 0,0 0 1 0 0,1 1-1 0 0,0-1 0 0 0,0 1 1 0 0,8-8-1 0 0,-7 9-12 0 0,0 1 0 0 0,0-1-1 0 0,0 1 1 0 0,1 1 0 0 0,-1-1 0 0 0,1 1-1 0 0,0 1 1 0 0,0-1 0 0 0,0 1 0 0 0,0 0-1 0 0,0 0 1 0 0,0 1 0 0 0,1 0 0 0 0,-1 1-1 0 0,1-1 1 0 0,-1 1 0 0 0,0 1 0 0 0,1-1-1 0 0,6 3 1 0 0,-6-1 6 0 0,0 0 0 0 0,0 1 0 0 0,-1 0 0 0 0,1 0 0 0 0,-1 1 0 0 0,0 0 0 0 0,0 1 1 0 0,0-1-1 0 0,-1 1 0 0 0,1 0 0 0 0,-1 1 0 0 0,0 0 0 0 0,-1 0 0 0 0,0 0 0 0 0,0 0 0 0 0,5 8 0 0 0,7 13-20 0 0,-1 1 1 0 0,19 46-1 0 0,-33-70 29 0 0,1 2-55 0 0,-1 1 0 0 0,0 0-1 0 0,0 0 1 0 0,0 0 0 0 0,-1 0-1 0 0,0 0 1 0 0,0 1 0 0 0,-1 10 0 0 0,-11-11-3342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5:38.4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345 107 4916 0 0,'-1'-3'-43'0'0,"1"0"0"0"0,0 0 0 0 0,-1 1-1 0 0,0-1 1 0 0,0 0 0 0 0,0 0 0 0 0,0 1 0 0 0,0-1-1 0 0,0 0 1 0 0,-1 1 0 0 0,1 0 0 0 0,-1-1-1 0 0,0 1 1 0 0,0 0 0 0 0,0-1 0 0 0,0 1-1 0 0,0 0 1 0 0,0 1 0 0 0,0-1 0 0 0,-1 0-1 0 0,1 1 1 0 0,-1-1 0 0 0,1 1 0 0 0,-1 0-1 0 0,0 0 1 0 0,1 0 0 0 0,-1 0 0 0 0,0 0-1 0 0,0 0 1 0 0,0 1 0 0 0,0-1 0 0 0,1 1-1 0 0,-1 0 1 0 0,-5 0 0 0 0,-6 1 41 0 0,1 1-1 0 0,0 0 1 0 0,0 1 0 0 0,0 0 0 0 0,0 1-1 0 0,0 1 1 0 0,1 0 0 0 0,-1 0-1 0 0,1 1 1 0 0,1 1 0 0 0,-1 0 0 0 0,1 0-1 0 0,1 1 1 0 0,-1 1 0 0 0,1 0 0 0 0,1 0-1 0 0,0 1 1 0 0,0 0 0 0 0,1 1-1 0 0,0 0 1 0 0,0 0 0 0 0,2 0 0 0 0,-10 21-1 0 0,15-30 13 0 0,0 1 0 0 0,0-1-1 0 0,1 1 1 0 0,-1-1-1 0 0,1 0 1 0 0,-1 1 0 0 0,1-1-1 0 0,0 1 1 0 0,0-1 0 0 0,0 1-1 0 0,1-1 1 0 0,-1 1-1 0 0,0-1 1 0 0,1 1 0 0 0,-1-1-1 0 0,1 1 1 0 0,0-1 0 0 0,0 0-1 0 0,0 1 1 0 0,0-1-1 0 0,1 0 1 0 0,1 3 0 0 0,0-2 0 0 0,0 0 1 0 0,0-1-1 0 0,0 1 1 0 0,0-1 0 0 0,1 0-1 0 0,-1 1 1 0 0,1-1-1 0 0,0-1 1 0 0,0 1-1 0 0,-1-1 1 0 0,1 1 0 0 0,6 0-1 0 0,2 1 11 0 0,1-2 0 0 0,-1 1 0 0 0,1-1 0 0 0,-1-1 0 0 0,1 0-1 0 0,-1-1 1 0 0,1-1 0 0 0,12-2 0 0 0,-13 0-5 0 0,0 0-1 0 0,-1 0 1 0 0,0-1 0 0 0,1-1-1 0 0,-2 0 1 0 0,1 0 0 0 0,-1-1 0 0 0,12-10-1 0 0,4-7 272 0 0,35-42 0 0 0,-45 48-47 0 0,-3 0 183 0 0,-25 27-157 0 0,9-6-253 0 0,0-1-1 0 0,0 1 0 0 0,0 0 0 0 0,1 0 1 0 0,-1 0-1 0 0,1 0 0 0 0,0 1 1 0 0,0-1-1 0 0,0 1 0 0 0,0-1 1 0 0,1 1-1 0 0,-2 5 0 0 0,4-5-3 0 0,-1 0 0 0 0,1 0 0 0 0,0 0 0 0 0,0 0 0 0 0,0 0 0 0 0,1-1 0 0 0,0 1 0 0 0,-1 0 0 0 0,1-1 0 0 0,0 1 0 0 0,1-1 0 0 0,-1 0 0 0 0,1 0 0 0 0,-1 0-1 0 0,1 0 1 0 0,0 0 0 0 0,0 0 0 0 0,0-1 0 0 0,1 1 0 0 0,-1-1 0 0 0,0 0 0 0 0,1 0 0 0 0,0 0 0 0 0,4 1 0 0 0,12 6 10 0 0,1-1 0 0 0,-1-2 1 0 0,26 6-1 0 0,-34-9-2 0 0,18 3 1 0 0,1 0 1 0 0,-1-2 0 0 0,1-1-1 0 0,38-2 1 0 0,-56-1-18 0 0,0-1 0 0 0,0 0-1 0 0,0-1 1 0 0,0 0 0 0 0,0-1 0 0 0,-1-1 0 0 0,1 0 0 0 0,-1-1 0 0 0,0 0 0 0 0,0 0-1 0 0,-1-2 1 0 0,18-11 0 0 0,-25 15-5 0 0,0 0-1 0 0,-1 0 1 0 0,0-1-1 0 0,0 1 1 0 0,0-1-1 0 0,0 1 1 0 0,0-1 0 0 0,-1 0-1 0 0,1 0 1 0 0,-1 0-1 0 0,0 0 1 0 0,-1-1-1 0 0,1 1 1 0 0,-1 0-1 0 0,0-1 1 0 0,0 1-1 0 0,0-1 1 0 0,0 1-1 0 0,-1-1 1 0 0,0 0 0 0 0,0 1-1 0 0,0-1 1 0 0,0 1-1 0 0,-1-1 1 0 0,0 0-1 0 0,0 1 1 0 0,-2-7-1 0 0,-4-6-21 0 0,0 1 0 0 0,-1 0-1 0 0,-1 0 1 0 0,-1 1 0 0 0,0 0-1 0 0,-14-16 1 0 0,22 29 22 0 0,1 0-1 0 0,0 0 1 0 0,-1 1 0 0 0,1-1 0 0 0,-1 0-1 0 0,1 1 1 0 0,-1-1 0 0 0,0 1 0 0 0,0 0-1 0 0,0-1 1 0 0,0 1 0 0 0,0 0 0 0 0,-2-1-1 0 0,-9 9-20 0 0,9-4 35 0 0,3-1-9 0 0,0 0 0 0 0,1-1 0 0 0,-1 1 0 0 0,1-1 1 0 0,-1 1-1 0 0,1 0 0 0 0,-1 0 0 0 0,1-1 0 0 0,0 1 1 0 0,0 0-1 0 0,0 0 0 0 0,0-1 0 0 0,0 1 0 0 0,0 0 1 0 0,0 0-1 0 0,1-1 0 0 0,-1 1 0 0 0,2 2 0 0 0,-1 1-9 0 0,14 143-49 0 0,-10-84 89 0 0,3-1-1 0 0,27 109 1 0 0,-22-136-10 0 0,1-1 0 0 0,30 51 0 0 0,-6-11 52 0 0,-27-54 659 0 0,-14-27 123 0 0,-15-42-260 0 0,2-13-499 0 0,2-1-1 0 0,3 0 1 0 0,3-1-1 0 0,3 0 1 0 0,3 0 0 0 0,8-105-1 0 0,-4 143-76 0 0,-2 16-39 0 0,1 0 0 0 0,0-1 0 0 0,0 1 0 0 0,5-16 0 0 0,-5 22 0 0 0,1-1 0 0 0,-1 1 0 0 0,1 0 0 0 0,0 0 0 0 0,0 0 0 0 0,0 0 0 0 0,0 1 0 0 0,1-1 0 0 0,-1 0 0 0 0,1 1 0 0 0,-1 0 0 0 0,1 0 0 0 0,0-1 0 0 0,0 2 0 0 0,0-1 0 0 0,4-2 0 0 0,0 1-6 0 0,-1 1 0 0 0,1 0 0 0 0,0 0 0 0 0,0 1 0 0 0,0-1 0 0 0,0 2 0 0 0,0-1 0 0 0,1 1 1 0 0,-1 0-1 0 0,0 0 0 0 0,0 1 0 0 0,0 0 0 0 0,0 0 0 0 0,0 1 0 0 0,0 0 0 0 0,0 0 0 0 0,-1 1 0 0 0,1-1 0 0 0,-1 1 0 0 0,1 1 0 0 0,-1-1 0 0 0,11 9 0 0 0,-9-6 6 0 0,0 0-1 0 0,-1 0 1 0 0,1 1-1 0 0,-1 0 0 0 0,-1 0 1 0 0,1 1-1 0 0,-1 0 1 0 0,-1 0-1 0 0,1 0 1 0 0,-1 1-1 0 0,-1 0 1 0 0,0 0-1 0 0,0 0 0 0 0,0 0 1 0 0,3 20-1 0 0,-7-28 18 0 0,0 1 0 0 0,0 0 0 0 0,0 0 0 0 0,-1 0 0 0 0,1 0 0 0 0,0 0 0 0 0,-1-1-1 0 0,0 1 1 0 0,1 0 0 0 0,-1 0 0 0 0,0-1 0 0 0,0 1 0 0 0,0 0 0 0 0,0-1 0 0 0,0 1 0 0 0,0-1-1 0 0,-1 0 1 0 0,1 1 0 0 0,0-1 0 0 0,-1 0 0 0 0,1 0 0 0 0,-1 1 0 0 0,0-1 0 0 0,1-1 0 0 0,-1 1 0 0 0,0 0-1 0 0,1 0 1 0 0,-1 0 0 0 0,0-1 0 0 0,0 1 0 0 0,0-1 0 0 0,1 0 0 0 0,-1 1 0 0 0,0-1 0 0 0,-2 0-1 0 0,-13 2-2 0 0,1 0 0 0 0,-33-1 0 0 0,38-1 0 0 0,-65-2-579 0 0,-132-19 0 0 0,172 9-2313 0 0,22 5 1409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3.5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578 73 5817 0 0,'2'-14'-138'0'0,"-7"10"136"0"0,0 0 0 0 0,1 0 1 0 0,-1 0-1 0 0,-1 1 0 0 0,1 0 0 0 0,-1 0 0 0 0,1 0 0 0 0,-1 1 0 0 0,0-1 1 0 0,0 1-1 0 0,0 1 0 0 0,0-1 0 0 0,0 1 0 0 0,0 0 0 0 0,0 1 0 0 0,-1-1 0 0 0,-11 2 1 0 0,3-1 21 0 0,0 2 0 0 0,-1-1 0 0 0,1 2 1 0 0,0 0-1 0 0,1 1 0 0 0,-22 8 0 0 0,15-2-8 0 0,1 1 1 0 0,0 1-1 0 0,1 0 0 0 0,0 2 1 0 0,1 0-1 0 0,0 1 0 0 0,1 1 0 0 0,1 0 1 0 0,-19 25-1 0 0,16-15 12 0 0,0 1 0 0 0,2 0 0 0 0,1 1 1 0 0,1 1-1 0 0,2 0 0 0 0,-11 34 0 0 0,20-52-2 0 0,1 1-1 0 0,1 0 1 0 0,0 0-1 0 0,0 1 0 0 0,1-1 1 0 0,1 0-1 0 0,0 1 1 0 0,1-1-1 0 0,0 0 0 0 0,1 0 1 0 0,0 0-1 0 0,1 0 1 0 0,4 13-1 0 0,0-9 6 0 0,0 0 0 0 0,0-1 0 0 0,1 0-1 0 0,1 0 1 0 0,1-1 0 0 0,0 0 0 0 0,1 0-1 0 0,23 22 1 0 0,-20-23 6 0 0,0-1-1 0 0,1 0 1 0 0,1 0-1 0 0,0-2 1 0 0,0 0-1 0 0,1-1 1 0 0,0 0-1 0 0,1-1 1 0 0,0-1-1 0 0,0-1 1 0 0,0-1-1 0 0,1 0 1 0 0,0-2-1 0 0,0 0 1 0 0,0-1-1 0 0,0-1 1 0 0,31-1-1 0 0,-12-7 30 0 0,-1-2 0 0 0,0-1 0 0 0,0-1 0 0 0,-1-3 0 0 0,-1 0 0 0 0,0-3 0 0 0,-1-1 0 0 0,-1-1 0 0 0,0-2 0 0 0,-2-1 0 0 0,-1-1 0 0 0,0-2 0 0 0,-2-1 0 0 0,-1-1 0 0 0,-1-2 0 0 0,38-54 0 0 0,-57 73-26 0 0,0-1 0 0 0,-1-1 0 0 0,0 1 0 0 0,-1-1 0 0 0,0 0 0 0 0,-1 0 0 0 0,0 0 0 0 0,-1-1 0 0 0,0 1 0 0 0,-1-1 0 0 0,0 0 0 0 0,-1 1 0 0 0,-1-1 0 0 0,0 0 0 0 0,-1 0 0 0 0,0 0 0 0 0,-1 1 0 0 0,0-1 0 0 0,-1 0 0 0 0,-9-22 0 0 0,5 21-29 0 0,-1-1-1 0 0,0 2 0 0 0,-2-1 0 0 0,1 1 0 0 0,-2 1 0 0 0,1 0 0 0 0,-2 0 0 0 0,0 1 0 0 0,0 0 1 0 0,-1 1-1 0 0,0 1 0 0 0,0 0 0 0 0,-1 1 0 0 0,0 0 0 0 0,-1 1 0 0 0,0 1 0 0 0,-19-6 1 0 0,-5 0 8 0 0,-1 2 1 0 0,-1 1 0 0 0,0 2-1 0 0,0 3 1 0 0,-68-1 0 0 0,75 6-252 0 0,-1 1 1 0 0,0 2-1 0 0,1 1 0 0 0,-1 1 1 0 0,2 3-1 0 0,-1 0 1 0 0,1 2-1 0 0,-36 18 1 0 0,60-23-2709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2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2 665 1900 0 0,'0'0'6461'0'0,"-1"-5"-6385"0"0,1 2-56 0 0,0-1 0 0 0,0 1-1 0 0,1-1 1 0 0,-1 1 0 0 0,1-1 0 0 0,0 1 0 0 0,0-1 0 0 0,1 1 0 0 0,-1 0-1 0 0,1-1 1 0 0,-1 1 0 0 0,1 0 0 0 0,0 0 0 0 0,0 0 0 0 0,0 1 0 0 0,1-1 0 0 0,-1 0-1 0 0,1 1 1 0 0,-1-1 0 0 0,4-1 0 0 0,-4 2-25 0 0,327-313 145 0 0,-319 306-134 0 0,92-73-31 0 0,-64 53 97 0 0,-2 0 0 0 0,44-47 0 0 0,-45 39 372 0 0,-34 36-370 0 0,-2 0-70 0 0,0 0-1 0 0,0 0 1 0 0,0 0 0 0 0,0 0-1 0 0,0 0 1 0 0,0 1 0 0 0,-1-1-1 0 0,1 0 1 0 0,0 1 0 0 0,0-1-1 0 0,-1 1 1 0 0,1-1 0 0 0,-1 1-1 0 0,1 0 1 0 0,0-1-1 0 0,-1 1 1 0 0,1 0 0 0 0,-1 0-1 0 0,-1 0 1 0 0,-2-1-4 0 0,-67 3 54 0 0,-93 15-1 0 0,127-12-45 0 0,35-5-15 0 0,10-2-23 0 0,23-5 23 0 0,0 2 1 0 0,1 0-1 0 0,0 2 0 0 0,0 2 1 0 0,0 1-1 0 0,0 1 1 0 0,-1 1-1 0 0,1 2 0 0 0,0 1 1 0 0,30 9-1 0 0,-54-12 0 0 0,0 0-1 0 0,0 1 1 0 0,-1-1 0 0 0,1 1-1 0 0,9 6 1 0 0,-15-8 5 0 0,0 0 1 0 0,1 0 0 0 0,-1 0-1 0 0,0 0 1 0 0,0 0 0 0 0,0 0 0 0 0,0 0-1 0 0,0 0 1 0 0,0 0 0 0 0,0 1-1 0 0,0-1 1 0 0,-1 0 0 0 0,1 1 0 0 0,0-1-1 0 0,-1 1 1 0 0,1-1 0 0 0,-1 1-1 0 0,0-1 1 0 0,1 1 0 0 0,-1-1-1 0 0,0 1 1 0 0,0-1 0 0 0,0 1 0 0 0,0-1-1 0 0,0 1 1 0 0,0-1 0 0 0,-1 1-1 0 0,1-1 1 0 0,0 1 0 0 0,-1 1 0 0 0,-6 11-5 0 0,0 0 0 0 0,-1-1 1 0 0,0 0-1 0 0,-1 0 1 0 0,0-1-1 0 0,-1 0 0 0 0,0-1 1 0 0,-1 0-1 0 0,-13 10 1 0 0,15-15-271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3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562 96 6825 0 0,'1'0'-26'0'0,"1"-1"0"0"0,-1 0 1 0 0,0 0-1 0 0,0 1 1 0 0,0-1-1 0 0,0 0 0 0 0,0 0 1 0 0,-1 0-1 0 0,1 0 0 0 0,0 0 1 0 0,0-1-1 0 0,-1 1 1 0 0,1 0-1 0 0,0 0 0 0 0,-1 0 1 0 0,1 0-1 0 0,-1-1 0 0 0,0 1 1 0 0,1 0-1 0 0,-1-1 1 0 0,0 1-1 0 0,0 0 0 0 0,0-1 1 0 0,0-1-1 0 0,0 0 25 0 0,-1 1-1 0 0,0 0 1 0 0,0-1-1 0 0,0 1 1 0 0,0 0-1 0 0,0 0 1 0 0,0-1-1 0 0,0 1 1 0 0,-1 0-1 0 0,1 0 1 0 0,-1 0-1 0 0,-3-3 1 0 0,1 2 16 0 0,0-1 0 0 0,0 1 0 0 0,0 0 0 0 0,0 0 0 0 0,-1 0 0 0 0,1 0 0 0 0,-1 1 0 0 0,0 0 1 0 0,0 0-1 0 0,0 0 0 0 0,0 1 0 0 0,0-1 0 0 0,-10 0 0 0 0,-4 3-9 0 0,0 1 1 0 0,0 1-1 0 0,0 1 1 0 0,1 1-1 0 0,-1 0 1 0 0,1 1 0 0 0,0 1-1 0 0,0 1 1 0 0,1 0-1 0 0,-24 17 1 0 0,15-8-4 0 0,0 1 0 0 0,1 2 0 0 0,1 0 0 0 0,1 2 0 0 0,-36 44 1 0 0,49-53 4 0 0,1-1 1 0 0,1 1 0 0 0,0 0-1 0 0,1 1 1 0 0,0-1 0 0 0,1 2-1 0 0,1-1 1 0 0,0 1 0 0 0,-4 21 0 0 0,8-27 3 0 0,0-1 1 0 0,0 1 0 0 0,1-1 0 0 0,0 0 0 0 0,1 1 0 0 0,-1-1 0 0 0,2 1 0 0 0,-1-1 0 0 0,1 0 0 0 0,1 0 0 0 0,-1 0 0 0 0,1 0 0 0 0,1 0 0 0 0,-1-1 0 0 0,1 1 0 0 0,1-1 0 0 0,-1 0 0 0 0,11 11 0 0 0,-4-6 15 0 0,2 0-1 0 0,-1-1 1 0 0,1 0 0 0 0,1-1 0 0 0,0 0-1 0 0,0-1 1 0 0,1-1 0 0 0,0 0 0 0 0,0-1-1 0 0,1-1 1 0 0,0 0 0 0 0,33 6 0 0 0,2-4 202 0 0,0-2 1 0 0,98-1 0 0 0,-146-5-188 0 0,1 0-114 0 0,5 2 121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4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285 64 5284 0 0,'0'0'-114'0'0,"-1"-14"-72"0"0,-2 6 191 0 0,1 4 7 0 0,-2-3 3 0 0,3 5-6 0 0,-1 0-1 0 0,0 0 1 0 0,0 0-1 0 0,0 1 1 0 0,0-1-1 0 0,0 0 1 0 0,-1 1-1 0 0,1 0 1 0 0,0-1-1 0 0,-1 1 1 0 0,1 0-1 0 0,-1 0 1 0 0,1 0-1 0 0,-1 0 1 0 0,1 1-1 0 0,-1-1 1 0 0,0 1-1 0 0,1 0 1 0 0,-1-1-1 0 0,0 1 1 0 0,1 0-1 0 0,-1 1 1 0 0,0-1-1 0 0,1 0 1 0 0,-4 2-1 0 0,-3-1 5 0 0,1 1-1 0 0,0 0 1 0 0,0 0 0 0 0,0 1-1 0 0,0 0 1 0 0,0 0-1 0 0,-8 6 1 0 0,2 1 4 0 0,0 0 0 0 0,1 0 1 0 0,0 2-1 0 0,-19 21 0 0 0,26-26 23 0 0,0 0 0 0 0,0 1 0 0 0,1 0 0 0 0,0 0-1 0 0,1 1 1 0 0,0-1 0 0 0,0 1 0 0 0,1 0 0 0 0,-4 15 0 0 0,6-22-21 0 0,1 0 1 0 0,0 0 0 0 0,0 0 0 0 0,0-1 0 0 0,1 1-1 0 0,-1 0 1 0 0,0 0 0 0 0,1-1 0 0 0,-1 1 0 0 0,1 0-1 0 0,0-1 1 0 0,-1 1 0 0 0,1-1 0 0 0,0 1 0 0 0,0 0-1 0 0,0-1 1 0 0,0 0 0 0 0,0 1 0 0 0,0-1 0 0 0,0 0 0 0 0,1 1-1 0 0,-1-1 1 0 0,0 0 0 0 0,1 0 0 0 0,-1 0 0 0 0,1 0-1 0 0,0 0 1 0 0,-1-1 0 0 0,1 1 0 0 0,2 0 0 0 0,0 1 6 0 0,0 0 1 0 0,0-1 0 0 0,1 0 0 0 0,-1 0 0 0 0,0 0-1 0 0,1-1 1 0 0,-1 1 0 0 0,1-1 0 0 0,-1 0-1 0 0,1 0 1 0 0,7-2 0 0 0,1-1 7 0 0,-1-1-1 0 0,0-1 1 0 0,0 0-1 0 0,-1 0 1 0 0,1-1 0 0 0,-1-1-1 0 0,0 0 1 0 0,-1 0 0 0 0,0-1-1 0 0,0-1 1 0 0,-1 0 0 0 0,0 0-1 0 0,0 0 1 0 0,-1-1-1 0 0,0-1 1 0 0,-1 1 0 0 0,7-12-1 0 0,30-61 663 0 0,-42 81-533 0 0,-5 8-143 0 0,-4 6-7 0 0,1 1 1 0 0,0 1-1 0 0,1-1 0 0 0,1 1 1 0 0,0 0-1 0 0,1 0 0 0 0,-2 17 0 0 0,5-27-9 0 0,-1 0 0 0 0,1 0 0 0 0,1 0 0 0 0,-1 0 0 0 0,0 0-1 0 0,1 0 1 0 0,0 0 0 0 0,0 0 0 0 0,0-1 0 0 0,0 1 0 0 0,1 0-1 0 0,0 0 1 0 0,-1-1 0 0 0,1 1 0 0 0,0-1 0 0 0,1 1-1 0 0,-1-1 1 0 0,1 0 0 0 0,-1 0 0 0 0,1 0 0 0 0,0 0 0 0 0,0-1-1 0 0,0 1 1 0 0,1-1 0 0 0,-1 0 0 0 0,1 0 0 0 0,-1 0 0 0 0,1 0-1 0 0,-1-1 1 0 0,1 1 0 0 0,5 0 0 0 0,-1 1 2 0 0,-1 0 1 0 0,2-1 0 0 0,-1-1-1 0 0,0 1 1 0 0,0-1-1 0 0,0-1 1 0 0,1 0 0 0 0,-1 0-1 0 0,0 0 1 0 0,1-1-1 0 0,-1 0 1 0 0,0-1 0 0 0,0 0-1 0 0,0 0 1 0 0,0-1-1 0 0,0 0 1 0 0,-1 0-1 0 0,1 0 1 0 0,8-6 0 0 0,-10 4-5 0 0,0 0 0 0 0,-1 0 0 0 0,1 0 0 0 0,-1-1 0 0 0,0 0 0 0 0,0 0-1 0 0,-1 0 1 0 0,0 0 0 0 0,0-1 0 0 0,0 0 0 0 0,-1 1 0 0 0,0-2 0 0 0,0 1 0 0 0,-1 0 0 0 0,0 0 0 0 0,0-1 0 0 0,-1 1 0 0 0,0-1 0 0 0,0 1 0 0 0,0-14 0 0 0,-1 18-5 0 0,-6-51-58 0 0,6 52 43 0 0,-5-28-46 0 0,5 28 61 0 0,4 25-15 0 0,11 69-15 0 0,-10-55 49 0 0,12 46-1 0 0,-16-79-175 0 0,8 29 926 0 0,-13-49 383 0 0,-2-5-1064 0 0,1 1 1 0 0,1-1-1 0 0,1 0 0 0 0,1 0 0 0 0,0-22 0 0 0,2 39-83 0 0,0 0-1 0 0,0 0 1 0 0,1 0 0 0 0,0 0-1 0 0,-1 0 1 0 0,1 0 0 0 0,1 0-1 0 0,-1 0 1 0 0,1 0 0 0 0,-1 0-1 0 0,1 1 1 0 0,0-1 0 0 0,0 0 0 0 0,1 1-1 0 0,-1 0 1 0 0,1 0 0 0 0,-1 0-1 0 0,1 0 1 0 0,0 0 0 0 0,0 0-1 0 0,1 1 1 0 0,-1-1 0 0 0,1 1-1 0 0,-1 0 1 0 0,1 0 0 0 0,-1 0-1 0 0,1 1 1 0 0,0-1 0 0 0,0 1-1 0 0,0 0 1 0 0,0 0 0 0 0,6-1-1 0 0,-2 1-4 0 0,1 0 0 0 0,0 0 0 0 0,0 1 0 0 0,0 1 0 0 0,-1-1 0 0 0,1 1 0 0 0,0 0 1 0 0,0 1-1 0 0,-1 0 0 0 0,1 1 0 0 0,-1 0 0 0 0,0 0 0 0 0,15 8 0 0 0,-10-3-2 0 0,-1 1 0 0 0,0 0 1 0 0,0 0-1 0 0,-1 2 0 0 0,0-1 0 0 0,10 14 1 0 0,-8-8-4 0 0,0 1 1 0 0,-1 0-1 0 0,-1 1 1 0 0,-1 1 0 0 0,-1-1-1 0 0,11 29 1 0 0,-9-27-2061 0 0,-1-34-1615 0 0,-5 4 3608 0 0,10-17-2913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5.4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324 41 6393 0 0,'0'0'-248'0'0,"4"-12"460"0"0,-5 10-199 0 0,0 0 1 0 0,0 0-1 0 0,0 0 0 0 0,-1 1 1 0 0,1-1-1 0 0,0 0 1 0 0,-1 1-1 0 0,0-1 1 0 0,1 1-1 0 0,-1-1 1 0 0,0 1-1 0 0,0 0 1 0 0,0 0-1 0 0,0 0 1 0 0,0 0-1 0 0,0 0 0 0 0,0 0 1 0 0,0 0-1 0 0,0 1 1 0 0,0-1-1 0 0,-1 1 1 0 0,1-1-1 0 0,0 1 1 0 0,0 0-1 0 0,-1 0 1 0 0,1 0-1 0 0,0 0 1 0 0,0 1-1 0 0,0-1 1 0 0,-1 0-1 0 0,1 1 0 0 0,0 0 1 0 0,0-1-1 0 0,-2 2 1 0 0,-7 2-7 0 0,0-1 0 0 0,0 2 0 0 0,1-1 0 0 0,0 1 0 0 0,-17 12 0 0 0,7-2 6 0 0,0 1 1 0 0,1 0-1 0 0,1 2 0 0 0,-24 29 1 0 0,35-39-6 0 0,1 1 1 0 0,-1 0-1 0 0,1 0 1 0 0,1 0-1 0 0,0 1 1 0 0,0 0-1 0 0,1 0 1 0 0,1 1-1 0 0,-1-1 1 0 0,2 1-1 0 0,-1-1 1 0 0,-1 22-1 0 0,4-28-3 0 0,0-1-1 0 0,1 1 0 0 0,-1 0 0 0 0,1-1 0 0 0,0 1 1 0 0,0-1-1 0 0,0 1 0 0 0,0-1 0 0 0,0 0 0 0 0,1 1 1 0 0,0-1-1 0 0,0 0 0 0 0,-1 0 0 0 0,2 0 0 0 0,-1 0 1 0 0,0 0-1 0 0,1-1 0 0 0,3 4 0 0 0,0-1 4 0 0,0-1 0 0 0,1 1 0 0 0,-1-2 0 0 0,1 1 0 0 0,0-1 0 0 0,0 0-1 0 0,1 0 1 0 0,8 2 0 0 0,11 0 23 0 0,0 0 0 0 0,0-2 1 0 0,50 0-1 0 0,-13-5 270 0 0,0-4 0 0 0,64-13-1 0 0,-127 19-422 0 0,0 0 1 0 0,1-1-1 0 0,-1 1 0 0 0,0-1 0 0 0,1 1 0 0 0,-1-1 0 0 0,0 0 0 0 0,0 0 0 0 0,1 1 0 0 0,-1-1 0 0 0,0 0 0 0 0,0 0 0 0 0,0 0 0 0 0,0 0 0 0 0,0 0 0 0 0,0 0 0 0 0,-1-1 0 0 0,1 1 0 0 0,0 0 0 0 0,0 0 0 0 0,-1-1 1 0 0,1 1-1 0 0,-1 0 0 0 0,1-1 0 0 0,-1 1 0 0 0,0-1 0 0 0,1 1 0 0 0,-1 0 0 0 0,0-1 0 0 0,0-1 0 0 0,0 2-141 0 0,1-7-2063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6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19 159 5541 0 0,'0'-3'-24'0'0,"1"-18"126"0"0,-1 1 0 0 0,-2-1 0 0 0,0 0 1 0 0,-8-35-1 0 0,10 54-51 0 0,-3-5 124 0 0,1-1-55 0 0,1 9-63 0 0,1 96 22 0 0,5-1 1 0 0,3 0-1 0 0,42 185 0 0 0,37 3 336 0 0,-85-268 625 0 0,-11-18 34 0 0,7 1-1022 0 0,-1-1-1 0 0,1 0 0 0 0,0 0 0 0 0,0 0 0 0 0,1 0 0 0 0,-1 0 1 0 0,0-1-1 0 0,1 1 0 0 0,-1 0 0 0 0,-1-5 0 0 0,1-1-23 0 0,0 0-1 0 0,0 0 1 0 0,1 0-1 0 0,-1 0 1 0 0,2 0-1 0 0,-1-1 1 0 0,2 1-1 0 0,-1 0 1 0 0,1 0-1 0 0,0 0 1 0 0,0 0-1 0 0,1 0 1 0 0,0 0-1 0 0,1 0 1 0 0,0 0-1 0 0,0 0 1 0 0,0 1-1 0 0,1 0 0 0 0,0 0 1 0 0,6-7-1 0 0,-6 8-27 0 0,1 1-1 0 0,0 0 1 0 0,1 0-1 0 0,-1 0 0 0 0,1 1 1 0 0,0 0-1 0 0,0 0 1 0 0,0 0-1 0 0,0 1 0 0 0,1 0 1 0 0,-1 0-1 0 0,1 1 1 0 0,0-1-1 0 0,0 2 0 0 0,0-1 1 0 0,0 1-1 0 0,0 0 1 0 0,0 0-1 0 0,1 1 0 0 0,-1 0 1 0 0,0 0-1 0 0,0 1 1 0 0,7 1-1 0 0,5 2-10 0 0,-1 0-1 0 0,0 1 1 0 0,0 2-1 0 0,-1-1 1 0 0,0 2 0 0 0,0 0-1 0 0,-1 2 1 0 0,0-1 0 0 0,0 2-1 0 0,-1 0 1 0 0,-1 1-1 0 0,0 0 1 0 0,21 24 0 0 0,-27-16 488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7.5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283 164 6689 0 0,'-3'-11'-444'0'0,"0"0"314"0"0,0 1 0 0 0,0 0 1 0 0,-1-1-1 0 0,0 1 0 0 0,-10-16 0 0 0,12 23 145 0 0,0 1 0 0 0,0-1 0 0 0,0 1 0 0 0,0 0-1 0 0,-1-1 1 0 0,1 1 0 0 0,-1 0 0 0 0,1 0 0 0 0,-1 1 0 0 0,0-1-1 0 0,0 0 1 0 0,0 1 0 0 0,0 0 0 0 0,0 0 0 0 0,0 0 0 0 0,0 0-1 0 0,0 0 1 0 0,-1 1 0 0 0,1-1 0 0 0,0 1 0 0 0,0 0 0 0 0,0 0-1 0 0,-1 0 1 0 0,1 0 0 0 0,-4 1 0 0 0,-2 1-2 0 0,1 1 0 0 0,-1 0 0 0 0,0 0 0 0 0,1 1 0 0 0,0 0 0 0 0,0 1-1 0 0,0 0 1 0 0,1 0 0 0 0,-1 1 0 0 0,1-1 0 0 0,0 2 0 0 0,1-1 0 0 0,-12 15 0 0 0,12-15 1 0 0,1 1-1 0 0,0-1 1 0 0,0 1 0 0 0,1 0-1 0 0,0 0 1 0 0,0 1-1 0 0,1 0 1 0 0,0-1 0 0 0,0 1-1 0 0,0 0 1 0 0,1 0-1 0 0,1 0 1 0 0,-1 1 0 0 0,1-1-1 0 0,1 0 1 0 0,0 9 0 0 0,0-15-8 0 0,0 0 1 0 0,1 0 0 0 0,-1 1 0 0 0,1-1 0 0 0,0 0-1 0 0,0 0 1 0 0,0 0 0 0 0,0 0 0 0 0,0 0 0 0 0,0-1-1 0 0,0 1 1 0 0,1 0 0 0 0,-1 0 0 0 0,1-1 0 0 0,-1 1-1 0 0,1-1 1 0 0,0 0 0 0 0,-1 1 0 0 0,1-1-1 0 0,0 0 1 0 0,0 0 0 0 0,0 0 0 0 0,0 0 0 0 0,0 0-1 0 0,0 0 1 0 0,0-1 0 0 0,0 1 0 0 0,1-1 0 0 0,-1 1-1 0 0,0-1 1 0 0,0 0 0 0 0,0 0 0 0 0,1 0 0 0 0,-1 0-1 0 0,0 0 1 0 0,0-1 0 0 0,0 1 0 0 0,3-1 0 0 0,3-1 15 0 0,1 0 0 0 0,-1 0 1 0 0,0 0-1 0 0,0-1 0 0 0,0 0 1 0 0,0-1-1 0 0,-1 0 0 0 0,13-8 1 0 0,-7 1 21 0 0,-2-1 0 0 0,1 0 1 0 0,-2-1-1 0 0,0 0 0 0 0,0-1 0 0 0,-1 0 1 0 0,7-15-1 0 0,25-37 318 0 0,-40 65-288 0 0,-13 53-33 0 0,9-44-29 0 0,0 0-1 0 0,1 1 1 0 0,0-1 0 0 0,-1 16-1 0 0,3-20-6 0 0,0 0 0 0 0,0 0 0 0 0,1 0 0 0 0,0 1 1 0 0,-1-1-1 0 0,1 0 0 0 0,1 0 0 0 0,-1 0 0 0 0,1 0 0 0 0,-1-1 0 0 0,1 1 0 0 0,0 0 1 0 0,1-1-1 0 0,-1 1 0 0 0,0-1 0 0 0,1 0 0 0 0,4 5 0 0 0,-2-4 0 0 0,1 0 0 0 0,0 0 0 0 0,-1 0 0 0 0,1-1 0 0 0,0 0 0 0 0,1 0 0 0 0,-1 0 0 0 0,0-1 0 0 0,1 0 0 0 0,7 1 0 0 0,0 0 5 0 0,1-1 0 0 0,0-1 0 0 0,0 0 0 0 0,0-1 0 0 0,0 0-1 0 0,-1-1 1 0 0,1-1 0 0 0,0-1 0 0 0,21-6 0 0 0,-30 7-11 0 0,-1 0 1 0 0,0 0-1 0 0,0 0 0 0 0,0-1 1 0 0,-1 0-1 0 0,1 0 0 0 0,0 0 1 0 0,-1-1-1 0 0,0 0 1 0 0,0 1-1 0 0,0-1 0 0 0,0-1 1 0 0,-1 1-1 0 0,1-1 0 0 0,-1 1 1 0 0,0-1-1 0 0,-1 0 0 0 0,1 0 1 0 0,2-8-1 0 0,-2 2 16 0 0,0 0 1 0 0,-1 0-1 0 0,0 0 0 0 0,-1 0 1 0 0,0 0-1 0 0,-1-1 1 0 0,0 1-1 0 0,-3-18 0 0 0,1 6 46 0 0,-4-22-37 0 0,5 44-23 0 0,1-1 7 0 0,-2-7-2 0 0,3 6-8 0 0,2-4 1 0 0,-2 6 11 0 0,1 6-13 0 0,3 16 2 0 0,-1 0 0 0 0,4 43 1 0 0,0 7 12 0 0,22 50 126 0 0,-29-120-119 0 0,-1-1 0 0 0,0 1 1 0 0,0-1-1 0 0,1 1 0 0 0,-1-1 0 0 0,0 1 0 0 0,0-1 0 0 0,0 1 0 0 0,0 0 0 0 0,1-1 0 0 0,-1 1 0 0 0,0-1 0 0 0,0 1 0 0 0,0-1 0 0 0,0 1 0 0 0,0 0 0 0 0,-1-1 0 0 0,1 1 0 0 0,0-1 0 0 0,0 1 0 0 0,0-1 0 0 0,0 1 0 0 0,-1-1 0 0 0,1 1 0 0 0,0-1 0 0 0,0 1 0 0 0,-1-1 0 0 0,1 1 0 0 0,0-1 0 0 0,-1 1 0 0 0,1-1 0 0 0,-1 1 0 0 0,-14-12 342 0 0,-13-25-85 0 0,25 31-262 0 0,1 0-1 0 0,0 0 0 0 0,0 0 1 0 0,0 0-1 0 0,1 0 0 0 0,0 0 1 0 0,0 0-1 0 0,0 0 0 0 0,1-1 1 0 0,-1 1-1 0 0,1 0 0 0 0,1 0 1 0 0,-1-1-1 0 0,1 1 1 0 0,0 0-1 0 0,0 0 0 0 0,0 0 1 0 0,1 0-1 0 0,-1 0 0 0 0,1 0 1 0 0,1 0-1 0 0,-1 0 0 0 0,1 1 1 0 0,-1-1-1 0 0,1 1 0 0 0,1 0 1 0 0,-1-1-1 0 0,0 2 1 0 0,8-8-1 0 0,-6 7-14 0 0,0 0-1 0 0,0 0 1 0 0,0 1 0 0 0,0-1 0 0 0,0 1-1 0 0,1 0 1 0 0,0 1 0 0 0,-1-1 0 0 0,1 1-1 0 0,0 0 1 0 0,0 1 0 0 0,0-1 0 0 0,1 1-1 0 0,-1 0 1 0 0,0 1 0 0 0,0-1 0 0 0,1 1-1 0 0,-1 1 1 0 0,0-1 0 0 0,0 1 0 0 0,0 0-1 0 0,0 0 1 0 0,1 1 0 0 0,-2 0-1 0 0,8 3 1 0 0,-3 0-10 0 0,0 0 0 0 0,0 1-1 0 0,0 0 1 0 0,-1 1 0 0 0,0 0-1 0 0,-1 0 1 0 0,0 1 0 0 0,0 0-1 0 0,0 0 1 0 0,-1 1 0 0 0,0 0-1 0 0,-1 0 1 0 0,0 1 0 0 0,0 0-1 0 0,-1 0 1 0 0,7 19 0 0 0,-8-23 58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48.5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 26 6245 0 0,'0'0'-288'0'0,"-20"-18"-435"0"0,12 15 706 0 0,-1 2 0 0 0,1-1 0 0 0,-1 1 0 0 0,1 0 0 0 0,-1 1 0 0 0,0 0 0 0 0,1 0 0 0 0,-1 1-1 0 0,1 0 1 0 0,-1 1 0 0 0,1 0 0 0 0,-1 0 0 0 0,1 1 0 0 0,-12 5 0 0 0,7-3 29 0 0,1 1 0 0 0,-1 1 0 0 0,1-1-1 0 0,1 2 1 0 0,0 0 0 0 0,0 0 0 0 0,0 1 0 0 0,-16 18-1 0 0,26-27-2 0 0,1 1-1 0 0,-1 0 0 0 0,0-1 0 0 0,1 1 0 0 0,-1 0 0 0 0,1 0 0 0 0,-1 0 0 0 0,1 0 0 0 0,0-1 0 0 0,-1 1 0 0 0,1 0 0 0 0,0 0 0 0 0,-1 0 1 0 0,1 0-1 0 0,0 0 0 0 0,0 0 0 0 0,0 0 0 0 0,0 0 0 0 0,0 0 0 0 0,0 0 0 0 0,0 0 0 0 0,0 0 0 0 0,0 0 0 0 0,0 0 0 0 0,1-1 1 0 0,-1 1-1 0 0,0 0 0 0 0,2 2 0 0 0,-1-1 5 0 0,1 0 1 0 0,-1-1 0 0 0,1 1-1 0 0,0 0 1 0 0,0-1 0 0 0,0 1 0 0 0,0-1-1 0 0,0 1 1 0 0,0-1 0 0 0,0 0-1 0 0,3 1 1 0 0,7 2 29 0 0,-1 0 0 0 0,1-1 1 0 0,20 3-1 0 0,-11-3-3 0 0,1-1 1 0 0,-1-2 0 0 0,33-2-1 0 0,-45 1-32 0 0,-1 0-1 0 0,0 0 0 0 0,1-1 1 0 0,-1 0-1 0 0,0-1 1 0 0,0 0-1 0 0,0 0 1 0 0,0-1-1 0 0,-1 1 0 0 0,0-2 1 0 0,14-9-1 0 0,-21 14-6 0 0,1-1 0 0 0,0 0 0 0 0,0 0 0 0 0,0 1-1 0 0,-1-1 1 0 0,1 0 0 0 0,0 0 0 0 0,-1 0 0 0 0,1 0 0 0 0,-1 0 0 0 0,1 0-1 0 0,-1 0 1 0 0,1 0 0 0 0,-1 0 0 0 0,0 0 0 0 0,1 0 0 0 0,-1 0 0 0 0,0-1-1 0 0,0 1 1 0 0,0 0 0 0 0,0 0 0 0 0,0 0 0 0 0,0 0 0 0 0,0 0 0 0 0,0 0 0 0 0,-1 0-1 0 0,1-2 1 0 0,-17-23 47 0 0,10 18-18 0 0,6 7-27 0 0,-9-9 138 0 0,33 110-86 0 0,-15-60-23 0 0,2 1 0 0 0,2-1-1 0 0,19 46 1 0 0,49 60 75 0 0,-51-98-73 0 0,-2 1 0 0 0,20 55 1 0 0,-45-100-32 0 0,-1-1 0 0 0,0 1 0 0 0,0 0 0 0 0,0-1 0 0 0,0 1 1 0 0,-1 0-1 0 0,1 0 0 0 0,-1-1 0 0 0,0 1 0 0 0,0 0 0 0 0,-1 0 1 0 0,1 0-1 0 0,-1-1 0 0 0,0 1 0 0 0,0 0 0 0 0,0-1 0 0 0,0 1 1 0 0,-1-1-1 0 0,-2 6 0 0 0,0-4 6 0 0,0 0 1 0 0,0 0-1 0 0,0 0 0 0 0,-1-1 1 0 0,1 0-1 0 0,-1 0 0 0 0,0 0 1 0 0,-1 0-1 0 0,1-1 0 0 0,-11 5 1 0 0,-4 1 64 0 0,-1-2 0 0 0,0 0 0 0 0,0-2 0 0 0,0 0 0 0 0,-38 3 0 0 0,44-7 97 0 0,0 0 1 0 0,0-1 0 0 0,0-1-1 0 0,-30-5 1 0 0,42 5-130 0 0,0 1 0 0 0,0-1 1 0 0,0 0-1 0 0,0 0 0 0 0,1-1 0 0 0,-1 1 0 0 0,0 0 0 0 0,1-1 1 0 0,-1 0-1 0 0,1 0 0 0 0,-1 1 0 0 0,1-1 0 0 0,-4-5 1 0 0,5 6-23 0 0,0-1 1 0 0,0 0 0 0 0,1 0 0 0 0,-1 0 0 0 0,0 0-1 0 0,1 0 1 0 0,-1 0 0 0 0,1 0 0 0 0,0 0 0 0 0,0 0-1 0 0,0 0 1 0 0,0 0 0 0 0,0 0 0 0 0,0 0 0 0 0,0 0-1 0 0,1 0 1 0 0,-1 0 0 0 0,1 0 0 0 0,-1 0 0 0 0,1 1-1 0 0,0-1 1 0 0,0 0 0 0 0,1-2 0 0 0,12-23 66 0 0,1 1 1 0 0,1 1-1 0 0,34-41 1 0 0,71-63-77 0 0,-9 10-49 0 0,-99 104 44 0 0,29-34 63 0 0,-1-2 0 0 0,52-86 1 0 0,-93 137-70 0 0,0 0 1 0 0,1 0 0 0 0,-1 0 0 0 0,0 0 0 0 0,0 0 0 0 0,0-1 0 0 0,1 1 0 0 0,-1 0 0 0 0,0 0 0 0 0,0 0-1 0 0,0 0 1 0 0,0 0 0 0 0,0-1 0 0 0,1 1 0 0 0,-1 0 0 0 0,0 0 0 0 0,0 0 0 0 0,0 0 0 0 0,0-1 0 0 0,0 1-1 0 0,0 0 1 0 0,0 0 0 0 0,0 0 0 0 0,0-1 0 0 0,0 1 0 0 0,0 0 0 0 0,0 0 0 0 0,1 0 0 0 0,-1-1 0 0 0,0 1-1 0 0,-1 0 1 0 0,1 0 0 0 0,0 0 0 0 0,0-1 0 0 0,0 1 0 0 0,0 0 0 0 0,0 0 0 0 0,0 0 0 0 0,0-1 0 0 0,0 1-1 0 0,0 0 1 0 0,0 0 0 0 0,0 0 0 0 0,0 0 0 0 0,-1-1 0 0 0,1 1 0 0 0,0 0 0 0 0,0 0 0 0 0,0 0 0 0 0,0 0-1 0 0,-1 0 1 0 0,1-1 0 0 0,0 1 0 0 0,0 0 0 0 0,0 0 0 0 0,0 0 0 0 0,-1 0 0 0 0,1 0 0 0 0,0 0 0 0 0,0 0-1 0 0,0 0 1 0 0,-1 0 0 0 0,1 0 0 0 0,-20 9 6 0 0,13-4-9 0 0,0 0 0 0 0,0 0-1 0 0,1 1 1 0 0,-11 11 0 0 0,10-9 9 0 0,1 1 0 0 0,0 0 0 0 0,1 0 0 0 0,0 1 1 0 0,1 0-1 0 0,0 0 0 0 0,0 0 0 0 0,-3 15 0 0 0,7-22-3 0 0,-1 0-1 0 0,1 1 1 0 0,-1-1-1 0 0,1 0 1 0 0,1 1 0 0 0,-1-1-1 0 0,0 1 1 0 0,1-1-1 0 0,-1 0 1 0 0,1 1-1 0 0,0-1 1 0 0,0 0-1 0 0,1 0 1 0 0,-1 0 0 0 0,1 0-1 0 0,-1 0 1 0 0,1 0-1 0 0,0 0 1 0 0,0 0-1 0 0,0-1 1 0 0,1 1 0 0 0,-1-1-1 0 0,0 1 1 0 0,1-1-1 0 0,0 0 1 0 0,-1 0-1 0 0,1 0 1 0 0,0 0-1 0 0,0-1 1 0 0,5 3 0 0 0,7 2-12 0 0,0-1 0 0 0,0 0-1 0 0,0-1 1 0 0,1-1 0 0 0,0 0 0 0 0,30 1 0 0 0,98-7-680 0 0,-137 2 623 0 0,167-17-4135 0 0,-128 13 1198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0.1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188 593 6425 0 0,'11'-3'-299'0'0,"-8"3"288"0"0,-1 0 0 0 0,1-1 0 0 0,0 1 0 0 0,0-1 0 0 0,-1 1 0 0 0,1-1 0 0 0,0 0 0 0 0,-1 0 0 0 0,1 0 0 0 0,-1-1 0 0 0,1 1 0 0 0,-1 0 0 0 0,0-1 0 0 0,1 0 0 0 0,-1 0 0 0 0,0 1 0 0 0,0-1 0 0 0,0 0 0 0 0,0-1 0 0 0,-1 1 0 0 0,1 0 0 0 0,-1 0 0 0 0,3-6 0 0 0,-3 7 49 0 0,-17-26 192 0 0,13 24-221 0 0,0 0 0 0 0,-1 1 0 0 0,0-1 1 0 0,0 1-1 0 0,0-1 0 0 0,0 1 0 0 0,0 0 0 0 0,0 0 0 0 0,-1 1 1 0 0,1-1-1 0 0,0 1 0 0 0,-1 0 0 0 0,0 0 0 0 0,1 1 0 0 0,-1-1 0 0 0,1 1 1 0 0,-1 0-1 0 0,1 0 0 0 0,-1 1 0 0 0,0-1 0 0 0,1 1 0 0 0,-1 0 1 0 0,-7 3-1 0 0,2-1-10 0 0,0 0 0 0 0,0 1 0 0 0,0 0 0 0 0,1 0 0 0 0,0 1 0 0 0,0 0 0 0 0,0 1 0 0 0,0 0 0 0 0,-14 13 0 0 0,21-17 5 0 0,0 0 0 0 0,1-1 0 0 0,-1 1 0 0 0,0 0 0 0 0,0 0 0 0 0,1 1 0 0 0,-1-1 0 0 0,1 0 0 0 0,0 0 0 0 0,0 1-1 0 0,0-1 1 0 0,0 1 0 0 0,0-1 0 0 0,0 1 0 0 0,0-1 0 0 0,1 1 0 0 0,0-1 0 0 0,-1 1 0 0 0,1 0 0 0 0,0-1 0 0 0,0 1 0 0 0,0 0 0 0 0,1-1 0 0 0,-1 1 0 0 0,1-1 0 0 0,-1 1 0 0 0,1 0 0 0 0,0-1 0 0 0,0 1 0 0 0,0-1 0 0 0,2 4 0 0 0,1-1 6 0 0,0-1 1 0 0,0 1 0 0 0,1-1-1 0 0,0 1 1 0 0,0-1-1 0 0,0 0 1 0 0,0-1 0 0 0,0 1-1 0 0,1-1 1 0 0,0 0-1 0 0,-1-1 1 0 0,8 3 0 0 0,1 0 29 0 0,0-1 0 0 0,0 0 0 0 0,0-1 1 0 0,0-1-1 0 0,0 0 0 0 0,1-1 1 0 0,-1 0-1 0 0,1-1 0 0 0,-1-1 0 0 0,1-1 1 0 0,16-3-1 0 0,-23 4 7 0 0,-1-1-1 0 0,0-1 1 0 0,0 1 0 0 0,1-1 0 0 0,-2 0-1 0 0,1-1 1 0 0,0 1 0 0 0,-1-1 0 0 0,0-1-1 0 0,0 1 1 0 0,0-1 0 0 0,0 0-1 0 0,-1-1 1 0 0,0 1 0 0 0,0-1 0 0 0,0 0-1 0 0,-1 0 1 0 0,1-1 0 0 0,-2 1 0 0 0,1-1-1 0 0,-1 0 1 0 0,4-12 0 0 0,-1-9 9 0 0,-2 1 1 0 0,-1-1 0 0 0,-1-1-1 0 0,-1 1 1 0 0,-2 0 0 0 0,-1 0-1 0 0,-5-30 1 0 0,-2-46 74 0 0,8 59-41 0 0,0 8 68 0 0,-1 0 1 0 0,-13-73 0 0 0,15 112-159 0 0,0-1-1 0 0,0 0 1 0 0,0 0 0 0 0,0 1-1 0 0,0-1 1 0 0,0 0 0 0 0,-1 1-1 0 0,1-1 1 0 0,0 0 0 0 0,-1 0-1 0 0,1 1 1 0 0,-1-1-1 0 0,1 0 1 0 0,-1 0 0 0 0,-1 1-1 0 0,-5 20-1 0 0,3 15 14 0 0,2-1-1 0 0,2 1 1 0 0,2 0 0 0 0,1 0 0 0 0,1-1-1 0 0,2 1 1 0 0,12 37 0 0 0,-12-55-5 0 0,1-1-1 0 0,1 0 1 0 0,0 0 0 0 0,1 0 0 0 0,1-1 0 0 0,1-1-1 0 0,0 0 1 0 0,1 0 0 0 0,1-1 0 0 0,0-1 0 0 0,1 0-1 0 0,1-1 1 0 0,0 0 0 0 0,33 20 0 0 0,-34-24 22 0 0,0-1 0 0 0,1-1 0 0 0,0-1 0 0 0,0 0 0 0 0,1 0-1 0 0,19 3 1 0 0,-26-8-385 0 0,0 1-1 0 0,-1-2 1 0 0,1 1-1 0 0,0-1 0 0 0,-1-1 1 0 0,1 0-1 0 0,-1 0 1 0 0,1 0-1 0 0,-1-1 0 0 0,1 0 1 0 0,-1-1-1 0 0,0 0 1 0 0,12-6-1 0 0,5-5-2498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0.8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282 92 6313 0 0,'2'-2'-8'0'0,"-1"1"0"0"0,1 0 0 0 0,-1-1 0 0 0,1 0 0 0 0,-1 1 0 0 0,0-1 0 0 0,0 0 0 0 0,0 1 0 0 0,0-1 1 0 0,0 0-1 0 0,0 0 0 0 0,-1 0 0 0 0,1 0 0 0 0,0 0 0 0 0,-1 0 0 0 0,0 0 0 0 0,1 0 0 0 0,-1 0 1 0 0,0 0-1 0 0,0 0 0 0 0,0 0 0 0 0,0 0 0 0 0,-1 0 0 0 0,1 0 0 0 0,0 0 0 0 0,-1 0 0 0 0,0 0 0 0 0,1 0 1 0 0,-3-3-1 0 0,2 2 27 0 0,-1 1 1 0 0,1 0 0 0 0,-1 0 0 0 0,0-1 0 0 0,0 1 0 0 0,0 0 0 0 0,0 1-1 0 0,0-1 1 0 0,0 0 0 0 0,0 1 0 0 0,-1-1 0 0 0,1 1 0 0 0,-1 0-1 0 0,1-1 1 0 0,-1 1 0 0 0,1 0 0 0 0,-1 1 0 0 0,0-1 0 0 0,0 0-1 0 0,1 1 1 0 0,-1 0 0 0 0,-5-1 0 0 0,-4 2-8 0 0,-1 1 1 0 0,1 0-1 0 0,0 0 0 0 0,0 1 1 0 0,0 1-1 0 0,0 0 0 0 0,0 0 0 0 0,1 1 1 0 0,-20 12-1 0 0,23-12 2 0 0,1-1-1 0 0,0 1 1 0 0,-1 1 0 0 0,2-1 0 0 0,-1 1-1 0 0,1 1 1 0 0,0-1 0 0 0,0 1-1 0 0,0 0 1 0 0,1 0 0 0 0,0 1 0 0 0,1-1-1 0 0,0 1 1 0 0,-6 14 0 0 0,10-20-8 0 0,-1-1 0 0 0,1 0-1 0 0,-1 1 1 0 0,1-1 0 0 0,0 1 0 0 0,0-1 0 0 0,0 1 0 0 0,0-1 0 0 0,0 0 0 0 0,0 1 0 0 0,0-1 0 0 0,1 1 0 0 0,-1-1 0 0 0,0 0 0 0 0,1 1 0 0 0,-1-1 0 0 0,1 0-1 0 0,-1 1 1 0 0,1-1 0 0 0,0 0 0 0 0,0 0 0 0 0,-1 1 0 0 0,1-1 0 0 0,0 0 0 0 0,0 0 0 0 0,0 0 0 0 0,0 0 0 0 0,0 0 0 0 0,0 0 0 0 0,1 0 0 0 0,-1-1 0 0 0,0 1 0 0 0,0 0-1 0 0,1-1 1 0 0,-1 1 0 0 0,0-1 0 0 0,1 1 0 0 0,-1-1 0 0 0,1 0 0 0 0,-1 1 0 0 0,0-1 0 0 0,1 0 0 0 0,-1 0 0 0 0,1 0 0 0 0,2 0 0 0 0,5 0 38 0 0,-1 0 1 0 0,1-1-1 0 0,0 1 1 0 0,16-5 0 0 0,-17 3-17 0 0,-1-1 1 0 0,1 0-1 0 0,0-1 1 0 0,-1 0-1 0 0,1 0 1 0 0,-1-1 0 0 0,0 1-1 0 0,8-9 1 0 0,49-51 278 0 0,-36 35-5 0 0,-14 14-89 0 0,23-19 406 0 0,-36 33-460 0 0,13 46-14 0 0,-13-40-134 0 0,0 0 0 0 0,0 0 0 0 0,0 0-1 0 0,1 0 1 0 0,0 0 0 0 0,0 0 0 0 0,0 0 0 0 0,1-1-1 0 0,-1 1 1 0 0,1-1 0 0 0,0 0 0 0 0,4 5 0 0 0,3 0-134 0 0,0-1 0 0 0,1 0 0 0 0,0 0 0 0 0,0-1 1 0 0,0-1-1 0 0,1 0 0 0 0,0 0 0 0 0,0-1 1 0 0,1-1-1 0 0,-1 0 0 0 0,1 0 0 0 0,25 2 0 0 0,-6-11-3264 0 0,-13 0 727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1.2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28 164 6245 0 0,'-5'-24'-328'0'0,"-2"-4"952"0"0,1 0-1 0 0,-3-55 1 0 0,25 407 118 0 0,-16-323-742 0 0,-1 19 18 0 0,0 1 0 0 0,2-1 0 0 0,1 1 0 0 0,1 0 0 0 0,0-1 0 0 0,2 0 0 0 0,9 28-1 0 0,-12-44-6 0 0,1 0-1 0 0,1 0 0 0 0,-1 0 0 0 0,0 0 0 0 0,1-1 0 0 0,0 1 0 0 0,0-1 0 0 0,0 0 0 0 0,0 0 0 0 0,1 0 0 0 0,-1-1 0 0 0,1 1 0 0 0,-1-1 0 0 0,1 0 0 0 0,0-1 1 0 0,0 1-1 0 0,0-1 0 0 0,0 0 0 0 0,0 0 0 0 0,9 0 0 0 0,4 1-28 0 0,-1-1 1 0 0,1-1-1 0 0,0 0 0 0 0,30-6 1 0 0,-19 1-1068 0 0,0-2 0 0 0,0 0 1 0 0,53-24-1 0 0,-54 17-1517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1.6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23 102 6337 0 0,'0'0'-88'0'0,"-15"-3"66"0"0,15 3 30 0 0,0 0 0 0 0,0 1-1 0 0,-1-1 1 0 0,1 0-1 0 0,0 0 1 0 0,0 0 0 0 0,0 0-1 0 0,-1 0 1 0 0,1 0-1 0 0,0 0 1 0 0,0 0-1 0 0,-1 0 1 0 0,1 0 0 0 0,0 0-1 0 0,0 0 1 0 0,0 0-1 0 0,-1 0 1 0 0,1 0-1 0 0,0 0 1 0 0,0 0 0 0 0,-1 0-1 0 0,1 0 1 0 0,0 0-1 0 0,0-1 1 0 0,0 1 0 0 0,-1 0-1 0 0,1 0 1 0 0,0 0-1 0 0,0 0 1 0 0,0 0-1 0 0,0-1 1 0 0,-1 1 0 0 0,1 0-1 0 0,0 0 1 0 0,0 0-1 0 0,0 0 1 0 0,0-1 0 0 0,0 1-1 0 0,0 0 1 0 0,-1 0-1 0 0,1-1 1 0 0,0 1-1 0 0,0 0 1 0 0,0 0 0 0 0,0 0-1 0 0,0-1 1 0 0,0 1-1 0 0,0 0 1 0 0,0 0-1 0 0,0-1 1 0 0,0 1 0 0 0,0 0-1 0 0,0 0 1 0 0,0 0-1 0 0,0-1 1 0 0,0 1 0 0 0,0 0-1 0 0,1 0 1 0 0,-1-1-1 0 0,0 1 1 0 0,0 0-1 0 0,0 0 1 0 0,0-1 0 0 0,22-10 58 0 0,0 0 0 0 0,1 1 0 0 0,0 2 0 0 0,40-10 0 0 0,105-12-3909 0 0,-148 28 2499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2.2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257 57 4220 0 0,'0'0'18'0'0,"7"-31"966"0"0,-7 29-929 0 0,-1 0-1 0 0,0 1 1 0 0,0-1-1 0 0,0 1 1 0 0,-1-1-1 0 0,1 1 0 0 0,0-1 1 0 0,-1 1-1 0 0,1 0 1 0 0,0 0-1 0 0,-1 0 0 0 0,0 0 1 0 0,1 0-1 0 0,-1 0 1 0 0,0 0-1 0 0,1 0 1 0 0,-1 0-1 0 0,0 1 0 0 0,0-1 1 0 0,1 1-1 0 0,-1-1 1 0 0,0 1-1 0 0,0 0 0 0 0,0 0 1 0 0,-3 0-1 0 0,1-1 19 0 0,-21 6 49 0 0,13-2-93 0 0,0 0-1 0 0,0 1 1 0 0,0 0-1 0 0,1 1 1 0 0,-1 0 0 0 0,1 1-1 0 0,0 0 1 0 0,1 1 0 0 0,0 0-1 0 0,0 0 1 0 0,0 1-1 0 0,1 1 1 0 0,0 0 0 0 0,1 0-1 0 0,-13 18 1 0 0,20-26-24 0 0,0 0 0 0 0,0 0 0 0 0,0 0-1 0 0,0 0 1 0 0,0 0 0 0 0,0 1 0 0 0,0-1 0 0 0,1 0 0 0 0,-1 1 0 0 0,0-1-1 0 0,1 0 1 0 0,-1 1 0 0 0,1-1 0 0 0,0 1 0 0 0,-1-1 0 0 0,1 1-1 0 0,0-1 1 0 0,0 1 0 0 0,0-1 0 0 0,0 1 0 0 0,0-1 0 0 0,0 1 0 0 0,0-1-1 0 0,1 1 1 0 0,-1-1 0 0 0,0 1 0 0 0,1-1 0 0 0,0 0 0 0 0,-1 1 0 0 0,1-1-1 0 0,0 0 1 0 0,-1 1 0 0 0,1-1 0 0 0,0 0 0 0 0,0 0 0 0 0,0 1-1 0 0,0-1 1 0 0,0 0 0 0 0,0 0 0 0 0,0 0 0 0 0,1-1 0 0 0,2 3 0 0 0,0-2 7 0 0,0 1 1 0 0,0-1-1 0 0,0 0 1 0 0,0 0 0 0 0,0 0-1 0 0,1 0 1 0 0,-1-1-1 0 0,0 0 1 0 0,1 0-1 0 0,-1 0 1 0 0,0 0 0 0 0,1-1-1 0 0,-1 1 1 0 0,7-3-1 0 0,31-13 176 0 0,-1-2-1 0 0,-1-1 0 0 0,-1-3 0 0 0,42-29 0 0 0,-80 51-177 0 0,-1-1-1 0 0,1 0 0 0 0,0 1 1 0 0,-1 0-1 0 0,1-1 0 0 0,0 1 1 0 0,0-1-1 0 0,-1 1 0 0 0,1 0 1 0 0,0-1-1 0 0,0 1 0 0 0,0 0 1 0 0,0 0-1 0 0,-1 0 0 0 0,1 0 1 0 0,0 0-1 0 0,0 0 0 0 0,0 0 0 0 0,0 0 1 0 0,0 0-1 0 0,-1 0 0 0 0,1 0 1 0 0,0 0-1 0 0,0 1 0 0 0,0-1 1 0 0,-1 0-1 0 0,1 0 0 0 0,0 1 1 0 0,0-1-1 0 0,-1 1 0 0 0,1-1 1 0 0,0 1-1 0 0,0-1 0 0 0,-1 1 1 0 0,1-1-1 0 0,-1 1 0 0 0,1 0 0 0 0,-1-1 1 0 0,1 1-1 0 0,-1 0 0 0 0,2 1 1 0 0,13 45 134 0 0,0-1-179 0 0,-11-41-260 0 0,0 0-1 0 0,0 0 1 0 0,1-1-1 0 0,0 0 0 0 0,-1 0 1 0 0,2 0-1 0 0,-1 0 1 0 0,0-1-1 0 0,1 0 1 0 0,0 0-1 0 0,10 3 1 0 0,-6-1-1241 0 0,-1 0-650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4.8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105 127 5897 0 0,'-4'-39'-141'0'0,"4"30"292"0"0,-1 1 0 0 0,0-1 0 0 0,0 0 1 0 0,-5-14-1 0 0,5 13 118 0 0,-1-5 25 0 0,-1 11 9 0 0,-8 31-275 0 0,2 1 1 0 0,1 0-1 0 0,1 1 1 0 0,-4 35-1 0 0,-4 12 3 0 0,6-31-14 0 0,-4 47-1 0 0,11-75 7 0 0,2 0 0 0 0,0 1 0 0 0,0-1 0 0 0,2 0-1 0 0,7 34 1 0 0,-8-47-11 0 0,0 0 0 0 0,0 0 0 0 0,1-1 0 0 0,0 1 0 0 0,0 0 0 0 0,0-1 0 0 0,0 0 0 0 0,0 1 0 0 0,1-1 0 0 0,-1 0 0 0 0,1 0 0 0 0,0 0-1 0 0,0-1 1 0 0,0 1 0 0 0,0-1 0 0 0,1 1 0 0 0,-1-1 0 0 0,5 2 0 0 0,-1-1-7 0 0,1 0 0 0 0,0-1 0 0 0,0 0 0 0 0,0 0 0 0 0,0 0 1 0 0,0-1-1 0 0,0-1 0 0 0,13 0 0 0 0,7-2-168 0 0,-1-1 0 0 0,1-1 0 0 0,-1-2 0 0 0,33-10 0 0 0,79-37-3250 0 0,-97 34 1503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5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58 5272 0 0,'0'0'-54'0'0,"5"-4"-31"0"0,4-1 82 0 0,0 1 1 0 0,1 0-1 0 0,0 0 1 0 0,0 1-1 0 0,0 0 0 0 0,16-3 1 0 0,77-7-791 0 0,-46 6-1108 0 0,-32 3 1336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5.7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3268 0 0,'1'0'134'0'0,"0"0"0"0"0,-1 0 0 0 0,1 0 0 0 0,0 1 0 0 0,0-1 0 0 0,0 0 0 0 0,0 1 0 0 0,0-1 0 0 0,0 0 0 0 0,-1 1 0 0 0,1-1 0 0 0,0 1 0 0 0,0-1 0 0 0,-1 1 0 0 0,1-1 0 0 0,0 1 1 0 0,-1 0-1 0 0,1-1 0 0 0,0 1 0 0 0,0 1 0 0 0,-3 1-103 0 0,1-1 0 0 0,-1 1 0 0 0,1-1 0 0 0,-1 1 0 0 0,1 0 0 0 0,0 0 0 0 0,0 0 0 0 0,0 0 0 0 0,0 0 0 0 0,1 0 1 0 0,-1 0-1 0 0,1 0 0 0 0,0 4 0 0 0,0-5-22 0 0,1-1 0 0 0,-1 1 0 0 0,1 0 1 0 0,0-1-1 0 0,0 1 0 0 0,0 0 0 0 0,0-1 0 0 0,0 0 1 0 0,0 1-1 0 0,0-1 0 0 0,0 1 0 0 0,1-1 0 0 0,-1 0 0 0 0,0 0 1 0 0,1 0-1 0 0,-1 0 0 0 0,1 0 0 0 0,0 0 0 0 0,-1 0 1 0 0,1-1-1 0 0,-1 1 0 0 0,1 0 0 0 0,0-1 0 0 0,0 1 1 0 0,-1-1-1 0 0,3 0 0 0 0,11 4 18 0 0,-1 0 0 0 0,1-2 0 0 0,0 0 0 0 0,0-1 0 0 0,0 0 0 0 0,1-1 0 0 0,28-4 0 0 0,-37 3 19 0 0,0 0 1 0 0,0-1 0 0 0,0 0-1 0 0,0-1 1 0 0,-1 1-1 0 0,0-1 1 0 0,1 0 0 0 0,-1-1-1 0 0,0 1 1 0 0,0-1-1 0 0,-1-1 1 0 0,1 1 0 0 0,-1-1-1 0 0,0 0 1 0 0,0 0 0 0 0,-1 0-1 0 0,1-1 1 0 0,6-11-1 0 0,-5 6 228 0 0,-10 16-148 0 0,-6 7-116 0 0,-1 0-5 0 0,1 1 1 0 0,0 0-1 0 0,1 1 1 0 0,0-1-1 0 0,-7 18 1 0 0,-10 15 4 0 0,-131 236 109 0 0,116-211-319 0 0,40-70-42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07:56.9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0 238 5825 0 0,'9'-44'644'0'0,"-8"27"320"0"0,1 49-876 0 0,3 26-96 0 0,10 18 59 0 0,3-1-1 0 0,3 0 1 0 0,3-2 0 0 0,46 95-1 0 0,-51-122 358 0 0,-15-34 329 0 0,-11-28-452 0 0,-3-9-212 0 0,2 1 0 0 0,1-1 0 0 0,1 0 0 0 0,1 0 0 0 0,1-1 0 0 0,-1-32 0 0 0,9-155 47 0 0,-3 190-104 0 0,0 0-9 0 0,-1-5-5 0 0,2-1 1 0 0,1 1 0 0 0,1 0 0 0 0,10-30 0 0 0,-9 40-80 0 0,-5 16 67 0 0,1 0 1 0 0,-1 0-1 0 0,1 1 1 0 0,-1-1-1 0 0,1 0 1 0 0,0 0-1 0 0,0 1 0 0 0,-1-1 1 0 0,1 1-1 0 0,0-1 1 0 0,0 1-1 0 0,1-1 0 0 0,-1 1 1 0 0,0 0-1 0 0,0 0 1 0 0,1-1-1 0 0,-1 1 1 0 0,1 0-1 0 0,-1 0 0 0 0,1 0 1 0 0,-1 0-1 0 0,1 1 1 0 0,-1-1-1 0 0,1 0 0 0 0,0 1 1 0 0,0-1-1 0 0,-1 1 1 0 0,1-1-1 0 0,3 1 1 0 0,3-2-6 0 0,1 1 1 0 0,0-1 0 0 0,0 2 0 0 0,-1-1 0 0 0,1 1 0 0 0,0 1 0 0 0,0 0 0 0 0,-1 0 0 0 0,1 0 0 0 0,0 1 0 0 0,-1 1 0 0 0,0-1 0 0 0,1 1 0 0 0,10 6 0 0 0,-7-3-6 0 0,0 0 0 0 0,-1 1 0 0 0,0 1 0 0 0,0 0 0 0 0,0 0 0 0 0,-1 1 0 0 0,-1 0 0 0 0,1 1 0 0 0,7 10 0 0 0,-17-19 19 0 0,0-1-1 0 0,1 1 1 0 0,-1 0 0 0 0,0-1-1 0 0,0 1 1 0 0,0 0 0 0 0,0 0 0 0 0,0-1-1 0 0,0 1 1 0 0,0 0 0 0 0,0-1 0 0 0,0 1-1 0 0,0 0 1 0 0,-1-1 0 0 0,1 1-1 0 0,0 0 1 0 0,0-1 0 0 0,-1 1 0 0 0,1 0-1 0 0,0-1 1 0 0,-1 1 0 0 0,1-1 0 0 0,0 1-1 0 0,-1-1 1 0 0,1 1 0 0 0,-1-1-1 0 0,1 1 1 0 0,-1-1 0 0 0,1 1 0 0 0,-2 0-1 0 0,-18 13-13 0 0,-7-5 10 0 0,0-1 0 0 0,0-2 0 0 0,0 0 0 0 0,-1-2 0 0 0,-48 2-1 0 0,-4 1 16 0 0,16-6 289 0 0,61-2-185 0 0,9-2-106 0 0,-1 1-10 0 0,1 0 1 0 0,-1 0 0 0 0,1 0 0 0 0,0 1 0 0 0,0-1-1 0 0,-1 2 1 0 0,1-1 0 0 0,0 0 0 0 0,0 1 0 0 0,0 0-1 0 0,0 1 1 0 0,0-1 0 0 0,0 1 0 0 0,0 0 0 0 0,0 1 0 0 0,-1-1-1 0 0,8 4 1 0 0,13 4 9 0 0,0 0 0 0 0,1-2 0 0 0,-1-1 0 0 0,1-2 0 0 0,0 0 0 0 0,1-2 0 0 0,-1 0 0 0 0,0-2 0 0 0,1-2 0 0 0,-1 0 0 0 0,0-2 0 0 0,29-7 0 0 0,-27 5-4 0 0,0-2 1 0 0,-1-1 0 0 0,0-2 0 0 0,-1 0 0 0 0,28-16 0 0 0,-47 22-5 0 0,1 0-1 0 0,-1 0 1 0 0,0-1-1 0 0,-1 0 1 0 0,1 0-1 0 0,-1-1 1 0 0,0 0-1 0 0,-1 0 1 0 0,0 0-1 0 0,0-1 1 0 0,0 0-1 0 0,-1 0 0 0 0,0-1 1 0 0,-1 1-1 0 0,0-1 1 0 0,0 0-1 0 0,-1 0 1 0 0,0-1-1 0 0,3-15 1 0 0,-6 23-3 0 0,0 0 0 0 0,1 1 0 0 0,-1-1 0 0 0,0 0 0 0 0,0 0 1 0 0,0 0-1 0 0,0 0 0 0 0,0 0 0 0 0,0 0 0 0 0,-1 1 0 0 0,1-1 0 0 0,-1 0 0 0 0,1 0 0 0 0,-1 0 0 0 0,0 1 1 0 0,0-1-1 0 0,1 0 0 0 0,-1 1 0 0 0,0-1 0 0 0,0 1 0 0 0,-1-1 0 0 0,1 1 0 0 0,0-1 0 0 0,0 1 1 0 0,-1 0-1 0 0,1 0 0 0 0,-1 0 0 0 0,1-1 0 0 0,-1 1 0 0 0,0 1 0 0 0,1-1 0 0 0,-1 0 0 0 0,0 0 1 0 0,0 1-1 0 0,1-1 0 0 0,-1 1 0 0 0,0-1 0 0 0,0 1 0 0 0,0 0 0 0 0,0 0 0 0 0,-1 0 0 0 0,-4 0-5 0 0,0 0 0 0 0,0 0 0 0 0,0 1-1 0 0,1 1 1 0 0,-1-1 0 0 0,1 1 0 0 0,-1 0 0 0 0,1 0-1 0 0,-1 1 1 0 0,-7 4 0 0 0,6-2 2 0 0,0 0 0 0 0,0 1 0 0 0,0-1 0 0 0,0 2 0 0 0,1-1 0 0 0,0 1 0 0 0,1 0 0 0 0,-10 14 1 0 0,14-19 6 0 0,1 0 1 0 0,0 0 0 0 0,0 0-1 0 0,0 0 1 0 0,0 0-1 0 0,0 1 1 0 0,1-1 0 0 0,-1 0-1 0 0,1 0 1 0 0,-1 0 0 0 0,1 1-1 0 0,0-1 1 0 0,0 0 0 0 0,0 1-1 0 0,0-1 1 0 0,0 0 0 0 0,1 0-1 0 0,-1 1 1 0 0,1-1 0 0 0,-1 0-1 0 0,1 0 1 0 0,0 0 0 0 0,0 1-1 0 0,0-1 1 0 0,0 0 0 0 0,0 0-1 0 0,0-1 1 0 0,0 1 0 0 0,1 0-1 0 0,-1 0 1 0 0,1 0 0 0 0,0-1-1 0 0,-1 1 1 0 0,1-1 0 0 0,0 0-1 0 0,0 1 1 0 0,0-1 0 0 0,0 0-1 0 0,0 0 1 0 0,0 0 0 0 0,0 0-1 0 0,3 1 1 0 0,26 9 1 0 0,0 0 1 0 0,0-2-1 0 0,1-2 1 0 0,0 0-1 0 0,0-2 0 0 0,44 0 1 0 0,-24 0-147 0 0,67 6-833 0 0,-41-7-2551 0 0,-51-3 664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1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503 33 2976 0 0,'61'-8'4489'0'0,"-62"8"-4483"0"0,1 0-1 0 0,-1 0 0 0 0,1 0 0 0 0,-1 0 1 0 0,1 0-1 0 0,-1 0 0 0 0,1 0 0 0 0,0 0 1 0 0,-1 0-1 0 0,1 0 0 0 0,-1-1 1 0 0,1 1-1 0 0,0 0 0 0 0,-1 0 0 0 0,1-1 1 0 0,0 1-1 0 0,-1 0 0 0 0,1-1 0 0 0,0 1 1 0 0,-1 0-1 0 0,1-1 0 0 0,0 1 0 0 0,0 0 1 0 0,-1-1-1 0 0,1 1 0 0 0,0 0 0 0 0,0-1 1 0 0,0 1-1 0 0,-1-1 0 0 0,1 0 1 0 0,0 0 0 0 0,-1 0 0 0 0,1 1-1 0 0,0-1 1 0 0,-1 0 0 0 0,1 1 0 0 0,-1-1-1 0 0,1 0 1 0 0,-1 1 0 0 0,0-1 0 0 0,1 1 0 0 0,-1-1-1 0 0,1 1 1 0 0,-1-1 0 0 0,0 1 0 0 0,0-1-1 0 0,1 1 1 0 0,-1 0 0 0 0,0-1 0 0 0,0 1-1 0 0,1 0 1 0 0,-2-1 0 0 0,-26-1 65 0 0,0 0 0 0 0,0 2 0 0 0,0 1 0 0 0,0 1 0 0 0,1 1 0 0 0,-1 2 0 0 0,-40 11 0 0 0,-5 7-94 0 0,-104 49 0 0 0,176-72 18 0 0,0 0 1 0 0,-1 0-1 0 0,1 1 0 0 0,0-1 0 0 0,0 0 1 0 0,0 1-1 0 0,0-1 0 0 0,0 1 1 0 0,0-1-1 0 0,0 1 0 0 0,0 0 0 0 0,0-1 1 0 0,0 1-1 0 0,0 0 0 0 0,0-1 0 0 0,0 1 1 0 0,0 0-1 0 0,1 0 0 0 0,-1 0 1 0 0,0 0-1 0 0,1 0 0 0 0,-1 0 0 0 0,1 0 1 0 0,-1 0-1 0 0,1 0 0 0 0,-1 0 1 0 0,1 0-1 0 0,-1 1 0 0 0,1-1 0 0 0,0 0 1 0 0,0 0-1 0 0,0 0 0 0 0,0 0 0 0 0,0 2 1 0 0,0-1-8 0 0,45 11-88 0 0,65-3 29 0 0,-64-7 70 0 0,0 1-1 0 0,0 3 1 0 0,81 23-1 0 0,-111-25 2 0 0,62 25-8 0 0,-73-27 15 0 0,0 0 0 0 0,0-1 0 0 0,0 2 1 0 0,0-1-1 0 0,0 0 0 0 0,-1 1 0 0 0,1 0 0 0 0,-1 0 0 0 0,0 1 1 0 0,0-1-1 0 0,4 7 0 0 0,-8-10-2 0 0,1 1 1 0 0,-1-1-1 0 0,0 0 0 0 0,1 0 0 0 0,-1 1 1 0 0,0-1-1 0 0,0 0 0 0 0,0 1 0 0 0,0-1 1 0 0,0 0-1 0 0,0 1 0 0 0,-1-1 0 0 0,1 0 1 0 0,0 0-1 0 0,-1 1 0 0 0,1-1 1 0 0,-1 0-1 0 0,1 0 0 0 0,-1 0 0 0 0,1 1 1 0 0,-1-1-1 0 0,0 0 0 0 0,0 0 0 0 0,0 0 1 0 0,0 0-1 0 0,1 0 0 0 0,-1 0 0 0 0,-2 1 1 0 0,-32 22 88 0 0,1-8-6 0 0,-1-2 1 0 0,-1-1 0 0 0,0-2-1 0 0,-1-1 1 0 0,0-2-1 0 0,0-2 1 0 0,-65 3-1 0 0,7-5 626 0 0,91-3-648 0 0,-53-4-1116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2.3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120 28 5677 0 0,'17'-14'-312'0'0,"-8"5"541"0"0,-10 5 993 0 0,-7 5-1205 0 0,1 1 0 0 0,-1 0-1 0 0,1 0 1 0 0,0 1 0 0 0,0 0 0 0 0,0 0 0 0 0,0 1 0 0 0,1 0-1 0 0,-1 0 1 0 0,1 0 0 0 0,0 1 0 0 0,-9 9 0 0 0,10-9-11 0 0,0 0 0 0 0,1 0 0 0 0,0 0 0 0 0,0 1 0 0 0,0-1 1 0 0,0 1-1 0 0,1 0 0 0 0,0 0 0 0 0,0 0 0 0 0,1 0 0 0 0,-2 8 1 0 0,3-11-5 0 0,1 0 0 0 0,0 0 0 0 0,0 1 1 0 0,0-1-1 0 0,0 0 0 0 0,1 0 1 0 0,-1 0-1 0 0,1 0 0 0 0,0 0 1 0 0,0 0-1 0 0,0 0 0 0 0,0-1 0 0 0,0 1 1 0 0,1 0-1 0 0,-1 0 0 0 0,1-1 1 0 0,0 1-1 0 0,-1-1 0 0 0,1 1 1 0 0,0-1-1 0 0,1 0 0 0 0,-1 0 0 0 0,0 0 1 0 0,1 0-1 0 0,-1 0 0 0 0,4 1 1 0 0,5 4 4 0 0,0-1 1 0 0,1 0 0 0 0,0-1-1 0 0,1-1 1 0 0,-1 1 0 0 0,1-2 0 0 0,-1 0-1 0 0,27 3 1 0 0,-34-6 19 0 0,1 0 0 0 0,-1 0 0 0 0,1 0 0 0 0,0-1 0 0 0,-1 1 1 0 0,1-1-1 0 0,-1-1 0 0 0,1 1 0 0 0,-1-1 0 0 0,1 0 0 0 0,-1 0 0 0 0,0 0 0 0 0,0-1 0 0 0,0 0 0 0 0,-1 0 0 0 0,1 0 1 0 0,0-1-1 0 0,-1 1 0 0 0,0-1 0 0 0,0 0 0 0 0,0-1 0 0 0,-1 1 0 0 0,1 0 0 0 0,-1-1 0 0 0,0 0 0 0 0,0 0 1 0 0,-1 0-1 0 0,1 0 0 0 0,-1 0 0 0 0,3-10 0 0 0,-4 9 16 0 0,1 1-1 0 0,-1-1 1 0 0,0 1-1 0 0,0-1 1 0 0,-1 0 0 0 0,0 1-1 0 0,0-1 1 0 0,0 0 0 0 0,0 1-1 0 0,-1-1 1 0 0,0 1-1 0 0,0-1 1 0 0,-3-7 0 0 0,2 10-29 0 0,1-1 0 0 0,-1 1 0 0 0,0-1 1 0 0,0 1-1 0 0,-1 0 0 0 0,1-1 0 0 0,-1 1 1 0 0,1 0-1 0 0,-1 1 0 0 0,0-1 1 0 0,0 0-1 0 0,0 1 0 0 0,-1 0 0 0 0,1 0 1 0 0,0 0-1 0 0,-1 0 0 0 0,0 0 0 0 0,1 1 1 0 0,-1-1-1 0 0,-4 0 0 0 0,-7 0-5 0 0,1 0 0 0 0,0 1 1 0 0,-1 1-1 0 0,1 1 0 0 0,0 0 0 0 0,0 0 0 0 0,-1 1 0 0 0,1 1 1 0 0,-21 7-1 0 0,-21 3-1174 0 0,53-12 679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2.9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35 4600 0 0,'-12'4'-464'0'0,"12"-4"468"0"0,0 0-1 0 0,-1 0 1 0 0,1 0-1 0 0,0 0 0 0 0,0 0 1 0 0,0 0-1 0 0,-1 0 1 0 0,1 0-1 0 0,0 0 1 0 0,0 0-1 0 0,0 0 0 0 0,0 0 1 0 0,-1 0-1 0 0,1 0 1 0 0,0 0-1 0 0,0 0 0 0 0,0 0 1 0 0,-1 0-1 0 0,1 0 1 0 0,0 0-1 0 0,0 0 0 0 0,0 0 1 0 0,0 0-1 0 0,-1 0 1 0 0,1 1-1 0 0,0-1 1 0 0,0 0-1 0 0,0 0 0 0 0,0 0 1 0 0,0 0-1 0 0,0 0 1 0 0,-1 0-1 0 0,1 1 0 0 0,0-1 1 0 0,0 0-1 0 0,0 0 1 0 0,0 0-1 0 0,0 0 0 0 0,0 1 1 0 0,0-1-1 0 0,0 0 1 0 0,0 0-1 0 0,0 0 1 0 0,0 0-1 0 0,0 1 0 0 0,0-1 1 0 0,0 0-1 0 0,0 0 1 0 0,0 0-1 0 0,0 1 0 0 0,0-1 1 0 0,0 0-1 0 0,0 0 1 0 0,0 0-1 0 0,0 0 1 0 0,0 1-1 0 0,0-1 0 0 0,0 0 1 0 0,0 0-1 0 0,0 0 1 0 0,0 0-1 0 0,0 1 0 0 0,1-1 1 0 0,-1 0-1 0 0,0 0 1 0 0,0 0-1 0 0,35 14 54 0 0,0 1 0 0 0,-1 1 0 0 0,-1 2 0 0 0,-1 2 0 0 0,0 1 0 0 0,-2 1 0 0 0,0 1 0 0 0,41 44 0 0 0,-69-66-24 0 0,-1 1-1 0 0,1-1 1 0 0,0 1-1 0 0,-1-1 1 0 0,0 1-1 0 0,1 0 1 0 0,-1 0-1 0 0,0 0 1 0 0,0-1-1 0 0,0 1 1 0 0,0 0-1 0 0,0 0 1 0 0,0 1-1 0 0,-1-1 1 0 0,1 0-1 0 0,-1 0 1 0 0,1 0-1 0 0,-1 0 1 0 0,0 0-1 0 0,0 1 1 0 0,0-1-1 0 0,0 0 1 0 0,0 0-1 0 0,0 0 0 0 0,-1 1 1 0 0,1-1-1 0 0,-1 0 1 0 0,0 0-1 0 0,-1 4 1 0 0,0-4 43 0 0,-1 1 0 0 0,1-1 0 0 0,0 0 0 0 0,-1 1 0 0 0,0-1 0 0 0,0 0 0 0 0,1-1 0 0 0,-1 1 0 0 0,0 0-1 0 0,-1-1 1 0 0,1 0 0 0 0,0 1 0 0 0,0-1 0 0 0,0 0 0 0 0,-1-1 0 0 0,1 1 0 0 0,0-1 0 0 0,-1 1 0 0 0,1-1 0 0 0,-7-1 0 0 0,4 1 18 0 0,0 0-1 0 0,0 0 1 0 0,1-1-1 0 0,-1 1 1 0 0,0-1-1 0 0,0-1 1 0 0,1 1-1 0 0,-1-1 1 0 0,-5-3-1 0 0,8 4-61 0 0,1-1-1 0 0,0 1 0 0 0,0-1 0 0 0,0 1 0 0 0,0-1 1 0 0,0 0-1 0 0,1 0 0 0 0,-1 0 0 0 0,0 0 1 0 0,1 0-1 0 0,0 0 0 0 0,-1-1 0 0 0,1 1 1 0 0,0 0-1 0 0,0-1 0 0 0,0 1 0 0 0,0-1 1 0 0,1 1-1 0 0,-1-1 0 0 0,1 1 0 0 0,-1-1 0 0 0,1 1 1 0 0,0-1-1 0 0,0-3 0 0 0,1-6 8 0 0,0 0-1 0 0,1 0 1 0 0,0 1 0 0 0,1-1-1 0 0,0 1 1 0 0,0 0-1 0 0,1 0 1 0 0,1 0 0 0 0,0 0-1 0 0,10-15 1 0 0,10-11 41 0 0,45-52 0 0 0,-56 73-63 0 0,-13 14-31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3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1 170 5933 0 0,'11'-40'461'0'0,"19"-44"0"0"0,-19 56 526 0 0,-11 27-781 0 0,2-10 168 0 0,-2 5-138 0 0,0 10 298 0 0,-21 433-151 0 0,21-418-371 0 0,0-1 0 0 0,2 0 1 0 0,0 0-1 0 0,1 0 0 0 0,1 0 1 0 0,6 19-1 0 0,-8-32-8 0 0,0 1 1 0 0,0-1-1 0 0,1 0 1 0 0,-1 0-1 0 0,1-1 0 0 0,0 1 1 0 0,0 0-1 0 0,1-1 1 0 0,0 0-1 0 0,-1 0 0 0 0,1 0 1 0 0,1 0-1 0 0,-1-1 1 0 0,0 1-1 0 0,1-1 0 0 0,0 0 1 0 0,0 0-1 0 0,0-1 1 0 0,0 0-1 0 0,0 0 0 0 0,0 0 1 0 0,0 0-1 0 0,1-1 1 0 0,6 1-1 0 0,8 0 15 0 0,-1-1 1 0 0,1 0-1 0 0,0-2 1 0 0,0-1-1 0 0,37-7 1 0 0,-45 6-542 0 0,0 0 0 0 0,-1 0 0 0 0,1-1 0 0 0,-1-1 0 0 0,0 0-1 0 0,0-1 1 0 0,0 0 0 0 0,-1 0 0 0 0,0-1 0 0 0,17-16 0 0 0,-20 14-1767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3.8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70 5685 0 0,'0'0'-156'0'0,"-18"-2"32"0"0,18 2 136 0 0,0 0 1 0 0,-1 0-1 0 0,1 0 0 0 0,0 1 1 0 0,-1-1-1 0 0,1 0 0 0 0,-1 0 1 0 0,1 0-1 0 0,0 0 0 0 0,-1 0 1 0 0,1 0-1 0 0,0 0 1 0 0,-1 0-1 0 0,1 0 0 0 0,0 0 1 0 0,-1 0-1 0 0,1-1 0 0 0,0 1 1 0 0,-1 0-1 0 0,1 0 0 0 0,0 0 1 0 0,-1 0-1 0 0,1 0 0 0 0,0-1 1 0 0,-1 1-1 0 0,1 0 1 0 0,0 0-1 0 0,0-1 0 0 0,-1 1 1 0 0,1 0-1 0 0,0 0 0 0 0,0-1 1 0 0,0 1-1 0 0,-1 0 0 0 0,1-1 1 0 0,0 1-1 0 0,0 0 0 0 0,0-1 1 0 0,0 1-1 0 0,0 0 1 0 0,-1-1-1 0 0,10-5 19 0 0,-1 1 0 0 0,1 0-1 0 0,0 1 1 0 0,0 0 0 0 0,1 0 0 0 0,-1 1 0 0 0,1 0 0 0 0,12-1-1 0 0,93-11-643 0 0,-62 9-1679 0 0,-34 4 852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4.9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82 157 4628 0 0,'-9'-19'347'0'0,"1"-1"0"0"0,1 0 0 0 0,-7-33 0 0 0,6 24 914 0 0,7 27-1039 0 0,-4-5 364 0 0,5 7-569 0 0,0 0 0 0 0,0 0 1 0 0,0-1-1 0 0,1 1 0 0 0,-1 0 1 0 0,0 0-1 0 0,0 0 0 0 0,0-1 1 0 0,-1 1-1 0 0,1 0 0 0 0,0 0 1 0 0,0-1-1 0 0,0 1 0 0 0,0 0 1 0 0,0 0-1 0 0,0 0 0 0 0,0-1 1 0 0,0 1-1 0 0,0 0 0 0 0,0 0 1 0 0,-1 0-1 0 0,1 0 0 0 0,0-1 1 0 0,0 1-1 0 0,0 0 0 0 0,0 0 1 0 0,-1 0-1 0 0,1 0 0 0 0,0 0 1 0 0,0-1-1 0 0,0 1 0 0 0,0 0 1 0 0,-1 0-1 0 0,1 0 0 0 0,0 0 1 0 0,0 0-1 0 0,0 0 0 0 0,-1 0 1 0 0,1 0-1 0 0,0 0 0 0 0,0 0 1 0 0,-1 0-1 0 0,1 0 0 0 0,0 0 1 0 0,0 0-1 0 0,0 0 0 0 0,-1 0 1 0 0,1 0-1 0 0,0 0 0 0 0,-1 0 1 0 0,-3 43 35 0 0,2 0 0 0 0,2 1-1 0 0,2-1 1 0 0,12 78 0 0 0,-9-83-37 0 0,3 5 19 0 0,1 1 1 0 0,23 63-1 0 0,-28-93 40 0 0,0 0 1 0 0,-1 1-1 0 0,3 24 1 0 0,-6-39-68 0 0,0 1 0 0 0,0-1 0 0 0,0 0 0 0 0,0 0 0 0 0,0 1 0 0 0,0-1 0 0 0,0 0 0 0 0,0 0 1 0 0,0 1-1 0 0,0-1 0 0 0,-1 0 0 0 0,1 1 0 0 0,0-1 0 0 0,0 0 0 0 0,0 0 0 0 0,0 0 0 0 0,0 1 0 0 0,-1-1 0 0 0,1 0 0 0 0,0 0 0 0 0,0 0 1 0 0,0 1-1 0 0,-1-1 0 0 0,1 0 0 0 0,0 0 0 0 0,0 0 0 0 0,-1 0 0 0 0,1 1 0 0 0,0-1 0 0 0,0 0 0 0 0,-1 0 0 0 0,1 0 0 0 0,0 0 0 0 0,0 0 1 0 0,-1 0-1 0 0,1 0 0 0 0,0 0 0 0 0,0 0 0 0 0,-1 0 0 0 0,1 0 0 0 0,0 0 0 0 0,-1 0 0 0 0,1 0 0 0 0,0 0 0 0 0,0 0 0 0 0,-1 0 0 0 0,1 0 0 0 0,0-1 1 0 0,0 1-1 0 0,-1 0 0 0 0,1 0 0 0 0,0 0 0 0 0,-1-1 0 0 0,-12-13 44 0 0,1-2 0 0 0,0 1 0 0 0,1-2-1 0 0,-18-34 1 0 0,26 47-51 0 0,1 0 0 0 0,0 0 0 0 0,1 0 0 0 0,-1 0 0 0 0,1 0 0 0 0,0 0 0 0 0,0-1 0 0 0,0 1 0 0 0,0 0 0 0 0,1-1 0 0 0,0 1 0 0 0,0-1 0 0 0,0 1 0 0 0,0 0-1 0 0,1-1 1 0 0,-1 1 0 0 0,1 0 0 0 0,2-7 0 0 0,-1 7-6 0 0,1 0 0 0 0,0 0 0 0 0,-1 1 0 0 0,1-1 0 0 0,1 1-1 0 0,-1-1 1 0 0,0 1 0 0 0,1 0 0 0 0,0 0 0 0 0,-1 0 0 0 0,1 1-1 0 0,0-1 1 0 0,0 1 0 0 0,1 0 0 0 0,-1 0 0 0 0,0 1 0 0 0,8-3 0 0 0,2 0-9 0 0,1 1 1 0 0,-1 0-1 0 0,0 1 1 0 0,1 0-1 0 0,-1 1 1 0 0,28 2-1 0 0,-32 0-2 0 0,0 0-1 0 0,0 1 1 0 0,-1 0-1 0 0,1 0 1 0 0,-1 1 0 0 0,0 0-1 0 0,0 1 1 0 0,0 0-1 0 0,0 0 1 0 0,0 1 0 0 0,8 7-1 0 0,-14-11 11 0 0,-1 1 0 0 0,0 0 0 0 0,0-1 0 0 0,0 1 0 0 0,0 0 0 0 0,0 0-1 0 0,0 1 1 0 0,0-1 0 0 0,-1 0 0 0 0,1 0 0 0 0,-1 1 0 0 0,0-1 0 0 0,1 1 0 0 0,-1-1 0 0 0,0 1-1 0 0,0 0 1 0 0,-1 0 0 0 0,1-1 0 0 0,-1 1 0 0 0,1 0 0 0 0,-1 4 0 0 0,-1-4 5 0 0,1 1-1 0 0,-1-1 1 0 0,0 0 0 0 0,-1 0-1 0 0,1 0 1 0 0,0 0 0 0 0,-1 0-1 0 0,0 0 1 0 0,0 0 0 0 0,0 0-1 0 0,0-1 1 0 0,0 1 0 0 0,0-1-1 0 0,-1 1 1 0 0,-3 1 0 0 0,-4 4 23 0 0,-1 0 0 0 0,0-1 0 0 0,0-1 0 0 0,-1 0 1 0 0,0 0-1 0 0,0-1 0 0 0,-24 6 0 0 0,-80 9 231 0 0,114-19-221 0 0,-6 0 413 0 0,2-1-1290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5.4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438 72 6605 0 0,'21'-2'-783'0'0,"-17"14"527"0"0,-4-11 257 0 0,0 1 0 0 0,0 0 0 0 0,0-1 0 0 0,1 1 0 0 0,-1 0 0 0 0,0-1 0 0 0,1 1 0 0 0,-1-1 0 0 0,1 1 0 0 0,0-1 0 0 0,0 1 0 0 0,-1-1 0 0 0,1 1 0 0 0,0-1 0 0 0,0 0 0 0 0,0 0 0 0 0,2 2 0 0 0,2 1 11 0 0,1-1 0 0 0,-1 0 0 0 0,1-1 0 0 0,-1 0 0 0 0,1 1-1 0 0,0-2 1 0 0,0 1 0 0 0,0-1 0 0 0,0 0 0 0 0,0 0 0 0 0,0 0 0 0 0,0-1 0 0 0,0 0 0 0 0,0 0 0 0 0,0-1 0 0 0,0 1 0 0 0,7-3 0 0 0,3 0 26 0 0,1 0 1 0 0,0-2 0 0 0,-1 0 0 0 0,0 0-1 0 0,16-10 1 0 0,-15 7 190 0 0,0-1-1 0 0,-1-1 1 0 0,-1-1 0 0 0,0 0-1 0 0,0-1 1 0 0,13-14-1 0 0,-21 20 10 0 0,-8 12 0 0 0,-6 12-127 0 0,-59 86-11 0 0,-4-3 0 0 0,-5-3 1 0 0,-3-4-1 0 0,-123 114 0 0 0,161-174-58 0 0,-1-1-1 0 0,-2-3 1 0 0,-1-1 0 0 0,-92 44-1 0 0,135-72-179 0 0,0-1-1 0 0,0 0 0 0 0,0 0 1 0 0,0 1-1 0 0,0-1 0 0 0,0 0 1 0 0,0 0-1 0 0,0 0 0 0 0,0 0 1 0 0,0 0-1 0 0,0 0 0 0 0,1 0 1 0 0,-1 0-1 0 0,0 0 0 0 0,0-1 1 0 0,0 1-1 0 0,0 0 0 0 0,0-1 1 0 0,0 1-1 0 0,0-1 0 0 0,1 1 1 0 0,-1-1-1 0 0,0 1 0 0 0,0-1 0 0 0,0 1 1 0 0,1-1-1 0 0,-1 0 0 0 0,0 1 1 0 0,1-1-1 0 0,-1 0 0 0 0,1 0 1 0 0,-1 0-1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3.5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96 6601 0 0,'-17'-36'-490'0'0,"14"25"573"0"0,-3 9-27 0 0,-3 18 5 0 0,7-5-62 0 0,1-1 0 0 0,0 1 0 0 0,0 0 0 0 0,1 0 0 0 0,0-1 0 0 0,1 1 0 0 0,0 0 0 0 0,5 17 0 0 0,-2-3 7 0 0,13 48-112 0 0,-12-57 657 0 0,-1 1 1 0 0,0 0-1 0 0,-2 0 1 0 0,2 19-1 0 0,-4-38-533 0 0,-1 1-1 0 0,1-1 0 0 0,0 1 1 0 0,-1 0-1 0 0,1-1 0 0 0,-1 1 0 0 0,1 0 1 0 0,-1-1-1 0 0,0 1 0 0 0,0 0 0 0 0,1 0 1 0 0,-1-1-1 0 0,0 1 0 0 0,-2-2 0 0 0,-10-20 121 0 0,9-2-44 0 0,1 0 0 0 0,2-1 0 0 0,0 1 0 0 0,4-35 0 0 0,-2 50-98 0 0,0 0 0 0 0,1 1 0 0 0,0-1 0 0 0,0 0 0 0 0,1 1 0 0 0,1-1 0 0 0,-1 1 0 0 0,2 0 0 0 0,-1 0 0 0 0,1 1 0 0 0,0-1 0 0 0,1 1 0 0 0,0 0 0 0 0,9-9 0 0 0,-12 14-8 0 0,1 0-1 0 0,0 0 1 0 0,0 0-1 0 0,1 0 1 0 0,-1 1-1 0 0,0 0 0 0 0,1 0 1 0 0,-1 0-1 0 0,8-2 1 0 0,-10 4-3 0 0,51 23-55 0 0,-10 17 61 0 0,-1 2 0 0 0,-2 1-1 0 0,-2 3 1 0 0,47 74 0 0 0,-55-68 63 0 0,-36-70-4756 0 0,4-2 1696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4.2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270 44 6429 0 0,'-2'-23'-661'0'0,"-2"20"681"0"0,-1 0 0 0 0,1 1 0 0 0,-1 0 0 0 0,1 0 0 0 0,-1 0 0 0 0,0 0 0 0 0,0 1 0 0 0,0 0 0 0 0,0 0 0 0 0,0 0 0 0 0,0 0 0 0 0,0 1 0 0 0,0 0 0 0 0,0 0 0 0 0,0 0-1 0 0,0 1 1 0 0,0 0 0 0 0,0 0 0 0 0,0 0 0 0 0,0 0 0 0 0,0 1 0 0 0,1 0 0 0 0,-1 0 0 0 0,-7 4 0 0 0,1 2-13 0 0,0-1 1 0 0,1 1-1 0 0,-1 1 0 0 0,2 0 0 0 0,-1 0 0 0 0,1 1 1 0 0,1 0-1 0 0,-13 19 0 0 0,16-21 0 0 0,-1 0 0 0 0,2 1 0 0 0,0 0 0 0 0,0 0 0 0 0,0 0 0 0 0,1 1 0 0 0,0-1 0 0 0,1 1 0 0 0,0-1 0 0 0,0 15 0 0 0,2-22-1 0 0,0 1-1 0 0,0 0 0 0 0,0 0 0 0 0,0 0 1 0 0,1 0-1 0 0,0 0 0 0 0,-1 0 0 0 0,1-1 1 0 0,0 1-1 0 0,1 0 0 0 0,-1 0 1 0 0,0-1-1 0 0,1 1 0 0 0,-1-1 0 0 0,5 5 1 0 0,-3-5 0 0 0,-1 0 1 0 0,1 0 0 0 0,0 0-1 0 0,0 0 1 0 0,1 0 0 0 0,-1-1-1 0 0,0 1 1 0 0,0-1 0 0 0,1 0-1 0 0,-1 0 1 0 0,1 0 0 0 0,-1-1 0 0 0,1 1-1 0 0,-1-1 1 0 0,1 0 0 0 0,4 0-1 0 0,3-1 22 0 0,-1 0 0 0 0,1-1 0 0 0,-1 0-1 0 0,0-1 1 0 0,0 0 0 0 0,0 0 0 0 0,0-1-1 0 0,-1-1 1 0 0,1 1 0 0 0,-1-1 0 0 0,16-13-1 0 0,0-1 231 0 0,-1-1 0 0 0,35-39-1 0 0,-5-7 958 0 0,-52 64-904 0 0,-13 30-222 0 0,2-9-48 0 0,6-13-25 0 0,1 0 0 0 0,1-1 1 0 0,-1 1-1 0 0,1 0 0 0 0,0 0 0 0 0,0 0 1 0 0,1 0-1 0 0,-1 0 0 0 0,2 0 1 0 0,-1 1-1 0 0,0-1 0 0 0,1 0 0 0 0,0 0 1 0 0,1-1-1 0 0,-1 1 0 0 0,1 0 1 0 0,0 0-1 0 0,1-1 0 0 0,-1 1 0 0 0,1-1 1 0 0,0 0-1 0 0,1 0 0 0 0,-1 0 0 0 0,1 0 1 0 0,0 0-1 0 0,0-1 0 0 0,0 0 1 0 0,1 1-1 0 0,8 5 0 0 0,-6-6-111 0 0,0 0 1 0 0,0 0-1 0 0,1 0 0 0 0,-1-1 0 0 0,1 0 1 0 0,0 0-1 0 0,0-1 0 0 0,0 0 0 0 0,12 1 1 0 0,-11-2-359 0 0,-1 0 0 0 0,1-1 0 0 0,-1-1 0 0 0,1 1 0 0 0,-1-1 0 0 0,1-1 0 0 0,-1 0 0 0 0,1 0 0 0 0,13-6 0 0 0,5-5-2071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5.3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 95 5717 0 0,'-14'-23'-969'0'0,"14"21"924"0"0,-2-14-112 0 0,2 16 153 0 0,0-1 1 0 0,0 1-1 0 0,0-1 0 0 0,0 0 1 0 0,0 1-1 0 0,0-1 1 0 0,0 0-1 0 0,0 1 0 0 0,1-1 1 0 0,-1 1-1 0 0,0-1 0 0 0,0 0 1 0 0,1 1-1 0 0,-1-1 1 0 0,0 1-1 0 0,0-1 0 0 0,1 1 1 0 0,-1-1-1 0 0,1 1 1 0 0,-1-1-1 0 0,0 1 0 0 0,1-1 1 0 0,-1 1-1 0 0,1 0 1 0 0,-1-1-1 0 0,1 1 0 0 0,-1 0 1 0 0,1-1-1 0 0,0 1 1 0 0,-1 0-1 0 0,2-1 0 0 0,4 2 12 0 0,1 0-1 0 0,0 1 0 0 0,-1-1 1 0 0,0 1-1 0 0,1 0 0 0 0,-1 1 1 0 0,0 0-1 0 0,0 0 0 0 0,0 0 1 0 0,0 0-1 0 0,9 9 0 0 0,64 57 257 0 0,-51-43-186 0 0,-14-12-36 0 0,0 2 1 0 0,20 28-1 0 0,-23-29 7 0 0,0 0-1 0 0,22 21 0 0 0,-21-20 735 0 0,-21-12 480 0 0,-20-9-629 0 0,24 2-591 0 0,0 0 0 0 0,1 0 0 0 0,-1 0 0 0 0,1-1 0 0 0,0 1-1 0 0,0-1 1 0 0,0 0 0 0 0,0 0 0 0 0,0 0 0 0 0,1-1 0 0 0,0 1 0 0 0,0-1 0 0 0,0 0 0 0 0,1 0-1 0 0,-3-6 1 0 0,-1-4 35 0 0,1-1-1 0 0,0 1 1 0 0,-4-26-1 0 0,8 36-72 0 0,0 0 1 0 0,0-1-1 0 0,0 1 0 0 0,1 0 0 0 0,0-1 0 0 0,0 1 0 0 0,0-1 1 0 0,1 1-1 0 0,0 0 0 0 0,0-1 0 0 0,0 1 0 0 0,1 0 1 0 0,-1 0-1 0 0,1 0 0 0 0,0 0 0 0 0,1 0 0 0 0,-1 0 0 0 0,1 1 1 0 0,0-1-1 0 0,0 1 0 0 0,1 0 0 0 0,-1 0 0 0 0,1 0 1 0 0,0 0-1 0 0,0 0 0 0 0,5-3 0 0 0,1 2-8 0 0,1-2 3 0 0,9-4-1 0 0,-18 10-2 0 0,42-8-90 0 0,-34 20 84 0 0,0 1 1 0 0,0 0-1 0 0,-1 0 0 0 0,0 0 1 0 0,-1 1-1 0 0,-1 1 1 0 0,0-1-1 0 0,8 25 0 0 0,4 5 2 0 0,-15-36 12 0 0,2 3 14 0 0,-1 1 0 0 0,0-1 0 0 0,-1 1 0 0 0,5 19 0 0 0,-9-28 21 0 0,0 0 80 0 0,0-2-108 0 0,0-1 1 0 0,0 1 0 0 0,0 0 0 0 0,0 0-1 0 0,0 0 1 0 0,-1 0 0 0 0,1 0 0 0 0,0 0-1 0 0,0 0 1 0 0,0 0 0 0 0,0 0 0 0 0,0-1-1 0 0,-1 1 1 0 0,1 0 0 0 0,0 0 0 0 0,0 0-1 0 0,0 0 1 0 0,0 0 0 0 0,-1 0 0 0 0,1 0-1 0 0,0 0 1 0 0,0 0 0 0 0,0 0-1 0 0,-1 0 1 0 0,1 0 0 0 0,0 0 0 0 0,0 0-1 0 0,0 1 1 0 0,0-1 0 0 0,0 0 0 0 0,-1 0-1 0 0,1 0 1 0 0,0 0 0 0 0,0 0 0 0 0,0 0-1 0 0,0 0 1 0 0,0 0 0 0 0,-1 1 0 0 0,1-1-1 0 0,0 0 1 0 0,0 0 0 0 0,0 0 0 0 0,0 0-1 0 0,0 0 1 0 0,0 1 0 0 0,0-1-1 0 0,0 0 1 0 0,0 0 0 0 0,0 0 0 0 0,-1 0-1 0 0,1 0 1 0 0,0 1 0 0 0,0-1 0 0 0,0 0-1 0 0,0 0 1 0 0,0 0 0 0 0,0 1 0 0 0,0-1-1 0 0,0 0 1 0 0,0 0 0 0 0,1 0 0 0 0,-1 0-1 0 0,0 1 1 0 0,0-1 0 0 0,0 0 0 0 0,0 0-1 0 0,-5-2 20 0 0,0-1-1 0 0,-1 0 1 0 0,2 0-1 0 0,-1-1 1 0 0,0 1-1 0 0,-7-8 1 0 0,11 9-22 0 0,0 0 1 0 0,-1 0-1 0 0,1 1 1 0 0,0-1-1 0 0,0 0 1 0 0,0 0-1 0 0,0 0 1 0 0,0 0 0 0 0,1 0-1 0 0,-1-1 1 0 0,1 1-1 0 0,-1 0 1 0 0,1 0-1 0 0,0 0 1 0 0,0-1-1 0 0,0 1 1 0 0,0 0 0 0 0,0 0-1 0 0,0 0 1 0 0,1 0-1 0 0,-1-1 1 0 0,1 1-1 0 0,-1 0 1 0 0,1 0-1 0 0,1-2 1 0 0,0-2-9 0 0,1 1 0 0 0,0 0 0 0 0,0 0 0 0 0,0 0-1 0 0,1 0 1 0 0,-1 1 0 0 0,1-1 0 0 0,0 1 0 0 0,0 0 0 0 0,1 0 0 0 0,-1 0 0 0 0,1 1-1 0 0,0 0 1 0 0,9-5 0 0 0,-4 4-4 0 0,0 0 1 0 0,0 0-1 0 0,1 1 0 0 0,-1 1 0 0 0,1-1 0 0 0,0 2 0 0 0,16-1 1 0 0,-2 2-6 0 0,0 1 1 0 0,0 1 0 0 0,0 1 0 0 0,0 1 0 0 0,0 2 0 0 0,27 9 0 0 0,-40-11-4 0 0,0 1 0 0 0,1 0 1 0 0,-2 1-1 0 0,1 0 0 0 0,-1 1 0 0 0,1 0 1 0 0,15 15-1 0 0,-22-18 4 0 0,0 1 0 0 0,-1 0 0 0 0,0 0 0 0 0,0 0 0 0 0,0 1 1 0 0,-1-1-1 0 0,0 1 0 0 0,0 0 0 0 0,0 0 0 0 0,-1 0 0 0 0,0 0 0 0 0,0 0 0 0 0,0 1 0 0 0,-1-1 0 0 0,0 1 0 0 0,0-1 1 0 0,-1 10-1 0 0,0 4-859 0 0,6-53-4129 0 0,-4 21 2551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5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24 141 5969 0 0,'4'2'-27'0'0,"0"-1"0"0"0,1 0 0 0 0,-1 0 0 0 0,0-1 1 0 0,0 1-1 0 0,1-1 0 0 0,-1 0 0 0 0,1 0 0 0 0,-1 0 0 0 0,0-1 1 0 0,1 0-1 0 0,-1 0 0 0 0,0 0 0 0 0,0 0 0 0 0,0 0 1 0 0,0-1-1 0 0,0 0 0 0 0,0 0 0 0 0,0 0 0 0 0,0 0 1 0 0,-1 0-1 0 0,5-5 0 0 0,-1 2 129 0 0,-1 0 0 0 0,1 0 0 0 0,-2-1 0 0 0,1 0 1 0 0,0-1-1 0 0,-1 1 0 0 0,0-1 0 0 0,-1 0 0 0 0,0 0 0 0 0,6-12 0 0 0,-10 18-91 0 0,0 1 0 0 0,1-1 0 0 0,-1 0 0 0 0,0 0 0 0 0,0 0 0 0 0,0 0 0 0 0,1 0 0 0 0,-1 0 0 0 0,0 0 0 0 0,0 0-1 0 0,0 0 1 0 0,-1 0 0 0 0,1 0 0 0 0,0 0 0 0 0,0 0 0 0 0,0 0 0 0 0,-1 0 0 0 0,1 0 0 0 0,-1 0 0 0 0,1 1 0 0 0,0-1 0 0 0,-1 0 0 0 0,0 0 0 0 0,1 0-1 0 0,-1 1 1 0 0,1-1 0 0 0,-1 0 0 0 0,0 0 0 0 0,-1 0 0 0 0,-24-11 85 0 0,22 10-74 0 0,1 1 23 0 0,-2 2-16 0 0,-3 1-22 0 0,1 0-1 0 0,-1 0 0 0 0,0 1 0 0 0,1 0 0 0 0,-1 0 1 0 0,1 1-1 0 0,0 0 0 0 0,0 0 0 0 0,0 0 1 0 0,1 1-1 0 0,-1 0 0 0 0,1 1 0 0 0,0-1 1 0 0,1 1-1 0 0,-1 0 0 0 0,-6 11 0 0 0,10-13-3 0 0,-1 0-1 0 0,1 0 1 0 0,0 1-1 0 0,0-1 1 0 0,0 1-1 0 0,1-1 1 0 0,-1 1-1 0 0,1 0 1 0 0,0 0-1 0 0,0-1 1 0 0,1 1-1 0 0,0 0 1 0 0,0 0-1 0 0,0 0 1 0 0,0 0-1 0 0,1 0 1 0 0,0-1 0 0 0,0 1-1 0 0,0 0 1 0 0,0-1-1 0 0,1 1 1 0 0,0 0-1 0 0,0-1 1 0 0,0 0-1 0 0,0 1 1 0 0,1-1-1 0 0,-1 0 1 0 0,1 0-1 0 0,5 4 1 0 0,-2-2 4 0 0,0 0 1 0 0,1-1-1 0 0,0 0 1 0 0,0 0 0 0 0,0-1-1 0 0,1 0 1 0 0,-1 0-1 0 0,1-1 1 0 0,0 0 0 0 0,12 3-1 0 0,0 0-4 0 0,0-2-1 0 0,0 0 1 0 0,24 0-1 0 0,-38-3-324 0 0,0-1 1 0 0,1 1-1 0 0,-1-2 0 0 0,0 1 1 0 0,1-1-1 0 0,-1 0 0 0 0,0 0 0 0 0,0 0 1 0 0,1-1-1 0 0,-1 0 0 0 0,10-5 1 0 0,-5 0-1233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6.5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329 67 4464 0 0,'1'-1'13'0'0,"0"1"-1"0"0,0-1 1 0 0,0 0-1 0 0,0 0 0 0 0,0 0 1 0 0,0 0-1 0 0,0 0 0 0 0,-1 0 1 0 0,1 0-1 0 0,0 0 1 0 0,-1 0-1 0 0,1-1 0 0 0,-1 1 1 0 0,1 0-1 0 0,-1 0 0 0 0,0 0 1 0 0,1-1-1 0 0,-1 1 1 0 0,0 0-1 0 0,0-1 0 0 0,0 1 1 0 0,0 0-1 0 0,0 0 0 0 0,0-1 1 0 0,0 1-1 0 0,0 0 1 0 0,-1 0-1 0 0,1-1 0 0 0,0 1 1 0 0,-1 0-1 0 0,1 0 0 0 0,-1 0 1 0 0,0-1-1 0 0,1 1 1 0 0,-1 0-1 0 0,0 0 0 0 0,1 0 1 0 0,-1 0-1 0 0,0 0 0 0 0,0 0 1 0 0,0 0-1 0 0,0 1 0 0 0,0-1 1 0 0,0 0-1 0 0,-1 0 1 0 0,-1-1 23 0 0,-1 0-1 0 0,1 0 1 0 0,0 0 0 0 0,0 0 0 0 0,-1 1 0 0 0,1 0 0 0 0,-1 0 0 0 0,1 0 0 0 0,-1 0 0 0 0,0 0 0 0 0,1 1 0 0 0,-1-1 0 0 0,0 1 0 0 0,1 0 0 0 0,-1 0 0 0 0,-5 1 0 0 0,3 1-15 0 0,0-1 0 0 0,0 1 0 0 0,1 0 0 0 0,-1 0 0 0 0,0 1 1 0 0,1 0-1 0 0,-1 0 0 0 0,-4 4 0 0 0,9-6-17 0 0,-1 0 0 0 0,1 0 0 0 0,0 0 0 0 0,0 1 0 0 0,0-1 1 0 0,0 0-1 0 0,0 1 0 0 0,0-1 0 0 0,0 1 0 0 0,0-1 0 0 0,0 1 0 0 0,1-1 0 0 0,-1 1 0 0 0,1 0 0 0 0,-1-1 0 0 0,1 1 0 0 0,0 0 0 0 0,-1-1 0 0 0,1 1 1 0 0,0 0-1 0 0,0-1 0 0 0,0 1 0 0 0,0 0 0 0 0,1-1 0 0 0,-1 1 0 0 0,0 0 0 0 0,1-1 0 0 0,-1 1 0 0 0,1 0 0 0 0,0-1 0 0 0,-1 1 0 0 0,1-1 1 0 0,0 1-1 0 0,0-1 0 0 0,0 1 0 0 0,0-1 0 0 0,2 2 0 0 0,16 19 14 0 0,0-1-1 0 0,2 0 1 0 0,1-1 0 0 0,0-2-1 0 0,1 0 1 0 0,48 26 0 0 0,-51-31-8 0 0,14 13 5 0 0,-32-24-8 0 0,0-1 0 0 0,-1 1 0 0 0,1 0-1 0 0,0-1 1 0 0,0 1 0 0 0,-1 0 0 0 0,1 0 0 0 0,-1 0 0 0 0,0 1 0 0 0,0-1 0 0 0,0 0-1 0 0,0 0 1 0 0,2 5 0 0 0,-4-5 3 0 0,1 0 0 0 0,-1-1 0 0 0,1 1-1 0 0,-1 0 1 0 0,0-1 0 0 0,0 1 0 0 0,1-1-1 0 0,-1 1 1 0 0,0-1 0 0 0,0 1 0 0 0,-1-1 0 0 0,1 1-1 0 0,0-1 1 0 0,0 0 0 0 0,-1 0 0 0 0,1 0 0 0 0,0 0-1 0 0,-1 0 1 0 0,1 0 0 0 0,-1 0 0 0 0,0 0-1 0 0,1 0 1 0 0,-3 0 0 0 0,-44 16 95 0 0,38-15-79 0 0,-34 9 41 0 0,-1-1-1 0 0,1-3 1 0 0,-2-1 0 0 0,1-3-1 0 0,-80-4 1 0 0,122 1-145 0 0,1 0 7 0 0,1 1-1 0 0,-1-1 1 0 0,1 0-1 0 0,-1 0 1 0 0,1 0-1 0 0,-1 0 1 0 0,1-1-1 0 0,-1 1 1 0 0,1 0-1 0 0,-1-1 0 0 0,1 1 1 0 0,0-1-1 0 0,-1 1 1 0 0,1-1-1 0 0,-1 0 1 0 0,1 1-1 0 0,0-1 1 0 0,0 0-1 0 0,-1 0 1 0 0,1 0-1 0 0,0 0 1 0 0,0 0-1 0 0,0 0 1 0 0,-1-3-1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8.6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275 76 5853 0 0,'0'0'-118'0'0,"4"-3"314"0"0,0-1-1 0 0,0 0 0 0 0,-1 0 1 0 0,0 0-1 0 0,5-9 0 0 0,-10 10-151 0 0,-1-1-1 0 0,0 1 0 0 0,0 0 1 0 0,0-1-1 0 0,-1 1 0 0 0,1 1 1 0 0,-1-1-1 0 0,0 0 0 0 0,0 1 1 0 0,0 0-1 0 0,0 0 0 0 0,0 0 1 0 0,0 1-1 0 0,0-1 0 0 0,-1 1 0 0 0,1 0 1 0 0,0 0-1 0 0,-1 0 0 0 0,1 1 1 0 0,-1-1-1 0 0,-6 1 0 0 0,4 1-41 0 0,-1 0 0 0 0,1 0 0 0 0,-1 0 0 0 0,1 1 0 0 0,-1 0 0 0 0,1 0 0 0 0,0 1 0 0 0,0 0 0 0 0,0 0 0 0 0,0 1 0 0 0,1 0 0 0 0,-13 8 0 0 0,8-3 1 0 0,1 0-1 0 0,0 0 1 0 0,0 1 0 0 0,0 1 0 0 0,1-1-1 0 0,1 1 1 0 0,0 1 0 0 0,-10 18-1 0 0,16-25-1 0 0,0 0-1 0 0,1 0 0 0 0,-1 0 0 0 0,1 0 1 0 0,0 0-1 0 0,0 0 0 0 0,1 1 0 0 0,-1-1 0 0 0,1 0 1 0 0,0 0-1 0 0,1 1 0 0 0,-1-1 0 0 0,1 0 0 0 0,0 0 1 0 0,0 0-1 0 0,1 0 0 0 0,0 0 0 0 0,0 0 1 0 0,0 0-1 0 0,0 0 0 0 0,1-1 0 0 0,-1 1 0 0 0,1-1 1 0 0,0 1-1 0 0,7 6 0 0 0,-1-1 2 0 0,1-1-1 0 0,1 1 1 0 0,-1-2-1 0 0,1 1 1 0 0,1-2-1 0 0,-1 1 1 0 0,1-1-1 0 0,1-1 1 0 0,-1 0-1 0 0,1-1 1 0 0,24 6-1 0 0,9-1 22 0 0,-1-2 0 0 0,56 3 0 0 0,0 0 281 0 0,-86-8 16 0 0,7 0-700 0 0,-21-4 264 0 0,-1 1 1 0 0,1 0 0 0 0,-1 0-1 0 0,1 0 1 0 0,-1-1 0 0 0,1 1 0 0 0,-1 0-1 0 0,1 0 1 0 0,-1-1 0 0 0,1 1-1 0 0,-1-1 1 0 0,1 1 0 0 0,-1 0-1 0 0,0-1 1 0 0,1 1 0 0 0,-1-1-1 0 0,0 1 1 0 0,1-1 0 0 0,-1 1 0 0 0,0-1-1 0 0,0 1 1 0 0,1-1 0 0 0,-1 1-1 0 0,0-1 1 0 0,0 1 0 0 0,0-1-1 0 0,0 0 1 0 0,0 1 0 0 0,0-1 0 0 0,0 1-1 0 0,0-1 1 0 0,0 1 0 0 0,0-1-1 0 0,0 0 1 0 0,0-11-2240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9.3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190 41 5352 0 0,'0'0'-354'0'0,"-1"-24"350"0"0,1 23 14 0 0,-1 0 0 0 0,0 0 0 0 0,0 0 0 0 0,0 0 0 0 0,0 0 0 0 0,0 0 0 0 0,0 0 0 0 0,0 0 0 0 0,0 0 0 0 0,0 0 0 0 0,0 0 0 0 0,0 1 0 0 0,0-1 0 0 0,-1 0 0 0 0,1 1 0 0 0,0-1 0 0 0,-1 1 0 0 0,1 0 0 0 0,0-1 0 0 0,-1 1 0 0 0,1 0 0 0 0,0 0 0 0 0,-1 0 0 0 0,1 0 0 0 0,-2 0 0 0 0,-2 0 54 0 0,1 1-1 0 0,-1 0 1 0 0,1 0-1 0 0,-1 1 1 0 0,1-1-1 0 0,0 1 1 0 0,-9 4-1 0 0,4-1 40 0 0,0 1-1 0 0,0 0 1 0 0,0 1 0 0 0,1 0-1 0 0,0 0 1 0 0,-12 14 0 0 0,17-17-100 0 0,-1 0 1 0 0,1 1 0 0 0,0 0-1 0 0,0 0 1 0 0,1 0 0 0 0,0 0-1 0 0,0 0 1 0 0,0 0 0 0 0,0 0 0 0 0,1 1-1 0 0,0-1 1 0 0,0 1 0 0 0,0-1-1 0 0,1 1 1 0 0,0-1 0 0 0,0 1-1 0 0,0 0 1 0 0,0-1 0 0 0,1 1 0 0 0,0-1-1 0 0,1 0 1 0 0,2 10 0 0 0,0-8 2 0 0,0 0 0 0 0,0 0 0 0 0,1 0 0 0 0,0-1 1 0 0,0 1-1 0 0,0-1 0 0 0,1-1 0 0 0,0 1 0 0 0,0-1 0 0 0,0 0 1 0 0,1 0-1 0 0,0-1 0 0 0,0 0 0 0 0,0 0 0 0 0,8 3 1 0 0,-6-3 40 0 0,0 0 1 0 0,1-1 0 0 0,-1-1 0 0 0,1 1 0 0 0,0-1 0 0 0,0-1 0 0 0,-1 0-1 0 0,1 0 1 0 0,0-1 0 0 0,0 0 0 0 0,0-1 0 0 0,0 0 0 0 0,0-1 0 0 0,0 0-1 0 0,-1 0 1 0 0,17-7 0 0 0,-20 6-16 0 0,0 1-1 0 0,0-2 1 0 0,0 1-1 0 0,-1-1 1 0 0,0 0-1 0 0,1 0 1 0 0,-2 0-1 0 0,1-1 1 0 0,0 0-1 0 0,-1 0 1 0 0,0 0-1 0 0,0 0 1 0 0,0-1-1 0 0,-1 1 1 0 0,0-1-1 0 0,0 0 1 0 0,0 0-1 0 0,-1-1 1 0 0,0 1-1 0 0,0 0 1 0 0,0-1-1 0 0,-1 1 1 0 0,0-1-1 0 0,0 1 1 0 0,-1-13-1 0 0,0 13-21 0 0,0 1 0 0 0,0-1-1 0 0,-1 1 1 0 0,0 0-1 0 0,0-1 1 0 0,-1 1-1 0 0,1 0 1 0 0,-1 0-1 0 0,0 0 1 0 0,0 0-1 0 0,-1 0 1 0 0,1 0-1 0 0,-1 1 1 0 0,0-1 0 0 0,-1 1-1 0 0,-4-6 1 0 0,2 5 4 0 0,-1-1 1 0 0,0 1-1 0 0,0 0 1 0 0,0 1-1 0 0,0 0 1 0 0,0 0-1 0 0,-1 0 1 0 0,0 1-1 0 0,-14-4 1 0 0,4 3-74 0 0,0 0 0 0 0,-1 2 1 0 0,1 0-1 0 0,-1 1 0 0 0,1 0 0 0 0,-1 2 1 0 0,1 0-1 0 0,-34 8 0 0 0,-21 17-4203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39.7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64 5288 0 0,'5'-62'641'0'0,"-5"60"-333"0"0,12 77 485 0 0,20 223-636 0 0,-7-96-57 0 0,-19-151-197 0 0,2 29 285 0 0,-6-28-3425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0.3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1 156 5609 0 0,'6'-13'16'0'0,"0"-1"1"0"0,-1-1-1 0 0,5-20 1 0 0,4-12 957 0 0,-14 15 435 0 0,-6 40-1389 0 0,1 0-1 0 0,1 0 1 0 0,0 0-1 0 0,0 1 1 0 0,0 0 0 0 0,1 0-1 0 0,0 0 1 0 0,1 0-1 0 0,0 0 1 0 0,1 0 0 0 0,-1 19-1 0 0,1-24-15 0 0,1 0 0 0 0,0-1 0 0 0,0 1 0 0 0,1 0 0 0 0,-1 0 0 0 0,1-1-1 0 0,0 1 1 0 0,0 0 0 0 0,0-1 0 0 0,0 1 0 0 0,0-1 0 0 0,1 1 0 0 0,0-1 0 0 0,0 0 0 0 0,0 0 0 0 0,0 1 0 0 0,0-1-1 0 0,0-1 1 0 0,1 1 0 0 0,0 0 0 0 0,-1-1 0 0 0,1 1 0 0 0,0-1 0 0 0,0 0 0 0 0,0 0 0 0 0,1 0 0 0 0,-1 0 0 0 0,0 0-1 0 0,1-1 1 0 0,-1 0 0 0 0,1 0 0 0 0,6 2 0 0 0,-5-3 1 0 0,0 0-1 0 0,0 0 0 0 0,0-1 1 0 0,0 1-1 0 0,1-1 0 0 0,-1 0 1 0 0,0 0-1 0 0,0-1 1 0 0,-1 0-1 0 0,1 0 0 0 0,0 0 1 0 0,-1 0-1 0 0,1-1 1 0 0,-1 1-1 0 0,1-1 0 0 0,-1 0 1 0 0,0-1-1 0 0,0 1 1 0 0,5-7-1 0 0,4-4 34 0 0,0-1 0 0 0,-1 0 0 0 0,17-29-1 0 0,14-34 538 0 0,-42 76-406 0 0,-1 8-150 0 0,-1 0-51 0 0,0 12 70 0 0,0 0 0 0 0,0 0 1 0 0,2 0-1 0 0,0 0 0 0 0,6 27 0 0 0,-6-42-86 0 0,0 1 0 0 0,0 0-1 0 0,0 0 1 0 0,1 0 0 0 0,-1-1-1 0 0,1 1 1 0 0,0-1 0 0 0,0 0-1 0 0,0 1 1 0 0,1-1 0 0 0,-1 0-1 0 0,1 0 1 0 0,0 0 0 0 0,0-1-1 0 0,0 1 1 0 0,0 0 0 0 0,0-1-1 0 0,0 0 1 0 0,1 0 0 0 0,-1 0-1 0 0,1 0 1 0 0,0-1 0 0 0,-1 1-1 0 0,1-1 1 0 0,0 0 0 0 0,0 0-1 0 0,0-1 1 0 0,0 1 0 0 0,0-1-1 0 0,-1 1 1 0 0,1-1 0 0 0,0-1-1 0 0,5 1 1 0 0,35-11-3484 0 0,-20 0 942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1.4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77 5809 0 0,'-47'-5'215'0'0,"46"5"-210"0"0,0 1 0 0 0,0-1 0 0 0,0 1 0 0 0,0 0 0 0 0,0-1 0 0 0,1 1 0 0 0,-1 0 0 0 0,0 0 0 0 0,0-1 0 0 0,0 1 0 0 0,0 0 0 0 0,1 0 0 0 0,-1 0 0 0 0,1 0 0 0 0,-1 0 0 0 0,0 0 0 0 0,1 0 0 0 0,0 0 0 0 0,-1 0 0 0 0,1 0 0 0 0,0 1 0 0 0,-1-1 0 0 0,1 0 0 0 0,0 0 0 0 0,0 0 0 0 0,0 2 0 0 0,-3 32 57 0 0,3 2-30 0 0,0 0 0 0 0,3 0-1 0 0,1 0 1 0 0,12 48 0 0 0,-4-19 503 0 0,-12-56 479 0 0,-7-43-588 0 0,-2-13-226 0 0,-4-90-1 0 0,13 121-202 0 0,0-1-1 0 0,1 1 0 0 0,1-1 1 0 0,0 1-1 0 0,1 0 0 0 0,1 0 1 0 0,0 0-1 0 0,1 0 0 0 0,12-25 0 0 0,-14 36-8 0 0,-1 0 0 0 0,1-1 0 0 0,0 1 0 0 0,1 1 0 0 0,-1-1 0 0 0,1 0 0 0 0,-1 1 0 0 0,1 0 0 0 0,0-1-1 0 0,1 2 1 0 0,-1-1 0 0 0,8-3 0 0 0,-11 5-11 0 0,4 3-29 0 0,-2-1 49 0 0,0 0-1 0 0,0 1 0 0 0,0 0 0 0 0,-1 0 0 0 0,1-1 0 0 0,0 2 0 0 0,-1-1 0 0 0,1 0 0 0 0,-1 0 0 0 0,0 1 0 0 0,0-1 0 0 0,0 1 0 0 0,0 0 0 0 0,0 0 0 0 0,0-1 0 0 0,-1 1 0 0 0,1 0 0 0 0,-1 1 1 0 0,0-1-1 0 0,0 0 0 0 0,0 0 0 0 0,1 6 0 0 0,22 186-51 0 0,-8-122 161 0 0,-16-72-25 0 0,-8-137 910 0 0,9 119-973 0 0,1-1 0 0 0,0 1 1 0 0,9-28-1 0 0,-9 40-24 0 0,0-1 0 0 0,0 1 1 0 0,0 0-1 0 0,1 0 0 0 0,0 0 0 0 0,0 0 1 0 0,0 1-1 0 0,0-1 0 0 0,1 1 1 0 0,0 0-1 0 0,0 0 0 0 0,0 0 0 0 0,0 0 1 0 0,8-5-1 0 0,-8 9 1 0 0,-1-1 1 0 0,0 0-1 0 0,0 1 1 0 0,1 0-1 0 0,-1 0 1 0 0,0 0-1 0 0,0 0 1 0 0,1 0-1 0 0,-1 1 0 0 0,0-1 1 0 0,0 1-1 0 0,1 0 1 0 0,-1 0-1 0 0,0 0 1 0 0,4 2-1 0 0,3 2-2 0 0,0 1-1 0 0,0-1 0 0 0,0 2 1 0 0,-1-1-1 0 0,0 1 1 0 0,0 1-1 0 0,0 0 1 0 0,-1 0-1 0 0,0 0 0 0 0,-1 1 1 0 0,12 19-1 0 0,-7-8 2 0 0,0 1 1 0 0,-2 0-1 0 0,-1 0 0 0 0,13 43 0 0 0,-16-24 22 0 0,-7-29-10 0 0,1-10-113 0 0,9-30-5092 0 0,-1 11 3027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2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78 5264 0 0,'-3'-56'1756'0'0,"-19"103"-1647"0"0,20-29-81 0 0,0 0 0 0 0,2 1 0 0 0,0-1 0 0 0,1 0 0 0 0,1 0 0 0 0,0 1 0 0 0,2-1 0 0 0,0-1 0 0 0,9 26 0 0 0,-13-42-25 0 0,1 0 0 0 0,-1 1 0 0 0,1-1 0 0 0,-1 0 0 0 0,0 1 0 0 0,0-1 0 0 0,0 0 0 0 0,0 1 0 0 0,0-1 0 0 0,0 0 0 0 0,0 1 0 0 0,0-1 0 0 0,0 1 0 0 0,-1-1 0 0 0,0 2 0 0 0,-1 12 1025 0 0,-10-32-838 0 0,-1 1-74 0 0,10 8-90 0 0,0-1 0 0 0,0 0-1 0 0,1 0 1 0 0,1 0-1 0 0,-1 0 1 0 0,1-1-1 0 0,1 1 1 0 0,0 0-1 0 0,0 0 1 0 0,1-1 0 0 0,0 1-1 0 0,1 0 1 0 0,-1 0-1 0 0,2 0 1 0 0,0 0-1 0 0,0 0 1 0 0,0 1-1 0 0,1-1 1 0 0,0 1-1 0 0,1 0 1 0 0,0 0 0 0 0,9-11-1 0 0,-9 13-28 0 0,-1 0 1 0 0,1 1-1 0 0,1 0 0 0 0,-1 0 0 0 0,1 0 0 0 0,0 1 1 0 0,0-1-1 0 0,0 1 0 0 0,0 1 0 0 0,1-1 0 0 0,0 1 1 0 0,12-4-1 0 0,-14 6-1 0 0,1 0 1 0 0,0 0-1 0 0,-1 1 0 0 0,1-1 1 0 0,0 1-1 0 0,0 1 1 0 0,-1-1-1 0 0,1 1 0 0 0,0 0 1 0 0,-1 0-1 0 0,1 1 1 0 0,0-1-1 0 0,-1 1 1 0 0,0 0-1 0 0,1 1 0 0 0,-1-1 1 0 0,9 7-1 0 0,1 3-1 0 0,0 0 1 0 0,0 1-1 0 0,-1 1 0 0 0,-1 0 0 0 0,0 1 0 0 0,-1 0 0 0 0,11 19 1 0 0,-5-4-7 0 0,0 0 0 0 0,-3 2 0 0 0,13 34 0 0 0,-25-60 35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8.1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764 136 4656 0 0,'-7'-36'308'0'0,"1"28"-186"0"0,0 0-1 0 0,-1 1 1 0 0,0-1 0 0 0,0 2 0 0 0,-1-1 0 0 0,0 1 0 0 0,0 0-1 0 0,-1 0 1 0 0,0 1 0 0 0,1 1 0 0 0,-12-5 0 0 0,6 4-99 0 0,1 2 0 0 0,0-1 0 0 0,-1 2-1 0 0,0 0 1 0 0,1 0 0 0 0,-1 1 0 0 0,0 1 0 0 0,-19 2 0 0 0,12 1-18 0 0,-1 1 0 0 0,1 1 0 0 0,1 1 1 0 0,-1 1-1 0 0,1 1 0 0 0,0 1 0 0 0,1 0 0 0 0,0 1 0 0 0,1 2 1 0 0,0-1-1 0 0,0 2 0 0 0,2 1 0 0 0,-1 0 0 0 0,-25 30 0 0 0,17-16 0 0 0,2 0 0 0 0,1 2 0 0 0,1 1 0 0 0,2 0-1 0 0,1 2 1 0 0,2 0 0 0 0,-25 69 0 0 0,38-89 2 0 0,-1-1 1 0 0,2 0-1 0 0,-1 1 0 0 0,2 0 1 0 0,0 0-1 0 0,0-1 0 0 0,1 1 1 0 0,1 0-1 0 0,0 0 0 0 0,0-1 1 0 0,2 1-1 0 0,-1-1 0 0 0,2 1 1 0 0,5 12-1 0 0,-2-9 2 0 0,0-1 1 0 0,2-1-1 0 0,0 0 0 0 0,0 0 0 0 0,1-1 1 0 0,1 0-1 0 0,0 0 0 0 0,1-1 0 0 0,23 18 1 0 0,-6-10 10 0 0,0-1 1 0 0,2-1 0 0 0,0-1-1 0 0,0-2 1 0 0,1-2 0 0 0,1 0-1 0 0,1-2 1 0 0,-1-2 0 0 0,62 9-1 0 0,-80-16 7 0 0,-1-1 1 0 0,1 0-1 0 0,0-1 0 0 0,-1-1 0 0 0,1 0 0 0 0,-1-1 0 0 0,1 0 1 0 0,-1-1-1 0 0,0-1 0 0 0,0-1 0 0 0,14-6 0 0 0,-17 6-5 0 0,-1-1 0 0 0,0 0-1 0 0,0 0 1 0 0,-1-1-1 0 0,0-1 1 0 0,0 0 0 0 0,-1 0-1 0 0,0 0 1 0 0,-1-1-1 0 0,1 0 1 0 0,-2-1 0 0 0,1 0-1 0 0,-1 0 1 0 0,5-13-1 0 0,3-7 18 0 0,-2-1-1 0 0,-2-1 0 0 0,0 0 1 0 0,-3 0-1 0 0,0-1 1 0 0,-2 1-1 0 0,1-40 0 0 0,-6 54 6 0 0,0 1-1 0 0,0-1 0 0 0,-2 1 0 0 0,0-1 0 0 0,-1 1 0 0 0,-1 0 0 0 0,0 0 1 0 0,-1 1-1 0 0,-1-1 0 0 0,-1 1 0 0 0,0 0 0 0 0,-1 1 0 0 0,-1 0 0 0 0,0 0 1 0 0,-16-19-1 0 0,14 23-23 0 0,-1 0 0 0 0,-1 1 0 0 0,0 0 0 0 0,0 0 1 0 0,-1 2-1 0 0,0 0 0 0 0,-1 0 0 0 0,-26-9 0 0 0,-13-1 29 0 0,-63-13 0 0 0,81 22-30 0 0,19 6-321 0 0,-18-6 0 0 0,35 9 162 0 0,-1-1 0 0 0,0 1 1 0 0,0 0-1 0 0,1-1 0 0 0,-1 0 0 0 0,0 1 1 0 0,1-1-1 0 0,-1 1 0 0 0,0-1 1 0 0,1 0-1 0 0,-1 1 0 0 0,1-1 0 0 0,-1 0 1 0 0,1 0-1 0 0,0 1 0 0 0,-1-1 1 0 0,1 0-1 0 0,0 0 0 0 0,-1 0 0 0 0,1 0 1 0 0,0 1-1 0 0,0-1 0 0 0,0 0 1 0 0,0 0-1 0 0,0 0 0 0 0,0 0 0 0 0,0 0 1 0 0,0 0-1 0 0,0 1 0 0 0,0-1 1 0 0,0 0-1 0 0,0 0 0 0 0,1-1 0 0 0,6-9-1752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8.9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83 463 4936 0 0,'0'0'-215'0'0,"6"-2"-538"0"0,10-5 666 0 0,36-14-176 0 0,90-52 0 0 0,-129 65 302 0 0,0 0-1 0 0,-1-1 0 0 0,0 0 0 0 0,0-1 1 0 0,-1 0-1 0 0,-1-1 0 0 0,1 0 1 0 0,-2-1-1 0 0,0 0 0 0 0,0 0 0 0 0,-1-1 1 0 0,8-18-1 0 0,-14 27-4 0 0,0-1 0 0 0,0 0 0 0 0,-1 0 0 0 0,1 0 1 0 0,-1-1-1 0 0,0 1 0 0 0,-1 0 0 0 0,1 0 0 0 0,-1 0 0 0 0,0-1 0 0 0,-1 1 0 0 0,1 0 1 0 0,-1 0-1 0 0,0-1 0 0 0,0 1 0 0 0,-1 0 0 0 0,1 0 0 0 0,-1 0 0 0 0,0 1 0 0 0,0-1 0 0 0,-1 0 1 0 0,0 1-1 0 0,0-1 0 0 0,-4-4 0 0 0,1 2-8 0 0,0 1 1 0 0,-1 0-1 0 0,0 1 1 0 0,0 0-1 0 0,-1 0 0 0 0,1 0 1 0 0,-1 1-1 0 0,0 0 1 0 0,0 0-1 0 0,0 1 1 0 0,-1 0-1 0 0,1 1 0 0 0,-11-2 1 0 0,-13-1 18 0 0,1 1-1 0 0,0 2 1 0 0,-1 1 0 0 0,1 2 0 0 0,-48 6-1 0 0,76-6-16 0 0,-53-1 165 0 0,40 0-263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28:49.3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375 1 3436 0 0,'0'0'-74'0'0,"-4"0"24"0"0,-39 2 299 0 0,1 3 1 0 0,0 1 0 0 0,0 2-1 0 0,1 2 1 0 0,0 2-1 0 0,-70 30 1 0 0,109-41-217 0 0,-4 3 29 0 0,12 3-3 0 0,15 6 13 0 0,182 46 104 0 0,-141-45-104 0 0,-1 4 0 0 0,69 28 0 0 0,-130-46-89 0 0,0 0 0 0 0,1 0 1 0 0,-1 0-1 0 0,1 0 0 0 0,-1 0 1 0 0,0 1-1 0 0,1-1 1 0 0,-1 0-1 0 0,1 0 0 0 0,-1 0 1 0 0,0 0-1 0 0,1 1 1 0 0,-1-1-1 0 0,0 0 0 0 0,1 0 1 0 0,-1 1-1 0 0,0-1 1 0 0,1 0-1 0 0,-1 1 0 0 0,0-1 1 0 0,0 0-1 0 0,1 1 1 0 0,-1-1-1 0 0,0 0 0 0 0,0 1 1 0 0,0-1-1 0 0,0 1 0 0 0,1-1 1 0 0,-1 0-1 0 0,0 1 1 0 0,0-1-1 0 0,0 1 0 0 0,0-1 1 0 0,0 0-1 0 0,0 1 1 0 0,0-1-1 0 0,0 1 0 0 0,0-1 1 0 0,0 1-1 0 0,0-1 1 0 0,0 0-1 0 0,0 1 0 0 0,-1-1 1 0 0,1 0-1 0 0,0 1 0 0 0,0-1 1 0 0,0 1-1 0 0,-1-1 1 0 0,1 1-1 0 0,-18 12-1509 0 0,14-11 1255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23.0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1369 105 3524 0 0,'0'0'120'0'0,"-4"0"-68"0"0,-10-5 262 0 0,0 1 0 0 0,0-2 1 0 0,1 0-1 0 0,-22-12 0 0 0,20 9-322 0 0,0 1 1 0 0,-1 0 0 0 0,-26-7-1 0 0,24 9-9 0 0,0 1 0 0 0,0 0 0 0 0,0 2 0 0 0,0 0 0 0 0,-1 1 0 0 0,0 1 0 0 0,1 1 0 0 0,-1 0 0 0 0,1 2 0 0 0,-1 0 0 0 0,1 1 0 0 0,-1 0 0 0 0,1 2 0 0 0,-18 7 0 0 0,-36 18-6 0 0,1 4 0 0 0,2 2 0 0 0,1 4 0 0 0,3 3 0 0 0,1 2 0 0 0,2 3 0 0 0,2 3 0 0 0,3 2 1 0 0,2 3-1 0 0,-48 63 0 0 0,80-90 2 0 0,2 0 0 0 0,-31 57 0 0 0,43-69 6 0 0,1 1 0 0 0,1 1 0 0 0,0-1 1 0 0,1 1-1 0 0,1 0 0 0 0,-4 34 0 0 0,8-38 7 0 0,1-1-1 0 0,1 1 1 0 0,0 0-1 0 0,1-1 0 0 0,1 1 1 0 0,0-1-1 0 0,1 0 1 0 0,11 26-1 0 0,0-7-6 0 0,1-1-1 0 0,30 43 1 0 0,-22-38 12 0 0,3-2 1 0 0,1-1 0 0 0,1-1-1 0 0,2-1 1 0 0,1-2 0 0 0,1-1-1 0 0,2-2 1 0 0,67 40 0 0 0,-73-50 20 0 0,1-2-1 0 0,1-2 1 0 0,0-1 0 0 0,0-1 0 0 0,2-1-1 0 0,-1-2 1 0 0,1-2 0 0 0,0-1 0 0 0,0-1-1 0 0,1-2 1 0 0,-1-1 0 0 0,41-4 0 0 0,-2-7 81 0 0,-1-3 0 0 0,0-3 1 0 0,-1-3-1 0 0,111-46 0 0 0,-74 18 17 0 0,-3-6-1 0 0,112-74 1 0 0,-189 110-18 0 0,-1-1 1 0 0,-1-1 0 0 0,-1-1 0 0 0,-1-1 0 0 0,40-48 0 0 0,-56 61-75 0 0,-1-1 0 0 0,0 1 0 0 0,-1-1 0 0 0,0-1 0 0 0,0 1 0 0 0,-1-1 0 0 0,0 1 0 0 0,-1-1-1 0 0,0 0 1 0 0,-1 0 0 0 0,0-1 0 0 0,0 1 0 0 0,-1 0 0 0 0,-1-1 0 0 0,1 1 0 0 0,-2-1 0 0 0,1 1 0 0 0,-2-1 0 0 0,1 1 0 0 0,-1 0 0 0 0,-7-20 0 0 0,-9-13-18 0 0,-3 2-1 0 0,-1 0 1 0 0,-1 1 0 0 0,-3 1 0 0 0,-1 1 0 0 0,-2 2 0 0 0,-1 1 0 0 0,-2 1 0 0 0,-39-32 0 0 0,-27-15-113 0 0,-4 4 0 0 0,-119-68 0 0 0,205 136-715 0 0,0 0 0 0 0,-1 1 1 0 0,-18-6-1 0 0,26 10-386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26.8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10 1572 0 0,'0'0'482'0'0,"-29"-9"5202"0"0,892 117-5377 0 0,-775-94 501 0 0,-85-13-720 0 0,7 0 47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28.6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103 173 6445 0 0,'-11'-28'32'0'0,"11"26"212"0"0,-5 6-58 0 0,-6 17-128 0 0,-9 26-36 0 0,5 3 14 0 0,2 1 0 0 0,3 0 0 0 0,2 0 0 0 0,2 1 0 0 0,2-1 0 0 0,5 72 0 0 0,2-55 352 0 0,-3-66 44 0 0,7-27-304 0 0,2-45 31 0 0,-2 12-101 0 0,7-22-46 0 0,5 1 1 0 0,2 1-1 0 0,4 1 0 0 0,42-88 0 0 0,-58 145-38 0 0,11-23-51 0 0,-19 42 71 0 0,0-1 0 0 0,0 1 0 0 0,1 0 0 0 0,-1-1 1 0 0,0 1-1 0 0,1 0 0 0 0,-1 0 0 0 0,1 0 0 0 0,-1 0 0 0 0,1 0 0 0 0,0 0 0 0 0,-1 0 0 0 0,1 0 0 0 0,0 1 0 0 0,0-1 0 0 0,0 1 0 0 0,-1-1 0 0 0,1 1 0 0 0,0 0 0 0 0,0-1 0 0 0,0 1 0 0 0,3 1 0 0 0,0-1 2 0 0,-1 1-1 0 0,1 0 1 0 0,0 0 0 0 0,-1 1-1 0 0,1-1 1 0 0,-1 1-1 0 0,0 0 1 0 0,1 0-1 0 0,-1 1 1 0 0,0-1-1 0 0,0 1 1 0 0,0 0-1 0 0,-1 0 1 0 0,5 4-1 0 0,0 1-3 0 0,-1 1 0 0 0,0 0-1 0 0,-1 0 1 0 0,1 1-1 0 0,7 17 1 0 0,2 12-8 0 0,-1 0 0 0 0,12 56 0 0 0,-23-80 15 0 0,10 40 16 0 0,-2 0-1 0 0,-2 0 0 0 0,3 109 1 0 0,-10-110 133 0 0,-3-52-138 0 0,14-25-4250 0 0,-6 7 2061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28.9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 5509 0 0,'0'0'-199'0'0,"10"-1"-325"0"0,539-30 1257 0 0,-531 31-702 0 0,8 6-89 0 0,-25-6 57 0 0,-1 0 0 0 0,0 0 1 0 0,0 0-1 0 0,0 1 1 0 0,1-1-1 0 0,-1 0 1 0 0,0 0-1 0 0,0 0 0 0 0,0 0 1 0 0,0 1-1 0 0,1-1 1 0 0,-1 0-1 0 0,0 0 1 0 0,0 0-1 0 0,0 1 0 0 0,0-1 1 0 0,0 0-1 0 0,0 0 1 0 0,0 0-1 0 0,0 1 1 0 0,1-1-1 0 0,-1 0 0 0 0,0 0 1 0 0,0 1-1 0 0,0-1 1 0 0,0 0-1 0 0,0 0 1 0 0,0 1-1 0 0,0-1 0 0 0,0 0 1 0 0,-1 0-1 0 0,1 0 1 0 0,0 1-1 0 0,0-1 1 0 0,0 0-1 0 0,0 0 0 0 0,0 1 1 0 0,0-1-1 0 0,0 0 1 0 0,0 0-1 0 0,-1 0 1 0 0,1 1-1 0 0,-21 13-1489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29.6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294 430 3560 0 0,'0'0'-20'0'0,"-14"19"687"0"0,-20-11-549 0 0,0 2 0 0 0,1 1 0 0 0,0 2 0 0 0,1 1 0 0 0,-51 30 0 0 0,81-43-107 0 0,0 0 1 0 0,0 0-1 0 0,0 1 0 0 0,1-1 0 0 0,-1 0 1 0 0,0 0-1 0 0,1 1 0 0 0,-1-1 1 0 0,0 1-1 0 0,1 0 0 0 0,0-1 0 0 0,-1 1 1 0 0,1 0-1 0 0,0 0 0 0 0,0 0 0 0 0,0 0 1 0 0,0 0-1 0 0,1 0 0 0 0,-1 0 1 0 0,0 0-1 0 0,1 0 0 0 0,-1 0 0 0 0,1 0 1 0 0,0 1-1 0 0,0-1 0 0 0,0 0 1 0 0,0 3-1 0 0,2-2 1 0 0,-1 0 0 0 0,1 0 1 0 0,0 0-1 0 0,0 0 0 0 0,0 0 1 0 0,1-1-1 0 0,-1 1 0 0 0,1-1 1 0 0,-1 1-1 0 0,1-1 0 0 0,0 0 1 0 0,0 0-1 0 0,0 0 0 0 0,0-1 1 0 0,0 1-1 0 0,4 1 1 0 0,8 4 72 0 0,0 0 1 0 0,0-1-1 0 0,1-1 1 0 0,-1 0-1 0 0,1-1 1 0 0,0-1-1 0 0,0 0 1 0 0,26 0-1 0 0,-34-3-13 0 0,0-1 0 0 0,-1 1 0 0 0,1-2 0 0 0,0 1-1 0 0,-1-1 1 0 0,1 0 0 0 0,-1-1 0 0 0,1 0 0 0 0,-1 0 0 0 0,0 0 0 0 0,0-1-1 0 0,-1 0 1 0 0,1 0 0 0 0,-1-1 0 0 0,0 0 0 0 0,0 0 0 0 0,0 0 0 0 0,-1-1-1 0 0,10-12 1 0 0,2-7 43 0 0,-1-1-1 0 0,-2 0 1 0 0,0-1 0 0 0,14-41-1 0 0,30-122 187 0 0,-33 102-101 0 0,16-69 565 0 0,-40 155-719 0 0,-18 23-26 0 0,7-3-11 0 0,1 1-1 0 0,1 0 1 0 0,1 0 0 0 0,1 1-1 0 0,0 0 1 0 0,2 0-1 0 0,0 0 1 0 0,1 0 0 0 0,0 31-1 0 0,3-24 17 0 0,0 1-1 0 0,2 0 1 0 0,1-1-1 0 0,9 38 1 0 0,-8-49-69 0 0,0 0 0 0 0,1 0 0 0 0,1-1 0 0 0,1 0 0 0 0,0 0 0 0 0,1 0 0 0 0,0-1 0 0 0,17 22 1 0 0,-24-35-48 0 0,1 1 1 0 0,-1 0-1 0 0,1-1 1 0 0,0 1 0 0 0,0-1-1 0 0,-1 1 1 0 0,1-1-1 0 0,0 0 1 0 0,0 0 0 0 0,0 0-1 0 0,0 0 1 0 0,1 0 0 0 0,-1 0-1 0 0,0 0 1 0 0,4 0-1 0 0,17-2-3422 0 0,7-6 963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0.2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215 447 5949 0 0,'-48'8'-12'0'0,"33"-4"48"0"0,1 0 1 0 0,-1 0-1 0 0,1 2 1 0 0,-24 12 0 0 0,32-15-26 0 0,1 0 0 0 0,-1 1 1 0 0,1 0-1 0 0,0 0 1 0 0,0 0-1 0 0,0 1 1 0 0,0 0-1 0 0,1 0 1 0 0,0 0-1 0 0,0 0 0 0 0,1 0 1 0 0,-1 1-1 0 0,1 0 1 0 0,-3 6-1 0 0,6-10-5 0 0,0 0 0 0 0,-1 0-1 0 0,1 1 1 0 0,0-1 0 0 0,0 0-1 0 0,0 0 1 0 0,1 1 0 0 0,-1-1-1 0 0,0 0 1 0 0,1 0 0 0 0,0 0 0 0 0,-1 0-1 0 0,1 0 1 0 0,0 1 0 0 0,0-1-1 0 0,0 0 1 0 0,0-1 0 0 0,1 1-1 0 0,-1 0 1 0 0,0 0 0 0 0,1 0-1 0 0,-1-1 1 0 0,1 1 0 0 0,0-1 0 0 0,-1 1-1 0 0,4 0 1 0 0,1 3 22 0 0,0 0 0 0 0,0-1-1 0 0,1 0 1 0 0,-1 0 0 0 0,15 5 0 0 0,-16-7 16 0 0,1-1 1 0 0,-1 0-1 0 0,0 0 0 0 0,1 0 1 0 0,-1-1-1 0 0,0 1 0 0 0,1-1 0 0 0,-1 0 1 0 0,0-1-1 0 0,1 1 0 0 0,-1-1 1 0 0,0 0-1 0 0,1-1 0 0 0,-1 1 1 0 0,7-4-1 0 0,-5 1 1 0 0,1 0 1 0 0,-1-1-1 0 0,1 0 0 0 0,-1 0 0 0 0,-1-1 0 0 0,1 1 1 0 0,-1-2-1 0 0,10-11 0 0 0,-1-3 12 0 0,-1-1-1 0 0,0-1 0 0 0,-2 0 1 0 0,0 0-1 0 0,10-35 1 0 0,51-179 209 0 0,-43 130 61 0 0,-25 73-192 0 0,-5 29-119 0 0,0 1 0 0 0,1-1 0 0 0,-1 0 0 0 0,1 0 0 0 0,0 1 0 0 0,3-9 0 0 0,-71 124 30 0 0,39-55 55 0 0,1 1-1 0 0,-34 109 0 0 0,56-147-297 0 0,1 0 1 0 0,0 0 0 0 0,1 0 0 0 0,2 1-1 0 0,-1-1 1 0 0,2 1 0 0 0,1 0-1 0 0,1-1 1 0 0,0 0 0 0 0,1 1-1 0 0,1-1 1 0 0,1 0 0 0 0,10 25-1 0 0,-3-21-1928 0 0,4-5-399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1.0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6 584 5741 0 0,'-5'2'-583'0'0,"11"-4"249"0"0,29-10 175 0 0,50-20 231 0 0,-59 19-9 0 0,1-1 0 0 0,-2 0 0 0 0,0-2 0 0 0,-1-1 0 0 0,0-2 0 0 0,-1 0 0 0 0,-2-1 0 0 0,0-1 0 0 0,-1-1 0 0 0,-1 0 0 0 0,-1-2 0 0 0,-1 0 0 0 0,-1-1 0 0 0,22-48 0 0 0,-34 64 17 0 0,-1 0 0 0 0,0-1 0 0 0,0 0 1 0 0,-1 0-1 0 0,-1 1 0 0 0,0-1 0 0 0,0-20 1 0 0,-1 25-52 0 0,-1 0 1 0 0,1 1 0 0 0,-1-1 0 0 0,0 0-1 0 0,0 1 1 0 0,-1-1 0 0 0,1 1 0 0 0,-1-1 0 0 0,0 1-1 0 0,0 0 1 0 0,-1 0 0 0 0,1 0 0 0 0,-1 0-1 0 0,0 0 1 0 0,0 0 0 0 0,0 1 0 0 0,0-1 0 0 0,-8-4-1 0 0,9 6-21 0 0,0 1-1 0 0,0-1 0 0 0,0 1 1 0 0,0 0-1 0 0,0 0 0 0 0,0-1 0 0 0,0 2 1 0 0,-1-1-1 0 0,1 0 0 0 0,0 0 1 0 0,-1 1-1 0 0,1-1 0 0 0,0 1 1 0 0,-1 0-1 0 0,1 0 0 0 0,-1 0 0 0 0,1 0 1 0 0,-1 0-1 0 0,1 0 0 0 0,0 1 1 0 0,-1-1-1 0 0,1 1 0 0 0,-4 1 1 0 0,1 1-3 0 0,1-1-1 0 0,0 1 1 0 0,0 0 0 0 0,1 0 0 0 0,-1 1 0 0 0,1-1 0 0 0,0 1 0 0 0,0 0 0 0 0,0-1 0 0 0,0 1 0 0 0,-3 6 0 0 0,-4 10 0 0 0,1 0 0 0 0,1 0 1 0 0,1 1-1 0 0,-7 29 0 0 0,-54 369 125 0 0,18-82-66 0 0,40-281 46 0 0,-3-1-1 0 0,-3-1 1 0 0,-1 0-1 0 0,-3-1 1 0 0,-28 52-1 0 0,41-87 80 0 0,14-17-795 0 0,19-19-843 0 0,-21 15 1433 0 0,23-19-1965 0 0,1-6-301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1.4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69 5469 0 0,'0'0'-125'0'0,"8"-3"-205"0"0,24-8 373 0 0,0 1 1 0 0,0 1 0 0 0,1 2-1 0 0,41-4 1 0 0,146-5 371 0 0,-197 15-371 0 0,-4 0-41 0 0,1 1 1 0 0,30 5 0 0 0,-13 2-3116 0 0,-35-6 2378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1.6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0 4196 0 0,'0'1'55'0'0,"1"-1"0"0"0,-1 1 0 0 0,1-1 0 0 0,-1 1 0 0 0,1-1 0 0 0,-1 1 0 0 0,1 0 0 0 0,-1-1 0 0 0,0 1 0 0 0,1 0 0 0 0,-1-1 0 0 0,0 1 0 0 0,0 0 0 0 0,1-1 0 0 0,-1 1 0 0 0,0 0 0 0 0,0-1 0 0 0,0 1 0 0 0,0 0 0 0 0,0 0 0 0 0,0-1 0 0 0,0 1 0 0 0,0 0 0 0 0,0 0 0 0 0,0-1 0 0 0,-1 1-1 0 0,1 1 1 0 0,-8 26 268 0 0,5-18-135 0 0,-63 287 582 0 0,65-293-803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1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50 5677 0 0,'0'-12'256'0'0,"-3"4"168"0"0,3-2 136 0 0,0-2-60 0 0,6 5-920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2.3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216 238 5016 0 0,'5'-21'167'0'0,"1"1"0"0"0,1 0 0 0 0,1 0 0 0 0,1 0 0 0 0,12-20 0 0 0,21-47 1616 0 0,-40 78-756 0 0,-13 30-819 0 0,-15 40-211 0 0,-199 659 380 0 0,211-671-346 0 0,-25 67-152 0 0,45-132-768 0 0,1 1 0 0 0,0 1 1 0 0,2-1-1 0 0,12-17 0 0 0,6-3-2131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2.6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 18 6405 0 0,'-22'6'561'0'0,"52"-5"-394"0"0,79-7-167 0 0,-94 5 60 0 0,70-2 8 0 0,15-1-497 0 0,-36-4-2655 0 0,-52 6 1192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3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12 205 5757 0 0,'-1'0'19'0'0,"0"1"0"0"0,1-1 0 0 0,-1 0 0 0 0,0 1 0 0 0,1-1 0 0 0,-1 0 0 0 0,1 1 0 0 0,-1-1 0 0 0,1 1 0 0 0,-1-1 1 0 0,1 1-1 0 0,-1-1 0 0 0,1 1 0 0 0,-1 0 0 0 0,1-1 0 0 0,-1 1 0 0 0,1-1 0 0 0,0 1 0 0 0,0 0 0 0 0,-1-1 0 0 0,1 1 1 0 0,0 0-1 0 0,0 0 0 0 0,0-1 0 0 0,0 1 0 0 0,-1 0 0 0 0,1-1 0 0 0,0 1 0 0 0,1 1 0 0 0,1-2 0 0 0,1 1 1 0 0,0-1-1 0 0,-1 0 0 0 0,1 0 0 0 0,0 0 0 0 0,-1 0 0 0 0,1 0 0 0 0,0 0 1 0 0,-1-1-1 0 0,6-1 0 0 0,10-2 47 0 0,0-1 1 0 0,0 0 0 0 0,0-2-1 0 0,0 0 1 0 0,-1-1-1 0 0,-1-1 1 0 0,1 0-1 0 0,-1-1 1 0 0,-1-1-1 0 0,0 0 1 0 0,0-2-1 0 0,-1 1 1 0 0,-1-2-1 0 0,0 1 1 0 0,-1-2-1 0 0,0 0 1 0 0,9-17-1 0 0,-21 32-54 0 0,0-1 1 0 0,0 0-1 0 0,0 0 0 0 0,0 1 0 0 0,0-1 0 0 0,0 0 0 0 0,0 0 0 0 0,0 1 0 0 0,0-1 0 0 0,-1 0 0 0 0,1 0 0 0 0,0 1 0 0 0,0-1 0 0 0,-1 0 0 0 0,1 1 0 0 0,-1-1 1 0 0,1 0-1 0 0,0 1 0 0 0,-1-1 0 0 0,1 0 0 0 0,-1 1 0 0 0,1-1 0 0 0,-1 1 0 0 0,0-1 0 0 0,1 1 0 0 0,-1-1 0 0 0,0 1 0 0 0,1 0 0 0 0,-1-1 0 0 0,0 1 1 0 0,1 0-1 0 0,-1-1 0 0 0,0 1 0 0 0,0 0 0 0 0,1 0 0 0 0,-1 0 0 0 0,0 0 0 0 0,0 0 0 0 0,1 0 0 0 0,-1 0 0 0 0,0 0 0 0 0,0 0 0 0 0,1 0 0 0 0,-1 0 0 0 0,0 0 1 0 0,0 0-1 0 0,1 0 0 0 0,-2 1 0 0 0,-18 7 22 0 0,0 1 1 0 0,1 0-1 0 0,0 1 0 0 0,1 2 1 0 0,0 0-1 0 0,1 0 1 0 0,-18 17-1 0 0,21-16-16 0 0,1-1 0 0 0,1 1 0 0 0,0 1 0 0 0,0 0 0 0 0,2 1 0 0 0,0 0 0 0 0,0 1 0 0 0,2-1 0 0 0,-9 21 0 0 0,16-31-11 0 0,0-1-1 0 0,0 1 1 0 0,0 0 0 0 0,0 0-1 0 0,1-1 1 0 0,0 1 0 0 0,0 0-1 0 0,0 0 1 0 0,1 0-1 0 0,0-1 1 0 0,0 1 0 0 0,0 0-1 0 0,0 0 1 0 0,1-1 0 0 0,-1 1-1 0 0,1-1 1 0 0,0 0-1 0 0,1 1 1 0 0,-1-1 0 0 0,1 0-1 0 0,0 0 1 0 0,0 0 0 0 0,0-1-1 0 0,0 1 1 0 0,1-1-1 0 0,-1 0 1 0 0,1 0 0 0 0,0 0-1 0 0,0 0 1 0 0,8 3-1 0 0,-2 1-63 0 0,1-2-1 0 0,0 0 0 0 0,0 0 1 0 0,0 0-1 0 0,1-2 0 0 0,-1 1 1 0 0,1-2-1 0 0,0 1 0 0 0,0-2 1 0 0,0 1-1 0 0,20-2 0 0 0,-15-2-504 0 0,-1 0 0 0 0,1-2 0 0 0,0 0-1 0 0,-1 0 1 0 0,0-2 0 0 0,0 0-1 0 0,29-16 1 0 0,-6-4-1381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3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 92 5136 0 0,'-17'-18'56'0'0,"17"18"-45"0"0,0 1 1 0 0,0-1-1 0 0,0 0 0 0 0,0 0 0 0 0,0 0 1 0 0,0 0-1 0 0,0 0 0 0 0,0 0 0 0 0,1 0 1 0 0,-1 0-1 0 0,0 0 0 0 0,0 0 0 0 0,0 0 1 0 0,0 0-1 0 0,0 0 0 0 0,0 0 0 0 0,0 0 1 0 0,0-1-1 0 0,1 1 0 0 0,-1 0 1 0 0,0 0-1 0 0,0 0 0 0 0,0 0 0 0 0,0 0 1 0 0,0 0-1 0 0,0 0 0 0 0,0 0 0 0 0,0 0 1 0 0,0 0-1 0 0,0 0 0 0 0,0 0 0 0 0,0 0 1 0 0,0 0-1 0 0,1-1 0 0 0,-1 1 0 0 0,0 0 1 0 0,0 0-1 0 0,0 0 0 0 0,0 0 0 0 0,0 0 1 0 0,0 0-1 0 0,0 0 0 0 0,0 0 0 0 0,0 0 1 0 0,0-1-1 0 0,0 1 0 0 0,0 0 0 0 0,0 0 1 0 0,0 0-1 0 0,0 0 0 0 0,0 0 0 0 0,0 0 1 0 0,0 0-1 0 0,0 0 0 0 0,0 0 0 0 0,0-1 1 0 0,0 1-1 0 0,-1 0 0 0 0,1 0 0 0 0,46 21 388 0 0,-20-7-375 0 0,-1 1 0 0 0,-1 1 0 0 0,0 1 1 0 0,33 31-1 0 0,-46-37-17 0 0,0 0 0 0 0,0 1 0 0 0,-1 0-1 0 0,-1 1 1 0 0,0-1 0 0 0,-1 2 0 0 0,0 0 0 0 0,-1 0 0 0 0,-1 0 0 0 0,6 18 0 0 0,-11-27 21 0 0,1 1 1 0 0,-1-1-1 0 0,0 1 1 0 0,0 0-1 0 0,-1 0 1 0 0,0 0-1 0 0,0-1 1 0 0,0 1-1 0 0,-2 11 1 0 0,1-15 1 0 0,0 0 1 0 0,0 0-1 0 0,0 0 0 0 0,0 0 1 0 0,0 0-1 0 0,0 0 0 0 0,0 0 1 0 0,-1 0-1 0 0,1-1 0 0 0,-1 1 1 0 0,1 0-1 0 0,-1-1 0 0 0,0 1 0 0 0,0-1 1 0 0,1 0-1 0 0,-1 0 0 0 0,0 0 1 0 0,0 0-1 0 0,0 0 0 0 0,0 0 1 0 0,-1 0-1 0 0,1 0 0 0 0,0-1 1 0 0,0 1-1 0 0,0-1 0 0 0,-1 0 1 0 0,1 1-1 0 0,0-1 0 0 0,0 0 1 0 0,-4-1-1 0 0,3 1 4 0 0,1 0-1 0 0,-1 0 1 0 0,1 0-1 0 0,-1 0 1 0 0,1 0-1 0 0,-1 0 1 0 0,1-1-1 0 0,0 0 1 0 0,-1 1 0 0 0,1-1-1 0 0,0 0 1 0 0,0 0-1 0 0,-1 0 1 0 0,1 0-1 0 0,0-1 1 0 0,0 1-1 0 0,0 0 1 0 0,0-1 0 0 0,1 0-1 0 0,-1 1 1 0 0,0-1-1 0 0,-1-2 1 0 0,1 1-6 0 0,1 0 1 0 0,0-1 0 0 0,0 1-1 0 0,0 0 1 0 0,0 0-1 0 0,0-1 1 0 0,1 1 0 0 0,0 0-1 0 0,-1-1 1 0 0,1 1-1 0 0,0-1 1 0 0,1 1 0 0 0,-1 0-1 0 0,2-4 1 0 0,2-10 15 0 0,0 1 0 0 0,2 0-1 0 0,0 0 1 0 0,1 0 0 0 0,11-18 0 0 0,9-6 10 0 0,1 0 0 0 0,2 2 0 0 0,1 0 0 0 0,44-38 0 0 0,-69 71-235 0 0,-1-1 0 0 0,1 1 1 0 0,0 0-1 0 0,1 1 1 0 0,-1 0-1 0 0,1 0 0 0 0,11-5 1 0 0,-13 26-3656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4.1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585 12 5661 0 0,'0'0'183'0'0,"4"-2"32"0"0,9-6 302 0 0,-19 7 687 0 0,-23 5-601 0 0,28-4-595 0 0,-1 1 1 0 0,0-1 0 0 0,0 1-1 0 0,1-1 1 0 0,-1 1-1 0 0,0 0 1 0 0,1 0 0 0 0,-1 0-1 0 0,0 0 1 0 0,1 0-1 0 0,-1 0 1 0 0,1 0 0 0 0,0 0-1 0 0,-1 1 1 0 0,1-1-1 0 0,0 0 1 0 0,0 1 0 0 0,0-1-1 0 0,0 1 1 0 0,0 0 0 0 0,0-1-1 0 0,0 1 1 0 0,1 0-1 0 0,-1-1 1 0 0,0 1 0 0 0,1 0-1 0 0,0 0 1 0 0,-1 0-1 0 0,1-1 1 0 0,0 1 0 0 0,0 0-1 0 0,0 0 1 0 0,0 0-1 0 0,0 0 1 0 0,1 2 0 0 0,0 3 3 0 0,0 0 0 0 0,1 0 1 0 0,0 0-1 0 0,0 0 0 0 0,0 0 0 0 0,7 11 1 0 0,8 9 15 0 0,1-2 0 0 0,40 45 0 0 0,-36-46-11 0 0,-1 2 0 0 0,23 36 0 0 0,-43-61-16 0 0,0 1-1 0 0,0 0 0 0 0,0-1 1 0 0,0 1-1 0 0,0 0 1 0 0,0 0-1 0 0,-1 0 0 0 0,1 0 1 0 0,-1-1-1 0 0,1 1 1 0 0,-1 0-1 0 0,0 0 0 0 0,0 0 1 0 0,0 0-1 0 0,0 0 1 0 0,0 0-1 0 0,0 0 0 0 0,0 0 1 0 0,-1 0-1 0 0,1 0 1 0 0,-1 0-1 0 0,-1 3 0 0 0,1-2 1 0 0,-1-1-1 0 0,0 0 0 0 0,0 1 1 0 0,0-1-1 0 0,0 0 0 0 0,-1 0 1 0 0,1-1-1 0 0,0 1 0 0 0,-1 0 1 0 0,0-1-1 0 0,1 1 0 0 0,-1-1 0 0 0,-4 1 1 0 0,-10 4 1 0 0,-1-2-1 0 0,1-1 1 0 0,-1 0 0 0 0,-18 1 0 0 0,30-4-1 0 0,-61 4-54 0 0,1-3 0 0 0,-1-4-1 0 0,1-2 1 0 0,0-3 0 0 0,-111-27 0 0 0,169 33-101 0 0,1-1 0 0 0,-1 0 0 0 0,0 0 0 0 0,1 0 0 0 0,-8-6 0 0 0,12 8-117 0 0,1 0 1 0 0,0-1-1 0 0,1 0 1 0 0,-1 1-1 0 0,0-1 1 0 0,0 0-1 0 0,1 0 1 0 0,-1 0-1 0 0,1 0 1 0 0,-1 0-1 0 0,1 0 1 0 0,-1-3-1 0 0,-1-5-2051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7.5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217 55 5456 0 0,'1'-22'-426'0'0,"-1"20"634"0"0,1 0 0 0 0,-1 0 0 0 0,1 0 1 0 0,-1 0-1 0 0,0-1 0 0 0,0 1 0 0 0,0 0 0 0 0,0 0 1 0 0,0 0-1 0 0,-1 0 0 0 0,0-4 0 0 0,0 5-174 0 0,1 1 0 0 0,0 0-1 0 0,-1-1 1 0 0,1 1 0 0 0,0 0 0 0 0,-1 0 0 0 0,1 0-1 0 0,-1-1 1 0 0,1 1 0 0 0,0 0 0 0 0,-1 0-1 0 0,1 0 1 0 0,-1 0 0 0 0,1 0 0 0 0,-1 0-1 0 0,1 0 1 0 0,-1 0 0 0 0,1 0 0 0 0,0 0-1 0 0,-1 0 1 0 0,1 0 0 0 0,-1 0 0 0 0,1 0 0 0 0,-1 0-1 0 0,1 1 1 0 0,0-1 0 0 0,-1 0 0 0 0,1 0-1 0 0,-1 0 1 0 0,1 1 0 0 0,0-1 0 0 0,-1 0-1 0 0,1 1 1 0 0,0-1 0 0 0,-1 0 0 0 0,1 0-1 0 0,0 1 1 0 0,-1-1 0 0 0,1 1 0 0 0,0-1-1 0 0,0 0 1 0 0,0 1 0 0 0,-1-1 0 0 0,1 1 0 0 0,0-1-1 0 0,0 0 1 0 0,0 2 0 0 0,-4 4-42 0 0,1 0 0 0 0,1 1 1 0 0,-1 0-1 0 0,1-1 0 0 0,1 1 0 0 0,-1 0 0 0 0,0 11 1 0 0,1-17 6 0 0,-24 225-65 0 0,18-136 79 0 0,-4-1 0 0 0,-4 0 0 0 0,-30 100-1 0 0,-32 25-1268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9.1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227 148 5741 0 0,'46'-125'782'0'0,"-37"102"-37"0"0,-12 35-548 0 0,-14 38-210 0 0,-21 43 44 0 0,-64 170 15 0 0,80-197-20 0 0,3 0 0 0 0,-11 72 0 0 0,-11 26 1330 0 0,41-164-1321 0 0,0 0 0 0 0,0 0 0 0 0,0 0 0 0 0,-1 0 0 0 0,1-1 0 0 0,0 1 0 0 0,0 0 0 0 0,0 0 0 0 0,0 0 0 0 0,0 0 0 0 0,0 0 0 0 0,-2 1 804 0 0,2-1-804 0 0,0 1 0 0 0,0-1 0 0 0,0 0 0 0 0,0 0-1 0 0,0 0 1 0 0,0 0 0 0 0,0 0 0 0 0,0 0 0 0 0,0 0 0 0 0,0 0 0 0 0,0 0 0 0 0,0 1 0 0 0,0-1 0 0 0,-5-16 381 0 0,3-28-313 0 0,7 30-83 0 0,0 0 1 0 0,0 0 0 0 0,1 1-1 0 0,1 0 1 0 0,0 0-1 0 0,1 0 1 0 0,0 1 0 0 0,1 0-1 0 0,1 0 1 0 0,-1 1-1 0 0,2 1 1 0 0,0 0 0 0 0,0 0-1 0 0,0 1 1 0 0,2 0 0 0 0,-1 1-1 0 0,1 0 1 0 0,0 1-1 0 0,0 1 1 0 0,1 0 0 0 0,0 1-1 0 0,0 0 1 0 0,24-4-1 0 0,-30 8-24 0 0,0 0 0 0 0,-1 1-1 0 0,1 0 1 0 0,-1 0-1 0 0,1 1 1 0 0,0 0-1 0 0,-1 0 1 0 0,1 1-1 0 0,-1 0 1 0 0,0 0 0 0 0,0 1-1 0 0,0 0 1 0 0,0 0-1 0 0,0 0 1 0 0,0 1-1 0 0,-1 0 1 0 0,0 1 0 0 0,1-1-1 0 0,-2 1 1 0 0,1 0-1 0 0,-1 1 1 0 0,1-1-1 0 0,-1 1 1 0 0,-1 0-1 0 0,5 7 1 0 0,9 16-23 0 0,-2 0-1 0 0,-1 2 1 0 0,-1 0-1 0 0,13 41 1 0 0,-17-43 23 0 0,-7-21 4 0 0,-2-5-13 0 0,0 0 1 0 0,0 1 0 0 0,0-1 0 0 0,1 0 0 0 0,-1 0-1 0 0,1 0 1 0 0,-1 0 0 0 0,1 0 0 0 0,0-1 0 0 0,0 1-1 0 0,1 0 1 0 0,2 2 0 0 0,-4-4-311 0 0,6-5-697 0 0,68-44-3885 0 0,-53 31 1700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39.6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1 173 6717 0 0,'6'2'-102'0'0,"0"-1"1"0"0,1 1 0 0 0,-1-2 0 0 0,1 1-1 0 0,-1 0 1 0 0,1-1 0 0 0,0-1 0 0 0,-1 1-1 0 0,1-1 1 0 0,-1 0 0 0 0,1 0 0 0 0,-1-1-1 0 0,0 0 1 0 0,7-3 0 0 0,7-2 149 0 0,-1-1 0 0 0,0-1 1 0 0,20-12-1 0 0,-33 17 42 0 0,1 0-1 0 0,0-1 1 0 0,-1 0 0 0 0,0 0-1 0 0,0 0 1 0 0,-1 0 0 0 0,1-1-1 0 0,-1 0 1 0 0,0 0-1 0 0,-1-1 1 0 0,0 1 0 0 0,0-1-1 0 0,4-8 1 0 0,-8 14-69 0 0,0-1 0 0 0,1 1 0 0 0,-1 0 0 0 0,0-1 0 0 0,-1 1 0 0 0,1 0 0 0 0,0-1 0 0 0,0 1 0 0 0,0 0 0 0 0,-1 0 0 0 0,1-1 0 0 0,-1 1 0 0 0,1 0 0 0 0,-1 0 0 0 0,1 0 0 0 0,-1-1 0 0 0,0 1 0 0 0,0 0 0 0 0,1 0 0 0 0,-1 0 1 0 0,0 0-1 0 0,0 0 0 0 0,0 0 0 0 0,0 1 0 0 0,0-1 0 0 0,0 0 0 0 0,0 0 0 0 0,-1 1 0 0 0,1-1 0 0 0,0 1 0 0 0,0-1 0 0 0,0 1 0 0 0,-1-1 0 0 0,1 1 0 0 0,0 0 0 0 0,-1-1 0 0 0,1 1 0 0 0,-2 0 0 0 0,1 0 37 0 0,-4 2-6 0 0,-7 3-24 0 0,1 1 0 0 0,0 1 0 0 0,0-1 0 0 0,1 2 0 0 0,0-1 0 0 0,0 2 0 0 0,-18 17 0 0 0,23-20-19 0 0,1 0 1 0 0,-1 0-1 0 0,1 0 0 0 0,0 1 1 0 0,1-1-1 0 0,-1 1 0 0 0,1 1 1 0 0,1-1-1 0 0,-1 0 0 0 0,1 1 1 0 0,1 0-1 0 0,-1-1 0 0 0,1 1 1 0 0,1 0-1 0 0,-2 11 0 0 0,4-14-1 0 0,0 0 1 0 0,0 1-1 0 0,0-1 0 0 0,0 0 0 0 0,1 0 0 0 0,0-1 0 0 0,0 1 0 0 0,0 0 0 0 0,1-1 0 0 0,0 1 0 0 0,-1-1 0 0 0,2 0 0 0 0,-1 0 0 0 0,0 0 1 0 0,1 0-1 0 0,0 0 0 0 0,-1-1 0 0 0,2 0 0 0 0,-1 0 0 0 0,0 0 0 0 0,1 0 0 0 0,-1 0 0 0 0,1-1 0 0 0,6 2 0 0 0,1 2-42 0 0,0-1-1 0 0,1-1 1 0 0,0 0 0 0 0,0-1-1 0 0,0 0 1 0 0,0-1-1 0 0,0-1 1 0 0,18 0-1 0 0,-12-2-663 0 0,-1-2 0 0 0,1 0 0 0 0,-1-1 0 0 0,0-1 0 0 0,32-13-1 0 0,-13 3-1097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40.1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29 108 4960 0 0,'-27'-16'285'0'0,"25"8"99"0"0,18 5-327 0 0,-8 4-53 0 0,1 0 0 0 0,-1 0 0 0 0,1 1-1 0 0,-1 0 1 0 0,0 0 0 0 0,0 1 0 0 0,1 0 0 0 0,-2 0 0 0 0,1 1 0 0 0,9 6 0 0 0,12 9-10 0 0,34 30 1 0 0,3 1 13 0 0,173 126 58 0 0,-238-175-53 0 0,0 0-1 0 0,1 0 1 0 0,-1-1 0 0 0,1 1 0 0 0,-1 0-1 0 0,0 1 1 0 0,1-1 0 0 0,-1 0 0 0 0,0 0 0 0 0,0 1-1 0 0,0-1 1 0 0,0 0 0 0 0,0 1 0 0 0,-1-1-1 0 0,1 1 1 0 0,0-1 0 0 0,0 1 0 0 0,-1-1-1 0 0,1 1 1 0 0,-1 0 0 0 0,0-1 0 0 0,1 1 0 0 0,-1 0-1 0 0,0 2 1 0 0,-1-2 8 0 0,0-1-1 0 0,0 0 1 0 0,0 1 0 0 0,0-1-1 0 0,-1 0 1 0 0,1 0 0 0 0,0 0-1 0 0,0 0 1 0 0,-1 0 0 0 0,1 0-1 0 0,-1 0 1 0 0,1 0 0 0 0,-1-1-1 0 0,1 1 1 0 0,-1-1 0 0 0,0 1-1 0 0,1-1 1 0 0,-1 1 0 0 0,-2-1-1 0 0,-12 3 135 0 0,1-1 0 0 0,-1-1 0 0 0,-27-1 0 0 0,32-1-39 0 0,1 0-1 0 0,-1 0 1 0 0,0-1 0 0 0,1-1-1 0 0,-1 1 1 0 0,-19-10 0 0 0,28 12-97 0 0,0-1 1 0 0,0-1 0 0 0,0 1-1 0 0,-1 0 1 0 0,1 0 0 0 0,1-1 0 0 0,-1 1-1 0 0,0-1 1 0 0,0 0 0 0 0,1 1 0 0 0,-1-1-1 0 0,0 0 1 0 0,1 0 0 0 0,0 0 0 0 0,0 0-1 0 0,-1 0 1 0 0,1-1 0 0 0,0 1 0 0 0,1 0-1 0 0,-1 0 1 0 0,0-1 0 0 0,1 1 0 0 0,-1 0-1 0 0,1-1 1 0 0,0 1 0 0 0,0-1 0 0 0,0 1-1 0 0,0 0 1 0 0,0-1 0 0 0,0 1 0 0 0,1-1-1 0 0,-1 1 1 0 0,1 0 0 0 0,-1-1 0 0 0,1 1-1 0 0,1-3 1 0 0,8-15 7 0 0,0 0 0 0 0,1 0 0 0 0,1 1 1 0 0,1 1-1 0 0,0 0 0 0 0,2 1 0 0 0,0 0 0 0 0,1 1 0 0 0,0 1 0 0 0,1 0 0 0 0,32-20 0 0 0,-8 9-30 0 0,2 1 0 0 0,1 2 1 0 0,1 2-1 0 0,59-18 0 0 0,-88 34-168 0 0,-17 7-362 0 0,-19 6-39 0 0,14-6-69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40.5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0 131 5240 0 0,'0'0'-172'0'0,"17"10"-45"0"0,1-7 298 0 0,0 0-1 0 0,0-2 0 0 0,0 0 1 0 0,0-1-1 0 0,0-1 0 0 0,0-1 1 0 0,23-4-1 0 0,-27 3 81 0 0,0-1 0 0 0,0 0-1 0 0,0 0 1 0 0,-1-2-1 0 0,0 1 1 0 0,0-2 0 0 0,0 0-1 0 0,-1 0 1 0 0,21-17 0 0 0,-32 23-123 0 0,1 0 0 0 0,-1 0 0 0 0,0 0 1 0 0,1 0-1 0 0,-1 0 0 0 0,0-1 0 0 0,0 1 1 0 0,0 0-1 0 0,0-1 0 0 0,0 1 1 0 0,0-1-1 0 0,-1 1 0 0 0,1-1 0 0 0,0 1 1 0 0,-1-1-1 0 0,1 0 0 0 0,-1 1 0 0 0,1-1 1 0 0,-1 0-1 0 0,0 1 0 0 0,0-4 0 0 0,0 3-14 0 0,-1 1-1 0 0,0-1 0 0 0,1 1 0 0 0,-1 0 0 0 0,0-1 0 0 0,0 1 0 0 0,0 0 1 0 0,0 0-1 0 0,0 0 0 0 0,0 0 0 0 0,0 0 0 0 0,0 0 0 0 0,-1 0 0 0 0,1 0 1 0 0,0 0-1 0 0,0 0 0 0 0,-1 0 0 0 0,1 1 0 0 0,-2-1 0 0 0,-4-2 24 0 0,0 1-1 0 0,0 0 1 0 0,-1 0 0 0 0,1 0-1 0 0,0 1 1 0 0,-1 1 0 0 0,1-1-1 0 0,-13 2 1 0 0,5 1-7 0 0,0 1 0 0 0,1 1 1 0 0,0 1-1 0 0,-1 0 0 0 0,2 1 0 0 0,-25 13 1 0 0,32-16-29 0 0,0 0 0 0 0,0 1 0 0 0,0 0 0 0 0,0 0 0 0 0,1 1 0 0 0,0 0 0 0 0,0 0 0 0 0,0 0 0 0 0,0 0 1 0 0,1 1-1 0 0,0 0 0 0 0,0-1 0 0 0,0 2 0 0 0,1-1 0 0 0,0 0 0 0 0,-3 11 0 0 0,5-14-6 0 0,1 0 0 0 0,0 0 0 0 0,0-1 0 0 0,0 1 0 0 0,1 0 0 0 0,-1 0 0 0 0,1 0 0 0 0,-1 0 0 0 0,1-1-1 0 0,0 1 1 0 0,0 0 0 0 0,0 0 0 0 0,1-1 0 0 0,-1 1 0 0 0,1-1 0 0 0,-1 0 0 0 0,1 1 0 0 0,0-1 0 0 0,0 0 0 0 0,0 0 0 0 0,0 0 0 0 0,0 0 0 0 0,0 0-1 0 0,1 0 1 0 0,-1-1 0 0 0,0 1 0 0 0,6 2 0 0 0,7 3 10 0 0,0 0 0 0 0,0-1 1 0 0,25 7-1 0 0,-31-11-11 0 0,26 9 127 0 0,2-3 0 0 0,57 7 0 0 0,-75-13-426 0 0,0-2 0 0 0,31-2 0 0 0,-40 1-452 0 0,1-1-1 0 0,-1 0 1 0 0,0-1-1 0 0,0 0 1 0 0,17-8-1 0 0,-14 2-1980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40.8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57 7437 0 0,'8'5'676'0'0,"6"-2"2004"0"0,-6-21-3640 0 0,-19 1-2432 0 0,0 5 1199 0 0,0-6-199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43.5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1056 124 6049 0 0,'0'0'-70'0'0,"-3"-2"24"0"0,-26-16 558 0 0,10 4-277 0 0,-1 1 1 0 0,0 1-1 0 0,0 1 0 0 0,-2 1 0 0 0,1 1 0 0 0,-29-8 0 0 0,15 11-196 0 0,-1 1 0 0 0,0 1 0 0 0,0 2 0 0 0,0 2 0 0 0,-1 1 0 0 0,1 2 0 0 0,0 1 0 0 0,1 2 0 0 0,-1 2-1 0 0,1 1 1 0 0,1 2 0 0 0,0 1 0 0 0,0 1 0 0 0,1 2 0 0 0,1 2 0 0 0,0 0 0 0 0,2 3 0 0 0,0 0 0 0 0,-51 47-1 0 0,69-56-36 0 0,1 1 0 0 0,0 1-1 0 0,1 0 1 0 0,1 0-1 0 0,0 1 1 0 0,1 0-1 0 0,0 0 1 0 0,1 1-1 0 0,0 0 1 0 0,2 1-1 0 0,0-1 1 0 0,0 1-1 0 0,2 0 1 0 0,-3 25 0 0 0,5-28 1 0 0,0 1 1 0 0,2-1 0 0 0,0 1-1 0 0,0-1 1 0 0,1 1 0 0 0,1-1-1 0 0,0 0 1 0 0,1 0 0 0 0,0 0-1 0 0,1 0 1 0 0,1-1 0 0 0,0 0-1 0 0,0 0 1 0 0,1 0 0 0 0,1-1-1 0 0,0 0 1 0 0,17 18 0 0 0,-3-8 4 0 0,1-2 1 0 0,1-1-1 0 0,0 0 0 0 0,2-2 1 0 0,0-1-1 0 0,0-1 1 0 0,1-1-1 0 0,1-1 0 0 0,41 11 1 0 0,-13-8 6 0 0,0-3 0 0 0,1-2 1 0 0,113 6-1 0 0,-53-17 14 0 0,-1-5 0 0 0,171-31 0 0 0,-270 34 28 0 0,1 0 0 0 0,-2-2 1 0 0,1 0-1 0 0,0-1 0 0 0,-1-1 1 0 0,0 0-1 0 0,-1-1 0 0 0,0-1 1 0 0,0 0-1 0 0,0-1 0 0 0,-1-1 1 0 0,-1 0-1 0 0,0-1 0 0 0,-1 0 1 0 0,0-1-1 0 0,0-1 0 0 0,-2 1 1 0 0,0-2-1 0 0,0 0 0 0 0,-1 0 0 0 0,-1 0 1 0 0,-1-1-1 0 0,0 0 0 0 0,-1-1 1 0 0,-1 1-1 0 0,0-1 0 0 0,3-30 1 0 0,-5 31-39 0 0,-2-1 0 0 0,0 1 0 0 0,-1 0 0 0 0,0 0 0 0 0,-1 0 0 0 0,-1 0 0 0 0,-1 0 0 0 0,0 0 0 0 0,-1 0 0 0 0,-1 1 0 0 0,0-1 0 0 0,-1 1 0 0 0,-1 1 0 0 0,0-1 0 0 0,-1 1 0 0 0,-11-15 0 0 0,7 13 4 0 0,-1 1 0 0 0,-1 0 0 0 0,0 1 0 0 0,-1 1 0 0 0,0 0 1 0 0,-1 1-1 0 0,0 0 0 0 0,-1 2 0 0 0,0 0 0 0 0,-1 1 0 0 0,0 0 1 0 0,-34-10-1 0 0,-34-6-75 0 0,-145-24 0 0 0,174 41 2 0 0,0 3-1 0 0,1 3 0 0 0,-99 7 1 0 0,134-2-488 0 0,-21 1-246 0 0,13-3-4822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4:45.2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11 232 5777 0 0,'0'-46'1053'0'0,"-2"35"176"0"0,-2 30-1038 0 0,-1 42-284 0 0,21 80 235 0 0,-16-141-119 0 0,0 1-1 0 0,0 0 1 0 0,0-1 0 0 0,0 1 0 0 0,0 0 0 0 0,0-1 0 0 0,0 1-1 0 0,0 0 1 0 0,1-1 0 0 0,-1 1 0 0 0,0-1 0 0 0,0 1-1 0 0,0 0 1 0 0,1-1 0 0 0,-1 1 0 0 0,0-1 0 0 0,1 1 0 0 0,-1-1-1 0 0,1 1 1 0 0,-1-1 0 0 0,0 1 0 0 0,1-1 0 0 0,-1 1 0 0 0,1-1-1 0 0,-1 1 1 0 0,1-1 0 0 0,-1 0 0 0 0,1 1 0 0 0,0-1 0 0 0,-1 0-1 0 0,1 1 1 0 0,-1-1 0 0 0,1 0 0 0 0,0 0 0 0 0,-1 0-1 0 0,1 0 1 0 0,0 0 0 0 0,-1 0 0 0 0,1 1 0 0 0,0-1 0 0 0,-1-1-1 0 0,1 1 1 0 0,-1 0 0 0 0,1 0 0 0 0,0 0 0 0 0,0 0 0 0 0,32-13 543 0 0,-27 10-636 0 0,655-286 901 0 0,-458 203-622 0 0,-178 75 212 0 0,-7 2-1622 0 0,-51 7-7071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4.4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1123 4128 0 0,'0'0'510'0'0,"5"-1"-487"0"0,41-14 142 0 0,0-1-1 0 0,-1-3 1 0 0,46-26-1 0 0,47-33 291 0 0,245-184 0 0 0,-305 200-312 0 0,220-168 219 0 0,-259 204-356 0 0,0 2 1 0 0,2 2-1 0 0,1 1 0 0 0,63-21 1 0 0,182-42-17 0 0,-143 51 218 0 0,-142 33-163 0 0,2-1 23 0 0,0 0 0 0 0,0 0 1 0 0,0-1-1 0 0,0 1 0 0 0,0-1 1 0 0,0 0-1 0 0,4-3 0 0 0,-9 2-65 0 0,1 0-1 0 0,-1 0 0 0 0,0 0 1 0 0,0 0-1 0 0,0 0 1 0 0,0 0-1 0 0,0 0 0 0 0,-1 0 1 0 0,1 1-1 0 0,-1-1 1 0 0,0 1-1 0 0,0-1 0 0 0,0 1 1 0 0,0-1-1 0 0,0 1 0 0 0,0 0 1 0 0,-1 0-1 0 0,1 0 1 0 0,-1 0-1 0 0,1 1 0 0 0,-1-1 1 0 0,0 1-1 0 0,-3-2 0 0 0,-11-5-42 0 0,0 1 0 0 0,-31-9 0 0 0,29 10 42 0 0,-62-10-55 0 0,24 6-13 0 0,54 9 39 0 0,-8-2 1 0 0,8 3-53 0 0,5 0-233 0 0,37-2 249 0 0,61 6 0 0 0,-83-2 47 0 0,1 1 0 0 0,-1 0 0 0 0,1 2 0 0 0,-1-1 1 0 0,-1 2-1 0 0,22 10 0 0 0,-36-15 20 0 0,1 0-1 0 0,-1 0 1 0 0,0 0-1 0 0,1 0 1 0 0,-1 1 0 0 0,0 0-1 0 0,0-1 1 0 0,0 1 0 0 0,0 0-1 0 0,0 0 1 0 0,0 0 0 0 0,0 0-1 0 0,-1 0 1 0 0,1 0-1 0 0,-1 1 1 0 0,0-1 0 0 0,1 0-1 0 0,-1 1 1 0 0,0-1 0 0 0,-1 1-1 0 0,2 4 1 0 0,-2-3 7 0 0,0-1 0 0 0,0 0 0 0 0,-1 0 0 0 0,0 1 0 0 0,1-1 1 0 0,-1 0-1 0 0,0 0 0 0 0,-1 0 0 0 0,1 0 0 0 0,0 0 0 0 0,-1 0 0 0 0,0 0 0 0 0,0 0 0 0 0,0 0 0 0 0,-2 2 0 0 0,-7 7 35 0 0,-1 0-1 0 0,-1-1 1 0 0,0 0-1 0 0,0-1 1 0 0,-25 15-1 0 0,-87 46-606 0 0,115-68-2707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5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354 102 4420 0 0,'1'-2'31'0'0,"0"1"-1"0"0,0-1 0 0 0,-1 1 1 0 0,1-1-1 0 0,-1 0 0 0 0,1 1 1 0 0,-1-1-1 0 0,1 0 0 0 0,-1 1 0 0 0,0-1 1 0 0,0 0-1 0 0,0 0 0 0 0,0 1 1 0 0,0-1-1 0 0,0 0 0 0 0,-1 1 1 0 0,1-1-1 0 0,-1 0 0 0 0,1 1 1 0 0,-1-1-1 0 0,1 0 0 0 0,-1 1 0 0 0,0-1 1 0 0,0 1-1 0 0,0-1 0 0 0,0 1 1 0 0,0 0-1 0 0,0-1 0 0 0,0 1 1 0 0,0 0-1 0 0,0 0 0 0 0,-1 0 0 0 0,1 0 1 0 0,0 0-1 0 0,-1 0 0 0 0,1 0 1 0 0,-3-1-1 0 0,-4-4 48 0 0,-1 1-1 0 0,0 0 1 0 0,1 1-1 0 0,-2 0 1 0 0,-10-4-1 0 0,3 4-68 0 0,0 1-1 0 0,0 1 0 0 0,0 0 1 0 0,0 1-1 0 0,0 1 1 0 0,0 0-1 0 0,0 2 1 0 0,0 0-1 0 0,0 1 0 0 0,0 0 1 0 0,0 1-1 0 0,-29 12 1 0 0,45-15-13 0 0,0-1 0 0 0,0 0 0 0 0,0 1 0 0 0,-1 0 0 0 0,1-1 1 0 0,0 1-1 0 0,0-1 0 0 0,0 1 0 0 0,0 0 0 0 0,0 0 0 0 0,0 0 1 0 0,0 0-1 0 0,1 0 0 0 0,-1 0 0 0 0,0 0 0 0 0,0 0 0 0 0,1 0 1 0 0,-1 0-1 0 0,0 0 0 0 0,1 0 0 0 0,-1 0 0 0 0,1 0 0 0 0,0 1 1 0 0,-1-1-1 0 0,1 0 0 0 0,0 0 0 0 0,0 1 0 0 0,0-1 1 0 0,0 0-1 0 0,0 0 0 0 0,0 1 0 0 0,0-1 0 0 0,0 0 0 0 0,0 0 1 0 0,1 1-1 0 0,-1-1 0 0 0,0 0 0 0 0,1 0 0 0 0,-1 0 0 0 0,1 1 1 0 0,-1-1-1 0 0,1 0 0 0 0,0 0 0 0 0,-1 0 0 0 0,1 0 0 0 0,0 0 1 0 0,0 0-1 0 0,1 0 0 0 0,3 6-5 0 0,1-1 1 0 0,0 0-1 0 0,1 0 1 0 0,0 0-1 0 0,10 6 1 0 0,30 15-18 0 0,51 22-1 0 0,-65-35 29 0 0,0 2-1 0 0,-1 2 1 0 0,0 1-1 0 0,48 38 1 0 0,-79-56 5 0 0,0-1 0 0 0,0 1 1 0 0,-1 0-1 0 0,1-1 1 0 0,0 1-1 0 0,-1 0 1 0 0,1 0-1 0 0,0-1 1 0 0,-1 1-1 0 0,1 0 0 0 0,-1 0 1 0 0,1 0-1 0 0,-1 0 1 0 0,1 0-1 0 0,-1 0 1 0 0,0 0-1 0 0,0 0 1 0 0,1 0-1 0 0,-1 0 0 0 0,0 0 1 0 0,0 0-1 0 0,0 0 1 0 0,0 0-1 0 0,0 0 1 0 0,0 0-1 0 0,0 0 1 0 0,0 0-1 0 0,-1 1 0 0 0,0 0 7 0 0,-1 0-1 0 0,1 0 1 0 0,0 0-1 0 0,-1-1 0 0 0,1 1 1 0 0,-1 0-1 0 0,0-1 1 0 0,1 0-1 0 0,-1 1 0 0 0,0-1 1 0 0,0 0-1 0 0,-3 2 1 0 0,-6 2 46 0 0,0-1 0 0 0,0 1 1 0 0,-18 3-1 0 0,-31 2 267 0 0,-1-2 1 0 0,-1-3 0 0 0,-72-3-1 0 0,133-2-287 0 0,-6 0-50 0 0,0-1 154 0 0,45-20-6266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5.81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81 132 4940 0 0,'5'-1'-234'0'0,"29"-5"-108"0"0,40-11 0 0 0,-63 13 454 0 0,0 0 0 0 0,0 0 1 0 0,-1-1-1 0 0,1 0 0 0 0,-1-1 1 0 0,-1 0-1 0 0,18-14 0 0 0,-26 19-93 0 0,-1 1-1 0 0,1-1 0 0 0,0 0 0 0 0,-1 1 0 0 0,1-1 0 0 0,-1 0 0 0 0,1 0 0 0 0,-1 0 0 0 0,1 1 0 0 0,-1-1 1 0 0,0 0-1 0 0,1 0 0 0 0,-1 0 0 0 0,0 0 0 0 0,1 0 0 0 0,-1 1 0 0 0,0-1 0 0 0,0 0 0 0 0,0 0 1 0 0,0 0-1 0 0,0 0 0 0 0,0 0 0 0 0,0 0 0 0 0,0 0 0 0 0,-1 0 0 0 0,1 0 0 0 0,0 0 0 0 0,0 1 0 0 0,-1-1 1 0 0,1 0-1 0 0,-1 0 0 0 0,1 0 0 0 0,0 0 0 0 0,-1 1 0 0 0,0-1 0 0 0,1 0 0 0 0,-1 1 0 0 0,1-1 0 0 0,-1 0 1 0 0,0 1-1 0 0,0-1 0 0 0,1 1 0 0 0,-1-1 0 0 0,0 1 0 0 0,0-1 0 0 0,0 1 0 0 0,1-1 0 0 0,-1 1 1 0 0,-1-1-1 0 0,-2-1 10 0 0,-1 0 0 0 0,1 0 1 0 0,-1 0-1 0 0,1 0 0 0 0,-1 1 1 0 0,0 0-1 0 0,0-1 0 0 0,-8 1 1 0 0,0 0-20 0 0,1 2 0 0 0,0-1 1 0 0,-1 2-1 0 0,1 0 0 0 0,0 0 1 0 0,0 1-1 0 0,0 0 1 0 0,0 1-1 0 0,1 1 0 0 0,-1 0 1 0 0,1 0-1 0 0,0 1 0 0 0,1 0 1 0 0,-1 1-1 0 0,1 0 0 0 0,0 1 1 0 0,1 0-1 0 0,-11 13 1 0 0,19-20-13 0 0,-1 1 1 0 0,1 0-1 0 0,0 0 1 0 0,0 0-1 0 0,0 0 1 0 0,0 0-1 0 0,1 0 1 0 0,-1 0-1 0 0,1 0 1 0 0,-1 0-1 0 0,1 0 1 0 0,-1 0-1 0 0,1 0 1 0 0,0 0-1 0 0,0 1 1 0 0,0-1-1 0 0,1 0 1 0 0,-1 0-1 0 0,0 0 1 0 0,1 0-1 0 0,-1 0 1 0 0,1 0-1 0 0,0 0 1 0 0,-1 0-1 0 0,1 0 1 0 0,0 0-1 0 0,0 0 1 0 0,1 0-1 0 0,-1 0 1 0 0,0-1-1 0 0,1 1 0 0 0,-1-1 1 0 0,1 1-1 0 0,-1-1 1 0 0,1 1-1 0 0,-1-1 1 0 0,4 2-1 0 0,5 5 5 0 0,0-1-1 0 0,0 0 1 0 0,1-1-1 0 0,-1 0 0 0 0,15 5 1 0 0,-4-3-40 0 0,0 0 0 0 0,1-1 1 0 0,25 5-1 0 0,-38-11-417 0 0,1 0 1 0 0,-1 0 0 0 0,1-1-1 0 0,-1 0 1 0 0,1-1-1 0 0,10-2 1 0 0,-3-1-530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6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20 184 3988 0 0,'4'-30'738'0'0,"-1"0"0"0"0,-1-59-1 0 0,-3 57 309 0 0,1 30-670 0 0,-2 6-348 0 0,-2 3-23 0 0,0 1 0 0 0,0 0 0 0 0,1 0 1 0 0,1 0-1 0 0,-1 0 0 0 0,2 0 0 0 0,-1 1 1 0 0,1-1-1 0 0,0 0 0 0 0,0 1 0 0 0,1-1 0 0 0,1 1 1 0 0,1 14-1 0 0,4 20-9 0 0,14 55-1 0 0,11 20 20 0 0,-13-55 57 0 0,20 124 0 0 0,-37-158 86 0 0,4-48-6334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6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55 124 5120 0 0,'0'0'-208'0'0,"12"7"-338"0"0,-4-7 601 0 0,0 0 0 0 0,-1-1 0 0 0,1 0 0 0 0,0-1 1 0 0,-1 1-1 0 0,1-1 0 0 0,-1-1 0 0 0,1 1 0 0 0,-1-1 0 0 0,0-1 1 0 0,0 1-1 0 0,-1-1 0 0 0,1 0 0 0 0,-1-1 0 0 0,0 0 0 0 0,0 0 1 0 0,0 0-1 0 0,-1 0 0 0 0,1-1 0 0 0,-1 0 0 0 0,-1 0 1 0 0,1 0-1 0 0,6-14 0 0 0,-11 19-38 0 0,1 0 0 0 0,-1 0-1 0 0,0 0 1 0 0,0 0 0 0 0,0 0 0 0 0,0-1 0 0 0,0 1 0 0 0,0 0 0 0 0,0 0-1 0 0,0 0 1 0 0,0 0 0 0 0,-1 0 0 0 0,1 0 0 0 0,0 0 0 0 0,-1 0-1 0 0,1 0 1 0 0,-1 0 0 0 0,1 0 0 0 0,-1 1 0 0 0,1-1 0 0 0,-1 0 0 0 0,0 0-1 0 0,1 0 1 0 0,-1 0 0 0 0,0 1 0 0 0,1-1 0 0 0,-1 0 0 0 0,0 1 0 0 0,0-1-1 0 0,0 1 1 0 0,0-1 0 0 0,0 1 0 0 0,0-1 0 0 0,0 1 0 0 0,0 0-1 0 0,0-1 1 0 0,0 1 0 0 0,0 0 0 0 0,0 0 0 0 0,0 0 0 0 0,0-1 0 0 0,0 1-1 0 0,-2 1 1 0 0,2-2-7 0 0,-1 1 36 0 0,-3 1-10 0 0,-8 3-24 0 0,0 1 0 0 0,0 0 0 0 0,1 1 0 0 0,0 0 0 0 0,0 1 0 0 0,0 0 0 0 0,1 1 0 0 0,-13 12 0 0 0,18-15-18 0 0,-1 1 0 0 0,1 0 0 0 0,0 0 1 0 0,0 1-1 0 0,1 0 0 0 0,0 0 1 0 0,0 0-1 0 0,1 0 0 0 0,0 1 1 0 0,0 0-1 0 0,0 0 0 0 0,1 0 1 0 0,1 0-1 0 0,-4 15 0 0 0,6-20 10 0 0,0 1-1 0 0,0-1 0 0 0,0 0 0 0 0,1 1 1 0 0,-1-1-1 0 0,1 0 0 0 0,0 1 1 0 0,0-1-1 0 0,0 0 0 0 0,0 0 1 0 0,1 0-1 0 0,-1 0 0 0 0,1 0 0 0 0,0 0 1 0 0,-1 0-1 0 0,1 0 0 0 0,1-1 1 0 0,-1 1-1 0 0,0-1 0 0 0,1 1 1 0 0,-1-1-1 0 0,1 0 0 0 0,0 0 0 0 0,0 0 1 0 0,0-1-1 0 0,0 1 0 0 0,0-1 1 0 0,0 1-1 0 0,4 0 0 0 0,0 1-167 0 0,0-1 0 0 0,1 0-1 0 0,0 0 1 0 0,-1 0 0 0 0,1-1 0 0 0,0 0-1 0 0,0-1 1 0 0,-1 0 0 0 0,1 0 0 0 0,0-1-1 0 0,14-2 1 0 0,2-4-1302 0 0,1-1 115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7.0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344 1 4188 0 0,'0'0'-148'0'0,"-9"1"-34"0"0,-37 7 324 0 0,1 3 0 0 0,0 1-1 0 0,-72 31 1 0 0,86-31-95 0 0,26-11-42 0 0,1 1 0 0 0,0 0 0 0 0,-1 0 0 0 0,1 1 0 0 0,0-1 0 0 0,0 1 0 0 0,0 0 0 0 0,-4 5 0 0 0,7-8-3 0 0,0 1 0 0 0,0 0 0 0 0,1 0 0 0 0,-1 0 0 0 0,0 0-1 0 0,1 0 1 0 0,-1 0 0 0 0,1 1 0 0 0,-1-1 0 0 0,1 0 0 0 0,0 0 0 0 0,-1 0-1 0 0,1 0 1 0 0,0 0 0 0 0,0 1 0 0 0,0-1 0 0 0,0 0 0 0 0,0 0 0 0 0,0 0-1 0 0,0 1 1 0 0,0-1 0 0 0,1 0 0 0 0,-1 0 0 0 0,0 0 0 0 0,1 0 0 0 0,-1 1-1 0 0,1-1 1 0 0,-1 0 0 0 0,1 0 0 0 0,-1 0 0 0 0,1 0 0 0 0,0 0-1 0 0,0 0 1 0 0,-1-1 0 0 0,1 1 0 0 0,0 0 0 0 0,1 1 0 0 0,18 14 27 0 0,0-1-1 0 0,1 0 1 0 0,0-2 0 0 0,2 0 0 0 0,-1-2 0 0 0,33 12-1 0 0,-23-9-15 0 0,6-1-2170 0 0,-29-9 1368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7.5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11 157 3588 0 0,'3'-12'406'0'0,"1"0"-1"0"0,-2 0 1 0 0,1 0-1 0 0,-2-1 0 0 0,0 1 1 0 0,0-1-1 0 0,-2-16 0 0 0,0 3 893 0 0,1 24-1074 0 0,-3-12 909 0 0,-4 104-1134 0 0,-2 15 12 0 0,4 121 0 0 0,7-198-7 0 0,-2-6-12 0 0,1 0 0 0 0,2 0 0 0 0,0 0 0 0 0,7 23 0 0 0,-9-40 11 0 0,1 0-1 0 0,0 0 1 0 0,0 1 0 0 0,1-1 0 0 0,-1 0 0 0 0,1-1-1 0 0,0 1 1 0 0,1 0 0 0 0,-1-1 0 0 0,1 0 0 0 0,0 0-1 0 0,0 0 1 0 0,0 0 0 0 0,0-1 0 0 0,1 1 0 0 0,0-1-1 0 0,-1 0 1 0 0,1 0 0 0 0,0-1 0 0 0,11 4 0 0 0,-3-2-88 0 0,1-1 0 0 0,-1 0 0 0 0,1-1 0 0 0,-1-1 1 0 0,1 0-1 0 0,0-1 0 0 0,0 0 0 0 0,13-3 1 0 0,64-13-3935 0 0,-60 8 1127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7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53 6549 0 0,'-1'0'-31'0'0,"0"0"1"0"0,1 0 0 0 0,-1 0-1 0 0,0 0 1 0 0,0 0-1 0 0,0-1 1 0 0,1 1 0 0 0,-1 0-1 0 0,0 0 1 0 0,0 0 0 0 0,0-1-1 0 0,1 1 1 0 0,-1-1 0 0 0,0 1-1 0 0,0 0 1 0 0,1-1-1 0 0,-1 1 1 0 0,0-1 0 0 0,1 1-1 0 0,-1-1 1 0 0,1 0 0 0 0,-1 1-1 0 0,1-1 1 0 0,-1 0 0 0 0,1 1-1 0 0,-1-1 1 0 0,1 0-1 0 0,-1 1 1 0 0,1-1 0 0 0,0 0-1 0 0,-1-1 1 0 0,2 1 13 0 0,1 0-1 0 0,-1 0 1 0 0,0-1-1 0 0,1 1 1 0 0,-1 1-1 0 0,1-1 1 0 0,-1 0-1 0 0,1 0 1 0 0,-1 0 0 0 0,1 1-1 0 0,-1-1 1 0 0,1 1-1 0 0,2-1 1 0 0,65-11-64 0 0,117 4-172 0 0,-74 5-2421 0 0,-89 1 2205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19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304 50 2976 0 0,'29'-9'962'0'0,"-28"8"-912"0"0,0 1-1 0 0,0-1 0 0 0,-1 0 0 0 0,1 1 1 0 0,0-1-1 0 0,0 0 0 0 0,-1 0 0 0 0,1 0 1 0 0,-1 0-1 0 0,1 0 0 0 0,-1 0 0 0 0,1 0 1 0 0,-1 0-1 0 0,0 0 0 0 0,1 0 0 0 0,-1 0 1 0 0,0 0-1 0 0,0 0 0 0 0,0 0 0 0 0,1 0 0 0 0,-1 0 1 0 0,0 0-1 0 0,-1 0 0 0 0,1 0 0 0 0,0 0 1 0 0,0 0-1 0 0,0 0 0 0 0,-1 0 0 0 0,1-1 1 0 0,-2 1-20 0 0,1-1 0 0 0,0 1 0 0 0,-1 0 0 0 0,1 1 0 0 0,-1-1 0 0 0,1 0 0 0 0,-1 0 0 0 0,0 1 0 0 0,1-1 0 0 0,-1 1 0 0 0,0-1 0 0 0,1 1 0 0 0,-1-1 0 0 0,0 1 0 0 0,-3 0 0 0 0,-4 0-8 0 0,-1 0 0 0 0,0 0-1 0 0,0 1 1 0 0,0 1 0 0 0,-12 2 0 0 0,2 3-7 0 0,1 1 0 0 0,0 1-1 0 0,1 0 1 0 0,0 2 0 0 0,-26 18-1 0 0,34-21-18 0 0,0 0 0 0 0,0 1 0 0 0,1 0 0 0 0,0 1 0 0 0,1-1 0 0 0,0 2-1 0 0,0-1 1 0 0,1 1 0 0 0,1 0 0 0 0,-6 13 0 0 0,11-21 2 0 0,0 0 1 0 0,0 0 0 0 0,0 0-1 0 0,0 0 1 0 0,1 0 0 0 0,-1 1-1 0 0,1-1 1 0 0,0 0-1 0 0,0 0 1 0 0,0 1 0 0 0,0-1-1 0 0,1 0 1 0 0,-1 0-1 0 0,1 0 1 0 0,0 0 0 0 0,0 0-1 0 0,0 1 1 0 0,0-1-1 0 0,0-1 1 0 0,1 1 0 0 0,0 0-1 0 0,-1 0 1 0 0,1-1-1 0 0,0 1 1 0 0,0 0 0 0 0,0-1-1 0 0,1 0 1 0 0,-1 0-1 0 0,1 0 1 0 0,-1 0 0 0 0,1 0-1 0 0,0 0 1 0 0,-1 0-1 0 0,1-1 1 0 0,0 0 0 0 0,4 2-1 0 0,11 5 12 0 0,0-1 0 0 0,1-1-1 0 0,1-1 1 0 0,27 5 0 0 0,-40-9-8 0 0,77 11 5 0 0,135 1 1 0 0,-82-7 207 0 0,-126-4-346 0 0,10-2 604 0 0,-13-8-3586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0.2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185 161 4836 0 0,'0'0'-141'0'0,"0"0"131"0"0,0 0 0 0 0,0 0 1 0 0,0 0-1 0 0,-1 0 0 0 0,1 0 0 0 0,0 0 0 0 0,0 0 0 0 0,0 0 1 0 0,0 0-1 0 0,-1 0 0 0 0,1 0 0 0 0,0 0 0 0 0,0 0 0 0 0,0 0 0 0 0,-1 0 1 0 0,1 0-1 0 0,0 0 0 0 0,0 0 0 0 0,0-1 0 0 0,0 1 0 0 0,-1 0 1 0 0,1 0-1 0 0,0 0 0 0 0,0 0 0 0 0,0 0 0 0 0,0 0 0 0 0,0 0 0 0 0,0-1 1 0 0,-1 1-1 0 0,1 0 0 0 0,0 0 0 0 0,0 0 0 0 0,0 0 0 0 0,0 0 1 0 0,0-1-1 0 0,0 1 0 0 0,0 0 0 0 0,0 0 0 0 0,0 0 0 0 0,0 0 0 0 0,0-1 1 0 0,0 1-1 0 0,0 0 0 0 0,0 0 0 0 0,0 0 0 0 0,0-1 0 0 0,0 1 1 0 0,0 0-1 0 0,0 0 0 0 0,0 0 0 0 0,0 0 0 0 0,0-1 0 0 0,0 1 1 0 0,0 0-1 0 0,0 0 0 0 0,0 0 0 0 0,0 0 0 0 0,0-1 0 0 0,0 1 0 0 0,0 0 1 0 0,1 0-1 0 0,-1 0 0 0 0,0 0 0 0 0,0 0 0 0 0,0 0 0 0 0,0-1 1 0 0,1 1-1 0 0,49-24-180 0 0,-38 20 237 0 0,0-1 0 0 0,0-1 1 0 0,0 0-1 0 0,-1-1 0 0 0,0 0 1 0 0,0 0-1 0 0,-1-1 0 0 0,0-1 1 0 0,17-18-1 0 0,-27 27-37 0 0,1-1-1 0 0,-1 0 1 0 0,0 0 0 0 0,1 1-1 0 0,-1-1 1 0 0,0 0 0 0 0,0 0 0 0 0,0 0-1 0 0,1 0 1 0 0,-1 1 0 0 0,0-1-1 0 0,0 0 1 0 0,0 0 0 0 0,0 0-1 0 0,-1 0 1 0 0,1 1 0 0 0,0-1-1 0 0,0 0 1 0 0,0 0 0 0 0,-1 0-1 0 0,1 1 1 0 0,0-1 0 0 0,-1 0-1 0 0,1 0 1 0 0,-1 1 0 0 0,1-1 0 0 0,-1 0-1 0 0,1 1 1 0 0,-1-1 0 0 0,1 1-1 0 0,-1-1 1 0 0,1 0 0 0 0,-1 1-1 0 0,0-1 1 0 0,0 1 0 0 0,1 0-1 0 0,-1-1 1 0 0,0 1 0 0 0,0-1-1 0 0,1 1 1 0 0,-3 0 0 0 0,-28-12 153 0 0,19 11-146 0 0,0 0 0 0 0,0 1 0 0 0,0 0 0 0 0,0 1 0 0 0,-1 0 0 0 0,1 1 0 0 0,0 1 0 0 0,1 0 0 0 0,-1 0 0 0 0,0 1 0 0 0,-21 11 0 0 0,18-8-19 0 0,0 2 0 0 0,0 0 0 0 0,1 0-1 0 0,0 1 1 0 0,1 1 0 0 0,0 0-1 0 0,-20 24 1 0 0,31-33 1 0 0,0 0 0 0 0,0 0 0 0 0,1 0 0 0 0,-1 0 0 0 0,1 1-1 0 0,0-1 1 0 0,-1 0 0 0 0,1 1 0 0 0,0-1 0 0 0,0 1 0 0 0,0-1 0 0 0,1 1 0 0 0,-1 0-1 0 0,1-1 1 0 0,-1 1 0 0 0,1 0 0 0 0,0-1 0 0 0,0 1 0 0 0,0 0 0 0 0,1 0 0 0 0,-1-1-1 0 0,0 1 1 0 0,2 3 0 0 0,0-3 2 0 0,0 1 0 0 0,0 0 0 0 0,1-1 0 0 0,-1 1 0 0 0,1-1 0 0 0,0 0 0 0 0,0 1 1 0 0,0-2-1 0 0,1 1 0 0 0,-1 0 0 0 0,0-1 0 0 0,1 1 0 0 0,4 1 0 0 0,13 7 9 0 0,1-2 0 0 0,0 0 0 0 0,0-2 0 0 0,25 5 0 0 0,-45-11-10 0 0,22 5 16 0 0,-1-1-1 0 0,0-1 0 0 0,1-1 1 0 0,0-1-1 0 0,0-1 1 0 0,0-1-1 0 0,0-2 0 0 0,28-4 1 0 0,-43 4 18 0 0,1 0 0 0 0,-1-1 0 0 0,0 0 1 0 0,0 0-1 0 0,0-1 0 0 0,-1 0 0 0 0,1 0 0 0 0,-1-1 0 0 0,0-1 1 0 0,0 1-1 0 0,-1-1 0 0 0,0 0 0 0 0,0-1 0 0 0,0 0 0 0 0,-1 0 1 0 0,0 0-1 0 0,0-1 0 0 0,-1 0 0 0 0,0 0 0 0 0,0 0 1 0 0,-1-1-1 0 0,7-17 0 0 0,12-55 1088 0 0,-19 57-741 0 0,-3 22-365 0 0,-1 0-1 0 0,0 0 0 0 0,0 0 0 0 0,0 0 1 0 0,1 0-1 0 0,-1 0 0 0 0,1 1 1 0 0,0-1-1 0 0,-1 0 0 0 0,1 0 0 0 0,0 0 1 0 0,2-2-1 0 0,-2 2-4 0 0,0 1-22 0 0,3-6 8 0 0,-3 5-7 0 0,0 3-48 0 0,0-1 53 0 0,0 1 0 0 0,0 0-1 0 0,0-1 1 0 0,0 1 0 0 0,0 0-1 0 0,0-1 1 0 0,0 1 0 0 0,0 0-1 0 0,0 0 1 0 0,-1 0 0 0 0,1 0-1 0 0,0 0 1 0 0,0 0-1 0 0,-1 0 1 0 0,1 0 0 0 0,-1 0-1 0 0,1 0 1 0 0,-1 1 0 0 0,1-1-1 0 0,-1 0 1 0 0,0 0 0 0 0,0 0-1 0 0,1 2 1 0 0,9 46-38 0 0,-5-19 37 0 0,37 77 1314 0 0,-43-110-1215 0 0,-1-1-1 0 0,1 0 1 0 0,0 0 0 0 0,1 0 0 0 0,-1 0-1 0 0,1 0 1 0 0,-1 0 0 0 0,1 0 0 0 0,1 0 0 0 0,-1-1-1 0 0,0 1 1 0 0,1 0 0 0 0,0 0 0 0 0,0 0-1 0 0,2-4 1 0 0,1-1-88 0 0,0 1-1 0 0,1-1 0 0 0,0 1 1 0 0,0-1-1 0 0,1 2 0 0 0,1-1 1 0 0,-1 1-1 0 0,1 0 1 0 0,0 0-1 0 0,1 0 0 0 0,-1 1 1 0 0,1 1-1 0 0,0-1 0 0 0,1 1 1 0 0,0 0-1 0 0,-1 1 0 0 0,1 0 1 0 0,1 1-1 0 0,-1 0 1 0 0,0 0-1 0 0,1 1 0 0 0,0 0 1 0 0,12-1-1 0 0,-10 3-12 0 0,1 0-1 0 0,0 0 1 0 0,0 1 0 0 0,-1 1-1 0 0,1 0 1 0 0,-1 0 0 0 0,1 2-1 0 0,-1-1 1 0 0,0 2 0 0 0,0-1-1 0 0,-1 2 1 0 0,1 0 0 0 0,-1 0-1 0 0,-1 1 1 0 0,1 0 0 0 0,-1 1-1 0 0,14 12 1 0 0,-17-12-13 0 0,1-1 1 0 0,-2 1-1 0 0,1 0 0 0 0,-1 0 0 0 0,0 1 1 0 0,-1 0-1 0 0,0 0 0 0 0,6 15 1 0 0,-3 22-5345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0.6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1 142 6461 0 0,'43'-139'58'0'0,"-42"137"-50"0"0,-13 26-43 0 0,9-14 23 0 0,0-1 0 0 0,0 0 0 0 0,1 1-1 0 0,1-1 1 0 0,0 1 0 0 0,0-1 0 0 0,1 1 0 0 0,0-1 0 0 0,2 16 0 0 0,3 8-23 0 0,13 43-1 0 0,-10-43 29 0 0,45 169-23 0 0,26 121-15 0 0,-49-160 113 0 0,-23-148-660 0 0,-2-27-1549 0 0,-1-2 1814 0 0,5-11-1043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0.9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89 4560 0 0,'-1'0'25'0'0,"-1"0"0"0"0,1 0 0 0 0,-1 0 0 0 0,1 0 0 0 0,-1-1 0 0 0,1 1 0 0 0,-1 0 0 0 0,1-1 0 0 0,-1 1 0 0 0,1-1 0 0 0,0 1 0 0 0,-1-1 0 0 0,1 0 0 0 0,0 0 0 0 0,0 1 0 0 0,-1-1 0 0 0,1 0-1 0 0,0 0 1 0 0,0 0 0 0 0,0 0 0 0 0,0-1 0 0 0,-1 0 0 0 0,4 0-10 0 0,0 1 0 0 0,0-1 0 0 0,0 0 0 0 0,0 1 0 0 0,0 0 0 0 0,0-1-1 0 0,0 1 1 0 0,1 0 0 0 0,-1 0 0 0 0,0 0 0 0 0,1 1 0 0 0,-1-1 0 0 0,0 0 0 0 0,1 1 0 0 0,2-1-1 0 0,91-18-244 0 0,1 3-1 0 0,194-5 0 0 0,-240 23-1760 0 0,-33-1 1158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1.5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47 3856 0 0,'4'-20'815'0'0,"-5"19"-788"0"0,0-1-1 0 0,0 0 1 0 0,0 1-1 0 0,0-1 1 0 0,-1 1-1 0 0,1-1 1 0 0,0 1-1 0 0,-1 0 1 0 0,1-1-1 0 0,-1 1 1 0 0,0 0-1 0 0,1 0 1 0 0,-1 0-1 0 0,-3-1 1 0 0,-4-3 15 0 0,8 4-51 0 0,6 3-145 0 0,14 6 137 0 0,0 1-1 0 0,-1 1 0 0 0,0 0 0 0 0,0 1 0 0 0,-1 1 0 0 0,20 18 0 0 0,-1 5 13 0 0,50 60-1 0 0,-59-56 13 0 0,11 10 413 0 0,-36-48 136 0 0,-6-1-485 0 0,1 1-13 0 0,1-1-1 0 0,-1 0 1 0 0,1 0 0 0 0,-1 0-1 0 0,0 0 1 0 0,1 0 0 0 0,-1-1 0 0 0,1 1-1 0 0,-1-1 1 0 0,1 0 0 0 0,-1 0-1 0 0,1 0 1 0 0,-1 0 0 0 0,1 0 0 0 0,0 0-1 0 0,0-1 1 0 0,-1 1 0 0 0,1-1-1 0 0,0 1 1 0 0,0-1 0 0 0,0 0 0 0 0,-2-3-1 0 0,2 4-21 0 0,1-1-1 0 0,-1 0 0 0 0,0 0 1 0 0,0-1-1 0 0,1 1 1 0 0,-1 0-1 0 0,1 0 0 0 0,0-1 1 0 0,0 1-1 0 0,0-1 0 0 0,0 1 1 0 0,0-1-1 0 0,0 0 1 0 0,1 1-1 0 0,0-1 0 0 0,-1 0 1 0 0,1 1-1 0 0,0-1 0 0 0,0 0 1 0 0,0 1-1 0 0,0-1 1 0 0,2-4-1 0 0,-1 2-8 0 0,1 0 0 0 0,1 0 0 0 0,-1 1 0 0 0,0 0 1 0 0,1-1-1 0 0,0 1 0 0 0,0 0 0 0 0,0 0 0 0 0,1 0 0 0 0,-1 1 0 0 0,7-6 0 0 0,0 2-16 0 0,-1 0 0 0 0,1 0 0 0 0,0 1 0 0 0,1 0 0 0 0,0 1 0 0 0,0 0 0 0 0,0 1 0 0 0,0 0 0 0 0,0 1 0 0 0,14-3 0 0 0,12 6-208 0 0,-16 1-4440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2.2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196 780 4608 0 0,'0'0'-244'0'0,"-8"-2"36"0"0,-23-4 42 0 0,23 4 22 0 0,5 4 29 0 0,-4 2 68 0 0,-72 46-203 0 0,73-46 233 0 0,1 0 1 0 0,-1 1-1 0 0,1 0 0 0 0,1 0 0 0 0,-1 0 0 0 0,0 0 0 0 0,1 1 0 0 0,0 0 0 0 0,1 0 0 0 0,-1 0 1 0 0,-3 9-1 0 0,7-14 18 0 0,-1 0 1 0 0,1 0-1 0 0,0 0 1 0 0,0 1 0 0 0,0-1-1 0 0,0 0 1 0 0,-1 0 0 0 0,1 0-1 0 0,1 0 1 0 0,-1 0-1 0 0,0 0 1 0 0,0 0 0 0 0,0 0-1 0 0,0 1 1 0 0,1-1-1 0 0,-1 0 1 0 0,1 0 0 0 0,-1 0-1 0 0,1 0 1 0 0,-1 0 0 0 0,1 0-1 0 0,-1-1 1 0 0,1 1-1 0 0,0 0 1 0 0,1 1 0 0 0,0 0 10 0 0,1 0 0 0 0,-1 0 0 0 0,1-1 0 0 0,-1 1 0 0 0,1-1 0 0 0,0 0 0 0 0,0 0 1 0 0,0 0-1 0 0,4 1 0 0 0,2 0 60 0 0,1-1 1 0 0,-1 1-1 0 0,1-2 0 0 0,-1 0 1 0 0,12 0-1 0 0,6-6 534 0 0,0-1 0 0 0,-1-1 1 0 0,26-11-1 0 0,-21 8 196 0 0,-29 10-695 0 0,-1 0-133 0 0,0 1-1 0 0,0-1 1 0 0,1 1-1 0 0,-1-1 0 0 0,0 1 1 0 0,0 0-1 0 0,1-1 1 0 0,-1 1-1 0 0,0 0 1 0 0,1 0-1 0 0,-1 0 0 0 0,0 0 1 0 0,1 0-1 0 0,0 0 1 0 0,12 6-85 0 0,4 2 31 0 0,1-1 0 0 0,0-1 0 0 0,0 0 1 0 0,0-2-1 0 0,33 5 0 0 0,-22-7 136 0 0,0-1 0 0 0,1-1 0 0 0,-1-1 0 0 0,0-2 0 0 0,0-1 0 0 0,40-11 0 0 0,-58 12 4 0 0,0-1-1 0 0,0-1 1 0 0,-1 0-1 0 0,1-1 1 0 0,-1 0-1 0 0,-1 0 1 0 0,1-1-1 0 0,-1-1 1 0 0,-1 0-1 0 0,1 0 1 0 0,-1 0-1 0 0,0-2 1 0 0,-1 1-1 0 0,0-1 1 0 0,-1 0-1 0 0,0 0 1 0 0,-1-1 0 0 0,7-14-1 0 0,-2-3 43 0 0,-1 0 1 0 0,-1 0-1 0 0,-2-1 0 0 0,-1 0 1 0 0,3-30-1 0 0,-4-7 171 0 0,-3-75-1 0 0,-4 99-88 0 0,-3 0 0 0 0,0 0-1 0 0,-3 1 1 0 0,-2 0 0 0 0,-1 0-1 0 0,-19-44 1 0 0,30 84-196 0 0,-1 1 1 0 0,1-1-1 0 0,0 0 1 0 0,0 0-1 0 0,-1 0 1 0 0,1 1-1 0 0,-1-1 1 0 0,1 0-1 0 0,-1 1 1 0 0,1-1 0 0 0,-1 0-1 0 0,1 1 1 0 0,-1-1-1 0 0,0 1 1 0 0,1-1-1 0 0,-1 1 1 0 0,0-1-1 0 0,1 1 1 0 0,-1-1-1 0 0,0 1 1 0 0,0 0-1 0 0,1-1 1 0 0,-1 1-1 0 0,0 0 1 0 0,0 0-1 0 0,0 0 1 0 0,1-1-1 0 0,-1 1 1 0 0,0 0-1 0 0,0 0 1 0 0,0 0-1 0 0,0 0 1 0 0,1 1-1 0 0,-1-1 1 0 0,0 0-1 0 0,0 0 1 0 0,0 0-1 0 0,0 1 1 0 0,1-1-1 0 0,-1 0 1 0 0,0 1-1 0 0,0-1 1 0 0,1 0-1 0 0,-1 1 1 0 0,-1 0-1 0 0,-1 2-11 0 0,-1 0 0 0 0,0 0 0 0 0,1 0-1 0 0,0 0 1 0 0,0 1 0 0 0,0-1 0 0 0,0 1 0 0 0,-3 4 0 0 0,-6 15-13 0 0,1 0 0 0 0,1 1 0 0 0,1 0 0 0 0,1 1 0 0 0,1 0 0 0 0,2 0 1 0 0,0 0-1 0 0,1 1 0 0 0,2 0 0 0 0,1-1 0 0 0,1 1 0 0 0,0 0 0 0 0,3 0 1 0 0,0-1-1 0 0,11 45 0 0 0,-8-46-37 0 0,1 0 1 0 0,2 0-1 0 0,0-1 1 0 0,1 0-1 0 0,1-1 0 0 0,1 0 1 0 0,1 0-1 0 0,1-2 1 0 0,1 0-1 0 0,1 0 1 0 0,0-1-1 0 0,1-1 0 0 0,2-1 1 0 0,-1-1-1 0 0,2 0 1 0 0,30 18-1 0 0,58 20-3134 0 0,-58-32 672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3.9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17 107 6001 0 0,'0'-17'58'0'0,"-1"3"499"0"0,0 0 0 0 0,-1 0 1 0 0,0 0-1 0 0,-6-17 0 0 0,8 29-594 0 0,0 7-114 0 0,-2 94-32 0 0,4-1 0 0 0,22 139-1 0 0,-21-223 193 0 0,0-3-751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4.3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92 5729 0 0,'-4'-1'-23'0'0,"-28"-3"316"0"0,62-9-295 0 0,0 2 0 0 0,1 1 0 0 0,1 1 0 0 0,42-6 0 0 0,136-8-5 0 0,-176 19-47 0 0,-1 3 0 0 0,1 0 1 0 0,0 2-1 0 0,65 11 0 0 0,-57 8-1294 0 0,-32-14-501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4.9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15 169 3504 0 0,'-5'7'67'0'0,"-1"9"-107"0"0,7-15 39 0 0,0-1-1 0 0,0 1 1 0 0,0 0 0 0 0,1 0-1 0 0,-1-1 1 0 0,0 1-1 0 0,1 0 1 0 0,-1-1-1 0 0,0 0 1 0 0,1 1 0 0 0,-1-1-1 0 0,0 0 1 0 0,1 0-1 0 0,-1 1 1 0 0,1-1-1 0 0,-1 0 1 0 0,1 0-1 0 0,-1-1 1 0 0,0 1 0 0 0,1 0-1 0 0,2-1 1 0 0,19 0 12 0 0,0-2 0 0 0,1 0 0 0 0,-1-2 0 0 0,0 0 0 0 0,25-10 0 0 0,-39 12 71 0 0,-1-1 1 0 0,1 1 0 0 0,-1-2-1 0 0,0 1 1 0 0,0-1-1 0 0,-1 0 1 0 0,0-1 0 0 0,0 1-1 0 0,0-2 1 0 0,0 1-1 0 0,-1-1 1 0 0,0 0-1 0 0,-1 0 1 0 0,1 0 0 0 0,-1-1-1 0 0,6-14 1 0 0,-10 21-66 0 0,0 0 0 0 0,0-1 1 0 0,-1 1-1 0 0,1 0 0 0 0,-1 0 1 0 0,1-1-1 0 0,-1 1 0 0 0,0-1 1 0 0,0 1-1 0 0,1 0 0 0 0,-1-1 1 0 0,0 1-1 0 0,0-1 0 0 0,0 1 0 0 0,0 0 1 0 0,-1-1-1 0 0,1 1 0 0 0,0-1 1 0 0,-1 1-1 0 0,1 0 0 0 0,-1-1 1 0 0,1 1-1 0 0,-1 0 0 0 0,1-1 1 0 0,-1 1-1 0 0,0 0 0 0 0,0 0 1 0 0,0 0-1 0 0,1 0 0 0 0,-1 0 0 0 0,0 0 1 0 0,-1 0-1 0 0,1 0 0 0 0,0 0 1 0 0,0 0-1 0 0,0 0 0 0 0,0 1 1 0 0,-1-1-1 0 0,1 0 0 0 0,0 1 1 0 0,-3-1-1 0 0,-1-1 5 0 0,-1 1 0 0 0,0 0-1 0 0,1 0 1 0 0,-1 1 0 0 0,0 0 0 0 0,1 0 0 0 0,-1 0 0 0 0,0 0-1 0 0,-6 2 1 0 0,-2 2-28 0 0,0 1-1 0 0,0 0 1 0 0,0 1-1 0 0,1 0 1 0 0,0 1-1 0 0,1 0 1 0 0,-1 1-1 0 0,1 1 1 0 0,1 0-1 0 0,0 0 1 0 0,0 1-1 0 0,1 1 1 0 0,0-1-1 0 0,1 2 1 0 0,0-1-1 0 0,0 1 1 0 0,2 1-1 0 0,-1 0 1 0 0,2 0-1 0 0,0 0 1 0 0,-6 17 0 0 0,11-26 0 0 0,0 0 0 0 0,1 1 0 0 0,-1-1 0 0 0,1 0 0 0 0,-1 1 0 0 0,1-1 0 0 0,1 0 0 0 0,-1 1 1 0 0,1-1-1 0 0,-1 0 0 0 0,1 1 0 0 0,0-1 0 0 0,1 0 0 0 0,-1 0 0 0 0,1 0 0 0 0,0 0 1 0 0,2 5-1 0 0,1-3 3 0 0,-1-1 1 0 0,1 1-1 0 0,0-1 1 0 0,0 0-1 0 0,1 0 1 0 0,-1 0-1 0 0,1-1 1 0 0,0 0-1 0 0,10 5 1 0 0,10 4 10 0 0,1-2 1 0 0,0-1-1 0 0,1-2 0 0 0,29 6 1 0 0,-52-13-8 0 0,7 2-204 0 0,0-1 1 0 0,0 0 0 0 0,0-1 0 0 0,0 0 0 0 0,1-1 0 0 0,-1-1 0 0 0,0 1 0 0 0,0-2-1 0 0,0 0 1 0 0,0 0 0 0 0,0-2 0 0 0,15-5 0 0 0,-4-2-999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5.5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223 17 4188 0 0,'0'0'116'0'0,"-7"-13"244"0"0,1 12-353 0 0,0 0 0 0 0,0 0 0 0 0,0 1 1 0 0,0 0-1 0 0,0 0 0 0 0,0 0 0 0 0,1 1 0 0 0,-1 0 1 0 0,0 0-1 0 0,0 0 0 0 0,1 1 0 0 0,-1 0 0 0 0,0 0 1 0 0,1 0-1 0 0,0 1 0 0 0,0 0 0 0 0,0 0 0 0 0,0 0 1 0 0,0 1-1 0 0,0-1 0 0 0,-4 6 0 0 0,0-2-29 0 0,0 1 1 0 0,1 1-1 0 0,0-1 0 0 0,0 2 0 0 0,1-1 0 0 0,0 1 0 0 0,1 0 0 0 0,0 0 1 0 0,-9 21-1 0 0,14-30 23 0 0,0 1 0 0 0,0 0-1 0 0,1 0 1 0 0,-1 0 0 0 0,0 0 0 0 0,1 0 0 0 0,-1 0 0 0 0,1 0 0 0 0,0 1 0 0 0,0-1 0 0 0,0 0-1 0 0,0 0 1 0 0,0 0 0 0 0,0 0 0 0 0,1 0 0 0 0,-1 0 0 0 0,0 0 0 0 0,1 0 0 0 0,0 0 0 0 0,-1 0-1 0 0,1 0 1 0 0,0 0 0 0 0,0 0 0 0 0,0-1 0 0 0,1 1 0 0 0,-1 0 0 0 0,0 0 0 0 0,1-1 0 0 0,-1 1-1 0 0,0-1 1 0 0,1 0 0 0 0,0 1 0 0 0,-1-1 0 0 0,1 0 0 0 0,0 0 0 0 0,0 0 0 0 0,0 0-1 0 0,0 0 1 0 0,0 0 0 0 0,0-1 0 0 0,3 2 0 0 0,2-1 12 0 0,-1 0 0 0 0,1 0 0 0 0,-1-1 0 0 0,1 0 0 0 0,0 0-1 0 0,-1 0 1 0 0,1-1 0 0 0,0 0 0 0 0,-1-1 0 0 0,1 1 0 0 0,10-5 0 0 0,5-6 302 0 0,0 0 0 0 0,0-2-1 0 0,37-30 1 0 0,1 0 1901 0 0,-58 42-1935 0 0,-1 3-277 0 0,-1-1 0 0 0,1 1 1 0 0,0-1-1 0 0,0 1 0 0 0,0-1 0 0 0,0 1 0 0 0,0-1 0 0 0,0 1 1 0 0,-1 0-1 0 0,1-1 0 0 0,0 1 0 0 0,0 0 0 0 0,-1 0 0 0 0,1 0 1 0 0,-1 0-1 0 0,1-1 0 0 0,-1 1 0 0 0,1 0 0 0 0,-1 0 0 0 0,1 0 0 0 0,-1 0 1 0 0,0 0-1 0 0,0 0 0 0 0,1 0 0 0 0,-1 0 0 0 0,0 2 0 0 0,4 34-1 0 0,-3-30-43 0 0,0 10-365 0 0,8 41 241 0 0,-9-56-48 0 0,1 0 0 0 0,0 0-1 0 0,-1 1 1 0 0,1-1 0 0 0,0 0-1 0 0,0 0 1 0 0,1 0 0 0 0,-1 0 0 0 0,0 0-1 0 0,1 0 1 0 0,-1 0 0 0 0,1-1-1 0 0,0 1 1 0 0,-1 0 0 0 0,1-1-1 0 0,0 1 1 0 0,0-1 0 0 0,0 0 0 0 0,0 0-1 0 0,0 0 1 0 0,3 2 0 0 0,9 1-1320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6.0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29 4560 0 0,'-2'-21'-82'0'0,"-2"20"75"0"0,-1-1 1 0 0,0 1-1 0 0,1 0 1 0 0,-1 0-1 0 0,0 0 1 0 0,1 1-1 0 0,-1 0 0 0 0,0 0 1 0 0,0 0-1 0 0,1 0 1 0 0,-1 1-1 0 0,0-1 1 0 0,1 1-1 0 0,-1 1 1 0 0,0-1-1 0 0,1 1 1 0 0,-6 2-1 0 0,3-2-12 0 0,1 1 0 0 0,-1 0-1 0 0,0 0 1 0 0,1 0 0 0 0,0 1 0 0 0,0 0-1 0 0,0 0 1 0 0,0 1 0 0 0,1 0 0 0 0,-1 0-1 0 0,-4 6 1 0 0,9-9 15 0 0,0 0-1 0 0,1 0 1 0 0,-1-1 0 0 0,1 1 0 0 0,-1 0-1 0 0,1 0 1 0 0,0 0 0 0 0,0 0-1 0 0,0-1 1 0 0,0 1 0 0 0,0 0 0 0 0,0 0-1 0 0,0 0 1 0 0,1 0 0 0 0,-1-1 0 0 0,1 1-1 0 0,-1 0 1 0 0,1 0 0 0 0,0-1-1 0 0,0 1 1 0 0,0 0 0 0 0,0-1 0 0 0,0 1-1 0 0,0-1 1 0 0,0 1 0 0 0,0-1-1 0 0,0 1 1 0 0,1-1 0 0 0,-1 0 0 0 0,1 0-1 0 0,-1 0 1 0 0,1 0 0 0 0,-1 0-1 0 0,4 2 1 0 0,9 6 5 0 0,1 0-1 0 0,28 12 1 0 0,-33-16-12 0 0,61 25-18 0 0,64 34 10 0 0,-119-56 6 0 0,0 2 1 0 0,-1 0-1 0 0,0 1 1 0 0,0 0 0 0 0,22 24-1 0 0,-36-33 24 0 0,1-1 0 0 0,-1 0 0 0 0,0 0 0 0 0,0 1 0 0 0,1-1 0 0 0,-1 0 0 0 0,0 1 0 0 0,-1 0 0 0 0,1-1 0 0 0,0 1 0 0 0,0-1 0 0 0,-1 1 0 0 0,1 0 0 0 0,0-1 0 0 0,-1 1 0 0 0,0 0 0 0 0,1 0 0 0 0,-1 0 0 0 0,0-1 0 0 0,0 1 0 0 0,0 0 1 0 0,0 0-1 0 0,-1 0 0 0 0,1-1 0 0 0,0 1 0 0 0,-1 0 0 0 0,0 2 0 0 0,-1-1 13 0 0,0 0 1 0 0,0-1-1 0 0,-1 1 0 0 0,1-1 1 0 0,-1 0-1 0 0,1 0 1 0 0,-1 0-1 0 0,0 0 1 0 0,0 0-1 0 0,0 0 1 0 0,0-1-1 0 0,0 0 0 0 0,-5 2 1 0 0,-12 3 111 0 0,0 0 0 0 0,0-2-1 0 0,-34 3 1 0 0,-19-2 533 0 0,-1-4 0 0 0,-129-14 1 0 0,199 13-648 0 0,0 0 1 0 0,0-1-1 0 0,0 1 0 0 0,1-1 1 0 0,-1 0-1 0 0,0 0 1 0 0,1 0-1 0 0,-1-1 1 0 0,1 1-1 0 0,-1-1 1 0 0,1 0-1 0 0,-1 0 1 0 0,1 0-1 0 0,0 0 1 0 0,0-1-1 0 0,0 1 0 0 0,1-1 1 0 0,-4-4-1 0 0,6 6-58 0 0,1-1 0 0 0,-1 0 0 0 0,1 0-1 0 0,0 1 1 0 0,-1-1 0 0 0,1 1-1 0 0,0-1 1 0 0,0 1 0 0 0,0-1 0 0 0,0 1-1 0 0,1-1 1 0 0,-1 1 0 0 0,0 0 0 0 0,3-2-1 0 0,-4 3-13 0 0,8-7-309 0 0,-1 1 1 0 0,1 0-1 0 0,1 0 1 0 0,-1 1 0 0 0,1 0-1 0 0,0 0 1 0 0,18-5 0 0 0,-12 4-250 0 0,24-12-942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6.5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90 4780 0 0,'0'-2'-20'0'0,"0"-8"244"0"0,0-1 0 0 0,0 1 0 0 0,-2-1 0 0 0,1 1 0 0 0,-5-14 1 0 0,2 12 200 0 0,1 14-189 0 0,1 30-147 0 0,4 54-164 0 0,-10 194 42 0 0,-3-69-62 0 0,11-205 96 0 0,-1 0-1 0 0,1 1 1 0 0,1-1-1 0 0,-1 0 1 0 0,1 0-1 0 0,0 1 1 0 0,0-1-1 0 0,1 0 1 0 0,0 0 0 0 0,0 0-1 0 0,0 0 1 0 0,1 0-1 0 0,0-1 1 0 0,0 1-1 0 0,0-1 1 0 0,1 0 0 0 0,-1 0-1 0 0,2 0 1 0 0,-1 0-1 0 0,0-1 1 0 0,1 1-1 0 0,0-1 1 0 0,0 0 0 0 0,0-1-1 0 0,0 1 1 0 0,0-1-1 0 0,1 0 1 0 0,0-1-1 0 0,0 1 1 0 0,-1-1 0 0 0,1 0-1 0 0,0 0 1 0 0,10 1-1 0 0,12 2-428 0 0,1-2-1 0 0,-1 0 0 0 0,1-2 0 0 0,-1-1 1 0 0,1-2-1 0 0,53-9 0 0 0,-26 0-1385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6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14 127 4752 0 0,'0'0'-192'0'0,"-14"0"44"0"0,55-15-344 0 0,9 3 428 0 0,7-1-72 0 0,17-4-176 0 0,14-5-500 0 0,5 0-72 0 0,-2-3 300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6.9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18 3984 0 0,'0'0'1472'0'0,"-11"7"2209"0"0,6-2-2249 0 0,-20-25-7289 0 0,19 10 3001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8.67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997 1 6161 0 0,'-1'0'-98'0'0,"0"0"0"0"0,1 0 0 0 0,-1 0 0 0 0,0 0 1 0 0,0 0-1 0 0,0 0 0 0 0,0 0 0 0 0,1 1 0 0 0,-1-1 1 0 0,0 0-1 0 0,0 0 0 0 0,0 1 0 0 0,1-1 0 0 0,-1 1 1 0 0,0-1-1 0 0,1 1 0 0 0,-1-1 0 0 0,0 1 1 0 0,1-1-1 0 0,-1 1 0 0 0,0-1 0 0 0,1 1 0 0 0,-1 0 1 0 0,1-1-1 0 0,-1 2 0 0 0,-33 29 112 0 0,-333 330-734 0 0,328-326 784 0 0,-179 149-375 0 0,191-164 548 0 0,-2-1 0 0 0,0-2 1 0 0,-1-1-1 0 0,0-1 1 0 0,-1-1-1 0 0,-43 12 0 0 0,72-26-162 0 0,0 1 0 0 0,-1-1 0 0 0,1 1 0 0 0,0-1 0 0 0,-1 0-1 0 0,1 0 1 0 0,0 0 0 0 0,-1 0 0 0 0,1 0 0 0 0,0 0 0 0 0,0 0-1 0 0,-1-1 1 0 0,1 0 0 0 0,0 1 0 0 0,0-1 0 0 0,-1 0 0 0 0,1 0 0 0 0,0 0-1 0 0,0 0 1 0 0,0 0 0 0 0,0-1 0 0 0,0 1 0 0 0,1-1 0 0 0,-1 1-1 0 0,0-1 1 0 0,1 1 0 0 0,-1-1 0 0 0,1 0 0 0 0,-1 0 0 0 0,1 0-1 0 0,0 0 1 0 0,0 0 0 0 0,-1-2 0 0 0,1 1-50 0 0,1 0-1 0 0,-1 0 1 0 0,1 1 0 0 0,0-1 0 0 0,0 0-1 0 0,0 0 1 0 0,0 0 0 0 0,1 1 0 0 0,-1-1-1 0 0,1 0 1 0 0,-1 1 0 0 0,1-1 0 0 0,0 0-1 0 0,0 1 1 0 0,0-1 0 0 0,0 1 0 0 0,1-1-1 0 0,-1 1 1 0 0,1 0 0 0 0,-1-1 0 0 0,1 1-1 0 0,0 0 1 0 0,0 0 0 0 0,0 0 0 0 0,0 0-1 0 0,0 1 1 0 0,1-1 0 0 0,-1 1-1 0 0,0-1 1 0 0,1 1 0 0 0,4-2 0 0 0,-5 2-25 0 0,-1 1 0 0 0,0-1 1 0 0,1 1-1 0 0,-1 0 1 0 0,1 0-1 0 0,-1 0 0 0 0,1 0 1 0 0,-1 0-1 0 0,1 0 1 0 0,-1 0-1 0 0,1 1 0 0 0,-1-1 1 0 0,0 0-1 0 0,1 1 1 0 0,-1-1-1 0 0,1 1 0 0 0,-1 0 1 0 0,0-1-1 0 0,1 1 1 0 0,-1 0-1 0 0,0 0 0 0 0,0 0 1 0 0,2 1-1 0 0,25 25-28 0 0,-27-26 25 0 0,8 11-14 0 0,-1 1 0 0 0,0 0-1 0 0,0 0 1 0 0,5 15 0 0 0,-9-19-66 0 0,-1 0 0 0 0,2 0 0 0 0,-1 0 0 0 0,2 0 0 0 0,-1-1 0 0 0,1 0 0 0 0,0 0 0 0 0,0 0 0 0 0,1-1 0 0 0,0 0 0 0 0,16 12 0 0 0,-19-17-144 0 0,1-1-1 0 0,-1 1 1 0 0,1-1 0 0 0,0 0 0 0 0,-1 0 0 0 0,1 0 0 0 0,0 0 0 0 0,0-1 0 0 0,0 0 0 0 0,-1 0 0 0 0,1 0 0 0 0,6-2 0 0 0,-10 2 162 0 0,27-3-1621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29.6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327 72 4652 0 0,'19'-70'-172'0'0,"-19"68"163"0"0,-4 8-94 0 0,-304 457-185 0 0,302-453 276 0 0,2-5 3 0 0,1 0-1 0 0,-1 1 1 0 0,1-1-1 0 0,1 1 1 0 0,-1 0 0 0 0,1-1-1 0 0,0 1 1 0 0,0 0-1 0 0,-1 9 1 0 0,5-14 10 0 0,0 1 0 0 0,0-1-1 0 0,0 0 1 0 0,0 0 0 0 0,0 0 0 0 0,0 0 0 0 0,0 0 0 0 0,0-1 0 0 0,0 1 0 0 0,0-1 0 0 0,1 1 0 0 0,-1-1 0 0 0,0 0 0 0 0,0 0-1 0 0,3 0 1 0 0,45 1 23 0 0,-1-3-1 0 0,81-14 1 0 0,-27 2-15 0 0,157-8 85 0 0,-260 22-94 0 0,0 0 0 0 0,1-1-1 0 0,-1 1 1 0 0,0 0-1 0 0,1 0 1 0 0,-1 0 0 0 0,0 0-1 0 0,0 0 1 0 0,1 0 0 0 0,-1-1-1 0 0,0 1 1 0 0,1 0-1 0 0,-1 0 1 0 0,0 0 0 0 0,0 0-1 0 0,1 0 1 0 0,-1 0-1 0 0,0 0 1 0 0,1 0 0 0 0,-1 0-1 0 0,0 0 1 0 0,0 1-1 0 0,1-1 1 0 0,-1 0 0 0 0,0 0-1 0 0,1 0 1 0 0,-1 0 0 0 0,0 0-1 0 0,0 0 1 0 0,1 1-1 0 0,-1-1 1 0 0,0 0 0 0 0,0 0-1 0 0,1 0 1 0 0,-1 1-1 0 0,0-1 1 0 0,0 0 0 0 0,0 0-1 0 0,0 1 1 0 0,1-1-1 0 0,-1 0 1 0 0,0 0 0 0 0,0 1-1 0 0,0-1 1 0 0,0 0 0 0 0,0 1-1 0 0,0-1 1 0 0,0 0-1 0 0,0 0 1 0 0,0 1 0 0 0,0-1-1 0 0,0 0 1 0 0,0 1-1 0 0,0-1 1 0 0,0 0 0 0 0,0 1-1 0 0,0-1 1 0 0,0 0 0 0 0,0 0-1 0 0,0 1 1 0 0,0-1-1 0 0,0 0 1 0 0,-1 1 0 0 0,1-1-1 0 0,-10 14-170 0 0,-12 4-1301 0 0,9-10 834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0.5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364 98 3308 0 0,'2'-4'68'0'0,"0"1"-1"0"0,0-1 1 0 0,-1 0-1 0 0,1 0 1 0 0,-1 0-1 0 0,0 0 1 0 0,0-1-1 0 0,0 1 1 0 0,0 0-1 0 0,-1 0 1 0 0,0-1-1 0 0,0 1 1 0 0,0-9-1 0 0,-1 11-43 0 0,0 0 0 0 0,0 1-1 0 0,0-1 1 0 0,0 0 0 0 0,0 0 0 0 0,0 1-1 0 0,0-1 1 0 0,0 0 0 0 0,0 1 0 0 0,-1 0-1 0 0,1-1 1 0 0,-1 1 0 0 0,1 0 0 0 0,-1-1-1 0 0,0 1 1 0 0,1 0 0 0 0,-1 0-1 0 0,0 0 1 0 0,0 1 0 0 0,0-1 0 0 0,0 0-1 0 0,0 1 1 0 0,1-1 0 0 0,-1 1 0 0 0,0 0-1 0 0,0-1 1 0 0,0 1 0 0 0,0 0 0 0 0,0 0-1 0 0,0 0 1 0 0,0 1 0 0 0,0-1 0 0 0,-4 1-1 0 0,-10 2-15 0 0,-1 0-1 0 0,1 1 0 0 0,0 1 0 0 0,0 0 0 0 0,1 2 0 0 0,-1-1 0 0 0,1 2 0 0 0,1 0 1 0 0,0 1-1 0 0,0 0 0 0 0,0 1 0 0 0,1 1 0 0 0,-19 20 0 0 0,23-23-23 0 0,1 1 0 0 0,-1 0 0 0 0,2 1 0 0 0,-1 0-1 0 0,1 1 1 0 0,1-1 0 0 0,0 1 0 0 0,1 0 0 0 0,0 1 0 0 0,0-1 0 0 0,1 1-1 0 0,1 0 1 0 0,0 0 0 0 0,0 0 0 0 0,2 0 0 0 0,-1 1 0 0 0,1-1-1 0 0,1 0 1 0 0,2 21 0 0 0,0-25 13 0 0,0 0 0 0 0,1-1 1 0 0,0 1-1 0 0,0 0 0 0 0,1-1 0 0 0,0 1 0 0 0,0-1 0 0 0,1-1 0 0 0,0 1 0 0 0,0 0 1 0 0,1-1-1 0 0,-1 0 0 0 0,1 0 0 0 0,0-1 0 0 0,1 0 0 0 0,0 0 0 0 0,0 0 0 0 0,0-1 1 0 0,0 0-1 0 0,0 0 0 0 0,1-1 0 0 0,0 0 0 0 0,9 2 0 0 0,18 6 11 0 0,0-3-1 0 0,0-1 1 0 0,70 4-1 0 0,-4-5 361 0 0,163-12-1 0 0,-171 2 698 0 0,-90 4-1178 0 0,9-5-3308 0 0,-5-5 2213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2.1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217 201 4084 0 0,'0'0'-96'0'0,"-8"-2"-108"0"0,-47-8 46 0 0,52 9 132 0 0,-23 7-84 0 0,19-3 86 0 0,-1 0 0 0 0,0 0 0 0 0,1 1 0 0 0,0 0 0 0 0,0 0 1 0 0,0 0-1 0 0,0 1 0 0 0,1 0 0 0 0,0 1 0 0 0,0 0 0 0 0,0 0 0 0 0,1 0 0 0 0,-1 0 0 0 0,2 1 0 0 0,-1 0 0 0 0,1 0 0 0 0,0 0 0 0 0,0 0 0 0 0,-4 13 0 0 0,8-17 19 0 0,-1 0 0 0 0,0 1 0 0 0,1-1 0 0 0,0 1 0 0 0,0-1 0 0 0,0 1 0 0 0,0-1 0 0 0,0 0 0 0 0,1 1 0 0 0,0-1 0 0 0,0 1 0 0 0,0-1 0 0 0,0 0 0 0 0,0 0 1 0 0,0 1-1 0 0,1-1 0 0 0,-1 0 0 0 0,1 0 0 0 0,0-1 0 0 0,0 1 0 0 0,0 0 0 0 0,1-1 0 0 0,-1 1 0 0 0,1-1 0 0 0,-1 1 0 0 0,1-1 0 0 0,3 2 0 0 0,3 3 12 0 0,1 0 0 0 0,1 0 0 0 0,-1-1 0 0 0,1 0 0 0 0,0-1 0 0 0,15 5 0 0 0,-18-7 90 0 0,0 0 0 0 0,1-1 0 0 0,-1-1 0 0 0,0 1 0 0 0,1-1 0 0 0,-1-1 0 0 0,0 1 0 0 0,1-2 0 0 0,-1 1 0 0 0,14-3 0 0 0,-18 2-36 0 0,-1 0 0 0 0,1-1 0 0 0,-1 1 0 0 0,1-1 0 0 0,-1 0 0 0 0,0 0 0 0 0,1 0 0 0 0,-1 0 0 0 0,0 0 0 0 0,0-1 0 0 0,-1 0 0 0 0,1 1 0 0 0,0-1 0 0 0,-1 0 0 0 0,0 0 0 0 0,0 0 0 0 0,0-1 0 0 0,0 1 0 0 0,0 0 0 0 0,0-1 0 0 0,-1 1 0 0 0,0-1 0 0 0,0 0 0 0 0,0 1 0 0 0,1-7 1 0 0,0 2-33 0 0,-1-1 1 0 0,0 1 0 0 0,0 0 0 0 0,-1-1-1 0 0,0 1 1 0 0,0 0 0 0 0,-1-1 0 0 0,0 1 0 0 0,-1 0-1 0 0,0 0 1 0 0,0-1 0 0 0,-1 1 0 0 0,0 1 0 0 0,0-1-1 0 0,0 0 1 0 0,-1 1 0 0 0,-1 0 0 0 0,1 0 0 0 0,-8-9-1 0 0,2 6 13 0 0,1 1 0 0 0,-1 0 0 0 0,-1 0-1 0 0,0 1 1 0 0,0 1 0 0 0,0 0 0 0 0,-1 0-1 0 0,0 2 1 0 0,-1-1 0 0 0,1 1 0 0 0,-15-3-1 0 0,2-2-111 0 0,23 9 49 0 0,-11-3 0 0 0,8 2-81 0 0,8 2-219 0 0,41 3 330 0 0,-1-2 1 0 0,1-2 0 0 0,0-2-1 0 0,-1-2 1 0 0,0-1-1 0 0,0-2 1 0 0,76-26 0 0 0,-82 20 89 0 0,64-26 1968 0 0,-105 43-2068 0 0,0 0 0 0 0,0 1-1 0 0,0-1 1 0 0,1 1 0 0 0,0 0-1 0 0,0 0 1 0 0,0 0-1 0 0,0 1 1 0 0,-3 7 0 0 0,-21 46-85 0 0,24-50 61 0 0,0 1 0 0 0,0 0 0 0 0,1 0-1 0 0,0 1 1 0 0,0-1 0 0 0,1 0 0 0 0,1 1 0 0 0,-1-1-1 0 0,1 0 1 0 0,1 1 0 0 0,0-1 0 0 0,3 12 0 0 0,-3-16 15 0 0,0-1 0 0 0,1 0 1 0 0,-1 0-1 0 0,1 0 0 0 0,0 1 1 0 0,1-2-1 0 0,-1 1 0 0 0,1 0 0 0 0,-1 0 1 0 0,1-1-1 0 0,0 1 0 0 0,1-1 1 0 0,-1 0-1 0 0,0 0 0 0 0,1 0 1 0 0,0-1-1 0 0,0 1 0 0 0,0-1 1 0 0,0 0-1 0 0,0 0 0 0 0,0 0 1 0 0,0-1-1 0 0,1 1 0 0 0,-1-1 0 0 0,0 0 1 0 0,1 0-1 0 0,7 0 0 0 0,6-1 11 0 0,-1 0 0 0 0,1-1 0 0 0,-1 0 0 0 0,1-2 0 0 0,-1 0 0 0 0,0-1 0 0 0,0-1 0 0 0,-1 0 0 0 0,1-1 0 0 0,17-10 0 0 0,7-5 23 0 0,-1-2-1 0 0,61-46 0 0 0,-33 7 407 0 0,-29 24 73 0 0,-38 36-427 0 0,-3 3-76 0 0,0 0 1 0 0,-1 0-1 0 0,1 0 1 0 0,0 0-1 0 0,0 1 0 0 0,0-1 1 0 0,1 0-1 0 0,-1 1 1 0 0,0-1-1 0 0,0 1 1 0 0,1 0-1 0 0,-3 2 0 0 0,2-1 1 0 0,-6 4-27 0 0,1 0 1 0 0,0 1-1 0 0,0 0 0 0 0,1 0 1 0 0,0 0-1 0 0,-9 17 1 0 0,13-21-19 0 0,0 0 1 0 0,0 1 0 0 0,0-1-1 0 0,0 1 1 0 0,1-1 0 0 0,0 1 0 0 0,0 0-1 0 0,0 0 1 0 0,0-1 0 0 0,1 1-1 0 0,0 0 1 0 0,0 0 0 0 0,0 0-1 0 0,0 0 1 0 0,3 7 0 0 0,-1-9 24 0 0,0 1 1 0 0,0 0 0 0 0,1-1 0 0 0,-1 1-1 0 0,1-1 1 0 0,0 0 0 0 0,0 0 0 0 0,0 0-1 0 0,1 0 1 0 0,-1-1 0 0 0,0 1 0 0 0,1-1-1 0 0,0 0 1 0 0,0 0 0 0 0,0 0 0 0 0,8 2-1 0 0,68 19-74 0 0,-56-18 79 0 0,1-1-1 0 0,-1-2 1 0 0,1 0-1 0 0,0-2 1 0 0,-1 0-1 0 0,1-2 1 0 0,0 0-1 0 0,-1-2 1 0 0,31-9-1 0 0,-49 12 21 0 0,-1-1 0 0 0,1 0 0 0 0,-1 0 0 0 0,1-1-1 0 0,-1 0 1 0 0,0 0 0 0 0,0 0 0 0 0,0-1 0 0 0,-1 1 0 0 0,1-1 0 0 0,-1 0 0 0 0,0 0-1 0 0,0-1 1 0 0,0 1 0 0 0,-1-1 0 0 0,1 0 0 0 0,-1 0 0 0 0,0 0 0 0 0,4-11-1 0 0,-5 8 5 0 0,0 1-1 0 0,0-1 0 0 0,-1 0 0 0 0,0 0 0 0 0,0 0 0 0 0,-1 0 0 0 0,0 0 0 0 0,0 0 0 0 0,-1 0 1 0 0,0 0-1 0 0,-1 0 0 0 0,1 1 0 0 0,-1-1 0 0 0,-4-8 0 0 0,-2-11 27 0 0,-12-29 44 0 0,20 56-89 0 0,0 0-1 0 0,0 0 1 0 0,0 1-1 0 0,0-1 0 0 0,0 0 1 0 0,0 0-1 0 0,-1 0 1 0 0,1 1-1 0 0,0-1 1 0 0,0 0-1 0 0,0 0 1 0 0,0 0-1 0 0,0 0 1 0 0,0 1-1 0 0,0-1 1 0 0,0 0-1 0 0,-1 0 1 0 0,1 0-1 0 0,0 0 1 0 0,0 1-1 0 0,0-1 1 0 0,0 0-1 0 0,0 0 1 0 0,-1 0-1 0 0,1 0 1 0 0,0 0-1 0 0,0 0 1 0 0,0 0-1 0 0,-1 0 1 0 0,1 0-1 0 0,0 0 1 0 0,0 0-1 0 0,0 1 1 0 0,0-1-1 0 0,-1 0 1 0 0,1 0-1 0 0,0 0 1 0 0,0 0-1 0 0,0-1 1 0 0,-1 1-1 0 0,1 0 1 0 0,0 0-1 0 0,0 0 0 0 0,0 0 1 0 0,-1 0-1 0 0,1 0 1 0 0,0 0-1 0 0,0 0 1 0 0,0 0-1 0 0,0 0 1 0 0,-1 0-1 0 0,1-1 1 0 0,0 1-1 0 0,0 0 1 0 0,0 0-1 0 0,0 0 1 0 0,0 0-1 0 0,-1-1 1 0 0,-4 38-134 0 0,3 47 76 0 0,13 99 1794 0 0,-12-189-1581 0 0,1-4-140 0 0,1 1 0 0 0,0 0-1 0 0,1-1 1 0 0,-1 1 0 0 0,2 0 0 0 0,-1 0 0 0 0,1 0-1 0 0,1 0 1 0 0,0 1 0 0 0,0-1 0 0 0,0 1-1 0 0,1 0 1 0 0,1 0 0 0 0,-1 1 0 0 0,1-1-1 0 0,0 1 1 0 0,1 0 0 0 0,0 1 0 0 0,0 0 0 0 0,0 0-1 0 0,14-8 1 0 0,-12 7-28 0 0,0 1-1 0 0,0 1 0 0 0,1 0 1 0 0,0 0-1 0 0,0 1 1 0 0,0 0-1 0 0,1 0 0 0 0,-1 1 1 0 0,1 1-1 0 0,0 0 1 0 0,0 0-1 0 0,0 1 1 0 0,0 1-1 0 0,0 0 0 0 0,0 0 1 0 0,0 1-1 0 0,0 0 1 0 0,20 6-1 0 0,-13 0-57 0 0,0 1 0 0 0,-1 1 0 0 0,0 0 0 0 0,-1 2 0 0 0,0 0 0 0 0,0 0-1 0 0,-1 2 1 0 0,-1-1 0 0 0,0 2 0 0 0,-1 0 0 0 0,0 1 0 0 0,-1 0 0 0 0,-1 1 0 0 0,0 0 0 0 0,14 32 0 0 0,-11-10-3527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2.6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71 113 5493 0 0,'19'-112'1800'0'0,"-22"167"-1793"0"0,-4-1-1 0 0,-19 84 1 0 0,-6 42-43 0 0,24-116 18 0 0,2-24 2 0 0,2 1-1 0 0,1-1 1 0 0,2 1 0 0 0,6 54-1 0 0,-4-87 15 0 0,1-1-1 0 0,0 0 0 0 0,0 0 0 0 0,0 0 1 0 0,1 0-1 0 0,0 0 0 0 0,1 0 1 0 0,-1-1-1 0 0,1 1 0 0 0,0-1 0 0 0,1 0 1 0 0,-1 0-1 0 0,1-1 0 0 0,7 7 0 0 0,-3-5 21 0 0,1 1-1 0 0,0-2 0 0 0,0 1 0 0 0,1-1 0 0 0,-1-1 0 0 0,2 0 0 0 0,-1 0 0 0 0,13 3 0 0 0,3-2-129 0 0,0 0-1 0 0,0-2 1 0 0,1-1-1 0 0,-1-1 1 0 0,1-1-1 0 0,0-2 1 0 0,31-4 0 0 0,45-10-2553 0 0,-54 3 795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2.9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87 5292 0 0,'-11'1'-115'0'0,"6"-2"33"0"0,8-1-395 0 0,58-14 398 0 0,0 4-1 0 0,1 2 0 0 0,69-3 1 0 0,-71 8 53 0 0,233-21-2133 0 0,-257 24 1900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3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45 191 3356 0 0,'8'-164'3455'0'0,"-11"138"-2804"0"0,-6 47-546 0 0,-6 52-165 0 0,1 41 34 0 0,6 1 0 0 0,4 0 0 0 0,22 213 0 0 0,-11-276 41 0 0,-3 0 0 0 0,-1 0 0 0 0,-9 104 0 0 0,-13-113 268 0 0,19-41-252 0 0,14-37-5952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5:34.7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54 5881 0 0,'-17'-28'-88'0'0,"0"2"536"0"0,41 85-511 0 0,2-3-1 0 0,3 0 1 0 0,61 90-1 0 0,-33-56 28 0 0,-23-31 22 0 0,40 60 66 0 0,-74-118 1 0 0,1 0-1 0 0,0 0 1 0 0,-1 1 0 0 0,1-1-1 0 0,0 0 1 0 0,-1 0 0 0 0,1 0-1 0 0,0 0 1 0 0,0 0 0 0 0,0 0-1 0 0,0 0 1 0 0,0-1 0 0 0,0 1-1 0 0,0 0 1 0 0,0 0-1 0 0,0-1 1 0 0,0 1 0 0 0,0-1-1 0 0,1 1 1 0 0,-1-1 0 0 0,0 1-1 0 0,0-1 1 0 0,1 0 0 0 0,-1 1-1 0 0,0-1 1 0 0,0 0 0 0 0,1 0-1 0 0,-1 0 1 0 0,0 0-1 0 0,1 0 1 0 0,-1-1 0 0 0,0 1-1 0 0,0 0 1 0 0,1 0 0 0 0,1-2-1 0 0,2-1 79 0 0,-1-1 0 0 0,0-1 0 0 0,0 1 0 0 0,0 0 0 0 0,-1-1 0 0 0,0 0 0 0 0,4-7 0 0 0,-5 9-208 0 0,57-86 461 0 0,3 3 1 0 0,98-106-1 0 0,-116 136-824 0 0,-43 55 210 0 0,3-3 191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2.0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89 2656 0 0,'-5'-6'395'0'0,"-1"0"0"0"0,1 0 0 0 0,0 0 1 0 0,0-1-1 0 0,1 0 0 0 0,0 0 0 0 0,0 0 0 0 0,-4-14 0 0 0,8 20-160 0 0,-6-9 247 0 0,2 6-184 0 0,3 6 49 0 0,3 36-346 0 0,3 0 0 0 0,1-1 0 0 0,16 55 0 0 0,-9-42 43 0 0,8 68 1 0 0,-17-55 139 0 0,-3-37-4073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2.8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1088 201 5408 0 0,'-7'-14'-133'0'0,"-1"1"0"0"0,-1 0 0 0 0,0 1 0 0 0,-1 0 0 0 0,0 1 0 0 0,0-1 0 0 0,-19-13 0 0 0,21 19 128 0 0,0 0 0 0 0,-1 1 0 0 0,1 1 0 0 0,-1-1 0 0 0,0 2 0 0 0,0-1 1 0 0,0 1-1 0 0,-1 0 0 0 0,1 1 0 0 0,-1 0 0 0 0,1 1 0 0 0,-1 0 0 0 0,-12 0 0 0 0,-9 2-13 0 0,0 2 0 0 0,0 1 0 0 0,1 2 0 0 0,-1 0 0 0 0,1 3 0 0 0,0 0 0 0 0,-28 14 0 0 0,-2 5 5 0 0,1 2-1 0 0,-72 50 1 0 0,98-57-8 0 0,2 1-1 0 0,0 2 1 0 0,2 1 0 0 0,0 1 0 0 0,-26 37-1 0 0,39-46 16 0 0,1 1 0 0 0,2 1-1 0 0,0 0 1 0 0,1 1-1 0 0,1 1 1 0 0,1 0 0 0 0,1 0-1 0 0,1 1 1 0 0,-7 35 0 0 0,13-45 7 0 0,1 0 1 0 0,0 0 0 0 0,0 0-1 0 0,2 0 1 0 0,-1-1 0 0 0,2 1-1 0 0,0 0 1 0 0,1 0 0 0 0,0-1-1 0 0,1 1 1 0 0,0-1 0 0 0,2 0-1 0 0,8 17 1 0 0,-4-13 28 0 0,1-1-1 0 0,0 0 1 0 0,2-1 0 0 0,-1 0 0 0 0,2-1-1 0 0,0-1 1 0 0,1 0 0 0 0,27 19-1 0 0,0-8 107 0 0,0 0-1 0 0,1-3 0 0 0,2-2 1 0 0,0-2-1 0 0,0-1 0 0 0,93 17 1 0 0,-113-28-40 0 0,-1-2 0 0 0,1 0 1 0 0,0-2-1 0 0,0-1 0 0 0,-1-1 0 0 0,1 0 1 0 0,0-2-1 0 0,-1-1 0 0 0,1-2 0 0 0,-1 0 1 0 0,0-1-1 0 0,-1-1 0 0 0,0-2 0 0 0,0 0 1 0 0,-1-1-1 0 0,-1-1 0 0 0,1-1 0 0 0,-2-1 1 0 0,0-1-1 0 0,-1-1 0 0 0,0-1 0 0 0,-2 0 1 0 0,32-39-1 0 0,-27 26 18 0 0,-2-1 0 0 0,0-1 1 0 0,-2 0-1 0 0,-1-1 0 0 0,-2-1 0 0 0,-2-1 1 0 0,0 0-1 0 0,-3-1 0 0 0,11-60 0 0 0,-17 70-11 0 0,-2 1-1 0 0,0 0 1 0 0,-1-1 0 0 0,-2 1-1 0 0,-1-1 1 0 0,0 1-1 0 0,-2 0 1 0 0,-1 0-1 0 0,-1 0 1 0 0,-2 0 0 0 0,0 1-1 0 0,-1 1 1 0 0,-1-1-1 0 0,-26-40 1 0 0,26 50-65 0 0,-2 0-1 0 0,1 1 1 0 0,-2 0 0 0 0,0 1 0 0 0,0 1-1 0 0,-1 0 1 0 0,0 1 0 0 0,-1 1 0 0 0,0 0-1 0 0,-1 0 1 0 0,0 2 0 0 0,0 0 0 0 0,0 1-1 0 0,-1 0 1 0 0,0 2 0 0 0,-25-4 0 0 0,0 1-613 0 0,-82-3 1 0 0,-34 12-4146 0 0,127-2 1674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4.3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115 143 6913 0 0,'-94'-22'-529'0'0,"92"22"640"0"0,-3-2 40 0 0,5 2-137 0 0,-1 0-1 0 0,1 0 1 0 0,-1 0-1 0 0,0 0 1 0 0,1 0-1 0 0,-1-1 1 0 0,1 1-1 0 0,-1 0 0 0 0,1 0 1 0 0,-1 0-1 0 0,1-1 1 0 0,-1 1-1 0 0,1 0 1 0 0,-1 0-1 0 0,1-1 1 0 0,-1 1-1 0 0,1 0 1 0 0,0-1-1 0 0,-1 1 0 0 0,1-1 1 0 0,0 1-1 0 0,-1 0 1 0 0,1-1-1 0 0,0 1 1 0 0,-1-1-1 0 0,1 1 1 0 0,0-1-1 0 0,0 1 0 0 0,-1-1 1 0 0,1 1-1 0 0,0-1 1 0 0,0 1-1 0 0,0-1 1 0 0,0 1-1 0 0,0-2 1 0 0,2-3 0 0 0,1 1 0 0 0,0 0 0 0 0,1 0 0 0 0,-1 0 0 0 0,1 0 0 0 0,0 0 0 0 0,0 1 1 0 0,0 0-1 0 0,0 0 0 0 0,0 0 0 0 0,1 0 0 0 0,-1 1 0 0 0,1-1 0 0 0,0 1 0 0 0,8-2 1 0 0,9-4 2 0 0,-1 1 1 0 0,31-5-1 0 0,-27 8-6 0 0,17-4 5 0 0,59-3-1 0 0,-90 10-18 0 0,1 1-1 0 0,-1 0 1 0 0,1 1 0 0 0,-1 1-1 0 0,1 0 1 0 0,-1 0 0 0 0,0 1-1 0 0,0 0 1 0 0,0 1-1 0 0,12 6 1 0 0,-21-9 3 0 0,0 0 1 0 0,0 0-1 0 0,0 0 0 0 0,-1 1 0 0 0,1-1 0 0 0,0 0 1 0 0,0 1-1 0 0,-1-1 0 0 0,1 1 0 0 0,-1 0 1 0 0,1 0-1 0 0,-1 0 0 0 0,0-1 0 0 0,1 1 1 0 0,-1 0-1 0 0,0 0 0 0 0,0 1 0 0 0,-1-1 1 0 0,1 0-1 0 0,0 0 0 0 0,-1 0 0 0 0,1 4 1 0 0,-1-2 0 0 0,0 0 1 0 0,-1 0 0 0 0,0 0-1 0 0,1 0 1 0 0,-1 0 0 0 0,-1 0-1 0 0,1 0 1 0 0,0 0 0 0 0,-1-1-1 0 0,0 1 1 0 0,-3 5 0 0 0,-6 6 0 0 0,0 0 1 0 0,-2-1 0 0 0,1 0-1 0 0,-19 15 1 0 0,-33 24 2 0 0,-124 77 1 0 0,187-130-1 0 0,1 0 0 0 0,-1 0 0 0 0,1 0-1 0 0,-1 0 1 0 0,1 0 0 0 0,-1 1 0 0 0,1-1 0 0 0,-1 0 0 0 0,1 0-1 0 0,-1 0 1 0 0,1 1 0 0 0,0-1 0 0 0,-1 0 0 0 0,1 1 0 0 0,-1-1-1 0 0,1 0 1 0 0,0 1 0 0 0,-1-1 0 0 0,1 0 0 0 0,0 1 0 0 0,-1-1-1 0 0,1 1 1 0 0,0-1 0 0 0,0 0 0 0 0,-1 1 0 0 0,1-1 0 0 0,0 1-1 0 0,0-1 1 0 0,0 1 0 0 0,0-1 0 0 0,0 1 0 0 0,0-1 0 0 0,-1 1-1 0 0,1-1 1 0 0,0 1 0 0 0,1-1 0 0 0,-1 1 0 0 0,0-1 0 0 0,0 1-1 0 0,0 0 1 0 0,20 4 132 0 0,-16-4-158 0 0,18 1 48 0 0,-1-1-1 0 0,1-1 1 0 0,0-1-1 0 0,23-4 1 0 0,11 0 7 0 0,43-1 5 0 0,456-3 141 0 0,-507 12-1772 0 0,-77-9-533 0 0,22 4-466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5.1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1183 199 6093 0 0,'-7'-13'-2'0'0,"0"0"0"0"0,-1 0 1 0 0,-1 1-1 0 0,1 0 1 0 0,-2 1-1 0 0,0 0 0 0 0,0 0 1 0 0,-1 1-1 0 0,0 0 1 0 0,-1 1-1 0 0,0 1 0 0 0,0-1 1 0 0,-1 2-1 0 0,0 0 1 0 0,0 1-1 0 0,-1 0 1 0 0,-15-4-1 0 0,15 6 18 0 0,1 1-1 0 0,-1 0 1 0 0,1 1 0 0 0,-1 1 0 0 0,0 0-1 0 0,0 1 1 0 0,0 0 0 0 0,0 2-1 0 0,0-1 1 0 0,1 1 0 0 0,-23 7 0 0 0,-10 8-22 0 0,0 2 0 0 0,2 1 0 0 0,0 3 0 0 0,1 1 1 0 0,-41 32-1 0 0,16-5-6 0 0,2 4 0 0 0,-62 65 1 0 0,98-89 10 0 0,2 1 0 0 0,1 2 0 0 0,-30 47-1 0 0,46-62 8 0 0,0 0-1 0 0,2 1 0 0 0,0 0 0 0 0,1 0 0 0 0,1 1 0 0 0,1-1 0 0 0,1 2 0 0 0,-4 29 0 0 0,9-37 8 0 0,0 0-1 0 0,1 1 1 0 0,0-1 0 0 0,1 0 0 0 0,0 0-1 0 0,2 0 1 0 0,-1 0 0 0 0,2 0 0 0 0,0-1-1 0 0,0 0 1 0 0,1 0 0 0 0,1 0 0 0 0,0-1 0 0 0,1 0-1 0 0,11 14 1 0 0,-3-6 11 0 0,2-1-1 0 0,0-1 1 0 0,1 0 0 0 0,1-1-1 0 0,0-1 1 0 0,1-2 0 0 0,37 21-1 0 0,-5-10 30 0 0,0-2-1 0 0,2-3 1 0 0,1-2-1 0 0,0-2 1 0 0,1-3 0 0 0,0-2-1 0 0,1-3 1 0 0,71 1-1 0 0,-24-8 97 0 0,0-5 0 0 0,0-5 0 0 0,177-36-1 0 0,-234 34-58 0 0,-1-1-1 0 0,-1-2 0 0 0,0-3 1 0 0,-1-1-1 0 0,80-45 1 0 0,-101 48-43 0 0,-2-1 0 0 0,1-1 1 0 0,-2-1-1 0 0,0-1 1 0 0,-2 0-1 0 0,0-2 1 0 0,-1 0-1 0 0,-1-1 0 0 0,-1-1 1 0 0,-1 0-1 0 0,20-43 1 0 0,-26 45 32 0 0,0 1-1 0 0,-2-1 1 0 0,-1-1 0 0 0,0 1 0 0 0,-2-1-1 0 0,0 0 1 0 0,-1 0 0 0 0,-2 0 0 0 0,0-1-1 0 0,-1 1 1 0 0,-2 0 0 0 0,0 0 0 0 0,-7-31-1 0 0,2 30 19 0 0,0 0-1 0 0,-1 1 1 0 0,-2 0-1 0 0,0 0 0 0 0,-1 1 1 0 0,-1 1-1 0 0,-1 0 1 0 0,-1 1-1 0 0,-1 0 0 0 0,0 1 1 0 0,-2 0-1 0 0,-25-21 1 0 0,10 14 2 0 0,0 1 1 0 0,-1 1 0 0 0,-2 2-1 0 0,0 2 1 0 0,-1 1 0 0 0,-1 2 0 0 0,-1 1-1 0 0,0 2 1 0 0,-45-9 0 0 0,13 8-747 0 0,-1 4 1 0 0,1 3 0 0 0,-1 3-1 0 0,-97 6 1 0 0,127-1-3384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7.4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50 1456 0 0,'-6'-1'141'0'0,"-49"-10"1116"0"0,53 10-1202 0 0,0-1-49 0 0,1-2 5 0 0,17-6-12 0 0,17 2 21 0 0,-4 3-20 0 0,18-2-26 0 0,17 7-1 0 0,-44 1 26 0 0,82 8-14 0 0,-90-8 1 0 0,-1 1 0 0 0,0 1-1 0 0,0 0 1 0 0,0 0 0 0 0,0 1 0 0 0,16 9 0 0 0,-26-13 15 0 0,0 1 0 0 0,-1-1 0 0 0,1 1 0 0 0,0 0 0 0 0,0-1 1 0 0,0 1-1 0 0,-1 0 0 0 0,1 0 0 0 0,0 0 0 0 0,-1-1 0 0 0,1 1 0 0 0,0 0 0 0 0,-1 0 0 0 0,1 0 1 0 0,-1 0-1 0 0,0 0 0 0 0,1 0 0 0 0,-1 0 0 0 0,0 0 0 0 0,1 0 0 0 0,-1 0 0 0 0,0 0 0 0 0,0 0 1 0 0,0 1-1 0 0,0-1 0 0 0,0 0 0 0 0,0 0 0 0 0,0 0 0 0 0,-1 0 0 0 0,1 0 0 0 0,0 0 0 0 0,-1 0 1 0 0,1 0-1 0 0,0 0 0 0 0,-1 0 0 0 0,1 0 0 0 0,-1 0 0 0 0,0 0 0 0 0,1-1 0 0 0,-1 1 0 0 0,0 0 1 0 0,1 0-1 0 0,-1 0 0 0 0,0-1 0 0 0,-1 2 0 0 0,-41 32 71 0 0,2-10 46 0 0,0-2 1 0 0,-2-2-1 0 0,-61 20 1 0 0,69-23 43 0 0,34-17-161 0 0,1 0 0 0 0,0 0 0 0 0,0 0 0 0 0,0 0-1 0 0,-1 1 1 0 0,1-1 0 0 0,0 0 0 0 0,0 0 0 0 0,0 1-1 0 0,0-1 1 0 0,0 0 0 0 0,0 0 0 0 0,0 0 0 0 0,-1 1-1 0 0,1-1 1 0 0,0 0 0 0 0,0 0 0 0 0,0 1 0 0 0,0-1-1 0 0,0 0 1 0 0,0 0 0 0 0,0 1 0 0 0,0-1 0 0 0,0 0 0 0 0,0 0-1 0 0,0 1 1 0 0,0-1 0 0 0,1 0 0 0 0,-1 0 0 0 0,0 1-1 0 0,0-1 1 0 0,0 0 0 0 0,0 0 0 0 0,0 0 0 0 0,0 1-1 0 0,1-1 1 0 0,-1 0 0 0 0,0 0 0 0 0,0 0 0 0 0,0 1 0 0 0,22 8 9 0 0,14-1-6 0 0,0 2 1 0 0,-1 2 0 0 0,-1 1 0 0 0,0 1-1 0 0,-1 2 1 0 0,-1 2 0 0 0,46 32 0 0 0,-76-50 2 0 0,-1 1 0 0 0,0 0 0 0 0,0-1 0 0 0,0 1 0 0 0,0 0 0 0 0,0 0 1 0 0,0-1-1 0 0,0 1 0 0 0,0 0 0 0 0,0 0 0 0 0,-1 0 0 0 0,1 0 0 0 0,0 0 1 0 0,0 0-1 0 0,-1 1 0 0 0,1-1 0 0 0,-1 0 0 0 0,1 0 0 0 0,-1 0 0 0 0,0 1 1 0 0,1-1-1 0 0,-1 0 0 0 0,0 0 0 0 0,0 1 0 0 0,0-1 0 0 0,0 0 0 0 0,0 0 0 0 0,0 1 1 0 0,0-1-1 0 0,-1 2 0 0 0,0-1 19 0 0,-1 0 0 0 0,1 0 1 0 0,-1 0-1 0 0,0 0 0 0 0,0 0 0 0 0,0-1 1 0 0,0 1-1 0 0,0-1 0 0 0,0 0 0 0 0,0 1 0 0 0,0-1 1 0 0,-1 0-1 0 0,1 0 0 0 0,-3 1 0 0 0,-14 3 218 0 0,1 1 0 0 0,-37 3-1 0 0,-313 12 1685 0 0,366-21-2170 0 0,0 0 0 0 0,-1-1-1 0 0,1 1 1 0 0,0 0-1 0 0,0-1 1 0 0,-1 1 0 0 0,1-1-1 0 0,0 0 1 0 0,0 1-1 0 0,0-1 1 0 0,0 0 0 0 0,-3-2-1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8.2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1017 161 5144 0 0,'-1'-6'-13'0'0,"0"-1"-1"0"0,-1 0 0 0 0,0 0 1 0 0,-1 1-1 0 0,0-1 0 0 0,0 1 1 0 0,0 0-1 0 0,-1-1 0 0 0,1 2 0 0 0,-2-1 1 0 0,1 0-1 0 0,0 1 0 0 0,-8-7 1 0 0,4 5 36 0 0,-1 1 0 0 0,1 0 1 0 0,-1 1-1 0 0,0 0 0 0 0,0 0 1 0 0,-1 1-1 0 0,0 0 0 0 0,-16-4 0 0 0,1 3-24 0 0,0 0-1 0 0,0 2 1 0 0,-1 0-1 0 0,1 2 0 0 0,-1 1 1 0 0,1 1-1 0 0,0 1 0 0 0,-1 1 1 0 0,1 1-1 0 0,0 2 1 0 0,1 0-1 0 0,-1 2 0 0 0,-26 12 1 0 0,23-8-18 0 0,0 2 1 0 0,0 1-1 0 0,1 1 1 0 0,1 1 0 0 0,1 2-1 0 0,0 0 1 0 0,2 2-1 0 0,0 1 1 0 0,2 0 0 0 0,-26 35-1 0 0,14-12-25 0 0,2 1 1 0 0,2 1-1 0 0,-32 70 1 0 0,54-98 23 0 0,0 0 1 0 0,2 0-1 0 0,0 0 1 0 0,0 0-1 0 0,-1 31 1 0 0,5-38 8 0 0,1 0 0 0 0,1 0-1 0 0,0 0 1 0 0,0 0 0 0 0,1 0 0 0 0,1 0 0 0 0,0 0 0 0 0,0 0-1 0 0,1-1 1 0 0,6 12 0 0 0,0-2 15 0 0,1-1 0 0 0,1 0 0 0 0,1-1-1 0 0,0 0 1 0 0,2-1 0 0 0,0 0 0 0 0,1-1 0 0 0,0-1 0 0 0,2 0 0 0 0,0-2-1 0 0,0 0 1 0 0,1-1 0 0 0,1-1 0 0 0,0 0 0 0 0,1-2 0 0 0,0 0 0 0 0,23 6-1 0 0,2-2 22 0 0,1-2-1 0 0,83 11 1 0 0,-106-21 107 0 0,0-1 1 0 0,0 0-1 0 0,0-2 0 0 0,0-1 1 0 0,0-1-1 0 0,0-1 0 0 0,35-11 1 0 0,-42 9-13 0 0,-1-2 1 0 0,0 0 0 0 0,0-1 0 0 0,-1-1 0 0 0,-1 0 0 0 0,0-1 0 0 0,0-1 0 0 0,-1 0 0 0 0,0 0 0 0 0,-1-2 0 0 0,0 1 0 0 0,-2-2 0 0 0,1 1 0 0 0,15-33 0 0 0,-2-1 84 0 0,-2 0 1 0 0,-2-2-1 0 0,23-90 0 0 0,-36 114 32 0 0,-1 0 0 0 0,-1 0 0 0 0,-2-1 0 0 0,-1 1-1 0 0,0-1 1 0 0,-2 0 0 0 0,-7-52 0 0 0,5 69-166 0 0,0-1-1 0 0,-1 1 1 0 0,0 0-1 0 0,-1-1 1 0 0,0 1-1 0 0,0 1 1 0 0,-1-1-1 0 0,0 1 1 0 0,-1 0-1 0 0,0 0 1 0 0,-1 0-1 0 0,1 1 1 0 0,-2 0-1 0 0,1 0 1 0 0,-1 1-1 0 0,0 0 1 0 0,-1 0-1 0 0,1 1 1 0 0,-1 0 0 0 0,-1 1-1 0 0,1 0 1 0 0,-15-6-1 0 0,-3 3-306 0 0,0 2 0 0 0,0 0 0 0 0,0 2-1 0 0,-1 1 1 0 0,0 1 0 0 0,1 2 0 0 0,-34 3 0 0 0,-5-2-2655 0 0,60-2 542 0 0,-13-1-543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09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696 174 6305 0 0,'0'-5'-53'0'0,"0"-1"0"0"0,0 1-1 0 0,0 0 1 0 0,0 0 0 0 0,-1-1 0 0 0,0 1 0 0 0,0 0 0 0 0,-1 0 0 0 0,1 0 0 0 0,-1 0 0 0 0,0 0 0 0 0,0 1 0 0 0,-1-1 0 0 0,0 0 0 0 0,1 1 0 0 0,-1 0 0 0 0,-1 0 0 0 0,1 0 0 0 0,-7-6 0 0 0,4 3 78 0 0,-2 0 0 0 0,1 0-1 0 0,-1 1 1 0 0,1 0 0 0 0,-2 1 0 0 0,1-1-1 0 0,-1 2 1 0 0,1-1 0 0 0,-17-5 0 0 0,10 7-36 0 0,0 1 1 0 0,-1 0-1 0 0,1 1 1 0 0,0 1-1 0 0,-1 0 1 0 0,1 1-1 0 0,0 1 1 0 0,0 0-1 0 0,0 1 1 0 0,0 0 0 0 0,0 2-1 0 0,0 0 1 0 0,1 0-1 0 0,0 1 1 0 0,0 1-1 0 0,1 0 1 0 0,-1 1-1 0 0,-11 10 1 0 0,-3 2-11 0 0,2 2 1 0 0,0 0 0 0 0,1 2-1 0 0,1 1 1 0 0,2 0 0 0 0,0 2-1 0 0,-17 29 1 0 0,31-44 1 0 0,1 1 0 0 0,0-1 0 0 0,0 1 1 0 0,2 1-1 0 0,-1-1 0 0 0,2 1 0 0 0,0 0 0 0 0,1 0 1 0 0,-3 25-1 0 0,5-31 12 0 0,1-1 0 0 0,1 0-1 0 0,-1 1 1 0 0,1-1 0 0 0,1 0 0 0 0,-1 0 0 0 0,1 0 0 0 0,0 0 0 0 0,1 0 0 0 0,0 0 0 0 0,0-1 0 0 0,0 1 0 0 0,1-1 0 0 0,0 0 0 0 0,0 0-1 0 0,1 0 1 0 0,-1-1 0 0 0,1 1 0 0 0,0-1 0 0 0,12 8 0 0 0,-1-1 6 0 0,1-2 0 0 0,0 0 0 0 0,1-1 0 0 0,0-1 0 0 0,0-1 0 0 0,1 0 0 0 0,0-1 0 0 0,36 6 0 0 0,165 10 21 0 0,-182-20-27 0 0,161 18 765 0 0,-196-20-698 0 0,30 4-1655 0 0,-20-7 389 0 0,-10 2 248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0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350 140 3488 0 0,'-2'-9'-53'0'0,"-1"-1"1"0"0,0 1-1 0 0,-1 0 0 0 0,0 0 0 0 0,0 0 0 0 0,-7-10 0 0 0,7 15 100 0 0,1 0-1 0 0,0 0 0 0 0,-1 1 1 0 0,0-1-1 0 0,0 1 1 0 0,0 0-1 0 0,0 0 0 0 0,-1 0 1 0 0,1 1-1 0 0,-1-1 1 0 0,0 1-1 0 0,0 0 1 0 0,1 0-1 0 0,-8-1 0 0 0,9 0-41 0 0,-2 1 0 0 0,-26 4-3 0 0,19 0-6 0 0,0 0 1 0 0,0 1 0 0 0,1 1 0 0 0,-1 0 0 0 0,1 1-1 0 0,0 0 1 0 0,0 0 0 0 0,0 1 0 0 0,-12 10 0 0 0,16-11-9 0 0,0 0 1 0 0,0 0-1 0 0,1 1 1 0 0,0 0-1 0 0,0 0 1 0 0,0 1-1 0 0,1-1 1 0 0,0 1-1 0 0,0 0 1 0 0,1 1 0 0 0,0-1-1 0 0,0 1 1 0 0,1-1-1 0 0,-3 10 1 0 0,5-14 6 0 0,1-1 0 0 0,-1 1 1 0 0,1-1-1 0 0,0 1 1 0 0,0 0-1 0 0,0-1 1 0 0,0 1-1 0 0,0-1 0 0 0,0 1 1 0 0,1-1-1 0 0,-1 1 1 0 0,1-1-1 0 0,0 1 0 0 0,0-1 1 0 0,0 1-1 0 0,0-1 1 0 0,0 0-1 0 0,0 1 0 0 0,0-1 1 0 0,1 0-1 0 0,1 2 1 0 0,1-1 4 0 0,-1 0 0 0 0,1 0 0 0 0,-1 0 0 0 0,1-1 0 0 0,0 0 0 0 0,0 0 0 0 0,0 0 0 0 0,0 0 0 0 0,0 0 0 0 0,1-1 0 0 0,4 2 0 0 0,5-1 15 0 0,0 0 1 0 0,0 0-1 0 0,0-1 1 0 0,0-1-1 0 0,0 0 1 0 0,23-4-1 0 0,-21 0 80 0 0,0 0 1 0 0,0-2-1 0 0,-1 1 1 0 0,0-2-1 0 0,0 0 0 0 0,0-1 1 0 0,-1 0-1 0 0,0-1 0 0 0,-1-1 1 0 0,0 0-1 0 0,0-1 1 0 0,-1 0-1 0 0,0-1 0 0 0,-1 0 1 0 0,-1-1-1 0 0,17-26 0 0 0,-25 35 192 0 0,-5 6-126 0 0,-10 18-100 0 0,10-15-76 0 0,0 0-1 0 0,0 0 1 0 0,0 1 0 0 0,1 0 0 0 0,0-1 0 0 0,0 1 0 0 0,0 0 0 0 0,1 0 0 0 0,-1 6 0 0 0,2-8 7 0 0,0 0 0 0 0,0 0 0 0 0,1 0 0 0 0,0 0 0 0 0,-1 0 0 0 0,1 0 0 0 0,1 0-1 0 0,-1 0 1 0 0,1 0 0 0 0,-1-1 0 0 0,1 1 0 0 0,0-1 0 0 0,0 1 0 0 0,0-1 0 0 0,1 0 0 0 0,-1 1 0 0 0,6 3 0 0 0,-3-2 3 0 0,1-1 1 0 0,0 0-1 0 0,0 0 1 0 0,0-1-1 0 0,1 0 1 0 0,-1 0-1 0 0,1 0 1 0 0,-1-1-1 0 0,11 3 0 0 0,3-1 17 0 0,0-1-1 0 0,1-1 0 0 0,-1-1 0 0 0,1-1 0 0 0,-1 0 1 0 0,23-4-1 0 0,-34 2 9 0 0,0 1 1 0 0,-1-1 0 0 0,1 0-1 0 0,0-1 1 0 0,-1 0 0 0 0,0-1-1 0 0,0 1 1 0 0,0-2-1 0 0,0 1 1 0 0,0-1 0 0 0,9-8-1 0 0,-14 10 11 0 0,1 0 0 0 0,-1-1 0 0 0,0 1 1 0 0,0-1-1 0 0,0 0 0 0 0,-1 0 0 0 0,1 0 0 0 0,-1 0 0 0 0,0 0 0 0 0,0-1 0 0 0,-1 1 0 0 0,1 0 0 0 0,-1-1 0 0 0,0 0 0 0 0,0 1 1 0 0,0-1-1 0 0,-1 0 0 0 0,0 1 0 0 0,0-1 0 0 0,0 0 0 0 0,0 1 0 0 0,-1-1 0 0 0,-1-4 0 0 0,-24-100 440 0 0,25 107-465 0 0,-4-14-437 0 0,2 22 418 0 0,0 0 0 0 0,0 0-1 0 0,1 0 1 0 0,0 0 0 0 0,0 1 0 0 0,1-1-1 0 0,0 1 1 0 0,0-1 0 0 0,0 1 0 0 0,1 0-1 0 0,0-1 1 0 0,1 10 0 0 0,2 10 2 0 0,12 47 0 0 0,-7-43 2968 0 0,-5-56-2827 0 0,-1 15-45 0 0,0 0-1 0 0,1 0 0 0 0,0 0 1 0 0,1 1-1 0 0,0-1 0 0 0,1 1 0 0 0,12-20 1 0 0,-15 26-78 0 0,1-1 0 0 0,1 1 0 0 0,-1-1-1 0 0,1 1 1 0 0,-1 0 0 0 0,1 1 0 0 0,0-1 0 0 0,1 1 0 0 0,-1 0 0 0 0,1 0 0 0 0,-1 0 0 0 0,1 0 0 0 0,0 1 0 0 0,0-1-1 0 0,0 2 1 0 0,10-4 0 0 0,-10 5-13 0 0,0 0 0 0 0,0 0 1 0 0,-1 0-1 0 0,1 1 0 0 0,0 0 0 0 0,0 0 0 0 0,-1 0 0 0 0,1 0 0 0 0,0 1 0 0 0,-1 0 0 0 0,0 0 0 0 0,5 2 1 0 0,48 33-52 0 0,-49-30 45 0 0,13 7-412 0 0,-1 1 1 0 0,-1 1-1 0 0,-1 1 0 0 0,-1 1 1 0 0,0 0-1 0 0,24 34 0 0 0,-28-37-2551 0 0,-7-7 697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1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14 129 5493 0 0,'-4'-21'174'0'0,"0"0"0"0"0,1 0 1 0 0,0-43-1 0 0,3 62-22 0 0,1 7-223 0 0,12 59 49 0 0,3-1 1 0 0,2 0-1 0 0,3-2 0 0 0,37 75 0 0 0,-50-118 32 0 0,-2-8 23 0 0,-1 0-1 0 0,0 1 1 0 0,0 0 0 0 0,-1 0 0 0 0,-1 0 0 0 0,0 1 0 0 0,2 12 0 0 0,-5-23 5 0 0,1 2-49 0 0,2 3-123 0 0,25-20-4338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2.3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72 4400 0 0,'-39'-3'-324'0'0,"33"3"391"0"0,8-3-34 0 0,21-3-30 0 0,39-7-4 0 0,184 3 117 0 0,-243 10-27 0 0,52-5 1112 0 0,-3-11-1415 0 0,-27 7-2614 0 0,-12 2 2142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3.2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887 142 3428 0 0,'-2'-9'31'0'0,"0"1"1"0"0,-1 0-1 0 0,0 0 0 0 0,0 0 0 0 0,-1 0 0 0 0,0 0 0 0 0,0 0 0 0 0,-1 1 0 0 0,0 0 0 0 0,-11-12 0 0 0,14 16-22 0 0,-1 0-6 0 0,0 0 1 0 0,0 0-1 0 0,0 0 1 0 0,-1 0-1 0 0,1 0 1 0 0,-1 1-1 0 0,1-1 1 0 0,-1 1-1 0 0,0 0 1 0 0,0 0-1 0 0,0 1 1 0 0,0-1-1 0 0,0 1 0 0 0,0 0 1 0 0,-1 0-1 0 0,1 0 1 0 0,0 0-1 0 0,-1 1 1 0 0,-4 0-1 0 0,-17-3-10 0 0,-1 2-1 0 0,1 2 0 0 0,-1 0 0 0 0,1 1 0 0 0,0 2 0 0 0,0 0 1 0 0,0 2-1 0 0,0 1 0 0 0,1 1 0 0 0,0 1 0 0 0,1 2 0 0 0,0 0 1 0 0,0 1-1 0 0,1 2 0 0 0,-41 31 0 0 0,18-9-18 0 0,1 2 1 0 0,-55 63-1 0 0,86-86 12 0 0,1 1 0 0 0,1 1 0 0 0,0 0 0 0 0,2 1 0 0 0,0 0 0 0 0,1 1 0 0 0,0-1 0 0 0,2 2 0 0 0,0-1 0 0 0,-6 31 0 0 0,12-40 8 0 0,1-1 0 0 0,0 0 0 0 0,1 0 0 0 0,0 0 0 0 0,0 0 0 0 0,1 0 0 0 0,0 0 0 0 0,0 0 0 0 0,1 0 0 0 0,0-1 0 0 0,1 1-1 0 0,0-1 1 0 0,0 0 0 0 0,1 0 0 0 0,0 0 0 0 0,0-1 0 0 0,11 12 0 0 0,3 2 4 0 0,1 0-1 0 0,1-1 0 0 0,1-1 0 0 0,31 20 0 0 0,-22-19 36 0 0,1-1 0 0 0,1-2 1 0 0,1-1-1 0 0,0-2 0 0 0,1-1 0 0 0,0-2 1 0 0,0-2-1 0 0,2 0 0 0 0,66 5 0 0 0,-78-12 91 0 0,1-1-1 0 0,-1-1 0 0 0,1-1 0 0 0,-1-1 1 0 0,0-1-1 0 0,1-2 0 0 0,-1 0 0 0 0,-1-2 1 0 0,1 0-1 0 0,-1-2 0 0 0,-1-1 0 0 0,0 0 0 0 0,0-2 1 0 0,-1-1-1 0 0,22-16 0 0 0,-29 17-4 0 0,-1-1 0 0 0,0-1 0 0 0,-1 0 0 0 0,-1-1-1 0 0,0 0 1 0 0,-1-1 0 0 0,0 0 0 0 0,-2-1 0 0 0,0 0-1 0 0,-1-1 1 0 0,0 1 0 0 0,-1-2 0 0 0,-2 1 0 0 0,1-1 0 0 0,-2 0-1 0 0,3-27 1 0 0,-6 30-56 0 0,0 1 0 0 0,-2-1 0 0 0,1 0-1 0 0,-2 1 1 0 0,0-1 0 0 0,-1 1 0 0 0,0 0-1 0 0,-1 0 1 0 0,-1 0 0 0 0,0 0 0 0 0,-1 1 0 0 0,-1 0-1 0 0,0 0 1 0 0,-1 0 0 0 0,-1 1 0 0 0,0 0-1 0 0,0 1 1 0 0,-1 0 0 0 0,-1 1 0 0 0,-19-17-1 0 0,3 7-37 0 0,-2 2 0 0 0,1 1 0 0 0,-2 1 0 0 0,-1 1-1 0 0,0 2 1 0 0,0 1 0 0 0,-2 2 0 0 0,1 1 0 0 0,-1 1-1 0 0,-1 2 1 0 0,-56-4 0 0 0,61 9-727 0 0,0 1 0 0 0,0 2 0 0 0,0 1 1 0 0,-50 10-1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5.6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98 189 5084 0 0,'-2'-4'-183'0'0,"0"0"-1"0"0,-1 0 0 0 0,0 1 1 0 0,0-1-1 0 0,0 1 0 0 0,0 0 1 0 0,0 0-1 0 0,-1 0 0 0 0,-5-3 2029 0 0,9 14-2374 0 0,0 1 529 0 0,1 0 0 0 0,1-1-1 0 0,-1 1 1 0 0,5 11 0 0 0,-5-16 4 0 0,67 215-24 0 0,-40-130 2828 0 0,-30-90-2772 0 0,0 0 0 0 0,0-1 0 0 0,0 1 0 0 0,0-1 0 0 0,1 1-1 0 0,-1-1 1 0 0,0 0 0 0 0,1 0 0 0 0,-1 0 0 0 0,-1-3 0 0 0,2 3 11 0 0,-10-13 30 0 0,1 0 0 0 0,0-1 0 0 0,1 0 0 0 0,1 0 0 0 0,1-1 0 0 0,0-1 0 0 0,1 1 0 0 0,-4-20 0 0 0,-3-5-5 0 0,-36-143 93 0 0,47 177-245 0 0,0-1-1 0 0,1 1 1 0 0,-1-1 0 0 0,2 0-1 0 0,-1 1 1 0 0,1-1-1 0 0,0 0 1 0 0,1 1-1 0 0,3-15 1 0 0,-4 22-1 0 0,1 0 54 0 0,0 0 0 0 0,-1 0 0 0 0,1 1 0 0 0,0-1 0 0 0,-1 1 0 0 0,1-1 1 0 0,0 0-1 0 0,0 1 0 0 0,0 0 0 0 0,0-1 0 0 0,-1 1 0 0 0,1-1 0 0 0,0 1 0 0 0,0 0 0 0 0,0 0 1 0 0,0-1-1 0 0,0 1 0 0 0,0 0 0 0 0,0 0 0 0 0,0 0 0 0 0,0 0 0 0 0,0 0 0 0 0,0 0 1 0 0,0 1-1 0 0,0-1 0 0 0,0 0 0 0 0,0 0 0 0 0,0 1 0 0 0,-1-1 0 0 0,3 1 0 0 0,11 8-41 0 0,-1 1-1 0 0,0 1 1 0 0,0 0-1 0 0,-1 0 1 0 0,14 17-1 0 0,56 75-70 0 0,-62-78 129 0 0,21 31-50 0 0,48 83-1 0 0,-68-95 2128 0 0,-23-48-1922 0 0,-9-16 5 0 0,2-1-1 0 0,1 1 1 0 0,-9-32 0 0 0,14 41-136 0 0,0-1 1 0 0,1 1 0 0 0,0-1-1 0 0,1 1 1 0 0,0-1-1 0 0,1 1 1 0 0,0-1 0 0 0,4-23-1 0 0,-2 29-47 0 0,1 1 0 0 0,-1-1 0 0 0,1 0 0 0 0,0 1-1 0 0,0-1 1 0 0,1 1 0 0 0,-1 0 0 0 0,1 0 0 0 0,0 0 0 0 0,1 0 0 0 0,-1 1-1 0 0,1 0 1 0 0,0 0 0 0 0,0 0 0 0 0,0 1 0 0 0,0-1 0 0 0,1 1 0 0 0,0 0-1 0 0,-1 1 1 0 0,1-1 0 0 0,0 1 0 0 0,0 0 0 0 0,0 1 0 0 0,10-2-1 0 0,-14 3-6 0 0,15-2-296 0 0,-13 4 310 0 0,0 0 0 0 0,0 0 0 0 0,-1 0 0 0 0,1 1 0 0 0,0-1 0 0 0,-1 1 0 0 0,0 0 0 0 0,0 0 0 0 0,0 0 0 0 0,0 0 0 0 0,0 0 0 0 0,0 1-1 0 0,-1 0 1 0 0,1-1 0 0 0,-1 1 0 0 0,2 4 0 0 0,31 79-152 0 0,-24-58 129 0 0,55 169-143 0 0,-66-195-67 0 0,7 23 421 0 0,-6-16-4066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6.1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107 6 4608 0 0,'0'0'-21'0'0,"1"0"0"0"0,-1 0-1 0 0,0-1 1 0 0,0 1 0 0 0,0 0-1 0 0,0 0 1 0 0,0 0 0 0 0,0-1-1 0 0,0 1 1 0 0,-1 0 0 0 0,1 0-1 0 0,0 0 1 0 0,0-1 0 0 0,0 1-1 0 0,0 0 1 0 0,0 0 0 0 0,0 0 0 0 0,0 0-1 0 0,0-1 1 0 0,0 1 0 0 0,0 0-1 0 0,-1 0 1 0 0,1 0 0 0 0,0 0-1 0 0,0 0 1 0 0,0-1 0 0 0,0 1-1 0 0,0 0 1 0 0,-1 0 0 0 0,1 0-1 0 0,0 0 1 0 0,0 0 0 0 0,0 0-1 0 0,0 0 1 0 0,-1 0 0 0 0,1 0-1 0 0,0 0 1 0 0,0 0 0 0 0,0 0-1 0 0,-1 0 1 0 0,1 0 0 0 0,0 0-1 0 0,0 0 1 0 0,0 0 0 0 0,-1 0-1 0 0,1 0 1 0 0,0 0 0 0 0,0 0-1 0 0,0 0 1 0 0,-1 0 0 0 0,1 0-1 0 0,0 0 1 0 0,0 0 0 0 0,-16 11-224 0 0,-15 21 121 0 0,26-25 89 0 0,0 0-1 0 0,0 1 0 0 0,1 0 1 0 0,0 0-1 0 0,0 1 0 0 0,1-1 1 0 0,0 1-1 0 0,0 0 0 0 0,1-1 1 0 0,0 1-1 0 0,0 0 0 0 0,1 0 1 0 0,1 11-1 0 0,0-15 33 0 0,0 0-1 0 0,1 0 1 0 0,0 0-1 0 0,0 0 1 0 0,0 0-1 0 0,1 0 0 0 0,0-1 1 0 0,0 1-1 0 0,0-1 1 0 0,0 1-1 0 0,1-1 1 0 0,0 0-1 0 0,0 0 1 0 0,0 0-1 0 0,0 0 1 0 0,0 0-1 0 0,1-1 1 0 0,0 1-1 0 0,0-1 1 0 0,0 0-1 0 0,0 0 1 0 0,0-1-1 0 0,0 1 1 0 0,1-1-1 0 0,8 3 1 0 0,-7-2 124 0 0,0 0 0 0 0,0-1 0 0 0,0 0 0 0 0,1-1 0 0 0,-1 1 1 0 0,1-1-1 0 0,-1-1 0 0 0,1 1 0 0 0,0-1 0 0 0,-1 0 1 0 0,1 0-1 0 0,7-2 0 0 0,-11 1-44 0 0,0 0 0 0 0,0-1 0 0 0,1 1 0 0 0,-1-1 0 0 0,0 1 0 0 0,-1-1 1 0 0,1 0-1 0 0,0 0 0 0 0,0 0 0 0 0,-1-1 0 0 0,1 1 0 0 0,-1-1 0 0 0,0 1 0 0 0,0-1 0 0 0,0 0 0 0 0,0 0 0 0 0,0 0 1 0 0,-1 0-1 0 0,1 0 0 0 0,-1 0 0 0 0,0 0 0 0 0,0 0 0 0 0,0-1 0 0 0,0 1 0 0 0,0-6 0 0 0,0 5-30 0 0,0 0 1 0 0,0 0-1 0 0,-1-1 0 0 0,0 1 0 0 0,0 0 1 0 0,0-1-1 0 0,0 1 0 0 0,-1 0 0 0 0,1 0 1 0 0,-1-1-1 0 0,0 1 0 0 0,0 0 0 0 0,-1 0 1 0 0,1 0-1 0 0,-1 0 0 0 0,0 0 0 0 0,0 1 1 0 0,-1-1-1 0 0,1 0 0 0 0,-1 1 0 0 0,1 0 0 0 0,-1-1 1 0 0,0 1-1 0 0,0 0 0 0 0,-1 1 0 0 0,1-1 1 0 0,0 0-1 0 0,-1 1 0 0 0,0 0 0 0 0,0 0 1 0 0,1 0-1 0 0,-1 0 0 0 0,0 1 0 0 0,0-1 1 0 0,-5 0-1 0 0,-13-4-419 0 0,1 2 0 0 0,-1 0 0 0 0,0 1 0 0 0,0 1 0 0 0,-30 1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6.9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32 5196 0 0,'-43'-19'111'0'0,"42"18"481"0"0,1 0-588 0 0,0 2-6 0 0,0-1 0 0 0,0 0 0 0 0,0 0 0 0 0,0 0 0 0 0,1 0 0 0 0,-1 0 0 0 0,0 0 0 0 0,0 0 0 0 0,0 0 0 0 0,0 0 0 0 0,1 0 0 0 0,-1 0 0 0 0,0 0 0 0 0,0 0-1 0 0,0 0 1 0 0,1 0 0 0 0,-1 0 0 0 0,0 0 0 0 0,0 0 0 0 0,0 0 0 0 0,0-1 0 0 0,0 1 0 0 0,1 0 0 0 0,-1 0 0 0 0,0 0 0 0 0,0 0 0 0 0,0 0 0 0 0,0 0 0 0 0,0 0 0 0 0,1 0 0 0 0,-1-1 0 0 0,0 1 0 0 0,0 0 0 0 0,0 0 0 0 0,0 0-1 0 0,0 0 1 0 0,0 0 0 0 0,0-1 0 0 0,0 1 0 0 0,0 0 0 0 0,0 0 0 0 0,0 0 0 0 0,0 0 0 0 0,0-1 0 0 0,0 1 0 0 0,0 0 0 0 0,0 0 0 0 0,0 0 0 0 0,0 0 0 0 0,0-1 0 0 0,0 1 0 0 0,0 0 0 0 0,0 0 0 0 0,0 0 0 0 0,0 0-1 0 0,0-1 1 0 0,0 1 0 0 0,0 0 0 0 0,0 0 0 0 0,0 0 0 0 0,0 0 0 0 0,0-1 0 0 0,-1 1 0 0 0,1 0 0 0 0,0 0 0 0 0,0 0 0 0 0,0 0 0 0 0,0 0 0 0 0,32 13-30 0 0,-1 2 1 0 0,0 1-1 0 0,-1 2 1 0 0,-1 0-1 0 0,0 2 1 0 0,-2 2-1 0 0,0 0 1 0 0,-2 2-1 0 0,0 0 1 0 0,39 54-1 0 0,-18-3-81 0 0,-46-74 131 0 0,-2 1 37 0 0,0 0-1 0 0,0-1 0 0 0,-1 1 0 0 0,1 0 0 0 0,-1-1 0 0 0,0 1 0 0 0,1-1 0 0 0,-1 0 0 0 0,0 0 0 0 0,0 0 0 0 0,0-1 0 0 0,0 1 0 0 0,0 0 0 0 0,1-1 0 0 0,-1 0 0 0 0,0 0 0 0 0,0 0 0 0 0,0 0 0 0 0,0 0 0 0 0,0-1 0 0 0,0 1 0 0 0,0-1 0 0 0,0 0 0 0 0,0 0 0 0 0,0 0 0 0 0,1 0 0 0 0,-1 0 0 0 0,0 0 0 0 0,1-1 0 0 0,-1 0 0 0 0,-2-2 0 0 0,0 1 11 0 0,1 0 0 0 0,0 0-1 0 0,0-1 1 0 0,0 0 0 0 0,1 1-1 0 0,-1-1 1 0 0,1-1 0 0 0,0 1-1 0 0,0 0 1 0 0,0-1 0 0 0,1 0-1 0 0,-1 1 1 0 0,1-1 0 0 0,0 0-1 0 0,1 0 1 0 0,-1 0 0 0 0,0-10-1 0 0,1 4-42 0 0,2 0-1 0 0,0 1 1 0 0,0-1 0 0 0,1 0-1 0 0,0 0 1 0 0,0 1-1 0 0,1 0 1 0 0,1-1-1 0 0,7-14 1 0 0,2 1-57 0 0,0 0-1 0 0,26-33 1 0 0,-16 18-757 0 0,-23 37 496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7.6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151 164 4384 0 0,'27'-21'-393'0'0,"-24"17"558"0"0,1 0-1 0 0,-1 0 1 0 0,1 0-1 0 0,-1-1 0 0 0,-1 1 1 0 0,1-1-1 0 0,-1 0 0 0 0,1 0 1 0 0,-1 0-1 0 0,-1 0 0 0 0,1 0 1 0 0,-1 0-1 0 0,0-1 0 0 0,1-8 1 0 0,-2 11-99 0 0,1 0 1 0 0,-1 0-1 0 0,0 0 0 0 0,0 1 1 0 0,0-1-1 0 0,-1 0 1 0 0,1 0-1 0 0,-1 0 1 0 0,0 1-1 0 0,1-1 1 0 0,-1 0-1 0 0,0 0 1 0 0,-1 1-1 0 0,1-1 1 0 0,0 1-1 0 0,-1-1 0 0 0,1 1 1 0 0,-1 0-1 0 0,0 0 1 0 0,0 0-1 0 0,-4-4 1 0 0,4 5-27 0 0,-26 8 46 0 0,13 0-88 0 0,-1 1 1 0 0,2 1-1 0 0,-1 0 0 0 0,2 2 1 0 0,-1-1-1 0 0,-18 20 1 0 0,28-27-15 0 0,1 1 1 0 0,-1-1 0 0 0,1 1-1 0 0,0 0 1 0 0,0 0 0 0 0,0 1 0 0 0,0-1-1 0 0,1 0 1 0 0,-1 1 0 0 0,1 0 0 0 0,0 0-1 0 0,1-1 1 0 0,-1 1 0 0 0,1 0 0 0 0,0 0-1 0 0,0 0 1 0 0,1 0 0 0 0,-1 1-1 0 0,1-1 1 0 0,1 0 0 0 0,-1 0 0 0 0,0 0-1 0 0,1 0 1 0 0,0 0 0 0 0,0 0 0 0 0,1 0-1 0 0,2 7 1 0 0,0-7 9 0 0,0 0 0 0 0,0 0 0 0 0,0 0 1 0 0,0 0-1 0 0,1 0 0 0 0,0-1 0 0 0,0 0 0 0 0,0 0 0 0 0,1 0 0 0 0,-1-1 0 0 0,1 0 1 0 0,0 0-1 0 0,7 2 0 0 0,13 6-5 0 0,43 10-1 0 0,-66-20 10 0 0,39 9-184 0 0,-1-2 0 0 0,68 5 0 0 0,-80-12-1031 0 0,-1-1 1 0 0,42-5 0 0 0,-38 0-220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8.8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1 434 4116 0 0,'0'0'-265'0'0,"7"1"-220"0"0,2 0 554 0 0,0-1 1 0 0,0 0-1 0 0,0 0 0 0 0,-1-1 0 0 0,1 0 0 0 0,0 0 0 0 0,0-1 1 0 0,-1-1-1 0 0,1 1 0 0 0,-1-1 0 0 0,0 0 0 0 0,0-1 0 0 0,0 0 0 0 0,0-1 1 0 0,0 1-1 0 0,-1-1 0 0 0,0-1 0 0 0,0 1 0 0 0,-1-1 0 0 0,1-1 0 0 0,-1 1 1 0 0,0-1-1 0 0,-1 0 0 0 0,0 0 0 0 0,0 0 0 0 0,0-1 0 0 0,3-9 0 0 0,-5 9-10 0 0,0-1-1 0 0,0 0 0 0 0,-1 1 0 0 0,-1-1 0 0 0,1 0 0 0 0,-1 0 1 0 0,-1 0-1 0 0,1 0 0 0 0,-2 0 0 0 0,1 0 0 0 0,-4-17 0 0 0,0 11-17 0 0,0 1-1 0 0,-1-1 0 0 0,0 1 0 0 0,-1-1 0 0 0,-1 2 1 0 0,-10-17-1 0 0,-33-38-25 0 0,49 67-62 0 0,-2-1-45 0 0,3 1 87 0 0,0 1-1 0 0,0 0 1 0 0,0 0-1 0 0,0 0 1 0 0,0-1-1 0 0,0 1 0 0 0,0 0 1 0 0,0 0-1 0 0,0 0 1 0 0,-1 0-1 0 0,1-1 1 0 0,0 1-1 0 0,0 0 1 0 0,0 0-1 0 0,0 0 1 0 0,-1 0-1 0 0,1 0 1 0 0,0 0-1 0 0,0-1 0 0 0,0 1 1 0 0,-1 0-1 0 0,1 0 1 0 0,0 0-1 0 0,0 0 1 0 0,0 0-1 0 0,-1 0 1 0 0,1 0-1 0 0,0 0 1 0 0,0 0-1 0 0,0 0 1 0 0,-1 0-1 0 0,1 0 1 0 0,0 0-1 0 0,0 0 0 0 0,0 0 1 0 0,-1 0-1 0 0,1 0 1 0 0,0 0-1 0 0,0 0 1 0 0,0 1-1 0 0,-1-1 1 0 0,1 0-1 0 0,0 0 1 0 0,0 0-1 0 0,0 0 1 0 0,-1 0-1 0 0,1 0 0 0 0,0 1 1 0 0,0-1-1 0 0,0 0 1 0 0,-5 8-16 0 0,1 1-1 0 0,0-1 1 0 0,0 1 0 0 0,1 0 0 0 0,0 0 0 0 0,1 0-1 0 0,0 1 1 0 0,1-1 0 0 0,-1 0 0 0 0,2 1-1 0 0,-1-1 1 0 0,3 18 0 0 0,2 20-24 0 0,12 58-1 0 0,-12-85 38 0 0,109 400-153 0 0,-46-200 77 0 0,-58-182 61 0 0,7 47 0 0 0,-15-56 8 0 0,3 3 620 0 0,1-30-638 0 0,4-17-598 0 0,0-1-978 0 0,1 2-62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9.1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33 109 4600 0 0,'-6'-6'-167'0'0,"4"5"171"0"0,-1-1-1 0 0,1 1 0 0 0,0-1 0 0 0,0 0 0 0 0,0 0 0 0 0,0 0 1 0 0,0 0-1 0 0,1 0 0 0 0,-1-1 0 0 0,1 1 0 0 0,-1 0 0 0 0,1-1 1 0 0,-1-2-1 0 0,6 2-12 0 0,1 0-1 0 0,0 0 1 0 0,0 0 0 0 0,0 1 0 0 0,0 0 0 0 0,1 0-1 0 0,-1 1 1 0 0,8-2 0 0 0,79-15-123 0 0,0 4 0 0 0,151-4 1 0 0,-241 18-18 0 0,3 6-1432 0 0,-4-5 1167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9.4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43 3408 0 0,'-21'-41'1394'0'0,"20"40"-1142"0"0,-6 26-222 0 0,6-16-31 0 0,1 1 1 0 0,0 0-1 0 0,1 0 1 0 0,0 0-1 0 0,0-1 1 0 0,1 1 0 0 0,0 0-1 0 0,0-1 1 0 0,1 0-1 0 0,1 1 1 0 0,5 9-1 0 0,7 28-115 0 0,-14-42-144 0 0,0 0 0 0 0,0-1 0 0 0,0 1 0 0 0,0-1 0 0 0,1 0 1 0 0,0 0-1 0 0,0 0 0 0 0,5 6 0 0 0,-2-3-507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19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58 4088 0 0,'-5'-13'212'0'0,"2"3"32"0"0,0 3 312 0 0,1-3 1 0 0,-4 3-53 0 0,6-3-704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0.3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0 210 3384 0 0,'36'-153'1728'0'0,"-28"98"-756"0"0,-8 53-988 0 0,1 8-105 0 0,4 467-29 0 0,-8-411 136 0 0,0-30 4 0 0,1 0 1 0 0,2 0 0 0 0,0 0-1 0 0,3 0 1 0 0,1 0 0 0 0,8 35-1 0 0,-9-60 12 0 0,-1-1 1 0 0,1 1-1 0 0,1-1 0 0 0,-1 1 1 0 0,1-1-1 0 0,0 0 0 0 0,0 0 0 0 0,1-1 1 0 0,0 0-1 0 0,0 1 0 0 0,0-2 0 0 0,1 1 1 0 0,9 6-1 0 0,-4-4 12 0 0,0-1-1 0 0,1 0 1 0 0,0-1 0 0 0,0 0-1 0 0,1-1 1 0 0,25 5 0 0 0,-8-4 2 0 0,1-2-1 0 0,-1-1 1 0 0,1-2 0 0 0,0 0 0 0 0,49-9 0 0 0,-50 4-670 0 0,0-2 0 0 0,-1-1 0 0 0,0-2 0 0 0,42-18 0 0 0,-39 11-160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0.9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6 177 3480 0 0,'0'-167'2706'0'0,"0"166"-2631"0"0,-1-6-65 0 0,0 5-18 0 0,0 7-34 0 0,-2 68-3 0 0,4 1 0 0 0,2-1 1 0 0,4 0-1 0 0,3 0 1 0 0,21 77-1 0 0,-28-138 51 0 0,0 0-1 0 0,1-1 1 0 0,0 0-1 0 0,1 0 1 0 0,0 0-1 0 0,1 0 1 0 0,0-1-1 0 0,0 0 0 0 0,1 0 1 0 0,0-1-1 0 0,1 0 1 0 0,0 0-1 0 0,1-1 1 0 0,0 0-1 0 0,0 0 1 0 0,1-1-1 0 0,-1 0 1 0 0,2-1-1 0 0,-1 0 1 0 0,1 0-1 0 0,0-2 1 0 0,0 1-1 0 0,0-1 1 0 0,0-1-1 0 0,1 0 0 0 0,0 0 1 0 0,-1-1-1 0 0,19 1 1 0 0,4-2-652 0 0,-1 0 1 0 0,1-2-1 0 0,-1-2 1 0 0,41-8-1 0 0,-47 6-382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1.2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30 106 3872 0 0,'0'0'-3'0'0,"-3"0"61"0"0,1 1-20 0 0,1-1 1 0 0,0 0-1 0 0,-1 0 0 0 0,1 0 0 0 0,0 0 1 0 0,-1 0-1 0 0,1 0 0 0 0,0 0 0 0 0,-1 0 1 0 0,1 0-1 0 0,0-1 0 0 0,-1 1 0 0 0,1 0 1 0 0,0-1-1 0 0,0 1 0 0 0,-1-1 1 0 0,1 0-1 0 0,-2-1 0 0 0,19-9 697 0 0,48-10-404 0 0,59-1-202 0 0,77-20-3127 0 0,-181 37 2003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1.9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84 157 3576 0 0,'-13'4'-640'0'0,"8"-2"456"0"0,10-3-62 0 0,10-4 298 0 0,0-1 0 0 0,0-1 0 0 0,17-10 0 0 0,-25 14 59 0 0,-1-1 0 0 0,0 0 0 0 0,0-1 0 0 0,0 0 0 0 0,0 0 0 0 0,-1 0 1 0 0,0 0-1 0 0,0-1 0 0 0,0 0 0 0 0,-1 0 0 0 0,4-7 0 0 0,-7 12-87 0 0,0 0 0 0 0,0-1 0 0 0,0 1-1 0 0,0 0 1 0 0,-1-1 0 0 0,1 1 0 0 0,0 0 0 0 0,-1-1 0 0 0,1 1-1 0 0,-1-1 1 0 0,0 1 0 0 0,1-1 0 0 0,-1 1 0 0 0,0-1 0 0 0,0 1-1 0 0,0-1 1 0 0,0 1 0 0 0,0-1 0 0 0,-1 1 0 0 0,1-1 0 0 0,0 1-1 0 0,-1-1 1 0 0,1 1 0 0 0,-1-1 0 0 0,1 1 0 0 0,-1 0 0 0 0,0-1-1 0 0,1 1 1 0 0,-1 0 0 0 0,0-1 0 0 0,0 1 0 0 0,0 0 0 0 0,0 0-1 0 0,0 0 1 0 0,0 0 0 0 0,0 0 0 0 0,-1 0 0 0 0,1 0 0 0 0,0 0-1 0 0,0 1 1 0 0,-1-1 0 0 0,-1 0 0 0 0,-1-1-20 0 0,-1 1 1 0 0,1 1-1 0 0,0-1 0 0 0,-1 0 0 0 0,1 1 1 0 0,-1 0-1 0 0,1 0 0 0 0,0 1 1 0 0,-1-1-1 0 0,1 1 0 0 0,-1 0 1 0 0,-6 2-1 0 0,3 0-16 0 0,0 0 0 0 0,0 0 0 0 0,0 1 0 0 0,1 0 0 0 0,-1 1 1 0 0,1-1-1 0 0,0 1 0 0 0,0 1 0 0 0,0-1 0 0 0,1 1 0 0 0,0 1 0 0 0,0-1 1 0 0,1 1-1 0 0,0 0 0 0 0,0 0 0 0 0,0 0 0 0 0,1 1 0 0 0,0 0 0 0 0,0-1 1 0 0,1 1-1 0 0,0 1 0 0 0,1-1 0 0 0,-3 16 0 0 0,5-20 6 0 0,0 0 0 0 0,1 1 0 0 0,0-1 0 0 0,0 1-1 0 0,0-1 1 0 0,0 0 0 0 0,0 0 0 0 0,1 1 0 0 0,0-1 0 0 0,0 0 0 0 0,0 0 0 0 0,1-1 0 0 0,-1 1-1 0 0,1 0 1 0 0,0-1 0 0 0,0 0 0 0 0,0 1 0 0 0,0-1 0 0 0,0 0 0 0 0,7 3 0 0 0,2 4 16 0 0,1-2 0 0 0,0 1 0 0 0,1-2 1 0 0,23 10-1 0 0,-19-9-258 0 0,1-1 1 0 0,0-1 0 0 0,1 0-1 0 0,-1-2 1 0 0,1 0-1 0 0,0-1 1 0 0,0-1-1 0 0,0-1 1 0 0,30-3 0 0 0,-18-2-189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2.5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19 2884 0 0,'-6'-14'315'0'0,"4"9"-62"0"0,12 10-182 0 0,4 3-154 0 0,148 90-139 0 0,-140-83 214 0 0,-1 2 1 0 0,-1 0-1 0 0,0 1 0 0 0,-2 1 1 0 0,20 26-1 0 0,-36-43 14 0 0,0-1-1 0 0,-1 2 0 0 0,1-1 1 0 0,-1 0-1 0 0,1 0 1 0 0,-1 0-1 0 0,0 1 0 0 0,0-1 1 0 0,0 0-1 0 0,0 1 1 0 0,0-1-1 0 0,-1 1 0 0 0,1 0 1 0 0,-1-1-1 0 0,1 1 1 0 0,-1-1-1 0 0,0 1 0 0 0,0 0 1 0 0,0-1-1 0 0,-1 1 1 0 0,0 4-1 0 0,0-5 52 0 0,-1 1 0 0 0,0-1 0 0 0,1 0 0 0 0,-1 1 0 0 0,0-1 0 0 0,-1 0 0 0 0,1 0 0 0 0,0 0 0 0 0,0-1 0 0 0,-1 1 0 0 0,1 0 0 0 0,-1-1 0 0 0,0 0 0 0 0,1 1 0 0 0,-1-1-1 0 0,0 0 1 0 0,-4 1 0 0 0,5-1 36 0 0,0 0-1 0 0,0 0 1 0 0,0-1-1 0 0,0 1 0 0 0,0 0 1 0 0,-1-1-1 0 0,1 0 1 0 0,0 1-1 0 0,0-1 0 0 0,0 0 1 0 0,0 0-1 0 0,0 0 1 0 0,-1 0-1 0 0,1 0 0 0 0,0-1 1 0 0,0 1-1 0 0,0-1 1 0 0,0 1-1 0 0,0-1 0 0 0,0 0 1 0 0,0 0-1 0 0,0 0 1 0 0,0 0-1 0 0,0 0 0 0 0,0 0 1 0 0,1 0-1 0 0,-1-1 0 0 0,0 1 1 0 0,1-1-1 0 0,-3-2 1 0 0,3 1-41 0 0,0 0 0 0 0,0 0 0 0 0,0 0 0 0 0,0 0 1 0 0,1 0-1 0 0,-1 0 0 0 0,1 0 0 0 0,-1 0 0 0 0,1 0 0 0 0,0 0 1 0 0,1 0-1 0 0,-1 0 0 0 0,0 0 0 0 0,1-1 0 0 0,0 1 0 0 0,0 0 1 0 0,0 1-1 0 0,0-1 0 0 0,2-4 0 0 0,5-8 21 0 0,0-1 0 0 0,1 1 1 0 0,1 1-1 0 0,0 0 0 0 0,22-23 0 0 0,68-54 59 0 0,-52 49-467 0 0,-43 38 333 0 0,-22 26-6600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4T07:46:23.1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471 56 4664 0 0,'0'-2'11'0'0,"0"0"0"0"0,0 0 0 0 0,0 0 0 0 0,-1-1 0 0 0,1 1 0 0 0,-1 0 0 0 0,1 0 0 0 0,-1 0 0 0 0,0 0 0 0 0,1 0 0 0 0,-1 0 0 0 0,0 0 0 0 0,0 0 0 0 0,0 1 0 0 0,-1-1 0 0 0,1 0 0 0 0,0 1 0 0 0,-1-1 0 0 0,1 0 0 0 0,-1 1 0 0 0,0 0 0 0 0,1-1 0 0 0,-1 1 0 0 0,0 0 0 0 0,0 0 0 0 0,0 0 0 0 0,0 0 0 0 0,0 0 0 0 0,0 1 0 0 0,0-1 0 0 0,0 0 0 0 0,0 1 0 0 0,0 0 0 0 0,0-1 0 0 0,0 1 0 0 0,0 0 0 0 0,-4 0 0 0 0,2-1-10 0 0,-1 0 0 0 0,1 0 1 0 0,-1 1-1 0 0,1-1 0 0 0,0 1 1 0 0,-1 0-1 0 0,1 0 0 0 0,-1 1 1 0 0,1-1-1 0 0,-1 1 0 0 0,-6 2 1 0 0,-4 2-4 0 0,6-4-19 0 0,0 2 0 0 0,1-1 0 0 0,-1 1-1 0 0,1 0 1 0 0,0 1 0 0 0,0 0 0 0 0,0 0-1 0 0,0 1 1 0 0,1 0 0 0 0,-8 7-1 0 0,14-11 17 0 0,0 0 0 0 0,1 0 0 0 0,-1 0-1 0 0,1 0 1 0 0,-1-1 0 0 0,1 1 0 0 0,0 0-1 0 0,-1 0 1 0 0,1 0 0 0 0,0 0 0 0 0,0 0-1 0 0,-1 0 1 0 0,1 1 0 0 0,0-1 0 0 0,0 0-1 0 0,0 0 1 0 0,0 0 0 0 0,1 0 0 0 0,-1 0-1 0 0,0 0 1 0 0,0 0 0 0 0,1 0 0 0 0,-1 0-1 0 0,0 0 1 0 0,1 0 0 0 0,-1 0 0 0 0,1-1-1 0 0,-1 1 1 0 0,1 0 0 0 0,-1 0 0 0 0,1 0-1 0 0,0 0 1 0 0,0-1 0 0 0,-1 1 0 0 0,1 0-1 0 0,0-1 1 0 0,1 2 0 0 0,33 21-10 0 0,32 3-45 0 0,115 28-1 0 0,-72-23-2 0 0,-78-23 46 0 0,-14-3 121 0 0,0 0-1 0 0,25 12 1 0 0,-49-15-8 0 0,-29 6-24 0 0,1-2-1 0 0,-1-2 1 0 0,0 0-1 0 0,-43-3 0 0 0,0 1-10 0 0,-87 12 28 0 0,-90 2 141 0 0,254-16-341 0 0,-1 0 0 0 0,0 0-1 0 0,1 0 1 0 0,-1 0 0 0 0,0 0-1 0 0,1-1 1 0 0,-1 1 0 0 0,1 0-1 0 0,-1-1 1 0 0,0 1 0 0 0,1-1-1 0 0,-1 0 1 0 0,1 1 0 0 0,0-1-1 0 0,-1 0 1 0 0,1 0 0 0 0,-1 0 0 0 0,1 0-1 0 0,0 0 1 0 0,0 0 0 0 0,0-1-1 0 0,-2 0 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.png"/><Relationship Id="rId21" Type="http://schemas.openxmlformats.org/officeDocument/2006/relationships/customXml" Target="../ink/ink15.xml"/><Relationship Id="rId42" Type="http://schemas.openxmlformats.org/officeDocument/2006/relationships/image" Target="../media/image28.png"/><Relationship Id="rId47" Type="http://schemas.openxmlformats.org/officeDocument/2006/relationships/customXml" Target="../ink/ink28.xml"/><Relationship Id="rId63" Type="http://schemas.openxmlformats.org/officeDocument/2006/relationships/customXml" Target="../ink/ink36.xml"/><Relationship Id="rId68" Type="http://schemas.openxmlformats.org/officeDocument/2006/relationships/image" Target="../media/image41.png"/><Relationship Id="rId84" Type="http://schemas.openxmlformats.org/officeDocument/2006/relationships/image" Target="../media/image49.png"/><Relationship Id="rId89" Type="http://schemas.openxmlformats.org/officeDocument/2006/relationships/customXml" Target="../ink/ink49.xml"/><Relationship Id="rId112" Type="http://schemas.openxmlformats.org/officeDocument/2006/relationships/image" Target="../media/image63.png"/><Relationship Id="rId16" Type="http://schemas.openxmlformats.org/officeDocument/2006/relationships/image" Target="../media/image15.png"/><Relationship Id="rId107" Type="http://schemas.openxmlformats.org/officeDocument/2006/relationships/customXml" Target="../ink/ink58.xml"/><Relationship Id="rId11" Type="http://schemas.openxmlformats.org/officeDocument/2006/relationships/customXml" Target="../ink/ink10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37" Type="http://schemas.openxmlformats.org/officeDocument/2006/relationships/customXml" Target="../ink/ink23.xml"/><Relationship Id="rId40" Type="http://schemas.openxmlformats.org/officeDocument/2006/relationships/image" Target="../media/image27.png"/><Relationship Id="rId45" Type="http://schemas.openxmlformats.org/officeDocument/2006/relationships/customXml" Target="../ink/ink27.xml"/><Relationship Id="rId53" Type="http://schemas.openxmlformats.org/officeDocument/2006/relationships/customXml" Target="../ink/ink31.xml"/><Relationship Id="rId58" Type="http://schemas.openxmlformats.org/officeDocument/2006/relationships/image" Target="../media/image36.png"/><Relationship Id="rId66" Type="http://schemas.openxmlformats.org/officeDocument/2006/relationships/image" Target="../media/image40.png"/><Relationship Id="rId74" Type="http://schemas.openxmlformats.org/officeDocument/2006/relationships/image" Target="../media/image44.png"/><Relationship Id="rId79" Type="http://schemas.openxmlformats.org/officeDocument/2006/relationships/customXml" Target="../ink/ink44.xml"/><Relationship Id="rId87" Type="http://schemas.openxmlformats.org/officeDocument/2006/relationships/customXml" Target="../ink/ink48.xml"/><Relationship Id="rId102" Type="http://schemas.openxmlformats.org/officeDocument/2006/relationships/image" Target="../media/image58.png"/><Relationship Id="rId110" Type="http://schemas.openxmlformats.org/officeDocument/2006/relationships/image" Target="../media/image62.png"/><Relationship Id="rId115" Type="http://schemas.openxmlformats.org/officeDocument/2006/relationships/customXml" Target="../ink/ink62.xml"/><Relationship Id="rId5" Type="http://schemas.openxmlformats.org/officeDocument/2006/relationships/customXml" Target="../ink/ink7.xml"/><Relationship Id="rId61" Type="http://schemas.openxmlformats.org/officeDocument/2006/relationships/customXml" Target="../ink/ink35.xml"/><Relationship Id="rId82" Type="http://schemas.openxmlformats.org/officeDocument/2006/relationships/image" Target="../media/image48.png"/><Relationship Id="rId90" Type="http://schemas.openxmlformats.org/officeDocument/2006/relationships/image" Target="../media/image52.png"/><Relationship Id="rId95" Type="http://schemas.openxmlformats.org/officeDocument/2006/relationships/customXml" Target="../ink/ink52.xml"/><Relationship Id="rId19" Type="http://schemas.openxmlformats.org/officeDocument/2006/relationships/customXml" Target="../ink/ink14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18.xml"/><Relationship Id="rId30" Type="http://schemas.openxmlformats.org/officeDocument/2006/relationships/image" Target="../media/image22.png"/><Relationship Id="rId35" Type="http://schemas.openxmlformats.org/officeDocument/2006/relationships/customXml" Target="../ink/ink22.xml"/><Relationship Id="rId43" Type="http://schemas.openxmlformats.org/officeDocument/2006/relationships/customXml" Target="../ink/ink26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64" Type="http://schemas.openxmlformats.org/officeDocument/2006/relationships/image" Target="../media/image39.png"/><Relationship Id="rId69" Type="http://schemas.openxmlformats.org/officeDocument/2006/relationships/customXml" Target="../ink/ink39.xml"/><Relationship Id="rId77" Type="http://schemas.openxmlformats.org/officeDocument/2006/relationships/customXml" Target="../ink/ink43.xml"/><Relationship Id="rId100" Type="http://schemas.openxmlformats.org/officeDocument/2006/relationships/image" Target="../media/image57.png"/><Relationship Id="rId105" Type="http://schemas.openxmlformats.org/officeDocument/2006/relationships/customXml" Target="../ink/ink57.xml"/><Relationship Id="rId113" Type="http://schemas.openxmlformats.org/officeDocument/2006/relationships/customXml" Target="../ink/ink61.xml"/><Relationship Id="rId8" Type="http://schemas.openxmlformats.org/officeDocument/2006/relationships/image" Target="../media/image11.png"/><Relationship Id="rId51" Type="http://schemas.openxmlformats.org/officeDocument/2006/relationships/customXml" Target="../ink/ink30.xml"/><Relationship Id="rId72" Type="http://schemas.openxmlformats.org/officeDocument/2006/relationships/image" Target="../media/image43.png"/><Relationship Id="rId80" Type="http://schemas.openxmlformats.org/officeDocument/2006/relationships/image" Target="../media/image47.png"/><Relationship Id="rId85" Type="http://schemas.openxmlformats.org/officeDocument/2006/relationships/customXml" Target="../ink/ink47.xml"/><Relationship Id="rId93" Type="http://schemas.openxmlformats.org/officeDocument/2006/relationships/customXml" Target="../ink/ink51.xml"/><Relationship Id="rId98" Type="http://schemas.openxmlformats.org/officeDocument/2006/relationships/image" Target="../media/image56.png"/><Relationship Id="rId3" Type="http://schemas.openxmlformats.org/officeDocument/2006/relationships/customXml" Target="../ink/ink6.xml"/><Relationship Id="rId12" Type="http://schemas.openxmlformats.org/officeDocument/2006/relationships/image" Target="../media/image13.png"/><Relationship Id="rId17" Type="http://schemas.openxmlformats.org/officeDocument/2006/relationships/customXml" Target="../ink/ink13.xml"/><Relationship Id="rId25" Type="http://schemas.openxmlformats.org/officeDocument/2006/relationships/customXml" Target="../ink/ink17.xml"/><Relationship Id="rId33" Type="http://schemas.openxmlformats.org/officeDocument/2006/relationships/customXml" Target="../ink/ink21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59" Type="http://schemas.openxmlformats.org/officeDocument/2006/relationships/customXml" Target="../ink/ink34.xml"/><Relationship Id="rId67" Type="http://schemas.openxmlformats.org/officeDocument/2006/relationships/customXml" Target="../ink/ink38.xml"/><Relationship Id="rId103" Type="http://schemas.openxmlformats.org/officeDocument/2006/relationships/customXml" Target="../ink/ink56.xml"/><Relationship Id="rId108" Type="http://schemas.openxmlformats.org/officeDocument/2006/relationships/image" Target="../media/image61.png"/><Relationship Id="rId116" Type="http://schemas.openxmlformats.org/officeDocument/2006/relationships/image" Target="../media/image65.png"/><Relationship Id="rId20" Type="http://schemas.openxmlformats.org/officeDocument/2006/relationships/image" Target="../media/image17.png"/><Relationship Id="rId41" Type="http://schemas.openxmlformats.org/officeDocument/2006/relationships/customXml" Target="../ink/ink25.xml"/><Relationship Id="rId54" Type="http://schemas.openxmlformats.org/officeDocument/2006/relationships/image" Target="../media/image34.png"/><Relationship Id="rId62" Type="http://schemas.openxmlformats.org/officeDocument/2006/relationships/image" Target="../media/image38.png"/><Relationship Id="rId70" Type="http://schemas.openxmlformats.org/officeDocument/2006/relationships/image" Target="../media/image42.png"/><Relationship Id="rId75" Type="http://schemas.openxmlformats.org/officeDocument/2006/relationships/customXml" Target="../ink/ink42.xml"/><Relationship Id="rId83" Type="http://schemas.openxmlformats.org/officeDocument/2006/relationships/customXml" Target="../ink/ink46.xml"/><Relationship Id="rId88" Type="http://schemas.openxmlformats.org/officeDocument/2006/relationships/image" Target="../media/image51.png"/><Relationship Id="rId91" Type="http://schemas.openxmlformats.org/officeDocument/2006/relationships/customXml" Target="../ink/ink50.xml"/><Relationship Id="rId96" Type="http://schemas.openxmlformats.org/officeDocument/2006/relationships/image" Target="../media/image55.png"/><Relationship Id="rId111" Type="http://schemas.openxmlformats.org/officeDocument/2006/relationships/customXml" Target="../ink/ink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5" Type="http://schemas.openxmlformats.org/officeDocument/2006/relationships/customXml" Target="../ink/ink12.xml"/><Relationship Id="rId23" Type="http://schemas.openxmlformats.org/officeDocument/2006/relationships/customXml" Target="../ink/ink16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29.xml"/><Relationship Id="rId57" Type="http://schemas.openxmlformats.org/officeDocument/2006/relationships/customXml" Target="../ink/ink33.xml"/><Relationship Id="rId106" Type="http://schemas.openxmlformats.org/officeDocument/2006/relationships/image" Target="../media/image60.png"/><Relationship Id="rId114" Type="http://schemas.openxmlformats.org/officeDocument/2006/relationships/image" Target="../media/image64.png"/><Relationship Id="rId10" Type="http://schemas.openxmlformats.org/officeDocument/2006/relationships/image" Target="../media/image12.png"/><Relationship Id="rId31" Type="http://schemas.openxmlformats.org/officeDocument/2006/relationships/customXml" Target="../ink/ink20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60" Type="http://schemas.openxmlformats.org/officeDocument/2006/relationships/image" Target="../media/image37.png"/><Relationship Id="rId65" Type="http://schemas.openxmlformats.org/officeDocument/2006/relationships/customXml" Target="../ink/ink37.xml"/><Relationship Id="rId73" Type="http://schemas.openxmlformats.org/officeDocument/2006/relationships/customXml" Target="../ink/ink41.xml"/><Relationship Id="rId78" Type="http://schemas.openxmlformats.org/officeDocument/2006/relationships/image" Target="../media/image46.png"/><Relationship Id="rId81" Type="http://schemas.openxmlformats.org/officeDocument/2006/relationships/customXml" Target="../ink/ink45.xml"/><Relationship Id="rId86" Type="http://schemas.openxmlformats.org/officeDocument/2006/relationships/image" Target="../media/image50.png"/><Relationship Id="rId94" Type="http://schemas.openxmlformats.org/officeDocument/2006/relationships/image" Target="../media/image54.png"/><Relationship Id="rId99" Type="http://schemas.openxmlformats.org/officeDocument/2006/relationships/customXml" Target="../ink/ink54.xml"/><Relationship Id="rId101" Type="http://schemas.openxmlformats.org/officeDocument/2006/relationships/customXml" Target="../ink/ink55.xml"/><Relationship Id="rId4" Type="http://schemas.openxmlformats.org/officeDocument/2006/relationships/image" Target="../media/image9.png"/><Relationship Id="rId9" Type="http://schemas.openxmlformats.org/officeDocument/2006/relationships/customXml" Target="../ink/ink9.xml"/><Relationship Id="rId13" Type="http://schemas.openxmlformats.org/officeDocument/2006/relationships/customXml" Target="../ink/ink11.xml"/><Relationship Id="rId18" Type="http://schemas.openxmlformats.org/officeDocument/2006/relationships/image" Target="../media/image16.png"/><Relationship Id="rId39" Type="http://schemas.openxmlformats.org/officeDocument/2006/relationships/customXml" Target="../ink/ink24.xml"/><Relationship Id="rId109" Type="http://schemas.openxmlformats.org/officeDocument/2006/relationships/customXml" Target="../ink/ink59.xml"/><Relationship Id="rId34" Type="http://schemas.openxmlformats.org/officeDocument/2006/relationships/image" Target="../media/image24.png"/><Relationship Id="rId50" Type="http://schemas.openxmlformats.org/officeDocument/2006/relationships/image" Target="../media/image32.png"/><Relationship Id="rId55" Type="http://schemas.openxmlformats.org/officeDocument/2006/relationships/customXml" Target="../ink/ink32.xml"/><Relationship Id="rId76" Type="http://schemas.openxmlformats.org/officeDocument/2006/relationships/image" Target="../media/image45.png"/><Relationship Id="rId97" Type="http://schemas.openxmlformats.org/officeDocument/2006/relationships/customXml" Target="../ink/ink53.xml"/><Relationship Id="rId104" Type="http://schemas.openxmlformats.org/officeDocument/2006/relationships/image" Target="../media/image59.png"/><Relationship Id="rId7" Type="http://schemas.openxmlformats.org/officeDocument/2006/relationships/customXml" Target="../ink/ink8.xml"/><Relationship Id="rId71" Type="http://schemas.openxmlformats.org/officeDocument/2006/relationships/customXml" Target="../ink/ink40.xml"/><Relationship Id="rId92" Type="http://schemas.openxmlformats.org/officeDocument/2006/relationships/image" Target="../media/image53.png"/><Relationship Id="rId2" Type="http://schemas.openxmlformats.org/officeDocument/2006/relationships/image" Target="../media/image8.png"/><Relationship Id="rId29" Type="http://schemas.openxmlformats.org/officeDocument/2006/relationships/customXml" Target="../ink/ink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customXml" Target="../ink/ink68.xml"/><Relationship Id="rId18" Type="http://schemas.openxmlformats.org/officeDocument/2006/relationships/image" Target="../media/image74.png"/><Relationship Id="rId3" Type="http://schemas.openxmlformats.org/officeDocument/2006/relationships/customXml" Target="../ink/ink63.xml"/><Relationship Id="rId21" Type="http://schemas.openxmlformats.org/officeDocument/2006/relationships/customXml" Target="../ink/ink72.xml"/><Relationship Id="rId7" Type="http://schemas.openxmlformats.org/officeDocument/2006/relationships/customXml" Target="../ink/ink65.xml"/><Relationship Id="rId12" Type="http://schemas.openxmlformats.org/officeDocument/2006/relationships/image" Target="../media/image71.png"/><Relationship Id="rId17" Type="http://schemas.openxmlformats.org/officeDocument/2006/relationships/customXml" Target="../ink/ink70.xml"/><Relationship Id="rId2" Type="http://schemas.openxmlformats.org/officeDocument/2006/relationships/image" Target="../media/image66.pn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customXml" Target="../ink/ink67.xml"/><Relationship Id="rId24" Type="http://schemas.openxmlformats.org/officeDocument/2006/relationships/image" Target="../media/image77.png"/><Relationship Id="rId5" Type="http://schemas.openxmlformats.org/officeDocument/2006/relationships/customXml" Target="../ink/ink64.xml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10" Type="http://schemas.openxmlformats.org/officeDocument/2006/relationships/image" Target="../media/image70.png"/><Relationship Id="rId19" Type="http://schemas.openxmlformats.org/officeDocument/2006/relationships/customXml" Target="../ink/ink71.xml"/><Relationship Id="rId4" Type="http://schemas.openxmlformats.org/officeDocument/2006/relationships/image" Target="../media/image67.png"/><Relationship Id="rId9" Type="http://schemas.openxmlformats.org/officeDocument/2006/relationships/customXml" Target="../ink/ink66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customXml" Target="../ink/ink79.xml"/><Relationship Id="rId18" Type="http://schemas.openxmlformats.org/officeDocument/2006/relationships/image" Target="../media/image86.png"/><Relationship Id="rId26" Type="http://schemas.openxmlformats.org/officeDocument/2006/relationships/image" Target="../media/image90.png"/><Relationship Id="rId3" Type="http://schemas.openxmlformats.org/officeDocument/2006/relationships/customXml" Target="../ink/ink74.xml"/><Relationship Id="rId21" Type="http://schemas.openxmlformats.org/officeDocument/2006/relationships/customXml" Target="../ink/ink83.xml"/><Relationship Id="rId34" Type="http://schemas.openxmlformats.org/officeDocument/2006/relationships/image" Target="../media/image94.png"/><Relationship Id="rId7" Type="http://schemas.openxmlformats.org/officeDocument/2006/relationships/customXml" Target="../ink/ink76.xml"/><Relationship Id="rId12" Type="http://schemas.openxmlformats.org/officeDocument/2006/relationships/image" Target="../media/image83.png"/><Relationship Id="rId17" Type="http://schemas.openxmlformats.org/officeDocument/2006/relationships/customXml" Target="../ink/ink81.xml"/><Relationship Id="rId25" Type="http://schemas.openxmlformats.org/officeDocument/2006/relationships/customXml" Target="../ink/ink85.xml"/><Relationship Id="rId33" Type="http://schemas.openxmlformats.org/officeDocument/2006/relationships/customXml" Target="../ink/ink89.xml"/><Relationship Id="rId2" Type="http://schemas.openxmlformats.org/officeDocument/2006/relationships/image" Target="../media/image78.png"/><Relationship Id="rId16" Type="http://schemas.openxmlformats.org/officeDocument/2006/relationships/image" Target="../media/image85.png"/><Relationship Id="rId20" Type="http://schemas.openxmlformats.org/officeDocument/2006/relationships/image" Target="../media/image87.png"/><Relationship Id="rId29" Type="http://schemas.openxmlformats.org/officeDocument/2006/relationships/customXml" Target="../ink/ink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customXml" Target="../ink/ink78.xml"/><Relationship Id="rId24" Type="http://schemas.openxmlformats.org/officeDocument/2006/relationships/image" Target="../media/image89.png"/><Relationship Id="rId32" Type="http://schemas.openxmlformats.org/officeDocument/2006/relationships/image" Target="../media/image93.png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23" Type="http://schemas.openxmlformats.org/officeDocument/2006/relationships/customXml" Target="../ink/ink84.xml"/><Relationship Id="rId28" Type="http://schemas.openxmlformats.org/officeDocument/2006/relationships/image" Target="../media/image91.png"/><Relationship Id="rId36" Type="http://schemas.openxmlformats.org/officeDocument/2006/relationships/image" Target="../media/image95.png"/><Relationship Id="rId10" Type="http://schemas.openxmlformats.org/officeDocument/2006/relationships/image" Target="../media/image82.png"/><Relationship Id="rId19" Type="http://schemas.openxmlformats.org/officeDocument/2006/relationships/customXml" Target="../ink/ink82.xml"/><Relationship Id="rId31" Type="http://schemas.openxmlformats.org/officeDocument/2006/relationships/customXml" Target="../ink/ink88.xml"/><Relationship Id="rId4" Type="http://schemas.openxmlformats.org/officeDocument/2006/relationships/image" Target="../media/image79.png"/><Relationship Id="rId9" Type="http://schemas.openxmlformats.org/officeDocument/2006/relationships/customXml" Target="../ink/ink77.xml"/><Relationship Id="rId14" Type="http://schemas.openxmlformats.org/officeDocument/2006/relationships/image" Target="../media/image84.png"/><Relationship Id="rId22" Type="http://schemas.openxmlformats.org/officeDocument/2006/relationships/image" Target="../media/image88.png"/><Relationship Id="rId27" Type="http://schemas.openxmlformats.org/officeDocument/2006/relationships/customXml" Target="../ink/ink86.xml"/><Relationship Id="rId30" Type="http://schemas.openxmlformats.org/officeDocument/2006/relationships/image" Target="../media/image92.png"/><Relationship Id="rId35" Type="http://schemas.openxmlformats.org/officeDocument/2006/relationships/customXml" Target="../ink/ink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customXml" Target="../ink/ink96.xml"/><Relationship Id="rId18" Type="http://schemas.openxmlformats.org/officeDocument/2006/relationships/image" Target="../media/image104.png"/><Relationship Id="rId26" Type="http://schemas.openxmlformats.org/officeDocument/2006/relationships/image" Target="../media/image108.png"/><Relationship Id="rId39" Type="http://schemas.openxmlformats.org/officeDocument/2006/relationships/customXml" Target="../ink/ink109.xml"/><Relationship Id="rId3" Type="http://schemas.openxmlformats.org/officeDocument/2006/relationships/customXml" Target="../ink/ink91.xml"/><Relationship Id="rId21" Type="http://schemas.openxmlformats.org/officeDocument/2006/relationships/customXml" Target="../ink/ink100.xml"/><Relationship Id="rId34" Type="http://schemas.openxmlformats.org/officeDocument/2006/relationships/image" Target="../media/image112.png"/><Relationship Id="rId42" Type="http://schemas.openxmlformats.org/officeDocument/2006/relationships/image" Target="../media/image116.png"/><Relationship Id="rId7" Type="http://schemas.openxmlformats.org/officeDocument/2006/relationships/customXml" Target="../ink/ink93.xml"/><Relationship Id="rId12" Type="http://schemas.openxmlformats.org/officeDocument/2006/relationships/image" Target="../media/image101.png"/><Relationship Id="rId17" Type="http://schemas.openxmlformats.org/officeDocument/2006/relationships/customXml" Target="../ink/ink98.xml"/><Relationship Id="rId25" Type="http://schemas.openxmlformats.org/officeDocument/2006/relationships/customXml" Target="../ink/ink102.xml"/><Relationship Id="rId33" Type="http://schemas.openxmlformats.org/officeDocument/2006/relationships/customXml" Target="../ink/ink106.xml"/><Relationship Id="rId38" Type="http://schemas.openxmlformats.org/officeDocument/2006/relationships/image" Target="../media/image114.png"/><Relationship Id="rId2" Type="http://schemas.openxmlformats.org/officeDocument/2006/relationships/image" Target="../media/image96.png"/><Relationship Id="rId16" Type="http://schemas.openxmlformats.org/officeDocument/2006/relationships/image" Target="../media/image103.png"/><Relationship Id="rId20" Type="http://schemas.openxmlformats.org/officeDocument/2006/relationships/image" Target="../media/image105.png"/><Relationship Id="rId29" Type="http://schemas.openxmlformats.org/officeDocument/2006/relationships/customXml" Target="../ink/ink104.xml"/><Relationship Id="rId41" Type="http://schemas.openxmlformats.org/officeDocument/2006/relationships/customXml" Target="../ink/ink1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customXml" Target="../ink/ink95.xml"/><Relationship Id="rId24" Type="http://schemas.openxmlformats.org/officeDocument/2006/relationships/image" Target="../media/image107.png"/><Relationship Id="rId32" Type="http://schemas.openxmlformats.org/officeDocument/2006/relationships/image" Target="../media/image111.png"/><Relationship Id="rId37" Type="http://schemas.openxmlformats.org/officeDocument/2006/relationships/customXml" Target="../ink/ink108.xml"/><Relationship Id="rId40" Type="http://schemas.openxmlformats.org/officeDocument/2006/relationships/image" Target="../media/image115.png"/><Relationship Id="rId5" Type="http://schemas.openxmlformats.org/officeDocument/2006/relationships/customXml" Target="../ink/ink92.xml"/><Relationship Id="rId15" Type="http://schemas.openxmlformats.org/officeDocument/2006/relationships/customXml" Target="../ink/ink97.xml"/><Relationship Id="rId23" Type="http://schemas.openxmlformats.org/officeDocument/2006/relationships/customXml" Target="../ink/ink101.xml"/><Relationship Id="rId28" Type="http://schemas.openxmlformats.org/officeDocument/2006/relationships/image" Target="../media/image109.png"/><Relationship Id="rId36" Type="http://schemas.openxmlformats.org/officeDocument/2006/relationships/image" Target="../media/image113.png"/><Relationship Id="rId10" Type="http://schemas.openxmlformats.org/officeDocument/2006/relationships/image" Target="../media/image100.png"/><Relationship Id="rId19" Type="http://schemas.openxmlformats.org/officeDocument/2006/relationships/customXml" Target="../ink/ink99.xml"/><Relationship Id="rId31" Type="http://schemas.openxmlformats.org/officeDocument/2006/relationships/customXml" Target="../ink/ink105.xml"/><Relationship Id="rId44" Type="http://schemas.openxmlformats.org/officeDocument/2006/relationships/image" Target="../media/image117.png"/><Relationship Id="rId4" Type="http://schemas.openxmlformats.org/officeDocument/2006/relationships/image" Target="../media/image97.png"/><Relationship Id="rId9" Type="http://schemas.openxmlformats.org/officeDocument/2006/relationships/customXml" Target="../ink/ink94.xml"/><Relationship Id="rId14" Type="http://schemas.openxmlformats.org/officeDocument/2006/relationships/image" Target="../media/image102.png"/><Relationship Id="rId22" Type="http://schemas.openxmlformats.org/officeDocument/2006/relationships/image" Target="../media/image106.png"/><Relationship Id="rId27" Type="http://schemas.openxmlformats.org/officeDocument/2006/relationships/customXml" Target="../ink/ink103.xml"/><Relationship Id="rId30" Type="http://schemas.openxmlformats.org/officeDocument/2006/relationships/image" Target="../media/image110.png"/><Relationship Id="rId35" Type="http://schemas.openxmlformats.org/officeDocument/2006/relationships/customXml" Target="../ink/ink107.xml"/><Relationship Id="rId43" Type="http://schemas.openxmlformats.org/officeDocument/2006/relationships/customXml" Target="../ink/ink11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0.png"/><Relationship Id="rId117" Type="http://schemas.openxmlformats.org/officeDocument/2006/relationships/customXml" Target="../ink/ink169.xml"/><Relationship Id="rId21" Type="http://schemas.openxmlformats.org/officeDocument/2006/relationships/customXml" Target="../ink/ink121.xml"/><Relationship Id="rId42" Type="http://schemas.openxmlformats.org/officeDocument/2006/relationships/image" Target="../media/image138.png"/><Relationship Id="rId47" Type="http://schemas.openxmlformats.org/officeDocument/2006/relationships/customXml" Target="../ink/ink134.xml"/><Relationship Id="rId63" Type="http://schemas.openxmlformats.org/officeDocument/2006/relationships/customXml" Target="../ink/ink142.xml"/><Relationship Id="rId68" Type="http://schemas.openxmlformats.org/officeDocument/2006/relationships/image" Target="../media/image151.png"/><Relationship Id="rId84" Type="http://schemas.openxmlformats.org/officeDocument/2006/relationships/image" Target="../media/image159.png"/><Relationship Id="rId89" Type="http://schemas.openxmlformats.org/officeDocument/2006/relationships/customXml" Target="../ink/ink155.xml"/><Relationship Id="rId112" Type="http://schemas.openxmlformats.org/officeDocument/2006/relationships/image" Target="../media/image173.png"/><Relationship Id="rId133" Type="http://schemas.openxmlformats.org/officeDocument/2006/relationships/customXml" Target="../ink/ink177.xml"/><Relationship Id="rId138" Type="http://schemas.openxmlformats.org/officeDocument/2006/relationships/image" Target="../media/image186.png"/><Relationship Id="rId154" Type="http://schemas.openxmlformats.org/officeDocument/2006/relationships/image" Target="../media/image194.png"/><Relationship Id="rId16" Type="http://schemas.openxmlformats.org/officeDocument/2006/relationships/image" Target="../media/image125.png"/><Relationship Id="rId107" Type="http://schemas.openxmlformats.org/officeDocument/2006/relationships/customXml" Target="../ink/ink164.xml"/><Relationship Id="rId11" Type="http://schemas.openxmlformats.org/officeDocument/2006/relationships/customXml" Target="../ink/ink116.xml"/><Relationship Id="rId32" Type="http://schemas.openxmlformats.org/officeDocument/2006/relationships/image" Target="../media/image133.png"/><Relationship Id="rId37" Type="http://schemas.openxmlformats.org/officeDocument/2006/relationships/customXml" Target="../ink/ink129.xml"/><Relationship Id="rId53" Type="http://schemas.openxmlformats.org/officeDocument/2006/relationships/customXml" Target="../ink/ink137.xml"/><Relationship Id="rId58" Type="http://schemas.openxmlformats.org/officeDocument/2006/relationships/image" Target="../media/image146.png"/><Relationship Id="rId74" Type="http://schemas.openxmlformats.org/officeDocument/2006/relationships/image" Target="../media/image154.png"/><Relationship Id="rId79" Type="http://schemas.openxmlformats.org/officeDocument/2006/relationships/customXml" Target="../ink/ink150.xml"/><Relationship Id="rId102" Type="http://schemas.openxmlformats.org/officeDocument/2006/relationships/image" Target="../media/image168.png"/><Relationship Id="rId123" Type="http://schemas.openxmlformats.org/officeDocument/2006/relationships/customXml" Target="../ink/ink172.xml"/><Relationship Id="rId128" Type="http://schemas.openxmlformats.org/officeDocument/2006/relationships/image" Target="../media/image181.png"/><Relationship Id="rId144" Type="http://schemas.openxmlformats.org/officeDocument/2006/relationships/image" Target="../media/image189.png"/><Relationship Id="rId149" Type="http://schemas.openxmlformats.org/officeDocument/2006/relationships/customXml" Target="../ink/ink185.xml"/><Relationship Id="rId5" Type="http://schemas.openxmlformats.org/officeDocument/2006/relationships/customXml" Target="../ink/ink113.xml"/><Relationship Id="rId90" Type="http://schemas.openxmlformats.org/officeDocument/2006/relationships/image" Target="../media/image162.png"/><Relationship Id="rId95" Type="http://schemas.openxmlformats.org/officeDocument/2006/relationships/customXml" Target="../ink/ink158.xml"/><Relationship Id="rId22" Type="http://schemas.openxmlformats.org/officeDocument/2006/relationships/image" Target="../media/image128.png"/><Relationship Id="rId27" Type="http://schemas.openxmlformats.org/officeDocument/2006/relationships/customXml" Target="../ink/ink124.xml"/><Relationship Id="rId43" Type="http://schemas.openxmlformats.org/officeDocument/2006/relationships/customXml" Target="../ink/ink132.xml"/><Relationship Id="rId48" Type="http://schemas.openxmlformats.org/officeDocument/2006/relationships/image" Target="../media/image141.png"/><Relationship Id="rId64" Type="http://schemas.openxmlformats.org/officeDocument/2006/relationships/image" Target="../media/image149.png"/><Relationship Id="rId69" Type="http://schemas.openxmlformats.org/officeDocument/2006/relationships/customXml" Target="../ink/ink145.xml"/><Relationship Id="rId113" Type="http://schemas.openxmlformats.org/officeDocument/2006/relationships/customXml" Target="../ink/ink167.xml"/><Relationship Id="rId118" Type="http://schemas.openxmlformats.org/officeDocument/2006/relationships/image" Target="../media/image176.png"/><Relationship Id="rId134" Type="http://schemas.openxmlformats.org/officeDocument/2006/relationships/image" Target="../media/image184.png"/><Relationship Id="rId139" Type="http://schemas.openxmlformats.org/officeDocument/2006/relationships/customXml" Target="../ink/ink180.xml"/><Relationship Id="rId80" Type="http://schemas.openxmlformats.org/officeDocument/2006/relationships/image" Target="../media/image157.png"/><Relationship Id="rId85" Type="http://schemas.openxmlformats.org/officeDocument/2006/relationships/customXml" Target="../ink/ink153.xml"/><Relationship Id="rId150" Type="http://schemas.openxmlformats.org/officeDocument/2006/relationships/image" Target="../media/image192.png"/><Relationship Id="rId155" Type="http://schemas.openxmlformats.org/officeDocument/2006/relationships/customXml" Target="../ink/ink188.xml"/><Relationship Id="rId12" Type="http://schemas.openxmlformats.org/officeDocument/2006/relationships/image" Target="../media/image123.png"/><Relationship Id="rId17" Type="http://schemas.openxmlformats.org/officeDocument/2006/relationships/customXml" Target="../ink/ink119.xml"/><Relationship Id="rId33" Type="http://schemas.openxmlformats.org/officeDocument/2006/relationships/customXml" Target="../ink/ink127.xml"/><Relationship Id="rId38" Type="http://schemas.openxmlformats.org/officeDocument/2006/relationships/image" Target="../media/image136.png"/><Relationship Id="rId59" Type="http://schemas.openxmlformats.org/officeDocument/2006/relationships/customXml" Target="../ink/ink140.xml"/><Relationship Id="rId103" Type="http://schemas.openxmlformats.org/officeDocument/2006/relationships/customXml" Target="../ink/ink162.xml"/><Relationship Id="rId108" Type="http://schemas.openxmlformats.org/officeDocument/2006/relationships/image" Target="../media/image171.png"/><Relationship Id="rId124" Type="http://schemas.openxmlformats.org/officeDocument/2006/relationships/image" Target="../media/image179.png"/><Relationship Id="rId129" Type="http://schemas.openxmlformats.org/officeDocument/2006/relationships/customXml" Target="../ink/ink175.xml"/><Relationship Id="rId20" Type="http://schemas.openxmlformats.org/officeDocument/2006/relationships/image" Target="../media/image127.png"/><Relationship Id="rId41" Type="http://schemas.openxmlformats.org/officeDocument/2006/relationships/customXml" Target="../ink/ink131.xml"/><Relationship Id="rId54" Type="http://schemas.openxmlformats.org/officeDocument/2006/relationships/image" Target="../media/image144.png"/><Relationship Id="rId62" Type="http://schemas.openxmlformats.org/officeDocument/2006/relationships/image" Target="../media/image148.png"/><Relationship Id="rId70" Type="http://schemas.openxmlformats.org/officeDocument/2006/relationships/image" Target="../media/image152.png"/><Relationship Id="rId75" Type="http://schemas.openxmlformats.org/officeDocument/2006/relationships/customXml" Target="../ink/ink148.xml"/><Relationship Id="rId83" Type="http://schemas.openxmlformats.org/officeDocument/2006/relationships/customXml" Target="../ink/ink152.xml"/><Relationship Id="rId88" Type="http://schemas.openxmlformats.org/officeDocument/2006/relationships/image" Target="../media/image161.png"/><Relationship Id="rId91" Type="http://schemas.openxmlformats.org/officeDocument/2006/relationships/customXml" Target="../ink/ink156.xml"/><Relationship Id="rId96" Type="http://schemas.openxmlformats.org/officeDocument/2006/relationships/image" Target="../media/image165.png"/><Relationship Id="rId111" Type="http://schemas.openxmlformats.org/officeDocument/2006/relationships/customXml" Target="../ink/ink166.xml"/><Relationship Id="rId132" Type="http://schemas.openxmlformats.org/officeDocument/2006/relationships/image" Target="../media/image183.png"/><Relationship Id="rId140" Type="http://schemas.openxmlformats.org/officeDocument/2006/relationships/image" Target="../media/image187.png"/><Relationship Id="rId145" Type="http://schemas.openxmlformats.org/officeDocument/2006/relationships/customXml" Target="../ink/ink183.xml"/><Relationship Id="rId153" Type="http://schemas.openxmlformats.org/officeDocument/2006/relationships/customXml" Target="../ink/ink1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5" Type="http://schemas.openxmlformats.org/officeDocument/2006/relationships/customXml" Target="../ink/ink118.xml"/><Relationship Id="rId23" Type="http://schemas.openxmlformats.org/officeDocument/2006/relationships/customXml" Target="../ink/ink122.xml"/><Relationship Id="rId28" Type="http://schemas.openxmlformats.org/officeDocument/2006/relationships/image" Target="../media/image131.png"/><Relationship Id="rId36" Type="http://schemas.openxmlformats.org/officeDocument/2006/relationships/image" Target="../media/image135.png"/><Relationship Id="rId49" Type="http://schemas.openxmlformats.org/officeDocument/2006/relationships/customXml" Target="../ink/ink135.xml"/><Relationship Id="rId57" Type="http://schemas.openxmlformats.org/officeDocument/2006/relationships/customXml" Target="../ink/ink139.xml"/><Relationship Id="rId106" Type="http://schemas.openxmlformats.org/officeDocument/2006/relationships/image" Target="../media/image170.png"/><Relationship Id="rId114" Type="http://schemas.openxmlformats.org/officeDocument/2006/relationships/image" Target="../media/image174.png"/><Relationship Id="rId119" Type="http://schemas.openxmlformats.org/officeDocument/2006/relationships/customXml" Target="../ink/ink170.xml"/><Relationship Id="rId127" Type="http://schemas.openxmlformats.org/officeDocument/2006/relationships/customXml" Target="../ink/ink174.xml"/><Relationship Id="rId10" Type="http://schemas.openxmlformats.org/officeDocument/2006/relationships/image" Target="../media/image122.png"/><Relationship Id="rId31" Type="http://schemas.openxmlformats.org/officeDocument/2006/relationships/customXml" Target="../ink/ink126.xml"/><Relationship Id="rId44" Type="http://schemas.openxmlformats.org/officeDocument/2006/relationships/image" Target="../media/image139.png"/><Relationship Id="rId52" Type="http://schemas.openxmlformats.org/officeDocument/2006/relationships/image" Target="../media/image143.png"/><Relationship Id="rId60" Type="http://schemas.openxmlformats.org/officeDocument/2006/relationships/image" Target="../media/image147.png"/><Relationship Id="rId65" Type="http://schemas.openxmlformats.org/officeDocument/2006/relationships/customXml" Target="../ink/ink143.xml"/><Relationship Id="rId73" Type="http://schemas.openxmlformats.org/officeDocument/2006/relationships/customXml" Target="../ink/ink147.xml"/><Relationship Id="rId78" Type="http://schemas.openxmlformats.org/officeDocument/2006/relationships/image" Target="../media/image156.png"/><Relationship Id="rId81" Type="http://schemas.openxmlformats.org/officeDocument/2006/relationships/customXml" Target="../ink/ink151.xml"/><Relationship Id="rId86" Type="http://schemas.openxmlformats.org/officeDocument/2006/relationships/image" Target="../media/image160.png"/><Relationship Id="rId94" Type="http://schemas.openxmlformats.org/officeDocument/2006/relationships/image" Target="../media/image164.png"/><Relationship Id="rId99" Type="http://schemas.openxmlformats.org/officeDocument/2006/relationships/customXml" Target="../ink/ink160.xml"/><Relationship Id="rId101" Type="http://schemas.openxmlformats.org/officeDocument/2006/relationships/customXml" Target="../ink/ink161.xml"/><Relationship Id="rId122" Type="http://schemas.openxmlformats.org/officeDocument/2006/relationships/image" Target="../media/image178.png"/><Relationship Id="rId130" Type="http://schemas.openxmlformats.org/officeDocument/2006/relationships/image" Target="../media/image182.png"/><Relationship Id="rId135" Type="http://schemas.openxmlformats.org/officeDocument/2006/relationships/customXml" Target="../ink/ink178.xml"/><Relationship Id="rId143" Type="http://schemas.openxmlformats.org/officeDocument/2006/relationships/customXml" Target="../ink/ink182.xml"/><Relationship Id="rId148" Type="http://schemas.openxmlformats.org/officeDocument/2006/relationships/image" Target="../media/image191.png"/><Relationship Id="rId151" Type="http://schemas.openxmlformats.org/officeDocument/2006/relationships/customXml" Target="../ink/ink186.xml"/><Relationship Id="rId156" Type="http://schemas.openxmlformats.org/officeDocument/2006/relationships/image" Target="../media/image195.png"/><Relationship Id="rId4" Type="http://schemas.openxmlformats.org/officeDocument/2006/relationships/image" Target="../media/image119.png"/><Relationship Id="rId9" Type="http://schemas.openxmlformats.org/officeDocument/2006/relationships/customXml" Target="../ink/ink115.xml"/><Relationship Id="rId13" Type="http://schemas.openxmlformats.org/officeDocument/2006/relationships/customXml" Target="../ink/ink117.xml"/><Relationship Id="rId18" Type="http://schemas.openxmlformats.org/officeDocument/2006/relationships/image" Target="../media/image126.png"/><Relationship Id="rId39" Type="http://schemas.openxmlformats.org/officeDocument/2006/relationships/customXml" Target="../ink/ink130.xml"/><Relationship Id="rId109" Type="http://schemas.openxmlformats.org/officeDocument/2006/relationships/customXml" Target="../ink/ink165.xml"/><Relationship Id="rId34" Type="http://schemas.openxmlformats.org/officeDocument/2006/relationships/image" Target="../media/image134.png"/><Relationship Id="rId50" Type="http://schemas.openxmlformats.org/officeDocument/2006/relationships/image" Target="../media/image142.png"/><Relationship Id="rId55" Type="http://schemas.openxmlformats.org/officeDocument/2006/relationships/customXml" Target="../ink/ink138.xml"/><Relationship Id="rId76" Type="http://schemas.openxmlformats.org/officeDocument/2006/relationships/image" Target="../media/image155.png"/><Relationship Id="rId97" Type="http://schemas.openxmlformats.org/officeDocument/2006/relationships/customXml" Target="../ink/ink159.xml"/><Relationship Id="rId104" Type="http://schemas.openxmlformats.org/officeDocument/2006/relationships/image" Target="../media/image169.png"/><Relationship Id="rId120" Type="http://schemas.openxmlformats.org/officeDocument/2006/relationships/image" Target="../media/image177.png"/><Relationship Id="rId125" Type="http://schemas.openxmlformats.org/officeDocument/2006/relationships/customXml" Target="../ink/ink173.xml"/><Relationship Id="rId141" Type="http://schemas.openxmlformats.org/officeDocument/2006/relationships/customXml" Target="../ink/ink181.xml"/><Relationship Id="rId146" Type="http://schemas.openxmlformats.org/officeDocument/2006/relationships/image" Target="../media/image190.png"/><Relationship Id="rId7" Type="http://schemas.openxmlformats.org/officeDocument/2006/relationships/customXml" Target="../ink/ink114.xml"/><Relationship Id="rId71" Type="http://schemas.openxmlformats.org/officeDocument/2006/relationships/customXml" Target="../ink/ink146.xml"/><Relationship Id="rId92" Type="http://schemas.openxmlformats.org/officeDocument/2006/relationships/image" Target="../media/image163.png"/><Relationship Id="rId2" Type="http://schemas.openxmlformats.org/officeDocument/2006/relationships/image" Target="../media/image118.png"/><Relationship Id="rId29" Type="http://schemas.openxmlformats.org/officeDocument/2006/relationships/customXml" Target="../ink/ink125.xml"/><Relationship Id="rId24" Type="http://schemas.openxmlformats.org/officeDocument/2006/relationships/image" Target="../media/image129.png"/><Relationship Id="rId40" Type="http://schemas.openxmlformats.org/officeDocument/2006/relationships/image" Target="../media/image137.png"/><Relationship Id="rId45" Type="http://schemas.openxmlformats.org/officeDocument/2006/relationships/customXml" Target="../ink/ink133.xml"/><Relationship Id="rId66" Type="http://schemas.openxmlformats.org/officeDocument/2006/relationships/image" Target="../media/image150.png"/><Relationship Id="rId87" Type="http://schemas.openxmlformats.org/officeDocument/2006/relationships/customXml" Target="../ink/ink154.xml"/><Relationship Id="rId110" Type="http://schemas.openxmlformats.org/officeDocument/2006/relationships/image" Target="../media/image172.png"/><Relationship Id="rId115" Type="http://schemas.openxmlformats.org/officeDocument/2006/relationships/customXml" Target="../ink/ink168.xml"/><Relationship Id="rId131" Type="http://schemas.openxmlformats.org/officeDocument/2006/relationships/customXml" Target="../ink/ink176.xml"/><Relationship Id="rId136" Type="http://schemas.openxmlformats.org/officeDocument/2006/relationships/image" Target="../media/image185.png"/><Relationship Id="rId157" Type="http://schemas.openxmlformats.org/officeDocument/2006/relationships/customXml" Target="../ink/ink189.xml"/><Relationship Id="rId61" Type="http://schemas.openxmlformats.org/officeDocument/2006/relationships/customXml" Target="../ink/ink141.xml"/><Relationship Id="rId82" Type="http://schemas.openxmlformats.org/officeDocument/2006/relationships/image" Target="../media/image158.png"/><Relationship Id="rId152" Type="http://schemas.openxmlformats.org/officeDocument/2006/relationships/image" Target="../media/image193.png"/><Relationship Id="rId19" Type="http://schemas.openxmlformats.org/officeDocument/2006/relationships/customXml" Target="../ink/ink120.xml"/><Relationship Id="rId14" Type="http://schemas.openxmlformats.org/officeDocument/2006/relationships/image" Target="../media/image124.png"/><Relationship Id="rId30" Type="http://schemas.openxmlformats.org/officeDocument/2006/relationships/image" Target="../media/image132.png"/><Relationship Id="rId35" Type="http://schemas.openxmlformats.org/officeDocument/2006/relationships/customXml" Target="../ink/ink128.xml"/><Relationship Id="rId56" Type="http://schemas.openxmlformats.org/officeDocument/2006/relationships/image" Target="../media/image145.png"/><Relationship Id="rId77" Type="http://schemas.openxmlformats.org/officeDocument/2006/relationships/customXml" Target="../ink/ink149.xml"/><Relationship Id="rId100" Type="http://schemas.openxmlformats.org/officeDocument/2006/relationships/image" Target="../media/image167.png"/><Relationship Id="rId105" Type="http://schemas.openxmlformats.org/officeDocument/2006/relationships/customXml" Target="../ink/ink163.xml"/><Relationship Id="rId126" Type="http://schemas.openxmlformats.org/officeDocument/2006/relationships/image" Target="../media/image180.png"/><Relationship Id="rId147" Type="http://schemas.openxmlformats.org/officeDocument/2006/relationships/customXml" Target="../ink/ink184.xml"/><Relationship Id="rId8" Type="http://schemas.openxmlformats.org/officeDocument/2006/relationships/image" Target="../media/image121.png"/><Relationship Id="rId51" Type="http://schemas.openxmlformats.org/officeDocument/2006/relationships/customXml" Target="../ink/ink136.xml"/><Relationship Id="rId72" Type="http://schemas.openxmlformats.org/officeDocument/2006/relationships/image" Target="../media/image153.png"/><Relationship Id="rId93" Type="http://schemas.openxmlformats.org/officeDocument/2006/relationships/customXml" Target="../ink/ink157.xml"/><Relationship Id="rId98" Type="http://schemas.openxmlformats.org/officeDocument/2006/relationships/image" Target="../media/image166.png"/><Relationship Id="rId121" Type="http://schemas.openxmlformats.org/officeDocument/2006/relationships/customXml" Target="../ink/ink171.xml"/><Relationship Id="rId142" Type="http://schemas.openxmlformats.org/officeDocument/2006/relationships/image" Target="../media/image188.png"/><Relationship Id="rId3" Type="http://schemas.openxmlformats.org/officeDocument/2006/relationships/customXml" Target="../ink/ink112.xml"/><Relationship Id="rId25" Type="http://schemas.openxmlformats.org/officeDocument/2006/relationships/customXml" Target="../ink/ink123.xml"/><Relationship Id="rId46" Type="http://schemas.openxmlformats.org/officeDocument/2006/relationships/image" Target="../media/image140.png"/><Relationship Id="rId67" Type="http://schemas.openxmlformats.org/officeDocument/2006/relationships/customXml" Target="../ink/ink144.xml"/><Relationship Id="rId116" Type="http://schemas.openxmlformats.org/officeDocument/2006/relationships/image" Target="../media/image175.png"/><Relationship Id="rId137" Type="http://schemas.openxmlformats.org/officeDocument/2006/relationships/customXml" Target="../ink/ink179.xml"/><Relationship Id="rId158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1181-F14E-D51B-1684-64593D64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778A5-CC1C-27D2-8BED-D3902693A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226" y="100584"/>
            <a:ext cx="7082757" cy="65013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B4E537-DEC7-6EA9-D700-33998175C02B}"/>
                  </a:ext>
                </a:extLst>
              </p14:cNvPr>
              <p14:cNvContentPartPr/>
              <p14:nvPr/>
            </p14:nvContentPartPr>
            <p14:xfrm>
              <a:off x="4524984" y="2015496"/>
              <a:ext cx="322560" cy="337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B4E537-DEC7-6EA9-D700-33998175C0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6984" y="1997856"/>
                <a:ext cx="3582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1AC1A44-02B3-50DE-0369-BFAE269EBA3E}"/>
                  </a:ext>
                </a:extLst>
              </p14:cNvPr>
              <p14:cNvContentPartPr/>
              <p14:nvPr/>
            </p14:nvContentPartPr>
            <p14:xfrm>
              <a:off x="3885984" y="1943496"/>
              <a:ext cx="244800" cy="22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1AC1A44-02B3-50DE-0369-BFAE269EBA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8344" y="1925856"/>
                <a:ext cx="2804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A36817B-A74C-C821-0E8C-66F79EEC0D54}"/>
                  </a:ext>
                </a:extLst>
              </p14:cNvPr>
              <p14:cNvContentPartPr/>
              <p14:nvPr/>
            </p14:nvContentPartPr>
            <p14:xfrm>
              <a:off x="3547584" y="5947056"/>
              <a:ext cx="255600" cy="238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A36817B-A74C-C821-0E8C-66F79EEC0D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9944" y="5929416"/>
                <a:ext cx="2912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5D9DC15-7A3F-6DF1-CE96-804DE90439AB}"/>
                  </a:ext>
                </a:extLst>
              </p14:cNvPr>
              <p14:cNvContentPartPr/>
              <p14:nvPr/>
            </p14:nvContentPartPr>
            <p14:xfrm>
              <a:off x="5760504" y="1484496"/>
              <a:ext cx="437760" cy="158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5D9DC15-7A3F-6DF1-CE96-804DE90439A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42864" y="1466496"/>
                <a:ext cx="4734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4B2EDE2-CA27-17E0-B0ED-D0C196BFB339}"/>
                  </a:ext>
                </a:extLst>
              </p14:cNvPr>
              <p14:cNvContentPartPr/>
              <p14:nvPr/>
            </p14:nvContentPartPr>
            <p14:xfrm>
              <a:off x="6702264" y="2231136"/>
              <a:ext cx="43632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4B2EDE2-CA27-17E0-B0ED-D0C196BFB3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84624" y="2213136"/>
                <a:ext cx="4719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22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91A8-5AED-1F39-9893-4E1D6394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4D8DD3-369C-8B67-BB6C-335B9AEC8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451416"/>
            <a:ext cx="9528327" cy="617798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40065ED-8BBA-DD32-31C9-5B0C04C36215}"/>
              </a:ext>
            </a:extLst>
          </p:cNvPr>
          <p:cNvGrpSpPr/>
          <p:nvPr/>
        </p:nvGrpSpPr>
        <p:grpSpPr>
          <a:xfrm>
            <a:off x="2872224" y="1954296"/>
            <a:ext cx="3795120" cy="445320"/>
            <a:chOff x="2872224" y="1954296"/>
            <a:chExt cx="379512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757DBC-B1F8-BA97-C577-B050C4283340}"/>
                    </a:ext>
                  </a:extLst>
                </p14:cNvPr>
                <p14:cNvContentPartPr/>
                <p14:nvPr/>
              </p14:nvContentPartPr>
              <p14:xfrm>
                <a:off x="2872224" y="2267496"/>
                <a:ext cx="1222560" cy="90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757DBC-B1F8-BA97-C577-B050C428334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54584" y="2249856"/>
                  <a:ext cx="125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A75999-75B6-D734-8764-9AD253473301}"/>
                    </a:ext>
                  </a:extLst>
                </p14:cNvPr>
                <p14:cNvContentPartPr/>
                <p14:nvPr/>
              </p14:nvContentPartPr>
              <p14:xfrm>
                <a:off x="4120344" y="2164536"/>
                <a:ext cx="206640" cy="191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A75999-75B6-D734-8764-9AD25347330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02704" y="2146896"/>
                  <a:ext cx="242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EC8813-D50C-75C5-A25E-DD175102A51E}"/>
                    </a:ext>
                  </a:extLst>
                </p14:cNvPr>
                <p14:cNvContentPartPr/>
                <p14:nvPr/>
              </p14:nvContentPartPr>
              <p14:xfrm>
                <a:off x="4528224" y="2058696"/>
                <a:ext cx="41760" cy="238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EC8813-D50C-75C5-A25E-DD175102A5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10224" y="2041056"/>
                  <a:ext cx="774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E27D73-5005-B85B-F432-F645F5C258C1}"/>
                    </a:ext>
                  </a:extLst>
                </p14:cNvPr>
                <p14:cNvContentPartPr/>
                <p14:nvPr/>
              </p14:nvContentPartPr>
              <p14:xfrm>
                <a:off x="4538664" y="2032056"/>
                <a:ext cx="216000" cy="19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E27D73-5005-B85B-F432-F645F5C258C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21024" y="2014056"/>
                  <a:ext cx="251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7FE67D-0A16-A2EF-AAD4-9BC06E0BA83D}"/>
                    </a:ext>
                  </a:extLst>
                </p14:cNvPr>
                <p14:cNvContentPartPr/>
                <p14:nvPr/>
              </p14:nvContentPartPr>
              <p14:xfrm>
                <a:off x="4843584" y="2046456"/>
                <a:ext cx="173880" cy="172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7FE67D-0A16-A2EF-AAD4-9BC06E0BA8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25584" y="2028456"/>
                  <a:ext cx="209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E94DDEF-E928-3E76-5D44-E31EA81C7C27}"/>
                    </a:ext>
                  </a:extLst>
                </p14:cNvPr>
                <p14:cNvContentPartPr/>
                <p14:nvPr/>
              </p14:nvContentPartPr>
              <p14:xfrm>
                <a:off x="5032944" y="2079936"/>
                <a:ext cx="173880" cy="126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E94DDEF-E928-3E76-5D44-E31EA81C7C2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15304" y="2061936"/>
                  <a:ext cx="209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089D39-D3F1-A6EE-4BDB-B3431CCAD173}"/>
                    </a:ext>
                  </a:extLst>
                </p14:cNvPr>
                <p14:cNvContentPartPr/>
                <p14:nvPr/>
              </p14:nvContentPartPr>
              <p14:xfrm>
                <a:off x="5256144" y="2081016"/>
                <a:ext cx="228240" cy="31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089D39-D3F1-A6EE-4BDB-B3431CCAD1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38144" y="2063376"/>
                  <a:ext cx="263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6C4FA2-9450-31B5-AB51-8E25AE0F6265}"/>
                    </a:ext>
                  </a:extLst>
                </p14:cNvPr>
                <p14:cNvContentPartPr/>
                <p14:nvPr/>
              </p14:nvContentPartPr>
              <p14:xfrm>
                <a:off x="5617224" y="2039256"/>
                <a:ext cx="49680" cy="178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6C4FA2-9450-31B5-AB51-8E25AE0F626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99584" y="2021256"/>
                  <a:ext cx="85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CBCF12-407D-F5FA-90C0-942C44B1C69B}"/>
                    </a:ext>
                  </a:extLst>
                </p14:cNvPr>
                <p14:cNvContentPartPr/>
                <p14:nvPr/>
              </p14:nvContentPartPr>
              <p14:xfrm>
                <a:off x="5526504" y="2112696"/>
                <a:ext cx="230400" cy="23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CBCF12-407D-F5FA-90C0-942C44B1C69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08504" y="2095056"/>
                  <a:ext cx="266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5768BD-73AE-D1FD-CB17-7C177CFB4074}"/>
                    </a:ext>
                  </a:extLst>
                </p14:cNvPr>
                <p14:cNvContentPartPr/>
                <p14:nvPr/>
              </p14:nvContentPartPr>
              <p14:xfrm>
                <a:off x="5832864" y="1954296"/>
                <a:ext cx="229680" cy="229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5768BD-73AE-D1FD-CB17-7C177CFB407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14864" y="1936656"/>
                  <a:ext cx="26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BA36CC-0FC7-686B-B308-4CF8282BA164}"/>
                    </a:ext>
                  </a:extLst>
                </p14:cNvPr>
                <p14:cNvContentPartPr/>
                <p14:nvPr/>
              </p14:nvContentPartPr>
              <p14:xfrm>
                <a:off x="6087384" y="2011536"/>
                <a:ext cx="150480" cy="12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BA36CC-0FC7-686B-B308-4CF8282BA16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69384" y="1993896"/>
                  <a:ext cx="186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168388A-CE29-89C5-EB87-33AFDAE9A06D}"/>
                    </a:ext>
                  </a:extLst>
                </p14:cNvPr>
                <p14:cNvContentPartPr/>
                <p14:nvPr/>
              </p14:nvContentPartPr>
              <p14:xfrm>
                <a:off x="6276024" y="2030256"/>
                <a:ext cx="129600" cy="10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168388A-CE29-89C5-EB87-33AFDAE9A0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58024" y="2012616"/>
                  <a:ext cx="165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A0B84B-19ED-3B6C-EF5A-B515308F3D04}"/>
                    </a:ext>
                  </a:extLst>
                </p14:cNvPr>
                <p14:cNvContentPartPr/>
                <p14:nvPr/>
              </p14:nvContentPartPr>
              <p14:xfrm>
                <a:off x="6465384" y="1999656"/>
                <a:ext cx="201960" cy="233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A0B84B-19ED-3B6C-EF5A-B515308F3D0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47744" y="1982016"/>
                  <a:ext cx="23760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F387580-F7C4-5C58-ED09-DBB74A1A2F0F}"/>
              </a:ext>
            </a:extLst>
          </p:cNvPr>
          <p:cNvGrpSpPr/>
          <p:nvPr/>
        </p:nvGrpSpPr>
        <p:grpSpPr>
          <a:xfrm>
            <a:off x="6661944" y="3137976"/>
            <a:ext cx="4241880" cy="1200240"/>
            <a:chOff x="6661944" y="3137976"/>
            <a:chExt cx="4241880" cy="12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F30447-5040-1353-B534-59A5121066EF}"/>
                    </a:ext>
                  </a:extLst>
                </p14:cNvPr>
                <p14:cNvContentPartPr/>
                <p14:nvPr/>
              </p14:nvContentPartPr>
              <p14:xfrm>
                <a:off x="6661944" y="4074696"/>
                <a:ext cx="277200" cy="26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F30447-5040-1353-B534-59A5121066E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44304" y="4057056"/>
                  <a:ext cx="3128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C8492F-76A2-7D59-5D5F-F7FD6736B65F}"/>
                    </a:ext>
                  </a:extLst>
                </p14:cNvPr>
                <p14:cNvContentPartPr/>
                <p14:nvPr/>
              </p14:nvContentPartPr>
              <p14:xfrm>
                <a:off x="6801624" y="3779856"/>
                <a:ext cx="150120" cy="255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C8492F-76A2-7D59-5D5F-F7FD6736B65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83624" y="3762216"/>
                  <a:ext cx="185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0DBFC01-F0EE-F309-28FC-2F2ACB67ABE4}"/>
                    </a:ext>
                  </a:extLst>
                </p14:cNvPr>
                <p14:cNvContentPartPr/>
                <p14:nvPr/>
              </p14:nvContentPartPr>
              <p14:xfrm>
                <a:off x="6953184" y="3770856"/>
                <a:ext cx="34560" cy="9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0DBFC01-F0EE-F309-28FC-2F2ACB67ABE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35184" y="3752856"/>
                  <a:ext cx="70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E3A428-CB9C-A3DF-64BE-E1401C79F046}"/>
                    </a:ext>
                  </a:extLst>
                </p14:cNvPr>
                <p14:cNvContentPartPr/>
                <p14:nvPr/>
              </p14:nvContentPartPr>
              <p14:xfrm>
                <a:off x="7005384" y="3479256"/>
                <a:ext cx="186840" cy="232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E3A428-CB9C-A3DF-64BE-E1401C79F04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87744" y="3461616"/>
                  <a:ext cx="222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0A53B2-D3EB-560B-8A04-6B6A026FC0C3}"/>
                    </a:ext>
                  </a:extLst>
                </p14:cNvPr>
                <p14:cNvContentPartPr/>
                <p14:nvPr/>
              </p14:nvContentPartPr>
              <p14:xfrm>
                <a:off x="7257384" y="3600936"/>
                <a:ext cx="130680" cy="97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0A53B2-D3EB-560B-8A04-6B6A026FC0C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9744" y="3583296"/>
                  <a:ext cx="166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6E67CB-DE8D-5485-D57D-0CD5D8D69574}"/>
                    </a:ext>
                  </a:extLst>
                </p14:cNvPr>
                <p14:cNvContentPartPr/>
                <p14:nvPr/>
              </p14:nvContentPartPr>
              <p14:xfrm>
                <a:off x="7413264" y="3595536"/>
                <a:ext cx="108000" cy="91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6E67CB-DE8D-5485-D57D-0CD5D8D695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395624" y="3577896"/>
                  <a:ext cx="143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26AE95-1D53-2D6F-7F05-D735A2C37E37}"/>
                    </a:ext>
                  </a:extLst>
                </p14:cNvPr>
                <p14:cNvContentPartPr/>
                <p14:nvPr/>
              </p14:nvContentPartPr>
              <p14:xfrm>
                <a:off x="7542144" y="3453696"/>
                <a:ext cx="218160" cy="196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26AE95-1D53-2D6F-7F05-D735A2C37E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24144" y="3436056"/>
                  <a:ext cx="2538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69B50D-DDE8-5A75-B10F-7EAD6FEB73E9}"/>
                    </a:ext>
                  </a:extLst>
                </p14:cNvPr>
                <p14:cNvContentPartPr/>
                <p14:nvPr/>
              </p14:nvContentPartPr>
              <p14:xfrm>
                <a:off x="7302744" y="4087296"/>
                <a:ext cx="311400" cy="220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69B50D-DDE8-5A75-B10F-7EAD6FEB73E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85104" y="4069296"/>
                  <a:ext cx="347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6E5054-6E8C-3E60-F23C-FA1CA2CD8792}"/>
                    </a:ext>
                  </a:extLst>
                </p14:cNvPr>
                <p14:cNvContentPartPr/>
                <p14:nvPr/>
              </p14:nvContentPartPr>
              <p14:xfrm>
                <a:off x="7686864" y="3840336"/>
                <a:ext cx="423360" cy="238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6E5054-6E8C-3E60-F23C-FA1CA2CD879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68864" y="3822696"/>
                  <a:ext cx="459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869CAE-2B13-F46F-775A-632556C4A1F8}"/>
                    </a:ext>
                  </a:extLst>
                </p14:cNvPr>
                <p14:cNvContentPartPr/>
                <p14:nvPr/>
              </p14:nvContentPartPr>
              <p14:xfrm>
                <a:off x="8267544" y="3630096"/>
                <a:ext cx="204480" cy="186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869CAE-2B13-F46F-775A-632556C4A1F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49544" y="3612096"/>
                  <a:ext cx="240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65CF21-D4B0-8BE0-FC40-2E3E192BA309}"/>
                    </a:ext>
                  </a:extLst>
                </p14:cNvPr>
                <p14:cNvContentPartPr/>
                <p14:nvPr/>
              </p14:nvContentPartPr>
              <p14:xfrm>
                <a:off x="8344584" y="3713976"/>
                <a:ext cx="82440" cy="16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65CF21-D4B0-8BE0-FC40-2E3E192BA30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26944" y="3696336"/>
                  <a:ext cx="118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18A23D-CC40-4605-F181-FE6CC31A8378}"/>
                    </a:ext>
                  </a:extLst>
                </p14:cNvPr>
                <p14:cNvContentPartPr/>
                <p14:nvPr/>
              </p14:nvContentPartPr>
              <p14:xfrm>
                <a:off x="8513064" y="3628296"/>
                <a:ext cx="35640" cy="126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18A23D-CC40-4605-F181-FE6CC31A837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495064" y="3610656"/>
                  <a:ext cx="71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D7E9DC-575E-98C8-7E8A-D1FF3B29E8A8}"/>
                    </a:ext>
                  </a:extLst>
                </p14:cNvPr>
                <p14:cNvContentPartPr/>
                <p14:nvPr/>
              </p14:nvContentPartPr>
              <p14:xfrm>
                <a:off x="8476704" y="3598416"/>
                <a:ext cx="190080" cy="159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D7E9DC-575E-98C8-7E8A-D1FF3B29E8A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458704" y="3580416"/>
                  <a:ext cx="225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8D69781-FDE7-3D89-F651-7E02126DBFD7}"/>
                    </a:ext>
                  </a:extLst>
                </p14:cNvPr>
                <p14:cNvContentPartPr/>
                <p14:nvPr/>
              </p14:nvContentPartPr>
              <p14:xfrm>
                <a:off x="8714664" y="3611376"/>
                <a:ext cx="171360" cy="14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8D69781-FDE7-3D89-F651-7E02126DBFD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96664" y="3593736"/>
                  <a:ext cx="207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26A795C-376E-E670-2F33-5A7CDC351D6C}"/>
                    </a:ext>
                  </a:extLst>
                </p14:cNvPr>
                <p14:cNvContentPartPr/>
                <p14:nvPr/>
              </p14:nvContentPartPr>
              <p14:xfrm>
                <a:off x="7208424" y="3311136"/>
                <a:ext cx="207360" cy="104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26A795C-376E-E670-2F33-5A7CDC351D6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90424" y="3293496"/>
                  <a:ext cx="243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BDF311-818E-F629-42E2-CF60B0FBD16B}"/>
                    </a:ext>
                  </a:extLst>
                </p14:cNvPr>
                <p14:cNvContentPartPr/>
                <p14:nvPr/>
              </p14:nvContentPartPr>
              <p14:xfrm>
                <a:off x="7395624" y="3239136"/>
                <a:ext cx="109080" cy="115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BDF311-818E-F629-42E2-CF60B0FBD1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77624" y="3221496"/>
                  <a:ext cx="144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90FDD27-75AF-DC71-C699-0DE1508AA8B0}"/>
                    </a:ext>
                  </a:extLst>
                </p14:cNvPr>
                <p14:cNvContentPartPr/>
                <p14:nvPr/>
              </p14:nvContentPartPr>
              <p14:xfrm>
                <a:off x="7575984" y="3163176"/>
                <a:ext cx="45360" cy="131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90FDD27-75AF-DC71-C699-0DE1508AA8B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558344" y="3145536"/>
                  <a:ext cx="81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D87C37C-D6DD-D70D-A835-3CB5C06E6909}"/>
                    </a:ext>
                  </a:extLst>
                </p14:cNvPr>
                <p14:cNvContentPartPr/>
                <p14:nvPr/>
              </p14:nvContentPartPr>
              <p14:xfrm>
                <a:off x="7642944" y="3137976"/>
                <a:ext cx="43200" cy="150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D87C37C-D6DD-D70D-A835-3CB5C06E690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624944" y="3119976"/>
                  <a:ext cx="78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E4B7069-A15E-7EB5-26E8-A9D3529616C7}"/>
                    </a:ext>
                  </a:extLst>
                </p14:cNvPr>
                <p14:cNvContentPartPr/>
                <p14:nvPr/>
              </p14:nvContentPartPr>
              <p14:xfrm>
                <a:off x="7517304" y="3200976"/>
                <a:ext cx="226080" cy="3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E4B7069-A15E-7EB5-26E8-A9D3529616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99304" y="3183336"/>
                  <a:ext cx="261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2F80FE8-D554-8431-08E1-22F6D3CC085A}"/>
                    </a:ext>
                  </a:extLst>
                </p14:cNvPr>
                <p14:cNvContentPartPr/>
                <p14:nvPr/>
              </p14:nvContentPartPr>
              <p14:xfrm>
                <a:off x="7524864" y="3257136"/>
                <a:ext cx="216720" cy="34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2F80FE8-D554-8431-08E1-22F6D3CC085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06864" y="3239136"/>
                  <a:ext cx="2523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596B19-C309-F844-7526-722D71B376E9}"/>
                    </a:ext>
                  </a:extLst>
                </p14:cNvPr>
                <p14:cNvContentPartPr/>
                <p14:nvPr/>
              </p14:nvContentPartPr>
              <p14:xfrm>
                <a:off x="8684064" y="3471336"/>
                <a:ext cx="244080" cy="98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596B19-C309-F844-7526-722D71B376E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666064" y="3453336"/>
                  <a:ext cx="279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098DD0-9CDD-43F2-0927-B00F4436153F}"/>
                    </a:ext>
                  </a:extLst>
                </p14:cNvPr>
                <p14:cNvContentPartPr/>
                <p14:nvPr/>
              </p14:nvContentPartPr>
              <p14:xfrm>
                <a:off x="8889264" y="3412656"/>
                <a:ext cx="134640" cy="117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098DD0-9CDD-43F2-0927-B00F4436153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71624" y="3394656"/>
                  <a:ext cx="170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F49BFD-ED5B-C2A4-FE3A-F199D04DAFF4}"/>
                    </a:ext>
                  </a:extLst>
                </p14:cNvPr>
                <p14:cNvContentPartPr/>
                <p14:nvPr/>
              </p14:nvContentPartPr>
              <p14:xfrm>
                <a:off x="9146304" y="3316536"/>
                <a:ext cx="150120" cy="179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F49BFD-ED5B-C2A4-FE3A-F199D04DAFF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28304" y="3298896"/>
                  <a:ext cx="185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3601E7F-07CA-1408-2D45-B20AEE73C47C}"/>
                    </a:ext>
                  </a:extLst>
                </p14:cNvPr>
                <p14:cNvContentPartPr/>
                <p14:nvPr/>
              </p14:nvContentPartPr>
              <p14:xfrm>
                <a:off x="9166464" y="3398256"/>
                <a:ext cx="89640" cy="34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3601E7F-07CA-1408-2D45-B20AEE73C47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48464" y="3380616"/>
                  <a:ext cx="125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B3B6C6-5D5A-56EF-D9EB-8768B530DB51}"/>
                    </a:ext>
                  </a:extLst>
                </p14:cNvPr>
                <p14:cNvContentPartPr/>
                <p14:nvPr/>
              </p14:nvContentPartPr>
              <p14:xfrm>
                <a:off x="9280584" y="3390336"/>
                <a:ext cx="104760" cy="9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B3B6C6-5D5A-56EF-D9EB-8768B530DB5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62944" y="3372336"/>
                  <a:ext cx="140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B46CA6-AD16-51C9-AF63-79F457BB8F95}"/>
                    </a:ext>
                  </a:extLst>
                </p14:cNvPr>
                <p14:cNvContentPartPr/>
                <p14:nvPr/>
              </p14:nvContentPartPr>
              <p14:xfrm>
                <a:off x="9400824" y="3403296"/>
                <a:ext cx="110880" cy="5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B46CA6-AD16-51C9-AF63-79F457BB8F9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383184" y="3385296"/>
                  <a:ext cx="14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541BF7-5561-22A0-70ED-A33DAB6F1631}"/>
                    </a:ext>
                  </a:extLst>
                </p14:cNvPr>
                <p14:cNvContentPartPr/>
                <p14:nvPr/>
              </p14:nvContentPartPr>
              <p14:xfrm>
                <a:off x="9356544" y="3389256"/>
                <a:ext cx="174960" cy="10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541BF7-5561-22A0-70ED-A33DAB6F163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338544" y="3371616"/>
                  <a:ext cx="210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7EB340-EA3C-B5C0-AC0B-CA05091F2624}"/>
                    </a:ext>
                  </a:extLst>
                </p14:cNvPr>
                <p14:cNvContentPartPr/>
                <p14:nvPr/>
              </p14:nvContentPartPr>
              <p14:xfrm>
                <a:off x="9579744" y="3299616"/>
                <a:ext cx="113760" cy="165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7EB340-EA3C-B5C0-AC0B-CA05091F262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562104" y="3281616"/>
                  <a:ext cx="149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1412C53-EBA8-1469-F624-B7082196D717}"/>
                    </a:ext>
                  </a:extLst>
                </p14:cNvPr>
                <p14:cNvContentPartPr/>
                <p14:nvPr/>
              </p14:nvContentPartPr>
              <p14:xfrm>
                <a:off x="9596304" y="3361896"/>
                <a:ext cx="78480" cy="34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1412C53-EBA8-1469-F624-B7082196D71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78664" y="3343896"/>
                  <a:ext cx="114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73D8368-E709-F703-B160-B26239B32914}"/>
                    </a:ext>
                  </a:extLst>
                </p14:cNvPr>
                <p14:cNvContentPartPr/>
                <p14:nvPr/>
              </p14:nvContentPartPr>
              <p14:xfrm>
                <a:off x="8762184" y="4113576"/>
                <a:ext cx="292680" cy="22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73D8368-E709-F703-B160-B26239B3291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744184" y="4095936"/>
                  <a:ext cx="328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29AB0C-D373-3B7F-5ACC-3A9DD1E05476}"/>
                    </a:ext>
                  </a:extLst>
                </p14:cNvPr>
                <p14:cNvContentPartPr/>
                <p14:nvPr/>
              </p14:nvContentPartPr>
              <p14:xfrm>
                <a:off x="9041544" y="3918456"/>
                <a:ext cx="399240" cy="187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29AB0C-D373-3B7F-5ACC-3A9DD1E0547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023544" y="3900456"/>
                  <a:ext cx="434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E23ADCA-A1EF-74B9-00C6-571DBBEE22FB}"/>
                    </a:ext>
                  </a:extLst>
                </p14:cNvPr>
                <p14:cNvContentPartPr/>
                <p14:nvPr/>
              </p14:nvContentPartPr>
              <p14:xfrm>
                <a:off x="9560664" y="3697776"/>
                <a:ext cx="189000" cy="201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E23ADCA-A1EF-74B9-00C6-571DBBEE22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42664" y="3680136"/>
                  <a:ext cx="224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EA5A24-3702-5941-65ED-A29A32656294}"/>
                    </a:ext>
                  </a:extLst>
                </p14:cNvPr>
                <p14:cNvContentPartPr/>
                <p14:nvPr/>
              </p14:nvContentPartPr>
              <p14:xfrm>
                <a:off x="9735264" y="3783816"/>
                <a:ext cx="187200" cy="95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EA5A24-3702-5941-65ED-A29A3265629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17264" y="3766176"/>
                  <a:ext cx="222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D58F48-653C-0CDC-4075-58B4491D1ACA}"/>
                    </a:ext>
                  </a:extLst>
                </p14:cNvPr>
                <p14:cNvContentPartPr/>
                <p14:nvPr/>
              </p14:nvContentPartPr>
              <p14:xfrm>
                <a:off x="9895104" y="3591216"/>
                <a:ext cx="164880" cy="28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D58F48-653C-0CDC-4075-58B4491D1AC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77104" y="3573216"/>
                  <a:ext cx="200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0BEE0EF-2D25-6F4B-AE17-264031A2774D}"/>
                    </a:ext>
                  </a:extLst>
                </p14:cNvPr>
                <p14:cNvContentPartPr/>
                <p14:nvPr/>
              </p14:nvContentPartPr>
              <p14:xfrm>
                <a:off x="10011744" y="3772656"/>
                <a:ext cx="117000" cy="109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0BEE0EF-2D25-6F4B-AE17-264031A2774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94104" y="3754656"/>
                  <a:ext cx="152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510A6CF-43B7-B1F6-6EE1-966D2646AE76}"/>
                    </a:ext>
                  </a:extLst>
                </p14:cNvPr>
                <p14:cNvContentPartPr/>
                <p14:nvPr/>
              </p14:nvContentPartPr>
              <p14:xfrm>
                <a:off x="10175184" y="3767976"/>
                <a:ext cx="115560" cy="106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510A6CF-43B7-B1F6-6EE1-966D2646AE7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57544" y="3750336"/>
                  <a:ext cx="151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6EF67BD-BDD6-992B-9B89-721D2F2A9C32}"/>
                    </a:ext>
                  </a:extLst>
                </p14:cNvPr>
                <p14:cNvContentPartPr/>
                <p14:nvPr/>
              </p14:nvContentPartPr>
              <p14:xfrm>
                <a:off x="10357704" y="3561696"/>
                <a:ext cx="198720" cy="326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6EF67BD-BDD6-992B-9B89-721D2F2A9C3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39704" y="3544056"/>
                  <a:ext cx="2343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23AD3E2-ABCE-7D56-D5AD-210E964665BC}"/>
                    </a:ext>
                  </a:extLst>
                </p14:cNvPr>
                <p14:cNvContentPartPr/>
                <p14:nvPr/>
              </p14:nvContentPartPr>
              <p14:xfrm>
                <a:off x="10563264" y="3773736"/>
                <a:ext cx="155880" cy="91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23AD3E2-ABCE-7D56-D5AD-210E964665B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545624" y="3755736"/>
                  <a:ext cx="191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6A10209-619B-0B36-19B7-5978060532C6}"/>
                    </a:ext>
                  </a:extLst>
                </p14:cNvPr>
                <p14:cNvContentPartPr/>
                <p14:nvPr/>
              </p14:nvContentPartPr>
              <p14:xfrm>
                <a:off x="10735704" y="3738456"/>
                <a:ext cx="168120" cy="118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6A10209-619B-0B36-19B7-5978060532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717704" y="3720456"/>
                  <a:ext cx="203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A774E24-30C7-0094-FB8B-69ADB0471B30}"/>
                    </a:ext>
                  </a:extLst>
                </p14:cNvPr>
                <p14:cNvContentPartPr/>
                <p14:nvPr/>
              </p14:nvContentPartPr>
              <p14:xfrm>
                <a:off x="9927144" y="3930336"/>
                <a:ext cx="158760" cy="188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A774E24-30C7-0094-FB8B-69ADB0471B3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909144" y="3912336"/>
                  <a:ext cx="194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C204E0-1880-FE78-559E-04F8D18136FB}"/>
                    </a:ext>
                  </a:extLst>
                </p14:cNvPr>
                <p14:cNvContentPartPr/>
                <p14:nvPr/>
              </p14:nvContentPartPr>
              <p14:xfrm>
                <a:off x="10176984" y="3905496"/>
                <a:ext cx="512640" cy="21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C204E0-1880-FE78-559E-04F8D18136F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159344" y="3887856"/>
                  <a:ext cx="5482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01A07DF-4227-98BF-E56D-EC67031F94A6}"/>
                    </a:ext>
                  </a:extLst>
                </p14:cNvPr>
                <p14:cNvContentPartPr/>
                <p14:nvPr/>
              </p14:nvContentPartPr>
              <p14:xfrm>
                <a:off x="10389744" y="3982536"/>
                <a:ext cx="126360" cy="7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01A07DF-4227-98BF-E56D-EC67031F94A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72104" y="3964896"/>
                  <a:ext cx="162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2D9D662-7AF0-11B3-7C27-D617DAA09DD2}"/>
                    </a:ext>
                  </a:extLst>
                </p14:cNvPr>
                <p14:cNvContentPartPr/>
                <p14:nvPr/>
              </p14:nvContentPartPr>
              <p14:xfrm>
                <a:off x="9643824" y="4068216"/>
                <a:ext cx="187920" cy="7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2D9D662-7AF0-11B3-7C27-D617DAA09DD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25824" y="4050216"/>
                  <a:ext cx="223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78023C-3282-3C2F-C6D1-02EA5C007CC5}"/>
                    </a:ext>
                  </a:extLst>
                </p14:cNvPr>
                <p14:cNvContentPartPr/>
                <p14:nvPr/>
              </p14:nvContentPartPr>
              <p14:xfrm>
                <a:off x="9783144" y="4004856"/>
                <a:ext cx="111240" cy="99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78023C-3282-3C2F-C6D1-02EA5C007CC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765504" y="3987216"/>
                  <a:ext cx="146880" cy="13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459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EC18-8CCD-A3DE-3802-E6F71FF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4EFEFB-9EC2-9431-AB75-1723627E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69" y="2279038"/>
            <a:ext cx="10555173" cy="4220164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62B95711-61E7-9349-9632-1DE9FC79A77E}"/>
              </a:ext>
            </a:extLst>
          </p:cNvPr>
          <p:cNvGrpSpPr/>
          <p:nvPr/>
        </p:nvGrpSpPr>
        <p:grpSpPr>
          <a:xfrm>
            <a:off x="6145704" y="2517696"/>
            <a:ext cx="4195440" cy="1128960"/>
            <a:chOff x="6145704" y="2517696"/>
            <a:chExt cx="4195440" cy="11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41ACF09-2BC5-B67D-4999-CC4420BF1D75}"/>
                    </a:ext>
                  </a:extLst>
                </p14:cNvPr>
                <p14:cNvContentPartPr/>
                <p14:nvPr/>
              </p14:nvContentPartPr>
              <p14:xfrm>
                <a:off x="6145704" y="3082896"/>
                <a:ext cx="719280" cy="56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41ACF09-2BC5-B67D-4999-CC4420BF1D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27704" y="3064896"/>
                  <a:ext cx="75492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24185B-5637-C67A-17F4-1C014F34C175}"/>
                    </a:ext>
                  </a:extLst>
                </p14:cNvPr>
                <p14:cNvContentPartPr/>
                <p14:nvPr/>
              </p14:nvContentPartPr>
              <p14:xfrm>
                <a:off x="6646464" y="2554056"/>
                <a:ext cx="309240" cy="296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24185B-5637-C67A-17F4-1C014F34C17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8824" y="2536416"/>
                  <a:ext cx="3448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EFFD559-D04E-521E-D867-3F36BF0E40AA}"/>
                    </a:ext>
                  </a:extLst>
                </p14:cNvPr>
                <p14:cNvContentPartPr/>
                <p14:nvPr/>
              </p14:nvContentPartPr>
              <p14:xfrm>
                <a:off x="7059744" y="2524536"/>
                <a:ext cx="28080" cy="315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EFFD559-D04E-521E-D867-3F36BF0E40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41744" y="2506536"/>
                  <a:ext cx="637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099EA69-A984-5A10-C2C2-5D6C3DEBA6B2}"/>
                    </a:ext>
                  </a:extLst>
                </p14:cNvPr>
                <p14:cNvContentPartPr/>
                <p14:nvPr/>
              </p14:nvContentPartPr>
              <p14:xfrm>
                <a:off x="7169544" y="2709576"/>
                <a:ext cx="127800" cy="118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099EA69-A984-5A10-C2C2-5D6C3DEBA6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51904" y="2691936"/>
                  <a:ext cx="163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67D162-D553-E7A0-5591-9B09C2C20EFF}"/>
                    </a:ext>
                  </a:extLst>
                </p14:cNvPr>
                <p14:cNvContentPartPr/>
                <p14:nvPr/>
              </p14:nvContentPartPr>
              <p14:xfrm>
                <a:off x="7334064" y="2517696"/>
                <a:ext cx="512280" cy="321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67D162-D553-E7A0-5591-9B09C2C20EF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16064" y="2499696"/>
                  <a:ext cx="5479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58382B-0782-53C9-EB53-13B79DF53D94}"/>
                    </a:ext>
                  </a:extLst>
                </p14:cNvPr>
                <p14:cNvContentPartPr/>
                <p14:nvPr/>
              </p14:nvContentPartPr>
              <p14:xfrm>
                <a:off x="8026704" y="2609136"/>
                <a:ext cx="428760" cy="18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58382B-0782-53C9-EB53-13B79DF53D9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08704" y="2591136"/>
                  <a:ext cx="464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128AD6-92E1-7328-E6E6-5099CBEFF9AA}"/>
                    </a:ext>
                  </a:extLst>
                </p14:cNvPr>
                <p14:cNvContentPartPr/>
                <p14:nvPr/>
              </p14:nvContentPartPr>
              <p14:xfrm>
                <a:off x="8298864" y="2554776"/>
                <a:ext cx="27000" cy="9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128AD6-92E1-7328-E6E6-5099CBEFF9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81224" y="2536776"/>
                  <a:ext cx="62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7B074FA-333B-1E52-EFCD-F0CD466D4A4F}"/>
                    </a:ext>
                  </a:extLst>
                </p14:cNvPr>
                <p14:cNvContentPartPr/>
                <p14:nvPr/>
              </p14:nvContentPartPr>
              <p14:xfrm>
                <a:off x="8434944" y="2639376"/>
                <a:ext cx="428760" cy="34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7B074FA-333B-1E52-EFCD-F0CD466D4A4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17304" y="2621376"/>
                  <a:ext cx="4644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850DD7-07B5-CE15-6D0E-51635C097724}"/>
                    </a:ext>
                  </a:extLst>
                </p14:cNvPr>
                <p14:cNvContentPartPr/>
                <p14:nvPr/>
              </p14:nvContentPartPr>
              <p14:xfrm>
                <a:off x="9025704" y="2628936"/>
                <a:ext cx="293400" cy="96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850DD7-07B5-CE15-6D0E-51635C09772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08064" y="2611296"/>
                  <a:ext cx="329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5B6BAC9-59CF-90B9-E28E-57AD10F755E6}"/>
                    </a:ext>
                  </a:extLst>
                </p14:cNvPr>
                <p14:cNvContentPartPr/>
                <p14:nvPr/>
              </p14:nvContentPartPr>
              <p14:xfrm>
                <a:off x="9491544" y="2555496"/>
                <a:ext cx="343080" cy="169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5B6BAC9-59CF-90B9-E28E-57AD10F755E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473904" y="2537496"/>
                  <a:ext cx="378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F322F6-F49F-9863-E335-83F381C28B1A}"/>
                    </a:ext>
                  </a:extLst>
                </p14:cNvPr>
                <p14:cNvContentPartPr/>
                <p14:nvPr/>
              </p14:nvContentPartPr>
              <p14:xfrm>
                <a:off x="9883224" y="2555496"/>
                <a:ext cx="457920" cy="270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F322F6-F49F-9863-E335-83F381C28B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65224" y="2537496"/>
                  <a:ext cx="493560" cy="30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3694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C3F2-7E6F-A15C-5D78-C05DD38A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E48DF5A-5F69-A722-27CB-1623349E1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466576"/>
            <a:ext cx="7516274" cy="39248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E9A28C6-823C-1342-5010-054EE9839688}"/>
                  </a:ext>
                </a:extLst>
              </p14:cNvPr>
              <p14:cNvContentPartPr/>
              <p14:nvPr/>
            </p14:nvContentPartPr>
            <p14:xfrm>
              <a:off x="6753024" y="2399616"/>
              <a:ext cx="398880" cy="323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E9A28C6-823C-1342-5010-054EE98396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5024" y="2381616"/>
                <a:ext cx="43452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77022B2-01D9-0987-8D3C-C9E323E4C78F}"/>
              </a:ext>
            </a:extLst>
          </p:cNvPr>
          <p:cNvGrpSpPr/>
          <p:nvPr/>
        </p:nvGrpSpPr>
        <p:grpSpPr>
          <a:xfrm>
            <a:off x="7695864" y="1759176"/>
            <a:ext cx="2082600" cy="810000"/>
            <a:chOff x="7695864" y="1759176"/>
            <a:chExt cx="2082600" cy="81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90BC480-D181-6A4C-0F65-C2E0EC39B15B}"/>
                    </a:ext>
                  </a:extLst>
                </p14:cNvPr>
                <p14:cNvContentPartPr/>
                <p14:nvPr/>
              </p14:nvContentPartPr>
              <p14:xfrm>
                <a:off x="8379504" y="2329776"/>
                <a:ext cx="288000" cy="239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90BC480-D181-6A4C-0F65-C2E0EC39B1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61864" y="2312136"/>
                  <a:ext cx="323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1D8ABD-7F7F-03A6-1495-980DB163BA5E}"/>
                    </a:ext>
                  </a:extLst>
                </p14:cNvPr>
                <p14:cNvContentPartPr/>
                <p14:nvPr/>
              </p14:nvContentPartPr>
              <p14:xfrm>
                <a:off x="7695864" y="1818936"/>
                <a:ext cx="208080" cy="252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1D8ABD-7F7F-03A6-1495-980DB163BA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8224" y="1800936"/>
                  <a:ext cx="243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CE27602-1A37-8091-328B-2317837C3046}"/>
                    </a:ext>
                  </a:extLst>
                </p14:cNvPr>
                <p14:cNvContentPartPr/>
                <p14:nvPr/>
              </p14:nvContentPartPr>
              <p14:xfrm>
                <a:off x="7917984" y="1991376"/>
                <a:ext cx="377640" cy="104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CE27602-1A37-8091-328B-2317837C304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99984" y="1973376"/>
                  <a:ext cx="413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C8E1905-F5AC-407D-F36A-471DB2D5CF9F}"/>
                    </a:ext>
                  </a:extLst>
                </p14:cNvPr>
                <p14:cNvContentPartPr/>
                <p14:nvPr/>
              </p14:nvContentPartPr>
              <p14:xfrm>
                <a:off x="8477784" y="1937376"/>
                <a:ext cx="194760" cy="151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C8E1905-F5AC-407D-F36A-471DB2D5CF9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59784" y="1919376"/>
                  <a:ext cx="230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B9BE24C-409E-1A1A-07D5-FB5FFB393930}"/>
                    </a:ext>
                  </a:extLst>
                </p14:cNvPr>
                <p14:cNvContentPartPr/>
                <p14:nvPr/>
              </p14:nvContentPartPr>
              <p14:xfrm>
                <a:off x="8670384" y="1759176"/>
                <a:ext cx="204480" cy="313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B9BE24C-409E-1A1A-07D5-FB5FFB3939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52384" y="1741176"/>
                  <a:ext cx="2401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4C2826-8619-EA22-4549-4769D584632D}"/>
                    </a:ext>
                  </a:extLst>
                </p14:cNvPr>
                <p14:cNvContentPartPr/>
                <p14:nvPr/>
              </p14:nvContentPartPr>
              <p14:xfrm>
                <a:off x="8904384" y="1946736"/>
                <a:ext cx="345240" cy="11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4C2826-8619-EA22-4549-4769D584632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86744" y="1929096"/>
                  <a:ext cx="3808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541770-F0C2-864D-D993-91F348E466A5}"/>
                    </a:ext>
                  </a:extLst>
                </p14:cNvPr>
                <p14:cNvContentPartPr/>
                <p14:nvPr/>
              </p14:nvContentPartPr>
              <p14:xfrm>
                <a:off x="9300384" y="1949976"/>
                <a:ext cx="414720" cy="31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541770-F0C2-864D-D993-91F348E466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282744" y="1931976"/>
                  <a:ext cx="4503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349492-ABC8-7C73-9DD1-D75954881C93}"/>
                    </a:ext>
                  </a:extLst>
                </p14:cNvPr>
                <p14:cNvContentPartPr/>
                <p14:nvPr/>
              </p14:nvContentPartPr>
              <p14:xfrm>
                <a:off x="7793064" y="2086416"/>
                <a:ext cx="315000" cy="257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349492-ABC8-7C73-9DD1-D75954881C9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75064" y="2068416"/>
                  <a:ext cx="3506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25570F-BF2E-7606-AFE0-69A38FE29528}"/>
                    </a:ext>
                  </a:extLst>
                </p14:cNvPr>
                <p14:cNvContentPartPr/>
                <p14:nvPr/>
              </p14:nvContentPartPr>
              <p14:xfrm>
                <a:off x="8126424" y="2255256"/>
                <a:ext cx="212400" cy="72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25570F-BF2E-7606-AFE0-69A38FE2952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08784" y="2237256"/>
                  <a:ext cx="248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FF1B02-6D56-C0D7-599F-4059C9855721}"/>
                    </a:ext>
                  </a:extLst>
                </p14:cNvPr>
                <p14:cNvContentPartPr/>
                <p14:nvPr/>
              </p14:nvContentPartPr>
              <p14:xfrm>
                <a:off x="8370864" y="2126016"/>
                <a:ext cx="164160" cy="20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FF1B02-6D56-C0D7-599F-4059C98557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353224" y="2108376"/>
                  <a:ext cx="199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D40F6C8-4368-AA3E-DB57-64EAB85CBFE0}"/>
                    </a:ext>
                  </a:extLst>
                </p14:cNvPr>
                <p14:cNvContentPartPr/>
                <p14:nvPr/>
              </p14:nvContentPartPr>
              <p14:xfrm>
                <a:off x="8380584" y="2212416"/>
                <a:ext cx="123120" cy="3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D40F6C8-4368-AA3E-DB57-64EAB85CBFE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362584" y="2194776"/>
                  <a:ext cx="1587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0FB729-901F-F698-8DB0-AE1153277780}"/>
                    </a:ext>
                  </a:extLst>
                </p14:cNvPr>
                <p14:cNvContentPartPr/>
                <p14:nvPr/>
              </p14:nvContentPartPr>
              <p14:xfrm>
                <a:off x="8568144" y="2241936"/>
                <a:ext cx="174240" cy="78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0FB729-901F-F698-8DB0-AE11532777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50504" y="2223936"/>
                  <a:ext cx="20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28868CB-20DF-21BF-DC7A-07F59E19DCF1}"/>
                    </a:ext>
                  </a:extLst>
                </p14:cNvPr>
                <p14:cNvContentPartPr/>
                <p14:nvPr/>
              </p14:nvContentPartPr>
              <p14:xfrm>
                <a:off x="8959464" y="2112696"/>
                <a:ext cx="179280" cy="217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28868CB-20DF-21BF-DC7A-07F59E19DC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41824" y="2095056"/>
                  <a:ext cx="214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098867E-9391-0F13-3E5F-58D0B0139F4C}"/>
                    </a:ext>
                  </a:extLst>
                </p14:cNvPr>
                <p14:cNvContentPartPr/>
                <p14:nvPr/>
              </p14:nvContentPartPr>
              <p14:xfrm>
                <a:off x="8936784" y="2242656"/>
                <a:ext cx="99000" cy="2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098867E-9391-0F13-3E5F-58D0B0139F4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19144" y="2225016"/>
                  <a:ext cx="134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7E8964-CD2A-878D-5E4F-D72117AC6E8C}"/>
                    </a:ext>
                  </a:extLst>
                </p14:cNvPr>
                <p14:cNvContentPartPr/>
                <p14:nvPr/>
              </p14:nvContentPartPr>
              <p14:xfrm>
                <a:off x="9116424" y="2265696"/>
                <a:ext cx="112680" cy="18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67E8964-CD2A-878D-5E4F-D72117AC6E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98784" y="2248056"/>
                  <a:ext cx="148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4BD8200-C406-9C8A-B2CF-C276ADD2EFF4}"/>
                    </a:ext>
                  </a:extLst>
                </p14:cNvPr>
                <p14:cNvContentPartPr/>
                <p14:nvPr/>
              </p14:nvContentPartPr>
              <p14:xfrm>
                <a:off x="9324864" y="2244456"/>
                <a:ext cx="453600" cy="28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4BD8200-C406-9C8A-B2CF-C276ADD2EFF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06864" y="2226816"/>
                  <a:ext cx="489240" cy="32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115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1FD2-9038-B026-C546-CDA0E711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AD42A-B1F5-D6EA-A7AB-3653F9079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58" y="1761892"/>
            <a:ext cx="6687483" cy="333421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56C87B5-015D-D88B-6940-B9D736666D94}"/>
              </a:ext>
            </a:extLst>
          </p:cNvPr>
          <p:cNvGrpSpPr/>
          <p:nvPr/>
        </p:nvGrpSpPr>
        <p:grpSpPr>
          <a:xfrm>
            <a:off x="6370344" y="1909656"/>
            <a:ext cx="824040" cy="247320"/>
            <a:chOff x="6370344" y="1909656"/>
            <a:chExt cx="82404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CE3C83-5700-CE50-893D-8B2A19EBFDF0}"/>
                    </a:ext>
                  </a:extLst>
                </p14:cNvPr>
                <p14:cNvContentPartPr/>
                <p14:nvPr/>
              </p14:nvContentPartPr>
              <p14:xfrm>
                <a:off x="6370344" y="1954656"/>
                <a:ext cx="207360" cy="164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CE3C83-5700-CE50-893D-8B2A19EBFD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52704" y="1937016"/>
                  <a:ext cx="243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18268B-AF9D-8D0D-2887-669A3FE93412}"/>
                    </a:ext>
                  </a:extLst>
                </p14:cNvPr>
                <p14:cNvContentPartPr/>
                <p14:nvPr/>
              </p14:nvContentPartPr>
              <p14:xfrm>
                <a:off x="6645384" y="2033856"/>
                <a:ext cx="114840" cy="88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18268B-AF9D-8D0D-2887-669A3FE934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7744" y="2016216"/>
                  <a:ext cx="150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394E693-A97C-BA2B-A41D-59C23F502989}"/>
                    </a:ext>
                  </a:extLst>
                </p14:cNvPr>
                <p14:cNvContentPartPr/>
                <p14:nvPr/>
              </p14:nvContentPartPr>
              <p14:xfrm>
                <a:off x="6794424" y="2029536"/>
                <a:ext cx="127800" cy="127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394E693-A97C-BA2B-A41D-59C23F5029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76784" y="2011536"/>
                  <a:ext cx="163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E33AD1D-E84C-DB74-48A1-B979B60584BB}"/>
                    </a:ext>
                  </a:extLst>
                </p14:cNvPr>
                <p14:cNvContentPartPr/>
                <p14:nvPr/>
              </p14:nvContentPartPr>
              <p14:xfrm>
                <a:off x="7028064" y="1909656"/>
                <a:ext cx="166320" cy="244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E33AD1D-E84C-DB74-48A1-B979B60584B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10424" y="1891656"/>
                  <a:ext cx="2019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0AE1732-9D57-FC20-0A62-1C65C54D311F}"/>
                    </a:ext>
                  </a:extLst>
                </p14:cNvPr>
                <p14:cNvContentPartPr/>
                <p14:nvPr/>
              </p14:nvContentPartPr>
              <p14:xfrm>
                <a:off x="7030584" y="2048976"/>
                <a:ext cx="101880" cy="25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0AE1732-9D57-FC20-0A62-1C65C54D31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12584" y="2031336"/>
                  <a:ext cx="13752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9689F2B-26A7-0042-706F-622C2A44F824}"/>
              </a:ext>
            </a:extLst>
          </p:cNvPr>
          <p:cNvGrpSpPr/>
          <p:nvPr/>
        </p:nvGrpSpPr>
        <p:grpSpPr>
          <a:xfrm>
            <a:off x="7432344" y="1901016"/>
            <a:ext cx="312120" cy="448920"/>
            <a:chOff x="7432344" y="1901016"/>
            <a:chExt cx="31212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1C5689D-12AB-AB9B-883B-19F56FB88397}"/>
                    </a:ext>
                  </a:extLst>
                </p14:cNvPr>
                <p14:cNvContentPartPr/>
                <p14:nvPr/>
              </p14:nvContentPartPr>
              <p14:xfrm>
                <a:off x="7432344" y="1901016"/>
                <a:ext cx="128520" cy="221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1C5689D-12AB-AB9B-883B-19F56FB8839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14704" y="1883376"/>
                  <a:ext cx="1641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F23353-2617-5BD5-8715-3A389E10A35D}"/>
                    </a:ext>
                  </a:extLst>
                </p14:cNvPr>
                <p14:cNvContentPartPr/>
                <p14:nvPr/>
              </p14:nvContentPartPr>
              <p14:xfrm>
                <a:off x="7445304" y="2050776"/>
                <a:ext cx="299160" cy="29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F23353-2617-5BD5-8715-3A389E10A3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27664" y="2033136"/>
                  <a:ext cx="33480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86EB309-BB77-29A0-D968-D5951409FDBA}"/>
              </a:ext>
            </a:extLst>
          </p:cNvPr>
          <p:cNvGrpSpPr/>
          <p:nvPr/>
        </p:nvGrpSpPr>
        <p:grpSpPr>
          <a:xfrm>
            <a:off x="6247584" y="2281896"/>
            <a:ext cx="1066320" cy="163080"/>
            <a:chOff x="6247584" y="2281896"/>
            <a:chExt cx="106632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CAD08B-59ED-DBE9-E86A-4540D950E3DD}"/>
                    </a:ext>
                  </a:extLst>
                </p14:cNvPr>
                <p14:cNvContentPartPr/>
                <p14:nvPr/>
              </p14:nvContentPartPr>
              <p14:xfrm>
                <a:off x="6247584" y="2307816"/>
                <a:ext cx="167400" cy="136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CAD08B-59ED-DBE9-E86A-4540D950E3D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29944" y="2289816"/>
                  <a:ext cx="203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3C3134F-12FC-FB75-72FC-01DD3062B82F}"/>
                    </a:ext>
                  </a:extLst>
                </p14:cNvPr>
                <p14:cNvContentPartPr/>
                <p14:nvPr/>
              </p14:nvContentPartPr>
              <p14:xfrm>
                <a:off x="6428664" y="2324736"/>
                <a:ext cx="223560" cy="120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3C3134F-12FC-FB75-72FC-01DD3062B8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11024" y="2306736"/>
                  <a:ext cx="259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A05CC5-26F0-C334-FD31-E25129AAB947}"/>
                    </a:ext>
                  </a:extLst>
                </p14:cNvPr>
                <p14:cNvContentPartPr/>
                <p14:nvPr/>
              </p14:nvContentPartPr>
              <p14:xfrm>
                <a:off x="6631704" y="2313576"/>
                <a:ext cx="345600" cy="118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A05CC5-26F0-C334-FD31-E25129AAB9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13704" y="2295576"/>
                  <a:ext cx="381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6E24F5-0079-9A12-AD59-CA0F697D20C3}"/>
                    </a:ext>
                  </a:extLst>
                </p14:cNvPr>
                <p14:cNvContentPartPr/>
                <p14:nvPr/>
              </p14:nvContentPartPr>
              <p14:xfrm>
                <a:off x="7042464" y="2325456"/>
                <a:ext cx="116280" cy="105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6E24F5-0079-9A12-AD59-CA0F697D20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24824" y="2307456"/>
                  <a:ext cx="151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1BC46B-ED6F-E0F4-54B3-A1A2A12AC135}"/>
                    </a:ext>
                  </a:extLst>
                </p14:cNvPr>
                <p14:cNvContentPartPr/>
                <p14:nvPr/>
              </p14:nvContentPartPr>
              <p14:xfrm>
                <a:off x="7142904" y="2281896"/>
                <a:ext cx="171000" cy="147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1BC46B-ED6F-E0F4-54B3-A1A2A12AC13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25264" y="2263896"/>
                  <a:ext cx="2066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726E509-2D3B-8281-59AE-EB14CC3E5FC8}"/>
              </a:ext>
            </a:extLst>
          </p:cNvPr>
          <p:cNvGrpSpPr/>
          <p:nvPr/>
        </p:nvGrpSpPr>
        <p:grpSpPr>
          <a:xfrm>
            <a:off x="7974864" y="1917576"/>
            <a:ext cx="1309680" cy="668880"/>
            <a:chOff x="7974864" y="1917576"/>
            <a:chExt cx="1309680" cy="66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6A153C-91BB-7D33-459F-F24EB3744435}"/>
                    </a:ext>
                  </a:extLst>
                </p14:cNvPr>
                <p14:cNvContentPartPr/>
                <p14:nvPr/>
              </p14:nvContentPartPr>
              <p14:xfrm>
                <a:off x="7974864" y="2005776"/>
                <a:ext cx="193320" cy="154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6A153C-91BB-7D33-459F-F24EB374443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56864" y="1987776"/>
                  <a:ext cx="228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28A55F8-8312-A6B3-309E-00B16D6D2A22}"/>
                    </a:ext>
                  </a:extLst>
                </p14:cNvPr>
                <p14:cNvContentPartPr/>
                <p14:nvPr/>
              </p14:nvContentPartPr>
              <p14:xfrm>
                <a:off x="8175384" y="2058336"/>
                <a:ext cx="141840" cy="113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28A55F8-8312-A6B3-309E-00B16D6D2A2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57384" y="2040696"/>
                  <a:ext cx="177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8EBBC2-A17F-2F37-0C67-66982D6483AC}"/>
                    </a:ext>
                  </a:extLst>
                </p14:cNvPr>
                <p14:cNvContentPartPr/>
                <p14:nvPr/>
              </p14:nvContentPartPr>
              <p14:xfrm>
                <a:off x="8290944" y="1917576"/>
                <a:ext cx="33120" cy="27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8EBBC2-A17F-2F37-0C67-66982D6483A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73304" y="1899576"/>
                  <a:ext cx="687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02AB1C-428B-3954-F53F-8434808D92DF}"/>
                    </a:ext>
                  </a:extLst>
                </p14:cNvPr>
                <p14:cNvContentPartPr/>
                <p14:nvPr/>
              </p14:nvContentPartPr>
              <p14:xfrm>
                <a:off x="8386704" y="2096856"/>
                <a:ext cx="165240" cy="82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02AB1C-428B-3954-F53F-8434808D92D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69064" y="2078856"/>
                  <a:ext cx="200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8632BD-14C7-05DD-E20C-D387ADC96C81}"/>
                    </a:ext>
                  </a:extLst>
                </p14:cNvPr>
                <p14:cNvContentPartPr/>
                <p14:nvPr/>
              </p14:nvContentPartPr>
              <p14:xfrm>
                <a:off x="8573184" y="2031336"/>
                <a:ext cx="186120" cy="159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8632BD-14C7-05DD-E20C-D387ADC96C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55544" y="2013336"/>
                  <a:ext cx="221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3669FA9-E891-A105-CFAC-5EBB631279AA}"/>
                    </a:ext>
                  </a:extLst>
                </p14:cNvPr>
                <p14:cNvContentPartPr/>
                <p14:nvPr/>
              </p14:nvContentPartPr>
              <p14:xfrm>
                <a:off x="8818704" y="2039616"/>
                <a:ext cx="161640" cy="11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3669FA9-E891-A105-CFAC-5EBB631279A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01064" y="2021616"/>
                  <a:ext cx="197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05004B-CC71-BCA1-28E5-D5992B414D85}"/>
                    </a:ext>
                  </a:extLst>
                </p14:cNvPr>
                <p14:cNvContentPartPr/>
                <p14:nvPr/>
              </p14:nvContentPartPr>
              <p14:xfrm>
                <a:off x="8880264" y="2226096"/>
                <a:ext cx="326520" cy="360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05004B-CC71-BCA1-28E5-D5992B414D8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62264" y="2208456"/>
                  <a:ext cx="3621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790E1C-DCBC-04D6-C9B5-BE43C0243541}"/>
                    </a:ext>
                  </a:extLst>
                </p14:cNvPr>
                <p14:cNvContentPartPr/>
                <p14:nvPr/>
              </p14:nvContentPartPr>
              <p14:xfrm>
                <a:off x="9120384" y="2037096"/>
                <a:ext cx="164160" cy="167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790E1C-DCBC-04D6-C9B5-BE43C024354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102384" y="2019096"/>
                  <a:ext cx="199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2BA067A-A25D-3CBF-1BCE-94F438450ED9}"/>
                    </a:ext>
                  </a:extLst>
                </p14:cNvPr>
                <p14:cNvContentPartPr/>
                <p14:nvPr/>
              </p14:nvContentPartPr>
              <p14:xfrm>
                <a:off x="9042984" y="1998216"/>
                <a:ext cx="177480" cy="100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2BA067A-A25D-3CBF-1BCE-94F438450E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025344" y="1980576"/>
                  <a:ext cx="213120" cy="13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2563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3645-140D-2C0D-DF72-13E3C30C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8A54717-4B7B-4C3B-487E-889EACCD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645896"/>
            <a:ext cx="9552908" cy="59012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70A147-C428-FCFA-7422-4EB9C085C0E1}"/>
                  </a:ext>
                </a:extLst>
              </p14:cNvPr>
              <p14:cNvContentPartPr/>
              <p14:nvPr/>
            </p14:nvContentPartPr>
            <p14:xfrm>
              <a:off x="10205784" y="932976"/>
              <a:ext cx="734400" cy="581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70A147-C428-FCFA-7422-4EB9C085C0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87784" y="915336"/>
                <a:ext cx="77004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9E2C926-B43D-62FB-992B-3CD15295E232}"/>
                  </a:ext>
                </a:extLst>
              </p14:cNvPr>
              <p14:cNvContentPartPr/>
              <p14:nvPr/>
            </p14:nvContentPartPr>
            <p14:xfrm>
              <a:off x="10761624" y="1269576"/>
              <a:ext cx="347760" cy="45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9E2C926-B43D-62FB-992B-3CD15295E2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43984" y="1251936"/>
                <a:ext cx="38340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B727B7F-40AA-9793-30AD-108B21E4F99B}"/>
              </a:ext>
            </a:extLst>
          </p:cNvPr>
          <p:cNvGrpSpPr/>
          <p:nvPr/>
        </p:nvGrpSpPr>
        <p:grpSpPr>
          <a:xfrm>
            <a:off x="9112104" y="1553976"/>
            <a:ext cx="1407960" cy="1228680"/>
            <a:chOff x="9112104" y="1553976"/>
            <a:chExt cx="1407960" cy="12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FBA731-4E15-6ED7-8093-834E417D6330}"/>
                    </a:ext>
                  </a:extLst>
                </p14:cNvPr>
                <p14:cNvContentPartPr/>
                <p14:nvPr/>
              </p14:nvContentPartPr>
              <p14:xfrm>
                <a:off x="9782784" y="1553976"/>
                <a:ext cx="178200" cy="257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FBA731-4E15-6ED7-8093-834E417D63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64784" y="1535976"/>
                  <a:ext cx="2138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9F05DFF-2FEC-99BD-EE8B-AA667391F3D8}"/>
                    </a:ext>
                  </a:extLst>
                </p14:cNvPr>
                <p14:cNvContentPartPr/>
                <p14:nvPr/>
              </p14:nvContentPartPr>
              <p14:xfrm>
                <a:off x="9808704" y="1689696"/>
                <a:ext cx="218520" cy="1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9F05DFF-2FEC-99BD-EE8B-AA667391F3D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90704" y="1672056"/>
                  <a:ext cx="2541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52B2EE-1A10-DA03-6643-DF91B4193877}"/>
                    </a:ext>
                  </a:extLst>
                </p14:cNvPr>
                <p14:cNvContentPartPr/>
                <p14:nvPr/>
              </p14:nvContentPartPr>
              <p14:xfrm>
                <a:off x="10012104" y="1564416"/>
                <a:ext cx="243000" cy="246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52B2EE-1A10-DA03-6643-DF91B419387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94464" y="1546776"/>
                  <a:ext cx="2786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8A1024-E384-D751-ECCA-96BE7EAA124B}"/>
                    </a:ext>
                  </a:extLst>
                </p14:cNvPr>
                <p14:cNvContentPartPr/>
                <p14:nvPr/>
              </p14:nvContentPartPr>
              <p14:xfrm>
                <a:off x="10278504" y="1587816"/>
                <a:ext cx="160560" cy="261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8A1024-E384-D751-ECCA-96BE7EAA12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60504" y="1569816"/>
                  <a:ext cx="196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50C7FD-F18F-E78A-D424-B7550A5D56EF}"/>
                    </a:ext>
                  </a:extLst>
                </p14:cNvPr>
                <p14:cNvContentPartPr/>
                <p14:nvPr/>
              </p14:nvContentPartPr>
              <p14:xfrm>
                <a:off x="9428544" y="1893096"/>
                <a:ext cx="176400" cy="480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50C7FD-F18F-E78A-D424-B7550A5D56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10904" y="1875456"/>
                  <a:ext cx="21204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5F488B3-C903-0370-246C-2A1E919A7416}"/>
                    </a:ext>
                  </a:extLst>
                </p14:cNvPr>
                <p14:cNvContentPartPr/>
                <p14:nvPr/>
              </p14:nvContentPartPr>
              <p14:xfrm>
                <a:off x="9371304" y="2185056"/>
                <a:ext cx="209520" cy="2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5F488B3-C903-0370-246C-2A1E919A74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53304" y="2167056"/>
                  <a:ext cx="245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9E7A944-FFD0-DC4F-FED4-E7BA67EEE2B2}"/>
                    </a:ext>
                  </a:extLst>
                </p14:cNvPr>
                <p14:cNvContentPartPr/>
                <p14:nvPr/>
              </p14:nvContentPartPr>
              <p14:xfrm>
                <a:off x="9673704" y="2126376"/>
                <a:ext cx="28800" cy="129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9E7A944-FFD0-DC4F-FED4-E7BA67EEE2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56064" y="2108376"/>
                  <a:ext cx="64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5128D1-CE23-6388-1E3A-B5404F2F2A24}"/>
                    </a:ext>
                  </a:extLst>
                </p14:cNvPr>
                <p14:cNvContentPartPr/>
                <p14:nvPr/>
              </p14:nvContentPartPr>
              <p14:xfrm>
                <a:off x="9771264" y="2018736"/>
                <a:ext cx="2160" cy="1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5128D1-CE23-6388-1E3A-B5404F2F2A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53264" y="2001096"/>
                  <a:ext cx="37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5F93D1-794C-A37C-5DBC-ABED5F1B4442}"/>
                    </a:ext>
                  </a:extLst>
                </p14:cNvPr>
                <p14:cNvContentPartPr/>
                <p14:nvPr/>
              </p14:nvContentPartPr>
              <p14:xfrm>
                <a:off x="9837864" y="1958976"/>
                <a:ext cx="113760" cy="34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5F93D1-794C-A37C-5DBC-ABED5F1B44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20224" y="1941336"/>
                  <a:ext cx="1494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B2285A-65EE-BF23-9407-E45DE159D1FF}"/>
                    </a:ext>
                  </a:extLst>
                </p14:cNvPr>
                <p14:cNvContentPartPr/>
                <p14:nvPr/>
              </p14:nvContentPartPr>
              <p14:xfrm>
                <a:off x="9843264" y="2159136"/>
                <a:ext cx="149400" cy="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B2285A-65EE-BF23-9407-E45DE159D1F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825264" y="2141496"/>
                  <a:ext cx="185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0AD2FB-B21A-973E-B7F2-730F19EC9AA1}"/>
                    </a:ext>
                  </a:extLst>
                </p14:cNvPr>
                <p14:cNvContentPartPr/>
                <p14:nvPr/>
              </p14:nvContentPartPr>
              <p14:xfrm>
                <a:off x="9952704" y="2192256"/>
                <a:ext cx="153720" cy="159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0AD2FB-B21A-973E-B7F2-730F19EC9AA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934704" y="2174616"/>
                  <a:ext cx="189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ACD880-D30E-AFE3-1397-EFDB992D7D3E}"/>
                    </a:ext>
                  </a:extLst>
                </p14:cNvPr>
                <p14:cNvContentPartPr/>
                <p14:nvPr/>
              </p14:nvContentPartPr>
              <p14:xfrm>
                <a:off x="10144944" y="2168856"/>
                <a:ext cx="179280" cy="167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ACD880-D30E-AFE3-1397-EFDB992D7D3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27304" y="2151216"/>
                  <a:ext cx="214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19294D-D643-1CA2-C8D2-40824B83622A}"/>
                    </a:ext>
                  </a:extLst>
                </p14:cNvPr>
                <p14:cNvContentPartPr/>
                <p14:nvPr/>
              </p14:nvContentPartPr>
              <p14:xfrm>
                <a:off x="10252944" y="2208456"/>
                <a:ext cx="267120" cy="161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19294D-D643-1CA2-C8D2-40824B83622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35304" y="2190816"/>
                  <a:ext cx="302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8FEB1F-CDC3-B33B-62F2-5CADBC8DB09D}"/>
                    </a:ext>
                  </a:extLst>
                </p14:cNvPr>
                <p14:cNvContentPartPr/>
                <p14:nvPr/>
              </p14:nvContentPartPr>
              <p14:xfrm>
                <a:off x="9762264" y="2001816"/>
                <a:ext cx="79200" cy="34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8FEB1F-CDC3-B33B-62F2-5CADBC8DB0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44624" y="1984176"/>
                  <a:ext cx="1148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C7B315-61E5-EE9F-AB36-057CC0672C41}"/>
                    </a:ext>
                  </a:extLst>
                </p14:cNvPr>
                <p14:cNvContentPartPr/>
                <p14:nvPr/>
              </p14:nvContentPartPr>
              <p14:xfrm>
                <a:off x="9112104" y="2410056"/>
                <a:ext cx="243720" cy="325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C7B315-61E5-EE9F-AB36-057CC0672C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94104" y="2392056"/>
                  <a:ext cx="2793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D31F6F3-4CF0-9E0D-EAAE-379470D90CA9}"/>
                    </a:ext>
                  </a:extLst>
                </p14:cNvPr>
                <p14:cNvContentPartPr/>
                <p14:nvPr/>
              </p14:nvContentPartPr>
              <p14:xfrm>
                <a:off x="9415584" y="2620656"/>
                <a:ext cx="166320" cy="119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D31F6F3-4CF0-9E0D-EAAE-379470D90CA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97944" y="2602656"/>
                  <a:ext cx="201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50532DB-6374-379F-EF45-58428F4AE52A}"/>
                    </a:ext>
                  </a:extLst>
                </p14:cNvPr>
                <p14:cNvContentPartPr/>
                <p14:nvPr/>
              </p14:nvContentPartPr>
              <p14:xfrm>
                <a:off x="9610704" y="2604816"/>
                <a:ext cx="281160" cy="16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50532DB-6374-379F-EF45-58428F4AE5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592704" y="2586816"/>
                  <a:ext cx="316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1D2C83-AFAC-0B8C-32E5-3B9CD125EC8B}"/>
                    </a:ext>
                  </a:extLst>
                </p14:cNvPr>
                <p14:cNvContentPartPr/>
                <p14:nvPr/>
              </p14:nvContentPartPr>
              <p14:xfrm>
                <a:off x="9948024" y="2661696"/>
                <a:ext cx="190080" cy="101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1D2C83-AFAC-0B8C-32E5-3B9CD125EC8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30024" y="2643696"/>
                  <a:ext cx="225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49F880-A70A-FF9B-611F-8476ED6BDFB0}"/>
                    </a:ext>
                  </a:extLst>
                </p14:cNvPr>
                <p14:cNvContentPartPr/>
                <p14:nvPr/>
              </p14:nvContentPartPr>
              <p14:xfrm>
                <a:off x="10300464" y="2759256"/>
                <a:ext cx="12240" cy="23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49F880-A70A-FF9B-611F-8476ED6BDFB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82464" y="2741256"/>
                  <a:ext cx="4788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59388A4-5FED-4993-32BF-3E46A5AE4F09}"/>
                  </a:ext>
                </a:extLst>
              </p14:cNvPr>
              <p14:cNvContentPartPr/>
              <p14:nvPr/>
            </p14:nvContentPartPr>
            <p14:xfrm>
              <a:off x="1924704" y="4541256"/>
              <a:ext cx="571680" cy="334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59388A4-5FED-4993-32BF-3E46A5AE4F0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906704" y="4523616"/>
                <a:ext cx="60732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98B15B5-74A1-CD22-B014-3720E358846D}"/>
                  </a:ext>
                </a:extLst>
              </p14:cNvPr>
              <p14:cNvContentPartPr/>
              <p14:nvPr/>
            </p14:nvContentPartPr>
            <p14:xfrm>
              <a:off x="4073184" y="5282856"/>
              <a:ext cx="353880" cy="1490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98B15B5-74A1-CD22-B014-3720E358846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55184" y="5264856"/>
                <a:ext cx="3895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0793605-6782-53B0-F51D-52DA410C2DF4}"/>
                  </a:ext>
                </a:extLst>
              </p14:cNvPr>
              <p14:cNvContentPartPr/>
              <p14:nvPr/>
            </p14:nvContentPartPr>
            <p14:xfrm>
              <a:off x="6234264" y="4948776"/>
              <a:ext cx="678960" cy="4046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0793605-6782-53B0-F51D-52DA410C2DF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216624" y="4930776"/>
                <a:ext cx="71460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44AABC8-8DF0-2FB3-06F2-EEEBE90EA3DC}"/>
                  </a:ext>
                </a:extLst>
              </p14:cNvPr>
              <p14:cNvContentPartPr/>
              <p14:nvPr/>
            </p14:nvContentPartPr>
            <p14:xfrm>
              <a:off x="7225704" y="4771656"/>
              <a:ext cx="153000" cy="1512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44AABC8-8DF0-2FB3-06F2-EEEBE90EA3D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08064" y="4754016"/>
                <a:ext cx="1886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5076E9E-7FD1-11D2-A14A-A9D5908D7C74}"/>
                  </a:ext>
                </a:extLst>
              </p14:cNvPr>
              <p14:cNvContentPartPr/>
              <p14:nvPr/>
            </p14:nvContentPartPr>
            <p14:xfrm>
              <a:off x="7381224" y="4864896"/>
              <a:ext cx="110520" cy="90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5076E9E-7FD1-11D2-A14A-A9D5908D7C7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363224" y="4846896"/>
                <a:ext cx="1461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CCD1DFB-8827-342C-4201-696A7E82D64D}"/>
                  </a:ext>
                </a:extLst>
              </p14:cNvPr>
              <p14:cNvContentPartPr/>
              <p14:nvPr/>
            </p14:nvContentPartPr>
            <p14:xfrm>
              <a:off x="7542504" y="4670136"/>
              <a:ext cx="43920" cy="241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CCD1DFB-8827-342C-4201-696A7E82D64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524504" y="4652496"/>
                <a:ext cx="795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C839D42-F47B-6FF2-8A24-98511D188859}"/>
                  </a:ext>
                </a:extLst>
              </p14:cNvPr>
              <p14:cNvContentPartPr/>
              <p14:nvPr/>
            </p14:nvContentPartPr>
            <p14:xfrm>
              <a:off x="7620624" y="4841136"/>
              <a:ext cx="83160" cy="102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C839D42-F47B-6FF2-8A24-98511D18885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02984" y="4823136"/>
                <a:ext cx="1188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BA3EFD6-9988-7F97-9BDE-B30F0204158B}"/>
                  </a:ext>
                </a:extLst>
              </p14:cNvPr>
              <p14:cNvContentPartPr/>
              <p14:nvPr/>
            </p14:nvContentPartPr>
            <p14:xfrm>
              <a:off x="7716024" y="4859496"/>
              <a:ext cx="124200" cy="1051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BA3EFD6-9988-7F97-9BDE-B30F0204158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698384" y="4841856"/>
                <a:ext cx="1598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B773A88-32C6-5179-F40B-D04FC506A0D7}"/>
                  </a:ext>
                </a:extLst>
              </p14:cNvPr>
              <p14:cNvContentPartPr/>
              <p14:nvPr/>
            </p14:nvContentPartPr>
            <p14:xfrm>
              <a:off x="7926984" y="4680576"/>
              <a:ext cx="130680" cy="246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B773A88-32C6-5179-F40B-D04FC506A0D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908984" y="4662576"/>
                <a:ext cx="1663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D736AA3-36AD-CEF5-244C-07247955BD05}"/>
                  </a:ext>
                </a:extLst>
              </p14:cNvPr>
              <p14:cNvContentPartPr/>
              <p14:nvPr/>
            </p14:nvContentPartPr>
            <p14:xfrm>
              <a:off x="7902504" y="4834656"/>
              <a:ext cx="149040" cy="19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D736AA3-36AD-CEF5-244C-07247955BD0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884504" y="4817016"/>
                <a:ext cx="1846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86AC61C-B134-E72A-349E-CDEE9E32C656}"/>
                  </a:ext>
                </a:extLst>
              </p14:cNvPr>
              <p14:cNvContentPartPr/>
              <p14:nvPr/>
            </p14:nvContentPartPr>
            <p14:xfrm>
              <a:off x="8436384" y="4806216"/>
              <a:ext cx="237960" cy="1335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86AC61C-B134-E72A-349E-CDEE9E32C65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418744" y="4788576"/>
                <a:ext cx="2736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B133878-E54D-3FA9-27E3-A0206A277754}"/>
                  </a:ext>
                </a:extLst>
              </p14:cNvPr>
              <p14:cNvContentPartPr/>
              <p14:nvPr/>
            </p14:nvContentPartPr>
            <p14:xfrm>
              <a:off x="8671824" y="4824216"/>
              <a:ext cx="433440" cy="1123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B133878-E54D-3FA9-27E3-A0206A27775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653824" y="4806576"/>
                <a:ext cx="4690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6FE3C12-2885-DDFA-DE8F-4669E4F5218E}"/>
                  </a:ext>
                </a:extLst>
              </p14:cNvPr>
              <p14:cNvContentPartPr/>
              <p14:nvPr/>
            </p14:nvContentPartPr>
            <p14:xfrm>
              <a:off x="9220104" y="4531536"/>
              <a:ext cx="86400" cy="3531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6FE3C12-2885-DDFA-DE8F-4669E4F5218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202464" y="4513896"/>
                <a:ext cx="12204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5217EC6-8868-51AC-A6C2-3FCF953B2E55}"/>
                  </a:ext>
                </a:extLst>
              </p14:cNvPr>
              <p14:cNvContentPartPr/>
              <p14:nvPr/>
            </p14:nvContentPartPr>
            <p14:xfrm>
              <a:off x="9180504" y="4782456"/>
              <a:ext cx="212760" cy="324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5217EC6-8868-51AC-A6C2-3FCF953B2E5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162504" y="4764456"/>
                <a:ext cx="2484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B4D8FCD-657B-6DA7-FEBB-05EAA7047268}"/>
                  </a:ext>
                </a:extLst>
              </p14:cNvPr>
              <p14:cNvContentPartPr/>
              <p14:nvPr/>
            </p14:nvContentPartPr>
            <p14:xfrm>
              <a:off x="9469944" y="4750416"/>
              <a:ext cx="176040" cy="1126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B4D8FCD-657B-6DA7-FEBB-05EAA704726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452304" y="4732416"/>
                <a:ext cx="2116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0F373D9-C939-A434-9294-9957BFF207A3}"/>
                  </a:ext>
                </a:extLst>
              </p14:cNvPr>
              <p14:cNvContentPartPr/>
              <p14:nvPr/>
            </p14:nvContentPartPr>
            <p14:xfrm>
              <a:off x="9685944" y="4499856"/>
              <a:ext cx="425160" cy="3409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0F373D9-C939-A434-9294-9957BFF207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667944" y="4481856"/>
                <a:ext cx="4608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FBB9336-C542-63D1-AF41-980779EB369D}"/>
                  </a:ext>
                </a:extLst>
              </p14:cNvPr>
              <p14:cNvContentPartPr/>
              <p14:nvPr/>
            </p14:nvContentPartPr>
            <p14:xfrm>
              <a:off x="7556544" y="5103936"/>
              <a:ext cx="11880" cy="1674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FBB9336-C542-63D1-AF41-980779EB369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538904" y="5086296"/>
                <a:ext cx="475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F6A382B-4A83-F071-ED9C-AF967B5B5E12}"/>
                  </a:ext>
                </a:extLst>
              </p14:cNvPr>
              <p14:cNvContentPartPr/>
              <p14:nvPr/>
            </p14:nvContentPartPr>
            <p14:xfrm>
              <a:off x="7437744" y="5203656"/>
              <a:ext cx="249840" cy="334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F6A382B-4A83-F071-ED9C-AF967B5B5E1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420104" y="5185656"/>
                <a:ext cx="2854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5943483-99B4-B023-73AD-FE0D45ECEE6B}"/>
                  </a:ext>
                </a:extLst>
              </p14:cNvPr>
              <p14:cNvContentPartPr/>
              <p14:nvPr/>
            </p14:nvContentPartPr>
            <p14:xfrm>
              <a:off x="7893864" y="5162616"/>
              <a:ext cx="159480" cy="153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5943483-99B4-B023-73AD-FE0D45ECEE6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875864" y="5144976"/>
                <a:ext cx="1951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D8C3489-8E49-7777-C549-BB0D23FF9219}"/>
                  </a:ext>
                </a:extLst>
              </p14:cNvPr>
              <p14:cNvContentPartPr/>
              <p14:nvPr/>
            </p14:nvContentPartPr>
            <p14:xfrm>
              <a:off x="8082504" y="5200416"/>
              <a:ext cx="142560" cy="986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D8C3489-8E49-7777-C549-BB0D23FF921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064864" y="5182776"/>
                <a:ext cx="1782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371EF27-C18C-85AE-0837-F8858C3A7E85}"/>
                  </a:ext>
                </a:extLst>
              </p14:cNvPr>
              <p14:cNvContentPartPr/>
              <p14:nvPr/>
            </p14:nvContentPartPr>
            <p14:xfrm>
              <a:off x="8238024" y="5196816"/>
              <a:ext cx="208080" cy="163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371EF27-C18C-85AE-0837-F8858C3A7E8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220384" y="5179176"/>
                <a:ext cx="2437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B8CEEE-2A64-59A8-18AF-5D079440CE68}"/>
                  </a:ext>
                </a:extLst>
              </p14:cNvPr>
              <p14:cNvContentPartPr/>
              <p14:nvPr/>
            </p14:nvContentPartPr>
            <p14:xfrm>
              <a:off x="8545824" y="5047056"/>
              <a:ext cx="156240" cy="2822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B8CEEE-2A64-59A8-18AF-5D079440CE6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527824" y="5029056"/>
                <a:ext cx="19188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4AE68EB-4D5F-79C4-3593-4C81A273E3B0}"/>
                  </a:ext>
                </a:extLst>
              </p14:cNvPr>
              <p14:cNvContentPartPr/>
              <p14:nvPr/>
            </p14:nvContentPartPr>
            <p14:xfrm>
              <a:off x="8466984" y="5202576"/>
              <a:ext cx="178200" cy="457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4AE68EB-4D5F-79C4-3593-4C81A273E3B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448984" y="5184936"/>
                <a:ext cx="2138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7D91B24-72FF-B38A-C446-812F87261990}"/>
                  </a:ext>
                </a:extLst>
              </p14:cNvPr>
              <p14:cNvContentPartPr/>
              <p14:nvPr/>
            </p14:nvContentPartPr>
            <p14:xfrm>
              <a:off x="8891424" y="5262336"/>
              <a:ext cx="17280" cy="111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7D91B24-72FF-B38A-C446-812F8726199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873424" y="5244336"/>
                <a:ext cx="529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7A877D1-429D-8A66-3836-033432891EAD}"/>
                  </a:ext>
                </a:extLst>
              </p14:cNvPr>
              <p14:cNvContentPartPr/>
              <p14:nvPr/>
            </p14:nvContentPartPr>
            <p14:xfrm>
              <a:off x="7244064" y="5422176"/>
              <a:ext cx="358920" cy="315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7A877D1-429D-8A66-3836-033432891EA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7226424" y="5404536"/>
                <a:ext cx="3945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D8FD074-6D83-A588-7B44-467BCDFBFD5F}"/>
                  </a:ext>
                </a:extLst>
              </p14:cNvPr>
              <p14:cNvContentPartPr/>
              <p14:nvPr/>
            </p14:nvContentPartPr>
            <p14:xfrm>
              <a:off x="7168464" y="5569056"/>
              <a:ext cx="230400" cy="2001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D8FD074-6D83-A588-7B44-467BCDFBFD5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150464" y="5551056"/>
                <a:ext cx="2660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CA96F09-35A2-793C-472A-9E4D001291F4}"/>
                  </a:ext>
                </a:extLst>
              </p14:cNvPr>
              <p14:cNvContentPartPr/>
              <p14:nvPr/>
            </p14:nvContentPartPr>
            <p14:xfrm>
              <a:off x="6768144" y="5929416"/>
              <a:ext cx="299160" cy="197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CA96F09-35A2-793C-472A-9E4D001291F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50144" y="5911416"/>
                <a:ext cx="3348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24F5F26-450B-04B7-D8A1-A85EE8C6D4DD}"/>
                  </a:ext>
                </a:extLst>
              </p14:cNvPr>
              <p14:cNvContentPartPr/>
              <p14:nvPr/>
            </p14:nvContentPartPr>
            <p14:xfrm>
              <a:off x="7088544" y="5978736"/>
              <a:ext cx="757440" cy="166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24F5F26-450B-04B7-D8A1-A85EE8C6D4DD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070904" y="5961096"/>
                <a:ext cx="7930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888982A-CEA1-67B8-B73C-9CE31E6814F6}"/>
                  </a:ext>
                </a:extLst>
              </p14:cNvPr>
              <p14:cNvContentPartPr/>
              <p14:nvPr/>
            </p14:nvContentPartPr>
            <p14:xfrm>
              <a:off x="7865784" y="5775696"/>
              <a:ext cx="206640" cy="335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888982A-CEA1-67B8-B73C-9CE31E6814F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847784" y="5758056"/>
                <a:ext cx="2422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E35AC5B-39E0-9219-3A21-E8C9DCF4FDAF}"/>
                  </a:ext>
                </a:extLst>
              </p14:cNvPr>
              <p14:cNvContentPartPr/>
              <p14:nvPr/>
            </p14:nvContentPartPr>
            <p14:xfrm>
              <a:off x="7858584" y="5948496"/>
              <a:ext cx="254880" cy="316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E35AC5B-39E0-9219-3A21-E8C9DCF4FDA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840944" y="5930856"/>
                <a:ext cx="29052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08C6E03D-DA3A-9E1A-B245-04F9407E1120}"/>
              </a:ext>
            </a:extLst>
          </p:cNvPr>
          <p:cNvGrpSpPr/>
          <p:nvPr/>
        </p:nvGrpSpPr>
        <p:grpSpPr>
          <a:xfrm>
            <a:off x="8369784" y="5664096"/>
            <a:ext cx="266760" cy="514080"/>
            <a:chOff x="8369784" y="5664096"/>
            <a:chExt cx="266760" cy="51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4C8D33-DF48-ED2D-89DB-EA7407138CB0}"/>
                    </a:ext>
                  </a:extLst>
                </p14:cNvPr>
                <p14:cNvContentPartPr/>
                <p14:nvPr/>
              </p14:nvContentPartPr>
              <p14:xfrm>
                <a:off x="8492184" y="5664096"/>
                <a:ext cx="19440" cy="404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4C8D33-DF48-ED2D-89DB-EA7407138CB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74184" y="5646456"/>
                  <a:ext cx="550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BA3EDCC-9C79-B06E-C466-B9A81DBD7A6E}"/>
                    </a:ext>
                  </a:extLst>
                </p14:cNvPr>
                <p14:cNvContentPartPr/>
                <p14:nvPr/>
              </p14:nvContentPartPr>
              <p14:xfrm>
                <a:off x="8369784" y="5960376"/>
                <a:ext cx="266760" cy="21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BA3EDCC-9C79-B06E-C466-B9A81DBD7A6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51784" y="5942376"/>
                  <a:ext cx="3024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9A5ED3C-AAD0-938E-85F2-B4565AB08CC5}"/>
              </a:ext>
            </a:extLst>
          </p:cNvPr>
          <p:cNvGrpSpPr/>
          <p:nvPr/>
        </p:nvGrpSpPr>
        <p:grpSpPr>
          <a:xfrm>
            <a:off x="8431704" y="1551096"/>
            <a:ext cx="479520" cy="437760"/>
            <a:chOff x="8431704" y="1551096"/>
            <a:chExt cx="47952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F712BC6-6230-F64B-621E-0D10C6019814}"/>
                    </a:ext>
                  </a:extLst>
                </p14:cNvPr>
                <p14:cNvContentPartPr/>
                <p14:nvPr/>
              </p14:nvContentPartPr>
              <p14:xfrm>
                <a:off x="8679024" y="1692576"/>
                <a:ext cx="27000" cy="167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F712BC6-6230-F64B-621E-0D10C601981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61384" y="1674936"/>
                  <a:ext cx="62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88CDCDC-445B-829C-8D7E-6238F3E9DC01}"/>
                    </a:ext>
                  </a:extLst>
                </p14:cNvPr>
                <p14:cNvContentPartPr/>
                <p14:nvPr/>
              </p14:nvContentPartPr>
              <p14:xfrm>
                <a:off x="8431704" y="1551096"/>
                <a:ext cx="479520" cy="437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88CDCDC-445B-829C-8D7E-6238F3E9DC0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413704" y="1533456"/>
                  <a:ext cx="515160" cy="47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E790B37-13A5-C3F2-52DC-2F9F744A6A50}"/>
              </a:ext>
            </a:extLst>
          </p:cNvPr>
          <p:cNvGrpSpPr/>
          <p:nvPr/>
        </p:nvGrpSpPr>
        <p:grpSpPr>
          <a:xfrm>
            <a:off x="6430824" y="4185576"/>
            <a:ext cx="753840" cy="477360"/>
            <a:chOff x="6430824" y="4185576"/>
            <a:chExt cx="75384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702104D-F3E5-1537-BE8D-A91B587720CA}"/>
                    </a:ext>
                  </a:extLst>
                </p14:cNvPr>
                <p14:cNvContentPartPr/>
                <p14:nvPr/>
              </p14:nvContentPartPr>
              <p14:xfrm>
                <a:off x="6576264" y="4359456"/>
                <a:ext cx="381600" cy="150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702104D-F3E5-1537-BE8D-A91B587720C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58624" y="4341456"/>
                  <a:ext cx="417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73058D0-8925-65DD-F047-87AF123722DD}"/>
                    </a:ext>
                  </a:extLst>
                </p14:cNvPr>
                <p14:cNvContentPartPr/>
                <p14:nvPr/>
              </p14:nvContentPartPr>
              <p14:xfrm>
                <a:off x="6430824" y="4185576"/>
                <a:ext cx="753840" cy="477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73058D0-8925-65DD-F047-87AF123722D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13184" y="4167936"/>
                  <a:ext cx="789480" cy="51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C777AAC-CB04-A242-6271-EBE6E22D6CF4}"/>
              </a:ext>
            </a:extLst>
          </p:cNvPr>
          <p:cNvGrpSpPr/>
          <p:nvPr/>
        </p:nvGrpSpPr>
        <p:grpSpPr>
          <a:xfrm>
            <a:off x="1583064" y="6125256"/>
            <a:ext cx="414360" cy="419400"/>
            <a:chOff x="1583064" y="6125256"/>
            <a:chExt cx="41436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E133479-37F3-6661-EA14-7B09E9530082}"/>
                    </a:ext>
                  </a:extLst>
                </p14:cNvPr>
                <p14:cNvContentPartPr/>
                <p14:nvPr/>
              </p14:nvContentPartPr>
              <p14:xfrm>
                <a:off x="1722744" y="6245496"/>
                <a:ext cx="189000" cy="178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E133479-37F3-6661-EA14-7B09E953008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704744" y="6227856"/>
                  <a:ext cx="224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E62082A-9520-AB74-D8A9-3B31FC3E2919}"/>
                    </a:ext>
                  </a:extLst>
                </p14:cNvPr>
                <p14:cNvContentPartPr/>
                <p14:nvPr/>
              </p14:nvContentPartPr>
              <p14:xfrm>
                <a:off x="1583064" y="6125256"/>
                <a:ext cx="414360" cy="419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E62082A-9520-AB74-D8A9-3B31FC3E291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565064" y="6107616"/>
                  <a:ext cx="450000" cy="45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66B2601-BAEB-4804-59D6-8B4DA196CB34}"/>
              </a:ext>
            </a:extLst>
          </p:cNvPr>
          <p:cNvGrpSpPr/>
          <p:nvPr/>
        </p:nvGrpSpPr>
        <p:grpSpPr>
          <a:xfrm>
            <a:off x="2277504" y="6100056"/>
            <a:ext cx="4121280" cy="437040"/>
            <a:chOff x="2277504" y="6100056"/>
            <a:chExt cx="412128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553C47D-003E-B4C1-BE97-79F1BAE87B43}"/>
                    </a:ext>
                  </a:extLst>
                </p14:cNvPr>
                <p14:cNvContentPartPr/>
                <p14:nvPr/>
              </p14:nvContentPartPr>
              <p14:xfrm>
                <a:off x="2277504" y="6195456"/>
                <a:ext cx="279360" cy="261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553C47D-003E-B4C1-BE97-79F1BAE87B4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59504" y="6177816"/>
                  <a:ext cx="315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DF86C63-659F-22B2-ACA0-05E354ADCA3C}"/>
                    </a:ext>
                  </a:extLst>
                </p14:cNvPr>
                <p14:cNvContentPartPr/>
                <p14:nvPr/>
              </p14:nvContentPartPr>
              <p14:xfrm>
                <a:off x="2567664" y="6352416"/>
                <a:ext cx="435240" cy="1026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DF86C63-659F-22B2-ACA0-05E354ADCA3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550024" y="6334776"/>
                  <a:ext cx="470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CC04687-6550-B9C6-3EB1-34027A58472B}"/>
                    </a:ext>
                  </a:extLst>
                </p14:cNvPr>
                <p14:cNvContentPartPr/>
                <p14:nvPr/>
              </p14:nvContentPartPr>
              <p14:xfrm>
                <a:off x="3330504" y="6249096"/>
                <a:ext cx="73440" cy="187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CC04687-6550-B9C6-3EB1-34027A58472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312504" y="6231096"/>
                  <a:ext cx="109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9933158-9455-E6A1-005A-94ED80A90BFC}"/>
                    </a:ext>
                  </a:extLst>
                </p14:cNvPr>
                <p14:cNvContentPartPr/>
                <p14:nvPr/>
              </p14:nvContentPartPr>
              <p14:xfrm>
                <a:off x="3276864" y="6344136"/>
                <a:ext cx="173520" cy="26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9933158-9455-E6A1-005A-94ED80A90BF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58864" y="6326136"/>
                  <a:ext cx="209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7B4C0F0-7161-69E0-0A31-F43DBE2D8F1B}"/>
                    </a:ext>
                  </a:extLst>
                </p14:cNvPr>
                <p14:cNvContentPartPr/>
                <p14:nvPr/>
              </p14:nvContentPartPr>
              <p14:xfrm>
                <a:off x="3166344" y="6188256"/>
                <a:ext cx="424800" cy="348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7B4C0F0-7161-69E0-0A31-F43DBE2D8F1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148344" y="6170256"/>
                  <a:ext cx="4604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49F0EB-0214-A20F-9EEA-32FF81EB6833}"/>
                    </a:ext>
                  </a:extLst>
                </p14:cNvPr>
                <p14:cNvContentPartPr/>
                <p14:nvPr/>
              </p14:nvContentPartPr>
              <p14:xfrm>
                <a:off x="3836304" y="6263856"/>
                <a:ext cx="230400" cy="190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49F0EB-0214-A20F-9EEA-32FF81EB683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18304" y="6245856"/>
                  <a:ext cx="266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8DF8A5-A317-D8B0-EC0C-972D16FDAD5A}"/>
                    </a:ext>
                  </a:extLst>
                </p14:cNvPr>
                <p14:cNvContentPartPr/>
                <p14:nvPr/>
              </p14:nvContentPartPr>
              <p14:xfrm>
                <a:off x="4113504" y="6347376"/>
                <a:ext cx="86400" cy="105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8DF8A5-A317-D8B0-EC0C-972D16FDAD5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095504" y="6329376"/>
                  <a:ext cx="122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0BF50B1-FC61-93DF-B94E-3CB3EEB482E6}"/>
                    </a:ext>
                  </a:extLst>
                </p14:cNvPr>
                <p14:cNvContentPartPr/>
                <p14:nvPr/>
              </p14:nvContentPartPr>
              <p14:xfrm>
                <a:off x="4233744" y="6349536"/>
                <a:ext cx="144720" cy="133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0BF50B1-FC61-93DF-B94E-3CB3EEB482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16104" y="6331536"/>
                  <a:ext cx="180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E926D8B-DBBB-8C3A-ADDA-FA77BC5C7DC1}"/>
                    </a:ext>
                  </a:extLst>
                </p14:cNvPr>
                <p14:cNvContentPartPr/>
                <p14:nvPr/>
              </p14:nvContentPartPr>
              <p14:xfrm>
                <a:off x="4433544" y="6383016"/>
                <a:ext cx="192960" cy="127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E926D8B-DBBB-8C3A-ADDA-FA77BC5C7DC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415544" y="6365376"/>
                  <a:ext cx="228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05C8466-94CA-8EAB-8372-2F84878D5AF4}"/>
                    </a:ext>
                  </a:extLst>
                </p14:cNvPr>
                <p14:cNvContentPartPr/>
                <p14:nvPr/>
              </p14:nvContentPartPr>
              <p14:xfrm>
                <a:off x="4841064" y="6100056"/>
                <a:ext cx="128880" cy="408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05C8466-94CA-8EAB-8372-2F84878D5AF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23424" y="6082416"/>
                  <a:ext cx="16452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53B38C7-9381-A6F5-16BC-498B3872AC41}"/>
                    </a:ext>
                  </a:extLst>
                </p14:cNvPr>
                <p14:cNvContentPartPr/>
                <p14:nvPr/>
              </p14:nvContentPartPr>
              <p14:xfrm>
                <a:off x="4846104" y="6366456"/>
                <a:ext cx="176040" cy="39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53B38C7-9381-A6F5-16BC-498B3872AC4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28464" y="6348456"/>
                  <a:ext cx="211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8738C5B-AFE7-6E19-8040-3A3FAA59009E}"/>
                    </a:ext>
                  </a:extLst>
                </p14:cNvPr>
                <p14:cNvContentPartPr/>
                <p14:nvPr/>
              </p14:nvContentPartPr>
              <p14:xfrm>
                <a:off x="5106024" y="6329736"/>
                <a:ext cx="27000" cy="90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8738C5B-AFE7-6E19-8040-3A3FAA59009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088024" y="6312096"/>
                  <a:ext cx="62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60ED558-8BBE-179F-0D3B-2948F56AD05A}"/>
                    </a:ext>
                  </a:extLst>
                </p14:cNvPr>
                <p14:cNvContentPartPr/>
                <p14:nvPr/>
              </p14:nvContentPartPr>
              <p14:xfrm>
                <a:off x="5093064" y="6212376"/>
                <a:ext cx="7200" cy="20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60ED558-8BBE-179F-0D3B-2948F56AD05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075064" y="6194736"/>
                  <a:ext cx="42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D293F40-3DEA-F4D4-4B5B-9066227971E6}"/>
                    </a:ext>
                  </a:extLst>
                </p14:cNvPr>
                <p14:cNvContentPartPr/>
                <p14:nvPr/>
              </p14:nvContentPartPr>
              <p14:xfrm>
                <a:off x="5303304" y="6113016"/>
                <a:ext cx="249120" cy="338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D293F40-3DEA-F4D4-4B5B-9066227971E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285304" y="6095016"/>
                  <a:ext cx="2847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8B1F5D-8CF8-9306-D056-9D6DB3EE9671}"/>
                    </a:ext>
                  </a:extLst>
                </p14:cNvPr>
                <p14:cNvContentPartPr/>
                <p14:nvPr/>
              </p14:nvContentPartPr>
              <p14:xfrm>
                <a:off x="5540184" y="6158016"/>
                <a:ext cx="196920" cy="267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8B1F5D-8CF8-9306-D056-9D6DB3EE967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522184" y="6140016"/>
                  <a:ext cx="232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DBFE571-9B8C-A396-B0B9-B19FA011237E}"/>
                    </a:ext>
                  </a:extLst>
                </p14:cNvPr>
                <p14:cNvContentPartPr/>
                <p14:nvPr/>
              </p14:nvContentPartPr>
              <p14:xfrm>
                <a:off x="5580864" y="6321096"/>
                <a:ext cx="152280" cy="388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DBFE571-9B8C-A396-B0B9-B19FA011237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562864" y="6303096"/>
                  <a:ext cx="187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2A45EF4-2D99-616C-8610-A9D9F388EA2A}"/>
                    </a:ext>
                  </a:extLst>
                </p14:cNvPr>
                <p14:cNvContentPartPr/>
                <p14:nvPr/>
              </p14:nvContentPartPr>
              <p14:xfrm>
                <a:off x="5775624" y="6307416"/>
                <a:ext cx="142200" cy="123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2A45EF4-2D99-616C-8610-A9D9F388EA2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57984" y="6289416"/>
                  <a:ext cx="177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F1209E0-2047-FDF5-8B4B-23311B82B445}"/>
                    </a:ext>
                  </a:extLst>
                </p14:cNvPr>
                <p14:cNvContentPartPr/>
                <p14:nvPr/>
              </p14:nvContentPartPr>
              <p14:xfrm>
                <a:off x="5958144" y="6332976"/>
                <a:ext cx="167040" cy="122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F1209E0-2047-FDF5-8B4B-23311B82B44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940144" y="6314976"/>
                  <a:ext cx="202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42750D3-AF8D-A91E-254F-7877C353855B}"/>
                    </a:ext>
                  </a:extLst>
                </p14:cNvPr>
                <p14:cNvContentPartPr/>
                <p14:nvPr/>
              </p14:nvContentPartPr>
              <p14:xfrm>
                <a:off x="6126264" y="6316056"/>
                <a:ext cx="272520" cy="114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42750D3-AF8D-A91E-254F-7877C353855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108264" y="6298056"/>
                  <a:ext cx="308160" cy="15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8701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1246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216</cp:revision>
  <dcterms:created xsi:type="dcterms:W3CDTF">2025-09-22T02:44:38Z</dcterms:created>
  <dcterms:modified xsi:type="dcterms:W3CDTF">2026-06-14T08:01:15Z</dcterms:modified>
</cp:coreProperties>
</file>