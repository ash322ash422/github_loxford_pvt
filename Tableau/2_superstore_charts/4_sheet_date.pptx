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85" r:id="rId3"/>
    <p:sldId id="286" r:id="rId4"/>
    <p:sldId id="287" r:id="rId5"/>
    <p:sldId id="2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36.4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82 5240 0 0,'0'0'-350'0'0,"-1"-4"-798"0"0,0 3 1123 0 0,1 1 0 0 0,0-1 0 0 0,-1 0 0 0 0,1 1 0 0 0,0-1 0 0 0,0 0 0 0 0,-1 1 0 0 0,1-1 0 0 0,0 0-1 0 0,0 0 1 0 0,0 0 0 0 0,0 1 0 0 0,0-1 0 0 0,0 0 0 0 0,0 0 0 0 0,0 1 0 0 0,0-1 0 0 0,1 0 0 0 0,-1 0 0 0 0,0 1 0 0 0,0-1-1 0 0,1 0 1 0 0,-1 1 0 0 0,1-2 0 0 0,1 0 23 0 0,0 1-1 0 0,0 0 0 0 0,1 0 1 0 0,-1 0-1 0 0,0 0 1 0 0,1 1-1 0 0,-1-1 1 0 0,0 0-1 0 0,1 1 0 0 0,-1 0 1 0 0,5-1-1 0 0,124-15 308 0 0,251-17 270 0 0,-327 33 190 0 0,-53 0-644 0 0,31 3-2058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34.8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134 83 808 0 0,'0'0'756'0'0,"-1"-13"-523"0"0,-2-2-166 0 0,-3-36 454 0 0,4 50-225 0 0,-4-2-662 0 0,3 15 3702 0 0,3 39-3284 0 0,0-39 494 0 0,43-18-532 0 0,51-2-1 0 0,70 3 0 0 0,-161 5-11 0 0,3-1 12 0 0,0 1 1 0 0,0 1 0 0 0,0-1-1 0 0,-1 1 1 0 0,1 0 0 0 0,7 2-1 0 0,-12-3-13 0 0,0 0-1 0 0,-1 0 0 0 0,0 0 1 0 0,1 0-1 0 0,-1 0 0 0 0,1 1 0 0 0,-1-1 0 0 0,1 0 0 0 0,-1 0 0 0 0,1 0 0 0 0,-1 0 0 0 0,0 1 1 0 0,1-1-1 0 0,-1 0 0 0 0,0 0 0 0 0,1 1 0 0 0,-1-1 0 0 0,1 0 0 0 0,-1 0 0 0 0,0 1 0 0 0,0-1 0 0 0,1 0 1 0 0,-1 1-1 0 0,0-1 0 0 0,1 1 0 0 0,-1-1 0 0 0,0 0 0 0 0,0 1 0 0 0,0-1 0 0 0,0 1 0 0 0,1-1 1 0 0,-1 1-1 0 0,0-1 0 0 0,0 0 0 0 0,0 2 0 0 0,0-1 42 0 0,-1 1-103 0 0,-10 20 68 0 0,1-1-1 0 0,1 1 1 0 0,1 1-1 0 0,1 0 1 0 0,-5 27-1 0 0,-9 29 19 0 0,18-62-16 0 0,0 1 1 0 0,1-1 0 0 0,1 1-1 0 0,1 0 1 0 0,1-1 0 0 0,0 1-1 0 0,1 0 1 0 0,1-1 0 0 0,7 25-1 0 0,-10-38-14 0 0,2 22 16 0 0,-1-24 33 0 0,-4 12 236 0 0,-9-11-212 0 0,-1 0 0 0 0,0 0 1 0 0,-1-1-1 0 0,1-1 0 0 0,0 0 0 0 0,-1-1 0 0 0,1 0 0 0 0,-24-4 0 0 0,-18 1 139 0 0,8 2 105 0 0,-47-5 0 0 0,92 5-264 0 0,-2 1 5 0 0,-1 0-364 0 0,-30-5 1255 0 0,34 5-1120 0 0,0 0 0 0 0,0 0 0 0 0,0 0 0 0 0,0 0 0 0 0,0 0 0 0 0,0-1 0 0 0,0 1 0 0 0,1 0 0 0 0,-1-1 0 0 0,0 1 0 0 0,0-1 0 0 0,0 1 0 0 0,0-1 1 0 0,0 0-1 0 0,0 1 0 0 0,1-1 0 0 0,-1 0 0 0 0,0 1 0 0 0,1-1 0 0 0,-1 0 0 0 0,0 0 0 0 0,1 0 0 0 0,-1 1 0 0 0,1-1 0 0 0,-1 0 0 0 0,1 0 0 0 0,-1-2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37.5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58 3856 0 0,'-26'-44'574'0'0,"25"43"-458"0"0,-5-7 127 0 0,6 8-237 0 0,0 0 1 0 0,0-1-1 0 0,0 1 0 0 0,0 0 0 0 0,0 0 0 0 0,0 0 0 0 0,0 0 0 0 0,0-1 0 0 0,0 1 0 0 0,0 0 0 0 0,0 0 0 0 0,-1 0 0 0 0,1 0 0 0 0,0-1 1 0 0,0 1-1 0 0,0 0 0 0 0,0 0 0 0 0,0 0 0 0 0,0 0 0 0 0,0 0 0 0 0,-1 0 0 0 0,1 0 0 0 0,0-1 0 0 0,0 1 0 0 0,0 0 0 0 0,0 0 1 0 0,0 0-1 0 0,-1 0 0 0 0,1 0 0 0 0,0 0 0 0 0,0 0 0 0 0,0 0 0 0 0,0 0 0 0 0,-1 0 0 0 0,1 0 0 0 0,0 0 0 0 0,0 0 0 0 0,0 0 0 0 0,0 0 1 0 0,-1 0-1 0 0,1 0 0 0 0,0 0 0 0 0,0 0 0 0 0,0 0 0 0 0,0 0 0 0 0,-1 0 0 0 0,1 0 0 0 0,0 0 0 0 0,0 0 0 0 0,0 0 0 0 0,0 1 1 0 0,0-1-1 0 0,-1 0 0 0 0,1 0 0 0 0,0 0 0 0 0,0 0 0 0 0,0 0 0 0 0,0 0 0 0 0,0 1 0 0 0,0-1 0 0 0,0 0 0 0 0,0 0 0 0 0,-1 0 0 0 0,5 16 1 0 0,0 0-1 0 0,1-1 0 0 0,1 0 0 0 0,0 0 0 0 0,1 0 0 0 0,13 21 1 0 0,15 33 48 0 0,-7-7 73 0 0,-28-61-111 0 0,0 5 36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38.4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426 57 3760 0 0,'-4'-4'-15'0'0,"1"0"-1"0"0,0 0 1 0 0,-1 0 0 0 0,0 0-1 0 0,0 1 1 0 0,0 0-1 0 0,0 0 1 0 0,-1 0-1 0 0,1 0 1 0 0,-1 1-1 0 0,0 0 1 0 0,0 0-1 0 0,1 0 1 0 0,-1 0 0 0 0,-1 1-1 0 0,1 0 1 0 0,0 0-1 0 0,-7-1 1 0 0,-1 1 102 0 0,-1-1 0 0 0,1 2 0 0 0,-1 0 0 0 0,0 0 1 0 0,-19 4-1 0 0,20 0-60 0 0,0 0 0 0 0,0 1 1 0 0,0 1-1 0 0,1 0 0 0 0,-1 0 0 0 0,2 1 1 0 0,-1 1-1 0 0,1 0 0 0 0,0 0 0 0 0,0 1 1 0 0,1 1-1 0 0,1-1 0 0 0,-1 2 1 0 0,2-1-1 0 0,-1 1 0 0 0,2 1 0 0 0,-10 16 1 0 0,12-20-19 0 0,1 0 0 0 0,1-1 0 0 0,-1 1 0 0 0,1 0 0 0 0,0 0 1 0 0,1 1-1 0 0,0-1 0 0 0,1 1 0 0 0,-1-1 0 0 0,1 1 0 0 0,1-1 0 0 0,0 1 1 0 0,0 0-1 0 0,1-1 0 0 0,0 1 0 0 0,0-1 0 0 0,1 1 0 0 0,0-1 0 0 0,1 0 1 0 0,-1 1-1 0 0,2-1 0 0 0,-1-1 0 0 0,1 1 0 0 0,0 0 0 0 0,1-1 0 0 0,0 0 0 0 0,0 0 1 0 0,11 11-1 0 0,5 1 86 0 0,1-1 0 0 0,1-1 0 0 0,0-1 0 0 0,2-1 0 0 0,-1-1 0 0 0,2-1 0 0 0,0-1 0 0 0,0-2 0 0 0,1 0 0 0 0,0-2 0 0 0,1-1 0 0 0,0-1 1 0 0,0-1-1 0 0,0-2 0 0 0,1-1 0 0 0,-1-1 0 0 0,1-1 0 0 0,-1-2 0 0 0,1-1 0 0 0,35-8 0 0 0,-53 8-50 0 0,-1-1 0 0 0,1 0 1 0 0,-1 0-1 0 0,0-1 0 0 0,-1 0 0 0 0,1-1 1 0 0,-1 0-1 0 0,0-1 0 0 0,-1 0 0 0 0,0 0 0 0 0,0-1 1 0 0,0 0-1 0 0,-1 0 0 0 0,0-1 0 0 0,0 0 1 0 0,-1 0-1 0 0,-1 0 0 0 0,1-1 0 0 0,-2 0 1 0 0,1 0-1 0 0,-1-1 0 0 0,-1 1 0 0 0,3-14 0 0 0,-3 14-23 0 0,0 0-1 0 0,-1-1 0 0 0,-1 1 0 0 0,1 0 1 0 0,-2 0-1 0 0,1-1 0 0 0,-2 1 0 0 0,1 0 0 0 0,-1-1 1 0 0,-1 1-1 0 0,0 0 0 0 0,0 0 0 0 0,-1 0 1 0 0,-1 0-1 0 0,1 0 0 0 0,-1 1 0 0 0,-1-1 1 0 0,0 1-1 0 0,0 1 0 0 0,-1-1 0 0 0,0 1 0 0 0,-1-1 1 0 0,0 2-1 0 0,-14-14 0 0 0,2 8 26 0 0,0 1 0 0 0,-1 1 0 0 0,0 0 0 0 0,-1 2 0 0 0,0 0 0 0 0,-1 1 0 0 0,-30-6 0 0 0,-161-20-1013 0 0,152 27-532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39.9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47 5737 0 0,'-4'-15'-635'0'0,"-9"-16"114"0"0,57 122 508 0 0,9 22 53 0 0,-48-99 3 0 0,-1 0 0 0 0,1 0-1 0 0,-2 1 1 0 0,0 0 0 0 0,-1-1-1 0 0,0 21 1 0 0,-1-33-223 0 0,-2 4-91 0 0,2 0 0 0 0,-1 1 1 0 0,1-1-1 0 0,0 0 1 0 0,0 0-1 0 0,4 9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0.4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40 3688 0 0,'-39'-3'296'0'0,"36"1"-219"0"0,9 0-31 0 0,21-5-20 0 0,40-5-13 0 0,149 3 35 0 0,-155 6-1 0 0,-26 1-2136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0.9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39 2756 0 0,'-45'17'414'0'0,"43"-16"-238"0"0,9-4-144 0 0,46-11-4 0 0,-1 2 1 0 0,2 3-1 0 0,62-3 1 0 0,-56 5-25 0 0,-9 12-1894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1.2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40 2044 0 0,'-21'22'140'0'0,"39"-25"169"0"0,15-4-356 0 0,225-37 225 0 0,-232 37-1575 0 0,-24 6 954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1.7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39 1668 0 0,'-15'-38'2644'0'0,"115"103"-1828"0"0,-91-58-858 0 0,25 20-130 0 0,1-3 0 0 0,66 36-1 0 0,-99-59-280 0 0,2-3-338 0 0,14-3-172 0 0,-5-1 457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2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511 11 3008 0 0,'-1'-1'3'0'0,"0"0"-1"0"0,0 0 0 0 0,1 1 1 0 0,-1-1-1 0 0,0 0 0 0 0,0 0 1 0 0,0 1-1 0 0,0-1 1 0 0,0 0-1 0 0,0 1 0 0 0,0-1 1 0 0,0 1-1 0 0,0-1 0 0 0,-1 1 1 0 0,1 0-1 0 0,0 0 1 0 0,0-1-1 0 0,0 1 0 0 0,-3 0 1 0 0,-15 5 15 0 0,1 1 1 0 0,-1 0 0 0 0,1 1 0 0 0,-34 20 0 0 0,-71 51 165 0 0,9-4-6 0 0,-9-7-8 0 0,122-67-358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2.9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99 2896 0 0,'6'-20'185'0'0,"-2"9"148"0"0,-2 10 60 0 0,5 40-432 0 0,-1 6 23 0 0,21 69 0 0 0,-21-95 15 0 0,59 156 60 0 0,-21-75 501 0 0,-43-98-292 0 0,-7-9 1216 0 0,-10-10-1163 0 0,1-1 0 0 0,-17-28 0 0 0,9-5-196 0 0,2-2 0 0 0,2 0 1 0 0,3-1-1 0 0,-11-62 0 0 0,22 92-105 0 0,1 8-43 0 0,1-1-1 0 0,-2-28 1 0 0,5 43-14 0 0,1-1 15 0 0,1 1 0 0 0,-1-1 0 0 0,1 1 0 0 0,0 0 0 0 0,0-1-1 0 0,0 1 1 0 0,0 0 0 0 0,1 0 0 0 0,-1 0 0 0 0,0 0 0 0 0,1 0 0 0 0,-1 1 0 0 0,1-1 0 0 0,0 1 0 0 0,0 0-1 0 0,4-2 1 0 0,0 1-16 0 0,0 1 0 0 0,0 0-1 0 0,0 0 1 0 0,0 0-1 0 0,0 1 1 0 0,0 0-1 0 0,8 1 1 0 0,-1 1-23 0 0,1 0 1 0 0,0 2-1 0 0,-1-1 1 0 0,0 2-1 0 0,0 0 1 0 0,19 9-1 0 0,-27-10 40 0 0,0-1-1 0 0,1 1 0 0 0,-1 1 0 0 0,0-1 1 0 0,-1 1-1 0 0,1 0 0 0 0,-1 0 0 0 0,0 0 1 0 0,0 1-1 0 0,-1 0 0 0 0,0 0 0 0 0,0 0 1 0 0,0 1-1 0 0,4 11 0 0 0,-7-16 21 0 0,-1 0 0 0 0,0 0 0 0 0,0 0-1 0 0,-1 0 1 0 0,1 0 0 0 0,0 0 0 0 0,-1 0 0 0 0,1 0 0 0 0,-1 0-1 0 0,0 0 1 0 0,1 0 0 0 0,-1 0 0 0 0,0 0 0 0 0,0 0-1 0 0,0-1 1 0 0,0 1 0 0 0,-1 0 0 0 0,1-1 0 0 0,0 1-1 0 0,-1-1 1 0 0,1 1 0 0 0,-1-1 0 0 0,0 0 0 0 0,1 1-1 0 0,-1-1 1 0 0,0 0 0 0 0,-3 1 0 0 0,-4 3 2 0 0,0-1 0 0 0,-1-1 1 0 0,1 0-1 0 0,-11 3 0 0 0,13-5 4 0 0,-27 7-13 0 0,0-2-1 0 0,0-2 1 0 0,-59 1-1 0 0,91-5-134 0 0,1 0 1 0 0,0 0-1 0 0,-1 0 0 0 0,1-1 1 0 0,-1 1-1 0 0,1 0 0 0 0,0-1 0 0 0,-1 1 1 0 0,1-1-1 0 0,0 1 0 0 0,-1-1 0 0 0,1 0 1 0 0,0 1-1 0 0,0-1 0 0 0,0 0 0 0 0,0 0 1 0 0,-1 0-1 0 0,1 0 0 0 0,0 0 0 0 0,1 0 1 0 0,-2-1-1 0 0,6-9-980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3.4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9 104 4116 0 0,'-9'-103'1409'0'0,"19"144"-1443"0"0,25 64 1 0 0,-28-84 32 0 0,19 54 19 0 0,75 208 52 0 0,-66-188 125 0 0,-35-93-210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5.1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316 133 3896 0 0,'0'-3'6'0'0,"1"1"1"0"0,-1-1-1 0 0,0 1 0 0 0,0-1 0 0 0,0 1 0 0 0,0-1 0 0 0,0 1 0 0 0,-1-1 0 0 0,1 1 0 0 0,-1-1 0 0 0,1 1 0 0 0,-1-1 1 0 0,0 1-1 0 0,0 0 0 0 0,0-1 0 0 0,0 1 0 0 0,-1 0 0 0 0,1 0 0 0 0,-1 0 0 0 0,1 0 0 0 0,-1 0 0 0 0,0 0 0 0 0,1 0 1 0 0,-1 1-1 0 0,0-1 0 0 0,0 1 0 0 0,0-1 0 0 0,-4-1 0 0 0,-5-4 198 0 0,-1 1-1 0 0,0 0 1 0 0,-25-8-1 0 0,29 11-200 0 0,4 3 10 0 0,0-1-1 0 0,-1 1 1 0 0,1 0 0 0 0,-1 0-1 0 0,1 0 1 0 0,-1 1-1 0 0,1-1 1 0 0,0 1-1 0 0,-1 0 1 0 0,1 1-1 0 0,-6 1 1 0 0,3-1-10 0 0,-7 3-5 0 0,1 0 0 0 0,-1 1 0 0 0,1 0 0 0 0,0 1 0 0 0,-12 8 0 0 0,22-13 2 0 0,0 0-1 0 0,-1 0 1 0 0,1 1 0 0 0,0-1 0 0 0,0 1 0 0 0,0 0 0 0 0,1 0 0 0 0,-1 0 0 0 0,1 0 0 0 0,-1 0 0 0 0,1 0 0 0 0,0 1 0 0 0,0-1 0 0 0,1 1 0 0 0,-1-1 0 0 0,1 1 0 0 0,-1 0 0 0 0,1 0 0 0 0,1 0 0 0 0,-1-1 0 0 0,0 1 0 0 0,1 0 0 0 0,0 5 0 0 0,1-6 2 0 0,0 0 1 0 0,0 0-1 0 0,0 0 0 0 0,1 0 0 0 0,-1 0 0 0 0,1-1 1 0 0,-1 1-1 0 0,1 0 0 0 0,0-1 0 0 0,0 0 1 0 0,1 1-1 0 0,-1-1 0 0 0,0 0 0 0 0,1 0 1 0 0,-1 0-1 0 0,1-1 0 0 0,0 1 0 0 0,0-1 0 0 0,-1 1 1 0 0,1-1-1 0 0,0 0 0 0 0,0 0 0 0 0,0 0 1 0 0,0 0-1 0 0,0-1 0 0 0,4 1 0 0 0,8 2 7 0 0,0-1 0 0 0,0-1 0 0 0,0 0-1 0 0,17-2 1 0 0,-21-1-6 0 0,1 0 1 0 0,-1-1-1 0 0,0 0 0 0 0,1-1 1 0 0,-1-1-1 0 0,-1 1 0 0 0,1-2 1 0 0,-1 1-1 0 0,0-2 0 0 0,0 1 1 0 0,-1-1-1 0 0,1-1 0 0 0,-2 0 1 0 0,1 0-1 0 0,-1 0 0 0 0,0-1 1 0 0,-1 0-1 0 0,0-1 0 0 0,-1 0 1 0 0,0 0-1 0 0,7-16 0 0 0,-11 22 14 0 0,-1-1-1 0 0,0 1 0 0 0,0-1 0 0 0,0 0 1 0 0,-1 1-1 0 0,1-1 0 0 0,-1 0 0 0 0,-1-7 1 0 0,1 6-6 0 0,0 5-12 0 0,-2-4 7 0 0,-18 2-43 0 0,15 5 18 0 0,1 1 16 0 0,1-1-1 0 0,0 1 1 0 0,0 0 0 0 0,0 0-1 0 0,0 1 1 0 0,0-1-1 0 0,1 0 1 0 0,-1 1 0 0 0,1 0-1 0 0,0 0 1 0 0,0-1-1 0 0,1 1 1 0 0,-1 0 0 0 0,1 1-1 0 0,0-1 1 0 0,0 0-1 0 0,0 0 1 0 0,0 0 0 0 0,1 1-1 0 0,0 4 1 0 0,0 0-6 0 0,1 0 0 0 0,0 0 0 0 0,1 0 0 0 0,0 0 0 0 0,0 0 0 0 0,7 13 0 0 0,-5-12 15 0 0,2 0 1 0 0,-1-1-1 0 0,1 0 0 0 0,1 0 1 0 0,-1-1-1 0 0,2 1 0 0 0,-1-2 0 0 0,1 1 1 0 0,0-1-1 0 0,1 0 0 0 0,-1-1 0 0 0,1 0 1 0 0,1 0-1 0 0,-1-1 0 0 0,1 0 1 0 0,0 0-1 0 0,0-1 0 0 0,0-1 0 0 0,1 0 1 0 0,-1 0-1 0 0,22 2 0 0 0,-28-5 4 0 0,1-1-1 0 0,-1 1 1 0 0,1-1 0 0 0,-1 1-1 0 0,1-1 1 0 0,-1-1 0 0 0,0 1-1 0 0,1-1 1 0 0,-1 1 0 0 0,0-1-1 0 0,0 0 1 0 0,0-1 0 0 0,0 1-1 0 0,-1-1 1 0 0,1 0 0 0 0,4-3-1 0 0,-3 0-3 0 0,0-1 0 0 0,0 1 0 0 0,0-1 0 0 0,-1 0 0 0 0,0 0 0 0 0,0 0 0 0 0,-1 0 0 0 0,5-12 0 0 0,-2-3 71 0 0,-1 0 1 0 0,0-1-1 0 0,-2 0 0 0 0,0 1 0 0 0,-1-30 1 0 0,-2 48-62 0 0,0-3-2 0 0,0 6-2 0 0,-1 0-12 0 0,0 1 0 0 0,0 0 0 0 0,0 0 0 0 0,0 0 0 0 0,0 0 0 0 0,0 0 0 0 0,0 0 0 0 0,0 0 0 0 0,0 0 0 0 0,0 1 1 0 0,0-1-1 0 0,0 0 0 0 0,0 0 0 0 0,0 1 0 0 0,0-1 0 0 0,0 1 0 0 0,0-1 0 0 0,1 1 0 0 0,-1-1 0 0 0,0 1 0 0 0,0-1 1 0 0,1 1-1 0 0,-1 0 0 0 0,0 0 0 0 0,1-1 0 0 0,-1 1 0 0 0,0 0 0 0 0,0 1 0 0 0,-1 1-1 0 0,0 1 0 0 0,1 0 0 0 0,-1 0-1 0 0,1-1 1 0 0,-1 1 0 0 0,1 0 0 0 0,-1 7 0 0 0,1-3-5 0 0,0 1 1 0 0,1-1 0 0 0,0 1-1 0 0,0-1 1 0 0,0 0 0 0 0,1 1 0 0 0,4 14-1 0 0,-1-15 8 0 0,0-1 0 0 0,1 1 0 0 0,-1-1-1 0 0,2 0 1 0 0,-1-1 0 0 0,1 0 0 0 0,0 0-1 0 0,0 0 1 0 0,1 0 0 0 0,-1-1 0 0 0,1 0-1 0 0,0 0 1 0 0,1-1 0 0 0,-1 0 0 0 0,1-1 0 0 0,0 1-1 0 0,0-1 1 0 0,0-1 0 0 0,0 1 0 0 0,1-2-1 0 0,12 3 1 0 0,-15-4 1 0 0,1 1 1 0 0,0-1-1 0 0,-1 0 0 0 0,1 0 1 0 0,0 0-1 0 0,-1-1 0 0 0,1 0 1 0 0,-1-1-1 0 0,1 1 0 0 0,-1-1 0 0 0,1-1 1 0 0,7-3-1 0 0,-10 3 0 0 0,1 1 1 0 0,-2-1-1 0 0,1 0 0 0 0,0 0 0 0 0,-1-1 1 0 0,1 1-1 0 0,-1-1 0 0 0,0 0 1 0 0,0 1-1 0 0,0-1 0 0 0,-1-1 0 0 0,1 1 1 0 0,-1 0-1 0 0,0-1 0 0 0,0 1 0 0 0,-1-1 1 0 0,1 1-1 0 0,0-8 0 0 0,0-1 46 0 0,0 1-1 0 0,-2-1 1 0 0,1 1 0 0 0,-1-1-1 0 0,-1 0 1 0 0,-1 1-1 0 0,-5-25 1 0 0,7 35-30 0 0,1-30 6 0 0,1 31-214 0 0,3 16 137 0 0,0 4 48 0 0,2-1-1 0 0,1 0 0 0 0,0 0 0 0 0,1-1 1 0 0,23 32-1 0 0,4 8 37 0 0,-25-40 136 0 0,-6-16 167 0 0,-6-32 416 0 0,-1-13-631 0 0,3 30-111 0 0,1 1 0 0 0,1 0 0 0 0,0-1 0 0 0,1 1-1 0 0,0 1 1 0 0,1-1 0 0 0,0 0 0 0 0,1 1-1 0 0,1 0 1 0 0,8-11 0 0 0,-14 21-18 0 0,1 1 0 0 0,0 0 0 0 0,-1-1 0 0 0,1 1 0 0 0,0 0 0 0 0,0 0 0 0 0,0 0 0 0 0,-1 0 0 0 0,1 1 0 0 0,0-1 0 0 0,0 0 0 0 0,1 1-1 0 0,-1-1 1 0 0,0 1 0 0 0,0 0 0 0 0,0 0 0 0 0,0 0 0 0 0,0 0 0 0 0,0 0 0 0 0,0 0 0 0 0,0 1 0 0 0,0-1 0 0 0,0 0 0 0 0,0 1 0 0 0,0 0 0 0 0,0 0 0 0 0,0-1 0 0 0,0 1 0 0 0,0 0 0 0 0,0 0 0 0 0,0 1 0 0 0,2 1 0 0 0,4 3-20 0 0,1 1 0 0 0,-1 0 1 0 0,0 1-1 0 0,13 15 1 0 0,42 67-874 0 0,-54-84-2252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5.2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48 4808 0 0,'-17'-15'-20'0'0,"6"7"28"0"0,0 1 8 0 0,6 2 64 0 0,-6-2-52 0 0,5 2-24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7.6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42 4036 0 0,'-30'-32'3168'0'0,"21"22"-3405"0"0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7.8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65 26 5541 0 0,'-2'1'63'0'0,"0"-1"1"0"0,0 1-1 0 0,0-1 1 0 0,0 0-1 0 0,0 0 1 0 0,0 0-1 0 0,0 0 1 0 0,0 0 0 0 0,0-1-1 0 0,0 1 1 0 0,0 0-1 0 0,0-1 1 0 0,0 0-1 0 0,0 1 1 0 0,0-1 0 0 0,0 0-1 0 0,1 0 1 0 0,-1 0-1 0 0,0 0 1 0 0,-2-2-1 0 0,-3-2 200 0 0,5 4-6 0 0,-10-9 80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49.4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70 245 5428 0 0,'-6'-16'-663'0'0,"2"7"494"0"0,2 11-173 0 0,3 48 292 0 0,3 1-1 0 0,2-1 0 0 0,16 71 1 0 0,-2-27 2074 0 0,-22-99-1879 0 0,-37-169 544 0 0,-14-52-463 0 0,49 211-253 0 0,0-1 0 0 0,1 0 0 0 0,-2-28 1 0 0,5 42-12 0 0,5 5-413 0 0,111 79 353 0 0,-33-20 77 0 0,216 134 46 0 0,-279-182 5 0 0,-17-11 109 0 0,1 0 0 0 0,0 0 0 0 0,0 0 0 0 0,0 0 0 0 0,1-1 0 0 0,-1 1 0 0 0,0-1 1 0 0,1 0-1 0 0,8 2 0 0 0,-11-27 151 0 0,-3 13-225 0 0,-1-1 0 0 0,0 1 0 0 0,0-1-1 0 0,-1 1 1 0 0,0 0 0 0 0,-1 0 0 0 0,-5-10 0 0 0,-8-22 57 0 0,11 22-78 0 0,-57-161 265 0 0,29 94-596 0 0,33 85 214 0 0,-6-13-431 0 0,20 6-4296 0 0,3 6 3169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0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1 196 4400 0 0,'0'0'-308'0'0,"8"-1"-1366"0"0,12-3 1706 0 0,0 0 1 0 0,0-1-1 0 0,-1-2 0 0 0,33-13 0 0 0,-45 16 40 0 0,1 1-1 0 0,-1-2 0 0 0,1 1 1 0 0,-1-1-1 0 0,-1 0 0 0 0,1 0 1 0 0,-1 0-1 0 0,0-1 0 0 0,0 0 0 0 0,0 0 1 0 0,-1-1-1 0 0,0 0 0 0 0,-1 0 1 0 0,1 0-1 0 0,3-10 0 0 0,-7 16-52 0 0,-1-1-1 0 0,1 0 1 0 0,-1 0 0 0 0,0 0-1 0 0,0 0 1 0 0,0 0-1 0 0,0 0 1 0 0,0 1-1 0 0,0-1 1 0 0,-1 0 0 0 0,1 0-1 0 0,-1 0 1 0 0,1 0-1 0 0,-1 1 1 0 0,1-1-1 0 0,-1 0 1 0 0,0 0 0 0 0,0 1-1 0 0,0-1 1 0 0,0 1-1 0 0,0-1 1 0 0,-1 1-1 0 0,1-1 1 0 0,0 1-1 0 0,-1 0 1 0 0,1 0 0 0 0,0-1-1 0 0,-1 1 1 0 0,0 0-1 0 0,1 0 1 0 0,-1 1-1 0 0,0-1 1 0 0,1 0 0 0 0,-1 0-1 0 0,0 1 1 0 0,0-1-1 0 0,0 1 1 0 0,-3-1-1 0 0,3 1 12 0 0,-2 0-7 0 0,-3 0-23 0 0,0 1-1 0 0,0 0 1 0 0,0 0-1 0 0,1 1 1 0 0,-1 0-1 0 0,1 0 1 0 0,-1 1-1 0 0,1-1 1 0 0,0 1-1 0 0,0 1 1 0 0,0-1-1 0 0,0 1 1 0 0,-9 9-1 0 0,11-10-3 0 0,0 0 0 0 0,1 1 0 0 0,-1-1-1 0 0,1 1 1 0 0,0 0 0 0 0,0 0 0 0 0,1 0-1 0 0,-1 1 1 0 0,1-1 0 0 0,0 0 0 0 0,0 1-1 0 0,0 0 1 0 0,1-1 0 0 0,0 1 0 0 0,-1 0-1 0 0,2 0 1 0 0,-1 0 0 0 0,1 0 0 0 0,-1 0-1 0 0,2 9 1 0 0,0-11 4 0 0,0 1-1 0 0,1 0 1 0 0,-1 0-1 0 0,1 0 1 0 0,0-1-1 0 0,0 1 1 0 0,0-1-1 0 0,0 1 1 0 0,1-1-1 0 0,0 0 1 0 0,-1 0-1 0 0,1 0 1 0 0,0 0-1 0 0,0-1 1 0 0,1 1 0 0 0,-1-1-1 0 0,1 0 1 0 0,-1 0-1 0 0,1 0 1 0 0,0 0-1 0 0,-1 0 1 0 0,1-1-1 0 0,0 0 1 0 0,6 2-1 0 0,14 3 17 0 0,0-2-1 0 0,47 5 0 0 0,-48-7 4 0 0,-4-1-273 0 0,0 0 0 0 0,0-1 0 0 0,0-1 0 0 0,0-1 0 0 0,0 0-1 0 0,0-2 1 0 0,-1 0 0 0 0,27-10 0 0 0,-20 4-57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0.5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105 152 2580 0 0,'0'0'-134'0'0,"-15"3"-131"0"0,7-2 166 0 0,9-3 57 0 0,5-1 91 0 0,0 1 0 0 0,0-2 0 0 0,0 1 0 0 0,0-1 0 0 0,-1 0 0 0 0,0 0 0 0 0,0 0 0 0 0,0-1 0 0 0,0 1 0 0 0,-1-1 0 0 0,0-1 0 0 0,0 1-1 0 0,0 0 1 0 0,0-1 0 0 0,-1 0 0 0 0,4-10 0 0 0,-3-19 631 0 0,-4 34-660 0 0,0-1 0 0 0,0 1 0 0 0,0-1 0 0 0,-1 1 0 0 0,1 0 0 0 0,-1-1 0 0 0,1 1 0 0 0,-1 0 0 0 0,1-1 0 0 0,-1 1 0 0 0,0 0 0 0 0,1-1 0 0 0,-1 1-1 0 0,0 0 1 0 0,0 0 0 0 0,0 0 0 0 0,0 0 0 0 0,0 0 0 0 0,0 0 0 0 0,0 0 0 0 0,-1 0 0 0 0,1 1 0 0 0,0-1 0 0 0,0 0 0 0 0,-1 1 0 0 0,1-1 0 0 0,-1 0-1 0 0,-2 0 1 0 0,3 1 3 0 0,-4 1-5 0 0,-5 2-15 0 0,1 0 1 0 0,0 1-1 0 0,1 0 1 0 0,-1 0-1 0 0,1 1 1 0 0,0 0-1 0 0,0 1 0 0 0,-13 10 1 0 0,17-12-9 0 0,0 0 1 0 0,0 0-1 0 0,0 0 0 0 0,0 1 1 0 0,1-1-1 0 0,0 1 1 0 0,-1 0-1 0 0,2 0 0 0 0,-1 0 1 0 0,1 0-1 0 0,-1 0 1 0 0,1 1-1 0 0,1-1 0 0 0,-1 1 1 0 0,1-1-1 0 0,-1 11 1 0 0,2-13 3 0 0,1 0 1 0 0,0 0-1 0 0,-1 0 1 0 0,1 1-1 0 0,0-2 1 0 0,0 1-1 0 0,1 0 1 0 0,-1 0-1 0 0,1 0 1 0 0,-1 0-1 0 0,1-1 1 0 0,0 1-1 0 0,0-1 1 0 0,0 1-1 0 0,0-1 1 0 0,1 0 0 0 0,-1 0-1 0 0,1 0 1 0 0,-1 0-1 0 0,1 0 1 0 0,0-1-1 0 0,-1 1 1 0 0,1-1-1 0 0,0 0 1 0 0,4 2-1 0 0,10 3 22 0 0,1 0 1 0 0,-1-1-1 0 0,21 3 0 0 0,-24-5-3 0 0,-2-1-265 0 0,0-1 0 0 0,0 0-1 0 0,0 0 1 0 0,0-1 0 0 0,0-1-1 0 0,23-3 1 0 0,-10-1-380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1.2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170 383 3268 0 0,'0'0'-89'0'0,"-17"-15"-176"0"0,9 15 271 0 0,1 0 0 0 0,-1 0-1 0 0,0 1 1 0 0,1 0 0 0 0,-1 1-1 0 0,0 0 1 0 0,1 0 0 0 0,0 0-1 0 0,-1 1 1 0 0,1 0 0 0 0,-11 7 0 0 0,15-8-9 0 0,0-1 1 0 0,-1 1 0 0 0,1 0 0 0 0,0 0 0 0 0,0 0 0 0 0,0 0-1 0 0,1 1 1 0 0,-1-1 0 0 0,0 1 0 0 0,1 0 0 0 0,0 0-1 0 0,-1 0 1 0 0,1 0 0 0 0,0 0 0 0 0,1 0 0 0 0,-1 0 0 0 0,1 1-1 0 0,-1-1 1 0 0,1 1 0 0 0,0-1 0 0 0,0 1 0 0 0,0-1-1 0 0,1 1 1 0 0,-1-1 0 0 0,1 1 0 0 0,0 0 0 0 0,0 4 0 0 0,2-4 5 0 0,0 1 1 0 0,0-1-1 0 0,1 0 1 0 0,-1 0-1 0 0,1 0 1 0 0,0 0-1 0 0,0 0 1 0 0,0-1-1 0 0,1 0 1 0 0,-1 1-1 0 0,1-1 1 0 0,0 0-1 0 0,0-1 1 0 0,0 1-1 0 0,0-1 1 0 0,6 3-1 0 0,3 2 18 0 0,1-1 0 0 0,0 0 0 0 0,27 7 1 0 0,-35-12 27 0 0,0 0 0 0 0,-1 0 0 0 0,1 0-1 0 0,0 0 1 0 0,0-1 0 0 0,0 0 0 0 0,0-1 0 0 0,0 1 0 0 0,0-1 0 0 0,-1 0 0 0 0,1 0 0 0 0,0-1 0 0 0,0 0 0 0 0,-1 0 0 0 0,1 0 0 0 0,8-6 0 0 0,-7 4 3 0 0,-1-1 0 0 0,-1-1 0 0 0,1 1 0 0 0,-1-1 0 0 0,1 0 0 0 0,-2 0 0 0 0,1-1-1 0 0,-1 1 1 0 0,0-1 0 0 0,0 0 0 0 0,-1 0 0 0 0,4-10 0 0 0,0-8 40 0 0,-1 0 0 0 0,-1 0 0 0 0,-1-1-1 0 0,-1 0 1 0 0,-1 0 0 0 0,-2 1 0 0 0,0-1 0 0 0,-2 0-1 0 0,-10-49 1 0 0,-14-33 624 0 0,12 52-753 0 0,11 81 10 0 0,2-7 17 0 0,2 0 1 0 0,0 0 0 0 0,1 0-1 0 0,1 0 1 0 0,0 0 0 0 0,2 0-1 0 0,0-1 1 0 0,1 1 0 0 0,15 30-1 0 0,-6-14 47 0 0,25 43 0 0 0,-33-67-85 0 0,-1 0 1 0 0,1 0 0 0 0,1-1 0 0 0,0 0-1 0 0,0 0 1 0 0,1-1 0 0 0,0 0-1 0 0,12 8 1 0 0,-15-13-326 0 0,0 0 0 0 0,0-1 0 0 0,0 1 0 0 0,0-2 0 0 0,0 1 0 0 0,12 1 0 0 0,-1-2-857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1.7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276 13 4148 0 0,'-14'-6'-316'0'0,"-1"4"278"0"0,0 0 1 0 0,-1 0 0 0 0,1 2 0 0 0,-1 0-1 0 0,1 1 1 0 0,-16 2 0 0 0,30-3 32 0 0,0 0 0 0 0,-1 0 1 0 0,1 0-1 0 0,0 0 0 0 0,0 1 0 0 0,-1-1 0 0 0,1 0 0 0 0,0 1 1 0 0,0-1-1 0 0,-1 1 0 0 0,1-1 0 0 0,0 1 0 0 0,0-1 0 0 0,0 1 1 0 0,0 0-1 0 0,0 0 0 0 0,0-1 0 0 0,0 1 0 0 0,0 0 1 0 0,0 0-1 0 0,-1 1 0 0 0,2-1 4 0 0,0 0 0 0 0,0 0 0 0 0,0 0 0 0 0,0 0 0 0 0,0 0 0 0 0,0 0 1 0 0,0 0-1 0 0,0 0 0 0 0,1 0 0 0 0,-1 0 0 0 0,0 0 0 0 0,0-1 0 0 0,1 1 0 0 0,-1 0 0 0 0,1 0 0 0 0,-1 0 1 0 0,1 0-1 0 0,-1-1 0 0 0,1 1 0 0 0,-1 0 0 0 0,2 0 0 0 0,43 37 33 0 0,-41-35-36 0 0,49 33-7 0 0,-17-13 11 0 0,-2 2 0 0 0,55 51 0 0 0,-88-76 6 0 0,0 1-1 0 0,0 0 0 0 0,-1 0 0 0 0,1 0 0 0 0,0 0 1 0 0,0 0-1 0 0,0 0 0 0 0,-1 0 0 0 0,1 0 0 0 0,0 0 1 0 0,-1 1-1 0 0,1-1 0 0 0,-1 0 0 0 0,0 0 0 0 0,1 1 1 0 0,-1-1-1 0 0,0 0 0 0 0,0 0 0 0 0,1 1 1 0 0,-1-1-1 0 0,0 0 0 0 0,0 0 0 0 0,-1 1 0 0 0,1-1 1 0 0,0 0-1 0 0,0 1 0 0 0,-1 0 0 0 0,0 1 9 0 0,-1-1 0 0 0,1 0-1 0 0,-1 0 1 0 0,0 0 0 0 0,0-1 0 0 0,1 1 0 0 0,-1 0-1 0 0,0-1 1 0 0,-1 1 0 0 0,1-1 0 0 0,0 1-1 0 0,0-1 1 0 0,-3 1 0 0 0,-8 3 46 0 0,0 0-1 0 0,0-1 1 0 0,-1 0 0 0 0,-14 1 0 0 0,11-2-25 0 0,-105 11 338 0 0,110-13-340 0 0,1-1 0 0 0,-1 0 0 0 0,0-1 1 0 0,1-1-1 0 0,-1 1 0 0 0,1-2 1 0 0,-1 0-1 0 0,-13-5 0 0 0,10-1-207 0 0,14 9 106 0 0,1-1 0 0 0,-1 1 0 0 0,1 0 0 0 0,-1 0 0 0 0,1-1 0 0 0,-1 1 0 0 0,1 0 0 0 0,0-1 0 0 0,-1 1 0 0 0,1-1 0 0 0,-1 1 0 0 0,1-1 0 0 0,0 1 0 0 0,-1 0 0 0 0,1-1 0 0 0,0 1 0 0 0,0-1 0 0 0,-1 1 0 0 0,1-1 0 0 0,0 0 0 0 0,0 1 0 0 0,0-1 0 0 0,0 1 0 0 0,-1-1 0 0 0,1 1 0 0 0,0-1 0 0 0,0 1 0 0 0,0-1 0 0 0,0 0 0 0 0,0 1 0 0 0,1-2 0 0 0,8-10-533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2.6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34 129 3272 0 0,'-27'-99'1440'0'0,"20"69"-960"0"0,33 96-472 0 0,3-1 0 0 0,59 95-1 0 0,-1 4 30 0 0,-72-136 196 0 0,15 44 1 0 0,-30-71 44 0 0,17-31-4419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3.3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85 3576 0 0,'-2'-1'-75'0'0,"-9"0"32"0"0,8 0 66 0 0,1 1 56 0 0,-4-2-79 0 0,8-1 319 0 0,23-6-325 0 0,0 1 0 0 0,0 1 0 0 0,1 2 0 0 0,0 0 0 0 0,0 2 0 0 0,37-1 0 0 0,8-2-14 0 0,40-1-65 0 0,-108 7 65 0 0,1 1 19 0 0,-4-1 2 0 0,1 0-1 0 0,-1 0 1 0 0,1 0-1 0 0,-1 0 1 0 0,1 0-1 0 0,-1 0 0 0 0,1 0 1 0 0,-1 0-1 0 0,1 1 1 0 0,-1-1-1 0 0,1 0 0 0 0,-1 0 1 0 0,0 0-1 0 0,1 1 1 0 0,-1-1-1 0 0,1 0 1 0 0,-1 0-1 0 0,1 1 0 0 0,-1-1 1 0 0,0 0-1 0 0,1 1 1 0 0,-1-1-1 0 0,0 1 0 0 0,1-1 1 0 0,-1 0-1 0 0,0 1 1 0 0,0-1-1 0 0,1 1 1 0 0,-1-1-1 0 0,0 1 0 0 0,0-1 1 0 0,0 1-1 0 0,0-1 1 0 0,1 0-1 0 0,-1 1 0 0 0,0-1 1 0 0,0 1-1 0 0,0-1 1 0 0,0 1-1 0 0,0-1 1 0 0,0 1-1 0 0,0-1 0 0 0,-1 1 1 0 0,1-1-1 0 0,0 1 1 0 0,0 0-1 0 0,-8 27-7 0 0,5-21 1 0 0,1 0 1 0 0,0 0 0 0 0,1 1-1 0 0,0-1 1 0 0,-1 14-1 0 0,2-19 5 0 0,0 1 1 0 0,0-1-1 0 0,1 0 0 0 0,-1 0 1 0 0,1 0-1 0 0,0 0 0 0 0,-1 0 0 0 0,1 0 1 0 0,0 0-1 0 0,0 0 0 0 0,0 0 1 0 0,0 0-1 0 0,1 0 0 0 0,-1-1 0 0 0,1 1 1 0 0,-1 0-1 0 0,1-1 0 0 0,-1 1 0 0 0,1-1 1 0 0,0 0-1 0 0,-1 0 0 0 0,1 1 1 0 0,0-1-1 0 0,0 0 0 0 0,3 1 0 0 0,7 2 41 0 0,1 1 0 0 0,0-2 0 0 0,0 1 0 0 0,0-2 0 0 0,0 0 0 0 0,1 0 0 0 0,-1-1 0 0 0,0-1 0 0 0,1 0 0 0 0,-1-1 0 0 0,0-1 0 0 0,1 0 0 0 0,-1-1 0 0 0,0 0 0 0 0,0 0 0 0 0,-1-2 0 0 0,1 0 0 0 0,-1 0 0 0 0,0-1 0 0 0,0 0 0 0 0,-1-1 0 0 0,0-1 0 0 0,16-13 0 0 0,-25 19-25 0 0,0 1 0 0 0,-1 0 0 0 0,1-1 1 0 0,-1 1-1 0 0,1-1 0 0 0,-1 0 0 0 0,0 1 1 0 0,0-1-1 0 0,0 0 0 0 0,0 0 0 0 0,0 0 1 0 0,0 0-1 0 0,0 0 0 0 0,-1 0 0 0 0,1 0 0 0 0,-1 0 1 0 0,1 0-1 0 0,-1 0 0 0 0,0 0 0 0 0,0 0 1 0 0,0 0-1 0 0,0 0 0 0 0,0 0 0 0 0,0 0 1 0 0,-1 0-1 0 0,1-1 0 0 0,-1 1 0 0 0,1 0 1 0 0,-1 0-1 0 0,0 0 0 0 0,0 1 0 0 0,0-1 0 0 0,0 0 1 0 0,0 0-1 0 0,0 0 0 0 0,0 1 0 0 0,-1-1 1 0 0,1 1-1 0 0,-1-1 0 0 0,1 1 0 0 0,-1-1 1 0 0,1 1-1 0 0,-4-2 0 0 0,-1-2 9 0 0,-1 1 1 0 0,0 0-1 0 0,0 0 0 0 0,0 1 0 0 0,-1 0 1 0 0,1 0-1 0 0,-1 1 0 0 0,1 0 1 0 0,-1 0-1 0 0,-11-1 0 0 0,-79 3-2783 0 0,94 0 1805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4.5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2 187 3672 0 0,'-1'-29'77'0'0,"3"-50"-1"0"0,0 21 601 0 0,-2 56-659 0 0,0-11 4 0 0,0 7-44 0 0,1 9-80 0 0,24 189 33 0 0,-2-5 102 0 0,-12-133 22 0 0,3-1 0 0 0,1 0-1 0 0,24 52 1 0 0,-36-96 1052 0 0,-7-8-453 0 0,-13-14-263 0 0,-24-33-193 0 0,35 38-167 0 0,1 0 0 0 0,1 0 0 0 0,-1-1 0 0 0,2 0 0 0 0,-1 0 0 0 0,1 0 0 0 0,0 0 0 0 0,-2-18 0 0 0,5 25-49 0 0,0-1 1 0 0,-1 0-1 0 0,1 1 0 0 0,0-1 1 0 0,1 0-1 0 0,-1 1 0 0 0,0-1 1 0 0,1 0-1 0 0,0 1 0 0 0,-1-1 1 0 0,1 1-1 0 0,0-1 0 0 0,0 1 1 0 0,1-1-1 0 0,-1 1 0 0 0,0 0 1 0 0,1 0-1 0 0,-1 0 0 0 0,1 0 1 0 0,0 0-1 0 0,0 0 0 0 0,0 0 0 0 0,0 0 1 0 0,0 0-1 0 0,0 1 0 0 0,0-1 1 0 0,0 1-1 0 0,1 0 0 0 0,-1 0 1 0 0,1 0-1 0 0,-1 0 0 0 0,1 0 1 0 0,-1 0-1 0 0,1 1 0 0 0,-1-1 1 0 0,5 0-1 0 0,16-1-26 0 0,0 0 0 0 0,1 1 1 0 0,-1 1-1 0 0,1 2 0 0 0,-1 0 0 0 0,0 1 0 0 0,0 2 1 0 0,0 0-1 0 0,0 1 0 0 0,-1 2 0 0 0,0 0 1 0 0,-1 1-1 0 0,0 1 0 0 0,25 16 0 0 0,-45-25 43 0 0,0 0-1 0 0,0-1 1 0 0,1 1-1 0 0,-1 0 1 0 0,0 0-1 0 0,0-1 0 0 0,0 1 1 0 0,0 0-1 0 0,0 0 1 0 0,0 0-1 0 0,0 0 1 0 0,-1 1-1 0 0,1-1 1 0 0,0 0-1 0 0,0 0 1 0 0,-1 0-1 0 0,1 1 1 0 0,-1-1-1 0 0,1 0 1 0 0,-1 1-1 0 0,0-1 0 0 0,1 0 1 0 0,-1 1-1 0 0,0-1 1 0 0,0 0-1 0 0,0 1 1 0 0,0 1-1 0 0,-1-1 2 0 0,0 0 0 0 0,0 1 0 0 0,0-1 0 0 0,-1 0 0 0 0,1 0 1 0 0,-1 0-1 0 0,1-1 0 0 0,-1 1 0 0 0,1 0 0 0 0,-1 0 0 0 0,0-1 0 0 0,0 1 0 0 0,0-1 0 0 0,-3 2 0 0 0,-9 5 2 0 0,-1-1 1 0 0,0 0 0 0 0,-22 7-1 0 0,35-14-4 0 0,-55 18 187 0 0,-76 14-1 0 0,131-32-70 0 0,8-2-96 0 0,32-7-13 0 0,1 1 1 0 0,66-5-1 0 0,-58 8-4 0 0,76-17 0 0 0,-108 18 7 0 0,0 0 0 0 0,0-2 0 0 0,-1 0 0 0 0,1 0 0 0 0,-2-2 0 0 0,1 1 0 0 0,-1-2 0 0 0,0 0 0 0 0,12-11 0 0 0,33-39 37 0 0,-55 55-40 0 0,0 0 0 0 0,1-1 0 0 0,-2 1 0 0 0,1-1 0 0 0,0 0 0 0 0,-1 0 0 0 0,0 0 0 0 0,0 0 0 0 0,-1 0 0 0 0,1 0 0 0 0,-1 0 0 0 0,1-10 0 0 0,-2 13-5 0 0,0 1 0 0 0,0-1-1 0 0,0 1 1 0 0,0 0 0 0 0,0-1 0 0 0,0 1-1 0 0,0 0 1 0 0,-1-1 0 0 0,1 1 0 0 0,-1 0 0 0 0,1 0-1 0 0,-1-1 1 0 0,1 1 0 0 0,-1 0 0 0 0,1 0 0 0 0,-1 0-1 0 0,0-1 1 0 0,0 1 0 0 0,0 0 0 0 0,0 0 0 0 0,0 0-1 0 0,0 1 1 0 0,0-1 0 0 0,0 0 0 0 0,0 0 0 0 0,-2-1-1 0 0,1 2-2 0 0,-1-1-1 0 0,0 0 1 0 0,1 1-1 0 0,-1 0 0 0 0,1 0 1 0 0,-1-1-1 0 0,0 1 1 0 0,0 1-1 0 0,1-1 0 0 0,-1 0 1 0 0,1 1-1 0 0,-6 1 1 0 0,-1 1-12 0 0,1 0 0 0 0,-1 0 0 0 0,0 1 1 0 0,1 1-1 0 0,0-1 0 0 0,0 1 1 0 0,-8 7-1 0 0,13-10 8 0 0,1 0-1 0 0,-1 1 1 0 0,1-1 0 0 0,0 0-1 0 0,0 1 1 0 0,0-1 0 0 0,0 1-1 0 0,0 0 1 0 0,1-1 0 0 0,-1 1-1 0 0,1 0 1 0 0,0 0 0 0 0,-1 0-1 0 0,1 0 1 0 0,1 0 0 0 0,-2 7-1 0 0,2-8 7 0 0,0 0-1 0 0,1 0 0 0 0,-1 1 0 0 0,1-1 0 0 0,-1 0 1 0 0,1 0-1 0 0,0 1 0 0 0,0-1 0 0 0,0 0 0 0 0,0 0 0 0 0,0 0 1 0 0,0 0-1 0 0,1 0 0 0 0,-1-1 0 0 0,1 1 0 0 0,-1 0 1 0 0,1-1-1 0 0,2 3 0 0 0,4 1 0 0 0,0 1-1 0 0,0-1 1 0 0,1-1 0 0 0,0 0 0 0 0,-1 0 0 0 0,1 0-1 0 0,1-1 1 0 0,-1-1 0 0 0,16 3 0 0 0,204 15-3155 0 0,-191-18 1927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6.9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24 152 3960 0 0,'-20'-41'608'0'0,"18"36"-116"0"0,1 8-216 0 0,3 19-166 0 0,13 37-198 0 0,12 12 115 0 0,50 114 73 0 0,-68-161 324 0 0,-21-38 39 0 0,-20-41-144 0 0,20 23-298 0 0,2 0-1 0 0,1-1 1 0 0,1 0-1 0 0,2-1 1 0 0,2 1-1 0 0,-1-61 1 0 0,5 89-51 0 0,0 1 0 0 0,1-1 0 0 0,0 1 0 0 0,-1-1 0 0 0,2 1 0 0 0,-1 0 0 0 0,0-1 0 0 0,1 1 0 0 0,0 0 1 0 0,0 0-1 0 0,0 0 0 0 0,0 0 0 0 0,1 0 0 0 0,-1 1 0 0 0,1-1 0 0 0,0 1 0 0 0,0 0 0 0 0,1-1 0 0 0,-1 1 0 0 0,0 1 1 0 0,1-1-1 0 0,0 0 0 0 0,0 1 0 0 0,0 0 0 0 0,0 0 0 0 0,0 0 0 0 0,0 0 0 0 0,0 1 0 0 0,1 0 0 0 0,6-2 0 0 0,-1 1-1 0 0,0 0 0 0 0,-1 1 0 0 0,1 0 0 0 0,0 1 0 0 0,0 0 0 0 0,0 0 0 0 0,0 1 0 0 0,0 1 0 0 0,0 0 0 0 0,0 0 0 0 0,-1 0 0 0 0,1 1 0 0 0,9 5 0 0 0,5 4 10 0 0,-1 2 1 0 0,0 0 0 0 0,-1 2 0 0 0,-1 0 0 0 0,-1 1 0 0 0,0 1 0 0 0,-1 1 0 0 0,-1 1 0 0 0,-1 1-1 0 0,-1 0 1 0 0,0 1 0 0 0,16 32 0 0 0,-30-50 22 0 0,0 1 0 0 0,-1-1-1 0 0,0 0 1 0 0,0 1 0 0 0,0-1-1 0 0,0 0 1 0 0,0 1 0 0 0,-1 0 0 0 0,0-1-1 0 0,0 1 1 0 0,0-1 0 0 0,-1 1-1 0 0,1-1 1 0 0,-1 1 0 0 0,0-1 0 0 0,-1 0-1 0 0,1 1 1 0 0,-1-1 0 0 0,1 0-1 0 0,-1 0 1 0 0,-1 0 0 0 0,1 0 0 0 0,0 0-1 0 0,-1-1 1 0 0,0 1 0 0 0,0-1-1 0 0,0 1 1 0 0,0-1 0 0 0,-1 0 0 0 0,-5 4-1 0 0,-6 4 31 0 0,-1 0 0 0 0,-1-1 0 0 0,0 0 0 0 0,0-2 0 0 0,-35 13 0 0 0,48-19 6 0 0,-1-1 0 0 0,0 1 0 0 0,0-1 0 0 0,1 0 0 0 0,-1 0 0 0 0,0-1 0 0 0,0 1 0 0 0,0-1 0 0 0,0 0 0 0 0,0 0 0 0 0,0-1 0 0 0,0 0 1 0 0,0 0-1 0 0,0 0 0 0 0,0 0 0 0 0,1-1 0 0 0,-1 1 0 0 0,0-1 0 0 0,1 0 0 0 0,-1-1 0 0 0,1 1 0 0 0,0-1 0 0 0,0 0 0 0 0,0 0 0 0 0,0 0 0 0 0,-4-6 0 0 0,-34-24 116 0 0,41 32-168 0 0,-11-3-925 0 0,13-2-196 0 0,15-7-750 0 0,1 6 1077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8.3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257 425 3332 0 0,'-14'-9'-481'0'0,"8"7"451"0"0,-1 0 0 0 0,1 0 0 0 0,-1 1 0 0 0,0 0 0 0 0,1 0 0 0 0,-1 1 0 0 0,0 0 0 0 0,0 0 0 0 0,0 0 0 0 0,1 1 0 0 0,-1 0 0 0 0,0 1 0 0 0,1-1 0 0 0,-1 1 0 0 0,1 0 0 0 0,-1 1 0 0 0,-10 6 0 0 0,8-5 21 0 0,0 0 1 0 0,1 0-1 0 0,-1 1 1 0 0,1 1-1 0 0,0 0 1 0 0,1 0-1 0 0,0 0 1 0 0,0 1-1 0 0,0 0 1 0 0,1 0-1 0 0,0 0 1 0 0,-9 14-1 0 0,14-19 8 0 0,0 0 1 0 0,1 0-1 0 0,-1 0 0 0 0,0 0 0 0 0,0 0 1 0 0,1 0-1 0 0,-1 0 0 0 0,1 0 0 0 0,0 1 1 0 0,-1-1-1 0 0,1 0 0 0 0,0 0 0 0 0,1 0 1 0 0,-1 0-1 0 0,0 1 0 0 0,0-1 0 0 0,1 0 1 0 0,-1 0-1 0 0,1 0 0 0 0,0 0 0 0 0,0 0 1 0 0,0 0-1 0 0,0 0 0 0 0,1 2 0 0 0,1-1 5 0 0,0 0-1 0 0,0 0 0 0 0,0-1 0 0 0,0 1 0 0 0,0 0 1 0 0,1-1-1 0 0,-1 0 0 0 0,1 0 0 0 0,0 0 0 0 0,0-1 0 0 0,-1 1 1 0 0,5 0-1 0 0,2 1 19 0 0,0 0-1 0 0,0-1 1 0 0,1 0 0 0 0,-1-1 0 0 0,0 0-1 0 0,1-1 1 0 0,-1 0 0 0 0,0-1-1 0 0,18-3 1 0 0,-22 2 6 0 0,1 0 1 0 0,-1-1-1 0 0,0 1 0 0 0,0-1 0 0 0,0-1 1 0 0,-1 1-1 0 0,1-1 0 0 0,-1 0 0 0 0,0 0 0 0 0,0 0 1 0 0,0-1-1 0 0,0 0 0 0 0,-1 0 0 0 0,4-6 1 0 0,-1-1 153 0 0,0 0 0 0 0,-1-1 0 0 0,0 0 1 0 0,-1 0-1 0 0,5-22 0 0 0,-7 11 275 0 0,-2 23-446 0 0,-1 1 0 0 0,0 0 0 0 0,0-1 1 0 0,0 1-1 0 0,1-1 0 0 0,-1 1 1 0 0,0-1-1 0 0,0 1 0 0 0,0 0 1 0 0,0-1-1 0 0,0 1 0 0 0,0-1 1 0 0,0 1-1 0 0,0-1 0 0 0,0 1 1 0 0,0-1-1 0 0,0 1 0 0 0,0 0 1 0 0,0-1-1 0 0,0 1 0 0 0,-1-1 1 0 0,1 1-1 0 0,0-1 0 0 0,0 1 1 0 0,0 0-1 0 0,-1-1 0 0 0,1 1 1 0 0,0 0-1 0 0,-1-1 0 0 0,1 1 1 0 0,0 0-1 0 0,0-1 0 0 0,-1 1 1 0 0,1 0-1 0 0,-1 0 0 0 0,1-1 1 0 0,0 1-1 0 0,-1 0 0 0 0,1 0 1 0 0,-1 0-1 0 0,1-1 0 0 0,0 1 0 0 0,-1 0 1 0 0,1 0-1 0 0,-1 0 0 0 0,1 0 1 0 0,-1 0-1 0 0,-21 9 19 0 0,6-1-8 0 0,14 2-22 0 0,1 5-6 0 0,1-11 4 0 0,1 1 0 0 0,-1-1 1 0 0,1 0-1 0 0,0 1 0 0 0,0-1 0 0 0,0 0 0 0 0,1 0 0 0 0,-1 0 0 0 0,1 0 1 0 0,0 0-1 0 0,0 0 0 0 0,1 0 0 0 0,-1-1 0 0 0,1 1 0 0 0,0-1 1 0 0,-1 0-1 0 0,2 0 0 0 0,-1 0 0 0 0,0 0 0 0 0,1 0 0 0 0,-1-1 0 0 0,1 1 1 0 0,0-1-1 0 0,4 2 0 0 0,9 5 9 0 0,-1 0 0 0 0,2-2 0 0 0,-1 0 0 0 0,25 6 0 0 0,-30-9 11 0 0,1-1 0 0 0,-1-1 0 0 0,0 0 0 0 0,1-1 0 0 0,0 0 0 0 0,-1-1 0 0 0,1 0 0 0 0,0-1 0 0 0,-1-1 0 0 0,15-3 0 0 0,-21 3-3 0 0,0 0-1 0 0,0 0 1 0 0,0-1-1 0 0,0 0 1 0 0,0 0-1 0 0,-1-1 1 0 0,0 0-1 0 0,1 0 1 0 0,-1 0-1 0 0,0 0 1 0 0,-1-1-1 0 0,1 1 1 0 0,-1-1 0 0 0,0-1-1 0 0,0 1 1 0 0,-1 0-1 0 0,1-1 1 0 0,-1 0-1 0 0,-1 0 1 0 0,1 0-1 0 0,2-9 1 0 0,0-3 4 0 0,-1 0 0 0 0,-2-1 1 0 0,1 1-1 0 0,-2 0 0 0 0,0-1 0 0 0,-2 1 1 0 0,0-1-1 0 0,0 1 0 0 0,-6-21 1 0 0,-7-22 211 0 0,-27-78 1 0 0,35 123-140 0 0,3 7-106 0 0,-1 0 1 0 0,2-1-1 0 0,-1 0 0 0 0,-2-18 1 0 0,5 26-30 0 0,-1 7-103 0 0,-1 6 139 0 0,1 0 1 0 0,0 0-1 0 0,1 1 0 0 0,0-1 1 0 0,1 0-1 0 0,0 0 0 0 0,1 0 0 0 0,0 0 1 0 0,5 15-1 0 0,38 104-8 0 0,-35-106 16 0 0,1-1-1 0 0,1 0 1 0 0,0-1 0 0 0,2 0-1 0 0,1-1 1 0 0,0-1-1 0 0,2 0 1 0 0,0-1 0 0 0,24 20-1 0 0,-34-33 10 0 0,0 0 0 0 0,1 0 0 0 0,0-1-1 0 0,0 0 1 0 0,0-1 0 0 0,0 1 0 0 0,1-1 0 0 0,0-1 0 0 0,0 0-1 0 0,0 0 1 0 0,0-1 0 0 0,0 0 0 0 0,1 0 0 0 0,-1-1-1 0 0,0 0 1 0 0,1-1 0 0 0,-1 0 0 0 0,1-1 0 0 0,-1 0 0 0 0,1 0-1 0 0,-1-1 1 0 0,0 0 0 0 0,0 0 0 0 0,0-1 0 0 0,0-1-1 0 0,0 0 1 0 0,0 0 0 0 0,8-5 0 0 0,-7 3 19 0 0,-1-1 1 0 0,0 1 0 0 0,0-2-1 0 0,0 1 1 0 0,12-15-1 0 0,-18 19-20 0 0,-1 0-1 0 0,1-1 0 0 0,-1 0 0 0 0,1 1 1 0 0,-1-1-1 0 0,0 0 0 0 0,0 0 1 0 0,-1 0-1 0 0,1 0 0 0 0,-1-1 0 0 0,0 1 1 0 0,0 0-1 0 0,-1 0 0 0 0,1-1 0 0 0,-1 1 1 0 0,0-1-1 0 0,0 1 0 0 0,-1-7 1 0 0,1 10-12 0 0,0 0 1 0 0,0-1 0 0 0,-1 1 0 0 0,1 0 0 0 0,0-1-1 0 0,-1 1 1 0 0,1 0 0 0 0,-1-1 0 0 0,0 1-1 0 0,1 0 1 0 0,-1 0 0 0 0,0 0 0 0 0,0 0 0 0 0,0 0-1 0 0,0 0 1 0 0,0 0 0 0 0,0 0 0 0 0,0 0-1 0 0,0 0 1 0 0,0 0 0 0 0,0 0 0 0 0,0 1 0 0 0,-1-1-1 0 0,1 1 1 0 0,0-1 0 0 0,0 1 0 0 0,-1-1 0 0 0,1 1-1 0 0,0 0 1 0 0,-1-1 0 0 0,1 1 0 0 0,0 0-1 0 0,-1 0 1 0 0,1 0 0 0 0,-3 0 0 0 0,0 1-7 0 0,0 0 1 0 0,0-1-1 0 0,0 1 1 0 0,1 1-1 0 0,-1-1 1 0 0,0 0-1 0 0,1 1 1 0 0,-1 0-1 0 0,-4 3 1 0 0,5-3 2 0 0,1-1 1 0 0,0 1-1 0 0,0-1 0 0 0,0 1 1 0 0,0 0-1 0 0,0 0 0 0 0,1 0 1 0 0,-1 0-1 0 0,0 0 0 0 0,1 1 1 0 0,0-1-1 0 0,-1 0 0 0 0,1 1 1 0 0,0-1-1 0 0,0 1 0 0 0,1-1 1 0 0,-1 1-1 0 0,0-1 0 0 0,1 1 0 0 0,-1 0 1 0 0,1-1-1 0 0,0 1 0 0 0,0 4 1 0 0,1-4 1 0 0,0 1-1 0 0,0-1 1 0 0,0 1 0 0 0,1-1 0 0 0,-1 0 0 0 0,1 0 0 0 0,0 0-1 0 0,0 0 1 0 0,0 0 0 0 0,0 0 0 0 0,1 0 0 0 0,-1 0 0 0 0,1-1-1 0 0,-1 0 1 0 0,1 1 0 0 0,0-1 0 0 0,0 0 0 0 0,5 2 0 0 0,7 5-3 0 0,1-2 1 0 0,0 0 0 0 0,1 0 0 0 0,-1-2 0 0 0,1 0 0 0 0,0-1 0 0 0,1-1 0 0 0,-1 0 0 0 0,1-2 0 0 0,-1 0 0 0 0,19-1 0 0 0,-15-1-489 0 0,0-1 1 0 0,0-1 0 0 0,0-1 0 0 0,0-1 0 0 0,23-9 0 0 0,-14 4-777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8.7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87 4180 0 0,'-33'-8'-334'0'0,"66"-4"301"0"0,1 1 0 0 0,-1 1 0 0 0,2 2 0 0 0,-1 2 1 0 0,58-4-1 0 0,43-9-1845 0 0,-116 16 1239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9.3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72 102 2508 0 0,'-35'-11'271'0'0,"25"7"15"0"0,-16-7 947 0 0,26 4-880 0 0,14-1-440 0 0,8 1 98 0 0,1 0 0 0 0,0 2 0 0 0,0 1 0 0 0,0 0 0 0 0,27 1 0 0 0,-19 0-11 0 0,36-2-76 0 0,-33 4-127 0 0,-1-2 0 0 0,0-1 0 0 0,39-10 0 0 0,-70 13 25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7:59.6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 0 2068 0 0,'-7'1'-39'0'0,"3"0"89"0"0,0-1 0 0 0,0 1 1 0 0,0 0-1 0 0,0 0 1 0 0,0 1-1 0 0,1-1 0 0 0,-8 4 1 0 0,10-4-47 0 0,0 0-1 0 0,0 0 1 0 0,0 0 0 0 0,0 1-1 0 0,0-1 1 0 0,0 0 0 0 0,1 1 0 0 0,-1-1-1 0 0,0 0 1 0 0,1 1 0 0 0,-1-1-1 0 0,1 1 1 0 0,0-1 0 0 0,-1 1-1 0 0,1-1 1 0 0,0 1 0 0 0,0-1 0 0 0,0 1-1 0 0,0-1 1 0 0,0 1 0 0 0,0-1-1 0 0,0 1 1 0 0,1 2 0 0 0,6 36-32 0 0,1 1 0 0 0,2-1 0 0 0,23 56-1 0 0,-20-58 36 0 0,-6-15-7 0 0,-1 0 1 0 0,2 27-1 0 0,1 2 75 0 0,-8-51-108 0 0,-1 0 1 0 0,0-1 0 0 0,0 1-1 0 0,0-1 1 0 0,1 1-1 0 0,-1 0 1 0 0,0-1-1 0 0,0 1 1 0 0,1-1-1 0 0,-1 1 1 0 0,1-1-1 0 0,-1 1 1 0 0,0-1-1 0 0,1 0 1 0 0,-1 1 0 0 0,1-1-1 0 0,-1 1 1 0 0,1-1-1 0 0,-1 0 1 0 0,1 1-1 0 0,0-1 1 0 0,-1 0-1 0 0,1 0 1 0 0,-1 0-1 0 0,1 1 1 0 0,-1-1 0 0 0,1 0-1 0 0,0 0 1 0 0,-1 0-1 0 0,1 0 1 0 0,0 0-1 0 0,-1 0 1 0 0,1 0-1 0 0,-1 0 1 0 0,1 0-1 0 0,0 0 1 0 0,-1 0 0 0 0,1-1-1 0 0,1 1 1 0 0,-1-1 70 0 0,3 1-481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0.2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132 92 1756 0 0,'-35'-27'2466'0'0,"34"27"-2461"0"0,0 1 0 0 0,0-1 0 0 0,0 1 0 0 0,0-1 0 0 0,1 1 1 0 0,-1-1-1 0 0,0 1 0 0 0,1 0 0 0 0,-1-1 0 0 0,0 1 0 0 0,1 0 0 0 0,-1 0 1 0 0,1 0-1 0 0,-1-1 0 0 0,1 1 0 0 0,-1 0 0 0 0,1 0 0 0 0,0 0 0 0 0,-1 0 0 0 0,1 0 1 0 0,0 0-1 0 0,0 0 0 0 0,0 0 0 0 0,0 0 0 0 0,-1 0 0 0 0,2 0 0 0 0,-1 0 1 0 0,0 0-1 0 0,0 0 0 0 0,0 0 0 0 0,0 0 0 0 0,0 0 0 0 0,1 1 0 0 0,5 2-1 0 0,0 1 0 0 0,0-1 0 0 0,0 0-1 0 0,1-1 1 0 0,-1 0 0 0 0,1 0-1 0 0,0 0 1 0 0,0-1 0 0 0,0 0-1 0 0,0 0 1 0 0,0-1 0 0 0,0 0 0 0 0,1 0-1 0 0,-1-1 1 0 0,0 1 0 0 0,1-2-1 0 0,-1 1 1 0 0,0-1 0 0 0,1 0 0 0 0,-1-1-1 0 0,0 1 1 0 0,0-1 0 0 0,0-1-1 0 0,0 1 1 0 0,-1-1 0 0 0,1-1-1 0 0,-1 1 1 0 0,0-1 0 0 0,1 0 0 0 0,-2-1-1 0 0,1 1 1 0 0,0-1 0 0 0,6-8-1 0 0,44-60 473 0 0,-55 71-457 0 0,-15 17 4 0 0,1 1 1 0 0,0 0-1 0 0,-15 26 0 0 0,-11 14-23 0 0,-157 206 14 0 0,172-231 1 0 0,-23 35-804 0 0,47-65 636 0 0,0-1 113 0 0,-1 0 1 0 0,1 0 0 0 0,0 0-1 0 0,0 0 1 0 0,0 1-1 0 0,0-1 1 0 0,0 0 0 0 0,0 0-1 0 0,0 1 1 0 0,0-1-1 0 0,-1 0 1 0 0,1 0-1 0 0,0 0 1 0 0,0 1 0 0 0,0-1-1 0 0,0 0 1 0 0,0 0-1 0 0,0 1 1 0 0,0-1 0 0 0,0 0-1 0 0,0 0 1 0 0,1 1-1 0 0,-1-1 1 0 0,0 0-1 0 0,0 0 1 0 0,0 0 0 0 0,0 1-1 0 0,0-1 1 0 0,0 0-1 0 0,0 0 1 0 0,0 0 0 0 0,1 1-1 0 0,-1-1 1 0 0,0 0-1 0 0,0 0 1 0 0,0 0-1 0 0,0 0 1 0 0,1 1 0 0 0,10 5-765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1.5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27 146 3428 0 0,'-3'-16'-184'0'0,"-2"1"156"0"0,5 14 32 0 0,0 1-19 0 0,0 0 9 0 0,0-1 0 0 0,0 1 0 0 0,0 0 0 0 0,0 0 1 0 0,0-1-1 0 0,0 1 0 0 0,0 0 0 0 0,0 0 0 0 0,0 0 0 0 0,0-1 0 0 0,0 1 0 0 0,0 0 0 0 0,0 0 0 0 0,0 0 1 0 0,0-1-1 0 0,0 1 0 0 0,0 0 0 0 0,-1 0 0 0 0,1 0 0 0 0,0 0 0 0 0,0-1 0 0 0,0 1 0 0 0,0 0 0 0 0,0 0 0 0 0,0 0 1 0 0,-1 0-1 0 0,1-1 0 0 0,0 1 0 0 0,0 0 0 0 0,0 0 0 0 0,0 0 0 0 0,-1 0 0 0 0,1 0 0 0 0,0 0 0 0 0,0 0 1 0 0,0 0-1 0 0,-1 0 0 0 0,1 0 0 0 0,0 0 0 0 0,0-1 0 0 0,0 1 0 0 0,-1 0 0 0 0,1 0 0 0 0,0 0 0 0 0,0 1 0 0 0,0-1 1 0 0,-1 0-1 0 0,1 0 0 0 0,0 0 0 0 0,0 0 0 0 0,0 0 0 0 0,-1 0 0 0 0,1 0 0 0 0,-4 16-12 0 0,1 0-1 0 0,1 1 1 0 0,0-1-1 0 0,1 0 1 0 0,1 1-1 0 0,1-1 1 0 0,4 27-1 0 0,27 119-113 0 0,-25-140 257 0 0,0-1 0 0 0,2 0 1 0 0,1-1-1 0 0,0 0 1 0 0,21 29-1 0 0,5 11 2086 0 0,-40-66-1993 0 0,-14-25-92 0 0,2 0-1 0 0,1-1 1 0 0,1-1-1 0 0,2 0 1 0 0,2-1-1 0 0,0 0 1 0 0,3-1 0 0 0,1 0-1 0 0,1 0 1 0 0,2 0-1 0 0,1-1 1 0 0,5-53-1 0 0,-2 84-128 0 0,0-4-46 0 0,0-1-1 0 0,1 1 1 0 0,0 0-1 0 0,0-1 1 0 0,6-10-1 0 0,-7 17 39 0 0,0 1 0 0 0,0 0-1 0 0,0-1 1 0 0,1 1 0 0 0,-1 0-1 0 0,1 0 1 0 0,0 0 0 0 0,-1 0 0 0 0,1 1-1 0 0,0-1 1 0 0,0 0 0 0 0,0 1 0 0 0,1-1-1 0 0,-1 1 1 0 0,0 0 0 0 0,0 0-1 0 0,1 0 1 0 0,-1 0 0 0 0,1 0 0 0 0,-1 0-1 0 0,1 1 1 0 0,-1-1 0 0 0,1 1 0 0 0,-1 0-1 0 0,6-1 1 0 0,19 3-109 0 0,0 0 0 0 0,0 2 0 0 0,-1 1 0 0 0,0 1 0 0 0,1 1 0 0 0,-2 2 0 0 0,1 0 0 0 0,-2 2 0 0 0,35 19 1 0 0,-58-30 113 0 0,-1 1 1 0 0,1-1 0 0 0,-1 0-1 0 0,1 0 1 0 0,0 1 0 0 0,-1-1-1 0 0,1 0 1 0 0,-1 1 0 0 0,1-1 0 0 0,-1 0-1 0 0,0 1 1 0 0,1-1 0 0 0,-1 1-1 0 0,1-1 1 0 0,-1 1 0 0 0,0-1-1 0 0,1 1 1 0 0,-1-1 0 0 0,0 1 0 0 0,1-1-1 0 0,-1 1 1 0 0,0-1 0 0 0,0 1-1 0 0,0 0 1 0 0,0-1 0 0 0,0 1 0 0 0,1-1-1 0 0,-1 1 1 0 0,0 0 0 0 0,0-1-1 0 0,0 1 1 0 0,-1 0 0 0 0,1-1-1 0 0,0 1 1 0 0,0-1 0 0 0,0 2 0 0 0,-22 15-46 0 0,-35 3 35 0 0,-218 32 445 0 0,252-54-56 0 0,23 2-371 0 0,0-1 0 0 0,-1 1 1 0 0,1 0-1 0 0,0 0 0 0 0,0 0 1 0 0,0-1-1 0 0,-1 1 0 0 0,1 0 0 0 0,0 0 1 0 0,0 0-1 0 0,0-1 0 0 0,0 1 0 0 0,0 0 1 0 0,0 0-1 0 0,0 0 0 0 0,0-1 1 0 0,0 1-1 0 0,-1 0 0 0 0,1 0 0 0 0,0-1 1 0 0,0 1-1 0 0,0 0 0 0 0,0 0 0 0 0,0-1 1 0 0,0 1-1 0 0,1 0 0 0 0,-1 0 0 0 0,0-1 1 0 0,0 1-1 0 0,0 0 0 0 0,0 0 1 0 0,0 0-1 0 0,0-1 0 0 0,0 1 0 0 0,0 0 1 0 0,0 0-1 0 0,1 0 0 0 0,-1-1 0 0 0,0 1 1 0 0,0 0-1 0 0,0 0 0 0 0,1 0 1 0 0,-1-1-1 0 0,0 1 0 0 0,4-2-2 0 0,-1-1 0 0 0,1 1 0 0 0,0 0 0 0 0,-1 0 0 0 0,1 0 0 0 0,0 1 0 0 0,0-1 0 0 0,0 1 0 0 0,0 0 0 0 0,1 0 0 0 0,6 0 0 0 0,-2-2-2 0 0,42-1-35 0 0,-27 6 12 0 0,0 0-1 0 0,34 8 1 0 0,-38-6-3 0 0,1 0-1 0 0,0-1 1 0 0,37-1 0 0 0,-30-4 19 0 0,0-1-1 0 0,1-1 1 0 0,-2-2 0 0 0,40-13-1 0 0,-53 14 18 0 0,-1 0 0 0 0,0-1 0 0 0,0 0 0 0 0,0-1 0 0 0,-1-1 0 0 0,0 0 0 0 0,0-1 0 0 0,-1 0 0 0 0,0 0 0 0 0,15-18 0 0 0,-12 8 86 0 0,-1 0 0 0 0,11-21 1 0 0,-23 38-58 0 0,-9 3-40 0 0,0 0 1 0 0,-1 0 0 0 0,1 0 0 0 0,0 1-1 0 0,0 1 1 0 0,1-1 0 0 0,-1 1 0 0 0,-14 8-1 0 0,17-9-11 0 0,0 1-1 0 0,0 0 1 0 0,0 1-1 0 0,1-1 1 0 0,-1 1-1 0 0,1-1 1 0 0,0 1-1 0 0,0 1 0 0 0,1-1 1 0 0,-1 0-1 0 0,1 1 1 0 0,0 0-1 0 0,-5 9 1 0 0,8-13 13 0 0,0 0 0 0 0,0 1 0 0 0,0-1 0 0 0,0 0 0 0 0,0 0 0 0 0,0 0 0 0 0,0 1 0 0 0,0-1 0 0 0,0 0 0 0 0,1 0 0 0 0,-1 0 0 0 0,0 0 0 0 0,1 1 0 0 0,-1-1 0 0 0,1 0 0 0 0,-1 0 0 0 0,1 0 0 0 0,0 0 0 0 0,-1 0 0 0 0,1 0 0 0 0,0 0 0 0 0,0 0 0 0 0,-1-1 0 0 0,1 1 0 0 0,0 0 0 0 0,0 0 0 0 0,0-1 0 0 0,0 1 0 0 0,0 0 0 0 0,0-1 0 0 0,3 1 0 0 0,34 15-6 0 0,-37-16 6 0 0,52 12-625 0 0,-1-2-1 0 0,2-2 1 0 0,68 0-1 0 0,-97-6-83 0 0,14 0-355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2.7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25 3736 0 0,'1'-23'-436'0'0,"-1"23"437"0"0,0 0 0 0 0,0 0-1 0 0,0 0 1 0 0,0 0 0 0 0,0 0 0 0 0,0 0-1 0 0,0 0 1 0 0,0 0 0 0 0,0 1-1 0 0,1-1 1 0 0,-1 0 0 0 0,0 0-1 0 0,0 0 1 0 0,0 0 0 0 0,0 0-1 0 0,0 0 1 0 0,0 0 0 0 0,0 0-1 0 0,0 0 1 0 0,0 0 0 0 0,0 0-1 0 0,0 0 1 0 0,1 0 0 0 0,-1 0-1 0 0,0 0 1 0 0,0 0 0 0 0,0 0-1 0 0,0 0 1 0 0,0 0 0 0 0,0 0-1 0 0,0-1 1 0 0,0 1 0 0 0,0 0-1 0 0,0 0 1 0 0,0 0 0 0 0,1 0-1 0 0,-1 0 1 0 0,0 0 0 0 0,0 0-1 0 0,0 0 1 0 0,0 0 0 0 0,0 0-1 0 0,0 0 1 0 0,0 0 0 0 0,0 0-1 0 0,0 0 1 0 0,0 0 0 0 0,0-1-1 0 0,0 1 1 0 0,0 0 0 0 0,0 0 0 0 0,0 0-1 0 0,0 0 1 0 0,0 0 0 0 0,0 0-1 0 0,0 0 1 0 0,0 0 0 0 0,0 0-1 0 0,0 0 1 0 0,0-1 0 0 0,10 34 592 0 0,0 1-716 0 0,35 88 103 0 0,29 135 0 0 0,-39-120 1597 0 0,-40-137-1230 0 0,4 0-318 0 0,0 1-1 0 0,0-1 0 0 0,0 0 0 0 0,0 0 1 0 0,0 1-1 0 0,0-1 0 0 0,0 0 0 0 0,0 0 0 0 0,0 0 1 0 0,0 0-1 0 0,0-1 0 0 0,0 1 0 0 0,0 0 1 0 0,0 0-1 0 0,0 0 0 0 0,0-1 0 0 0,-1 0 1 0 0,-11-7 94 0 0,0-1 1 0 0,0-1-1 0 0,1 0 1 0 0,1-1-1 0 0,-16-18 1 0 0,-49-70 348 0 0,49 62-367 0 0,6 12-1407 0 0,54 51 1177 0 0,1-2 0 0 0,0-1-1 0 0,56 26 1 0 0,-70-40 102 0 0,-1-1 1 0 0,1 0-1 0 0,0-2 1 0 0,1 0-1 0 0,-1-1 1 0 0,1-1 0 0 0,0-1-1 0 0,0-1 1 0 0,23-1-1 0 0,-27-3 106 0 0,0-1 0 0 0,-1-1 0 0 0,0 0-1 0 0,0-1 1 0 0,0-1 0 0 0,0-1 0 0 0,-1 0-1 0 0,0-1 1 0 0,-1 0 0 0 0,1-1 0 0 0,13-13 0 0 0,30-15 79 0 0,-57 36-196 0 0,-22-6-4727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3.7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69 221 4348 0 0,'-8'-13'0'0'0,"1"-1"0"0"0,0-1 0 0 0,1 1 0 0 0,0-1 0 0 0,1 0 0 0 0,1-1 1 0 0,0 1-1 0 0,-2-19 0 0 0,-3-8 839 0 0,2 14-389 0 0,9 41-398 0 0,13 45-101 0 0,69 245 27 0 0,-77-269 47 0 0,4 47 1 0 0,2 15 141 0 0,-10-90-4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4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41 423 4356 0 0,'0'0'-106'0'0,"-25"-3"79"0"0,10 0 116 0 0,15 3-90 0 0,0-1 1 0 0,1 1-1 0 0,-1 0 1 0 0,0 0-1 0 0,0 0 1 0 0,0 0-1 0 0,0 0 1 0 0,0 0 0 0 0,0 0-1 0 0,0 0 1 0 0,0 0-1 0 0,0 0 1 0 0,0 0-1 0 0,0 0 1 0 0,0 0-1 0 0,0-1 1 0 0,0 1-1 0 0,0 0 1 0 0,0 0-1 0 0,0 0 1 0 0,0 0-1 0 0,0 0 1 0 0,0 0-1 0 0,0 0 1 0 0,0 0 0 0 0,0 0-1 0 0,0 0 1 0 0,0-1-1 0 0,0 1 1 0 0,0 0-1 0 0,0 0 1 0 0,0 0-1 0 0,0 0 1 0 0,0 0-1 0 0,0 0 1 0 0,0 0-1 0 0,0 0 1 0 0,0 0-1 0 0,0 0 1 0 0,0 0-1 0 0,0-1 1 0 0,0 1 0 0 0,0 0-1 0 0,-1 0 1 0 0,1 0-1 0 0,0 0 1 0 0,0 0-1 0 0,0 0 1 0 0,0 0-1 0 0,0 0 1 0 0,0 0-1 0 0,0 0 1 0 0,0 0-1 0 0,0 0 1 0 0,0 0-1 0 0,0 0 1 0 0,-1 0-1 0 0,1 0 1 0 0,0 0 0 0 0,0 0-1 0 0,29-10-12 0 0,1 2 1 0 0,0 1-1 0 0,0 1 0 0 0,34-1 1 0 0,-33 4 39 0 0,0-1 0 0 0,0-2 0 0 0,-1-1 0 0 0,55-19 0 0 0,-81 23 0 0 0,0 1-1 0 0,-1-1 0 0 0,1 0 1 0 0,0 0-1 0 0,-1 0 1 0 0,0 0-1 0 0,0 0 1 0 0,0-1-1 0 0,0 1 1 0 0,0-1-1 0 0,-1 0 0 0 0,0 0 1 0 0,1 0-1 0 0,-2 0 1 0 0,1 0-1 0 0,0-1 1 0 0,-1 1-1 0 0,0-1 1 0 0,0 1-1 0 0,0-1 1 0 0,0 1-1 0 0,-1-1 0 0 0,0 1 1 0 0,0-10-1 0 0,-1-10 117 0 0,-1 0 0 0 0,-2 1 0 0 0,-7-33-1 0 0,9 46-71 0 0,-20-76 809 0 0,22 85-873 0 0,-1 4-38 0 0,0 1 0 0 0,0 0 0 0 0,0 0 0 0 0,1 0 0 0 0,0 0 0 0 0,-1 0 1 0 0,2 0-1 0 0,-1-1 0 0 0,0 1 0 0 0,1 0 0 0 0,0 0 0 0 0,2 7 0 0 0,13 73 15 0 0,26 89-30 0 0,17 92 29 0 0,-53-248-255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4.6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1 4412 0 0,'0'0'42'0'0,"-31"-1"27"0"0,28 7-82 0 0,1 0-1 0 0,0 0 1 0 0,1 0 0 0 0,-1 0-1 0 0,1 1 1 0 0,0-1 0 0 0,1 0-1 0 0,-1 1 1 0 0,1-1 0 0 0,1 0-1 0 0,-1 0 1 0 0,1 1 0 0 0,2 6-1 0 0,0 5 1 0 0,0-1 0 0 0,2 1-1 0 0,11 26 1 0 0,-12-34-210 0 0,1 1 1 0 0,0-1-1 0 0,1 0 0 0 0,0 0 1 0 0,0-1-1 0 0,1 0 0 0 0,1 0 1 0 0,-1 0-1 0 0,16 12 0 0 0,-11-11 23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4.8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75 119 3244 0 0,'-17'-24'347'0'0,"7"11"233"0"0,0 0 0 0 0,2-1 0 0 0,-1 0 0 0 0,-5-16 0 0 0,13 29-697 0 0,-4-9-3421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5.3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23 223 3580 0 0,'-8'0'-509'0'0,"12"-4"217"0"0,25-16 161 0 0,-15 11 203 0 0,-1 0 0 0 0,23-20 0 0 0,-31 24 1 0 0,0 0-1 0 0,-1-1 1 0 0,0 1 0 0 0,0-1 0 0 0,-1 0 0 0 0,1 0 0 0 0,-1 0 0 0 0,0-1 0 0 0,-1 1 0 0 0,0-1 0 0 0,0 1-1 0 0,0-1 1 0 0,-1 0 0 0 0,0 0 0 0 0,0 0 0 0 0,0-7 0 0 0,-2 12-55 0 0,0-1-1 0 0,0 1 0 0 0,0-1 1 0 0,0 1-1 0 0,-1 0 1 0 0,1-1-1 0 0,-1 1 1 0 0,1 0-1 0 0,-1 0 1 0 0,0 0-1 0 0,0 0 1 0 0,0 1-1 0 0,0-1 1 0 0,0 0-1 0 0,0 1 1 0 0,-1-1-1 0 0,-3-1 1 0 0,4 2 2 0 0,-4 3-9 0 0,-1 1-17 0 0,0 0 0 0 0,0 0 0 0 0,0 1 0 0 0,1 0 0 0 0,-1 0 0 0 0,1 1 0 0 0,0 0 0 0 0,0 0 0 0 0,1 0 0 0 0,-1 0 0 0 0,1 1 0 0 0,0 0 0 0 0,1 0 0 0 0,0 1 0 0 0,0-1 0 0 0,0 1 0 0 0,-4 11 0 0 0,6-14 2 0 0,0 1 1 0 0,0-1-1 0 0,1 1 1 0 0,-1-1-1 0 0,1 1 1 0 0,1-1 0 0 0,-1 1-1 0 0,1 0 1 0 0,-1 0-1 0 0,1-1 1 0 0,0 1-1 0 0,1 0 1 0 0,-1-1 0 0 0,1 1-1 0 0,0 0 1 0 0,0-1-1 0 0,1 1 1 0 0,-1-1 0 0 0,1 1-1 0 0,0-1 1 0 0,0 0-1 0 0,1 0 1 0 0,-1 0-1 0 0,1 0 1 0 0,0 0 0 0 0,0-1-1 0 0,0 1 1 0 0,0-1-1 0 0,1 0 1 0 0,0 1-1 0 0,4 1 1 0 0,2 2-99 0 0,0-1 0 0 0,1-1 0 0 0,0 0 0 0 0,0 0 0 0 0,1-1 1 0 0,-1 0-1 0 0,1-1 0 0 0,18 2 0 0 0,-4-2-298 0 0,0-1 1 0 0,49-4 0 0 0,-38 0 139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67 2756 0 0,'-43'-27'274'0'0,"42"27"-164"0"0,-6-2-95 0 0,7 2-19 0 0,0 0-1 0 0,0 0 1 0 0,0 0 0 0 0,0 1-1 0 0,0-1 1 0 0,0 0 0 0 0,0 0-1 0 0,0 0 1 0 0,0 0 0 0 0,0 0-1 0 0,0 0 1 0 0,0 0 0 0 0,0 0-1 0 0,0 0 1 0 0,0 0 0 0 0,0 1-1 0 0,0-1 1 0 0,0 0 0 0 0,0 0 0 0 0,0 0-1 0 0,0 0 1 0 0,0 0 0 0 0,0 0-1 0 0,0 0 1 0 0,0 0 0 0 0,0 0-1 0 0,0 0 1 0 0,0 1 0 0 0,0-1-1 0 0,-1 0 1 0 0,1 0 0 0 0,0 0-1 0 0,0 0 1 0 0,0 0 0 0 0,0 0-1 0 0,0 0 1 0 0,0 0 0 0 0,0 0-1 0 0,0 0 1 0 0,0 0 0 0 0,0 0-1 0 0,0 0 1 0 0,-1 0 0 0 0,1 0-1 0 0,0 0 1 0 0,0 0 0 0 0,0 0-1 0 0,0 0 1 0 0,0 0 0 0 0,0 0-1 0 0,0 0 1 0 0,0 0 0 0 0,0 0 0 0 0,0 0-1 0 0,-1 0 1 0 0,1 0 0 0 0,0 0-1 0 0,0 0 1 0 0,0 0 0 0 0,28 22-50 0 0,53 32 1 0 0,18 12 33 0 0,61 74-37 0 0,-159-139 68 0 0,0-1-1 0 0,0 0 1 0 0,-1 1-1 0 0,1 0 1 0 0,0-1-1 0 0,-1 1 1 0 0,1-1 0 0 0,0 1-1 0 0,-1 0 1 0 0,1-1-1 0 0,-1 1 1 0 0,1 0-1 0 0,-1 0 1 0 0,0-1-1 0 0,1 1 1 0 0,-1 0-1 0 0,0 0 1 0 0,1 0-1 0 0,-1-1 1 0 0,0 1 0 0 0,0 0-1 0 0,0 0 1 0 0,0 0-1 0 0,0 0 1 0 0,0 0-1 0 0,0-1 1 0 0,0 1-1 0 0,0 0 1 0 0,0 0-1 0 0,0 0 1 0 0,0 0-1 0 0,-1 0 1 0 0,1-1-1 0 0,0 1 1 0 0,-1 0 0 0 0,1 0-1 0 0,-1-1 1 0 0,1 1-1 0 0,-1 0 1 0 0,1 0-1 0 0,-1-1 1 0 0,1 1-1 0 0,-1-1 1 0 0,0 1-1 0 0,1 0 1 0 0,-1-1-1 0 0,0 1 1 0 0,-1 0 0 0 0,-1 0 54 0 0,0 1 1 0 0,0-1-1 0 0,0 0 1 0 0,0 0 0 0 0,0 0-1 0 0,0 0 1 0 0,0-1 0 0 0,0 1-1 0 0,0-1 1 0 0,-1 0 0 0 0,1 0-1 0 0,0 0 1 0 0,0 0-1 0 0,-4-1 1 0 0,3 0 4 0 0,-1 0 0 0 0,1 0 0 0 0,-1 0 0 0 0,1-1 0 0 0,0 1 0 0 0,0-1 0 0 0,0 0 0 0 0,0-1 0 0 0,0 1 0 0 0,0-1 0 0 0,0 1 0 0 0,1-1 0 0 0,-1 0 0 0 0,1-1 0 0 0,0 1 0 0 0,0 0 0 0 0,-4-6 0 0 0,5 4-56 0 0,-1-1 1 0 0,1 1-1 0 0,0 0 1 0 0,0-1-1 0 0,1 0 1 0 0,0 1-1 0 0,0-1 1 0 0,0 0-1 0 0,1 1 1 0 0,-1-1-1 0 0,1 0 1 0 0,1 0-1 0 0,-1 0 1 0 0,2-7 0 0 0,0 4-35 0 0,0 1 1 0 0,1-1 0 0 0,-1 0 0 0 0,2 1 0 0 0,-1-1 0 0 0,1 1 0 0 0,1 0 0 0 0,-1 1 0 0 0,7-9 0 0 0,7-6-115 0 0,33-31 0 0 0,-4 5-218 0 0,-30 33-2402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6.5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188 30 2784 0 0,'-1'-2'35'0'0,"0"0"-1"0"0,0 0 1 0 0,-1 0 0 0 0,1 1-1 0 0,0-1 1 0 0,-1 0-1 0 0,1 1 1 0 0,-1-1-1 0 0,1 1 1 0 0,-1-1-1 0 0,0 1 1 0 0,0 0 0 0 0,0-1-1 0 0,1 1 1 0 0,-1 0-1 0 0,0 1 1 0 0,0-1-1 0 0,-1 0 1 0 0,1 0 0 0 0,0 1-1 0 0,0-1 1 0 0,0 1-1 0 0,0 0 1 0 0,-4 0-1 0 0,1 0-18 0 0,0 1 0 0 0,0 0-1 0 0,1 0 1 0 0,-1 1-1 0 0,0-1 1 0 0,1 1-1 0 0,0 0 1 0 0,-1 0-1 0 0,1 1 1 0 0,0-1 0 0 0,-4 4-1 0 0,-1 0-21 0 0,2 0-1 0 0,-1 1 1 0 0,1 0-1 0 0,0 0 1 0 0,0 0-1 0 0,1 1 1 0 0,0 0 0 0 0,0 1-1 0 0,1-1 1 0 0,0 1-1 0 0,-3 10 1 0 0,7-18 4 0 0,1 1 1 0 0,0 0 0 0 0,0-1 0 0 0,0 1 0 0 0,0 0-1 0 0,0-1 1 0 0,0 1 0 0 0,0 0 0 0 0,0-1 0 0 0,1 1-1 0 0,-1 0 1 0 0,1-1 0 0 0,-1 1 0 0 0,1-1 0 0 0,0 1-1 0 0,0-1 1 0 0,-1 1 0 0 0,1-1 0 0 0,0 1 0 0 0,0-1-1 0 0,0 0 1 0 0,1 0 0 0 0,0 2 0 0 0,1-1 5 0 0,0 0 1 0 0,0 0-1 0 0,0 0 1 0 0,0 0-1 0 0,0-1 1 0 0,0 1-1 0 0,1-1 1 0 0,-1 0-1 0 0,1 0 1 0 0,-1 0-1 0 0,1 0 1 0 0,-1 0-1 0 0,1-1 1 0 0,-1 0-1 0 0,6 0 1 0 0,-1 0 32 0 0,0-1-1 0 0,0 0 1 0 0,0 0-1 0 0,0-1 1 0 0,0 0-1 0 0,-1 0 1 0 0,1-1-1 0 0,-1 0 1 0 0,1 0 0 0 0,-1-1-1 0 0,0 0 1 0 0,0 0-1 0 0,-1 0 1 0 0,1-1-1 0 0,-1 0 1 0 0,0-1-1 0 0,0 1 1 0 0,-1-1-1 0 0,0 0 1 0 0,0-1 0 0 0,7-11-1 0 0,13-8 1136 0 0,-27 33-1175 0 0,-1-1 1 0 0,1 1 0 0 0,0 0 0 0 0,1 0-1 0 0,-1 0 1 0 0,2 0 0 0 0,-1 0-1 0 0,1 1 1 0 0,0-1 0 0 0,0 0 0 0 0,1 0-1 0 0,1 10 1 0 0,-1-13-71 0 0,1 0-1 0 0,-1 0 1 0 0,1 0 0 0 0,0-1-1 0 0,0 1 1 0 0,0 0-1 0 0,0-1 1 0 0,1 0 0 0 0,0 1-1 0 0,-1-1 1 0 0,1 0-1 0 0,0 0 1 0 0,0-1 0 0 0,1 1-1 0 0,-1-1 1 0 0,1 1 0 0 0,-1-1-1 0 0,1 0 1 0 0,0 0-1 0 0,-1-1 1 0 0,1 1 0 0 0,0-1-1 0 0,0 0 1 0 0,5 1-1 0 0,14 1-1079 0 0,-1 0 250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7.1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 38 3464 0 0,'-39'-12'-460'0'0,"37"12"466"0"0,-45-17 894 0 0,86 41-947 0 0,-2 1-1 0 0,0 2 1 0 0,-2 1 0 0 0,-1 2 0 0 0,-1 1 0 0 0,50 63 0 0 0,-83-94 52 0 0,1 1 1 0 0,-1-1 0 0 0,1 1-1 0 0,-1-1 1 0 0,1 1 0 0 0,-1-1 0 0 0,1 1-1 0 0,-1-1 1 0 0,0 1 0 0 0,1-1-1 0 0,-1 1 1 0 0,0 0 0 0 0,0-1-1 0 0,1 1 1 0 0,-1 0 0 0 0,0-1-1 0 0,0 1 1 0 0,0 0 0 0 0,0-1 0 0 0,0 1-1 0 0,0 0 1 0 0,0-1 0 0 0,0 1-1 0 0,0 0 1 0 0,0-1 0 0 0,0 1-1 0 0,0 0 1 0 0,0-1 0 0 0,-1 1-1 0 0,1-1 1 0 0,0 1 0 0 0,0 0 0 0 0,-1-1-1 0 0,1 1 1 0 0,0-1 0 0 0,-1 1-1 0 0,1-1 1 0 0,-1 1 0 0 0,1-1-1 0 0,-1 2 1 0 0,-2-1 27 0 0,0 0 1 0 0,0 0-1 0 0,0 0 0 0 0,1-1 0 0 0,-1 1 0 0 0,0-1 1 0 0,0 1-1 0 0,0-1 0 0 0,0 0 0 0 0,-4 0 1 0 0,-5-1 110 0 0,0 0 1 0 0,0-1 0 0 0,0 0-1 0 0,1-1 1 0 0,-14-4-1 0 0,19 4-69 0 0,0 1-1 0 0,0-1 1 0 0,1-1-1 0 0,-1 1 0 0 0,1-1 1 0 0,0 0-1 0 0,0 0 1 0 0,0 0-1 0 0,0-1 0 0 0,1 0 1 0 0,0 0-1 0 0,0 0 1 0 0,-4-7-1 0 0,7 9-71 0 0,-1-1-1 0 0,1 1 1 0 0,0-1 0 0 0,0 1 0 0 0,0-1 0 0 0,1 1-1 0 0,-1-1 1 0 0,1 0 0 0 0,0 1 0 0 0,0-1-1 0 0,1 0 1 0 0,-1 1 0 0 0,0-1 0 0 0,1 0-1 0 0,0 1 1 0 0,0-1 0 0 0,0 1 0 0 0,1-1 0 0 0,-1 1-1 0 0,1 0 1 0 0,-1 0 0 0 0,1 0 0 0 0,0-1-1 0 0,1 2 1 0 0,2-5 0 0 0,3-3-43 0 0,1 1 0 0 0,0 0 0 0 0,0 1 0 0 0,1-1-1 0 0,0 2 1 0 0,0-1 0 0 0,1 2 0 0 0,0-1 0 0 0,14-5 0 0 0,-3 3-210 0 0,1 0 0 0 0,1 2 0 0 0,41-8-1 0 0,-63 14 145 0 0,-1 1-1 0 0,1 0 1 0 0,0 0-1 0 0,0 0 0 0 0,0 0 1 0 0,0 0-1 0 0,-1 0 1 0 0,1 1-1 0 0,0-1 0 0 0,0 0 1 0 0,0 1-1 0 0,-1 0 0 0 0,1-1 1 0 0,0 1-1 0 0,-1 0 1 0 0,1 0-1 0 0,-1 0 0 0 0,1 0 1 0 0,-1 0-1 0 0,1 0 1 0 0,2 3-1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7.5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279 20 3164 0 0,'0'0'-75'0'0,"-5"-3"-7"0"0,-29-14 60 0 0,26 18 20 0 0,4 1 0 0 0,-4-1-1 0 0,-1 0-1 0 0,1 0 1 0 0,0 1-1 0 0,-1 0 1 0 0,1 1-1 0 0,0 0 1 0 0,0 0 0 0 0,0 1-1 0 0,1 0 1 0 0,-1 0-1 0 0,-12 10 1 0 0,-2 3-22 0 0,1 1 1 0 0,-22 23-1 0 0,40-38 19 0 0,0 0 1 0 0,0-1-1 0 0,1 1 0 0 0,-1 0 0 0 0,1 0 0 0 0,0 0 0 0 0,0 1 0 0 0,0-1 0 0 0,0 1 0 0 0,1-1 1 0 0,-1 1-1 0 0,1-1 0 0 0,0 1 0 0 0,0 0 0 0 0,0 0 0 0 0,0-1 0 0 0,1 6 0 0 0,0-7 7 0 0,1 1-1 0 0,0 0 1 0 0,0-1 0 0 0,0 1-1 0 0,0-1 1 0 0,1 1-1 0 0,-1-1 1 0 0,1 1-1 0 0,-1-1 1 0 0,1 0-1 0 0,0 0 1 0 0,0 0-1 0 0,0 0 1 0 0,0 0-1 0 0,0 0 1 0 0,1-1-1 0 0,-1 1 1 0 0,0-1-1 0 0,1 1 1 0 0,-1-1-1 0 0,1 0 1 0 0,-1 0 0 0 0,1 0-1 0 0,3 1 1 0 0,24 7 13 0 0,1-1 1 0 0,0-1 0 0 0,0-2 0 0 0,1-1-1 0 0,34 0 1 0 0,-48-4-450 0 0,1-1 0 0 0,27-3 0 0 0,-19-1-126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8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89 2508 0 0,'0'-8'239'0'0,"0"0"0"0"0,0 0 0 0 0,-1 0 1 0 0,-1 0-1 0 0,1 1 0 0 0,-5-14 0 0 0,5 20-78 0 0,0-12 145 0 0,0 7-145 0 0,1 8 7 0 0,14 131-188 0 0,6 0 0 0 0,58 202 0 0 0,-73-318 29 0 0,-1-5 37 0 0,0 0 1 0 0,-1 1-1 0 0,-1-1 1 0 0,2 17-1 0 0,-5-28-23 0 0,1 0 0 0 0,-1 0 0 0 0,1 0 0 0 0,-1 0 0 0 0,1 0-1 0 0,-1 0 1 0 0,0 0 0 0 0,1-1 0 0 0,-1 1 0 0 0,0 0 0 0 0,0 0 0 0 0,0-1-1 0 0,1 1 1 0 0,-1-1 0 0 0,0 1 0 0 0,0 0 0 0 0,0-1 0 0 0,0 0 0 0 0,0 1 0 0 0,0-1-1 0 0,0 0 1 0 0,0 1 0 0 0,0-1 0 0 0,-1 0 0 0 0,1 0 0 0 0,0 0 0 0 0,0 0 0 0 0,0 0-1 0 0,0 0 1 0 0,0 0 0 0 0,0 0 0 0 0,0-1 0 0 0,-2 1 0 0 0,0 0-1 0 0,-1 0 148 0 0,-23-23 263 0 0,27 20-420 0 0,-1 0 0 0 0,0 0-1 0 0,1 0 1 0 0,-1 0 0 0 0,1 0 0 0 0,0 0 0 0 0,0 0-1 0 0,0 0 1 0 0,1 0 0 0 0,-1 0 0 0 0,1 0 0 0 0,-1 0-1 0 0,1 0 1 0 0,0 0 0 0 0,0 0 0 0 0,0 0 0 0 0,1 1-1 0 0,-1-1 1 0 0,1 0 0 0 0,-1 1 0 0 0,1-1 0 0 0,0 1-1 0 0,0 0 1 0 0,0 0 0 0 0,0-1 0 0 0,4-1 0 0 0,5-7-15 0 0,0 2 1 0 0,1-1-1 0 0,24-13 1 0 0,-27 18-22 0 0,0 0-1 0 0,0 1 1 0 0,0 0-1 0 0,0 1 1 0 0,0 0-1 0 0,1 0 1 0 0,0 1-1 0 0,-1 0 1 0 0,1 1 0 0 0,0 0-1 0 0,0 1 1 0 0,0 0-1 0 0,17 2 1 0 0,-22-1 9 0 0,1 0 0 0 0,-1 1 1 0 0,1-1-1 0 0,-1 1 0 0 0,0 1 0 0 0,1-1 1 0 0,-1 1-1 0 0,0 0 0 0 0,-1 0 1 0 0,1 0-1 0 0,0 1 0 0 0,-1-1 0 0 0,0 1 1 0 0,0 0-1 0 0,0 1 0 0 0,0-1 0 0 0,-1 1 1 0 0,0-1-1 0 0,0 1 0 0 0,0 0 0 0 0,0 0 1 0 0,-1 0-1 0 0,0 1 0 0 0,3 8 1 0 0,9 60-3018 0 0,-12-64 1687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08.4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327 69 3904 0 0,'12'34'-1988'0'0,"-8"-32"1999"0"0,0 0 0 0 0,0 0 1 0 0,0 0-1 0 0,0-1 0 0 0,0 0 0 0 0,0 0 1 0 0,0 0-1 0 0,1 0 0 0 0,-1-1 1 0 0,0 1-1 0 0,1-1 0 0 0,3-1 1 0 0,57-5 246 0 0,-54 5-224 0 0,36-8 302 0 0,-1-2 0 0 0,-1-2-1 0 0,60-25 1 0 0,-8 3 1368 0 0,-97 35-1686 0 0,0-1-1 0 0,1 1 1 0 0,-1 0-1 0 0,0 0 0 0 0,1-1 1 0 0,-1 1-1 0 0,0 0 0 0 0,1 0 1 0 0,-1 0-1 0 0,0 0 1 0 0,1 0-1 0 0,-1-1 0 0 0,1 1 1 0 0,-1 0-1 0 0,0 0 0 0 0,1 0 1 0 0,-1 0-1 0 0,1 0 1 0 0,-1 0-1 0 0,0 0 0 0 0,1 0 1 0 0,-1 1-1 0 0,1-1 0 0 0,-1 0 1 0 0,0 0-1 0 0,1 0 1 0 0,-1 0-1 0 0,0 0 0 0 0,1 1 1 0 0,-1-1-1 0 0,0 0 0 0 0,1 0 1 0 0,-1 1-1 0 0,0-1 1 0 0,1 0-1 0 0,-1 0 0 0 0,0 1 1 0 0,0-1-1 0 0,1 0 0 0 0,-1 1 1 0 0,0-1-1 0 0,0 0 1 0 0,1 1-1 0 0,-7 21 194 0 0,-21 20-130 0 0,-50 46 109 0 0,-96 85 1 0 0,10-10-90 0 0,-185 221-3721 0 0,315-349 2155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10.6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468 130 4408 0 0,'-3'-9'-62'0'0,"-1"1"-1"0"0,0 0 0 0 0,0 1 0 0 0,-1-1 1 0 0,0 1-1 0 0,-7-9 0 0 0,11 14 172 0 0,-26-18 467 0 0,11 12-329 0 0,4 2-200 0 0,1 1 0 0 0,-1 0 0 0 0,0 0 0 0 0,0 2 0 0 0,-1-1 0 0 0,1 1 1 0 0,-1 1-1 0 0,1 0 0 0 0,-1 1 0 0 0,0 0 0 0 0,0 1 0 0 0,-24 3 0 0 0,29-1-51 0 0,-1 0 0 0 0,0 1-1 0 0,1 0 1 0 0,0 0 0 0 0,0 1-1 0 0,0 0 1 0 0,0 1 0 0 0,0-1 0 0 0,1 1-1 0 0,0 1 1 0 0,0 0 0 0 0,0 0-1 0 0,1 0 1 0 0,-10 12 0 0 0,6-6-8 0 0,1 0 1 0 0,1 1 0 0 0,-1 0-1 0 0,2 0 1 0 0,0 1 0 0 0,1 0-1 0 0,-8 24 1 0 0,12-33 6 0 0,1 1 0 0 0,0-1 0 0 0,0 1 0 0 0,0 0 0 0 0,0-1 0 0 0,1 1 0 0 0,0 0 0 0 0,0 0 0 0 0,1-1 0 0 0,-1 1 0 0 0,1 0 0 0 0,0-1 0 0 0,1 1 0 0 0,0-1 0 0 0,0 1 0 0 0,0-1 0 0 0,0 0 0 0 0,5 9 0 0 0,1-5 5 0 0,0 1-1 0 0,1-1 0 0 0,0-1 0 0 0,0 1 1 0 0,0-2-1 0 0,1 1 0 0 0,19 10 0 0 0,-6-3 4 0 0,1-2 1 0 0,0 0-1 0 0,39 14 0 0 0,-50-23 11 0 0,-1-1 0 0 0,1 0 1 0 0,0 0-1 0 0,0-2 0 0 0,0 0 0 0 0,0 0 0 0 0,0-1 0 0 0,0 0 0 0 0,0-2 0 0 0,22-4 0 0 0,-14 2 12 0 0,-1-1 0 0 0,0-2 0 0 0,0 0 0 0 0,-1-1 0 0 0,0 0 0 0 0,0-2 0 0 0,-1 0 0 0 0,0-2 0 0 0,25-20 0 0 0,-37 26 12 0 0,-1 0 1 0 0,0 0-1 0 0,0-1 0 0 0,-1 1 0 0 0,0-1 0 0 0,0 0 1 0 0,-1 0-1 0 0,1-1 0 0 0,-1 1 0 0 0,-1-1 1 0 0,0 0-1 0 0,0 1 0 0 0,0-1 0 0 0,-1 0 0 0 0,0 0 1 0 0,-1 0-1 0 0,0 0 0 0 0,0 0 0 0 0,0 0 0 0 0,-1 0 1 0 0,-1 0-1 0 0,-1-8 0 0 0,1 8-9 0 0,0-1 0 0 0,-1 0 1 0 0,1 1-1 0 0,-2 0 0 0 0,1-1 0 0 0,-1 1 1 0 0,0 0-1 0 0,-1 1 0 0 0,0-1 0 0 0,0 1 1 0 0,-1 0-1 0 0,0 1 0 0 0,0-1 0 0 0,0 1 0 0 0,-1 0 1 0 0,0 0-1 0 0,0 1 0 0 0,-1 0 0 0 0,-10-5 1 0 0,-5 1 18 0 0,0 2 0 0 0,0 0-1 0 0,-1 2 1 0 0,0 1 0 0 0,0 1 0 0 0,0 0 0 0 0,-36 2 0 0 0,5 4-1409 0 0,0 3 0 0 0,-62 13 1 0 0,106-16-234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14.6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4477 4488 0 0,'0'0'-182'0'0,"-1"0"-317"0"0,1 0 485 0 0,0 0 0 0 0,-1 0-1 0 0,1 0 1 0 0,0 0 0 0 0,0 0 0 0 0,-1 1 0 0 0,1-1 0 0 0,0 0 0 0 0,0 0 0 0 0,0 0 0 0 0,0 0 0 0 0,-1 1 0 0 0,1-1 0 0 0,0 0 0 0 0,0 0 0 0 0,0 0-1 0 0,0 0 1 0 0,-1 1 0 0 0,1-1 0 0 0,0 0 0 0 0,0 0 0 0 0,0 1 0 0 0,0-1 0 0 0,0 0 0 0 0,0 0 0 0 0,0 1 0 0 0,0-1 0 0 0,0 0 0 0 0,0 0-1 0 0,0 1 1 0 0,0-1 0 0 0,0 0 0 0 0,0 0 0 0 0,0 0 0 0 0,0 1 0 0 0,0-1 0 0 0,0 0 0 0 0,0 0 0 0 0,0 1 0 0 0,0-1 0 0 0,1 0 0 0 0,22 5-12 0 0,0-2 0 0 0,0 0 0 0 0,0-2 1 0 0,0 0-1 0 0,1-2 0 0 0,25-4 0 0 0,12 2 31 0 0,21-1 12 0 0,-1-4 1 0 0,0-3 0 0 0,102-28 0 0 0,-123 22 90 0 0,-2-3 1 0 0,0-2-1 0 0,-1-3 1 0 0,104-63-1 0 0,197-172 713 0 0,-20-25-450 0 0,-322 272-368 0 0,35-35 40 0 0,-1-2 0 0 0,71-91 0 0 0,65-124-27 0 0,-141 198-16 0 0,51-68-42 0 0,166-179 0 0 0,-218 267 33 0 0,46-52-17 0 0,4 4 0 0 0,117-92 0 0 0,249-169-63 0 0,-336 260 52 0 0,235-177-62 0 0,23 30-4 0 0,205-94 90 0 0,145-19-136 0 0,-184 117 145 0 0,-492 214 4 0 0,4 0-60 0 0,112-30 0 0 0,-26 8 93 0 0,-53 14-54 0 0,39 0-38 0 0,-63 17 44 0 0,-64 14 10 0 0,37-4-5 0 0,281-26 86 0 0,-260 24 500 0 0,-60 8-551 0 0,13-3 76 0 0,2-6-52 0 0,-17 9-11 0 0,-1 0-27 0 0,0-1 3 0 0,0 1 0 0 0,0 0 0 0 0,0 0-1 0 0,0 0 1 0 0,0 0 0 0 0,0 0 0 0 0,0 0 0 0 0,0 0 0 0 0,0 0 0 0 0,0 0 0 0 0,0-1-1 0 0,1 1 1 0 0,-1 0 0 0 0,0 0 0 0 0,0 0 0 0 0,0 0 0 0 0,0 0 0 0 0,0 0-1 0 0,0 0 1 0 0,0 0 0 0 0,0 0 0 0 0,0 0 0 0 0,-21-5 49 0 0,-33-3-66 0 0,-272-10 105 0 0,259 9 163 0 0,103 4-290 0 0,0 0 1 0 0,1 3 0 0 0,64 2 0 0 0,-6 2-48 0 0,-90-2 65 0 0,5 2 3 0 0,50 8-189 0 0,-86 20 197 0 0,-16-5 27 0 0,0-3 0 0 0,-58 23 0 0 0,-26 13 1 0 0,-59 56-2591 0 0,168-102 1465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16.0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27 125 3748 0 0,'-1'0'-3'0'0,"-1"0"0"0"0,1-1 0 0 0,-1 1 0 0 0,1-1 0 0 0,-1 0 0 0 0,1 1 0 0 0,-1-1 0 0 0,1 0 0 0 0,0 0 0 0 0,-1 0 0 0 0,1 0 0 0 0,0 0 0 0 0,0 0 0 0 0,0 0 0 0 0,0-1 0 0 0,0 1 0 0 0,0 0 0 0 0,0 0 0 0 0,0-1 0 0 0,-1-1 0 0 0,3 0 23 0 0,0 0 1 0 0,-1 1-1 0 0,1-1 0 0 0,1 0 1 0 0,-1 1-1 0 0,0 0 0 0 0,1-1 1 0 0,-1 1-1 0 0,1 0 0 0 0,0-1 0 0 0,-1 1 1 0 0,5-3-1 0 0,1-1-29 0 0,1-1 1 0 0,0 1-1 0 0,1 0 1 0 0,0 1-1 0 0,0 0 1 0 0,0 0-1 0 0,0 1 1 0 0,1 0-1 0 0,-1 0 1 0 0,15-2-1 0 0,-15 3-9 0 0,0 1 0 0 0,-1 0 0 0 0,1 1 0 0 0,0 0 0 0 0,0 0 0 0 0,0 1 0 0 0,0 0 0 0 0,0 0 0 0 0,10 3 0 0 0,-17-3 11 0 0,0 0 4 0 0,-1 0 0 0 0,1 1 0 0 0,-1-1 1 0 0,0 0-1 0 0,1 1 0 0 0,-1-1 1 0 0,1 1-1 0 0,-1-1 0 0 0,0 1 0 0 0,1 0 1 0 0,-1 0-1 0 0,0 0 0 0 0,0-1 0 0 0,1 1 1 0 0,-1 0-1 0 0,0 0 0 0 0,0 1 0 0 0,0-1 1 0 0,0 0-1 0 0,-1 0 0 0 0,1 0 1 0 0,0 1-1 0 0,1 2 0 0 0,-1-1 2 0 0,-1 0 0 0 0,1 0-1 0 0,-1 0 1 0 0,1 0 0 0 0,-1 1-1 0 0,0-1 1 0 0,0 0 0 0 0,0 0 0 0 0,-1 0-1 0 0,-1 6 1 0 0,-1 2 8 0 0,0 0-1 0 0,-1-1 1 0 0,0 1-1 0 0,-1-1 1 0 0,-7 11 0 0 0,-10 11 244 0 0,-2-2 0 0 0,-1 0 1 0 0,-55 50-1 0 0,80-80-244 0 0,0 0 0 0 0,-1 0 0 0 0,1 0-1 0 0,0 1 1 0 0,0-1 0 0 0,0 0 0 0 0,0 0 0 0 0,0 0-1 0 0,0 1 1 0 0,-1-1 0 0 0,1 0 0 0 0,0 0 0 0 0,0 0-1 0 0,0 1 1 0 0,0-1 0 0 0,0 0 0 0 0,0 0 0 0 0,0 1-1 0 0,0-1 1 0 0,0 0 0 0 0,0 0 0 0 0,0 1 0 0 0,0-1 0 0 0,0 0-1 0 0,0 0 1 0 0,0 0 0 0 0,0 1 0 0 0,1-1 0 0 0,-1 0-1 0 0,0 0 1 0 0,0 0 0 0 0,0 1 0 0 0,0-1 0 0 0,0 0-1 0 0,0 0 1 0 0,1 0 0 0 0,-1 1 0 0 0,0-1 0 0 0,0 0 0 0 0,0 0-1 0 0,0 0 1 0 0,1 0 0 0 0,-1 0 0 0 0,0 0 0 0 0,0 1-1 0 0,0-1 1 0 0,1 0 0 0 0,-1 0 0 0 0,0 0 0 0 0,0 0-1 0 0,1 0 1 0 0,-1 0 0 0 0,0 0 0 0 0,0 0 0 0 0,0 0-1 0 0,1 0 1 0 0,-1 0 0 0 0,26 1 14 0 0,375-84 124 0 0,-356 75 217 0 0,65-20-1 0 0,-108 27-251 0 0,5-30-3007 0 0,-3 22 1623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8:17.0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803 120 3948 0 0,'-15'-18'26'0'0,"0"1"1"0"0,-21-18-1 0 0,31 30 39 0 0,-1 1 1 0 0,0 0 0 0 0,0 0 0 0 0,0 0 0 0 0,0 1 0 0 0,-1 0-1 0 0,0 0 1 0 0,1 1 0 0 0,-1 0 0 0 0,0 0 0 0 0,-7-1-1 0 0,-2 2-35 0 0,0 0 0 0 0,0 1 0 0 0,0 1-1 0 0,1 0 1 0 0,-1 1 0 0 0,0 1 0 0 0,1 0-1 0 0,0 1 1 0 0,0 1 0 0 0,0 0 0 0 0,0 1-1 0 0,-20 12 1 0 0,-12 10-39 0 0,1 2-1 0 0,-52 45 0 0 0,62-46 38 0 0,3-4-36 0 0,-61 51 44 0 0,85-67-41 0 0,1 0 0 0 0,-1 0 0 0 0,1 1-1 0 0,1 0 1 0 0,0 0 0 0 0,0 0 0 0 0,-6 17-1 0 0,11-22 5 0 0,0 0-1 0 0,0 0 0 0 0,1 1 0 0 0,0-1 0 0 0,0 0 0 0 0,0 1 0 0 0,0 0 0 0 0,1-1 0 0 0,0 1 0 0 0,1-1 0 0 0,-1 1 0 0 0,1-1 0 0 0,0 1 1 0 0,0-1-1 0 0,3 9 0 0 0,0-5 2 0 0,1 0 0 0 0,-1 0 0 0 0,1-1 0 0 0,1 0 1 0 0,-1 0-1 0 0,1-1 0 0 0,1 1 0 0 0,9 8 1 0 0,6 3 10 0 0,2-1 1 0 0,0-1 0 0 0,1-1 0 0 0,46 22 0 0 0,-39-23 0 0 0,1-2-1 0 0,0-1 1 0 0,1-2-1 0 0,1-1 1 0 0,-1-2-1 0 0,1-1 0 0 0,1-2 1 0 0,-1-1-1 0 0,62-4 1 0 0,-41-4 38 0 0,0-2 0 0 0,-1-3 0 0 0,0-2 0 0 0,0-2 0 0 0,69-30 0 0 0,-103 36 60 0 0,-1-2 0 0 0,-1 0 1 0 0,0-1-1 0 0,0-1 0 0 0,-1-1 1 0 0,21-18-1 0 0,-31 24-52 0 0,0-1-1 0 0,-1 1 1 0 0,0-1-1 0 0,0 0 1 0 0,-1-1-1 0 0,0 0 1 0 0,-1 0-1 0 0,0 0 1 0 0,0-1 0 0 0,-1 1-1 0 0,0-1 1 0 0,0 0-1 0 0,-1 0 1 0 0,3-21-1 0 0,-6 22-24 0 0,1 0 0 0 0,-2 1 0 0 0,1-1 0 0 0,-2 0-1 0 0,1 1 1 0 0,-1-1 0 0 0,0 1 0 0 0,-1-1 0 0 0,1 1-1 0 0,-2 0 1 0 0,-7-14 0 0 0,3 9-6 0 0,0 1-1 0 0,-1 0 1 0 0,-1 0-1 0 0,0 0 1 0 0,-1 2-1 0 0,-13-12 1 0 0,-9-3 2 0 0,0 2 1 0 0,-1 2 0 0 0,-1 1-1 0 0,-43-17 1 0 0,30 16 33 0 0,-1 2 1 0 0,-1 2-1 0 0,-62-12 0 0 0,84 23-308 0 0,0 2-1 0 0,-1 1 0 0 0,1 2 1 0 0,0 0-1 0 0,-1 2 0 0 0,1 1 0 0 0,-43 8 1 0 0,56-5-2527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06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633 123 1456 0 0,'0'0'186'0'0,"-23"0"193"0"0,-61-7 1130 0 0,81 7-1321 0 0,-20 2 131 0 0,-9 3-143 0 0,0 2-1 0 0,0 1 1 0 0,1 2 0 0 0,0 1 0 0 0,1 1-1 0 0,0 1 1 0 0,1 2 0 0 0,-52 35 0 0 0,66-40-164 0 0,0 1 0 0 0,1 0 0 0 0,0 1 0 0 0,1 0 0 0 0,0 1 0 0 0,1 0 0 0 0,0 1 0 0 0,1 1 0 0 0,1 0 0 0 0,0 0 0 0 0,1 1 0 0 0,-10 25 0 0 0,18-34-14 0 0,-1 0-1 0 0,2 0 1 0 0,-1 0-1 0 0,1 0 1 0 0,0 0-1 0 0,0 0 1 0 0,1 0-1 0 0,0 0 1 0 0,0 0-1 0 0,1 0 1 0 0,0 0-1 0 0,0 0 1 0 0,1 0-1 0 0,0-1 1 0 0,0 1-1 0 0,0-1 1 0 0,6 8-1 0 0,0 0 7 0 0,0-2-1 0 0,0 1 0 0 0,1-1 1 0 0,1-1-1 0 0,0 0 0 0 0,0 0 1 0 0,14 9-1 0 0,-12-12 41 0 0,1 1 0 0 0,0-2-1 0 0,0 0 1 0 0,1 0 0 0 0,0-1 0 0 0,0-1-1 0 0,0-1 1 0 0,1 0 0 0 0,0-1 0 0 0,0 0-1 0 0,-1-2 1 0 0,1 0 0 0 0,0 0 0 0 0,0-2-1 0 0,0 0 1 0 0,0-1 0 0 0,0 0 0 0 0,0-1-1 0 0,-1-1 1 0 0,1-1 0 0 0,-1 0 0 0 0,0-1-1 0 0,0 0 1 0 0,-1-1 0 0 0,22-15 0 0 0,-21 13 39 0 0,0-1 0 0 0,-1 0 0 0 0,-1-2 0 0 0,1 1 0 0 0,-2-1 0 0 0,0-1 0 0 0,0 0 0 0 0,-1-1 0 0 0,-1 0 0 0 0,0-1 0 0 0,-1 0 0 0 0,-1-1 0 0 0,0 1 0 0 0,5-19 0 0 0,-3-3 96 0 0,-1-2-1 0 0,3-39 0 0 0,-10 59-82 0 0,-1 1 0 0 0,-1-1-1 0 0,-1 0 1 0 0,-1 1-1 0 0,0-1 1 0 0,-8-26-1 0 0,8 37-61 0 0,0 0 0 0 0,-1 0-1 0 0,-1 0 1 0 0,1 0 0 0 0,-1 0 0 0 0,0 1-1 0 0,-1-1 1 0 0,0 1 0 0 0,0 1 0 0 0,-1-1-1 0 0,1 1 1 0 0,-13-11 0 0 0,9 11-25 0 0,0 0-1 0 0,1 1 1 0 0,-1 1 0 0 0,-1-1 0 0 0,1 1 0 0 0,-1 1-1 0 0,0 0 1 0 0,0 0 0 0 0,0 1 0 0 0,0 0-1 0 0,-11 0 1 0 0,-54-5-767 0 0,72 7 321 0 0,-12-1-327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07.4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52 5797 0 0,'15'-39'622'0'0,"-15"39"-594"0"0,1-1-3 0 0,-1 0-1 0 0,0 0 1 0 0,1 1-1 0 0,-1-1 1 0 0,1 0-1 0 0,-1 0 1 0 0,1 1-1 0 0,-1-1 1 0 0,1 0-1 0 0,-1 1 1 0 0,1-1-1 0 0,0 1 1 0 0,-1-1-1 0 0,1 1 1 0 0,0-1-1 0 0,0 1 1 0 0,-1-1-1 0 0,1 1 1 0 0,1-1-1 0 0,0 3-25 0 0,0 0 0 0 0,0 0 0 0 0,0 0 0 0 0,0 1 0 0 0,0-1 0 0 0,0 1 0 0 0,0-1 0 0 0,-1 1 0 0 0,0-1 0 0 0,1 1 0 0 0,-1 0 0 0 0,0-1 0 0 0,0 1 0 0 0,-1 0-1 0 0,2 3 1 0 0,0 6 3 0 0,26 56 60 0 0,-4 1 0 0 0,-3 2 0 0 0,19 111 0 0 0,-35-153-154 0 0,2 14-402 0 0,-6-13-2614 0 0,-1-24 1488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08.1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 1 4580 0 0,'0'0'-188'0'0,"-12"23"232"0"0,-44 109 222 0 0,21-45 129 0 0,115-203 2167 0 0,-66 100-2495 0 0,-5 4-43 0 0,1 1 0 0 0,0 1 1 0 0,1 0-1 0 0,0 0 0 0 0,12-7 1 0 0,-19 14-25 0 0,-1 1 1 0 0,1 0 0 0 0,0 1 0 0 0,0-1-1 0 0,0 1 1 0 0,0 0 0 0 0,1 0 0 0 0,-1 0-1 0 0,0 0 1 0 0,0 1 0 0 0,1-1 0 0 0,-1 1-1 0 0,0 0 1 0 0,1 0 0 0 0,-1 1 0 0 0,0 0-1 0 0,0-1 1 0 0,1 1 0 0 0,-1 1 0 0 0,0-1-1 0 0,7 4 1 0 0,101 50-22 0 0,-91-45 161 0 0,-19-8-293 0 0,0-1 1 0 0,0 0 0 0 0,0 0-1 0 0,-1 0 1 0 0,1 0 0 0 0,0-1-1 0 0,0 1 1 0 0,0 0 0 0 0,0-1-1 0 0,1 1 1 0 0,-1-1 0 0 0,0 0-1 0 0,0 0 1 0 0,0 0 0 0 0,0 0-1 0 0,0 0 1 0 0,0 0-1 0 0,0-1 1 0 0,1 1 0 0 0,-1 0-1 0 0,0-1 1 0 0,0 0 0 0 0,0 0-1 0 0,0 1 1 0 0,-1-1 0 0 0,1 0-1 0 0,3-2 1 0 0,7-2-1733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08.8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351 78 5096 0 0,'6'-34'181'0'0,"-7"31"-132"0"0,0 1 0 0 0,0-1 1 0 0,0 1-1 0 0,-1 0 0 0 0,1-1 0 0 0,0 1 0 0 0,-1 0 0 0 0,0 0 0 0 0,1 0 0 0 0,-1 0 0 0 0,0 0 1 0 0,0 0-1 0 0,0 0 0 0 0,0 1 0 0 0,0-1 0 0 0,0 1 0 0 0,-1 0 0 0 0,1-1 0 0 0,-1 1 1 0 0,1 0-1 0 0,-1 0 0 0 0,1 1 0 0 0,-1-1 0 0 0,1 0 0 0 0,-1 1 0 0 0,1-1 0 0 0,-1 1 0 0 0,0 0 1 0 0,1 0-1 0 0,-1 0 0 0 0,0 1 0 0 0,-2-1 0 0 0,-6 1-7 0 0,1 1 1 0 0,-1-1-1 0 0,1 2 0 0 0,0-1 1 0 0,0 1-1 0 0,0 1 0 0 0,-12 5 1 0 0,5 1-6 0 0,0 0 0 0 0,0 1 0 0 0,1 1 0 0 0,1 0 0 0 0,-27 28 0 0 0,35-33-34 0 0,0 1 0 0 0,0 0 0 0 0,1 0 0 0 0,1 1 1 0 0,-1 0-1 0 0,1 0 0 0 0,1 0 0 0 0,0 0 0 0 0,0 1 0 0 0,1 0 0 0 0,0 0 0 0 0,1 0 1 0 0,-2 11-1 0 0,4-16-4 0 0,-1-1 1 0 0,1 1-1 0 0,1 0 1 0 0,-1 0-1 0 0,1-1 1 0 0,0 1-1 0 0,0 0 1 0 0,0-1-1 0 0,1 1 1 0 0,-1-1-1 0 0,1 1 1 0 0,0-1-1 0 0,0 0 1 0 0,1 0-1 0 0,-1 0 1 0 0,4 4-1 0 0,0-2 3 0 0,0 0-1 0 0,0-1 0 0 0,0 0 1 0 0,0 0-1 0 0,1 0 0 0 0,0-1 1 0 0,0 0-1 0 0,13 6 0 0 0,8 0 19 0 0,0-2 0 0 0,1 0 0 0 0,58 7 0 0 0,-84-15-17 0 0,124 12-139 0 0,-125-12-94 0 0,0 0 1 0 0,0-1 0 0 0,0 1 0 0 0,0-1 0 0 0,0 1-1 0 0,0-1 1 0 0,0 0 0 0 0,0 1 0 0 0,-1-1-1 0 0,1 0 1 0 0,0 0 0 0 0,0-1 0 0 0,-1 1-1 0 0,1 0 1 0 0,1-2 0 0 0,2-3-1700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09.2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0 203 5148 0 0,'9'-18'281'0'0,"-1"-1"-1"0"0,-1 0 0 0 0,-1 0 0 0 0,0 0 0 0 0,-2-1 1 0 0,0 0-1 0 0,2-34 0 0 0,-6 52-151 0 0,2-6 106 0 0,3 4 176 0 0,9 72-344 0 0,7 81 0 0 0,-14-99-41 0 0,2 23-14 0 0,6 32-50 0 0,-1 112 0 0 0,-15-209-652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09.5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6117 0 0,'0'0'73'0'0,"14"29"795"0"0,-4 18-1371 0 0,-2 0 1 0 0,3 75 0 0 0,-11-117-1249 0 0,-5 9-193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09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52 6041 0 0,'-6'-10'304'0'0,"4"-5"-152"0"0,-1 10 260 0 0,0-5 92 0 0,3-2-412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10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124 363 5625 0 0,'2'1'76'0'0,"0"-1"0"0"0,0 1 1 0 0,0 0-1 0 0,0 0 0 0 0,0 0 1 0 0,0 0-1 0 0,0 0 1 0 0,0 1-1 0 0,0-1 0 0 0,0 0 1 0 0,-1 1-1 0 0,1-1 1 0 0,1 3-1 0 0,-13 6-5 0 0,1-1 0 0 0,-2 1 1 0 0,-16 10-1 0 0,12-9-29 0 0,0 1 0 0 0,-19 20 0 0 0,31-29-40 0 0,0 1 1 0 0,0-1-1 0 0,0 1 1 0 0,1 0-1 0 0,-1 0 1 0 0,1 0-1 0 0,0 0 1 0 0,0 1-1 0 0,1-1 1 0 0,-1 0 0 0 0,1 1-1 0 0,0-1 1 0 0,0 1-1 0 0,0-1 1 0 0,1 6-1 0 0,0-6 0 0 0,1 0 0 0 0,0 0-1 0 0,0 0 1 0 0,1 0-1 0 0,-1 0 1 0 0,1 0 0 0 0,0 0-1 0 0,0 0 1 0 0,0-1-1 0 0,0 1 1 0 0,1-1 0 0 0,0 0-1 0 0,-1 0 1 0 0,1 0 0 0 0,0 0-1 0 0,1 0 1 0 0,-1 0-1 0 0,0-1 1 0 0,1 1 0 0 0,-1-1-1 0 0,1 0 1 0 0,0 0-1 0 0,6 2 1 0 0,9 4 8 0 0,1-1 0 0 0,-1 0 1 0 0,28 5-1 0 0,-26-7 4 0 0,1-1 0 0 0,0-1 0 0 0,0-1 0 0 0,0-1 1 0 0,0-1-1 0 0,1-1 0 0 0,27-5 0 0 0,-43 5-7 0 0,0 0 0 0 0,-1 0 0 0 0,1-1 0 0 0,0 0 0 0 0,-1-1 0 0 0,0 0 0 0 0,0 1 0 0 0,0-2 0 0 0,0 1 0 0 0,0-1 0 0 0,0 0 0 0 0,-1 0 0 0 0,0-1 0 0 0,0 1 0 0 0,0-1 0 0 0,-1 0 0 0 0,1-1 0 0 0,-1 1 0 0 0,0-1 1 0 0,-1 0-1 0 0,1 0 0 0 0,-1 0 0 0 0,-1 0 0 0 0,1 0 0 0 0,-1-1 0 0 0,0 1 0 0 0,2-10 0 0 0,6-57 165 0 0,-3 0-1 0 0,-3-1 1 0 0,-4 0 0 0 0,-13-110 0 0 0,14 161-21 0 0,0 19-136 0 0,-1-1 1 0 0,0 1-1 0 0,0 0 1 0 0,0 0-1 0 0,0-1 1 0 0,-1 1-1 0 0,0 0 1 0 0,-1-7-1 0 0,1 9 16 0 0,0 9-33 0 0,-2 30 16 0 0,1 1-1 0 0,2-1 1 0 0,7 52 0 0 0,25 118 61 0 0,-19-144-21 0 0,37 105 0 0 0,-46-148 272 0 0,-15-31 181 0 0,-14-36-176 0 0,19 26-312 0 0,2 0-1 0 0,0 0 1 0 0,1-1 0 0 0,2 1-1 0 0,0-1 1 0 0,1 1 0 0 0,5-35 0 0 0,-4 49-49 0 0,0 1 0 0 0,0-1 1 0 0,1 1-1 0 0,0 0 0 0 0,0-1 1 0 0,1 1-1 0 0,0 0 0 0 0,0 0 1 0 0,0 1-1 0 0,1-1 0 0 0,-1 1 1 0 0,2-1-1 0 0,-1 1 0 0 0,0 1 1 0 0,1-1-1 0 0,0 0 0 0 0,0 1 1 0 0,0 0-1 0 0,1 0 0 0 0,-1 1 1 0 0,1 0-1 0 0,0-1 0 0 0,0 2 1 0 0,0-1-1 0 0,0 1 0 0 0,1 0 1 0 0,-1 0-1 0 0,10-1 0 0 0,-11 2-55 0 0,1 1 1 0 0,0-1-1 0 0,0 1 0 0 0,-1 0 0 0 0,1 0 0 0 0,0 0 0 0 0,0 1 0 0 0,-1 0 1 0 0,11 3-1 0 0,-15-3 70 0 0,1-1 1 0 0,-1 1 0 0 0,0 0-1 0 0,1 0 1 0 0,-1 0 0 0 0,0 0-1 0 0,0 0 1 0 0,1 0 0 0 0,-1 0-1 0 0,0 0 1 0 0,0 0 0 0 0,0 1-1 0 0,0-1 1 0 0,-1 0 0 0 0,1 1-1 0 0,0-1 1 0 0,0 1 0 0 0,-1-1-1 0 0,1 1 1 0 0,-1-1 0 0 0,0 1-1 0 0,1-1 1 0 0,-1 1 0 0 0,0 0-1 0 0,0-1 1 0 0,0 1 0 0 0,0-1-1 0 0,0 1 1 0 0,0 0-1 0 0,0-1 1 0 0,-1 1 0 0 0,1-1-1 0 0,0 1 1 0 0,-1-1 0 0 0,1 1-1 0 0,-1-1 1 0 0,0 1 0 0 0,0-1-1 0 0,-1 2 1 0 0,-6 12-22 0 0,-2-1 0 0 0,0 0 0 0 0,0 0 0 0 0,-1-1 0 0 0,-1 0 0 0 0,0-1 0 0 0,-1-1 0 0 0,-25 18 0 0 0,-8 9-82 0 0,45-38 115 0 0,1 1 1 0 0,-1-1-1 0 0,1 0 0 0 0,0 0 1 0 0,-1 1-1 0 0,1-1 0 0 0,-1 1 1 0 0,1-1-1 0 0,-1 0 0 0 0,1 1 1 0 0,0-1-1 0 0,-1 1 0 0 0,1-1 1 0 0,0 1-1 0 0,0-1 0 0 0,-1 1 1 0 0,1-1-1 0 0,0 1 0 0 0,0-1 1 0 0,0 1-1 0 0,-1-1 0 0 0,1 1 1 0 0,0 0-1 0 0,0-1 0 0 0,0 1 1 0 0,0-1-1 0 0,0 1 0 0 0,0-1 0 0 0,0 1 1 0 0,0-1-1 0 0,1 1 0 0 0,-1 0 1 0 0,0-1-1 0 0,0 1 0 0 0,0-1 1 0 0,0 1-1 0 0,1-1 0 0 0,-1 1 1 0 0,0-1-1 0 0,1 1 0 0 0,28 11-4 0 0,47-4 56 0 0,-71-8-55 0 0,119 13-18 0 0,-110-11 27 0 0,0 1 0 0 0,0 1 1 0 0,-1 0-1 0 0,1 1 0 0 0,-1 0 0 0 0,22 13 1 0 0,-34-18-24 0 0,0 1 0 0 0,0 0 0 0 0,0-1 0 0 0,0 1 0 0 0,0 0 0 0 0,0 0 0 0 0,0 0 0 0 0,0-1 0 0 0,0 1 1 0 0,-1 0-1 0 0,1 0 0 0 0,0 0 0 0 0,-1 1 0 0 0,1-1 0 0 0,0 0 0 0 0,-1 0 0 0 0,1 0 0 0 0,-1 0 0 0 0,0 0 0 0 0,1 1 1 0 0,-1-1-1 0 0,0 0 0 0 0,0 0 0 0 0,0 1 0 0 0,0-1 0 0 0,0 0 0 0 0,0 0 0 0 0,0 1 0 0 0,0 1 0 0 0,-1 0-288 0 0,-1-1 0 0 0,1 1 0 0 0,0-1 0 0 0,-1 1 0 0 0,1-1 0 0 0,-1 0 0 0 0,0 1 0 0 0,0-1 0 0 0,0 0-1 0 0,0 0 1 0 0,-4 3 0 0 0,-5 3-1006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12.6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0 223 3688 0 0,'1'-4'488'0'0,"36"-195"2894"0"0,-33 179-2579 0 0,-3 28-444 0 0,-3 49-324 0 0,0-16 83 0 0,2-36-111 0 0,-1 5 8 0 0,1 1 0 0 0,0 0 0 0 0,1 0 1 0 0,1 0-1 0 0,-1 0 0 0 0,2-1 0 0 0,5 17 0 0 0,-7-26-14 0 0,-1 1 1 0 0,1-1-1 0 0,0 0 0 0 0,0 0 1 0 0,0 0-1 0 0,1 0 0 0 0,-1 0 1 0 0,0 0-1 0 0,0-1 0 0 0,0 1 1 0 0,1 0-1 0 0,-1-1 1 0 0,0 1-1 0 0,1-1 0 0 0,-1 1 1 0 0,1-1-1 0 0,-1 1 0 0 0,0-1 1 0 0,1 0-1 0 0,-1 0 0 0 0,1 0 1 0 0,-1 0-1 0 0,1 0 1 0 0,-1 0-1 0 0,3-1 0 0 0,43-8 27 0 0,-42 8-25 0 0,302-106 115 0 0,-107 20-995 0 0,-184 81 395 0 0,4-2-3280 0 0,-6 2 1554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13.2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6 6125 0 0,'8'-5'496'0'0,"-10"11"-222"0"0,-19 28-163 0 0,-18 33-136 0 0,38-65 26 0 0,1-1 0 0 0,-1 0 0 0 0,1 0 0 0 0,0 0 0 0 0,-1 0 0 0 0,1 0 0 0 0,0 0 0 0 0,0 0 0 0 0,0 0 0 0 0,0 1 0 0 0,0-1 1 0 0,0 0-1 0 0,0 0 0 0 0,0 0 0 0 0,0 0 0 0 0,1 0 0 0 0,-1 0 0 0 0,0 1 0 0 0,1-1 0 0 0,-1 0 0 0 0,1 0 0 0 0,-1 0 0 0 0,1 0 0 0 0,0 0 0 0 0,-1-1 0 0 0,1 1 0 0 0,0 0 0 0 0,0 0 0 0 0,-1 0 0 0 0,1 0 0 0 0,0-1 0 0 0,0 1 0 0 0,0 0 0 0 0,0-1 0 0 0,0 1 0 0 0,0-1 0 0 0,0 1 0 0 0,0-1 0 0 0,0 0 0 0 0,0 1 0 0 0,0-1 0 0 0,1 0 0 0 0,-1 0 0 0 0,1 0 0 0 0,7 2 12 0 0,0-1 1 0 0,0 0-1 0 0,0-1 1 0 0,12-1-1 0 0,-15 1-7 0 0,53-5-370 0 0,-1-2-1 0 0,0-3 1 0 0,-1-3 0 0 0,61-20-1 0 0,-100 27-1309 0 0,-3-1-74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29:14.0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 5617 0 0,'0'0'312'0'0,"34"29"456"0"0,-31-26-763 0 0,-1 0 1 0 0,1-1 0 0 0,0 1 0 0 0,0 0-1 0 0,0-1 1 0 0,1 0 0 0 0,-1 0-1 0 0,0 0 1 0 0,1 0 0 0 0,-1 0 0 0 0,1-1-1 0 0,0 1 1 0 0,0-1 0 0 0,-1 0 0 0 0,1 0-1 0 0,0 0 1 0 0,0-1 0 0 0,4 1 0 0 0,81 1 76 0 0,-86-2-79 0 0,61-3-52 0 0,-1-2 0 0 0,0-4 0 0 0,88-22 0 0 0,-111 19-1575 0 0,57-25-1 0 0,-78 27 35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0:29.3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10512 1376 0 0,'0'0'2549'0'0,"-2"-2"-2344"0"0,1 2-152 0 0,1-1 0 0 0,0 1 0 0 0,0 0 0 0 0,0-1 0 0 0,-1 1 0 0 0,1 0 0 0 0,0-1 0 0 0,0 1 0 0 0,0 0 0 0 0,0-1 0 0 0,0 1 0 0 0,0 0 0 0 0,0-1 0 0 0,0 1 0 0 0,0 0 0 0 0,0-1 0 0 0,0 1 0 0 0,0-1 0 0 0,0 1 0 0 0,0 0 0 0 0,0-1 0 0 0,0 1 0 0 0,0 0 0 0 0,0-1 0 0 0,0 1 0 0 0,1 0 0 0 0,-1-1 0 0 0,0 1 0 0 0,0 0 0 0 0,0 0 0 0 0,1-1 0 0 0,-1 1 0 0 0,0 0 0 0 0,0 0 0 0 0,1-1 0 0 0,-1 1 0 0 0,0 0 1 0 0,0 0-1 0 0,1-1 0 0 0,-1 1 0 0 0,0 0 0 0 0,1 0 0 0 0,-1 0 0 0 0,0 0 0 0 0,1 0 0 0 0,-1 0 0 0 0,1-1 0 0 0,32-13 643 0 0,59-10-1191 0 0,-70 18 762 0 0,80-23-216 0 0,114-50 0 0 0,92-59-8 0 0,-293 131-42 0 0,129-57 24 0 0,114-56 32 0 0,-217 97-46 0 0,-1-1 1 0 0,-1-2-1 0 0,-1-2 1 0 0,35-33 0 0 0,397-433 193 0 0,-354 350-48 0 0,-5-4 0 0 0,100-180 0 0 0,-29-7 258 0 0,67-105-82 0 0,76-101-192 0 0,-95 33 299 0 0,-169 364-324 0 0,38-94 76 0 0,62-141 32 0 0,-42 97 87 0 0,119-433 0 0 0,-131 280-47 0 0,-10 36-103 0 0,-42 211-149 0 0,101-232 1 0 0,16-18-175 0 0,28-65-10 0 0,-130 354 22 0 0,160-251 0 0 0,32 52-63 0 0,-125 193-7 0 0,183-161 0 0 0,-180 199 78 0 0,4 7-1 0 0,217-126 1 0 0,-133 116-68 0 0,-19 11 89 0 0,-160 81 111 0 0,-4 4-3 0 0,-1-3-1 0 0,73-58 1 0 0,-101 73 6 0 0,0 1 0 0 0,0 0 0 0 0,32-14 0 0 0,-3 1-3 0 0,96-47-69 0 0,291-102-1 0 0,-419 168 76 0 0,94-31-43 0 0,-49 18 34 0 0,0-2 0 0 0,-2-3 0 0 0,56-32 0 0 0,-103 50 28 0 0,1 0-1 0 0,-1 1 1 0 0,20-7-1 0 0,-27 11-9 0 0,18-9 41 0 0,-18 8-33 0 0,-5-1-10 0 0,-1 1 1 0 0,1-1 0 0 0,-1 1 0 0 0,1 0-1 0 0,-1 0 1 0 0,0 0 0 0 0,1 0-1 0 0,-1 1 1 0 0,0 0 0 0 0,0-1-1 0 0,1 1 1 0 0,-1 1 0 0 0,-7 0-1 0 0,-87 2-50 0 0,77-2 53 0 0,-50 2-19 0 0,-239 21-84 0 0,306-24 98 0 0,-26 0 14 0 0,27 0-6 0 0,-6 1-6 0 0,4-1-15 0 0,8-1-96 0 0,85-14 78 0 0,0 3 0 0 0,141-1 0 0 0,-83 7 9 0 0,-70 3 42 0 0,-62 2-22 0 0,0 0-9 0 0,0 0 0 0 0,0 1 0 0 0,18 2-1 0 0,-28-1-4 0 0,9-1-73 0 0,-13 0 82 0 0,0 0 0 0 0,1 0-1 0 0,-1 0 1 0 0,0 0-1 0 0,1 0 1 0 0,-1 0 0 0 0,0 1-1 0 0,1-1 1 0 0,-1 0-1 0 0,0 0 1 0 0,1 0-1 0 0,-1 0 1 0 0,0 0 0 0 0,0 1-1 0 0,1-1 1 0 0,-1 0-1 0 0,0 0 1 0 0,1 0 0 0 0,-1 1-1 0 0,0-1 1 0 0,0 0-1 0 0,1 0 1 0 0,-1 1 0 0 0,0-1-1 0 0,0 0 1 0 0,0 1-1 0 0,0-1 1 0 0,1 0 0 0 0,-1 1-1 0 0,0-1 1 0 0,0 0-1 0 0,0 1 1 0 0,0-1 0 0 0,0 0-1 0 0,0 1 1 0 0,0-1-1 0 0,0 0 1 0 0,0 1 0 0 0,0-1-1 0 0,0 0 1 0 0,0 1-1 0 0,0-1 1 0 0,0 0-1 0 0,0 1 1 0 0,-14 22-43 0 0,-1-1 0 0 0,-1-1-1 0 0,0-1 1 0 0,-22 20 0 0 0,-84 73 14 0 0,71-68 64 0 0,48-43-20 0 0,1 1-28 0 0,-1 0-1 0 0,1 0 1 0 0,-1 0 0 0 0,0 0 0 0 0,0-1 0 0 0,0 0 0 0 0,-1 1 0 0 0,1-1 0 0 0,0 0-1 0 0,-8 2 1 0 0,-15 14-3678 0 0,22-10 1654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0:31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3 466 5509 0 0,'2'-16'175'0'0,"-2"0"1"0"0,0-1 0 0 0,-2-18 0 0 0,0-2 691 0 0,4 45-867 0 0,1-1-1 0 0,0 1 0 0 0,0-1 1 0 0,0 0-1 0 0,1 1 0 0 0,7 8 1 0 0,2 6 0 0 0,3 17 19 0 0,-14-32-11 0 0,0 0-1 0 0,1 0 0 0 0,0 0 1 0 0,0 0-1 0 0,1 0 0 0 0,0-1 0 0 0,0 1 1 0 0,8 8-1 0 0,-11-15 20 0 0,-1 1-23 0 0,0-1-1 0 0,0 0 0 0 0,0 0 1 0 0,0 1-1 0 0,0-1 0 0 0,0 0 1 0 0,0 0-1 0 0,0 1 0 0 0,0-1 1 0 0,0 0-1 0 0,0 0 0 0 0,0 1 1 0 0,1-1-1 0 0,-1 0 1 0 0,0 0-1 0 0,0 0 0 0 0,0 1 1 0 0,0-1-1 0 0,1 0 0 0 0,-1 0 1 0 0,0 0-1 0 0,0 0 0 0 0,0 0 1 0 0,1 1-1 0 0,-1-1 0 0 0,0 0 1 0 0,0 0-1 0 0,1 0 0 0 0,-1 0 1 0 0,0 0-1 0 0,0 0 0 0 0,0 0 1 0 0,1 0-1 0 0,-1 0 0 0 0,0 0 1 0 0,0 0-1 0 0,1 0 1 0 0,-1 0-1 0 0,0 0 0 0 0,0 0 1 0 0,1 0-1 0 0,-1 0 0 0 0,0 0 1 0 0,0 0-1 0 0,1 0 0 0 0,-1-1 1 0 0,322-261 229 0 0,-135 108-230 0 0,-152 122 20 0 0,-25 22 32 0 0,1 0-1 0 0,-1 1 1 0 0,2 0-1 0 0,22-12 1 0 0,-33 19-49 0 0,1 1 0 0 0,0 0-1 0 0,0 0 1 0 0,0-1 0 0 0,-1 1 0 0 0,1-1 0 0 0,-1 1 0 0 0,1-1 0 0 0,-1 0 0 0 0,0 0 0 0 0,1 0 0 0 0,0-2 0 0 0,3-7-3863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0:32.0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1 269 5573 0 0,'21'-53'49'0'0,"-21"51"15"0"0,0 2-63 0 0,0 0 0 0 0,0 0 0 0 0,0 0 0 0 0,0 0 0 0 0,0 0 0 0 0,0-1 0 0 0,0 1 0 0 0,0 0 0 0 0,0 0 0 0 0,0 0 0 0 0,0 0 0 0 0,0 0 0 0 0,0-1 0 0 0,0 1 0 0 0,0 0 0 0 0,0 0 0 0 0,0 0 0 0 0,0 0 0 0 0,0 0 0 0 0,0-1 0 0 0,0 1 0 0 0,0 0 0 0 0,0 0 0 0 0,0 0 0 0 0,0 0 0 0 0,0 0 0 0 0,0 0 0 0 0,0-1 0 0 0,0 1 0 0 0,0 0 0 0 0,1 0 0 0 0,-1 0 0 0 0,0 0 0 0 0,0 0 0 0 0,0 0 0 0 0,0 0 0 0 0,0 0 0 0 0,0-1 0 0 0,0 1 0 0 0,1 0 0 0 0,-1 0 0 0 0,0 0 0 0 0,0 0 0 0 0,0 0 0 0 0,0 0 0 0 0,0 0 0 0 0,0 0 0 0 0,1 0 0 0 0,-1 0 0 0 0,0 0 0 0 0,0 0 0 0 0,0 0 0 0 0,0 0 0 0 0,0 0 0 0 0,1 0 0 0 0,-1 0 0 0 0,0 0 0 0 0,0 0 0 0 0,0 0 0 0 0,0 0 0 0 0,0 0 0 0 0,1 0 0 0 0,-1 1 0 0 0,0-1 0 0 0,0 0 0 0 0,-2 12-7 0 0,0 0-1 0 0,0 0 1 0 0,1 0 0 0 0,1 1-1 0 0,0-1 1 0 0,1 0 0 0 0,0 0-1 0 0,1 0 1 0 0,0 1 0 0 0,5 14 0 0 0,-7-26 11 0 0,28-4 26 0 0,56-25 15 0 0,118-57 0 0 0,82-61-20 0 0,-164 82-40 0 0,-115 62-123 0 0,-1 0-83 0 0,0 0 0 0 0,0 0-1 0 0,0 0 1 0 0,-1 0 0 0 0,1-1-1 0 0,-1 1 1 0 0,0-1 0 0 0,1 0 0 0 0,-1 0-1 0 0,3-5 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0:32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1 280 4508 0 0,'0'0'186'0'0,"0"-1"-155"0"0,0 1 0 0 0,0 0-1 0 0,-1 0 1 0 0,1-1 0 0 0,0 1 0 0 0,0 0 0 0 0,0 0 0 0 0,0-1 0 0 0,0 1-1 0 0,0 0 1 0 0,0 0 0 0 0,0-1 0 0 0,0 1 0 0 0,0 0 0 0 0,0 0 0 0 0,0-1 0 0 0,0 1-1 0 0,1 0 1 0 0,-1 0 0 0 0,0-1 0 0 0,0 1 0 0 0,0 0 0 0 0,0 0 0 0 0,0 0 0 0 0,0-1-1 0 0,1 1 1 0 0,-1 0 0 0 0,0 0 0 0 0,0 0 0 0 0,0 0 0 0 0,1-1 0 0 0,-1 1 0 0 0,0 0-1 0 0,0 0 1 0 0,0 0 0 0 0,1 0 0 0 0,-1 0 0 0 0,0 0 0 0 0,0-1 0 0 0,1 1 0 0 0,-1 0-1 0 0,0 0 1 0 0,0 0 0 0 0,1 0 0 0 0,-1 0 0 0 0,0 0 0 0 0,0 0 0 0 0,1 0-1 0 0,-1 0 1 0 0,0 0 0 0 0,0 0 0 0 0,1 0 0 0 0,-1 0 0 0 0,0 1 0 0 0,1-1 0 0 0,6 2-25 0 0,1 0 1 0 0,0-1 0 0 0,-1 0-1 0 0,1 0 1 0 0,0 0 0 0 0,0-1-1 0 0,0 0 1 0 0,0-1 0 0 0,-1 0-1 0 0,16-3 1 0 0,89-29 37 0 0,-71 20-26 0 0,582-197-2102 0 0,-600 200 648 0 0,-6 3 254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0:33.3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12 134 4584 0 0,'-11'20'2746'0'0,"35"-21"-1943"0"0,199-50-711 0 0,-117 25-441 0 0,138-32-3809 0 0,-183 41 2296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44.0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7301 1708 0 0,'0'0'582'0'0,"-16"-3"410"0"0,62 1 3012 0 0,6-8-3978 0 0,62-19 1 0 0,-73 16-8 0 0,0-2 0 0 0,-2-2 0 0 0,0-2 0 0 0,0-1 0 0 0,-2-2 0 0 0,-1-2 0 0 0,-1-1 0 0 0,54-50 0 0 0,92-71 25 0 0,-54 48-12 0 0,-89 64 38 0 0,-1-1-1 0 0,-2-1 0 0 0,-2-3 1 0 0,-1 0-1 0 0,-2-2 1 0 0,-2-1-1 0 0,-1-2 1 0 0,23-52-1 0 0,-16 24 48 0 0,-2-2-1 0 0,-3-1 0 0 0,30-129 0 0 0,16-178 166 0 0,30-361-66 0 0,-97 636-211 0 0,44-467-38 0 0,-31 348 20 0 0,-12 104-9 0 0,27-125 0 0 0,10 31-7 0 0,141-593-34 0 0,-55 345 25 0 0,29 25-85 0 0,-127 364 105 0 0,3 1 0 0 0,3 2 0 0 0,64-85-1 0 0,-60 103 13 0 0,3 2 0 0 0,1 2 0 0 0,3 2 0 0 0,2 2 0 0 0,2 3-1 0 0,80-48 1 0 0,-16 24 3 0 0,157-65-1 0 0,-73 38-26 0 0,255-106-55 0 0,-240 131 69 0 0,-19 7-15 0 0,-125 36 26 0 0,121-24 0 0 0,-40 17-28 0 0,-80 24 4 0 0,-73 9 24 0 0,53-8 14 0 0,-6 0 4 0 0,-8 1 0 0 0,12-2 12 0 0,-50 8 861 0 0,-10 0-850 0 0,-46-19 73 0 0,36 12-87 0 0,0 2-1 0 0,-1 0 1 0 0,0 0 0 0 0,-25-3 0 0 0,-1-5 20 0 0,38 11-43 0 0,4 2 22 0 0,-21-8-9 0 0,21 8-8 0 0,9 1-59 0 0,-1-1 3 0 0,1 1 0 0 0,0 0 0 0 0,-1 0 0 0 0,1 1 0 0 0,-1 0 0 0 0,1 0 0 0 0,6 2 0 0 0,-8-2 41 0 0,77 14-33 0 0,-18-4 34 0 0,-61-10 0 0 0,6 4-209 0 0,-9-5 215 0 0,0 0 0 0 0,0 0 0 0 0,0 0 0 0 0,0 1 0 0 0,1-1-1 0 0,-1 0 1 0 0,0 0 0 0 0,0 0 0 0 0,0 0 0 0 0,0 0 0 0 0,1 1 0 0 0,-1-1-1 0 0,0 0 1 0 0,0 0 0 0 0,0 0 0 0 0,0 0 0 0 0,0 1 0 0 0,0-1-1 0 0,0 0 1 0 0,1 0 0 0 0,-1 1 0 0 0,0-1 0 0 0,0 0 0 0 0,0 0-1 0 0,0 0 1 0 0,0 1 0 0 0,0-1 0 0 0,0 0 0 0 0,0 0 0 0 0,0 1-1 0 0,0-1 1 0 0,0 0 0 0 0,0 0 0 0 0,-1 0 0 0 0,1 1 0 0 0,0-1-1 0 0,0 0 1 0 0,0 0 0 0 0,0 0 0 0 0,0 1 0 0 0,0-1 0 0 0,0 0-1 0 0,-1 0 1 0 0,1 0 0 0 0,0 0 0 0 0,0 1 0 0 0,0-1 0 0 0,0 0-1 0 0,-1 0 1 0 0,1 0 0 0 0,0 0 0 0 0,0 0 0 0 0,-1 3-17 0 0,-3 0 17 0 0,0 0 0 0 0,1 1 0 0 0,0-1 1 0 0,-1 1-1 0 0,1 0 0 0 0,1 0 0 0 0,-1 0 0 0 0,-3 7 0 0 0,-4 4-4 0 0,-38 41 6 0 0,-91 83 0 0 0,115-115-72 0 0,24-24 54 0 0,-1 1-1 0 0,1 0 1 0 0,-1 0-1 0 0,0-1 1 0 0,0 1-1 0 0,1 0 1 0 0,-1-1-1 0 0,0 1 1 0 0,0-1-1 0 0,0 1 0 0 0,1-1 1 0 0,-1 1-1 0 0,0-1 1 0 0,0 0-1 0 0,0 1 1 0 0,0-1-1 0 0,0 0 1 0 0,0 0-1 0 0,0 0 1 0 0,-2 0-1 0 0,1 1-644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46.2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721 73 5517 0 0,'-34'-16'122'0'0,"12"6"-40"0"0,1 1 0 0 0,-2 1 0 0 0,1 1 0 0 0,-1 0 0 0 0,0 2 0 0 0,0 1 0 0 0,-45-2 0 0 0,49 6-73 0 0,10 1-10 0 0,0-1 0 0 0,0 2-1 0 0,1-1 1 0 0,-1 1 0 0 0,0 0 0 0 0,1 1 0 0 0,0 0-1 0 0,-1 0 1 0 0,1 1 0 0 0,-13 8 0 0 0,-10 4-9 0 0,18-9 6 0 0,0 0 1 0 0,1 1-1 0 0,0 0 0 0 0,0 0 0 0 0,0 2 0 0 0,1-1 0 0 0,-17 20 0 0 0,1 4-18 0 0,-29 47-1 0 0,27-37 19 0 0,17-20 2 0 0,1-1 0 0 0,0 2 0 0 0,2-1 0 0 0,1 1 0 0 0,1 1 0 0 0,-6 36 0 0 0,9-42 1 0 0,2 1 1 0 0,0-1 0 0 0,2 27 0 0 0,1-35 3 0 0,1-1 1 0 0,0 1-1 0 0,1 0 1 0 0,0 0-1 0 0,0-1 0 0 0,10 18 1 0 0,-7-15-6 0 0,0 0 1 0 0,1-1-1 0 0,0 0 0 0 0,1-1 1 0 0,0 1-1 0 0,1-2 0 0 0,1 1 1 0 0,-1-1-1 0 0,2 0 0 0 0,-1-1 1 0 0,1-1-1 0 0,1 1 0 0 0,-1-2 1 0 0,1 0-1 0 0,1 0 1 0 0,-1-1-1 0 0,1 0 0 0 0,21 5 1 0 0,-4-5 26 0 0,1-2 0 0 0,0 0 0 0 0,0-3 1 0 0,42-2-1 0 0,122-22 57 0 0,-165 17 10 0 0,0-1 1 0 0,-1-2 0 0 0,0-1 0 0 0,0-1 0 0 0,-1-2 0 0 0,-1 0-1 0 0,0-2 1 0 0,-1-1 0 0 0,0-1 0 0 0,-1-1 0 0 0,-2-2 0 0 0,0 0 0 0 0,-1-1-1 0 0,0-1 1 0 0,18-27 0 0 0,-26 33 10 0 0,-1-1 0 0 0,-1 0 0 0 0,0-1 0 0 0,-2-1 0 0 0,0 0 0 0 0,-1 0 0 0 0,7-21-1 0 0,-14 32-77 0 0,0 1 0 0 0,-1-1-1 0 0,0 0 1 0 0,0 0 0 0 0,-1 0-1 0 0,0 0 1 0 0,0 0 0 0 0,-1 0-1 0 0,0 1 1 0 0,-1-1 0 0 0,1 0-1 0 0,-2 0 1 0 0,1 1-1 0 0,-1-1 1 0 0,0 1 0 0 0,-5-10-1 0 0,4 8-7 0 0,0-2-5 0 0,-1 0 1 0 0,0 0-1 0 0,-1 1 0 0 0,0 0 1 0 0,0-1-1 0 0,-1 2 0 0 0,-1-1 1 0 0,1 1-1 0 0,-2 1 0 0 0,1-1 1 0 0,-12-8-1 0 0,0 2-12 0 0,0 0 1 0 0,-2 2-1 0 0,0 0 1 0 0,0 2-1 0 0,-1 0 1 0 0,0 1-1 0 0,-1 2 1 0 0,0 0-1 0 0,-42-7 1 0 0,9 8-18 0 0,32 2 12 0 0,4 2 5 0 0,0 1-1 0 0,1 2 1 0 0,-26 1-1 0 0,29-1-10 0 0,-103 4-6 0 0,116-3-81 0 0,-1 0 0 0 0,1 1 0 0 0,-1-1 0 0 0,1 1 0 0 0,0 0 0 0 0,-1 1 0 0 0,1-1 0 0 0,-5 5 0 0 0,-12 16-4060 0 0,18-15 1822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0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71 108 5513 0 0,'-61'-9'-523'0'0,"59"8"1148"0"0,-6-8-108 0 0,9 6-517 0 0,0 0 1 0 0,0 0-1 0 0,0 0 1 0 0,0 0-1 0 0,1 1 1 0 0,-1-1-1 0 0,1 0 1 0 0,0 1-1 0 0,0 0 1 0 0,-1-1-1 0 0,2 1 1 0 0,-1 0-1 0 0,0 0 1 0 0,0 0-1 0 0,1 0 1 0 0,-1 0-1 0 0,1 1 1 0 0,3-3-1 0 0,68-27-5 0 0,-57 25 4 0 0,-13 5-14 0 0,0 0 0 0 0,1 0-1 0 0,-1 0 1 0 0,0 1 0 0 0,0-1-1 0 0,1 1 1 0 0,-1 0 0 0 0,0 0-1 0 0,1 1 1 0 0,-1-1 0 0 0,0 1-1 0 0,0 0 1 0 0,8 3 0 0 0,-11-4-1 0 0,2 3 11 0 0,-1 0 0 0 0,0 0 0 0 0,0 1 0 0 0,0-1 0 0 0,0 1 0 0 0,-1-1 0 0 0,1 1 0 0 0,-1-1 0 0 0,0 1 0 0 0,0 0 0 0 0,0 0 0 0 0,-1 0 0 0 0,1-1 0 0 0,-1 1 0 0 0,0 0 0 0 0,0 0 0 0 0,0 0 0 0 0,-1 0 0 0 0,1 0 0 0 0,-1-1 0 0 0,-2 8 0 0 0,-4 10 11 0 0,0 0-1 0 0,-18 35 1 0 0,10-24-29 0 0,2-8 30 0 0,-13 24 84 0 0,53-44-41 0 0,259-64 74 0 0,-280 58-126 0 0,68-14-31 0 0,-72 16 28 0 0,1-2-69 0 0,-2 2-82 0 0,0 0-1 0 0,0-1 1 0 0,0 1 0 0 0,-1 0 0 0 0,1-1 0 0 0,0 1 0 0 0,0-1 0 0 0,-1 1 0 0 0,1-1 0 0 0,0 1 0 0 0,-1-1 0 0 0,1 0 0 0 0,-1 1 0 0 0,1-1-1 0 0,0 0 1 0 0,-1 1 0 0 0,0-1 0 0 0,1 0 0 0 0,-1 1 0 0 0,1-1 0 0 0,-1-1 0 0 0,3-10-501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1.1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675 267 3328 0 0,'-10'-10'89'0'0,"0"2"0"0"0,0-1 0 0 0,-1 1 0 0 0,0 1 0 0 0,0 0 0 0 0,-1 1 0 0 0,0 0 0 0 0,0 0 0 0 0,-1 2-1 0 0,1-1 1 0 0,-1 1 0 0 0,0 1 0 0 0,0 1 0 0 0,-1 0 0 0 0,1 0 0 0 0,0 1 0 0 0,-1 1 0 0 0,1 0 0 0 0,0 1 0 0 0,0 1 0 0 0,-1 0-1 0 0,1 0 1 0 0,0 1 0 0 0,-23 10 0 0 0,11-2-81 0 0,0 2-1 0 0,1 1 1 0 0,0 1-1 0 0,1 1 1 0 0,1 1 0 0 0,0 1-1 0 0,2 0 1 0 0,-30 36-1 0 0,36-36-11 0 0,1 0 1 0 0,1 1-1 0 0,0 0 0 0 0,2 1 0 0 0,0 0 1 0 0,2 1-1 0 0,-12 38 0 0 0,17-46 3 0 0,1-1 1 0 0,0 1-1 0 0,1 0 0 0 0,0-1 0 0 0,1 1 0 0 0,1 0 0 0 0,0 0 1 0 0,0 0-1 0 0,2-1 0 0 0,-1 1 0 0 0,1-1 0 0 0,1 0 0 0 0,0 1 1 0 0,1-2-1 0 0,1 1 0 0 0,-1 0 0 0 0,2-1 0 0 0,0 0 0 0 0,14 18 1 0 0,-6-11 6 0 0,1 0 1 0 0,0-1-1 0 0,1-1 1 0 0,1 0-1 0 0,1-1 1 0 0,0-1-1 0 0,1-1 1 0 0,0-1-1 0 0,41 18 1 0 0,-26-17 18 0 0,0-2 0 0 0,1-2 0 0 0,0-1 0 0 0,0-2 1 0 0,1-1-1 0 0,0-2 0 0 0,0-2 0 0 0,0-1 0 0 0,54-8 0 0 0,-31-1 153 0 0,0-2 0 0 0,0-4 0 0 0,-1-1-1 0 0,111-50 1 0 0,-154 59-19 0 0,0-1 1 0 0,0-1-1 0 0,0-1 1 0 0,-1 0-1 0 0,16-15 1 0 0,-24 19-67 0 0,0-1 0 0 0,0 0 1 0 0,-1 0-1 0 0,0-1 0 0 0,-1 0 1 0 0,0 0-1 0 0,0-1 0 0 0,0 1 1 0 0,-1-1-1 0 0,-1 0 0 0 0,5-14 1 0 0,-2-5 4 0 0,-1 0 0 0 0,-1 0 0 0 0,-1 0 0 0 0,-1-1 0 0 0,-2 1 1 0 0,-1-1-1 0 0,-1 1 0 0 0,-2-1 0 0 0,0 1 0 0 0,-2 0 0 0 0,-14-38 0 0 0,14 51-63 0 0,0 0-1 0 0,-1 1 1 0 0,-1 0-1 0 0,-1 0 1 0 0,0 1-1 0 0,0 0 1 0 0,-1 0-1 0 0,-1 1 0 0 0,-12-10 1 0 0,5 6-6 0 0,-1 2-1 0 0,0 0 1 0 0,-2 1 0 0 0,1 1-1 0 0,-31-13 1 0 0,-17 0 0 0 0,-1 2 0 0 0,0 4 1 0 0,-72-10-1 0 0,112 23-19 0 0,-22-5-163 0 0,-71-12 403 0 0,109 22-687 0 0,0 0 1 0 0,0 0 0 0 0,0 2-1 0 0,0-1 1 0 0,0 2 0 0 0,0 0-1 0 0,-14 3 1 0 0,16 0-1955 0 0,3 0-644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05.5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44 5853 0 0,'-25'-44'654'0'0,"29"50"-670"0"0,-1-1-1 0 0,1 0 1 0 0,0 0 0 0 0,0 0 0 0 0,1-1 0 0 0,-1 1 0 0 0,1-1-1 0 0,6 4 1 0 0,-5-5-446 0 0,1 0 0 0 0,0 0 0 0 0,0-1 0 0 0,0 0 0 0 0,0 0 0 0 0,9 0 0 0 0,1 1-809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05.7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23 4704 0 0,'-6'-18'563'0'0,"12"13"237"0"0,29 26-858 0 0,-6 1-3031 0 0,-22-15 2025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0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9 234 2676 0 0,'-5'-33'1162'0'0,"5"31"-913"0"0,-3-29 1183 0 0,3 30-1110 0 0,0 1-320 0 0,0 0 0 0 0,0 0 0 0 0,0 0 1 0 0,-1-1-1 0 0,1 1 0 0 0,0 0 0 0 0,0 0 1 0 0,0 0-1 0 0,0 0 0 0 0,0 0 1 0 0,0-1-1 0 0,0 1 0 0 0,0 0 0 0 0,0 0 1 0 0,0 0-1 0 0,0-1 0 0 0,0 1 1 0 0,0 0-1 0 0,0 0 0 0 0,0 0 0 0 0,0 0 1 0 0,0-1-1 0 0,0 1 0 0 0,0 0 0 0 0,0 0 1 0 0,0 0-1 0 0,1 0 0 0 0,-1 0 1 0 0,0-1-1 0 0,0 1 0 0 0,0 0 0 0 0,0 0 1 0 0,0 0-1 0 0,0 0 0 0 0,0 0 1 0 0,1 0-1 0 0,-1-1 0 0 0,0 1 0 0 0,0 0 1 0 0,0 0-1 0 0,0 0 0 0 0,0 0 0 0 0,1 0 1 0 0,-1 0-1 0 0,0 0 0 0 0,0 0 1 0 0,0 0-1 0 0,0 0 0 0 0,1 0 0 0 0,-1 0 1 0 0,0 0-1 0 0,0 0 0 0 0,0 0 1 0 0,1 0-1 0 0,-1 0 0 0 0,0 0 0 0 0,0 0 1 0 0,0 0-1 0 0,1 0 0 0 0,11 29 7 0 0,-2 0 1 0 0,0 1-1 0 0,5 32 0 0 0,-7-27 8 0 0,1-1 1 0 0,17 39-1 0 0,22 71 2612 0 0,-49-149-2437 0 0,-11-70-58 0 0,3 0 0 0 0,4-1 1 0 0,3 0-1 0 0,8-83 0 0 0,-5 136-146 0 0,5-38-160 0 0,-6 59 151 0 0,1 0 1 0 0,-1-1-1 0 0,1 1 1 0 0,0-1 0 0 0,0 1-1 0 0,0 0 1 0 0,0-1-1 0 0,0 1 1 0 0,0 0-1 0 0,1 0 1 0 0,-1 0-1 0 0,1 0 1 0 0,-1 0 0 0 0,1 0-1 0 0,0 0 1 0 0,0 1-1 0 0,0-1 1 0 0,0 1-1 0 0,2-2 1 0 0,-3 2-21 0 0,19-2-152 0 0,-13 7 179 0 0,0 0-1 0 0,-1 0 0 0 0,1 1 0 0 0,-1 0 1 0 0,-1 0-1 0 0,1 1 0 0 0,-1-1 0 0 0,0 1 0 0 0,0 0 1 0 0,0 1-1 0 0,5 10 0 0 0,8 16-4 0 0,16 41-1 0 0,-10-20 12 0 0,61 151 21 0 0,-80-195 36 0 0,0 0 0 0 0,-1 1 0 0 0,-1-1-1 0 0,5 23 1204 0 0,-9-38-1151 0 0,-2-22-33 0 0,1-1 0 0 0,1 1 0 0 0,2-1 0 0 0,0 1 0 0 0,2 0 1 0 0,8-37-1 0 0,5-3-100 0 0,35-92 1 0 0,-50 157 1 0 0,0-1 0 0 0,0 1 0 0 0,0-1 1 0 0,0 1-1 0 0,0 0 0 0 0,0-1 1 0 0,1 1-1 0 0,-1 0 0 0 0,1 0 0 0 0,-1 0 1 0 0,1 0-1 0 0,0 0 0 0 0,0 0 0 0 0,0 0 1 0 0,0 1-1 0 0,4-4 0 0 0,-4 5-17 0 0,23 20-128 0 0,-16-5 152 0 0,-1 0 0 0 0,0 1 0 0 0,-1-1 0 0 0,-1 2 0 0 0,-1-1 0 0 0,0 1 0 0 0,3 23 0 0 0,4 8 18 0 0,45 162 20 0 0,-47-175-9 0 0,-6-24 7 0 0,-1-1 0 0 0,0 1 0 0 0,-1 0 0 0 0,2 19 0 0 0,-1-17 61 0 0,-7-42-5595 0 0,7 9 3173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0.6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 13 5509 0 0,'0'0'-165'0'0,"-20"14"156"0"0,16-6 7 0 0,2-1 0 0 0,-1 1 0 0 0,1 0 0 0 0,0-1-1 0 0,1 1 1 0 0,-1 0 0 0 0,2 0 0 0 0,-1 11 0 0 0,1-15 1 0 0,1 1 0 0 0,-1-1 1 0 0,1 1-1 0 0,0-1 0 0 0,0 1 0 0 0,0-1 1 0 0,1 0-1 0 0,-1 0 0 0 0,1 0 0 0 0,0 1 1 0 0,1-2-1 0 0,-1 1 0 0 0,1 0 0 0 0,-1 0 1 0 0,1-1-1 0 0,5 6 0 0 0,-1-2 35 0 0,1-1 1 0 0,-1 1-1 0 0,1-1 0 0 0,0-1 0 0 0,0 1 0 0 0,0-1 1 0 0,1-1-1 0 0,0 0 0 0 0,0 0 0 0 0,0 0 0 0 0,0-1 1 0 0,1-1-1 0 0,-1 0 0 0 0,1 0 0 0 0,13 0 1 0 0,-21-2-10 0 0,0 0 0 0 0,0 0 1 0 0,0-1-1 0 0,1 1 1 0 0,-1-1-1 0 0,0 1 1 0 0,0-1-1 0 0,0 0 0 0 0,0 0 1 0 0,0 0-1 0 0,-1 0 1 0 0,1 0-1 0 0,0 0 1 0 0,0-1-1 0 0,-1 1 1 0 0,1-1-1 0 0,0 1 0 0 0,-1-1 1 0 0,0 1-1 0 0,1-1 1 0 0,-1 0-1 0 0,0 0 1 0 0,0 0-1 0 0,0 1 0 0 0,0-1 1 0 0,0 0-1 0 0,0 0 1 0 0,-1-1-1 0 0,1 1 1 0 0,-1 0-1 0 0,1 0 1 0 0,-1 0-1 0 0,0 0 0 0 0,0-3 1 0 0,1-7 89 0 0,-1 0 0 0 0,0-1 0 0 0,-1 1 0 0 0,-2-16 0 0 0,2 22-88 0 0,-1 0-1 0 0,1 0 1 0 0,-1 0 0 0 0,0 0 0 0 0,0 0-1 0 0,-1 1 1 0 0,1-1 0 0 0,-1 1 0 0 0,-1-1-1 0 0,1 1 1 0 0,-1 0 0 0 0,0 0 0 0 0,0 1-1 0 0,0-1 1 0 0,0 1 0 0 0,-1 0 0 0 0,0 0-1 0 0,0 0 1 0 0,0 1 0 0 0,0 0-1 0 0,-1 0 1 0 0,1 0 0 0 0,-1 0 0 0 0,0 1-1 0 0,0 0 1 0 0,0 1 0 0 0,0-1 0 0 0,0 1-1 0 0,0 0 1 0 0,0 0 0 0 0,0 1 0 0 0,-1 0-1 0 0,1 0 1 0 0,0 0 0 0 0,0 1 0 0 0,0 0-1 0 0,0 0 1 0 0,-7 3 0 0 0,-64 13-523 0 0,75-17 255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1.2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30 5677 0 0,'0'0'228'0'0,"-2"-5"-107"0"0,-5-15 6 0 0,5 15 384 0 0,-4 37-51 0 0,-4 43 1 0 0,12-19-404 0 0,12 65 0 0 0,-13-117-56 0 0,4 18 1322 0 0,-1-40-198 0 0,3-19-1068 0 0,2 11-44 0 0,1 1 0 0 0,24-45 0 0 0,-27 58-44 0 0,0 0 0 0 0,1 1 0 0 0,0-1 0 0 0,1 2 0 0 0,0 0 1 0 0,0 0-1 0 0,17-13 0 0 0,-24 21 22 0 0,0 1 0 0 0,0 0 0 0 0,-1 0 0 0 0,1 0-1 0 0,0 0 1 0 0,0 1 0 0 0,0-1 0 0 0,0 0 0 0 0,0 1 0 0 0,0 0 0 0 0,0-1 0 0 0,0 1 0 0 0,0 0-1 0 0,0 0 1 0 0,0 0 0 0 0,0 0 0 0 0,0 0 0 0 0,0 0 0 0 0,0 1 0 0 0,0-1 0 0 0,0 1 0 0 0,0 0 0 0 0,0-1-1 0 0,0 1 1 0 0,0 0 0 0 0,0 0 0 0 0,-1 0 0 0 0,1 0 0 0 0,0 0 0 0 0,-1 1 0 0 0,1-1 0 0 0,0 0 0 0 0,-1 1-1 0 0,0-1 1 0 0,1 1 0 0 0,-1 0 0 0 0,0-1 0 0 0,0 1 0 0 0,0 0 0 0 0,0 0 0 0 0,1 2 0 0 0,6 12-18 0 0,0 1 0 0 0,-1-1 1 0 0,8 33-1 0 0,-9-29-15 0 0,-2-7-190 0 0,1 0-1 0 0,0 0 0 0 0,1-1 1 0 0,0 1-1 0 0,9 11 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2.3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1 465 6397 0 0,'0'-30'-528'0'0,"0"-37"1368"0"0,14-102 1 0 0,-9 128-333 0 0,-5 40-417 0 0,0 5-72 0 0,8 179 78 0 0,-9-120-65 0 0,4-1 0 0 0,16 97 0 0 0,-13-132-19 0 0,2 0 1 0 0,0-1 0 0 0,1 0 0 0 0,2-1-1 0 0,21 39 1 0 0,-27-56-9 0 0,-1-1 1 0 0,1 1-1 0 0,0-1 0 0 0,0-1 1 0 0,1 1-1 0 0,0-1 0 0 0,0 0 1 0 0,0 0-1 0 0,1-1 0 0 0,0 1 1 0 0,0-2-1 0 0,0 1 0 0 0,1-1 1 0 0,-1 0-1 0 0,1 0 0 0 0,0-1 1 0 0,0 0-1 0 0,1-1 0 0 0,-1 0 0 0 0,0 0 1 0 0,18 1-1 0 0,-21-3 0 0 0,0 0-1 0 0,0 0 1 0 0,0-1-1 0 0,0 0 1 0 0,0 0-1 0 0,0 0 1 0 0,-1-1 0 0 0,1 0-1 0 0,0 1 1 0 0,-1-2-1 0 0,1 1 1 0 0,-1 0-1 0 0,0-1 1 0 0,1 0-1 0 0,-1 0 1 0 0,5-6-1 0 0,-3 3 3 0 0,0-1-1 0 0,-1 0 1 0 0,0-1-1 0 0,0 1 0 0 0,-1-1 1 0 0,0 0-1 0 0,0 0 0 0 0,4-16 1 0 0,-1-2-1 0 0,-2-1-1 0 0,0-1 1 0 0,-2 1 0 0 0,-1 0 0 0 0,-2-34-1 0 0,-7-134-2 0 0,-2-178-144 0 0,11 331-55 0 0,-2 40 158 0 0,0 2 36 0 0,0 0 0 0 0,0 0 0 0 0,0 0-1 0 0,0 0 1 0 0,0 0 0 0 0,0 0 0 0 0,0 0 0 0 0,-1 0-1 0 0,1-1 1 0 0,0 1 0 0 0,0 0 0 0 0,0 0-1 0 0,0 0 1 0 0,0 0 0 0 0,0 0 0 0 0,0 0-1 0 0,0 0 1 0 0,0-1 0 0 0,0 1 0 0 0,0 0-1 0 0,0 0 1 0 0,0 0 0 0 0,0 0 0 0 0,0 0-1 0 0,0 0 1 0 0,0-1 0 0 0,0 1 0 0 0,0 0 0 0 0,0 0-1 0 0,0 0 1 0 0,0 0 0 0 0,0 0 0 0 0,0 0-1 0 0,0-1 1 0 0,0 1 0 0 0,0 0 0 0 0,0 0-1 0 0,0 0 1 0 0,0 0 0 0 0,0 0 0 0 0,0 0-1 0 0,0 0 1 0 0,0-1 0 0 0,1 1 0 0 0,-1 0-1 0 0,0 0 1 0 0,0 0 0 0 0,0 0 0 0 0,0 0 0 0 0,0 0-1 0 0,0 0 1 0 0,0 0 0 0 0,1 0 0 0 0,-1 0-1 0 0,0 0 1 0 0,0 0 0 0 0,0 0 0 0 0,0 0-1 0 0,0 0 1 0 0,0 0 0 0 0,0 0 0 0 0,1 0-1 0 0,-1 0 1 0 0,0 0 0 0 0,0 0 0 0 0,0 0-1 0 0,0 0 1 0 0,0 0 0 0 0,1 0 0 0 0,18 49-16 0 0,-1 1 0 0 0,-2 0 1 0 0,-3 2-1 0 0,6 52 0 0 0,8 23 23 0 0,50 268 135 0 0,-75-388-122 0 0,-1-3 47 0 0,0-1 0 0 0,0 1 0 0 0,0 0 1 0 0,0 0-1 0 0,-1-1 0 0 0,0 1 0 0 0,0 0 0 0 0,0 0 1 0 0,-1 6-1 0 0,1-9 502 0 0,-1-8-467 0 0,1-7-70 0 0,1 1 0 0 0,0-1 0 0 0,1 0 0 0 0,1 1 0 0 0,0-1-1 0 0,0 1 1 0 0,1 0 0 0 0,1 0 0 0 0,11-21 0 0 0,-5 13-22 0 0,1 1 1 0 0,1 0 0 0 0,0 1-1 0 0,1 1 1 0 0,23-23-1 0 0,-35 39-12 0 0,-1 0-1 0 0,1 0 0 0 0,0 0 0 0 0,0 0 1 0 0,0 0-1 0 0,0 1 0 0 0,0-1 1 0 0,0 0-1 0 0,1 1 0 0 0,-1 0 1 0 0,0-1-1 0 0,1 1 0 0 0,-1 0 0 0 0,1 0 1 0 0,0 1-1 0 0,-1-1 0 0 0,1 0 1 0 0,-1 1-1 0 0,1 0 0 0 0,0-1 1 0 0,0 1-1 0 0,-1 0 0 0 0,1 1 0 0 0,0-1 1 0 0,-1 0-1 0 0,1 1 0 0 0,0-1 1 0 0,-1 1-1 0 0,1 0 0 0 0,-1 0 1 0 0,1 0-1 0 0,-1 0 0 0 0,1 0 0 0 0,-1 1 1 0 0,0-1-1 0 0,0 1 0 0 0,1-1 1 0 0,-1 1-1 0 0,0 0 0 0 0,3 4 1 0 0,3 4-11 0 0,-1 0 0 0 0,0 0 0 0 0,-1 1 0 0 0,0 0 0 0 0,0 1 1 0 0,-1-1-1 0 0,5 18 0 0 0,-4-3-9 0 0,-4-19 11 0 0,-1 0-1 0 0,1 0 0 0 0,0 0 0 0 0,1 0 1 0 0,-1 0-1 0 0,1 0 0 0 0,1-1 1 0 0,-1 1-1 0 0,8 8 0 0 0,-10-14-116 0 0,1-1-70 0 0,0 0-1 0 0,1 1 0 0 0,-1-1 1 0 0,0 0-1 0 0,0-1 1 0 0,1 1-1 0 0,-1 0 1 0 0,0-1-1 0 0,0 1 0 0 0,1-1 1 0 0,-1 0-1 0 0,0 0 1 0 0,0 0-1 0 0,0 0 0 0 0,0 0 1 0 0,0 0-1 0 0,0 0 1 0 0,0-1-1 0 0,-1 1 1 0 0,1-1-1 0 0,0 1 0 0 0,-1-1 1 0 0,3-2-1 0 0,-3 3-167 0 0,7-7-1936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2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72 5685 0 0,'-41'-2'-125'0'0,"22"0"219"0"0,43-7-66 0 0,42-8-399 0 0,77-10-1 0 0,-85 17-1511 0 0,-28 6 683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5.2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69 199 4128 0 0,'-29'-70'1044'0'0,"28"68"-897"0"0,-2-8 151 0 0,3 10-293 0 0,-1 0 0 0 0,1 0 0 0 0,0 1 0 0 0,0-1 0 0 0,0 0 0 0 0,0 0 0 0 0,0 0 0 0 0,0 0 0 0 0,0 0 1 0 0,0 0-1 0 0,0 0 0 0 0,-1 1 0 0 0,1-1 0 0 0,0 0 0 0 0,0 0 0 0 0,0 0 0 0 0,0 0 0 0 0,0 0 0 0 0,-1 0 1 0 0,1 0-1 0 0,0 0 0 0 0,0 0 0 0 0,0 0 0 0 0,0 0 0 0 0,0 0 0 0 0,-1 0 0 0 0,1 0 0 0 0,0 0 0 0 0,0 0 0 0 0,0 0 1 0 0,0 0-1 0 0,0 0 0 0 0,-1 0 0 0 0,1 0 0 0 0,0 0 0 0 0,0 0 0 0 0,0 0 0 0 0,0 0 0 0 0,0 0 0 0 0,-1 0 0 0 0,1 0 1 0 0,0-1-1 0 0,0 1 0 0 0,0 0 0 0 0,0 0 0 0 0,0 0 0 0 0,0 0 0 0 0,0 0 0 0 0,0 0 0 0 0,-1 0 0 0 0,1-1 1 0 0,0 1-1 0 0,0 0 0 0 0,0 0 0 0 0,0 0 0 0 0,0 0 0 0 0,0 0 0 0 0,0-1 0 0 0,0 1 0 0 0,0 0 0 0 0,0 0 0 0 0,0 0 1 0 0,0 0-1 0 0,0 0 0 0 0,0-1 0 0 0,0 1 0 0 0,0 0 0 0 0,0 0 0 0 0,0 0 0 0 0,-7 25 15 0 0,0 0-1 0 0,2 1 1 0 0,1 0 0 0 0,1 0-1 0 0,1 1 1 0 0,2 41 0 0 0,3-23-12 0 0,1-1 1 0 0,3 0 0 0 0,14 54-1 0 0,-12-39 699 0 0,-10-53-26 0 0,0-8-60 0 0,-2-31-89 0 0,0 2-368 0 0,-9-183 319 0 0,12 178-465 0 0,2-1-1 0 0,1 1 1 0 0,14-64 0 0 0,-12 53-44 0 0,-5 41-18 0 0,0 0-1 0 0,0 0 0 0 0,1 0 0 0 0,0 0 1 0 0,0 0-1 0 0,1 0 0 0 0,-1 0 0 0 0,4-7 0 0 0,-5 13 32 0 0,0 0 0 0 0,0-1 0 0 0,1 1 0 0 0,-1-1 0 0 0,0 1 0 0 0,0 0 0 0 0,0 0-1 0 0,1-1 1 0 0,-1 1 0 0 0,0 0 0 0 0,1-1 0 0 0,-1 1 0 0 0,0 0 0 0 0,0 0 0 0 0,1 0-1 0 0,-1-1 1 0 0,0 1 0 0 0,1 0 0 0 0,-1 0 0 0 0,0 0 0 0 0,1 0 0 0 0,-1 0 0 0 0,1-1-1 0 0,-1 1 1 0 0,0 0 0 0 0,1 0 0 0 0,-1 0 0 0 0,0 0 0 0 0,1 0 0 0 0,-1 0 0 0 0,1 0 0 0 0,-1 1-1 0 0,0-1 1 0 0,1 0 0 0 0,-1 0 0 0 0,0 0 0 0 0,1 0 0 0 0,0 0 0 0 0,13 15-103 0 0,-11-11 111 0 0,0 1 0 0 0,-1-1 0 0 0,0 1 0 0 0,0 0 0 0 0,0 0 0 0 0,2 7 0 0 0,14 50-42 0 0,-1-3 14 0 0,-10-24 20 0 0,14 42 1 0 0,4 18 11 0 0,-9-28 49 0 0,-5-27 1367 0 0,-11-45-1297 0 0,-2-37-73 0 0,3 0 1 0 0,1 0-1 0 0,2 1 1 0 0,2 0 0 0 0,2 0-1 0 0,2 0 1 0 0,1 1-1 0 0,2 0 1 0 0,19-39 0 0 0,-24 57-97 0 0,-8 19 30 0 0,0 0-1 0 0,1 1 1 0 0,0-1-1 0 0,0 0 1 0 0,0 1 0 0 0,0-1-1 0 0,0 1 1 0 0,0-1-1 0 0,1 1 1 0 0,-1 0 0 0 0,1-1-1 0 0,-1 1 1 0 0,1 0-1 0 0,0 0 1 0 0,0 0-1 0 0,0 0 1 0 0,3-1 0 0 0,-3 2-23 0 0,21 9-102 0 0,-20-5 136 0 0,1 0 0 0 0,0 0 1 0 0,-1 0-1 0 0,1 0 0 0 0,-1 1 1 0 0,0-1-1 0 0,0 1 0 0 0,0 0 1 0 0,-1 0-1 0 0,0 0 0 0 0,1 0 1 0 0,-1 0-1 0 0,0 0 0 0 0,1 6 1 0 0,1-1-6 0 0,14 39-5 0 0,-2 2 1 0 0,-2 0 0 0 0,-3 1-1 0 0,6 57 1 0 0,-8-57 22 0 0,18 139 193 0 0,-35-200-1624 0 0,7 7 1115 0 0,0 1 1 0 0,0 0-1 0 0,0-1 1 0 0,0 1-1 0 0,0-1 0 0 0,1 1 1 0 0,-1-1-1 0 0,1 0 0 0 0,0 1 1 0 0,-1-5-1 0 0,4-6-2524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6.6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257 152 6517 0 0,'6'-32'-634'0'0,"-6"22"815"0"0,-1 0-1 0 0,0 0 1 0 0,0 0-1 0 0,-6-19 0 0 0,6 26-144 0 0,1 0 0 0 0,-1 0 0 0 0,-1 1 0 0 0,1-1 0 0 0,0 0 0 0 0,-1 0 0 0 0,1 1 0 0 0,-1-1 0 0 0,0 0 0 0 0,0 1 0 0 0,0 0 0 0 0,0-1 0 0 0,-1 1 0 0 0,1 0 0 0 0,0 0 0 0 0,-1 0 0 0 0,0 1 0 0 0,1-1 0 0 0,-4-1 0 0 0,3 3-31 0 0,0-1 1 0 0,0 1-1 0 0,0-1 0 0 0,0 1 0 0 0,0 0 0 0 0,0 1 0 0 0,0-1 0 0 0,0 0 1 0 0,0 1-1 0 0,1 0 0 0 0,-1-1 0 0 0,0 1 0 0 0,0 0 0 0 0,0 0 0 0 0,1 1 1 0 0,-4 1-1 0 0,-38 26 2 0 0,40-26-1 0 0,-8 8-3 0 0,0 0-1 0 0,1 1 1 0 0,1 1-1 0 0,0-1 1 0 0,0 2-1 0 0,1-1 1 0 0,1 1-1 0 0,0 0 1 0 0,-6 20-1 0 0,12-29 1 0 0,0 0 0 0 0,1 0 0 0 0,0 0 0 0 0,0 0 0 0 0,0 0 0 0 0,0 0 0 0 0,1 0 0 0 0,1 10 0 0 0,-1-13-2 0 0,0-1 0 0 0,0 1 0 0 0,0-1 0 0 0,1 1 0 0 0,-1-1 0 0 0,1 1 0 0 0,-1-1 0 0 0,1 1 0 0 0,-1-1 0 0 0,1 0 0 0 0,0 1 0 0 0,0-1 0 0 0,0 0 0 0 0,0 0 0 0 0,0 1 0 0 0,0-1 0 0 0,0 0 0 0 0,0 0 0 0 0,0 0 0 0 0,0 0 0 0 0,1 0-1 0 0,-1-1 1 0 0,0 1 0 0 0,1 0 0 0 0,-1 0 0 0 0,1-1 0 0 0,-1 1 0 0 0,1-1 0 0 0,-1 0 0 0 0,1 1 0 0 0,-1-1 0 0 0,1 0 0 0 0,-1 0 0 0 0,4 0 0 0 0,4 0 7 0 0,-1-1-1 0 0,1-1 1 0 0,0 0-1 0 0,0 0 1 0 0,-1 0-1 0 0,1-1 1 0 0,-1-1-1 0 0,0 1 1 0 0,0-1-1 0 0,0-1 1 0 0,-1 1-1 0 0,1-1 1 0 0,-1-1-1 0 0,0 1 1 0 0,8-10-1 0 0,-1 1 43 0 0,0-1 0 0 0,-2-1-1 0 0,1 0 1 0 0,-2-1 0 0 0,18-34 0 0 0,-10 20 232 0 0,-17 30-187 0 0,-10 18-95 0 0,5-11-2 0 0,0 0-1 0 0,0 1 1 0 0,0 0 0 0 0,1 0-1 0 0,1-1 1 0 0,-1 1 0 0 0,-1 15-1 0 0,3-19 4 0 0,0 0 0 0 0,-1 0-1 0 0,1 1 1 0 0,0-1 0 0 0,1 0-1 0 0,-1 0 1 0 0,0 1-1 0 0,1-1 1 0 0,0 0 0 0 0,0 0-1 0 0,0 0 1 0 0,0 0 0 0 0,0 0-1 0 0,1 0 1 0 0,0 0 0 0 0,-1 0-1 0 0,4 4 1 0 0,-3-6 2 0 0,0 1 0 0 0,1-1 0 0 0,-1 0 0 0 0,0 1 0 0 0,0-1 0 0 0,1 0 0 0 0,-1 0 1 0 0,1 0-1 0 0,-1-1 0 0 0,1 1 0 0 0,-1-1 0 0 0,1 1 0 0 0,0-1 0 0 0,-1 0 0 0 0,1 0 0 0 0,-1 0 0 0 0,1 0 1 0 0,0 0-1 0 0,-1-1 0 0 0,1 1 0 0 0,-1-1 0 0 0,1 0 0 0 0,-1 0 0 0 0,1 0 0 0 0,-1 0 0 0 0,0 0 0 0 0,1 0 1 0 0,2-3-1 0 0,7-4 11 0 0,0 0 0 0 0,-1-1 0 0 0,19-19 1 0 0,-26 24-12 0 0,28-34 27 0 0,-26 30-45 0 0,0 0 0 0 0,1 1 0 0 0,0 0 0 0 0,0 0 0 0 0,15-11 0 0 0,-20 17-9 0 0,1 3-47 0 0,-1 0 64 0 0,1 1 0 0 0,0 0 0 0 0,-1-1 0 0 0,1 1 0 0 0,-1 0 0 0 0,0 0 0 0 0,0 1 0 0 0,3 5 0 0 0,21 26-29 0 0,-22-32 42 0 0,1 1 0 0 0,0-1 0 0 0,1 0 0 0 0,-1 0 0 0 0,1-1 0 0 0,-1 0 0 0 0,1 0 0 0 0,0 0 0 0 0,-1-1 0 0 0,1 1 0 0 0,0-1 0 0 0,0-1 0 0 0,0 1 0 0 0,0-1 0 0 0,0 0 0 0 0,0-1 0 0 0,0 1 0 0 0,0-1 0 0 0,0 0 0 0 0,0-1 0 0 0,0 1 0 0 0,-1-1 0 0 0,1 0 0 0 0,-1-1 0 0 0,1 1 0 0 0,-1-1 0 0 0,0 0 0 0 0,0 0 0 0 0,0-1 0 0 0,0 0 0 0 0,-1 0 0 0 0,1 0 0 0 0,5-7 0 0 0,0-3 70 0 0,-7 10-30 0 0,0-1-1 0 0,1 0 1 0 0,0 1-1 0 0,-1 0 1 0 0,1 0 0 0 0,9-7-1 0 0,-11 10-52 0 0,0 26-11 0 0,0 0 14 0 0,1 0 0 0 0,2 0 0 0 0,1-1 0 0 0,0 0 0 0 0,14 31 0 0 0,69 138-25 0 0,-73-162 28 0 0,-6-14 15 0 0,-1 1 1 0 0,-1 1-1 0 0,-1-1 1 0 0,-1 1 0 0 0,5 24-1 0 0,-10-38-10 0 0,0 1 1 0 0,-1 0-1 0 0,0 0 0 0 0,0 0 1 0 0,0-1-1 0 0,-1 1 0 0 0,0 0 1 0 0,0 0-1 0 0,0-1 0 0 0,-1 1 1 0 0,0-1-1 0 0,0 1 0 0 0,0-1 1 0 0,-1 0-1 0 0,1 0 0 0 0,-2 0 1 0 0,1 0-1 0 0,0 0 0 0 0,-1 0 1 0 0,0-1-1 0 0,0 0 0 0 0,-8 7 1 0 0,-6 3 6 0 0,0-1 1 0 0,-1-1 0 0 0,-1-1 0 0 0,0-1-1 0 0,-1 0 1 0 0,0-2 0 0 0,0 0 0 0 0,-31 6 0 0 0,15-5 8 0 0,-1-3 1 0 0,0-1-1 0 0,0-1 1 0 0,-48-3-1 0 0,65-1 4 0 0,0-2 0 0 0,0 0 0 0 0,-31-8 0 0 0,47 9-21 0 0,0-1 0 0 0,0 1-1 0 0,1-1 1 0 0,-1 0 0 0 0,0 0 0 0 0,1 0-1 0 0,-1-1 1 0 0,1 0 0 0 0,0 1-1 0 0,0-2 1 0 0,0 1 0 0 0,0 0-1 0 0,0-1 1 0 0,1 0 0 0 0,-1 1-1 0 0,1-2 1 0 0,0 1 0 0 0,1 0 0 0 0,-5-9-1 0 0,6 10-7 0 0,1 0 1 0 0,-1 0-1 0 0,1-1 0 0 0,0 1 1 0 0,0 0-1 0 0,1 0 0 0 0,-1-1 1 0 0,1 1-1 0 0,-1 0 0 0 0,1 0 0 0 0,0 0 1 0 0,0 0-1 0 0,1 0 0 0 0,-1 0 1 0 0,0 0-1 0 0,1 0 0 0 0,0 1 0 0 0,0-1 1 0 0,0 1-1 0 0,0-1 0 0 0,0 1 1 0 0,3-3-1 0 0,3-3-10 0 0,0 0 1 0 0,0 1-1 0 0,1 0 1 0 0,0 0-1 0 0,12-6 1 0 0,-8 6-25 0 0,1 1 1 0 0,0 1-1 0 0,0 0 0 0 0,0 1 0 0 0,0 1 1 0 0,1 0-1 0 0,0 1 0 0 0,-1 1 1 0 0,1 0-1 0 0,27 2 0 0 0,-40 0-105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7.8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76 183 5324 0 0,'-42'-26'197'0'0,"39"25"-182"0"0,1 0 1 0 0,0 0 0 0 0,0 0-1 0 0,1-1 1 0 0,-1 1 0 0 0,0 0-1 0 0,0-1 1 0 0,0 0 0 0 0,1 1 0 0 0,-1-1-1 0 0,1 0 1 0 0,0 0 0 0 0,-1 1-1 0 0,1-1 1 0 0,0 0 0 0 0,0 0 0 0 0,0-1-1 0 0,0 1 1 0 0,0 0 0 0 0,1 0-1 0 0,-1 0 1 0 0,1-1 0 0 0,-1-2 0 0 0,1 2 27 0 0,1 0 1 0 0,0 0-1 0 0,0 0 1 0 0,0 1-1 0 0,0-1 1 0 0,0 0-1 0 0,1 1 1 0 0,-1-1-1 0 0,1 1 1 0 0,-1-1 0 0 0,1 1-1 0 0,0 0 1 0 0,0-1-1 0 0,0 1 1 0 0,4-3-1 0 0,5-3 96 0 0,-1 0 0 0 0,2 1 0 0 0,-1 0 0 0 0,1 0-1 0 0,0 2 1 0 0,21-8 0 0 0,-24 10-143 0 0,-1 0-1 0 0,1 1 1 0 0,0 0 0 0 0,0 1 0 0 0,0 0-1 0 0,0 1 1 0 0,0-1 0 0 0,0 2-1 0 0,0-1 1 0 0,0 1 0 0 0,0 1-1 0 0,14 3 1 0 0,-19-3 2 0 0,-1 0 0 0 0,1 0 0 0 0,0 0 0 0 0,-1 0 0 0 0,1 1 0 0 0,-1 0 0 0 0,0-1 0 0 0,1 1 0 0 0,-1 0 0 0 0,-1 1 0 0 0,1-1 0 0 0,0 1 0 0 0,-1-1 0 0 0,0 1 0 0 0,0 0 0 0 0,0-1 0 0 0,0 1 0 0 0,-1 0 0 0 0,1 1 0 0 0,-1-1 0 0 0,0 0 0 0 0,0 0 0 0 0,-1 0-1 0 0,1 1 1 0 0,-1-1 0 0 0,0 0 0 0 0,-1 8 0 0 0,0 1 5 0 0,0 1-1 0 0,-2-1 0 0 0,1 0 0 0 0,-2 0 0 0 0,0 0 0 0 0,0 0 1 0 0,-1-1-1 0 0,-1 0 0 0 0,0 0 0 0 0,-1 0 0 0 0,0-1 1 0 0,-14 17-1 0 0,-7 7 8 0 0,-3-1 1 0 0,-47 41 0 0 0,37-43-5 0 0,30-24 11 0 0,0 1 0 0 0,0 0 1 0 0,1 0-1 0 0,-12 14 0 0 0,21-22 94 0 0,10-3-101 0 0,111-30-20 0 0,141-17 0 0 0,-259 48-21 0 0,17-7-3724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8.2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172 60 5360 0 0,'-7'-1'-51'0'0,"-1"1"-1"0"0,1 0 0 0 0,-1 1 0 0 0,1-1 0 0 0,-1 2 0 0 0,1-1 0 0 0,0 1 0 0 0,-1 0 0 0 0,1 0 0 0 0,0 1 0 0 0,0 0 0 0 0,1 0 0 0 0,-11 7 0 0 0,13-8 52 0 0,0 1 0 0 0,-1 0 0 0 0,1 0 0 0 0,0 0 0 0 0,1 1 0 0 0,-1-1 0 0 0,1 1 0 0 0,-1 0 0 0 0,1 0 0 0 0,0 0 0 0 0,0 1 0 0 0,1-1 0 0 0,-1 1 0 0 0,1-1 1 0 0,0 1-1 0 0,1 0 0 0 0,-1 0 0 0 0,1 0 0 0 0,0 0 0 0 0,0 0 0 0 0,-1 5 0 0 0,2-7 9 0 0,1-1 1 0 0,-1 1-1 0 0,0-1 1 0 0,1 0-1 0 0,-1 1 1 0 0,1-1-1 0 0,0 1 1 0 0,0-1 0 0 0,0 0-1 0 0,0 0 1 0 0,0 1-1 0 0,0-1 1 0 0,0 0-1 0 0,1 0 1 0 0,-1 0-1 0 0,1 0 1 0 0,0 0-1 0 0,0-1 1 0 0,2 3-1 0 0,1 0 19 0 0,0-1 0 0 0,0-1-1 0 0,-1 1 1 0 0,2-1 0 0 0,-1 0-1 0 0,0 0 1 0 0,0 0 0 0 0,9 1-1 0 0,-4-1 50 0 0,0-1-1 0 0,-1 0 1 0 0,1 0-1 0 0,0-1 1 0 0,0-1-1 0 0,-1 1 0 0 0,1-2 1 0 0,0 1-1 0 0,13-5 1 0 0,-18 4-37 0 0,-1-1 0 0 0,0 1 1 0 0,0-1-1 0 0,0 0 0 0 0,0 0 1 0 0,0 0-1 0 0,0-1 0 0 0,-1 1 1 0 0,0-1-1 0 0,0 0 0 0 0,0 0 1 0 0,0 0-1 0 0,0 0 0 0 0,-1-1 1 0 0,0 1-1 0 0,0 0 0 0 0,0-1 0 0 0,0 0 1 0 0,-1 0-1 0 0,0 1 0 0 0,0-1 1 0 0,0 0-1 0 0,-1 0 0 0 0,1 0 1 0 0,-1 0-1 0 0,0 0 0 0 0,-1 0 1 0 0,1 0-1 0 0,-1 0 0 0 0,-2-7 0 0 0,2 7-31 0 0,0-1 0 0 0,0 1 0 0 0,-1-1 0 0 0,0 1 0 0 0,0-1 0 0 0,-1 1 0 0 0,1 0 0 0 0,-1 0 0 0 0,0 0 0 0 0,0 1 0 0 0,-1-1 0 0 0,1 1 0 0 0,-1 0 0 0 0,0 0 0 0 0,0 0 0 0 0,-1 0 0 0 0,1 1 0 0 0,-1-1-1 0 0,1 1 1 0 0,-1 0 0 0 0,0 1 0 0 0,-1-1 0 0 0,1 1 0 0 0,0 0 0 0 0,-1 0 0 0 0,1 1 0 0 0,-6-2 0 0 0,9 3-180 0 0,-32-1-125 0 0,32 0 69 0 0,0 1 0 0 0,0 0-1 0 0,0 1 1 0 0,0-1-1 0 0,0 0 1 0 0,-1 0 0 0 0,1 1-1 0 0,0 0 1 0 0,0-1-1 0 0,0 1 1 0 0,1 0 0 0 0,-1 0-1 0 0,0 0 1 0 0,0 0-1 0 0,0 0 1 0 0,-1 2 0 0 0,-2 3-923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8.5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15 4632 0 0,'5'-14'1260'0'0,"-4"18"-631"0"0,-6 39-500 0 0,-1 17-81 0 0,18 227 204 0 0,-13-275-339 0 0,0-2-3241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9.0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136 59 4636 0 0,'2'-1'-2'0'0,"0"0"-1"0"0,-1 0 1 0 0,0 0 0 0 0,1-1-1 0 0,-1 1 1 0 0,0-1-1 0 0,1 1 1 0 0,-1-1-1 0 0,0 1 1 0 0,0-1-1 0 0,0 1 1 0 0,-1-1-1 0 0,1 0 1 0 0,0 0-1 0 0,-1 1 1 0 0,1-1-1 0 0,-1 0 1 0 0,1 0-1 0 0,-1 0 1 0 0,0 0 0 0 0,0-3-1 0 0,0 4 19 0 0,-1 0 0 0 0,0-1-1 0 0,0 1 1 0 0,0 0 0 0 0,1 0 0 0 0,-1-1 0 0 0,0 1 0 0 0,-1 0-1 0 0,1 0 1 0 0,0 0 0 0 0,0 0 0 0 0,0 0 0 0 0,-1 0-1 0 0,1 1 1 0 0,0-1 0 0 0,-1 0 0 0 0,1 1 0 0 0,-1-1-1 0 0,1 1 1 0 0,-1-1 0 0 0,1 1 0 0 0,-1 0 0 0 0,1 0 0 0 0,-1-1-1 0 0,-1 1 1 0 0,0 0 35 0 0,-3 1-14 0 0,-5 0-14 0 0,-1 1-1 0 0,1 0 1 0 0,0 0 0 0 0,0 1-1 0 0,0 1 1 0 0,1 0 0 0 0,-21 10-1 0 0,31-13-20 0 0,-1 0 0 0 0,0 0-1 0 0,1 0 1 0 0,-1 0 0 0 0,1 0-1 0 0,-1 0 1 0 0,1 0-1 0 0,0-1 1 0 0,-1 1 0 0 0,1 1-1 0 0,0-1 1 0 0,0 0 0 0 0,-1 0-1 0 0,1 0 1 0 0,0 0-1 0 0,0 0 1 0 0,0 0 0 0 0,0 0-1 0 0,1 0 1 0 0,-1 0 0 0 0,0 0-1 0 0,0 0 1 0 0,1 0-1 0 0,-1 0 1 0 0,0 0 0 0 0,1 0-1 0 0,-1 0 1 0 0,1 0 0 0 0,-1 0-1 0 0,1-1 1 0 0,0 1-1 0 0,-1 0 1 0 0,1 0 0 0 0,0 0-1 0 0,1 0 1 0 0,28 27 25 0 0,-27-25-27 0 0,11 9 19 0 0,110 97 27 0 0,-112-96-38 0 0,-1 0 0 0 0,0 1 0 0 0,0 0 0 0 0,-2 0 0 0 0,0 1 0 0 0,0 0 0 0 0,8 23 0 0 0,-16-35 23 0 0,1 0 1 0 0,-1 0-1 0 0,0 0 1 0 0,-1 0-1 0 0,1 0 1 0 0,0 0 0 0 0,-1 0-1 0 0,0 1 1 0 0,0-1-1 0 0,0 0 1 0 0,0 0 0 0 0,0 1-1 0 0,0-1 1 0 0,-1 0-1 0 0,0 0 1 0 0,0 0 0 0 0,0 0-1 0 0,0 0 1 0 0,0 0-1 0 0,0 0 1 0 0,-1 0-1 0 0,0 0 1 0 0,1 0 0 0 0,-1-1-1 0 0,0 1 1 0 0,0-1-1 0 0,0 1 1 0 0,-1-1 0 0 0,1 0-1 0 0,-1 0 1 0 0,1 0-1 0 0,-1 0 1 0 0,0 0 0 0 0,-4 2-1 0 0,-2 0 85 0 0,1-1 0 0 0,-1 0 0 0 0,0 0 1 0 0,0-1-1 0 0,0 0 0 0 0,0 0 0 0 0,0-1 0 0 0,0 0 0 0 0,0-1 0 0 0,-19-1 0 0 0,26 1-116 0 0,0-1 0 0 0,-1 1 0 0 0,1-1 0 0 0,0 1 0 0 0,-1-1 0 0 0,1 0 0 0 0,0 0 0 0 0,0 0 0 0 0,0 0 0 0 0,-1 0 0 0 0,1 0-1 0 0,0 0 1 0 0,1-1 0 0 0,-1 1 0 0 0,0-1 0 0 0,0 0 0 0 0,1 1 0 0 0,-1-1 0 0 0,1 0 0 0 0,-1 0 0 0 0,1 0 0 0 0,0 0 0 0 0,0 0-1 0 0,0 0 1 0 0,0-1 0 0 0,0 1 0 0 0,0 0 0 0 0,0 0 0 0 0,1-1 0 0 0,-1 1 0 0 0,1 0 0 0 0,0-1 0 0 0,0-4 0 0 0,0 0-380 0 0,0-1 1 0 0,1 1 0 0 0,0-1 0 0 0,0 1 0 0 0,1 0-1 0 0,0-1 1 0 0,0 1 0 0 0,1 0 0 0 0,4-9-1 0 0,9-9-1828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9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6 154 5785 0 0,'0'0'-108'0'0,"-5"-12"-8"0"0,7 2-81 0 0,12-5 45 0 0,0 8 100 0 0,2-1-12 0 0,6-2 16 0 0,3 0 0 0 0,5 3 16 0 0,3-5 4 0 0,0 4-84 0 0,-3-2-116 0 0,3 0-164 0 0,0-2-496 0 0,-3 2-244 0 0,-3-2 800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9.5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151 1 3480 0 0,'-125'119'1547'0'0,"99"-95"-4087"0"0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29.7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190 1 3164 0 0,'11'15'24'0'0,"-17"0"144"0"0,-7 4-44 0 0,4-4-12 0 0,-4 0 4 0 0,-1 2 8 0 0,-2 0-32 0 0,-1 6 16 0 0,-2-1-16 0 0,2 0 16 0 0,-2-2-72 0 0,6-3-140 0 0,-1-2-216 0 0,3-3-572 0 0,0 1-112 0 0,3-1 912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30.7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96 240 3212 0 0,'-66'-10'1185'0'0,"64"10"-940"0"0,-20-3 517 0 0,17 0 386 0 0,362-31-1057 0 0,-214 25-69 0 0,1540-67 22 0 0,1290 55-39 0 0,-2733 24 6 0 0,673-13 58 0 0,-875 8-315 0 0,10 0 520 0 0,48-9 0 0 0,-83 8-685 0 0,-1 1 1 0 0,0-1-1 0 0,0-1 1 0 0,0 0-1 0 0,-1-1 1 0 0,1 0-1 0 0,-1-1 1 0 0,0 0-1 0 0,9-8 1 0 0,-9 5-725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3.0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6245 0 0,'0'0'-456'0'0,"16"18"-2374"0"0,-15-16 2797 0 0,20 34-10 0 0,-8-4 61 0 0,2-1 0 0 0,1-1 0 0 0,1 0 1 0 0,28 37-1 0 0,12 21 68 0 0,-2-8 7 0 0,3-2 0 0 0,130 133 0 0 0,-160-181-93 0 0,-26-27 0 0 0,39 39 51 0 0,-2 1-1 0 0,-2 2 1 0 0,55 89-1 0 0,-49-56 169 0 0,-42-77-122 0 0,4 11 1120 0 0,-19-37-2785 0 0,6 4-82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4.0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56 4464 0 0,'-3'-11'-385'0'0,"3"11"382"0"0,0-1 0 0 0,0 1-1 0 0,0 0 1 0 0,0 0 0 0 0,0-1-1 0 0,0 1 1 0 0,0 0-1 0 0,0 0 1 0 0,0 0 0 0 0,0-1-1 0 0,0 1 1 0 0,-1 0 0 0 0,1 0-1 0 0,0-1 1 0 0,0 1 0 0 0,0 0-1 0 0,0 0 1 0 0,0 0 0 0 0,-1-1-1 0 0,1 1 1 0 0,0 0 0 0 0,0 0-1 0 0,0 0 1 0 0,-1 0-1 0 0,1-1 1 0 0,0 1 0 0 0,0 0-1 0 0,0 0 1 0 0,-1 0 0 0 0,1 0-1 0 0,0 0 1 0 0,0 0 0 0 0,-1 0-1 0 0,1 0 1 0 0,0 0 0 0 0,0 0-1 0 0,-1 0 1 0 0,1 0 0 0 0,0 0-1 0 0,0 0 1 0 0,-1 0-1 0 0,1 0 1 0 0,0 0 0 0 0,0 0-1 0 0,0 0 1 0 0,-1 0 0 0 0,1 0-1 0 0,-6 7 3 0 0,0 0-1 0 0,1 1 1 0 0,0 0-1 0 0,0-1 1 0 0,1 1-1 0 0,0 1 1 0 0,1-1-1 0 0,0 1 1 0 0,-5 17-1 0 0,1 10-5 0 0,-3 44-1 0 0,5-42 7 0 0,8 23 1106 0 0,-3-60-783 0 0,1-3-146 0 0,1 0 0 0 0,0 0 0 0 0,-1 0 0 0 0,1 0 0 0 0,-1 0 0 0 0,0-1-1 0 0,1 1 1 0 0,-1 0 0 0 0,-1-1 0 0 0,1 1 0 0 0,0-1 0 0 0,0 1 0 0 0,0-5 0 0 0,17-64 145 0 0,-7 25-16 0 0,1-1-107 0 0,-9 31-142 0 0,1 0 0 0 0,1 0 0 0 0,0 1 0 0 0,1 0 0 0 0,14-25 0 0 0,-18 37-57 0 0,1 0-1 0 0,-1 1 0 0 0,1-1 0 0 0,0 1 0 0 0,-1-1 1 0 0,1 1-1 0 0,0 0 0 0 0,1 0 0 0 0,-1 0 0 0 0,0 1 1 0 0,0-1-1 0 0,1 1 0 0 0,-1 0 0 0 0,1 0 0 0 0,-1 0 1 0 0,1 0-1 0 0,-1 1 0 0 0,1-1 0 0 0,-1 1 0 0 0,1 0 1 0 0,0 0-1 0 0,6 1 0 0 0,11 1-8 0 0,0 1 0 0 0,38 12 0 0 0,-24-6 4 0 0,87 20 31 0 0,-120-28-13 0 0,10 1 276 0 0,-1 0-1026 0 0,0-1-3575 0 0,7-1 2035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5.8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401 39 5428 0 0,'0'0'-191'0'0,"2"-4"-82"0"0,7-14 273 0 0,-29 7 12 0 0,7 9-12 0 0,0 0 0 0 0,0 1-1 0 0,0 0 1 0 0,0 1 0 0 0,-1 1 0 0 0,1 0 0 0 0,0 1 0 0 0,0 0 0 0 0,0 1-1 0 0,0 0 1 0 0,1 1 0 0 0,-1 1 0 0 0,1 0 0 0 0,0 1 0 0 0,-14 8 0 0 0,11-5-3 0 0,1 0 0 0 0,0 1 0 0 0,1 0 0 0 0,0 1 0 0 0,0 0 1 0 0,1 1-1 0 0,1 1 0 0 0,0 0 0 0 0,0 0 0 0 0,2 1 1 0 0,-15 27-1 0 0,22-38 3 0 0,0 1 0 0 0,1 0 0 0 0,-1-1 0 0 0,1 1-1 0 0,0 0 1 0 0,0 0 0 0 0,0 0 0 0 0,0 0 0 0 0,1 0 0 0 0,0 0 0 0 0,0 0 0 0 0,0 0 0 0 0,0 0 0 0 0,1 0 0 0 0,-1 0 0 0 0,1 0 0 0 0,0 0 0 0 0,0 0 0 0 0,0 0 0 0 0,3 4-1 0 0,-1-3 3 0 0,1 0 0 0 0,0 0 0 0 0,0 0 0 0 0,0-1 0 0 0,1 1 0 0 0,-1-1 0 0 0,1 0 0 0 0,0-1 0 0 0,0 1 0 0 0,1-1 0 0 0,-1 0 0 0 0,9 3 0 0 0,21 8 13 0 0,1-3 0 0 0,0-1 0 0 0,1-1 0 0 0,-1-3-1 0 0,62 5 1 0 0,2 0 159 0 0,-81-7-46 0 0,-17-3-209 0 0,0 0 0 0 0,0 0 1 0 0,0-1-1 0 0,0 1 0 0 0,1-1 0 0 0,-1 1 1 0 0,0-1-1 0 0,1 0 0 0 0,-1 0 0 0 0,0 0 0 0 0,0 0 1 0 0,1 0-1 0 0,-1-1 0 0 0,0 1 0 0 0,1 0 1 0 0,-1-1-1 0 0,0 0 0 0 0,0 0 0 0 0,0 0 1 0 0,0 0-1 0 0,0 0 0 0 0,0 0 0 0 0,0 0 1 0 0,0 0-1 0 0,0-1 0 0 0,3-2 0 0 0,0-3-1237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6.6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33 197 4180 0 0,'-4'-9'0'0'0,"1"-1"-1"0"0,0 1 0 0 0,1-1 1 0 0,0 0-1 0 0,0 1 0 0 0,1-1 1 0 0,0-10-1 0 0,-4-22 876 0 0,0 0 220 0 0,5 40-969 0 0,-5-22 463 0 0,9 80-587 0 0,13 114 23 0 0,-14-151-22 0 0,1 0-1 0 0,1 0 1 0 0,0 0 0 0 0,2-1 0 0 0,0 0-1 0 0,16 28 1 0 0,-16-36 5 0 0,0-1 0 0 0,1 0 0 0 0,0-1 0 0 0,0 0 1 0 0,1 0-1 0 0,0-1 0 0 0,0 0 0 0 0,1 0 0 0 0,0-1 0 0 0,0 0 0 0 0,1-1 0 0 0,-1 0 0 0 0,22 5 0 0 0,-13-4 8 0 0,0-1 0 0 0,0-1-1 0 0,1-1 1 0 0,0 0-1 0 0,0-2 1 0 0,-1 0-1 0 0,31-4 1 0 0,-45 3-9 0 0,0-1 0 0 0,0 1-1 0 0,0-1 1 0 0,0-1 0 0 0,0 1 0 0 0,0-1-1 0 0,-1 0 1 0 0,1 0 0 0 0,-1 0 0 0 0,1-1-1 0 0,-1 1 1 0 0,0-1 0 0 0,0 0 0 0 0,0 0-1 0 0,0-1 1 0 0,-1 1 0 0 0,1-1 0 0 0,-1 0-1 0 0,0 0 1 0 0,0 0 0 0 0,0 0 0 0 0,-1 0-1 0 0,1-1 1 0 0,1-6 0 0 0,1-3 24 0 0,-1-1 1 0 0,0 0 0 0 0,-2 0-1 0 0,0 0 1 0 0,0 0-1 0 0,-2-26 1 0 0,0 39-45 0 0,0-4-62 0 0,0 4 29 0 0,-1 5 25 0 0,0 3 11 0 0,0 1 0 0 0,0 0 0 0 0,1 1-1 0 0,0-1 1 0 0,0 0 0 0 0,1 0 0 0 0,0 0 0 0 0,0 0-1 0 0,1-1 1 0 0,-1 1 0 0 0,1 0 0 0 0,1 0-1 0 0,0-1 1 0 0,0 0 0 0 0,0 1 0 0 0,0-1 0 0 0,1 0-1 0 0,8 9 1 0 0,-3-3-26 0 0,1-1-1 0 0,0 0 0 0 0,0 0 1 0 0,1-1-1 0 0,0 0 1 0 0,1-1-1 0 0,0-1 1 0 0,19 11-1 0 0,-29-19-182 0 0,0 1-1 0 0,1 0 1 0 0,-1 0 0 0 0,0-1 0 0 0,1 1-1 0 0,-1-1 1 0 0,1 0 0 0 0,-1 0 0 0 0,1 0-1 0 0,-1 0 1 0 0,1 0 0 0 0,-1-1-1 0 0,0 1 1 0 0,1-1 0 0 0,3-1 0 0 0,10-3-1273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6.8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23 5016 0 0,'-47'-22'865'0'0,"45"21"-819"0"0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7.8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280 248 4184 0 0,'-14'5'-306'0'0,"-8"1"193"0"0,1 2 0 0 0,0 0 0 0 0,0 1 0 0 0,1 1 0 0 0,0 1 0 0 0,1 1 0 0 0,0 1 0 0 0,-27 23 0 0 0,42-31 110 0 0,-3 2 9 0 0,0 0 0 0 0,0 0 0 0 0,0 1 1 0 0,1 0-1 0 0,-7 12 0 0 0,12-18 0 0 0,1 0 0 0 0,-1-1-1 0 0,0 1 1 0 0,0 0-1 0 0,1 0 1 0 0,-1-1 0 0 0,1 1-1 0 0,0 0 1 0 0,-1 0 0 0 0,1 0-1 0 0,0 0 1 0 0,0-1-1 0 0,0 1 1 0 0,0 0 0 0 0,1 0-1 0 0,-1 0 1 0 0,0 0 0 0 0,1 0-1 0 0,-1-1 1 0 0,1 1-1 0 0,0 0 1 0 0,0-1 0 0 0,0 1-1 0 0,-1 0 1 0 0,1-1-1 0 0,1 1 1 0 0,-1-1 0 0 0,0 1-1 0 0,0-1 1 0 0,0 0 0 0 0,1 1-1 0 0,-1-1 1 0 0,1 0-1 0 0,-1 0 1 0 0,1 0 0 0 0,-1 0-1 0 0,3 1 1 0 0,16 8 38 0 0,0 0-1 0 0,1-1 1 0 0,0-1-1 0 0,0-1 1 0 0,1-1 0 0 0,38 5-1 0 0,-25-6 19 0 0,0-2 0 0 0,0-2 0 0 0,57-5 0 0 0,-85 4-41 0 0,-1-1 1 0 0,1 0-1 0 0,-1 0 0 0 0,0-1 0 0 0,1 0 0 0 0,-1 0 0 0 0,0 0 0 0 0,0-1 1 0 0,0 0-1 0 0,0 0 0 0 0,-1-1 0 0 0,1 1 0 0 0,-1-1 0 0 0,0 0 0 0 0,0-1 0 0 0,0 1 1 0 0,-1-1-1 0 0,8-10 0 0 0,-8 7 2 0 0,0 1 0 0 0,0-1-1 0 0,0 0 1 0 0,-1-1 0 0 0,-1 1 0 0 0,0-1 0 0 0,0 1 0 0 0,0-1-1 0 0,-1 0 1 0 0,0 1 0 0 0,-1-1 0 0 0,0 0 0 0 0,-1-14 0 0 0,-6-28 321 0 0,-2-1 0 0 0,-2 1 0 0 0,-25-70 1 0 0,11 38 331 0 0,25 82-574 0 0,-2 3-99 0 0,1 0 0 0 0,-1 1 0 0 0,1-1 0 0 0,0 1 0 0 0,0-1 1 0 0,0 1-1 0 0,0-1 0 0 0,0 1 0 0 0,1 0 0 0 0,-1-1 1 0 0,1 1-1 0 0,0 0 0 0 0,-1-1 0 0 0,1 1 0 0 0,0 0 0 0 0,1 5 1 0 0,10 51 21 0 0,-7-41-16 0 0,12 43 31 0 0,2 0 0 0 0,41 90-1 0 0,-12-32 122 0 0,-45-117 556 0 0,-1-10-269 0 0,-4-30-121 0 0,0-61-284 0 0,3 93-80 0 0,1 1 0 0 0,-1-1 1 0 0,1 1-1 0 0,1-1 0 0 0,-1 1 0 0 0,1-1 0 0 0,-1 1 0 0 0,2-1 0 0 0,-1 1 1 0 0,0 0-1 0 0,1 0 0 0 0,0 1 0 0 0,0-1 0 0 0,1 0 0 0 0,5-5 1 0 0,-3 5-38 0 0,-1 1 0 0 0,1 0 0 0 0,0 1 0 0 0,1-1 0 0 0,-1 1 1 0 0,1 0-1 0 0,-1 1 0 0 0,1 0 0 0 0,0 0 0 0 0,0 0 0 0 0,0 1 0 0 0,7-1 1 0 0,-10 1 21 0 0,1 0 0 0 0,-1 1-1 0 0,1-1 1 0 0,-1 1 0 0 0,1 0 0 0 0,-1 0 0 0 0,1 0 0 0 0,-1 1 0 0 0,1-1 0 0 0,-1 1 0 0 0,0 0 0 0 0,1 0 0 0 0,-1 1 0 0 0,0-1 0 0 0,0 1 0 0 0,0 0 0 0 0,0 0-1 0 0,0 1 1 0 0,0-1 0 0 0,-1 1 0 0 0,6 4 0 0 0,-9-6 44 0 0,0 0 0 0 0,0 0 0 0 0,-1 0 0 0 0,1 0 0 0 0,0 0 0 0 0,-1 0 0 0 0,1 0 0 0 0,0-1-1 0 0,-1 1 1 0 0,1 0 0 0 0,-1 0 0 0 0,0 0 0 0 0,1-1 0 0 0,-1 1 0 0 0,1 0 0 0 0,-1-1 0 0 0,0 1 0 0 0,0 0 0 0 0,1-1 0 0 0,-1 1 0 0 0,0-1-1 0 0,0 1 1 0 0,-1-1 0 0 0,-19 14-76 0 0,-171 86-274 0 0,190-99 385 0 0,25 8-31 0 0,14 0 10 0 0,45 6 1 0 0,17 4-8 0 0,-58-8-2 0 0,0 1 0 0 0,72 35 0 0 0,-110-45-113 0 0,1 1-1 0 0,-1 0 1 0 0,0 0-1 0 0,1 0 1 0 0,-1 0-1 0 0,-1 1 1 0 0,1-1-1 0 0,0 1 1 0 0,-1 0-1 0 0,0 0 1 0 0,0 0-1 0 0,0 0 1 0 0,0 0-1 0 0,1 5 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8.6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93 122 3324 0 0,'-76'-115'2501'0'0,"76"115"-2491"0"0,0 0 0 0 0,0-1-1 0 0,0 1 1 0 0,0 0 0 0 0,0 0-1 0 0,0-1 1 0 0,0 1 0 0 0,0 0-1 0 0,0-1 1 0 0,-1 1 0 0 0,1 0-1 0 0,0 0 1 0 0,0-1 0 0 0,0 1-1 0 0,0 0 1 0 0,-1 0 0 0 0,1-1-1 0 0,0 1 1 0 0,0 0 0 0 0,-1 0-1 0 0,1 0 1 0 0,0-1 0 0 0,0 1-1 0 0,-1 0 1 0 0,1 0 0 0 0,0 0-1 0 0,0 0 1 0 0,-1 0 0 0 0,1 0-1 0 0,0-1 1 0 0,-1 1 0 0 0,1 0-1 0 0,0 0 1 0 0,-1 0 0 0 0,1 0-1 0 0,0 0 1 0 0,0 0 0 0 0,-1 0-1 0 0,1 0 1 0 0,0 0 0 0 0,-1 1-1 0 0,1-1 1 0 0,0 0 0 0 0,-1 0-1 0 0,1 0 1 0 0,0 0 0 0 0,0 0-1 0 0,-1 0 1 0 0,1 1 0 0 0,0-1-1 0 0,0 0 1 0 0,-1 0 0 0 0,1 0-1 0 0,0 1 1 0 0,0-1 0 0 0,0 0-1 0 0,-1 0 1 0 0,1 1 0 0 0,-3 28 108 0 0,11 43-120 0 0,84 232 124 0 0,-13-111 105 0 0,-75-177 309 0 0,-12-21 146 0 0,6 2-620 0 0,-1 0 0 0 0,1-1-1 0 0,-1 1 1 0 0,1-1 0 0 0,0 1 0 0 0,1-1 0 0 0,-4-7 0 0 0,4 5-54 0 0,1 0 0 0 0,-1 0 0 0 0,1-1 0 0 0,0 1 0 0 0,1 0 0 0 0,-1 0 0 0 0,1 0 0 0 0,1 0 0 0 0,-1 0 0 0 0,1 0 0 0 0,0 0 0 0 0,0 0 0 0 0,1 0-1 0 0,-1 1 1 0 0,1-1 0 0 0,1 1 0 0 0,-1 0 0 0 0,1 0 0 0 0,0 0 0 0 0,0 1 0 0 0,0-1 0 0 0,1 1 0 0 0,-1 0 0 0 0,1 0 0 0 0,0 0 0 0 0,8-4 0 0 0,-5 3-26 0 0,1 1-1 0 0,-1 0 1 0 0,1 0 0 0 0,-1 1-1 0 0,1 0 1 0 0,0 0 0 0 0,0 1-1 0 0,0 0 1 0 0,1 1 0 0 0,-1 0 0 0 0,0 0-1 0 0,1 1 1 0 0,-1 0 0 0 0,0 1-1 0 0,0 0 1 0 0,1 1 0 0 0,9 2-1 0 0,-3 1-6 0 0,0 2-1 0 0,-1-1 1 0 0,1 2-1 0 0,-2 0 0 0 0,1 0 1 0 0,-1 2-1 0 0,-1 0 0 0 0,1 0 1 0 0,-2 1-1 0 0,23 25 0 0 0,-14-19-146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9.0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6 173 4376 0 0,'24'4'-744'0'0,"-1"-8"689"0"0,-1-2 1 0 0,42-16-1 0 0,-54 18 158 0 0,1-1 1 0 0,-1 0-1 0 0,-1-1 0 0 0,1 0 1 0 0,-1 0-1 0 0,0-1 0 0 0,0 0 0 0 0,11-13 1 0 0,-19 19-85 0 0,0 0 1 0 0,0-1-1 0 0,0 1 0 0 0,0-1 1 0 0,-1 1-1 0 0,1-1 1 0 0,0 1-1 0 0,-1-1 0 0 0,1 1 1 0 0,-1-1-1 0 0,1 0 1 0 0,-1 1-1 0 0,0-1 1 0 0,0 0-1 0 0,1 1 0 0 0,-1-1 1 0 0,-1 0-1 0 0,1 1 1 0 0,0-1-1 0 0,0 0 0 0 0,0 1 1 0 0,-1-1-1 0 0,1 0 1 0 0,-1 1-1 0 0,0-1 1 0 0,1 1-1 0 0,-1-1 0 0 0,0 1 1 0 0,0-1-1 0 0,0 1 1 0 0,0 0-1 0 0,0-1 0 0 0,0 1 1 0 0,0 0-1 0 0,0 0 1 0 0,-3-2-1 0 0,1 1-1 0 0,1-1-1 0 0,-1 1 0 0 0,0 0 1 0 0,0 1-1 0 0,0-1 1 0 0,-1 0-1 0 0,1 1 1 0 0,0 0-1 0 0,-1-1 1 0 0,1 1-1 0 0,-1 1 1 0 0,1-1-1 0 0,-1 0 1 0 0,1 1-1 0 0,-1 0 1 0 0,0 0-1 0 0,-3 0 0 0 0,-4 2-2 0 0,0 1 0 0 0,1 1-1 0 0,-1-1 1 0 0,1 2 0 0 0,0-1-1 0 0,0 2 1 0 0,1-1 0 0 0,-1 1-1 0 0,1 0 1 0 0,-13 13-1 0 0,18-16-13 0 0,1 0-1 0 0,-1 0 0 0 0,1 1 1 0 0,0-1-1 0 0,0 1 0 0 0,0 0 1 0 0,0 0-1 0 0,1 0 0 0 0,0 0 0 0 0,0 1 1 0 0,0-1-1 0 0,0 0 0 0 0,0 1 1 0 0,1 0-1 0 0,0-1 0 0 0,0 1 1 0 0,0 0-1 0 0,1-1 0 0 0,0 1 0 0 0,0 0 1 0 0,0 0-1 0 0,0 0 0 0 0,1-1 1 0 0,-1 1-1 0 0,1 0 0 0 0,0-1 1 0 0,4 10-1 0 0,-1-8 16 0 0,-1 0 0 0 0,2 0 0 0 0,-1 0 0 0 0,1 0 0 0 0,-1-1 0 0 0,1 0 0 0 0,1 0 0 0 0,-1 0 0 0 0,1-1 1 0 0,0 0-1 0 0,0 0 0 0 0,0 0 0 0 0,1-1 0 0 0,-1 0 0 0 0,1 0 0 0 0,13 4 0 0 0,-5-3-334 0 0,0 0 0 0 0,0-1 0 0 0,1 0 0 0 0,-1-2 0 0 0,1 0 1 0 0,28-1-1 0 0,-15-5-821 0 0,3-2 486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6:59.6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57 3188 0 0,'-32'-17'-202'0'0,"31"17"212"0"0,-23-12 126 0 0,11 5-74 0 0,10 5-69 0 0,6 3-38 0 0,39 16 47 0 0,0 2 0 0 0,-1 2 1 0 0,0 2-1 0 0,-2 2 0 0 0,-1 1 0 0 0,-2 2 0 0 0,45 43 0 0 0,-77-67 17 0 0,1 0 0 0 0,-1 0 0 0 0,-1 1 0 0 0,1 0 0 0 0,-1 0 0 0 0,0 0 0 0 0,0 0 0 0 0,0 0-1 0 0,0 1 1 0 0,-1-1 0 0 0,3 11 0 0 0,-6-15 2 0 0,1 0 0 0 0,0 0-1 0 0,-1 0 1 0 0,1 0 0 0 0,-1 0-1 0 0,1 0 1 0 0,-1 0-1 0 0,1 0 1 0 0,-1-1 0 0 0,0 1-1 0 0,0 0 1 0 0,1 0 0 0 0,-1 0-1 0 0,0-1 1 0 0,0 1 0 0 0,0-1-1 0 0,0 1 1 0 0,1 0-1 0 0,-1-1 1 0 0,0 0 0 0 0,0 1-1 0 0,0-1 1 0 0,0 1 0 0 0,0-1-1 0 0,0 0 1 0 0,0 0 0 0 0,-1 0-1 0 0,1 0 1 0 0,0 0 0 0 0,0 0-1 0 0,0 0 1 0 0,0 0-1 0 0,0 0 1 0 0,0 0 0 0 0,-2-1-1 0 0,-31-4 498 0 0,31 4-475 0 0,1 1 1 0 0,-1-1-1 0 0,1 0 0 0 0,-1 0 0 0 0,1 0 1 0 0,0 0-1 0 0,-1-1 0 0 0,1 1 0 0 0,0 0 1 0 0,0-1-1 0 0,0 0 0 0 0,0 0 0 0 0,0 1 1 0 0,0-1-1 0 0,1 0 0 0 0,-1 0 1 0 0,1-1-1 0 0,-1 1 0 0 0,1 0 0 0 0,0 0 1 0 0,-2-3-1 0 0,3 1-7 0 0,-1 0 1 0 0,0 0 0 0 0,1 1-1 0 0,0-1 1 0 0,0 0-1 0 0,0 0 1 0 0,0 0-1 0 0,1 1 1 0 0,-1-1 0 0 0,1 0-1 0 0,0 1 1 0 0,3-8-1 0 0,1-2 13 0 0,1 1-1 0 0,1 0 1 0 0,0 0-1 0 0,1 1 0 0 0,0 0 1 0 0,16-17-1 0 0,-12 15-26 0 0,1 1 0 0 0,1 1-1 0 0,0 0 1 0 0,0 1-1 0 0,1 1 1 0 0,1 0 0 0 0,23-10-1 0 0,-8 8-35 0 0,0 1 0 0 0,0 2-1 0 0,54-7 1 0 0,-82 14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00.1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1 225 3836 0 0,'15'-2'-27'0'0,"0"0"1"0"0,0-1-1 0 0,-1-1 0 0 0,1-1 0 0 0,-1 0 0 0 0,0-1 0 0 0,0 0 0 0 0,24-16 0 0 0,-34 20 78 0 0,0-1 1 0 0,0 1-1 0 0,0-1 0 0 0,-1 0 0 0 0,1-1 0 0 0,-1 1 1 0 0,1 0-1 0 0,-1-1 0 0 0,0 0 0 0 0,-1 0 0 0 0,1 0 1 0 0,-1 0-1 0 0,1 0 0 0 0,-1 0 0 0 0,0-1 0 0 0,-1 1 1 0 0,1-1-1 0 0,-1 0 0 0 0,0 1 0 0 0,0-1 0 0 0,-1 0 1 0 0,1 1-1 0 0,-1-1 0 0 0,0 0 0 0 0,0 0 0 0 0,0 0 1 0 0,-1 1-1 0 0,0-1 0 0 0,0 0 0 0 0,0 1 0 0 0,-4-10 0 0 0,5 13-33 0 0,-1-1 0 0 0,0 0 0 0 0,1 1 0 0 0,-1-1 0 0 0,0 1 0 0 0,0-1 0 0 0,0 1 0 0 0,0-1 0 0 0,0 1 0 0 0,0 0 0 0 0,0-1 0 0 0,-1 1 0 0 0,1 0 0 0 0,0 0 0 0 0,-1 0 0 0 0,1 0 0 0 0,-1 0 0 0 0,1 0 0 0 0,-1 0 0 0 0,1 1 0 0 0,-1-1 0 0 0,0 0 0 0 0,1 1 0 0 0,-1 0 0 0 0,-3-1 0 0 0,2 1-7 0 0,0 0-1 0 0,0 1 1 0 0,0-1-1 0 0,0 1 1 0 0,0 0-1 0 0,0 0 1 0 0,0 0 0 0 0,1 1-1 0 0,-1-1 1 0 0,0 0-1 0 0,1 1 1 0 0,-1 0-1 0 0,1 0 1 0 0,-3 2-1 0 0,1-1-8 0 0,0 0 0 0 0,0 1 0 0 0,0 0 0 0 0,0 0 0 0 0,1 0-1 0 0,0 1 1 0 0,0-1 0 0 0,0 1 0 0 0,0-1 0 0 0,1 1 0 0 0,0 0 0 0 0,0 0 0 0 0,0 0-1 0 0,0 1 1 0 0,1-1 0 0 0,0 0 0 0 0,-1 8 0 0 0,3-9 5 0 0,1 1-1 0 0,0-1 1 0 0,0 1 0 0 0,0-1-1 0 0,0 0 1 0 0,0 0 0 0 0,1 0-1 0 0,0 0 1 0 0,0 0 0 0 0,0 0-1 0 0,0-1 1 0 0,0 1 0 0 0,1-1-1 0 0,0 0 1 0 0,-1 0 0 0 0,1-1-1 0 0,0 1 1 0 0,1-1 0 0 0,-1 0-1 0 0,0 0 1 0 0,1 0 0 0 0,8 2-1 0 0,12 4 22 0 0,0-1-1 0 0,45 7 1 0 0,-66-13-25 0 0,28 3-1026 0 0,-1-2 1 0 0,51-1 0 0 0,-54-3-186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01.1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370 319 4316 0 0,'0'0'468'0'0,"-2"-3"-368"0"0,-13-13 35 0 0,2-2-1 0 0,0 1 0 0 0,1-1 0 0 0,-17-36 0 0 0,22 40-98 0 0,1-1 1 0 0,1 1-1 0 0,0-1 0 0 0,0 0 0 0 0,2 0 1 0 0,0 0-1 0 0,-2-26 0 0 0,4 39-41 0 0,1 0-1 0 0,0 1 0 0 0,0-1 1 0 0,-1 0-1 0 0,1 0 0 0 0,0 1 1 0 0,1-1-1 0 0,-1 0 0 0 0,0 0 1 0 0,0 1-1 0 0,1-1 0 0 0,-1 0 1 0 0,1 0-1 0 0,-1 1 0 0 0,1-1 1 0 0,0 0-1 0 0,0 1 0 0 0,0-1 1 0 0,0 1-1 0 0,0-1 0 0 0,0 1 1 0 0,0 0-1 0 0,0-1 0 0 0,1 1 1 0 0,-1 0-1 0 0,0 0 0 0 0,1 0 1 0 0,-1 0-1 0 0,1 0 1 0 0,2-1-1 0 0,-2 1-26 0 0,-1 2 9 0 0,0 1 19 0 0,-1-1 0 0 0,1 0 0 0 0,0 0-1 0 0,0 0 1 0 0,0 1 0 0 0,-1-1 0 0 0,1 0 0 0 0,-1 1 0 0 0,1-1 0 0 0,-1 1-1 0 0,1-1 1 0 0,-1 3 0 0 0,-5 6-5 0 0,-2-1 0 0 0,1 1 0 0 0,-1-1 1 0 0,0 0-1 0 0,-1-1 0 0 0,0 1 0 0 0,-18 13 0 0 0,-76 48 3 0 0,52-37 15 0 0,15-11 7 0 0,15-8 439 0 0,52-17-260 0 0,98-23-117 0 0,1 6 1 0 0,189-6-1 0 0,-267 23-69 0 0,-50 3 1 0 0,-2 1-36 0 0,-1-1-1 0 0,1 0 1 0 0,-1 1-1 0 0,1-1 1 0 0,0 0-1 0 0,-1 1 1 0 0,1-1-1 0 0,-1 0 1 0 0,1 0-1 0 0,0 0 1 0 0,-1 0-1 0 0,1 0 1 0 0,0 0-1 0 0,-1 0 1 0 0,1 0-1 0 0,-1 0 1 0 0,1 0-1 0 0,0 0 1 0 0,-1 0-1 0 0,1 0 0 0 0,0 0 1 0 0,-1 0-1 0 0,1-1 1 0 0,-1 1-1 0 0,1 0 1 0 0,0 0-1 0 0,-1-1 1 0 0,1 1-1 0 0,-1 0 1 0 0,1-1-1 0 0,-1 1 1 0 0,1-1-1 0 0,-1 1 1 0 0,1-1-1 0 0,24-13-2536 0 0,-25 14 2503 0 0,15-8-946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02.0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340 33 3768 0 0,'0'0'21'0'0,"-24"-18"244"0"0,13 14-232 0 0,0 1 1 0 0,0 0-1 0 0,0 1 1 0 0,-1 1 0 0 0,1 0-1 0 0,0 0 1 0 0,-1 1-1 0 0,1 1 1 0 0,-1 0-1 0 0,1 0 1 0 0,0 1 0 0 0,0 0-1 0 0,-1 1 1 0 0,2 1-1 0 0,-1-1 1 0 0,0 2-1 0 0,1-1 1 0 0,0 2-1 0 0,0-1 1 0 0,0 1 0 0 0,1 1-1 0 0,0 0 1 0 0,0 0-1 0 0,0 1 1 0 0,1 0-1 0 0,0 0 1 0 0,1 1 0 0 0,-11 16-1 0 0,17-23-31 0 0,0 0 0 0 0,0 0 0 0 0,0 0 1 0 0,0 0-1 0 0,0 0 0 0 0,0 0 0 0 0,1 1 0 0 0,-1-1 0 0 0,1 0 0 0 0,-1 0 0 0 0,1 1 0 0 0,0-1 0 0 0,0 0 0 0 0,0 1 1 0 0,0-1-1 0 0,1 0 0 0 0,-1 1 0 0 0,1-1 0 0 0,-1 0 0 0 0,2 4 0 0 0,0-3 3 0 0,0 0 0 0 0,0 0 0 0 0,1 0 0 0 0,-1 0 0 0 0,0 0 0 0 0,1-1 0 0 0,0 1 0 0 0,-1-1 0 0 0,1 0 0 0 0,0 0 0 0 0,1 0 0 0 0,2 2 0 0 0,11 4 11 0 0,0-1-1 0 0,1-1 0 0 0,-1-1 1 0 0,22 4-1 0 0,-34-8-16 0 0,94 16 51 0 0,0-5-1 0 0,188-2 1 0 0,-284-10-253 0 0,8-2-2226 0 0,-8 2 1556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02.7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18 134 3592 0 0,'-4'-40'-180'0'0,"4"30"480"0"0,-1 0 0 0 0,0 0 0 0 0,-1 0 0 0 0,-3-15 0 0 0,4 24-128 0 0,-2-16 503 0 0,4 7-310 0 0,9 77-329 0 0,-6-29-27 0 0,3-2 0 0 0,18 65 0 0 0,-9-57 10 0 0,2 0 0 0 0,1-1 1 0 0,3-1-1 0 0,39 56 0 0 0,-53-87 76 0 0,0 1 0 0 0,-1 1-1 0 0,-1 0 1 0 0,7 17 1174 0 0,-19-32-1149 0 0,1 1-84 0 0,1-1-1 0 0,0 0 0 0 0,-1 0 1 0 0,1-1-1 0 0,0 1 0 0 0,0-1 0 0 0,0 0 1 0 0,1 0-1 0 0,-1 0 0 0 0,-4-5 1 0 0,6 6-21 0 0,1 0 0 0 0,-1 0 0 0 0,1 0 0 0 0,0 0 0 0 0,0-1 0 0 0,0 1 1 0 0,0 0-1 0 0,0-1 0 0 0,0 1 0 0 0,1 0 0 0 0,-1-1 0 0 0,1 1 0 0 0,-1-1 0 0 0,1 1 0 0 0,0-1 1 0 0,0 1-1 0 0,0-1 0 0 0,0 1 0 0 0,1-1 0 0 0,-1 1 0 0 0,1-1 0 0 0,-1 1 0 0 0,1-1 1 0 0,0 1-1 0 0,2-4 0 0 0,1-1-9 0 0,0 0-1 0 0,1 1 1 0 0,0-1 0 0 0,0 1-1 0 0,0 0 1 0 0,1 0 0 0 0,0 1 0 0 0,0-1-1 0 0,1 1 1 0 0,0 1 0 0 0,-1-1 0 0 0,1 1-1 0 0,1 1 1 0 0,-1-1 0 0 0,1 1-1 0 0,-1 0 1 0 0,1 1 0 0 0,0 0 0 0 0,0 0-1 0 0,0 0 1 0 0,12 0 0 0 0,-9 1-13 0 0,1 0 0 0 0,-1 1-1 0 0,0 0 1 0 0,0 1 0 0 0,1 0 0 0 0,-1 1 0 0 0,0 0-1 0 0,0 1 1 0 0,-1 0 0 0 0,1 0 0 0 0,0 1 0 0 0,-1 1 0 0 0,0 0-1 0 0,0 0 1 0 0,11 9 0 0 0,-18-11-11 0 0,1 0 1 0 0,-1 1-1 0 0,0 0 0 0 0,0 0 0 0 0,0 0 0 0 0,0 0 1 0 0,-1 0-1 0 0,0 0 0 0 0,0 1 0 0 0,0-1 1 0 0,0 1-1 0 0,-1-1 0 0 0,1 1 0 0 0,-1 0 1 0 0,0 0-1 0 0,-1 0 0 0 0,1-1 0 0 0,-1 1 0 0 0,0 0 1 0 0,0 0-1 0 0,-2 7 0 0 0,2 2-295 0 0,-3-9-254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7:04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94 4908 0 0,'-10'6'-359'0'0,"-3"2"135"0"0,1-1 0 0 0,0 2 0 0 0,-14 12 0 0 0,23-19 226 0 0,0 1 1 0 0,0 0-1 0 0,1 0 1 0 0,0 0 0 0 0,-1 0-1 0 0,1 1 1 0 0,0-1 0 0 0,0 1-1 0 0,1-1 1 0 0,-1 1 0 0 0,1 0-1 0 0,0-1 1 0 0,0 1 0 0 0,0 0-1 0 0,0 0 1 0 0,0 0 0 0 0,1 4-1 0 0,0-5 10 0 0,1 1 0 0 0,0-1 1 0 0,0 0-1 0 0,0 0 0 0 0,0 0 0 0 0,0 0 0 0 0,1 0 0 0 0,-1 0 0 0 0,1 0 0 0 0,0 0 0 0 0,0 0 0 0 0,0-1 0 0 0,0 1 0 0 0,0-1 1 0 0,1 1-1 0 0,-1-1 0 0 0,1 0 0 0 0,-1 0 0 0 0,1 0 0 0 0,0-1 0 0 0,0 1 0 0 0,0-1 0 0 0,0 1 0 0 0,0-1 0 0 0,0 0 0 0 0,4 1 0 0 0,9 3 45 0 0,0 0 0 0 0,0-1-1 0 0,27 3 1 0 0,-30-6-1 0 0,0 0 0 0 0,-1 0 0 0 0,1-1 0 0 0,0-1 0 0 0,0 0 1 0 0,-1-1-1 0 0,24-6 0 0 0,-33 8-40 0 0,0-1 0 0 0,0-1-1 0 0,0 1 1 0 0,0 0 0 0 0,-1-1 0 0 0,1 1 0 0 0,-1-1 0 0 0,1 0 0 0 0,-1 0 0 0 0,1 0 0 0 0,-1 0 0 0 0,0 0 0 0 0,0 0 0 0 0,0-1-1 0 0,0 1 1 0 0,-1-1 0 0 0,1 1 0 0 0,-1-1 0 0 0,1 0 0 0 0,-1 0 0 0 0,0 0 0 0 0,0 0 0 0 0,0 1 0 0 0,0-1 0 0 0,-1 0 0 0 0,1 0-1 0 0,-1-1 1 0 0,0 1 0 0 0,0 0 0 0 0,0 0 0 0 0,0 0 0 0 0,0 0 0 0 0,-1 0 0 0 0,1 0 0 0 0,-1 0 0 0 0,0 0 0 0 0,0 0 0 0 0,-2-3-1 0 0,2 1-3 0 0,-1 0-1 0 0,0 0 0 0 0,-1 1 0 0 0,1-1 0 0 0,-1 0 0 0 0,0 1 0 0 0,0 0 0 0 0,0 0 0 0 0,-1 0 0 0 0,1 0 0 0 0,-1 0 0 0 0,-5-4 0 0 0,-55-29 97 0 0,24 15-114 0 0,39 22-6 0 0,2 0 12 0 0,-9-5 19 0 0,43 1-4 0 0,336-2 156 0 0,-345 5-73 0 0,0 2 347 0 0,-26 0-437 0 0,0 0 0 0 0,0 1 0 0 0,0-1-1 0 0,0 0 1 0 0,0 0 0 0 0,-1 0 0 0 0,1 0 0 0 0,0 0 0 0 0,-1 0 0 0 0,1 0-1 0 0,-1 0 1 0 0,1 0 0 0 0,-1 0 0 0 0,1 0 0 0 0,-1-1 0 0 0,0 1 0 0 0,1 0 0 0 0,-1 0-1 0 0,0 0 1 0 0,0-1 0 0 0,1 1 0 0 0,-1 0 0 0 0,0-1 0 0 0,-2 2 0 0 0,-2 3-7 0 0,0 0 1 0 0,1 0 0 0 0,0 1 0 0 0,-1 0 0 0 0,2 0 0 0 0,-1 0 0 0 0,1 0 0 0 0,0 1 0 0 0,0-1 0 0 0,1 1-1 0 0,-3 8 1 0 0,5-13-1 0 0,0 1 1 0 0,0-1-1 0 0,0 1 0 0 0,0 0 0 0 0,0-1 0 0 0,0 1 0 0 0,0-1 0 0 0,1 1 0 0 0,-1-1 0 0 0,1 1 0 0 0,0-1 0 0 0,0 1 1 0 0,0-1-1 0 0,0 0 0 0 0,0 1 0 0 0,1-1 0 0 0,-1 0 0 0 0,1 0 0 0 0,-1 0 0 0 0,1 0 0 0 0,0 0 0 0 0,0 0 1 0 0,-1 0-1 0 0,1-1 0 0 0,1 1 0 0 0,-1-1 0 0 0,0 1 0 0 0,0-1 0 0 0,0 0 0 0 0,1 0 0 0 0,-1 0 0 0 0,1 0 1 0 0,2 0-1 0 0,11 5 15 0 0,1-1 0 0 0,0-1 1 0 0,0 0-1 0 0,0-1 1 0 0,0-1-1 0 0,0-1 1 0 0,1 0-1 0 0,-1-1 1 0 0,0-1-1 0 0,1-1 1 0 0,-1 0-1 0 0,0-1 0 0 0,0-1 1 0 0,19-7-1 0 0,-32 9-10 0 0,-1 1-1 0 0,1-1 0 0 0,-1 1 0 0 0,0-1 0 0 0,0 0 1 0 0,0-1-1 0 0,0 1 0 0 0,0 0 0 0 0,0-1 0 0 0,0 0 1 0 0,-1 1-1 0 0,0-1 0 0 0,1 0 0 0 0,-1 0 1 0 0,0-1-1 0 0,0 1 0 0 0,-1 0 0 0 0,1-1 0 0 0,-1 1 1 0 0,1-1-1 0 0,0-5 0 0 0,-2 6-6 0 0,0 0 0 0 0,0 0 0 0 0,0 0 0 0 0,0 0 1 0 0,0 0-1 0 0,-1 0 0 0 0,1 1 0 0 0,-1-1 0 0 0,0 0 0 0 0,0 0 0 0 0,0 1 0 0 0,0-1 0 0 0,-1 0 0 0 0,1 1 1 0 0,-1 0-1 0 0,1-1 0 0 0,-1 1 0 0 0,0 0 0 0 0,0-1 0 0 0,0 1 0 0 0,0 0 0 0 0,0 1 0 0 0,-1-1 0 0 0,1 0 1 0 0,0 1-1 0 0,-1-1 0 0 0,1 1 0 0 0,-4-2 0 0 0,-10-2-10 0 0,0 0 0 0 0,-1 0 0 0 0,-21-2 0 0 0,18 3-12 0 0,18 4 11 0 0,-37-3-36 0 0,39 3 43 0 0,-1-1 1 0 0,1 1-1 0 0,-1 0 0 0 0,1 0 0 0 0,-1-1 0 0 0,1 1 0 0 0,-1 0 0 0 0,1 0 0 0 0,-1 0 1 0 0,1 0-1 0 0,-1 0 0 0 0,0 0 0 0 0,1-1 0 0 0,-1 1 0 0 0,1 1 0 0 0,-1-1 0 0 0,1 0 1 0 0,-1 0-1 0 0,0 0 0 0 0,1 0 0 0 0,-1 0 0 0 0,1 0 0 0 0,-1 1 0 0 0,1-1 0 0 0,-2 1 1 0 0,-6 2-60 0 0,9 1 110 0 0,16 1-35 0 0,1-1 1 0 0,0-1 0 0 0,0-1 0 0 0,-1 0 0 0 0,1-1-1 0 0,0-1 1 0 0,24-2 0 0 0,-12-2 62 0 0,0-1 1 0 0,0-2-1 0 0,48-16 1 0 0,-75 22-50 0 0,-1 1 0 0 0,1-1 0 0 0,-1 0 0 0 0,1 0 0 0 0,-1 0 0 0 0,1-1 0 0 0,-1 1 0 0 0,0 0 0 0 0,0-1 0 0 0,1 0 0 0 0,-1 1 0 0 0,0-1 0 0 0,-1 0 0 0 0,1 0 0 0 0,0 0 0 0 0,0 0 0 0 0,2-5 0 0 0,-4 6 67 0 0,-9-3-64 0 0,7 2-24 0 0,1 1 0 0 0,-1 0-1 0 0,0-1 1 0 0,0 1 0 0 0,0 0-1 0 0,0 0 1 0 0,0 0 0 0 0,-1 0-1 0 0,1 1 1 0 0,0-1-1 0 0,0 1 1 0 0,-1-1 0 0 0,1 1-1 0 0,-3-1 1 0 0,5 2-13 0 0,0-1-1 0 0,0 0 1 0 0,0 0-1 0 0,0 0 1 0 0,0 0-1 0 0,0 0 1 0 0,1 0-1 0 0,-1 0 1 0 0,0 0-1 0 0,0 1 1 0 0,0-1-1 0 0,0 0 1 0 0,0 0-1 0 0,0 0 1 0 0,0 0-1 0 0,0 0 1 0 0,0 0-1 0 0,0 1 1 0 0,0-1-1 0 0,0 0 1 0 0,0 0 0 0 0,0 0-1 0 0,0 0 1 0 0,0 0-1 0 0,0 1 1 0 0,0-1-1 0 0,0 0 1 0 0,0 0-1 0 0,0 0 1 0 0,0 0-1 0 0,0 0 1 0 0,0 0-1 0 0,0 1 1 0 0,0-1-1 0 0,-1 0 1 0 0,1 0-1 0 0,0 0 1 0 0,0 0-1 0 0,0 0 1 0 0,0 0-1 0 0,0 0 1 0 0,0 0-1 0 0,0 0 1 0 0,-1 1 0 0 0,26 15-88 0 0,33 17 69 0 0,-36-21 0 0 0,86 51-51 0 0,-100-57 79 0 0,1 0 0 0 0,-1 0 0 0 0,-1 1-1 0 0,1 0 1 0 0,-1 0 0 0 0,0 1-1 0 0,-1 0 1 0 0,0 1 0 0 0,7 12-1 0 0,-12-19 3 0 0,-1-1-1 0 0,1 1 1 0 0,-1 0-1 0 0,0-1 0 0 0,0 1 1 0 0,0 0-1 0 0,0 0 1 0 0,0-1-1 0 0,0 1 1 0 0,-1 0-1 0 0,1 0 0 0 0,0-1 1 0 0,-1 1-1 0 0,1 0 1 0 0,-1-1-1 0 0,0 1 1 0 0,0-1-1 0 0,1 1 0 0 0,-1-1 1 0 0,0 1-1 0 0,0-1 1 0 0,-1 1-1 0 0,1-1 1 0 0,0 0-1 0 0,0 0 1 0 0,-1 1-1 0 0,1-1 0 0 0,0 0 1 0 0,-1 0-1 0 0,1-1 1 0 0,-1 1-1 0 0,-2 1 1 0 0,-5 3 4 0 0,0 0 1 0 0,0 0-1 0 0,-1-1 1 0 0,-9 2-1 0 0,-13 3 218 0 0,-43 7 0 0 0,72-16 96 0 0,-1-4-224 0 0,3 4-93 0 0,1 0 1 0 0,0 0-1 0 0,-1 0 1 0 0,1 0-1 0 0,0 0 1 0 0,-1-1-1 0 0,1 1 1 0 0,0 0-1 0 0,-1 0 0 0 0,1 0 1 0 0,0-1-1 0 0,0 1 1 0 0,-1 0-1 0 0,1 0 1 0 0,0-1-1 0 0,0 1 1 0 0,0 0-1 0 0,-1 0 1 0 0,1-1-1 0 0,0 1 1 0 0,0 0-1 0 0,0-1 1 0 0,0 1-1 0 0,-1 0 0 0 0,1-1 1 0 0,0 1-1 0 0,0 0 1 0 0,0-1-1 0 0,0 1 1 0 0,0 0-1 0 0,0-1 1 0 0,0 1-1 0 0,0 0 1 0 0,0-1-1 0 0,0 1 1 0 0,0-1-1 0 0,0 1 0 0 0,0 0 1 0 0,1-1-1 0 0,77-58 148 0 0,-23 18-83 0 0,91-86 1 0 0,-131 110-101 0 0,-31 35 2 0 0,11-13 12 0 0,0 0 0 0 0,0 1 0 0 0,1-1 0 0 0,0 1 0 0 0,0 0-1 0 0,0 1 1 0 0,1-1 0 0 0,-4 9 0 0 0,8-13 18 0 0,-1 0 1 0 0,1 0-1 0 0,0 0 0 0 0,-1 0 0 0 0,1 0 1 0 0,0 0-1 0 0,0 0 0 0 0,0 0 0 0 0,1 0 1 0 0,-1-1-1 0 0,0 1 0 0 0,1 0 0 0 0,-1-1 1 0 0,1 1-1 0 0,-1-1 0 0 0,1 0 1 0 0,0 1-1 0 0,-1-1 0 0 0,1 0 0 0 0,0 0 1 0 0,0 0-1 0 0,0 0 0 0 0,0 0 0 0 0,0-1 1 0 0,0 1-1 0 0,0 0 0 0 0,5 0 0 0 0,71 11 17 0 0,-63-11-16 0 0,58 4-1982 0 0,133-10 0 0 0,-167 3-352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24.3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62 2844 0 0,'-22'-40'2821'0'0,"22"38"-2542"0"0,-17-18 2407 0 0,20 52-2652 0 0,1 0 0 0 0,9 35 0 0 0,-4-22-17 0 0,2 35 141 0 0,-10-44-4199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25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459 21 6653 0 0,'-41'-13'-1446'0'0,"34"11"1415"0"0,0 1-1 0 0,0-1 1 0 0,0 1 0 0 0,0 0 0 0 0,0 1-1 0 0,-1 0 1 0 0,1 0 0 0 0,0 1-1 0 0,0-1 1 0 0,0 1 0 0 0,0 1-1 0 0,0 0 1 0 0,0 0 0 0 0,0 0-1 0 0,0 1 1 0 0,0 0 0 0 0,1 0-1 0 0,-9 6 1 0 0,-4 2 68 0 0,0 1 0 0 0,1 1 0 0 0,1 0 0 0 0,0 1 0 0 0,-15 17 0 0 0,16-13-21 0 0,0 1-1 0 0,2 1 0 0 0,0 0 1 0 0,1 1-1 0 0,1 0 0 0 0,1 1 1 0 0,1 1-1 0 0,1-1 0 0 0,1 1 1 0 0,2 1-1 0 0,0 0 0 0 0,1 0 1 0 0,1 0-1 0 0,1 0 0 0 0,1 0 1 0 0,2 1-1 0 0,3 37 0 0 0,-2-53-7 0 0,1 1-1 0 0,0 0 0 0 0,1-1 0 0 0,0 1 0 0 0,0-1 0 0 0,1 0 0 0 0,0 0 0 0 0,1 0 0 0 0,0 0 0 0 0,0-1 0 0 0,1 0 0 0 0,0 0 0 0 0,0 0 0 0 0,1-1 0 0 0,12 10 0 0 0,-8-9 19 0 0,0 0-1 0 0,1 0 0 0 0,0-1 1 0 0,1-1-1 0 0,0 0 0 0 0,0-1 1 0 0,0 0-1 0 0,0-1 0 0 0,1 0 1 0 0,17 1-1 0 0,-12-2 49 0 0,0-1-1 0 0,0-1 1 0 0,0-1-1 0 0,0 0 1 0 0,0-1 0 0 0,-1-2-1 0 0,1 0 1 0 0,0-1-1 0 0,-1 0 1 0 0,0-2 0 0 0,0 0-1 0 0,0-1 1 0 0,-1-1-1 0 0,0 0 1 0 0,0-1 0 0 0,24-19-1 0 0,-28 15-1 0 0,0 0 0 0 0,-2-1 1 0 0,1 0-1 0 0,-2-1 0 0 0,0 0 0 0 0,-1-1 0 0 0,0 0 0 0 0,-1 0 0 0 0,-1-1 0 0 0,-1 0 0 0 0,0 0 0 0 0,-1-1 1 0 0,-1 1-1 0 0,-1-1 0 0 0,-1 0 0 0 0,0 0 0 0 0,-1-24 0 0 0,-1 26 26 0 0,-1 1 0 0 0,-1-1 0 0 0,0 1 0 0 0,-1-1 0 0 0,-1 1 0 0 0,0 0 0 0 0,-1 0 0 0 0,-1 1 1 0 0,-7-16-1 0 0,7 20-36 0 0,0 0 0 0 0,-1 0 1 0 0,0 1-1 0 0,0 0 1 0 0,-1 0-1 0 0,0 1 1 0 0,-1 0-1 0 0,0 0 1 0 0,0 1-1 0 0,-1 0 1 0 0,1 0-1 0 0,-21-9 1 0 0,14 10-14 0 0,0-1 0 0 0,-1 2 0 0 0,0 0 0 0 0,0 1 0 0 0,0 1 0 0 0,-1 1 0 0 0,1 0 0 0 0,0 1 0 0 0,-31 2 0 0 0,-4 5-533 0 0,-96 24-1 0 0,23-3-4106 0 0,105-24 1673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9:40:25.0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15 6231,'24'-15'0,"-116"15"0,160 15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26.7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 6325 0 0,'0'0'-274'0'0,"2"-10"-149"0"0,-1 5 569 0 0,0 7 481 0 0,9 72-610 0 0,-4 1 0 0 0,-4 95 0 0 0,-2-135-6 0 0,-1 242 7 0 0,8 441 44 0 0,7-456 70 0 0,-16-253-1279 0 0,-1-24-1291 0 0,1 6 2426 0 0,-2-16-1210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27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170 15 4236 0 0,'0'0'11'0'0,"1"0"-1"0"0,-1-1 1 0 0,0 1-1 0 0,0 0 1 0 0,1-1-1 0 0,-1 1 1 0 0,0 0-1 0 0,0-1 1 0 0,1 1-1 0 0,-1-1 1 0 0,0 1-1 0 0,0 0 0 0 0,0-1 1 0 0,0 1-1 0 0,0-1 1 0 0,0 1-1 0 0,0-1 1 0 0,0 1-1 0 0,0 0 1 0 0,0-1-1 0 0,0 1 1 0 0,0-1-1 0 0,0 1 1 0 0,0-1-1 0 0,0 1 1 0 0,0 0-1 0 0,0-1 1 0 0,0 1-1 0 0,-1-1 0 0 0,1 1 1 0 0,0 0-1 0 0,0-1 1 0 0,0 1-1 0 0,-1 0 1 0 0,1-1-1 0 0,-1 0 1 0 0,-11 12 370 0 0,6-4-478 0 0,-2 2 109 0 0,1 0 1 0 0,1 0-1 0 0,-1 1 1 0 0,1 0-1 0 0,1 0 1 0 0,0 0-1 0 0,-7 22 1 0 0,-4 7 14 0 0,-11 31-10 0 0,21-52 114 0 0,-1 0-1 0 0,0-1 1 0 0,-2 1-1 0 0,-14 23 1 0 0,72-126 2014 0 0,-31 50-1989 0 0,2 1 0 0 0,43-58-1 0 0,-56 84-129 0 0,-1 0 0 0 0,1 1 0 0 0,1 0 0 0 0,-1 0 0 0 0,17-10 0 0 0,-20 15-24 0 0,0 0 1 0 0,0 1-1 0 0,0 0 1 0 0,0-1 0 0 0,0 1-1 0 0,0 1 1 0 0,0-1 0 0 0,0 1-1 0 0,1-1 1 0 0,-1 1 0 0 0,0 0-1 0 0,0 1 1 0 0,1-1 0 0 0,-1 1-1 0 0,0 0 1 0 0,6 2-1 0 0,20 8-46 0 0,-1 1 0 0 0,-1 1 0 0 0,0 2 0 0 0,-1 1 0 0 0,50 38 0 0 0,-4-3-4211 0 0,-64-46 2113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28.8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 37 5465 0 0,'-34'0'-662'0'0,"30"0"1404"0"0,-5-2-704 0 0,9 2-38 0 0,1 0 1 0 0,-1 0-1 0 0,0 0 1 0 0,0-1-1 0 0,0 1 1 0 0,0 0-1 0 0,0 0 1 0 0,0 0-1 0 0,1 0 1 0 0,-1 0-1 0 0,0 0 1 0 0,0 0-1 0 0,0 0 1 0 0,0 0-1 0 0,0 0 1 0 0,0 0-1 0 0,0 0 1 0 0,0 0-1 0 0,0-1 1 0 0,1 1 0 0 0,-1 0-1 0 0,0 0 1 0 0,0 0-1 0 0,0 0 1 0 0,0 0-1 0 0,0 0 1 0 0,0 0-1 0 0,0-1 1 0 0,0 1-1 0 0,0 0 1 0 0,0 0-1 0 0,0 0 1 0 0,0 0-1 0 0,0 0 1 0 0,0 0-1 0 0,0-1 1 0 0,0 1-1 0 0,0 0 1 0 0,0 0-1 0 0,0 0 1 0 0,0 0-1 0 0,0 0 1 0 0,0 0-1 0 0,0-1 1 0 0,0 1-1 0 0,0 0 1 0 0,0 0-1 0 0,-1 0 1 0 0,1 0-1 0 0,0 0 1 0 0,0 0-1 0 0,27-8 2 0 0,0 1-1 0 0,0 2 1 0 0,0 1-1 0 0,1 1 1 0 0,0 1 0 0 0,-1 1-1 0 0,1 2 1 0 0,50 7-1 0 0,-77-8 0 0 0,0 0 0 0 0,0 0-1 0 0,-1 0 1 0 0,1 0 0 0 0,0 1 0 0 0,0-1-1 0 0,0 0 1 0 0,-1 0 0 0 0,1 1-1 0 0,0-1 1 0 0,-1 0 0 0 0,1 1 0 0 0,0-1-1 0 0,-1 1 1 0 0,1-1 0 0 0,0 1 0 0 0,-1-1-1 0 0,1 1 1 0 0,-1 0 0 0 0,1-1-1 0 0,-1 1 1 0 0,1 0 0 0 0,-1-1 0 0 0,1 1-1 0 0,-1 0 1 0 0,0-1 0 0 0,1 1 0 0 0,-1 0-1 0 0,0 0 1 0 0,0 0 0 0 0,0 1 2 0 0,0-1 0 0 0,-1 1 1 0 0,1 0-1 0 0,-1-1 0 0 0,1 1 1 0 0,-1-1-1 0 0,0 0 0 0 0,1 1 1 0 0,-1-1-1 0 0,0 0 0 0 0,0 1 1 0 0,0-1-1 0 0,0 0 1 0 0,-2 1-1 0 0,-41 33 74 0 0,-191 81 81 0 0,225-111-94 0 0,-14 9 7 0 0,27-9-58 0 0,19-1 6 0 0,9-3-10 0 0,32 2 18 0 0,73 13 1 0 0,-117-12-23 0 0,0 0-1 0 0,-1 1 1 0 0,1 1 0 0 0,-1 1-1 0 0,0 0 1 0 0,-1 1 0 0 0,1 1-1 0 0,22 17 1 0 0,-38-25-5 0 0,1 0-1 0 0,-1 1 1 0 0,0 0 0 0 0,0 0 0 0 0,0-1 0 0 0,0 1-1 0 0,0 0 1 0 0,0 1 0 0 0,-1-1 0 0 0,1 0-1 0 0,-1 0 1 0 0,1 1 0 0 0,-1-1 0 0 0,0 1-1 0 0,0-1 1 0 0,0 1 0 0 0,0-1 0 0 0,-1 1-1 0 0,1 0 1 0 0,0 4 0 0 0,-2-4 4 0 0,1 0-1 0 0,-1-1 1 0 0,0 1-1 0 0,0 0 1 0 0,0 0 0 0 0,0-1-1 0 0,0 1 1 0 0,0-1 0 0 0,-1 1-1 0 0,1-1 1 0 0,-1 0-1 0 0,0 1 1 0 0,0-1 0 0 0,0 0-1 0 0,0 0 1 0 0,-3 2-1 0 0,-6 5 39 0 0,-1-1-1 0 0,0-1 0 0 0,-1 1 0 0 0,0-2 0 0 0,0 0 0 0 0,-19 6 1 0 0,-12 2 269 0 0,-82 13 0 0 0,103-24-141 0 0,-1 0 0 0 0,1-2 0 0 0,-1 0 1 0 0,1-2-1 0 0,-31-4 0 0 0,53 4-194 0 0,-1 1 1 0 0,1 0-1 0 0,0 0 0 0 0,0 0 1 0 0,0-1-1 0 0,-1 1 0 0 0,1-1 1 0 0,0 1-1 0 0,0-1 0 0 0,0 1 1 0 0,0-1-1 0 0,0 0 0 0 0,0 1 1 0 0,0-1-1 0 0,0 0 0 0 0,0 0 1 0 0,0 0-1 0 0,0 0 0 0 0,0 0 1 0 0,1 0-1 0 0,-1 0 0 0 0,0 0 1 0 0,1 0-1 0 0,-1 0 0 0 0,0 0 1 0 0,1-1-1 0 0,0 1 0 0 0,-1 0 1 0 0,1 0-1 0 0,0 0 0 0 0,0-1 1 0 0,-1 1-1 0 0,1-2 0 0 0,1-1-329 0 0,-1 0-1 0 0,1 0 0 0 0,0 0 1 0 0,0 0-1 0 0,0 0 1 0 0,0 0-1 0 0,1 0 0 0 0,-1 1 1 0 0,3-5-1 0 0,9-9-1641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29.4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724 79 5188 0 0,'-3'-6'-14'0'0,"-1"1"-1"0"0,0 0 1 0 0,0-1-1 0 0,0 2 0 0 0,0-1 1 0 0,-1 0-1 0 0,0 1 0 0 0,0 0 1 0 0,0 0-1 0 0,0 0 1 0 0,-1 1-1 0 0,1-1 0 0 0,-1 1 1 0 0,0 1-1 0 0,0-1 0 0 0,0 1 1 0 0,0 0-1 0 0,-1 1 1 0 0,1-1-1 0 0,0 1 0 0 0,-13 0 1 0 0,2-1 50 0 0,1 1 1 0 0,-1 1-1 0 0,0 1 1 0 0,1 1-1 0 0,-1 0 1 0 0,1 1 0 0 0,-24 7-1 0 0,15-1-19 0 0,1 2 0 0 0,0 0-1 0 0,1 2 1 0 0,1 0 0 0 0,0 2 0 0 0,0 1 0 0 0,2 0-1 0 0,0 1 1 0 0,1 2 0 0 0,0 0 0 0 0,2 0-1 0 0,-29 43 1 0 0,27-33-14 0 0,1 2 0 0 0,2 0-1 0 0,0 1 1 0 0,3 1 0 0 0,0 0 0 0 0,2 1-1 0 0,2 0 1 0 0,1 0 0 0 0,-4 41-1 0 0,10-54-1 0 0,2 1-1 0 0,0 0 0 0 0,1-1 0 0 0,1 1 1 0 0,1-1-1 0 0,1 1 0 0 0,1-1 0 0 0,1 0 0 0 0,1-1 1 0 0,0 1-1 0 0,2-2 0 0 0,0 1 0 0 0,1-1 0 0 0,1 0 1 0 0,21 26-1 0 0,-20-29 2 0 0,2-1 0 0 0,-1-1 0 0 0,2 0 0 0 0,0-1 0 0 0,0 0 0 0 0,2-1 0 0 0,-1-1 0 0 0,1-1 0 0 0,1 0 0 0 0,0-1 0 0 0,0-1 0 0 0,1-1 0 0 0,-1-1 0 0 0,2 0 0 0 0,-1-1 0 0 0,37 4 0 0 0,-20-7 15 0 0,-1-1 0 0 0,1-1 1 0 0,-1-2-1 0 0,0-2 0 0 0,0-1 0 0 0,0-1 1 0 0,0-2-1 0 0,-1-2 0 0 0,-1-1 0 0 0,37-17 1 0 0,-45 15 20 0 0,-1 0 1 0 0,0-1-1 0 0,-1-2 0 0 0,-1 0 1 0 0,0-1-1 0 0,-2-1 1 0 0,0-1-1 0 0,0-1 1 0 0,-2-1-1 0 0,-1-1 1 0 0,-1 0-1 0 0,0-1 0 0 0,17-35 1 0 0,-23 36 39 0 0,0-1 0 0 0,-1 0-1 0 0,-1 0 1 0 0,-2-1 0 0 0,0 0 0 0 0,-2 0 0 0 0,0 0 0 0 0,-2-1-1 0 0,0 1 1 0 0,-2-1 0 0 0,-4-33 0 0 0,2 43-17 0 0,0 1 0 0 0,-1 0 0 0 0,-1-1 0 0 0,0 1 0 0 0,-1 1 1 0 0,-1-1-1 0 0,0 1 0 0 0,-1 0 0 0 0,0 0 0 0 0,-1 1 0 0 0,-1 0 0 0 0,0 0 0 0 0,0 1 1 0 0,-1 0-1 0 0,0 0 0 0 0,-1 2 0 0 0,0-1 0 0 0,-1 1 0 0 0,0 1 0 0 0,-17-9 0 0 0,7 6 0 0 0,0 2 0 0 0,-1 0 0 0 0,-1 2 0 0 0,1 0 0 0 0,-1 2-1 0 0,0 1 1 0 0,0 0 0 0 0,-1 2 0 0 0,1 1 0 0 0,-39 3-1 0 0,6 3-355 0 0,0 3 0 0 0,0 3-1 0 0,-76 23 1 0 0,81-16-3700 0 0,41-16 1971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1.4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268 316 5020 0 0,'0'-5'-8'0'0,"-1"0"0"0"0,0 0 0 0 0,0 1 0 0 0,-1-1 0 0 0,0 0 0 0 0,0 1 0 0 0,0-1 0 0 0,0 1 0 0 0,0-1 0 0 0,-1 1 0 0 0,0 0 0 0 0,0 0 0 0 0,0 1 0 0 0,0-1 0 0 0,-1 0 0 0 0,1 1 0 0 0,-1 0 0 0 0,0 0 0 0 0,0 0 0 0 0,0 0 0 0 0,-9-3 0 0 0,11 6 23 0 0,-3-1-5 0 0,0 0 1 0 0,0 1-1 0 0,1 0 0 0 0,-1 0 0 0 0,0 0 1 0 0,0 1-1 0 0,-8 1 0 0 0,2 5-2 0 0,1 0 0 0 0,-1 0 0 0 0,2 1 0 0 0,-1 1 0 0 0,1 0 0 0 0,0 0 0 0 0,1 0 0 0 0,0 1-1 0 0,1 1 1 0 0,0-1 0 0 0,0 1 0 0 0,1 0 0 0 0,-5 14 0 0 0,5-12-11 0 0,1 0 0 0 0,1 0-1 0 0,0 0 1 0 0,1 1 0 0 0,0-1 0 0 0,1 1 0 0 0,1 0-1 0 0,0 0 1 0 0,0 0 0 0 0,2-1 0 0 0,0 1 0 0 0,3 17-1 0 0,-2-23 3 0 0,0 0-1 0 0,1 0 0 0 0,0 0 1 0 0,0-1-1 0 0,1 0 0 0 0,0 1 1 0 0,0-1-1 0 0,1-1 0 0 0,0 1 0 0 0,0-1 1 0 0,0 0-1 0 0,1 0 0 0 0,9 8 1 0 0,-5-7 2 0 0,1 1 1 0 0,0-2 0 0 0,0 1-1 0 0,1-1 1 0 0,0-1 0 0 0,0 0 0 0 0,22 5-1 0 0,1-3 15 0 0,0-2 0 0 0,1-1-1 0 0,-1-1 1 0 0,1-2 0 0 0,43-5-1 0 0,-64 3 12 0 0,1-1 0 0 0,-1 0 1 0 0,1-1-1 0 0,-1-1 0 0 0,0-1 0 0 0,-1 0 0 0 0,1 0 0 0 0,-1-2 0 0 0,0 0 0 0 0,14-9 0 0 0,-22 11 15 0 0,1 0 0 0 0,0 0 0 0 0,-1-1 1 0 0,0 0-1 0 0,0 0 0 0 0,-1 0 1 0 0,0-1-1 0 0,0 0 0 0 0,0 0 0 0 0,-1 0 1 0 0,0 0-1 0 0,-1-1 0 0 0,1 0 1 0 0,-1 0-1 0 0,-1 0 0 0 0,0 0 0 0 0,0 0 1 0 0,0 0-1 0 0,0-16 0 0 0,-3-16 186 0 0,-2 0-1 0 0,-1 0 1 0 0,-2 1 0 0 0,-2 0-1 0 0,-2 0 1 0 0,-1 1-1 0 0,-2 0 1 0 0,-32-63-1 0 0,40 90-94 0 0,-31-77 741 0 0,36 86-846 0 0,-4-8 70 0 0,4 10-103 0 0,0 0 0 0 0,0 0 0 0 0,0 1-1 0 0,0-1 1 0 0,-1 0 0 0 0,1 0-1 0 0,0 0 1 0 0,0 0 0 0 0,0 0-1 0 0,0 0 1 0 0,0 0 0 0 0,0 0 0 0 0,0 0-1 0 0,-1 0 1 0 0,1 0 0 0 0,0 0-1 0 0,0 0 1 0 0,0 0 0 0 0,0 0-1 0 0,0 0 1 0 0,0 0 0 0 0,-1 0-1 0 0,1 0 1 0 0,0 0 0 0 0,0 0 0 0 0,0 0-1 0 0,0 0 1 0 0,0 0 0 0 0,0 0-1 0 0,-1 0 1 0 0,1 0 0 0 0,0 0-1 0 0,0 0 1 0 0,0 0 0 0 0,0 0 0 0 0,0 0-1 0 0,0 0 1 0 0,0-1 0 0 0,0 1-1 0 0,-1 0 1 0 0,1 0 0 0 0,0 0-1 0 0,0 0 1 0 0,0 0 0 0 0,0 0 0 0 0,0 0-1 0 0,0 0 1 0 0,0-1 0 0 0,0 1-1 0 0,0 0 1 0 0,0 0 0 0 0,0 0-1 0 0,0 0 1 0 0,0 0 0 0 0,0 0-1 0 0,0-1 1 0 0,-5 40-34 0 0,2 0-1 0 0,1-1 1 0 0,3 1-1 0 0,5 39 0 0 0,2-7 14 0 0,26 94-1 0 0,-29-146 19 0 0,1 0 0 0 0,0 0 0 0 0,1-1 0 0 0,2 0 0 0 0,-1 0 0 0 0,2-1 0 0 0,1 0 0 0 0,0 0 0 0 0,15 16 0 0 0,-20-26 0 0 0,0-1 0 0 0,0-1 1 0 0,0 1-1 0 0,1-1 0 0 0,0 0 0 0 0,0-1 0 0 0,0 0 0 0 0,0 0 0 0 0,1 0 1 0 0,0-1-1 0 0,0 0 0 0 0,0 0 0 0 0,0-1 0 0 0,0 0 0 0 0,0-1 0 0 0,0 0 1 0 0,1 0-1 0 0,-1 0 0 0 0,1-1 0 0 0,-1-1 0 0 0,0 1 0 0 0,1-1 0 0 0,-1-1 1 0 0,10-2-1 0 0,-11 2 6 0 0,0 0 1 0 0,0 0-1 0 0,0-1 1 0 0,0 0-1 0 0,-1 0 1 0 0,1-1-1 0 0,-1 0 1 0 0,0 0-1 0 0,0 0 1 0 0,0-1-1 0 0,0 0 1 0 0,-1 0-1 0 0,0 0 1 0 0,0-1-1 0 0,0 0 1 0 0,-1 1-1 0 0,1-2 1 0 0,-2 1-1 0 0,1-1 1 0 0,-1 1-1 0 0,0-1 1 0 0,4-12-1 0 0,-1-9 161 0 0,-1 0-1 0 0,-1 0 1 0 0,-1 0-1 0 0,-3-52 0 0 0,0 75-121 0 0,0 4-37 0 0,-1 6-7 0 0,1 7-4 0 0,0-1 0 0 0,0 0 0 0 0,1 1-1 0 0,0-1 1 0 0,1 0 0 0 0,0 1 0 0 0,1-1 0 0 0,0 0-1 0 0,1 0 1 0 0,0-1 0 0 0,0 1 0 0 0,2-1 0 0 0,-1 0-1 0 0,9 12 1 0 0,-2-4-118 0 0,1-1 0 0 0,1 0-1 0 0,0 0 1 0 0,1-2 0 0 0,0 0 0 0 0,35 26-1 0 0,-47-40-8 0 0,-1 0 0 0 0,0 0 0 0 0,0 0 0 0 0,1-1 0 0 0,-1 1 0 0 0,0-1 0 0 0,1 1 0 0 0,-1-1 0 0 0,1 0 0 0 0,-1 0 0 0 0,0 0 0 0 0,1 0 0 0 0,-1 0 0 0 0,1 0 0 0 0,-1-1 0 0 0,0 1 0 0 0,1-1-1 0 0,-1 0 1 0 0,0 0 0 0 0,0 0 0 0 0,1 0 0 0 0,-1 0 0 0 0,0 0 0 0 0,0 0 0 0 0,0-1 0 0 0,0 1 0 0 0,0-1 0 0 0,-1 0 0 0 0,1 1 0 0 0,0-1 0 0 0,-1 0 0 0 0,3-3 0 0 0,7-12-1754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1.6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65 62 5248 0 0,'-58'-36'1451'0'0,"56"35"-1109"0"0,1 0-269 0 0,-2-2 57 0 0,22-11-4332 0 0,-7 7 3016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2.6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171 410 4120 0 0,'-42'28'-321'0'0,"27"-19"329"0"0,1 1 1 0 0,-1 0-1 0 0,1 2 0 0 0,-18 18 1 0 0,28-26-6 0 0,0 0 1 0 0,1 0 0 0 0,0 0 0 0 0,0 0-1 0 0,0 0 1 0 0,0 1 0 0 0,1-1-1 0 0,-1 1 1 0 0,1 0 0 0 0,0-1 0 0 0,1 1-1 0 0,-1 0 1 0 0,1 0 0 0 0,0 0 0 0 0,0 1-1 0 0,1-1 1 0 0,-1 0 0 0 0,1 0 0 0 0,0 0-1 0 0,1 6 1 0 0,1-7 0 0 0,0 0-1 0 0,0 0 1 0 0,0 0-1 0 0,0 0 1 0 0,1 0-1 0 0,-1-1 1 0 0,1 1-1 0 0,0-1 1 0 0,0 1 0 0 0,0-1-1 0 0,0 0 1 0 0,1 0-1 0 0,-1-1 1 0 0,1 1-1 0 0,0-1 1 0 0,0 0-1 0 0,0 0 1 0 0,0 0 0 0 0,0 0-1 0 0,9 2 1 0 0,4 1 15 0 0,1 0 0 0 0,0-1 0 0 0,30 2 0 0 0,-32-4 15 0 0,-1-1 0 0 0,1-1 0 0 0,0 0 0 0 0,0-1-1 0 0,-1-1 1 0 0,1-1 0 0 0,0 0 0 0 0,-1-1 0 0 0,16-6 0 0 0,-25 8-2 0 0,-1-1-1 0 0,0 1 0 0 0,0-1 1 0 0,0-1-1 0 0,0 1 0 0 0,0-1 1 0 0,0 0-1 0 0,-1 0 0 0 0,0 0 1 0 0,0-1-1 0 0,0 1 0 0 0,-1-1 1 0 0,1 0-1 0 0,-1 0 0 0 0,0 0 1 0 0,0 0-1 0 0,-1-1 0 0 0,0 1 1 0 0,0-1-1 0 0,0 0 0 0 0,0 0 1 0 0,-1 1-1 0 0,0-1 0 0 0,-1 0 0 0 0,1 0 1 0 0,-1-10-1 0 0,-1-24 76 0 0,-2 0 0 0 0,-2 1 0 0 0,-13-53 0 0 0,-41-111 532 0 0,44 157-328 0 0,4 19-71 0 0,8 21-161 0 0,0-1-1 0 0,1 1 1 0 0,-1-1 0 0 0,1 0-1 0 0,1 0 1 0 0,-2-9-1 0 0,-4 37-20 0 0,5-19-56 0 0,1 0 0 0 0,0 1 0 0 0,0-1 1 0 0,0 0-1 0 0,0 1 0 0 0,0-1 0 0 0,1 1 1 0 0,-1-1-1 0 0,1 1 0 0 0,0 2 0 0 0,4 72 27 0 0,3-1 0 0 0,4 0-1 0 0,3 0 1 0 0,24 74 0 0 0,-29-121-24 0 0,1 0 1 0 0,1-1-1 0 0,16 30 1 0 0,-21-47 25 0 0,-5-10-9 0 0,0 1-1 0 0,0-1 0 0 0,0 0 0 0 0,-1 1 1 0 0,1-1-1 0 0,-1 0 0 0 0,1 1 0 0 0,-1-1 1 0 0,1 1-1 0 0,-1-1 0 0 0,1 1 1 0 0,-1-1-1 0 0,0 1 0 0 0,0-1 0 0 0,0 4 569 0 0,-14-29-393 0 0,8 12-169 0 0,0 1-1 0 0,2-1 0 0 0,-1 0 1 0 0,1 0-1 0 0,1-1 1 0 0,0 1-1 0 0,1-1 0 0 0,0 0 1 0 0,1 1-1 0 0,1-1 1 0 0,0 0-1 0 0,2-15 1 0 0,-1 20-84 0 0,1 1 1 0 0,-1-1-1 0 0,2 1 1 0 0,-1-1-1 0 0,1 1 1 0 0,0 0-1 0 0,0 1 1 0 0,1-1-1 0 0,0 0 1 0 0,0 1 0 0 0,1 0-1 0 0,0 0 1 0 0,0 0-1 0 0,0 1 1 0 0,1-1-1 0 0,0 1 1 0 0,0 0-1 0 0,0 1 1 0 0,0 0 0 0 0,14-7-1 0 0,24-3-642 0 0,-43 13 679 0 0,0 1 0 0 0,0 0-1 0 0,1-1 1 0 0,-1 1 0 0 0,0 0 0 0 0,0 0 0 0 0,1 0 0 0 0,-1 0 0 0 0,0 0-1 0 0,1 0 1 0 0,-1 0 0 0 0,0 1 0 0 0,0-1 0 0 0,0 0 0 0 0,1 1 0 0 0,-1-1 0 0 0,0 1-1 0 0,0-1 1 0 0,0 1 0 0 0,0 0 0 0 0,0-1 0 0 0,0 1 0 0 0,0 0 0 0 0,0 0-1 0 0,0 0 1 0 0,0-1 0 0 0,0 1 0 0 0,0 0 0 0 0,0 0 0 0 0,0 2 0 0 0,-1-1 4 0 0,0-1 0 0 0,0 1 0 0 0,0 0 0 0 0,0-1 1 0 0,0 1-1 0 0,0 0 0 0 0,-1-1 0 0 0,1 1 0 0 0,0-1 0 0 0,-1 1 1 0 0,0 0-1 0 0,1-1 0 0 0,-1 1 0 0 0,0-1 0 0 0,0 0 0 0 0,0 1 1 0 0,0-1-1 0 0,-1 2 0 0 0,-23 26-97 0 0,21-25 87 0 0,-145 140-335 0 0,148-143 330 0 0,1-1 29 0 0,1 1 0 0 0,-1 0-1 0 0,0 0 1 0 0,1 0 0 0 0,-1 0 0 0 0,1 0 0 0 0,-1-1 0 0 0,1 1-1 0 0,-1 0 1 0 0,1 0 0 0 0,-1-1 0 0 0,1 1 0 0 0,0 0 0 0 0,0-1-1 0 0,-1 1 1 0 0,1-1 0 0 0,0 1 0 0 0,0-1 0 0 0,-1 1 0 0 0,1-1-1 0 0,0 1 1 0 0,0-1 0 0 0,0 0 0 0 0,0 1 0 0 0,0-1 0 0 0,0 0-1 0 0,0 0 1 0 0,0 0 0 0 0,-1 0 0 0 0,2 0 0 0 0,39 3 17 0 0,-28-3-16 0 0,72 1 11 0 0,46 3-14 0 0,-114-2-4 0 0,-1 0-1 0 0,0 1 0 0 0,0 1 0 0 0,-1 1 1 0 0,30 11-1 0 0,-43-15-22 0 0,0 0-1 0 0,0 0 1 0 0,0 0 0 0 0,-1 0-1 0 0,1 0 1 0 0,0 0 0 0 0,0 0-1 0 0,-1 1 1 0 0,1-1 0 0 0,-1 1 0 0 0,1-1-1 0 0,-1 1 1 0 0,0 0 0 0 0,1-1-1 0 0,-1 1 1 0 0,0 0 0 0 0,0 0-1 0 0,0 0 1 0 0,0 0 0 0 0,-1 0 0 0 0,1 0-1 0 0,0 0 1 0 0,-1 0 0 0 0,1 4-1 0 0,-1-3-144 0 0,-1 1 0 0 0,0-1 0 0 0,1 1 0 0 0,-1-1 0 0 0,0 0-1 0 0,-1 1 1 0 0,1-1 0 0 0,-1 0 0 0 0,1 0 0 0 0,-1 0 0 0 0,0 0-1 0 0,0 0 1 0 0,0 0 0 0 0,-3 3 0 0 0,-16 14-426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4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28 193 3292 0 0,'0'0'14'0'0,"-19"1"333"0"0,10 0 316 0 0,12 0-36 0 0,69 0-606 0 0,124-15-1 0 0,78-28 32 0 0,-272 42-51 0 0,68-15 145 0 0,-67 14-126 0 0,1 0 1 0 0,-1 0-1 0 0,0 0 1 0 0,1 0-1 0 0,-1 0 1 0 0,0-1-1 0 0,0 1 1 0 0,0-1-1 0 0,0 0 1 0 0,0 0-1 0 0,0 0 1 0 0,-1-1-1 0 0,1 1 1 0 0,-1 0-1 0 0,0-1 1 0 0,3-3-1 0 0,-5 5-11 0 0,1-1 0 0 0,-1 1-1 0 0,0-1 1 0 0,0 1 0 0 0,0-1 0 0 0,0 1-1 0 0,0-1 1 0 0,0 1 0 0 0,-1-1-1 0 0,1 1 1 0 0,0 0 0 0 0,-1-1 0 0 0,1 1-1 0 0,-1-1 1 0 0,0 1 0 0 0,1 0 0 0 0,-1 0-1 0 0,0-1 1 0 0,0 1 0 0 0,0 0-1 0 0,1 0 1 0 0,-1 0 0 0 0,-1 0 0 0 0,1 0-1 0 0,0 0 1 0 0,0 0 0 0 0,0 0-1 0 0,0 0 1 0 0,-1 1 0 0 0,1-1 0 0 0,0 0-1 0 0,-1 1 1 0 0,1-1 0 0 0,-3 0 0 0 0,-58-18 94 0 0,49 16-63 0 0,-8-2-13 0 0,7 1-15 0 0,0 0 0 0 0,0 0 0 0 0,-16-8 0 0 0,32 13-13 0 0,1-1 1 0 0,0 1 0 0 0,0 0 0 0 0,-1-1-1 0 0,1 1 1 0 0,0-1 0 0 0,0 0-1 0 0,-1 0 1 0 0,1 0 0 0 0,0 0 0 0 0,4-1-1 0 0,6 0 0 0 0,17 6-4 0 0,0 0 0 0 0,-1 2 1 0 0,1 2-1 0 0,-1 0 0 0 0,-1 2 0 0 0,0 1 1 0 0,33 19-1 0 0,-57-29 6 0 0,-1 0 0 0 0,0 0 1 0 0,0 0-1 0 0,0 0 0 0 0,0 0 1 0 0,0 1-1 0 0,-1-1 0 0 0,1 1 0 0 0,-1 0 1 0 0,0 0-1 0 0,1 0 0 0 0,2 5 1 0 0,-5-7-3 0 0,0 0 1 0 0,1 1 0 0 0,-1-1 0 0 0,0 0 0 0 0,0 0 0 0 0,0 1 0 0 0,0-1 0 0 0,0 0-1 0 0,0 0 1 0 0,0 1 0 0 0,0-1 0 0 0,-1 0 0 0 0,1 0 0 0 0,0 0 0 0 0,-1 1 0 0 0,1-1-1 0 0,-1 0 1 0 0,1 0 0 0 0,-1 0 0 0 0,0 0 0 0 0,1 0 0 0 0,-1 0 0 0 0,0 0-1 0 0,0 0 1 0 0,0 0 0 0 0,0 0 0 0 0,0 0 0 0 0,-1 0 0 0 0,-30 18 27 0 0,26-17-26 0 0,-18 9 35 0 0,-1-1 0 0 0,-51 13 0 0 0,1-1 316 0 0,72-21-346 0 0,23-28-3656 0 0,4 9 2637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5.1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1 381 4064 0 0,'0'0'-59'0'0,"4"-3"-271"0"0,7-5 308 0 0,1 2 1 0 0,0-1-1 0 0,0 2 0 0 0,0-1 1 0 0,26-6-1 0 0,-24 8 35 0 0,1-1-1 0 0,-1 0 1 0 0,1-2 0 0 0,-1 1-1 0 0,18-13 1 0 0,-27 16 27 0 0,-1-1-1 0 0,1 0 1 0 0,0 0-1 0 0,-1-1 1 0 0,0 1-1 0 0,0-1 1 0 0,0 0-1 0 0,0 0 1 0 0,-1 0-1 0 0,0 0 1 0 0,0 0-1 0 0,3-10 1 0 0,-5 11 4 0 0,0 0 1 0 0,-1 0 0 0 0,1 0-1 0 0,-1 0 1 0 0,0 0 0 0 0,0-1-1 0 0,0 1 1 0 0,-1 0 0 0 0,0 0-1 0 0,1 0 1 0 0,-2 0 0 0 0,1 0-1 0 0,0 0 1 0 0,-1 0 0 0 0,1 0-1 0 0,-1 1 1 0 0,0-1-1 0 0,-1 1 1 0 0,-2-5 0 0 0,-6-5 139 0 0,0-1 0 0 0,0 2-1 0 0,-2 0 1 0 0,-25-20 0 0 0,-1-1 168 0 0,38 31-340 0 0,-1 1 1 0 0,1-1 0 0 0,-1 1-1 0 0,0-1 1 0 0,1 1 0 0 0,-1-1-1 0 0,0 1 1 0 0,0 0 0 0 0,0 0-1 0 0,0 0 1 0 0,0 0 0 0 0,0 0-1 0 0,0 1 1 0 0,-1-1 0 0 0,1 0-1 0 0,0 1 1 0 0,0 0 0 0 0,0-1-1 0 0,-1 1 1 0 0,1 0 0 0 0,-4 1-1 0 0,5 0-14 0 0,-1 0 1 0 0,0 1-1 0 0,0-1 0 0 0,1 1 0 0 0,-1-1 0 0 0,1 1 0 0 0,-1 0 1 0 0,1 0-1 0 0,0 0 0 0 0,0-1 0 0 0,0 1 0 0 0,0 0 1 0 0,0 1-1 0 0,0-1 0 0 0,1 0 0 0 0,-1 0 0 0 0,0 0 0 0 0,1 0 1 0 0,0 0-1 0 0,0 1 0 0 0,-1-1 0 0 0,2 4 0 0 0,-3 26-17 0 0,2-1 0 0 0,1 0 1 0 0,1 1-1 0 0,2-1 0 0 0,13 51 0 0 0,1-16-34 0 0,42 100 1 0 0,2-25 60 0 0,63 164 23 0 0,-119-287-16 0 0,-1 0 0 0 0,0 0 1 0 0,-1 0-1 0 0,-1 1 0 0 0,1 31 0 0 0,-4-44-5 0 0,0 0-1 0 0,0 0 0 0 0,-1-1 1 0 0,1 1-1 0 0,-1 0 0 0 0,-1-1 1 0 0,1 1-1 0 0,-1-1 0 0 0,0 0 1 0 0,0 1-1 0 0,-1-1 1 0 0,1 0-1 0 0,-1 0 0 0 0,0 0 1 0 0,-1-1-1 0 0,1 1 0 0 0,-1-1 1 0 0,0 0-1 0 0,0 0 1 0 0,0 0-1 0 0,0 0 0 0 0,-7 4 1 0 0,10-8-116 0 0,-1 0 0 0 0,1 1 0 0 0,0-1 0 0 0,-1 0 1 0 0,1 0-1 0 0,0 0 0 0 0,0 0 0 0 0,-1 0 0 0 0,1 0 1 0 0,0-1-1 0 0,-1 1 0 0 0,1 0 0 0 0,0-1 0 0 0,0 1 1 0 0,0-1-1 0 0,-1 1 0 0 0,1-1 0 0 0,0 1 0 0 0,0-1 1 0 0,0 0-1 0 0,0 1 0 0 0,0-1 0 0 0,0 0 0 0 0,0 0 1 0 0,0 0-1 0 0,0 0 0 0 0,1 0 0 0 0,-1 0 0 0 0,0 0 1 0 0,0 0-1 0 0,0-2 0 0 0,-3-12-1315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5.5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15 181 4380 0 0,'-1'-1'-3'0'0,"0"0"-1"0"0,0 0 1 0 0,0-1-1 0 0,-1 1 1 0 0,1 0-1 0 0,1 0 1 0 0,-1 0-1 0 0,0-1 1 0 0,0 1-1 0 0,0 0 1 0 0,1-1-1 0 0,-1 1 1 0 0,1-1-1 0 0,-1 1 1 0 0,1-1-1 0 0,-1 1 1 0 0,1-1-1 0 0,0 1 1 0 0,0-1-1 0 0,0 1 1 0 0,0-1-1 0 0,0 0 0 0 0,0 1 1 0 0,0-1-1 0 0,0 1 1 0 0,1-1-1 0 0,-1 1 1 0 0,1-1-1 0 0,-1 1 1 0 0,1-1-1 0 0,0 1 1 0 0,-1 0-1 0 0,1-1 1 0 0,0 1-1 0 0,0 0 1 0 0,0 0-1 0 0,0-1 1 0 0,0 1-1 0 0,0 0 1 0 0,0 0-1 0 0,0 0 1 0 0,0 0-1 0 0,1 0 1 0 0,-1 0-1 0 0,3-1 1 0 0,6-2 2 0 0,0-1 0 0 0,0 1 0 0 0,0 1 0 0 0,1 0 0 0 0,11-2 0 0 0,-9 2-12 0 0,42-11-6 0 0,162-39 26 0 0,-214 53-93 0 0,0-14-2229 0 0,-1 3 1672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5.8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8 2368 0 0,'-16'23'-37'0'0,"1"-1"170"0"0,-21 39 0 0 0,33-56-118 0 0,1 0-1 0 0,-1 0 1 0 0,1 0-1 0 0,1 0 1 0 0,-1 0 0 0 0,1 1-1 0 0,0-1 1 0 0,0 1-1 0 0,0-1 1 0 0,1 1-1 0 0,0-1 1 0 0,0 1-1 0 0,0-1 1 0 0,2 7 0 0 0,-1-9 7 0 0,0-1 1 0 0,0 1 0 0 0,1-1-1 0 0,-1 0 1 0 0,1 0-1 0 0,-1 0 1 0 0,1 0 0 0 0,0 0-1 0 0,-1 0 1 0 0,1 0 0 0 0,0 0-1 0 0,0-1 1 0 0,1 1 0 0 0,-1-1-1 0 0,0 0 1 0 0,0 1-1 0 0,1-1 1 0 0,-1 0 0 0 0,1 0-1 0 0,-1-1 1 0 0,1 1 0 0 0,-1 0-1 0 0,1-1 1 0 0,0 0 0 0 0,-1 1-1 0 0,1-1 1 0 0,-1 0-1 0 0,1 0 1 0 0,0-1 0 0 0,-1 1-1 0 0,1 0 1 0 0,-1-1 0 0 0,4 0-1 0 0,3-1 55 0 0,1 0 0 0 0,0-1-1 0 0,-1 0 1 0 0,1 0-1 0 0,-1-1 1 0 0,0 0 0 0 0,13-8-1 0 0,-16 8-28 0 0,-1 0 0 0 0,1-1 0 0 0,-1 0-1 0 0,0 0 1 0 0,0 0 0 0 0,-1 0 0 0 0,1-1-1 0 0,-1 1 1 0 0,-1-1 0 0 0,1 0-1 0 0,-1-1 1 0 0,0 1 0 0 0,0 0 0 0 0,-1-1-1 0 0,3-12 1 0 0,-4 15-29 0 0,-1 1-1 0 0,0-1 0 0 0,0 1 1 0 0,0-1-1 0 0,0 1 1 0 0,-1-1-1 0 0,1 1 0 0 0,-1-1 1 0 0,0 1-1 0 0,0 0 1 0 0,0-1-1 0 0,-1 1 1 0 0,1 0-1 0 0,-1 0 0 0 0,0 0 1 0 0,0 0-1 0 0,0 0 1 0 0,0 0-1 0 0,0 0 1 0 0,-1 1-1 0 0,1-1 0 0 0,-1 1 1 0 0,1 0-1 0 0,-1 0 1 0 0,0 0-1 0 0,0 0 1 0 0,0 0-1 0 0,0 1 0 0 0,0-1 1 0 0,-1 1-1 0 0,1 0 1 0 0,0 0-1 0 0,-6-1 1 0 0,-2-1-25 0 0,-1 0 0 0 0,1 1 0 0 0,-1 1 0 0 0,0 0 0 0 0,0 0 0 0 0,0 1 0 0 0,1 1 0 0 0,-20 3 0 0 0,25-3-421 0 0,0 0 0 0 0,0 1 0 0 0,1 0 0 0 0,-1 0 0 0 0,1 1 0 0 0,-10 5 0 0 0,6-2-263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6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18 3324 0 0,'0'0'426'0'0,"3"-4"-429"0"0,-1 3 0 0 0,-1 0-1 0 0,1-1 1 0 0,-1 1-1 0 0,1 0 1 0 0,0 0-1 0 0,-1 0 1 0 0,1 0-1 0 0,0 0 1 0 0,0 0-1 0 0,-1 1 1 0 0,1-1-1 0 0,0 1 1 0 0,0-1-1 0 0,0 1 1 0 0,0 0 0 0 0,0 0-1 0 0,0-1 1 0 0,4 2-1 0 0,-2-1-7 0 0,0 1 0 0 0,0 0 0 0 0,0 1 0 0 0,0-1 1 0 0,0 1-1 0 0,0-1 0 0 0,0 1 0 0 0,-1 0 0 0 0,1 1 0 0 0,6 4 0 0 0,23 19-17 0 0,30 23 40 0 0,126 76-1 0 0,-185-123 29 0 0,0 0 1 0 0,0 0-1 0 0,-1 1 0 0 0,1-1 1 0 0,-1 1-1 0 0,0 0 1 0 0,0 0-1 0 0,0 0 1 0 0,0 0-1 0 0,4 6 0 0 0,-6-7 66 0 0,-27 9 106 0 0,9-8-74 0 0,1 0 0 0 0,-1-1 0 0 0,0-1 0 0 0,0-1-1 0 0,1 0 1 0 0,-1-1 0 0 0,0 0 0 0 0,0-2 0 0 0,-28-7 0 0 0,40 9-68 0 0,0-1 1 0 0,0 1 0 0 0,0-1-1 0 0,0 0 1 0 0,0 0-1 0 0,1-1 1 0 0,-1 1 0 0 0,0-1-1 0 0,1 0 1 0 0,0 0 0 0 0,0-1-1 0 0,-7-6 1 0 0,9 7-51 0 0,1 1 1 0 0,0 0-1 0 0,-1-1 0 0 0,1 1 1 0 0,0-1-1 0 0,0 0 0 0 0,0 1 0 0 0,1-1 1 0 0,-1 0-1 0 0,1 1 0 0 0,-1-1 0 0 0,1 0 1 0 0,0 0-1 0 0,0 1 0 0 0,0-1 1 0 0,0 0-1 0 0,1 0 0 0 0,-1 1 0 0 0,1-1 1 0 0,0 0-1 0 0,0 1 0 0 0,-1-1 0 0 0,2 0 1 0 0,1-4-1 0 0,6-7-13 0 0,0 1 0 0 0,1-1 0 0 0,1 2 0 0 0,0-1 0 0 0,0 1-1 0 0,1 1 1 0 0,0 0 0 0 0,1 1 0 0 0,1 1 0 0 0,28-17 0 0 0,-26 21-287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7.3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99 4784 0 0,'0'0'-44'0'0,"31"15"256"0"0,1 57-246 0 0,53 112 211 0 0,-81-173 2415 0 0,-12-20-2071 0 0,-15-32-379 0 0,14-11-41 0 0,2 1-1 0 0,3-2 1 0 0,2-80 0 0 0,2 103-294 0 0,0 30 176 0 0,0 0 0 0 0,0-1 0 0 0,0 1 0 0 0,0-1 0 0 0,0 1 1 0 0,0 0-1 0 0,0-1 0 0 0,0 1 0 0 0,0 0 0 0 0,0-1 0 0 0,0 1 0 0 0,0-1 0 0 0,0 1 0 0 0,0 0 0 0 0,0-1 0 0 0,1 1 0 0 0,-1 0 0 0 0,0-1 1 0 0,0 1-1 0 0,0 0 0 0 0,1-1 0 0 0,-1 1 0 0 0,0 0 0 0 0,0-1 0 0 0,1 1 0 0 0,-1 0 0 0 0,0 0 0 0 0,1-1 0 0 0,-1 1 0 0 0,0 0 0 0 0,1 0 1 0 0,-1 0-1 0 0,0-1 0 0 0,1 1 0 0 0,-1 0 0 0 0,0 0 0 0 0,1 0 0 0 0,-1 0 0 0 0,1 0 0 0 0,0 0 0 0 0,19 9-220 0 0,15 22 128 0 0,25 48-26 0 0,-32-43 109 0 0,39 63 0 0 0,-56-70 1048 0 0,-15-31-1005 0 0,-1 0 1 0 0,0-1-1 0 0,1 0 0 0 0,0 0 1 0 0,-1 0-1 0 0,1 0 1 0 0,1-1-1 0 0,-1 0 1 0 0,0 1-1 0 0,1-1 0 0 0,0-1 1 0 0,0 1-1 0 0,0 0 1 0 0,0-1-1 0 0,1 0 1 0 0,0 1-1 0 0,0-1 0 0 0,0 0 1 0 0,0 0-1 0 0,1 0 1 0 0,0 0-1 0 0,0-1 0 0 0,0 1 1 0 0,1 0-1 0 0,-1 0 1 0 0,1-1-1 0 0,1 1 1 0 0,-1 0-1 0 0,1 0 0 0 0,0 0 1 0 0,0-1-1 0 0,0 1 1 0 0,1 0-1 0 0,0 0 1 0 0,0 1-1 0 0,0-1 0 0 0,0 0 1 0 0,1 1-1 0 0,0-1 1 0 0,0 1-1 0 0,0 0 1 0 0,0 0-1 0 0,1 0 0 0 0,0 0 1 0 0,5-4-1 0 0,1 0-35 0 0,0 0 0 0 0,0 0-1 0 0,1 1 1 0 0,0 0 0 0 0,0 1-1 0 0,1 1 1 0 0,0-1 0 0 0,0 2-1 0 0,0 0 1 0 0,0 0 0 0 0,1 1-1 0 0,-1 1 1 0 0,1 0 0 0 0,0 1-1 0 0,0 0 1 0 0,0 1 0 0 0,0 0-1 0 0,-1 1 1 0 0,1 0 0 0 0,0 1-1 0 0,0 1 1 0 0,-1 0 0 0 0,0 1-1 0 0,1 0 1 0 0,-1 1 0 0 0,-1 0-1 0 0,1 1 1 0 0,-1 0 0 0 0,0 1-1 0 0,10 8 1 0 0,-16-12-8 0 0,0 0 0 0 0,0 1 0 0 0,0 0 0 0 0,0 0 0 0 0,-1 0 0 0 0,0 1-1 0 0,0 0 1 0 0,0 0 0 0 0,0 0 0 0 0,-1 0 0 0 0,0 0 0 0 0,0 0 0 0 0,0 1 0 0 0,-1 0 0 0 0,0-1 0 0 0,0 1 0 0 0,0 0-1 0 0,-1 0 1 0 0,0 0 0 0 0,0 0 0 0 0,0 1 0 0 0,-1-1 0 0 0,0 0 0 0 0,0 0 0 0 0,0 0 0 0 0,-1 0 0 0 0,0 0-1 0 0,-2 8 1 0 0,2-12-494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8.2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169 618 5665 0 0,'5'-24'-244'0'0,"-5"23"262"0"0,-1-1 1 0 0,1 1-1 0 0,-1 0 0 0 0,1 0 0 0 0,-1 0 1 0 0,1 0-1 0 0,-1 0 0 0 0,0-1 0 0 0,0 1 1 0 0,0 0-1 0 0,1 1 0 0 0,-1-1 0 0 0,0 0 1 0 0,0 0-1 0 0,0 0 0 0 0,-1 0 0 0 0,1 1 1 0 0,0-1-1 0 0,0 0 0 0 0,0 1 0 0 0,0-1 1 0 0,-1 1-1 0 0,1 0 0 0 0,0-1 0 0 0,0 1 0 0 0,-1 0 1 0 0,1 0-1 0 0,0 0 0 0 0,-1 0 0 0 0,1 0 1 0 0,0 0-1 0 0,0 0 0 0 0,-1 0 0 0 0,1 0 1 0 0,0 1-1 0 0,-1-1 0 0 0,1 0 0 0 0,0 1 1 0 0,0-1-1 0 0,0 1 0 0 0,-1-1 0 0 0,-1 3 1 0 0,-8 2 7 0 0,0 1 1 0 0,0 1-1 0 0,-15 11 1 0 0,20-14-8 0 0,-1 1-13 0 0,1 1 1 0 0,-1-1 0 0 0,1 2 0 0 0,0-1 0 0 0,-8 12 0 0 0,12-15-5 0 0,0-1 0 0 0,1 1 0 0 0,-1-1 0 0 0,1 1 0 0 0,-1-1 0 0 0,1 1 0 0 0,0 0 0 0 0,0-1 0 0 0,0 1 1 0 0,1 0-1 0 0,-1 0 0 0 0,1 0 0 0 0,0 0 0 0 0,-1 0 0 0 0,1 0 0 0 0,0 0 0 0 0,1 0 0 0 0,-1 0 0 0 0,1 3 0 0 0,0-4-3 0 0,0-1 0 0 0,-1 0-1 0 0,1 0 1 0 0,0-1-1 0 0,0 1 1 0 0,0 0 0 0 0,0 0-1 0 0,0 0 1 0 0,0 0 0 0 0,0-1-1 0 0,0 1 1 0 0,0-1-1 0 0,0 1 1 0 0,0 0 0 0 0,0-1-1 0 0,0 0 1 0 0,0 1 0 0 0,1-1-1 0 0,-1 0 1 0 0,0 0 0 0 0,0 1-1 0 0,1-1 1 0 0,-1 0-1 0 0,0 0 1 0 0,0 0 0 0 0,1-1-1 0 0,0 1 1 0 0,32-6-58 0 0,-33 6 59 0 0,16-5-26 0 0,-1-1 1 0 0,1-1-1 0 0,-1 0 0 0 0,-1-1 1 0 0,1-1-1 0 0,22-17 1 0 0,-37 25 21 0 0,-1 1 0 0 0,1 0 1 0 0,0-1-1 0 0,0 1 0 0 0,0 0 1 0 0,-1 0-1 0 0,1 0 1 0 0,0 0-1 0 0,0-1 0 0 0,0 1 1 0 0,-1 0-1 0 0,1 1 1 0 0,0-1-1 0 0,0 0 0 0 0,0 0 1 0 0,-1 0-1 0 0,1 0 0 0 0,0 1 1 0 0,0-1-1 0 0,-1 0 1 0 0,1 1-1 0 0,0-1 0 0 0,0 0 1 0 0,-1 1-1 0 0,1-1 0 0 0,0 1 1 0 0,-1-1-1 0 0,1 1 1 0 0,-1 0-1 0 0,1-1 0 0 0,-1 1 1 0 0,1-1-1 0 0,-1 1 1 0 0,1 1-1 0 0,20 32-43 0 0,-10-16 12 0 0,-8-14 34 0 0,1 0 1 0 0,0 0 0 0 0,0-1-1 0 0,0 1 1 0 0,1-1-1 0 0,-1 0 1 0 0,1 0 0 0 0,0-1-1 0 0,0 1 1 0 0,0-1-1 0 0,0 0 1 0 0,0 0 0 0 0,0-1-1 0 0,1 1 1 0 0,-1-1-1 0 0,1-1 1 0 0,-1 1-1 0 0,1-1 1 0 0,-1 0 0 0 0,0 0-1 0 0,1 0 1 0 0,-1-1-1 0 0,1 0 1 0 0,9-2 0 0 0,-8 1 37 0 0,1-1 0 0 0,-1 0 0 0 0,0 0 0 0 0,0 0 1 0 0,-1-1-1 0 0,1 1 0 0 0,-1-2 0 0 0,1 1 0 0 0,-1-1 1 0 0,-1 0-1 0 0,1 0 0 0 0,-1-1 0 0 0,0 1 0 0 0,0-1 1 0 0,0 0-1 0 0,-1-1 0 0 0,4-6 0 0 0,-3 0 6 0 0,-1 1 0 0 0,0-1 0 0 0,0 1 0 0 0,-2-1 0 0 0,0 0 0 0 0,0 0 0 0 0,-1 0 0 0 0,-1 0 0 0 0,0-1 0 0 0,-1 1-1 0 0,-4-25 1 0 0,-6-13 58 0 0,-28-83-1 0 0,20 75 50 0 0,2 5 311 0 0,-3 1-1 0 0,-45-89 0 0 0,64 141-500 0 0,0 3-112 0 0,-1 0 143 0 0,1 0 1 0 0,0 0-1 0 0,0 1 0 0 0,0-1 1 0 0,0 0-1 0 0,0 1 0 0 0,1-1 1 0 0,-1 6-1 0 0,15 65-78 0 0,30 93 0 0 0,-14-63 57 0 0,-22-68 78 0 0,3 1 0 0 0,0-1 0 0 0,3-1 0 0 0,34 65 0 0 0,-42-89-257 0 0,0-1 0 0 0,1 0 0 0 0,0 0 0 0 0,1-1 0 0 0,-1 0 0 0 0,2 0 0 0 0,-1-1 0 0 0,1 0 0 0 0,0 0 0 0 0,1-1 0 0 0,-1-1 0 0 0,1 1 0 0 0,1-1 0 0 0,-1-1 0 0 0,0 0 0 0 0,1 0 0 0 0,0-1 0 0 0,0-1 0 0 0,0 0 0 0 0,19 1 0 0 0,10 0-2146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38.4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50 174 5985 0 0,'-17'0'-32'0'0,"4"2"204"0"0,-7-4-16 0 0,64-13-140 0 0,-8 5 4 0 0,21 0 4 0 0,18-7-64 0 0,12-1-84 0 0,4-1-132 0 0,8-6-209 0 0,-1 5-851 0 0,-4-2-92 0 0,-12 5 532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0.1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21 224 3496 0 0,'0'0'-165'0'0,"-14"3"-30"0"0,7 0 416 0 0,9-1 537 0 0,41 1-746 0 0,0-2 0 0 0,0-2 0 0 0,55-9 1 0 0,61-1 28 0 0,69 6 32 0 0,-225 5-9 0 0,0 0 29 0 0,1 0-75 0 0,3 1 258 0 0,-1-1 0 0 0,1-1 0 0 0,0 1 0 0 0,0-1-1 0 0,0 0 1 0 0,9-3 0 0 0,-14 3 46 0 0,-6-3-191 0 0,-20-17-7 0 0,-1 1 0 0 0,0 1 1 0 0,-2 1-1 0 0,-1 1 0 0 0,0 1 0 0 0,0 2 0 0 0,-60-21 0 0 0,13 9-48 0 0,73 26-81 0 0,-7-8-69 0 0,4 5-18 0 0,10 3-146 0 0,67 15 181 0 0,0 3 0 0 0,-2 3 0 0 0,0 4 0 0 0,90 44 0 0 0,-159-68 57 0 0,0-1 0 0 0,0 0 0 0 0,0 1 0 0 0,0-1 0 0 0,0 1 0 0 0,0-1 0 0 0,-1 1-1 0 0,1 0 1 0 0,0-1 0 0 0,0 1 0 0 0,-1 0 0 0 0,1-1 0 0 0,0 1 0 0 0,-1 0 0 0 0,1 0 0 0 0,-1-1 0 0 0,1 1 0 0 0,-1 0 0 0 0,1 0 0 0 0,-1 0 0 0 0,0 0 0 0 0,1 0-1 0 0,-1 0 1 0 0,0 0 0 0 0,0 0 0 0 0,1 0 0 0 0,-1 1 0 0 0,-1-1 0 0 0,1 1 1 0 0,-1 0-1 0 0,1-1 0 0 0,-1 1 0 0 0,0 0 1 0 0,0-1-1 0 0,0 1 0 0 0,0-1 0 0 0,0 1 1 0 0,0-1-1 0 0,0 0 0 0 0,0 1 0 0 0,-3 1 0 0 0,-41 27 16 0 0,-42 14-39 0 0,-137 50 0 0 0,218-92-75 0 0,-4 1-349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0.7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370 57 4184 0 0,'0'-3'-21'0'0,"0"1"-1"0"0,0 0 1 0 0,0 0-1 0 0,-1 0 1 0 0,1 0-1 0 0,0 0 1 0 0,-1 0-1 0 0,0 0 1 0 0,1 0-1 0 0,-1 0 1 0 0,0 0-1 0 0,0 0 1 0 0,0 0-1 0 0,0 1 1 0 0,0-1-1 0 0,-1 0 1 0 0,1 1-1 0 0,-1-1 1 0 0,1 1-1 0 0,-1-1 1 0 0,-3-2-1 0 0,2 2 17 0 0,-1 1-1 0 0,0-1 1 0 0,0 0-1 0 0,0 1 1 0 0,1 0-1 0 0,-2 0 1 0 0,1 0 0 0 0,0 0-1 0 0,0 1 1 0 0,-7 0-1 0 0,-2 0 14 0 0,0 1 0 0 0,0 1 0 0 0,0 0 0 0 0,0 1 0 0 0,1 0-1 0 0,-18 7 1 0 0,16-3-7 0 0,1 0-1 0 0,-1 1 0 0 0,2 1 0 0 0,-1 0 0 0 0,1 1 0 0 0,0 0 0 0 0,1 0 1 0 0,1 2-1 0 0,-1-1 0 0 0,-11 18 0 0 0,17-21-2 0 0,-1-1-1 0 0,1 1 1 0 0,1 1-1 0 0,-1-1 1 0 0,1 0-1 0 0,1 1 1 0 0,-1 0-1 0 0,2 0 0 0 0,-1 0 1 0 0,1 0-1 0 0,1 1 1 0 0,-1-1-1 0 0,2 0 1 0 0,-1 1-1 0 0,1-1 1 0 0,1 0-1 0 0,0 1 1 0 0,2 11-1 0 0,0-15 9 0 0,0 1 0 0 0,0 0 0 0 0,1-1-1 0 0,0 0 1 0 0,0 0 0 0 0,0 0-1 0 0,1 0 1 0 0,0-1 0 0 0,0 1 0 0 0,0-1-1 0 0,1-1 1 0 0,0 1 0 0 0,0-1-1 0 0,0 0 1 0 0,0 0 0 0 0,1-1 0 0 0,-1 1-1 0 0,1-2 1 0 0,0 1 0 0 0,13 3 0 0 0,14 2 41 0 0,0 0 0 0 0,1-3 0 0 0,35 2 1 0 0,-50-5-22 0 0,57 5 440 0 0,-74-7-478 0 0,15-6-2062 0 0,-9 0 1554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1.2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42 3320 0 0,'0'-19'210'0'0,"-1"-3"1743"0"0,-11 40-1362 0 0,10-14-588 0 0,0 0 1 0 0,0 1-1 0 0,1-1 1 0 0,-1 1-1 0 0,1-1 0 0 0,0 1 1 0 0,1 0-1 0 0,-1-1 1 0 0,1 1-1 0 0,0 0 1 0 0,0-1-1 0 0,0 1 0 0 0,1 0 1 0 0,-1 0-1 0 0,1-1 1 0 0,1 1-1 0 0,-1-1 1 0 0,0 1-1 0 0,1-1 0 0 0,0 1 1 0 0,0-1-1 0 0,0 0 1 0 0,1 0-1 0 0,0 0 1 0 0,-1 0-1 0 0,1-1 0 0 0,1 1 1 0 0,-1-1-1 0 0,0 1 1 0 0,1-1-1 0 0,0 0 1 0 0,-1 0-1 0 0,1-1 0 0 0,8 5 1 0 0,-7-5 2 0 0,-1 1 0 0 0,1-1 0 0 0,-1 0 0 0 0,1 0-1 0 0,0 0 1 0 0,0 0 0 0 0,0-1 0 0 0,0 0 0 0 0,0 0 0 0 0,0-1 0 0 0,0 1 0 0 0,0-1 0 0 0,0 0 0 0 0,0 0 0 0 0,0-1 0 0 0,1 1-1 0 0,-1-1 1 0 0,0 0 0 0 0,0-1 0 0 0,-1 1 0 0 0,1-1 0 0 0,0 0 0 0 0,0 0 0 0 0,-1-1 0 0 0,1 1 0 0 0,-1-1 0 0 0,0 0 0 0 0,0 0-1 0 0,0-1 1 0 0,5-4 0 0 0,-3-2 119 0 0,0 1-1 0 0,0-1 1 0 0,-1 0 0 0 0,-1-1-1 0 0,7-20 1 0 0,-2 7 350 0 0,-9 23-240 0 0,-1 6-238 0 0,-1-2 0 0 0,0 1 1 0 0,1 0-1 0 0,0 1 1 0 0,0-1-1 0 0,0 0 0 0 0,1 0 1 0 0,-1 0-1 0 0,1 1 0 0 0,0-1 1 0 0,0 0-1 0 0,0 0 1 0 0,1 1-1 0 0,0-1 0 0 0,-1 0 1 0 0,1 0-1 0 0,1 0 1 0 0,-1 0-1 0 0,1 0 0 0 0,-1 0 1 0 0,1 0-1 0 0,0 0 0 0 0,4 4 1 0 0,2 5-32 0 0,-5-8-37 0 0,0 0 0 0 0,0 0 0 0 0,1-1 0 0 0,0 1 1 0 0,-1-1-1 0 0,2 0 0 0 0,-1 0 0 0 0,0 0 0 0 0,1 0 0 0 0,0-1 0 0 0,0 0 0 0 0,7 4 0 0 0,-7-5-313 0 0,0 0-1 0 0,0 0 0 0 0,0 0 1 0 0,0-1-1 0 0,0 0 0 0 0,1 0 1 0 0,-1-1-1 0 0,6 1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1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4 4288 0 0,'0'0'-278'0'0,"-6"-3"51"0"0,22 22-1941 0 0,3-3 2150 0 0,0 0 0 0 0,1-2 0 0 0,0 0-1 0 0,1-1 1 0 0,28 12 0 0 0,-25-13 64 0 0,0 1-1 0 0,-1 2 0 0 0,0 0 0 0 0,-1 1 0 0 0,30 29 0 0 0,-51-44-11 0 0,0 0-1 0 0,0 0 1 0 0,-1 0-1 0 0,1 1 0 0 0,0-1 1 0 0,0 0-1 0 0,-1 0 1 0 0,1 1-1 0 0,-1-1 0 0 0,1 1 1 0 0,-1-1-1 0 0,0 0 1 0 0,0 1-1 0 0,1-1 0 0 0,-1 1 1 0 0,0-1-1 0 0,0 1 1 0 0,0-1-1 0 0,-1 0 0 0 0,1 1 1 0 0,0-1-1 0 0,0 1 0 0 0,-1-1 1 0 0,1 0-1 0 0,-1 1 1 0 0,1-1-1 0 0,-1 0 0 0 0,0 1 1 0 0,1-1-1 0 0,-1 0 1 0 0,0 0-1 0 0,0 0 0 0 0,0 0 1 0 0,0 0-1 0 0,0 0 1 0 0,0 0-1 0 0,0 0 0 0 0,0 0 1 0 0,-1 0-1 0 0,1 0 0 0 0,0-1 1 0 0,0 1-1 0 0,-1 0 1 0 0,0 0-1 0 0,-4 2 142 0 0,1 0 1 0 0,-1 0-1 0 0,0 0 1 0 0,0-1-1 0 0,0 0 0 0 0,0 0 1 0 0,0-1-1 0 0,-12 2 0 0 0,16-3-150 0 0,0 0 0 0 0,0 0 0 0 0,0-1-1 0 0,0 1 1 0 0,0-1 0 0 0,0 0 0 0 0,0 0-1 0 0,0 1 1 0 0,1-1 0 0 0,-1 0 0 0 0,0 0-1 0 0,0-1 1 0 0,1 1 0 0 0,-1 0 0 0 0,1 0-1 0 0,-1-1 1 0 0,1 1 0 0 0,0-1 0 0 0,0 0-1 0 0,-1 1 1 0 0,1-1 0 0 0,0 0 0 0 0,0 1-1 0 0,0-1 1 0 0,1 0 0 0 0,-1 0 0 0 0,0 0-1 0 0,1 0 1 0 0,-1 0 0 0 0,1 0-1 0 0,0 0 1 0 0,0 0 0 0 0,0 0 0 0 0,0 0-1 0 0,0 0 1 0 0,0 0 0 0 0,1-2 0 0 0,-1-8-17 0 0,1 1 0 0 0,0-1 1 0 0,1 1-1 0 0,0 0 0 0 0,4-12 1 0 0,4-8-166 0 0,2 2 1 0 0,20-38-1 0 0,-27 61 103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2.5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95 3540 0 0,'-17'-1'-53'0'0,"-2"3"223"0"0,19-1-174 0 0,0 1 0 0 0,0-1 0 0 0,1 0-1 0 0,-1 1 1 0 0,0-1 0 0 0,0 0 0 0 0,1 1 0 0 0,-1-1 0 0 0,1 0-1 0 0,-1 1 1 0 0,1-1 0 0 0,0 0 0 0 0,-1 0 0 0 0,1 0-1 0 0,0 0 1 0 0,0 0 0 0 0,0 0 0 0 0,1 2 0 0 0,28 34-20 0 0,1 0 0 0 0,2-3 0 0 0,64 54 0 0 0,-45-42 70 0 0,-51-45-36 0 0,-1-1 1 0 0,1 0-1 0 0,-1 1 0 0 0,1-1 1 0 0,-1 1-1 0 0,1-1 1 0 0,-1 1-1 0 0,0-1 1 0 0,1 1-1 0 0,-1-1 1 0 0,0 1-1 0 0,1 0 1 0 0,-1-1-1 0 0,0 1 0 0 0,0-1 1 0 0,1 1-1 0 0,-1 0 1 0 0,0-1-1 0 0,0 1 1 0 0,0-1-1 0 0,0 1 1 0 0,0 0-1 0 0,0-1 1 0 0,0 1-1 0 0,0 0 1 0 0,0-1-1 0 0,0 1 0 0 0,0 0 1 0 0,-1-1-1 0 0,1 1 1 0 0,0-1-1 0 0,0 1 1 0 0,-1 0-1 0 0,-21 16 132 0 0,16-15-59 0 0,0 1-1 0 0,0-1 1 0 0,0 0-1 0 0,0-1 1 0 0,0 0-1 0 0,-1 0 1 0 0,-10 1-1 0 0,13-2-47 0 0,0-1 0 0 0,1 1 0 0 0,-1 0 0 0 0,0-1 1 0 0,1 0-1 0 0,-1 0 0 0 0,0 0 0 0 0,1 0 0 0 0,-1 0 0 0 0,1-1 0 0 0,0 1 0 0 0,-1-1 0 0 0,1 0 0 0 0,0 0 1 0 0,0-1-1 0 0,0 1 0 0 0,0-1 0 0 0,1 1 0 0 0,-1-1 0 0 0,1 0 0 0 0,-1 0 0 0 0,1 0 0 0 0,0 0 0 0 0,0 0 1 0 0,0 0-1 0 0,1-1 0 0 0,-1 1 0 0 0,1-1 0 0 0,0 1 0 0 0,0-1 0 0 0,0 0 0 0 0,0 1 0 0 0,1-1 0 0 0,-1 0 0 0 0,1 0 1 0 0,0 1-1 0 0,0-1 0 0 0,1-7 0 0 0,2-6-78 0 0,0 1 0 0 0,1-1 0 0 0,0 1 0 0 0,1-1 0 0 0,1 1 0 0 0,1 1 0 0 0,14-26 0 0 0,5 0-211 0 0,44-52 0 0 0,-50 71 51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3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111 168 2788 0 0,'0'0'-122'0'0,"3"-4"-42"0"0,0 0 235 0 0,0 0 1 0 0,0 0 0 0 0,0 0 0 0 0,-1 0 0 0 0,0 0 0 0 0,0-1 0 0 0,0 1 0 0 0,0-1-1 0 0,0 0 1 0 0,-1 0 0 0 0,0 1 0 0 0,0-1 0 0 0,0 0 0 0 0,-1 0 0 0 0,0 0 0 0 0,0 0-1 0 0,0 0 1 0 0,0 0 0 0 0,-3-9 0 0 0,3 12-29 0 0,0 0 0 0 0,-1 0 0 0 0,1-1 0 0 0,-1 1 1 0 0,1 0-1 0 0,-1 0 0 0 0,0 0 0 0 0,0 0 0 0 0,0 0 0 0 0,0 0 0 0 0,-3-4 0 0 0,-1 0 68 0 0,4 5-64 0 0,-5 2-38 0 0,1 0-1 0 0,-1 0 0 0 0,1 1 0 0 0,-1 0 0 0 0,1 0 1 0 0,0 0-1 0 0,-1 1 0 0 0,1-1 0 0 0,0 1 0 0 0,1 1 1 0 0,-1-1-1 0 0,0 1 0 0 0,1-1 0 0 0,0 1 0 0 0,0 0 1 0 0,0 1-1 0 0,1-1 0 0 0,-1 1 0 0 0,1 0 0 0 0,0 0 1 0 0,0 0-1 0 0,1 0 0 0 0,-3 5 0 0 0,3-5-11 0 0,0-1 1 0 0,0 0-1 0 0,0 0 0 0 0,0 1 0 0 0,1-1 0 0 0,0 1 1 0 0,0-1-1 0 0,0 1 0 0 0,1 0 0 0 0,-1-1 0 0 0,1 1 1 0 0,0 0-1 0 0,0-1 0 0 0,1 1 0 0 0,0 0 0 0 0,-1-1 0 0 0,1 1 1 0 0,1-1-1 0 0,-1 1 0 0 0,1-1 0 0 0,0 0 0 0 0,0 1 1 0 0,0-1-1 0 0,0 0 0 0 0,1 0 0 0 0,-1-1 0 0 0,1 1 1 0 0,5 5-1 0 0,0-4 8 0 0,0 0 1 0 0,0-1-1 0 0,0 0 1 0 0,1 0-1 0 0,0-1 0 0 0,0 0 1 0 0,0 0-1 0 0,0-1 1 0 0,0 0-1 0 0,0 0 1 0 0,1-1-1 0 0,-1-1 1 0 0,0 0-1 0 0,1 0 0 0 0,16-3 1 0 0,-20 3 2 0 0,0-1 0 0 0,0 0 0 0 0,0 0 0 0 0,0-1 0 0 0,0 0 0 0 0,0 0 0 0 0,-1 0 0 0 0,1-1 0 0 0,-1 0-1 0 0,0 0 1 0 0,0 0 0 0 0,0 0 0 0 0,0-1 0 0 0,0 0 0 0 0,-1 0 0 0 0,1-1 0 0 0,-1 1 0 0 0,0-1 0 0 0,-1 1 0 0 0,1-1 0 0 0,-1-1 0 0 0,0 1 0 0 0,0 0 0 0 0,-1-1 0 0 0,3-8 0 0 0,0-7 64 0 0,-2 0 0 0 0,-1 0 0 0 0,-1 0-1 0 0,-1-25 1 0 0,0 21 16 0 0,3-2-130 0 0,4 39-62 0 0,4 42 43 0 0,11 61-20 0 0,-5-31 16 0 0,-6-44 393 0 0,-11-39-113 0 0,3 5 154 0 0,-3-6-341 0 0,0 0 1 0 0,0 0-1 0 0,0 0 0 0 0,0 0 1 0 0,-1 0-1 0 0,1-1 1 0 0,0 1-1 0 0,0 0 0 0 0,0 0 1 0 0,0 0-1 0 0,0 0 1 0 0,0 0-1 0 0,0 0 0 0 0,0 0 1 0 0,0 0-1 0 0,0 0 1 0 0,-1 0-1 0 0,1 0 0 0 0,0 0 1 0 0,0 0-1 0 0,0 0 1 0 0,0 0-1 0 0,0 0 0 0 0,0 0 1 0 0,0 0-1 0 0,0 0 1 0 0,-1 0-1 0 0,1 0 0 0 0,0 0 1 0 0,0 0-1 0 0,0 0 1 0 0,0 0-1 0 0,0 0 0 0 0,0 0 1 0 0,0 0-1 0 0,-1 0 1 0 0,1 0-1 0 0,0 0 0 0 0,0 0 1 0 0,0 0-1 0 0,0 0 1 0 0,0 0-1 0 0,0 0 0 0 0,0 0 1 0 0,0 1-1 0 0,0-1 1 0 0,0 0-1 0 0,-1 0 0 0 0,-3-5 7 0 0,-1 0-1 0 0,0-1 0 0 0,1 1 0 0 0,0-1 0 0 0,0 0 1 0 0,1 0-1 0 0,0 0 0 0 0,0 0 0 0 0,0-1 1 0 0,1 1-1 0 0,0-1 0 0 0,-3-12 0 0 0,5 14-70 0 0,-1 0-1 0 0,1 1 1 0 0,-1-1-1 0 0,1 0 1 0 0,0 1 0 0 0,1-1-1 0 0,-1 1 1 0 0,1-1-1 0 0,0 0 1 0 0,0 1-1 0 0,0-1 1 0 0,1 1 0 0 0,0 0-1 0 0,0 0 1 0 0,0-1-1 0 0,0 1 1 0 0,0 0-1 0 0,1 1 1 0 0,0-1 0 0 0,0 0-1 0 0,4-4 1 0 0,-5 7 18 0 0,-1 1-1 0 0,0-1 1 0 0,1 0 0 0 0,-1 1 0 0 0,0-1 0 0 0,1 1 0 0 0,-1-1 0 0 0,0 1-1 0 0,1 0 1 0 0,-1 0 0 0 0,1 0 0 0 0,-1-1 0 0 0,1 1 0 0 0,-1 1 0 0 0,1-1 0 0 0,-1 0-1 0 0,0 0 1 0 0,1 0 0 0 0,-1 1 0 0 0,1-1 0 0 0,-1 1 0 0 0,0-1 0 0 0,1 1-1 0 0,-1 0 1 0 0,0-1 0 0 0,0 1 0 0 0,1 0 0 0 0,-1 0 0 0 0,0 0 0 0 0,0 0 0 0 0,0 0-1 0 0,0 0 1 0 0,0 0 0 0 0,0 0 0 0 0,1 2 0 0 0,3 3-13 0 0,0 0-1 0 0,-1 0 1 0 0,1 0 0 0 0,-1 0 0 0 0,4 9 0 0 0,20 68-114 0 0,-17-46 36 0 0,-6 0-2864 0 0,-3-31 1831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4.0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175 30 3972 0 0,'0'-1'-24'0'0,"-1"-1"0"0"0,1 0 0 0 0,-1 1-1 0 0,1-1 1 0 0,-1 1 0 0 0,0-1 0 0 0,0 1 0 0 0,0 0-1 0 0,0-1 1 0 0,0 1 0 0 0,0 0 0 0 0,0 0 0 0 0,0-1-1 0 0,0 1 1 0 0,0 0 0 0 0,-1 0 0 0 0,1 0-1 0 0,0 1 1 0 0,-1-1 0 0 0,1 0 0 0 0,-1 0 0 0 0,1 1-1 0 0,-1-1 1 0 0,1 1 0 0 0,-1-1 0 0 0,-2 1-1 0 0,1 0 13 0 0,-1 0 0 0 0,1 1-1 0 0,0-1 1 0 0,0 1 0 0 0,0 0-1 0 0,0 0 1 0 0,0 0 0 0 0,1 1-1 0 0,-1-1 1 0 0,0 1 0 0 0,0-1-1 0 0,1 1 1 0 0,-3 2 0 0 0,-5 4 4 0 0,1 1 1 0 0,0 0 0 0 0,0 0-1 0 0,1 1 1 0 0,0-1 0 0 0,-6 13-1 0 0,9-12 2 0 0,0-1-1 0 0,1 1 0 0 0,0 0 0 0 0,0 0 0 0 0,1 0 1 0 0,1 0-1 0 0,0 1 0 0 0,0-1 0 0 0,1 1 1 0 0,0-1-1 0 0,2 22 0 0 0,-1-28 17 0 0,1 1-1 0 0,0 0 1 0 0,0-1-1 0 0,0 1 1 0 0,1-1-1 0 0,0 1 1 0 0,0-1 0 0 0,0 0-1 0 0,0 0 1 0 0,1 0-1 0 0,-1 0 1 0 0,1 0-1 0 0,0-1 1 0 0,0 1-1 0 0,1-1 1 0 0,-1 1 0 0 0,1-1-1 0 0,-1 0 1 0 0,1-1-1 0 0,0 1 1 0 0,0-1-1 0 0,0 0 1 0 0,0 0-1 0 0,1 0 1 0 0,-1 0-1 0 0,1-1 1 0 0,-1 1 0 0 0,1-1-1 0 0,4 0 1 0 0,3 1-319 0 0,0 0 1 0 0,0-1 0 0 0,0 0-1 0 0,-1-1 1 0 0,22-3-1 0 0,-4-2-212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4.4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448 2 2108 0 0,'0'0'92'0'0,"-24"-2"360"0"0,19 3-389 0 0,-1 1 0 0 0,0-1 0 0 0,1 1 0 0 0,-1 0 0 0 0,1 1 0 0 0,-6 2 0 0 0,9-4-51 0 0,0 1 0 0 0,0-1 0 0 0,0 0 0 0 0,1 1 0 0 0,-1-1 0 0 0,1 0 0 0 0,-1 1 0 0 0,1 0 0 0 0,0-1 0 0 0,0 1 0 0 0,-1 0 0 0 0,1 0 0 0 0,0 0 0 0 0,1 0 0 0 0,-1 0 0 0 0,0 0 0 0 0,0 0 0 0 0,1 0 0 0 0,-1 0 0 0 0,1 0 0 0 0,0 0 0 0 0,0 3 0 0 0,0-3-6 0 0,0-1 1 0 0,1 0-1 0 0,-1 1 1 0 0,1-1-1 0 0,0 0 0 0 0,0 1 1 0 0,-1-1-1 0 0,1 0 1 0 0,0 0-1 0 0,0 0 0 0 0,0 0 1 0 0,0 0-1 0 0,0 0 1 0 0,0 0-1 0 0,0 0 0 0 0,1 0 1 0 0,-1 0-1 0 0,0-1 1 0 0,0 1-1 0 0,1 0 0 0 0,-1-1 1 0 0,1 1-1 0 0,-1-1 1 0 0,0 1-1 0 0,1-1 0 0 0,-1 0 1 0 0,1 0-1 0 0,-1 0 1 0 0,1 0-1 0 0,-1 0 0 0 0,3 0 1 0 0,48-1 110 0 0,4-8-18 0 0,89-27-1 0 0,-29 5 982 0 0,-115 31-1059 0 0,0-1 0 0 0,0 1 1 0 0,0-1-1 0 0,0 1 0 0 0,0 0 1 0 0,0-1-1 0 0,0 1 0 0 0,0 0 0 0 0,0 0 1 0 0,0 0-1 0 0,0 0 0 0 0,0 0 1 0 0,0 0-1 0 0,0 0 0 0 0,0 0 1 0 0,0 0-1 0 0,0 0 0 0 0,0 0 0 0 0,0 1 1 0 0,0-1-1 0 0,0 0 0 0 0,0 1 1 0 0,0-1-1 0 0,0 1 0 0 0,0-1 1 0 0,-1 1-1 0 0,1 0 0 0 0,0-1 0 0 0,0 1 1 0 0,0 0-1 0 0,-1-1 0 0 0,1 1 1 0 0,1 1-1 0 0,-2 1-1 0 0,0-1-1 0 0,0 1 1 0 0,-1-1-1 0 0,1 1 1 0 0,0-1 0 0 0,-1 0-1 0 0,1 1 1 0 0,-1-1-1 0 0,0 0 1 0 0,0 1 0 0 0,0-1-1 0 0,0 0 1 0 0,-3 3 0 0 0,-9 17 18 0 0,-32 36 1 0 0,41-53-3 0 0,-271 290 147 0 0,169-188-139 0 0,-183 150-3221 0 0,239-217 1903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5.4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558 435 4000 0 0,'0'0'-118'0'0,"3"-4"26"0"0,-3 4 97 0 0,1 0 1 0 0,-1-1-1 0 0,1 1 1 0 0,-1-1-1 0 0,1 1 1 0 0,-1-1-1 0 0,1 1 1 0 0,-1-1-1 0 0,1 1 1 0 0,-1-1-1 0 0,0 0 1 0 0,0 1-1 0 0,1-1 0 0 0,-1 0 1 0 0,0 1-1 0 0,0-1 1 0 0,1 0-1 0 0,-1 1 1 0 0,0-1-1 0 0,0 0 1 0 0,0 1-1 0 0,0-1 1 0 0,0 0-1 0 0,0 1 1 0 0,0-1-1 0 0,0 0 1 0 0,-1 1-1 0 0,1-1 1 0 0,0 0-1 0 0,0 0 1 0 0,-20-17 295 0 0,0 2-180 0 0,-17-17 173 0 0,1-1 0 0 0,2-2 0 0 0,1-2 0 0 0,-49-72 0 0 0,80 107-293 0 0,1 0 0 0 0,-1 0 1 0 0,0 0-1 0 0,1 0 0 0 0,0 0 0 0 0,0 0 1 0 0,0-1-1 0 0,0 1 0 0 0,0 0 1 0 0,1 0-1 0 0,0-1 0 0 0,-1 1 0 0 0,1-1 1 0 0,0 1-1 0 0,1 0 0 0 0,-1-1 0 0 0,0 1 1 0 0,1 0-1 0 0,0 0 0 0 0,2-6 0 0 0,-1 4-30 0 0,1 1 0 0 0,0-1 0 0 0,0 0 0 0 0,0 1 0 0 0,1 0-1 0 0,-1 0 1 0 0,1 0 0 0 0,0 0 0 0 0,0 0 0 0 0,1 1 0 0 0,4-4 0 0 0,-7 6-28 0 0,-4 7-126 0 0,-3 3 175 0 0,-1 0 1 0 0,0-1-1 0 0,0 1 0 0 0,-1-1 0 0 0,0 0 1 0 0,0 0-1 0 0,-1-1 0 0 0,-11 8 0 0 0,-81 56-2 0 0,79-56 1 0 0,-16 9 3 0 0,3-2-18 0 0,-42 35 0 0 0,72-52 22 0 0,4-4 0 0 0,8-3-12 0 0,205-56 11 0 0,91-20 6 0 0,-84 31 183 0 0,-217 47-74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5.8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324 59 3284 0 0,'16'-49'433'0'0,"-15"48"-318"0"0,1-5 25 0 0,-2 4-66 0 0,-3 5 378 0 0,-31 44-409 0 0,-42 77 1 0 0,44-68-24 0 0,-47 63 1 0 0,-35 18 118 0 0,110-131-2182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6.2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40 3948 0 0,'-20'-39'1555'0'0,"18"38"-1113"0"0,5 6-473 0 0,18 27 10 0 0,2-1 1 0 0,0-1-1 0 0,46 43 0 0 0,98 78-101 0 0,-78-73 96 0 0,-16-12 25 0 0,-72-65-279 0 0,5 6-2297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38:46.7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94 128 3580 0 0,'-93'6'1140'0'0,"321"-49"-1038"0"0,158-21 11 0 0,-82 52 18 0 0,-299 12-270 0 0,-1 0-1 0 0,0 0 0 0 0,0-1 1 0 0,0 1-1 0 0,0-1 0 0 0,0 0 0 0 0,0 0 1 0 0,0 0-1 0 0,-1-1 0 0 0,1 1 0 0 0,7-5 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28.3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32 5012 0 0,'-33'-13'935'0'0,"38"12"-1003"0"0,68-7 73 0 0,78 2 0 0 0,-69 4-9 0 0,676 2 8 0 0,-726 2 22 0 0,35 1-240 0 0,-58-9-2118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28.7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19 4576 0 0,'-29'-10'-23'0'0,"7"2"1470"0"0,46 13-1092 0 0,67 14-333 0 0,78 21-1 0 0,-148-34-22 0 0,-1 2 0 0 0,-1 0 0 0 0,1 1-1 0 0,-1 0 1 0 0,32 23 0 0 0,-49-30 4 0 0,1-1 0 0 0,-1 0-1 0 0,0 1 1 0 0,0 0 0 0 0,0-1-1 0 0,0 1 1 0 0,0 0 0 0 0,-1 0-1 0 0,1 0 1 0 0,0 0 0 0 0,-1 0-1 0 0,0 1 1 0 0,1-1 0 0 0,-1 0 0 0 0,0 1-1 0 0,0-1 1 0 0,0 0 0 0 0,-1 1-1 0 0,1 0 1 0 0,0-1 0 0 0,-1 1-1 0 0,0-1 1 0 0,0 1 0 0 0,1-1-1 0 0,-2 1 1 0 0,1 0 0 0 0,0-1-1 0 0,0 1 1 0 0,-1-1 0 0 0,1 1-1 0 0,-3 4 1 0 0,0-1 5 0 0,-1 1 0 0 0,-1-1 0 0 0,1 0 0 0 0,-1 0 0 0 0,0-1-1 0 0,0 1 1 0 0,-1-1 0 0 0,1 0 0 0 0,-12 7 0 0 0,-3 3-85 0 0,0 0 0 0 0,-1-2 0 0 0,-1 0 0 0 0,0-2 0 0 0,-42 17 0 0 0,62-28-546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30.1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34 193 3948 0 0,'-10'-23'150'0'0,"9"22"-17"0"0,-15-35 1869 0 0,15 34-1904 0 0,15 79-97 0 0,6-24-43 0 0,-11-26 26 0 0,1-1-1 0 0,25 43 1 0 0,-27-55 118 0 0,0 1 0 0 0,11 29 0 0 0,-18-43 70 0 0,-6-18 2100 0 0,-26-62-1959 0 0,4-2-1 0 0,-19-92 0 0 0,39 144-281 0 0,3 17-83 0 0,1 1 0 0 0,1-1 0 0 0,-2-21 0 0 0,4 31-7 0 0,5 6-670 0 0,136 112 426 0 0,42 31 161 0 0,-100-90-24 0 0,110 56 1 0 0,-181-107-21 0 0,22 10 972 0 0,-27-19-216 0 0,-12-15-278 0 0,-62-147 268 0 0,-9-19-302 0 0,62 150-195 0 0,-15-27-547 0 0,28 60 246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30.9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38 134 5392 0 0,'-29'-102'626'0'0,"20"81"282"0"0,14 41-869 0 0,-4-12-38 0 0,1-1 0 0 0,1 1 0 0 0,-1-1 0 0 0,1 0 0 0 0,0 0 0 0 0,1 0 0 0 0,-1 0 0 0 0,1 0 0 0 0,1-1 0 0 0,-1 0 1 0 0,1 0-1 0 0,0 0 0 0 0,1 0 0 0 0,-1-1 0 0 0,1 0 0 0 0,0 0 0 0 0,0 0 0 0 0,1-1 0 0 0,9 5 0 0 0,-10-6 7 0 0,0 0-1 0 0,0 0 1 0 0,0 0-1 0 0,0-1 1 0 0,0 0 0 0 0,1 0-1 0 0,-1 0 1 0 0,1-1-1 0 0,0 0 1 0 0,-1-1-1 0 0,1 1 1 0 0,0-1-1 0 0,-1 0 1 0 0,1-1 0 0 0,0 0-1 0 0,-1 0 1 0 0,1 0-1 0 0,-1-1 1 0 0,1 0-1 0 0,-1 0 1 0 0,0-1-1 0 0,7-3 1 0 0,-9 3 10 0 0,0-1-1 0 0,-1 1 1 0 0,1-1 0 0 0,-1-1 0 0 0,1 1-1 0 0,-1 0 1 0 0,0-1 0 0 0,-1 1 0 0 0,1-1-1 0 0,-1 0 1 0 0,0 0 0 0 0,0 0-1 0 0,0 0 1 0 0,1-8 0 0 0,0-3 179 0 0,0 1-1 0 0,-1-1 1 0 0,0-24 0 0 0,-2 39-171 0 0,0 6-32 0 0,0 2 5 0 0,0 1 0 0 0,1-1 0 0 0,-1 0 0 0 0,2 0 0 0 0,-1 0-1 0 0,1 1 1 0 0,0-1 0 0 0,0-1 0 0 0,1 1 0 0 0,0 0-1 0 0,0-1 1 0 0,1 1 0 0 0,0-1 0 0 0,0 0 0 0 0,0 0-1 0 0,1-1 1 0 0,0 1 0 0 0,9 7 0 0 0,-5-4-392 0 0,1-2-1 0 0,-1 1 1 0 0,1-1-1 0 0,1-1 1 0 0,0 0 0 0 0,0 0-1 0 0,0-1 1 0 0,0-1-1 0 0,1 0 1 0 0,21 5 0 0 0,-13-6-1635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31.9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81 5092 0 0,'-24'-40'304'0'0,"23"39"-70"0"0,-1 3-230 0 0,1 2 0 0 0,-1-1 0 0 0,0 0 0 0 0,1 0 0 0 0,0 0 0 0 0,0 1 0 0 0,0-1 0 0 0,0 0 0 0 0,1 1 0 0 0,-1 6 0 0 0,2 13 3 0 0,2-1 0 0 0,1 1 0 0 0,0-1 0 0 0,2 0 0 0 0,10 26 0 0 0,1 7 10 0 0,-16-47 1965 0 0,-11-33-1533 0 0,-13-44-477 0 0,16 36 14 0 0,0 4-85 0 0,2 1 0 0 0,-4-51 0 0 0,9 77 77 0 0,0 1 1 0 0,1 0-1 0 0,-1 0 0 0 0,0 0 1 0 0,0 0-1 0 0,1 0 1 0 0,-1-1-1 0 0,1 1 0 0 0,-1 0 1 0 0,1 0-1 0 0,-1 0 1 0 0,1 0-1 0 0,-1 0 0 0 0,1 0 1 0 0,0 0-1 0 0,0 1 1 0 0,0-1-1 0 0,-1 0 0 0 0,1 0 1 0 0,0 1-1 0 0,0-1 1 0 0,0 0-1 0 0,0 1 0 0 0,0-1 1 0 0,0 1-1 0 0,0-1 1 0 0,0 1-1 0 0,1-1 0 0 0,-1 1 1 0 0,0 0-1 0 0,0 0 1 0 0,0-1-1 0 0,0 1 0 0 0,2 0 1 0 0,-3 0 24 0 0,2 0-88 0 0,30 16-286 0 0,-24-8 339 0 0,-1 1 1 0 0,-1 0 0 0 0,0 0-1 0 0,0 0 1 0 0,-1 1-1 0 0,0 0 1 0 0,0 0-1 0 0,4 16 1 0 0,-5-15 23 0 0,0 0 1 0 0,0 0-1 0 0,1-1 1 0 0,1 0-1 0 0,0 0 0 0 0,0 0 1 0 0,0-1-1 0 0,14 15 1 0 0,14 15 366 0 0,-32-36 172 0 0,-4-9-67 0 0,-8-20-231 0 0,5 14-159 0 0,-4-11 10 0 0,1 0 0 0 0,2 0 0 0 0,-5-26 1 0 0,10 44-95 0 0,0 1 0 0 0,0-1 0 0 0,1 0 1 0 0,0 1-1 0 0,0-1 0 0 0,0 1 0 0 0,0-1 1 0 0,1 1-1 0 0,-1-1 0 0 0,1 0 0 0 0,1 1 1 0 0,-1 0-1 0 0,0-1 0 0 0,1 1 0 0 0,0 0 1 0 0,0 0-1 0 0,0 0 0 0 0,1 0 0 0 0,-1 0 1 0 0,1 0-1 0 0,0 1 0 0 0,0-1 0 0 0,4-2 1 0 0,-5 5-11 0 0,0-1 1 0 0,0 1-1 0 0,0 0 1 0 0,0 0-1 0 0,1 0 1 0 0,-1 0-1 0 0,0 0 1 0 0,1 0-1 0 0,-1 1 1 0 0,0-1-1 0 0,1 1 1 0 0,-1 0 0 0 0,1-1-1 0 0,-1 1 1 0 0,1 1-1 0 0,-1-1 1 0 0,1 0-1 0 0,-1 0 1 0 0,0 1-1 0 0,4 0 1 0 0,0 2-6 0 0,0-1-1 0 0,0 1 1 0 0,-1 0 0 0 0,1 0 0 0 0,-1 0 0 0 0,0 1 0 0 0,9 8 0 0 0,-1 0-14 0 0,-1 1 0 0 0,0 1 0 0 0,-1 0 0 0 0,18 30 0 0 0,-15-21 8 0 0,-6-10-319 0 0,-1 1 0 0 0,0 0 1 0 0,6 15-1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32.8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65 4780 0 0,'1'-5'65'0'0,"-1"0"-1"0"0,0 1 0 0 0,-1-1 0 0 0,1 0 0 0 0,-1 0 0 0 0,0 1 0 0 0,0-1 1 0 0,-1 0-1 0 0,-3-8 0 0 0,4 12 147 0 0,2-7 678 0 0,-1 11-426 0 0,3 25-349 0 0,2 28-186 0 0,8 32 44 0 0,4 0 0 0 0,4-1 0 0 0,50 131 0 0 0,-46-135 38 0 0,-24-81 44 0 0,-2 0 14 0 0,1-1-61 0 0,0-1 0 0 0,0 0-1 0 0,0 0 1 0 0,0 0 0 0 0,0 1 0 0 0,0-1 0 0 0,0 0-1 0 0,0 0 1 0 0,0 0 0 0 0,0 1 0 0 0,0-1-1 0 0,0 0 1 0 0,0 0 0 0 0,0 0 0 0 0,0 1-1 0 0,0-1 1 0 0,0 0 0 0 0,0 0 0 0 0,-1 0-1 0 0,1 0 1 0 0,0 1 0 0 0,0-1 0 0 0,0 0 0 0 0,0 0-1 0 0,0 0 1 0 0,0 0 0 0 0,-1 1 0 0 0,1-1-1 0 0,0 0 1 0 0,0 0 0 0 0,0 0 0 0 0,0 0-1 0 0,-1 0 1 0 0,1 0 0 0 0,0 0 0 0 0,0 0-1 0 0,0 0 1 0 0,-1 0 0 0 0,1 1 0 0 0,0-1-1 0 0,0 0 1 0 0,0 0 0 0 0,-1 0 0 0 0,1 0 0 0 0,0 0-1 0 0,0 0 1 0 0,0-1 0 0 0,-1 1 0 0 0,1 0-1 0 0,0 0 1 0 0,0 0 0 0 0,0 0 0 0 0,-1 0-1 0 0,1 0 1 0 0,0 0 0 0 0,0 0 0 0 0,0 0-1 0 0,0 0 1 0 0,-1-1 0 0 0,1 1 0 0 0,0 0-1 0 0,0 0 1 0 0,0 0 0 0 0,-7-4 21 0 0,0 1-1 0 0,1-1 1 0 0,0-1 0 0 0,0 1-1 0 0,0-1 1 0 0,0 0 0 0 0,1 0-1 0 0,0 0 1 0 0,0-1-1 0 0,0 0 1 0 0,1 0 0 0 0,0 0-1 0 0,0-1 1 0 0,-4-9 0 0 0,0-6 56 0 0,4 15-105 0 0,1-1-1 0 0,1 0 1 0 0,-1 0-1 0 0,1-1 0 0 0,1 1 1 0 0,-2-17-1 0 0,3 23-8 0 0,1-1-1 0 0,-1 0 1 0 0,1 1 0 0 0,0-1-1 0 0,0 0 1 0 0,0 1 0 0 0,0-1-1 0 0,0 1 1 0 0,0-1 0 0 0,1 1-1 0 0,-1 0 1 0 0,1 0 0 0 0,0-1-1 0 0,0 1 1 0 0,-1 0 0 0 0,1 1-1 0 0,1-1 1 0 0,-1 0-1 0 0,0 0 1 0 0,0 1 0 0 0,1 0-1 0 0,-1-1 1 0 0,0 1 0 0 0,1 0-1 0 0,0 0 1 0 0,2-1 0 0 0,5-1-43 0 0,1-1 0 0 0,-1 1 0 0 0,1 1 0 0 0,-1 0 0 0 0,1 0 0 0 0,0 1 1 0 0,0 1-1 0 0,0 0 0 0 0,0 0 0 0 0,-1 1 0 0 0,1 1 0 0 0,0-1 0 0 0,0 2 1 0 0,-1-1-1 0 0,0 2 0 0 0,1-1 0 0 0,-1 1 0 0 0,0 1 0 0 0,-1 0 0 0 0,1 0 1 0 0,-1 1-1 0 0,0 0 0 0 0,0 1 0 0 0,-1 0 0 0 0,0 0 0 0 0,0 1 0 0 0,11 14 0 0 0,-17-19 66 0 0,0 0-1 0 0,0 0 0 0 0,0 0 1 0 0,0 0-1 0 0,-1 1 0 0 0,0-1 1 0 0,1 0-1 0 0,-1 1 0 0 0,0-1 1 0 0,-1 1-1 0 0,1-1 1 0 0,-1 1-1 0 0,1-1 0 0 0,-1 1 1 0 0,0-1-1 0 0,-1 1 0 0 0,1 0 1 0 0,0-1-1 0 0,-1 1 0 0 0,0-1 1 0 0,0 1-1 0 0,0-1 0 0 0,-3 5 1 0 0,2-5 50 0 0,0 0 1 0 0,0 0-1 0 0,-1 0 1 0 0,1-1 0 0 0,-1 1-1 0 0,0-1 1 0 0,1 0 0 0 0,-1 0-1 0 0,0 0 1 0 0,-1 0-1 0 0,1-1 1 0 0,0 1 0 0 0,0-1-1 0 0,-1 0 1 0 0,1 0 0 0 0,-1 0-1 0 0,1 0 1 0 0,-1 0-1 0 0,1-1 1 0 0,-1 0 0 0 0,1 1-1 0 0,-1-1 1 0 0,0-1 0 0 0,-6 0-1 0 0,-117-16 1240 0 0,126 17-1357 0 0,0 0-1 0 0,0 0 1 0 0,0-1 0 0 0,1 1-1 0 0,-1-1 1 0 0,0 1-1 0 0,0-1 1 0 0,1 1 0 0 0,-1-1-1 0 0,0 1 1 0 0,1-1 0 0 0,-1 0-1 0 0,1 1 1 0 0,-1-1 0 0 0,1 0-1 0 0,-1 1 1 0 0,1-1-1 0 0,-1-1 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33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42 151 4212 0 0,'0'0'-177'0'0,"4"-2"-296"0"0,0 0 432 0 0,1-1 195 0 0,1 0 1 0 0,0-1 0 0 0,-1 1-1 0 0,1-1 1 0 0,7-8 0 0 0,-11 10-92 0 0,-1 0 0 0 0,1 0 1 0 0,-1 0-1 0 0,1 0 1 0 0,-1 0-1 0 0,0-1 1 0 0,0 1-1 0 0,0 0 1 0 0,0-1-1 0 0,0 1 1 0 0,-1-1-1 0 0,1 1 1 0 0,-1-1-1 0 0,1 1 0 0 0,-1-1 1 0 0,0 1-1 0 0,0-1 1 0 0,0 1-1 0 0,0-1 1 0 0,-2-3-1 0 0,2 5-48 0 0,0-3 39 0 0,-1 1 0 0 0,1 0 0 0 0,-1-1 0 0 0,0 1 0 0 0,0 0 0 0 0,0 0-1 0 0,-1-1 1 0 0,1 1 0 0 0,-4-5 0 0 0,4 7 7 0 0,-7-13 138 0 0,7 13-198 0 0,1 1 1 0 0,0-1-1 0 0,0 1 0 0 0,-1-1 1 0 0,1 0-1 0 0,0 1 0 0 0,-1-1 1 0 0,1 1-1 0 0,-1-1 0 0 0,1 1 1 0 0,0 0-1 0 0,-1-1 0 0 0,1 1 1 0 0,-1-1-1 0 0,1 1 0 0 0,-1 0 1 0 0,0-1-1 0 0,1 1 0 0 0,-1 0 0 0 0,1 0 1 0 0,-1 0-1 0 0,0-1 0 0 0,1 1 1 0 0,-1 0-1 0 0,1 0 0 0 0,-1 0 1 0 0,0 0-1 0 0,0 0 0 0 0,-5 4-11 0 0,1 1-1 0 0,-1 0 0 0 0,1 0 1 0 0,0 0-1 0 0,0 0 0 0 0,1 1 1 0 0,0 0-1 0 0,0 0 0 0 0,0 0 1 0 0,1 0-1 0 0,0 1 0 0 0,0-1 1 0 0,0 1-1 0 0,-2 13 1 0 0,4-16 4 0 0,0 1 1 0 0,0-1-1 0 0,1 1 1 0 0,0-1-1 0 0,0 1 1 0 0,0-1-1 0 0,1 1 1 0 0,0-1-1 0 0,-1 1 1 0 0,1-1-1 0 0,1 1 1 0 0,-1-1-1 0 0,1 0 1 0 0,0 0 0 0 0,0 0-1 0 0,0 0 1 0 0,0 0-1 0 0,1 0 1 0 0,-1 0-1 0 0,1-1 1 0 0,0 1-1 0 0,0-1 1 0 0,0 0-1 0 0,1 0 1 0 0,-1 0-1 0 0,5 2 1 0 0,1 1-20 0 0,1 0 1 0 0,-1-1 0 0 0,1 0-1 0 0,0-1 1 0 0,1 0-1 0 0,-1 0 1 0 0,1-1-1 0 0,0-1 1 0 0,0 0-1 0 0,0 0 1 0 0,0-1-1 0 0,0 0 1 0 0,13-2-1 0 0,-13 1-531 0 0,0-2-1 0 0,0 0 0 0 0,0 0 0 0 0,16-6 1 0 0,-5 1-788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09:40:34.5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21 124 4040 0 0,'-13'-11'-50'0'0,"5"5"397"0"0,9 7-242 0 0,24 22-119 0 0,-1 2 0 0 0,-2 0-1 0 0,0 1 1 0 0,-2 2 0 0 0,23 39 0 0 0,-12-20 41 0 0,-23-34 29 0 0,0 1 1 0 0,0 0 0 0 0,7 20-1 0 0,-15-33 166 0 0,0 0-191 0 0,-1-1-1 0 0,1 0 0 0 0,-1 1 0 0 0,1-1 0 0 0,0 1 1 0 0,-1-1-1 0 0,1 1 0 0 0,-1-1 0 0 0,1 0 1 0 0,-1 1-1 0 0,1-1 0 0 0,-1 0 0 0 0,1 0 0 0 0,-1 1 1 0 0,0-1-1 0 0,1 0 0 0 0,-1 0 0 0 0,1 0 0 0 0,-1 0 1 0 0,0 0-1 0 0,1 0 0 0 0,-1 0 0 0 0,1 0 1 0 0,-1 0-1 0 0,0 0 0 0 0,1 0 0 0 0,-1 0 0 0 0,1 0 1 0 0,-1 0-1 0 0,1 0 0 0 0,-2-1 0 0 0,-5-2 46 0 0,0 0-1 0 0,0 0 0 0 0,0-1 1 0 0,0 0-1 0 0,1-1 1 0 0,-1 1-1 0 0,1-1 0 0 0,0 0 1 0 0,1 0-1 0 0,-1-1 1 0 0,1 0-1 0 0,0 0 0 0 0,1 0 1 0 0,-1-1-1 0 0,1 0 0 0 0,-4-9 1 0 0,3 6-59 0 0,1-1 0 0 0,1 0 0 0 0,0 0 0 0 0,0-1 0 0 0,1 1 0 0 0,1 0 0 0 0,0-1 0 0 0,0 1 0 0 0,1-1 0 0 0,0 0 0 0 0,3-13 0 0 0,8-31-80 0 0,-6 39-101 0 0,-2-1-1 0 0,3-33 1 0 0,-6 49 117 0 0,0 2 32 0 0,1 0-1 0 0,0 0 1 0 0,0 0-1 0 0,-1 0 1 0 0,1 0-1 0 0,0 0 1 0 0,0 0 0 0 0,-1 0-1 0 0,1 0 1 0 0,0 0-1 0 0,-1 1 1 0 0,1-1 0 0 0,0 0-1 0 0,-1 0 1 0 0,1 1-1 0 0,0-1 1 0 0,-1 0 0 0 0,1 1-1 0 0,-1-1 1 0 0,1 1-1 0 0,0-1 1 0 0,-1 0-1 0 0,1 1 1 0 0,-1 0 0 0 0,1-1-1 0 0,-1 1 1 0 0,0-1-1 0 0,1 1 1 0 0,-1-1 0 0 0,1 2-1 0 0,26 31-2 0 0,-2-2 9 0 0,-16-23 17 0 0,1-2 0 0 0,-1 1 1 0 0,1-2-1 0 0,0 1 0 0 0,1-1 1 0 0,-1-1-1 0 0,1 1 0 0 0,0-2 0 0 0,0 0 1 0 0,0 0-1 0 0,1-1 0 0 0,-1 0 1 0 0,0-1-1 0 0,1 0 0 0 0,13-2 1 0 0,-17 1 13 0 0,0 0 0 0 0,0-1 0 0 0,1 0 0 0 0,-1-1 0 0 0,0 0 0 0 0,0 0 0 0 0,0 0 1 0 0,-1-1-1 0 0,1 0 0 0 0,0-1 0 0 0,-1 0 0 0 0,0 0 0 0 0,0-1 0 0 0,0 1 0 0 0,-1-1 0 0 0,1-1 0 0 0,-1 0 1 0 0,0 1-1 0 0,-1-2 0 0 0,0 1 0 0 0,7-11 0 0 0,-10 14-14 0 0,-1 0 0 0 0,0 0 1 0 0,-1 1-1 0 0,1-1 0 0 0,-1 0 0 0 0,1 0 0 0 0,-1 0 0 0 0,0 0 1 0 0,0 0-1 0 0,0 0 0 0 0,0 0 0 0 0,-1 0 0 0 0,1 0 1 0 0,-1 0-1 0 0,1 0 0 0 0,-1 1 0 0 0,0-1 0 0 0,-1 0 1 0 0,1 0-1 0 0,0 1 0 0 0,-1-1 0 0 0,1 1 0 0 0,-1-1 0 0 0,0 1 1 0 0,0 0-1 0 0,0 0 0 0 0,0-1 0 0 0,0 1 0 0 0,0 1 1 0 0,-1-1-1 0 0,-2-2 0 0 0,3 3-20 0 0,-18 3-129 0 0,19-1 137 0 0,1 0 0 0 0,-1 0 0 0 0,1 0 1 0 0,0 0-1 0 0,0 0 0 0 0,0 0 0 0 0,-1 0 0 0 0,1 0 0 0 0,0 0 0 0 0,0 0 0 0 0,0 0 0 0 0,0 0 0 0 0,0 0 0 0 0,1 0 0 0 0,-1 0 0 0 0,0 0 0 0 0,0 0 0 0 0,1 0 0 0 0,-1 0 0 0 0,0-1 0 0 0,1 1 0 0 0,-1 0 0 0 0,1 0 1 0 0,-1 0-1 0 0,2 0 0 0 0,25 29-40 0 0,41 19 3 0 0,-63-45 32 0 0,32 19-10 0 0,18 12-3 0 0,-1 3-1 0 0,-1 1 1 0 0,46 47-1 0 0,-98-85 23 0 0,0-1 0 0 0,0 1 0 0 0,0-1 0 0 0,0 1 0 0 0,-1 0 0 0 0,1 0 0 0 0,0-1 0 0 0,0 1 0 0 0,-1 0 1 0 0,1 0-1 0 0,0 0 0 0 0,-1 0 0 0 0,1 0 0 0 0,-1 0 0 0 0,1 0 0 0 0,-1 0 0 0 0,1 0 0 0 0,-1 0 0 0 0,0 0 0 0 0,0 0 0 0 0,1 0 0 0 0,-1 0 0 0 0,0 0 0 0 0,0 0 0 0 0,0 0 0 0 0,0 0 0 0 0,0 0 1 0 0,0 0-1 0 0,-1 0 0 0 0,1 1 0 0 0,0-1 0 0 0,0 0 0 0 0,-1 0 0 0 0,1 0 0 0 0,-1 0 0 0 0,1 0 0 0 0,-1 0 0 0 0,1-1 0 0 0,-1 1 0 0 0,0 0 0 0 0,1 0 0 0 0,-2 1 0 0 0,-3 1 7 0 0,0-1 0 0 0,1 1 0 0 0,-1-1-1 0 0,-1 0 1 0 0,1 0 0 0 0,0-1 0 0 0,-10 2 0 0 0,5 0-126 0 0,-24 4 342 0 0,-60 5-1 0 0,86-11-482 0 0,-1 0 0 0 0,1-1 0 0 0,-1-1-1 0 0,1 0 1 0 0,-1 0 0 0 0,1 0 0 0 0,0-1 0 0 0,0 0 0 0 0,0-1-1 0 0,0 0 1 0 0,0 0 0 0 0,-14-8 0 0 0,13 3-1485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6" Type="http://schemas.openxmlformats.org/officeDocument/2006/relationships/image" Target="../media/image9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102" Type="http://schemas.openxmlformats.org/officeDocument/2006/relationships/image" Target="../media/image52.png"/><Relationship Id="rId110" Type="http://schemas.openxmlformats.org/officeDocument/2006/relationships/image" Target="../media/image56.png"/><Relationship Id="rId115" Type="http://schemas.openxmlformats.org/officeDocument/2006/relationships/customXml" Target="../ink/ink57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105" Type="http://schemas.openxmlformats.org/officeDocument/2006/relationships/customXml" Target="../ink/ink52.xml"/><Relationship Id="rId113" Type="http://schemas.openxmlformats.org/officeDocument/2006/relationships/customXml" Target="../ink/ink56.xml"/><Relationship Id="rId118" Type="http://schemas.openxmlformats.org/officeDocument/2006/relationships/image" Target="../media/image60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customXml" Target="../ink/ink51.xml"/><Relationship Id="rId108" Type="http://schemas.openxmlformats.org/officeDocument/2006/relationships/image" Target="../media/image55.png"/><Relationship Id="rId116" Type="http://schemas.openxmlformats.org/officeDocument/2006/relationships/image" Target="../media/image59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11" Type="http://schemas.openxmlformats.org/officeDocument/2006/relationships/customXml" Target="../ink/ink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14" Type="http://schemas.openxmlformats.org/officeDocument/2006/relationships/image" Target="../media/image58.png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04" Type="http://schemas.openxmlformats.org/officeDocument/2006/relationships/image" Target="../media/image53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customXml" Target="../ink/ink59.xml"/><Relationship Id="rId7" Type="http://schemas.openxmlformats.org/officeDocument/2006/relationships/customXml" Target="../ink/ink61.xml"/><Relationship Id="rId12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customXml" Target="../ink/ink63.xml"/><Relationship Id="rId5" Type="http://schemas.openxmlformats.org/officeDocument/2006/relationships/customXml" Target="../ink/ink60.xml"/><Relationship Id="rId10" Type="http://schemas.openxmlformats.org/officeDocument/2006/relationships/image" Target="../media/image65.png"/><Relationship Id="rId4" Type="http://schemas.openxmlformats.org/officeDocument/2006/relationships/image" Target="../media/image62.png"/><Relationship Id="rId9" Type="http://schemas.openxmlformats.org/officeDocument/2006/relationships/customXml" Target="../ink/ink6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9.png"/><Relationship Id="rId117" Type="http://schemas.openxmlformats.org/officeDocument/2006/relationships/customXml" Target="../ink/ink121.xml"/><Relationship Id="rId21" Type="http://schemas.openxmlformats.org/officeDocument/2006/relationships/customXml" Target="../ink/ink73.xml"/><Relationship Id="rId42" Type="http://schemas.openxmlformats.org/officeDocument/2006/relationships/image" Target="../media/image87.png"/><Relationship Id="rId47" Type="http://schemas.openxmlformats.org/officeDocument/2006/relationships/customXml" Target="../ink/ink86.xml"/><Relationship Id="rId63" Type="http://schemas.openxmlformats.org/officeDocument/2006/relationships/customXml" Target="../ink/ink94.xml"/><Relationship Id="rId68" Type="http://schemas.openxmlformats.org/officeDocument/2006/relationships/image" Target="../media/image100.png"/><Relationship Id="rId84" Type="http://schemas.openxmlformats.org/officeDocument/2006/relationships/image" Target="../media/image108.png"/><Relationship Id="rId89" Type="http://schemas.openxmlformats.org/officeDocument/2006/relationships/customXml" Target="../ink/ink107.xml"/><Relationship Id="rId112" Type="http://schemas.openxmlformats.org/officeDocument/2006/relationships/image" Target="../media/image122.png"/><Relationship Id="rId133" Type="http://schemas.openxmlformats.org/officeDocument/2006/relationships/customXml" Target="../ink/ink129.xml"/><Relationship Id="rId138" Type="http://schemas.openxmlformats.org/officeDocument/2006/relationships/image" Target="../media/image135.png"/><Relationship Id="rId16" Type="http://schemas.openxmlformats.org/officeDocument/2006/relationships/image" Target="../media/image74.png"/><Relationship Id="rId107" Type="http://schemas.openxmlformats.org/officeDocument/2006/relationships/customXml" Target="../ink/ink116.xml"/><Relationship Id="rId11" Type="http://schemas.openxmlformats.org/officeDocument/2006/relationships/customXml" Target="../ink/ink68.xml"/><Relationship Id="rId32" Type="http://schemas.openxmlformats.org/officeDocument/2006/relationships/image" Target="../media/image82.png"/><Relationship Id="rId37" Type="http://schemas.openxmlformats.org/officeDocument/2006/relationships/customXml" Target="../ink/ink81.xml"/><Relationship Id="rId53" Type="http://schemas.openxmlformats.org/officeDocument/2006/relationships/customXml" Target="../ink/ink89.xml"/><Relationship Id="rId58" Type="http://schemas.openxmlformats.org/officeDocument/2006/relationships/image" Target="../media/image95.png"/><Relationship Id="rId74" Type="http://schemas.openxmlformats.org/officeDocument/2006/relationships/image" Target="../media/image103.png"/><Relationship Id="rId79" Type="http://schemas.openxmlformats.org/officeDocument/2006/relationships/customXml" Target="../ink/ink102.xml"/><Relationship Id="rId102" Type="http://schemas.openxmlformats.org/officeDocument/2006/relationships/image" Target="../media/image117.png"/><Relationship Id="rId123" Type="http://schemas.openxmlformats.org/officeDocument/2006/relationships/customXml" Target="../ink/ink124.xml"/><Relationship Id="rId128" Type="http://schemas.openxmlformats.org/officeDocument/2006/relationships/image" Target="../media/image130.png"/><Relationship Id="rId144" Type="http://schemas.openxmlformats.org/officeDocument/2006/relationships/image" Target="../media/image138.png"/><Relationship Id="rId5" Type="http://schemas.openxmlformats.org/officeDocument/2006/relationships/customXml" Target="../ink/ink65.xml"/><Relationship Id="rId90" Type="http://schemas.openxmlformats.org/officeDocument/2006/relationships/image" Target="../media/image111.png"/><Relationship Id="rId95" Type="http://schemas.openxmlformats.org/officeDocument/2006/relationships/customXml" Target="../ink/ink110.xml"/><Relationship Id="rId22" Type="http://schemas.openxmlformats.org/officeDocument/2006/relationships/image" Target="../media/image77.png"/><Relationship Id="rId27" Type="http://schemas.openxmlformats.org/officeDocument/2006/relationships/customXml" Target="../ink/ink76.xml"/><Relationship Id="rId43" Type="http://schemas.openxmlformats.org/officeDocument/2006/relationships/customXml" Target="../ink/ink84.xml"/><Relationship Id="rId48" Type="http://schemas.openxmlformats.org/officeDocument/2006/relationships/image" Target="../media/image90.png"/><Relationship Id="rId64" Type="http://schemas.openxmlformats.org/officeDocument/2006/relationships/image" Target="../media/image98.png"/><Relationship Id="rId69" Type="http://schemas.openxmlformats.org/officeDocument/2006/relationships/customXml" Target="../ink/ink97.xml"/><Relationship Id="rId113" Type="http://schemas.openxmlformats.org/officeDocument/2006/relationships/customXml" Target="../ink/ink119.xml"/><Relationship Id="rId118" Type="http://schemas.openxmlformats.org/officeDocument/2006/relationships/image" Target="../media/image125.png"/><Relationship Id="rId134" Type="http://schemas.openxmlformats.org/officeDocument/2006/relationships/image" Target="../media/image133.png"/><Relationship Id="rId139" Type="http://schemas.openxmlformats.org/officeDocument/2006/relationships/customXml" Target="../ink/ink132.xml"/><Relationship Id="rId80" Type="http://schemas.openxmlformats.org/officeDocument/2006/relationships/image" Target="../media/image106.png"/><Relationship Id="rId85" Type="http://schemas.openxmlformats.org/officeDocument/2006/relationships/customXml" Target="../ink/ink105.xml"/><Relationship Id="rId3" Type="http://schemas.openxmlformats.org/officeDocument/2006/relationships/customXml" Target="../ink/ink64.xml"/><Relationship Id="rId12" Type="http://schemas.openxmlformats.org/officeDocument/2006/relationships/image" Target="../media/image72.png"/><Relationship Id="rId17" Type="http://schemas.openxmlformats.org/officeDocument/2006/relationships/customXml" Target="../ink/ink71.xml"/><Relationship Id="rId25" Type="http://schemas.openxmlformats.org/officeDocument/2006/relationships/customXml" Target="../ink/ink75.xml"/><Relationship Id="rId33" Type="http://schemas.openxmlformats.org/officeDocument/2006/relationships/customXml" Target="../ink/ink79.xml"/><Relationship Id="rId38" Type="http://schemas.openxmlformats.org/officeDocument/2006/relationships/image" Target="../media/image85.png"/><Relationship Id="rId46" Type="http://schemas.openxmlformats.org/officeDocument/2006/relationships/image" Target="../media/image89.png"/><Relationship Id="rId59" Type="http://schemas.openxmlformats.org/officeDocument/2006/relationships/customXml" Target="../ink/ink92.xml"/><Relationship Id="rId67" Type="http://schemas.openxmlformats.org/officeDocument/2006/relationships/customXml" Target="../ink/ink96.xml"/><Relationship Id="rId103" Type="http://schemas.openxmlformats.org/officeDocument/2006/relationships/customXml" Target="../ink/ink114.xml"/><Relationship Id="rId108" Type="http://schemas.openxmlformats.org/officeDocument/2006/relationships/image" Target="../media/image120.png"/><Relationship Id="rId116" Type="http://schemas.openxmlformats.org/officeDocument/2006/relationships/image" Target="../media/image124.png"/><Relationship Id="rId124" Type="http://schemas.openxmlformats.org/officeDocument/2006/relationships/image" Target="../media/image128.png"/><Relationship Id="rId129" Type="http://schemas.openxmlformats.org/officeDocument/2006/relationships/customXml" Target="../ink/ink127.xml"/><Relationship Id="rId137" Type="http://schemas.openxmlformats.org/officeDocument/2006/relationships/customXml" Target="../ink/ink131.xml"/><Relationship Id="rId20" Type="http://schemas.openxmlformats.org/officeDocument/2006/relationships/image" Target="../media/image76.png"/><Relationship Id="rId41" Type="http://schemas.openxmlformats.org/officeDocument/2006/relationships/customXml" Target="../ink/ink83.xml"/><Relationship Id="rId54" Type="http://schemas.openxmlformats.org/officeDocument/2006/relationships/image" Target="../media/image93.png"/><Relationship Id="rId62" Type="http://schemas.openxmlformats.org/officeDocument/2006/relationships/image" Target="../media/image97.png"/><Relationship Id="rId70" Type="http://schemas.openxmlformats.org/officeDocument/2006/relationships/image" Target="../media/image101.png"/><Relationship Id="rId75" Type="http://schemas.openxmlformats.org/officeDocument/2006/relationships/customXml" Target="../ink/ink100.xml"/><Relationship Id="rId83" Type="http://schemas.openxmlformats.org/officeDocument/2006/relationships/customXml" Target="../ink/ink104.xml"/><Relationship Id="rId88" Type="http://schemas.openxmlformats.org/officeDocument/2006/relationships/image" Target="../media/image110.png"/><Relationship Id="rId91" Type="http://schemas.openxmlformats.org/officeDocument/2006/relationships/customXml" Target="../ink/ink108.xml"/><Relationship Id="rId96" Type="http://schemas.openxmlformats.org/officeDocument/2006/relationships/image" Target="../media/image114.png"/><Relationship Id="rId111" Type="http://schemas.openxmlformats.org/officeDocument/2006/relationships/customXml" Target="../ink/ink118.xml"/><Relationship Id="rId132" Type="http://schemas.openxmlformats.org/officeDocument/2006/relationships/image" Target="../media/image132.png"/><Relationship Id="rId140" Type="http://schemas.openxmlformats.org/officeDocument/2006/relationships/image" Target="../media/image136.png"/><Relationship Id="rId145" Type="http://schemas.openxmlformats.org/officeDocument/2006/relationships/customXml" Target="../ink/ink1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5" Type="http://schemas.openxmlformats.org/officeDocument/2006/relationships/customXml" Target="../ink/ink70.xml"/><Relationship Id="rId23" Type="http://schemas.openxmlformats.org/officeDocument/2006/relationships/customXml" Target="../ink/ink74.xml"/><Relationship Id="rId28" Type="http://schemas.openxmlformats.org/officeDocument/2006/relationships/image" Target="../media/image80.png"/><Relationship Id="rId36" Type="http://schemas.openxmlformats.org/officeDocument/2006/relationships/image" Target="../media/image84.png"/><Relationship Id="rId49" Type="http://schemas.openxmlformats.org/officeDocument/2006/relationships/customXml" Target="../ink/ink87.xml"/><Relationship Id="rId57" Type="http://schemas.openxmlformats.org/officeDocument/2006/relationships/customXml" Target="../ink/ink91.xml"/><Relationship Id="rId106" Type="http://schemas.openxmlformats.org/officeDocument/2006/relationships/image" Target="../media/image119.png"/><Relationship Id="rId114" Type="http://schemas.openxmlformats.org/officeDocument/2006/relationships/image" Target="../media/image123.png"/><Relationship Id="rId119" Type="http://schemas.openxmlformats.org/officeDocument/2006/relationships/customXml" Target="../ink/ink122.xml"/><Relationship Id="rId127" Type="http://schemas.openxmlformats.org/officeDocument/2006/relationships/customXml" Target="../ink/ink126.xml"/><Relationship Id="rId10" Type="http://schemas.openxmlformats.org/officeDocument/2006/relationships/image" Target="../media/image71.png"/><Relationship Id="rId31" Type="http://schemas.openxmlformats.org/officeDocument/2006/relationships/customXml" Target="../ink/ink78.xml"/><Relationship Id="rId44" Type="http://schemas.openxmlformats.org/officeDocument/2006/relationships/image" Target="../media/image88.png"/><Relationship Id="rId52" Type="http://schemas.openxmlformats.org/officeDocument/2006/relationships/image" Target="../media/image92.png"/><Relationship Id="rId60" Type="http://schemas.openxmlformats.org/officeDocument/2006/relationships/image" Target="../media/image96.png"/><Relationship Id="rId65" Type="http://schemas.openxmlformats.org/officeDocument/2006/relationships/customXml" Target="../ink/ink95.xml"/><Relationship Id="rId73" Type="http://schemas.openxmlformats.org/officeDocument/2006/relationships/customXml" Target="../ink/ink99.xml"/><Relationship Id="rId78" Type="http://schemas.openxmlformats.org/officeDocument/2006/relationships/image" Target="../media/image105.png"/><Relationship Id="rId81" Type="http://schemas.openxmlformats.org/officeDocument/2006/relationships/customXml" Target="../ink/ink103.xml"/><Relationship Id="rId86" Type="http://schemas.openxmlformats.org/officeDocument/2006/relationships/image" Target="../media/image109.png"/><Relationship Id="rId94" Type="http://schemas.openxmlformats.org/officeDocument/2006/relationships/image" Target="../media/image113.png"/><Relationship Id="rId99" Type="http://schemas.openxmlformats.org/officeDocument/2006/relationships/customXml" Target="../ink/ink112.xml"/><Relationship Id="rId101" Type="http://schemas.openxmlformats.org/officeDocument/2006/relationships/customXml" Target="../ink/ink113.xml"/><Relationship Id="rId122" Type="http://schemas.openxmlformats.org/officeDocument/2006/relationships/image" Target="../media/image127.png"/><Relationship Id="rId130" Type="http://schemas.openxmlformats.org/officeDocument/2006/relationships/image" Target="../media/image131.png"/><Relationship Id="rId135" Type="http://schemas.openxmlformats.org/officeDocument/2006/relationships/customXml" Target="../ink/ink130.xml"/><Relationship Id="rId143" Type="http://schemas.openxmlformats.org/officeDocument/2006/relationships/customXml" Target="../ink/ink134.xml"/><Relationship Id="rId148" Type="http://schemas.openxmlformats.org/officeDocument/2006/relationships/image" Target="../media/image140.png"/><Relationship Id="rId4" Type="http://schemas.openxmlformats.org/officeDocument/2006/relationships/image" Target="../media/image68.png"/><Relationship Id="rId9" Type="http://schemas.openxmlformats.org/officeDocument/2006/relationships/customXml" Target="../ink/ink67.xml"/><Relationship Id="rId13" Type="http://schemas.openxmlformats.org/officeDocument/2006/relationships/customXml" Target="../ink/ink69.xml"/><Relationship Id="rId18" Type="http://schemas.openxmlformats.org/officeDocument/2006/relationships/image" Target="../media/image75.png"/><Relationship Id="rId39" Type="http://schemas.openxmlformats.org/officeDocument/2006/relationships/customXml" Target="../ink/ink82.xml"/><Relationship Id="rId109" Type="http://schemas.openxmlformats.org/officeDocument/2006/relationships/customXml" Target="../ink/ink117.xml"/><Relationship Id="rId34" Type="http://schemas.openxmlformats.org/officeDocument/2006/relationships/image" Target="../media/image83.png"/><Relationship Id="rId50" Type="http://schemas.openxmlformats.org/officeDocument/2006/relationships/image" Target="../media/image91.png"/><Relationship Id="rId55" Type="http://schemas.openxmlformats.org/officeDocument/2006/relationships/customXml" Target="../ink/ink90.xml"/><Relationship Id="rId76" Type="http://schemas.openxmlformats.org/officeDocument/2006/relationships/image" Target="../media/image104.png"/><Relationship Id="rId97" Type="http://schemas.openxmlformats.org/officeDocument/2006/relationships/customXml" Target="../ink/ink111.xml"/><Relationship Id="rId104" Type="http://schemas.openxmlformats.org/officeDocument/2006/relationships/image" Target="../media/image118.png"/><Relationship Id="rId120" Type="http://schemas.openxmlformats.org/officeDocument/2006/relationships/image" Target="../media/image126.png"/><Relationship Id="rId125" Type="http://schemas.openxmlformats.org/officeDocument/2006/relationships/customXml" Target="../ink/ink125.xml"/><Relationship Id="rId141" Type="http://schemas.openxmlformats.org/officeDocument/2006/relationships/customXml" Target="../ink/ink133.xml"/><Relationship Id="rId146" Type="http://schemas.openxmlformats.org/officeDocument/2006/relationships/image" Target="../media/image139.png"/><Relationship Id="rId7" Type="http://schemas.openxmlformats.org/officeDocument/2006/relationships/customXml" Target="../ink/ink66.xml"/><Relationship Id="rId71" Type="http://schemas.openxmlformats.org/officeDocument/2006/relationships/customXml" Target="../ink/ink98.xml"/><Relationship Id="rId92" Type="http://schemas.openxmlformats.org/officeDocument/2006/relationships/image" Target="../media/image112.png"/><Relationship Id="rId2" Type="http://schemas.openxmlformats.org/officeDocument/2006/relationships/image" Target="../media/image67.png"/><Relationship Id="rId29" Type="http://schemas.openxmlformats.org/officeDocument/2006/relationships/customXml" Target="../ink/ink77.xml"/><Relationship Id="rId24" Type="http://schemas.openxmlformats.org/officeDocument/2006/relationships/image" Target="../media/image78.png"/><Relationship Id="rId40" Type="http://schemas.openxmlformats.org/officeDocument/2006/relationships/image" Target="../media/image86.png"/><Relationship Id="rId45" Type="http://schemas.openxmlformats.org/officeDocument/2006/relationships/customXml" Target="../ink/ink85.xml"/><Relationship Id="rId66" Type="http://schemas.openxmlformats.org/officeDocument/2006/relationships/image" Target="../media/image99.png"/><Relationship Id="rId87" Type="http://schemas.openxmlformats.org/officeDocument/2006/relationships/customXml" Target="../ink/ink106.xml"/><Relationship Id="rId110" Type="http://schemas.openxmlformats.org/officeDocument/2006/relationships/image" Target="../media/image121.png"/><Relationship Id="rId115" Type="http://schemas.openxmlformats.org/officeDocument/2006/relationships/customXml" Target="../ink/ink120.xml"/><Relationship Id="rId131" Type="http://schemas.openxmlformats.org/officeDocument/2006/relationships/customXml" Target="../ink/ink128.xml"/><Relationship Id="rId136" Type="http://schemas.openxmlformats.org/officeDocument/2006/relationships/image" Target="../media/image134.png"/><Relationship Id="rId61" Type="http://schemas.openxmlformats.org/officeDocument/2006/relationships/customXml" Target="../ink/ink93.xml"/><Relationship Id="rId82" Type="http://schemas.openxmlformats.org/officeDocument/2006/relationships/image" Target="../media/image107.png"/><Relationship Id="rId19" Type="http://schemas.openxmlformats.org/officeDocument/2006/relationships/customXml" Target="../ink/ink72.xml"/><Relationship Id="rId14" Type="http://schemas.openxmlformats.org/officeDocument/2006/relationships/image" Target="../media/image73.png"/><Relationship Id="rId30" Type="http://schemas.openxmlformats.org/officeDocument/2006/relationships/image" Target="../media/image81.png"/><Relationship Id="rId35" Type="http://schemas.openxmlformats.org/officeDocument/2006/relationships/customXml" Target="../ink/ink80.xml"/><Relationship Id="rId56" Type="http://schemas.openxmlformats.org/officeDocument/2006/relationships/image" Target="../media/image94.png"/><Relationship Id="rId77" Type="http://schemas.openxmlformats.org/officeDocument/2006/relationships/customXml" Target="../ink/ink101.xml"/><Relationship Id="rId100" Type="http://schemas.openxmlformats.org/officeDocument/2006/relationships/image" Target="../media/image116.png"/><Relationship Id="rId105" Type="http://schemas.openxmlformats.org/officeDocument/2006/relationships/customXml" Target="../ink/ink115.xml"/><Relationship Id="rId126" Type="http://schemas.openxmlformats.org/officeDocument/2006/relationships/image" Target="../media/image129.png"/><Relationship Id="rId147" Type="http://schemas.openxmlformats.org/officeDocument/2006/relationships/customXml" Target="../ink/ink136.xml"/><Relationship Id="rId8" Type="http://schemas.openxmlformats.org/officeDocument/2006/relationships/image" Target="../media/image70.png"/><Relationship Id="rId51" Type="http://schemas.openxmlformats.org/officeDocument/2006/relationships/customXml" Target="../ink/ink88.xml"/><Relationship Id="rId72" Type="http://schemas.openxmlformats.org/officeDocument/2006/relationships/image" Target="../media/image102.png"/><Relationship Id="rId93" Type="http://schemas.openxmlformats.org/officeDocument/2006/relationships/customXml" Target="../ink/ink109.xml"/><Relationship Id="rId98" Type="http://schemas.openxmlformats.org/officeDocument/2006/relationships/image" Target="../media/image115.png"/><Relationship Id="rId121" Type="http://schemas.openxmlformats.org/officeDocument/2006/relationships/customXml" Target="../ink/ink123.xml"/><Relationship Id="rId142" Type="http://schemas.openxmlformats.org/officeDocument/2006/relationships/image" Target="../media/image13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3F57-324C-8ACE-7FFD-13B10ED8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7EA132BF-DEF4-23E2-E2E7-0BE330AC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723048"/>
            <a:ext cx="10628265" cy="61349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3046D29-F69D-3002-E2EB-25AB8B6CB791}"/>
                  </a:ext>
                </a:extLst>
              </p14:cNvPr>
              <p14:cNvContentPartPr/>
              <p14:nvPr/>
            </p14:nvContentPartPr>
            <p14:xfrm>
              <a:off x="1173384" y="3263256"/>
              <a:ext cx="230040" cy="295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3046D29-F69D-3002-E2EB-25AB8B6CB7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5744" y="3245256"/>
                <a:ext cx="26568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C526D5F0-06F4-75DC-D6B1-A7AD404E778B}"/>
              </a:ext>
            </a:extLst>
          </p:cNvPr>
          <p:cNvGrpSpPr/>
          <p:nvPr/>
        </p:nvGrpSpPr>
        <p:grpSpPr>
          <a:xfrm>
            <a:off x="1793304" y="3092256"/>
            <a:ext cx="1323360" cy="1294200"/>
            <a:chOff x="1793304" y="3092256"/>
            <a:chExt cx="1323360" cy="12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A6AC04-1D2A-CC55-7839-7393FEB2AA3B}"/>
                    </a:ext>
                  </a:extLst>
                </p14:cNvPr>
                <p14:cNvContentPartPr/>
                <p14:nvPr/>
              </p14:nvContentPartPr>
              <p14:xfrm>
                <a:off x="1793304" y="3092256"/>
                <a:ext cx="172080" cy="207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A6AC04-1D2A-CC55-7839-7393FEB2AA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5304" y="3074256"/>
                  <a:ext cx="2077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3A7BB21-9A49-9B07-0B6D-42AC41960CB4}"/>
                    </a:ext>
                  </a:extLst>
                </p14:cNvPr>
                <p14:cNvContentPartPr/>
                <p14:nvPr/>
              </p14:nvContentPartPr>
              <p14:xfrm>
                <a:off x="1985904" y="3305736"/>
                <a:ext cx="41760" cy="96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3A7BB21-9A49-9B07-0B6D-42AC41960CB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67904" y="3288096"/>
                  <a:ext cx="77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DACD985-8DA2-93C6-1942-8E980AECBB8A}"/>
                    </a:ext>
                  </a:extLst>
                </p14:cNvPr>
                <p14:cNvContentPartPr/>
                <p14:nvPr/>
              </p14:nvContentPartPr>
              <p14:xfrm>
                <a:off x="1868184" y="3268656"/>
                <a:ext cx="302760" cy="212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DACD985-8DA2-93C6-1942-8E980AECBB8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50544" y="3251016"/>
                  <a:ext cx="338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78C2A6-3937-1B65-86C2-071B4F93B64C}"/>
                    </a:ext>
                  </a:extLst>
                </p14:cNvPr>
                <p14:cNvContentPartPr/>
                <p14:nvPr/>
              </p14:nvContentPartPr>
              <p14:xfrm>
                <a:off x="2055744" y="3580776"/>
                <a:ext cx="46800" cy="136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78C2A6-3937-1B65-86C2-071B4F93B6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37744" y="3563136"/>
                  <a:ext cx="82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6BC035-DC43-3170-DBA9-F0E1D3265F50}"/>
                    </a:ext>
                  </a:extLst>
                </p14:cNvPr>
                <p14:cNvContentPartPr/>
                <p14:nvPr/>
              </p14:nvContentPartPr>
              <p14:xfrm>
                <a:off x="2056824" y="3564576"/>
                <a:ext cx="148680" cy="14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6BC035-DC43-3170-DBA9-F0E1D3265F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38824" y="3546576"/>
                  <a:ext cx="184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6E007A9-E12B-43F8-8EEB-FED59261571E}"/>
                    </a:ext>
                  </a:extLst>
                </p14:cNvPr>
                <p14:cNvContentPartPr/>
                <p14:nvPr/>
              </p14:nvContentPartPr>
              <p14:xfrm>
                <a:off x="2060784" y="3634056"/>
                <a:ext cx="141480" cy="20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6E007A9-E12B-43F8-8EEB-FED59261571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42784" y="3616056"/>
                  <a:ext cx="177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689F9D-6ACC-7BFC-E724-E2189014EF85}"/>
                    </a:ext>
                  </a:extLst>
                </p14:cNvPr>
                <p14:cNvContentPartPr/>
                <p14:nvPr/>
              </p14:nvContentPartPr>
              <p14:xfrm>
                <a:off x="2084544" y="3730896"/>
                <a:ext cx="12168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E689F9D-6ACC-7BFC-E724-E2189014EF8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66904" y="3712896"/>
                  <a:ext cx="157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4736BD-68C7-316C-02EA-A479ADB6F576}"/>
                    </a:ext>
                  </a:extLst>
                </p14:cNvPr>
                <p14:cNvContentPartPr/>
                <p14:nvPr/>
              </p14:nvContentPartPr>
              <p14:xfrm>
                <a:off x="2273544" y="3650256"/>
                <a:ext cx="114120" cy="66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E4736BD-68C7-316C-02EA-A479ADB6F57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55904" y="3632616"/>
                  <a:ext cx="149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BAB9A03-D534-AE54-6F7F-5A8500BDDB03}"/>
                    </a:ext>
                  </a:extLst>
                </p14:cNvPr>
                <p14:cNvContentPartPr/>
                <p14:nvPr/>
              </p14:nvContentPartPr>
              <p14:xfrm>
                <a:off x="2236464" y="3639816"/>
                <a:ext cx="183960" cy="97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BAB9A03-D534-AE54-6F7F-5A8500BDDB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18824" y="3621816"/>
                  <a:ext cx="219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0C02421-5FC1-8F39-E715-5725B5ED2D8F}"/>
                    </a:ext>
                  </a:extLst>
                </p14:cNvPr>
                <p14:cNvContentPartPr/>
                <p14:nvPr/>
              </p14:nvContentPartPr>
              <p14:xfrm>
                <a:off x="2428344" y="3628656"/>
                <a:ext cx="114480" cy="201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0C02421-5FC1-8F39-E715-5725B5ED2D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10704" y="3611016"/>
                  <a:ext cx="150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7278085-1B0D-AE54-21BE-59468415BD05}"/>
                    </a:ext>
                  </a:extLst>
                </p14:cNvPr>
                <p14:cNvContentPartPr/>
                <p14:nvPr/>
              </p14:nvContentPartPr>
              <p14:xfrm>
                <a:off x="2510064" y="3502296"/>
                <a:ext cx="77400" cy="224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7278085-1B0D-AE54-21BE-59468415BD0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92064" y="3484656"/>
                  <a:ext cx="113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EB7CB63-9130-6623-CE7B-E509C547677E}"/>
                    </a:ext>
                  </a:extLst>
                </p14:cNvPr>
                <p14:cNvContentPartPr/>
                <p14:nvPr/>
              </p14:nvContentPartPr>
              <p14:xfrm>
                <a:off x="2556504" y="3620016"/>
                <a:ext cx="470160" cy="110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EB7CB63-9130-6623-CE7B-E509C547677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38864" y="3602376"/>
                  <a:ext cx="505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BF8D6B-CDC9-515C-1A59-569AB0B29DCB}"/>
                    </a:ext>
                  </a:extLst>
                </p14:cNvPr>
                <p14:cNvContentPartPr/>
                <p14:nvPr/>
              </p14:nvContentPartPr>
              <p14:xfrm>
                <a:off x="2825064" y="3495096"/>
                <a:ext cx="21960" cy="17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BF8D6B-CDC9-515C-1A59-569AB0B29DC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07064" y="3477456"/>
                  <a:ext cx="57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14A8698-9D49-7F42-04E2-FA7396BD927B}"/>
                    </a:ext>
                  </a:extLst>
                </p14:cNvPr>
                <p14:cNvContentPartPr/>
                <p14:nvPr/>
              </p14:nvContentPartPr>
              <p14:xfrm>
                <a:off x="3034944" y="3586896"/>
                <a:ext cx="14400" cy="15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14A8698-9D49-7F42-04E2-FA7396BD927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17304" y="3568896"/>
                  <a:ext cx="50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E64AE9-D5B0-8863-A025-F50613091608}"/>
                    </a:ext>
                  </a:extLst>
                </p14:cNvPr>
                <p14:cNvContentPartPr/>
                <p14:nvPr/>
              </p14:nvContentPartPr>
              <p14:xfrm>
                <a:off x="3066264" y="3717936"/>
                <a:ext cx="23760" cy="10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E64AE9-D5B0-8863-A025-F5061309160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48624" y="3700296"/>
                  <a:ext cx="59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8D74017-BFC0-D7BF-9BFF-3B0D123C397A}"/>
                    </a:ext>
                  </a:extLst>
                </p14:cNvPr>
                <p14:cNvContentPartPr/>
                <p14:nvPr/>
              </p14:nvContentPartPr>
              <p14:xfrm>
                <a:off x="2115864" y="3828456"/>
                <a:ext cx="207360" cy="212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8D74017-BFC0-D7BF-9BFF-3B0D123C397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98224" y="3810816"/>
                  <a:ext cx="243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EE24879-AE8F-A836-36FB-06D4C6B3EBDB}"/>
                    </a:ext>
                  </a:extLst>
                </p14:cNvPr>
                <p14:cNvContentPartPr/>
                <p14:nvPr/>
              </p14:nvContentPartPr>
              <p14:xfrm>
                <a:off x="2443824" y="3898656"/>
                <a:ext cx="178200" cy="84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EE24879-AE8F-A836-36FB-06D4C6B3EBD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26184" y="3881016"/>
                  <a:ext cx="213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C820010-CD5A-19EB-F770-0677C46BD92C}"/>
                    </a:ext>
                  </a:extLst>
                </p14:cNvPr>
                <p14:cNvContentPartPr/>
                <p14:nvPr/>
              </p14:nvContentPartPr>
              <p14:xfrm>
                <a:off x="2591784" y="3906576"/>
                <a:ext cx="104040" cy="86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C820010-CD5A-19EB-F770-0677C46BD9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74144" y="3888936"/>
                  <a:ext cx="1396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4A1A4B9-431A-DC56-8D62-8BC4F3B3BE63}"/>
                    </a:ext>
                  </a:extLst>
                </p14:cNvPr>
                <p14:cNvContentPartPr/>
                <p14:nvPr/>
              </p14:nvContentPartPr>
              <p14:xfrm>
                <a:off x="2751264" y="3801096"/>
                <a:ext cx="194760" cy="20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4A1A4B9-431A-DC56-8D62-8BC4F3B3BE6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33264" y="3783096"/>
                  <a:ext cx="230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5E467EB-CA79-DB1D-00B3-AEA513B8198D}"/>
                    </a:ext>
                  </a:extLst>
                </p14:cNvPr>
                <p14:cNvContentPartPr/>
                <p14:nvPr/>
              </p14:nvContentPartPr>
              <p14:xfrm>
                <a:off x="2942064" y="3902256"/>
                <a:ext cx="141480" cy="121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5E467EB-CA79-DB1D-00B3-AEA513B8198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924064" y="3884616"/>
                  <a:ext cx="177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D2D7CFA-3EBC-8EFB-DA59-094D13839CAD}"/>
                    </a:ext>
                  </a:extLst>
                </p14:cNvPr>
                <p14:cNvContentPartPr/>
                <p14:nvPr/>
              </p14:nvContentPartPr>
              <p14:xfrm>
                <a:off x="2258064" y="4185936"/>
                <a:ext cx="105480" cy="200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D2D7CFA-3EBC-8EFB-DA59-094D13839CA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40064" y="4167936"/>
                  <a:ext cx="141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1ECD84-9AB8-3FAF-0781-903EB36613E5}"/>
                    </a:ext>
                  </a:extLst>
                </p14:cNvPr>
                <p14:cNvContentPartPr/>
                <p14:nvPr/>
              </p14:nvContentPartPr>
              <p14:xfrm>
                <a:off x="2267064" y="4275576"/>
                <a:ext cx="278640" cy="69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1ECD84-9AB8-3FAF-0781-903EB36613E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49424" y="4257936"/>
                  <a:ext cx="3142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F1F9D90-5311-6D44-7916-0BA54A257588}"/>
                    </a:ext>
                  </a:extLst>
                </p14:cNvPr>
                <p14:cNvContentPartPr/>
                <p14:nvPr/>
              </p14:nvContentPartPr>
              <p14:xfrm>
                <a:off x="2755224" y="4087656"/>
                <a:ext cx="361440" cy="237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F1F9D90-5311-6D44-7916-0BA54A2575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37584" y="4069656"/>
                  <a:ext cx="39708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39CC56E-E00F-42A1-2431-0E9EE4343D7D}"/>
              </a:ext>
            </a:extLst>
          </p:cNvPr>
          <p:cNvGrpSpPr/>
          <p:nvPr/>
        </p:nvGrpSpPr>
        <p:grpSpPr>
          <a:xfrm>
            <a:off x="2391984" y="4457016"/>
            <a:ext cx="2033280" cy="1076760"/>
            <a:chOff x="2391984" y="4457016"/>
            <a:chExt cx="2033280" cy="10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79C7C9-581C-B047-3006-362CF835D825}"/>
                    </a:ext>
                  </a:extLst>
                </p14:cNvPr>
                <p14:cNvContentPartPr/>
                <p14:nvPr/>
              </p14:nvContentPartPr>
              <p14:xfrm>
                <a:off x="2391984" y="4545576"/>
                <a:ext cx="197640" cy="178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79C7C9-581C-B047-3006-362CF835D82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74344" y="4527936"/>
                  <a:ext cx="233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66C700F-89FE-0404-E094-6AFAE393379F}"/>
                    </a:ext>
                  </a:extLst>
                </p14:cNvPr>
                <p14:cNvContentPartPr/>
                <p14:nvPr/>
              </p14:nvContentPartPr>
              <p14:xfrm>
                <a:off x="2681424" y="4467816"/>
                <a:ext cx="546840" cy="221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66C700F-89FE-0404-E094-6AFAE393379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63424" y="4449816"/>
                  <a:ext cx="582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45F37F0-1E06-7CCD-02F6-8DC04AC58C89}"/>
                    </a:ext>
                  </a:extLst>
                </p14:cNvPr>
                <p14:cNvContentPartPr/>
                <p14:nvPr/>
              </p14:nvContentPartPr>
              <p14:xfrm>
                <a:off x="2881224" y="4542336"/>
                <a:ext cx="149760" cy="31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45F37F0-1E06-7CCD-02F6-8DC04AC58C8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63224" y="4524336"/>
                  <a:ext cx="185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CD049F1-A26A-B9F0-25DF-2C9313582C0C}"/>
                    </a:ext>
                  </a:extLst>
                </p14:cNvPr>
                <p14:cNvContentPartPr/>
                <p14:nvPr/>
              </p14:nvContentPartPr>
              <p14:xfrm>
                <a:off x="3282984" y="4457016"/>
                <a:ext cx="162360" cy="36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CD049F1-A26A-B9F0-25DF-2C9313582C0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65344" y="4439016"/>
                  <a:ext cx="198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9E3666B-FAA6-76ED-3D25-98BB726ED7B2}"/>
                    </a:ext>
                  </a:extLst>
                </p14:cNvPr>
                <p14:cNvContentPartPr/>
                <p14:nvPr/>
              </p14:nvContentPartPr>
              <p14:xfrm>
                <a:off x="3376224" y="4462416"/>
                <a:ext cx="46440" cy="167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9E3666B-FAA6-76ED-3D25-98BB726ED7B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58584" y="4444416"/>
                  <a:ext cx="82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241CD35-34D6-AD32-616B-21B532DEC1D6}"/>
                    </a:ext>
                  </a:extLst>
                </p14:cNvPr>
                <p14:cNvContentPartPr/>
                <p14:nvPr/>
              </p14:nvContentPartPr>
              <p14:xfrm>
                <a:off x="3437064" y="4542336"/>
                <a:ext cx="135720" cy="187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241CD35-34D6-AD32-616B-21B532DEC1D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19064" y="4524336"/>
                  <a:ext cx="171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542D7F6-CF9C-FF13-A061-ACEA542FAAD7}"/>
                    </a:ext>
                  </a:extLst>
                </p14:cNvPr>
                <p14:cNvContentPartPr/>
                <p14:nvPr/>
              </p14:nvContentPartPr>
              <p14:xfrm>
                <a:off x="3633984" y="4530816"/>
                <a:ext cx="362520" cy="230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542D7F6-CF9C-FF13-A061-ACEA542FAA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15984" y="4512816"/>
                  <a:ext cx="398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B5B2E50-9190-6BF2-6463-33D6DBC3AB32}"/>
                    </a:ext>
                  </a:extLst>
                </p14:cNvPr>
                <p14:cNvContentPartPr/>
                <p14:nvPr/>
              </p14:nvContentPartPr>
              <p14:xfrm>
                <a:off x="3055824" y="4814496"/>
                <a:ext cx="244440" cy="210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B5B2E50-9190-6BF2-6463-33D6DBC3AB3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37824" y="4796496"/>
                  <a:ext cx="280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5751526-B832-CDBF-0BDD-7F9D7A3D8794}"/>
                    </a:ext>
                  </a:extLst>
                </p14:cNvPr>
                <p14:cNvContentPartPr/>
                <p14:nvPr/>
              </p14:nvContentPartPr>
              <p14:xfrm>
                <a:off x="2737944" y="5137416"/>
                <a:ext cx="48600" cy="212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5751526-B832-CDBF-0BDD-7F9D7A3D879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19944" y="5119416"/>
                  <a:ext cx="84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2857290-EED9-560B-75D2-8CF8648DAB82}"/>
                    </a:ext>
                  </a:extLst>
                </p14:cNvPr>
                <p14:cNvContentPartPr/>
                <p14:nvPr/>
              </p14:nvContentPartPr>
              <p14:xfrm>
                <a:off x="2747304" y="5097816"/>
                <a:ext cx="190080" cy="214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2857290-EED9-560B-75D2-8CF8648DAB8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729304" y="5080176"/>
                  <a:ext cx="225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32BF75-FAFC-F838-BE3B-6505104CEB1C}"/>
                    </a:ext>
                  </a:extLst>
                </p14:cNvPr>
                <p14:cNvContentPartPr/>
                <p14:nvPr/>
              </p14:nvContentPartPr>
              <p14:xfrm>
                <a:off x="3023424" y="5207976"/>
                <a:ext cx="43920" cy="111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32BF75-FAFC-F838-BE3B-6505104CEB1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005424" y="5189976"/>
                  <a:ext cx="79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5BC37F2-57D6-3C77-066E-A19621AB0EB2}"/>
                    </a:ext>
                  </a:extLst>
                </p14:cNvPr>
                <p14:cNvContentPartPr/>
                <p14:nvPr/>
              </p14:nvContentPartPr>
              <p14:xfrm>
                <a:off x="2975904" y="5135256"/>
                <a:ext cx="27000" cy="43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5BC37F2-57D6-3C77-066E-A19621AB0EB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58264" y="5117256"/>
                  <a:ext cx="62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DF647B4-1425-B93C-7DB5-BD54D0FEB280}"/>
                    </a:ext>
                  </a:extLst>
                </p14:cNvPr>
                <p14:cNvContentPartPr/>
                <p14:nvPr/>
              </p14:nvContentPartPr>
              <p14:xfrm>
                <a:off x="3096144" y="5188536"/>
                <a:ext cx="119160" cy="104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DF647B4-1425-B93C-7DB5-BD54D0FEB28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078144" y="5170536"/>
                  <a:ext cx="154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482C36C-5D16-249D-3F1C-B2D6F0923A35}"/>
                    </a:ext>
                  </a:extLst>
                </p14:cNvPr>
                <p14:cNvContentPartPr/>
                <p14:nvPr/>
              </p14:nvContentPartPr>
              <p14:xfrm>
                <a:off x="3238344" y="5184216"/>
                <a:ext cx="146160" cy="132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482C36C-5D16-249D-3F1C-B2D6F0923A3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220344" y="5166216"/>
                  <a:ext cx="181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F9AD164-3F02-D846-2F55-30FB63B05D26}"/>
                    </a:ext>
                  </a:extLst>
                </p14:cNvPr>
                <p14:cNvContentPartPr/>
                <p14:nvPr/>
              </p14:nvContentPartPr>
              <p14:xfrm>
                <a:off x="3404304" y="5209056"/>
                <a:ext cx="131760" cy="86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F9AD164-3F02-D846-2F55-30FB63B05D2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386664" y="5191416"/>
                  <a:ext cx="167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DF01C3E-C463-C00A-DB07-368211F6925C}"/>
                    </a:ext>
                  </a:extLst>
                </p14:cNvPr>
                <p14:cNvContentPartPr/>
                <p14:nvPr/>
              </p14:nvContentPartPr>
              <p14:xfrm>
                <a:off x="3556584" y="5222016"/>
                <a:ext cx="146160" cy="107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DF01C3E-C463-C00A-DB07-368211F6925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38584" y="5204376"/>
                  <a:ext cx="181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EE7C3DA-3687-EBF1-700C-508DA773608F}"/>
                    </a:ext>
                  </a:extLst>
                </p14:cNvPr>
                <p14:cNvContentPartPr/>
                <p14:nvPr/>
              </p14:nvContentPartPr>
              <p14:xfrm>
                <a:off x="3776184" y="5205456"/>
                <a:ext cx="137160" cy="9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EE7C3DA-3687-EBF1-700C-508DA77360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758544" y="5187456"/>
                  <a:ext cx="172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3A0A3AA-C17B-70DA-E064-A8C97B1550C2}"/>
                    </a:ext>
                  </a:extLst>
                </p14:cNvPr>
                <p14:cNvContentPartPr/>
                <p14:nvPr/>
              </p14:nvContentPartPr>
              <p14:xfrm>
                <a:off x="3952584" y="5002056"/>
                <a:ext cx="157320" cy="257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3A0A3AA-C17B-70DA-E064-A8C97B1550C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34944" y="4984416"/>
                  <a:ext cx="1929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9F01E99-28BF-3CAD-6F54-4B9B27B1DB80}"/>
                    </a:ext>
                  </a:extLst>
                </p14:cNvPr>
                <p14:cNvContentPartPr/>
                <p14:nvPr/>
              </p14:nvContentPartPr>
              <p14:xfrm>
                <a:off x="4127184" y="5204736"/>
                <a:ext cx="298080" cy="329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9F01E99-28BF-3CAD-6F54-4B9B27B1DB8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09544" y="5186736"/>
                  <a:ext cx="333720" cy="36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23D536A-7DC3-047E-63C0-C9E7CAB32175}"/>
                  </a:ext>
                </a:extLst>
              </p14:cNvPr>
              <p14:cNvContentPartPr/>
              <p14:nvPr/>
            </p14:nvContentPartPr>
            <p14:xfrm>
              <a:off x="1126224" y="3107376"/>
              <a:ext cx="244800" cy="1749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23D536A-7DC3-047E-63C0-C9E7CAB3217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08584" y="3089376"/>
                <a:ext cx="280440" cy="21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FF00F11-C16D-6B9E-67CD-FD1E7A6FD9BA}"/>
              </a:ext>
            </a:extLst>
          </p:cNvPr>
          <p:cNvGrpSpPr/>
          <p:nvPr/>
        </p:nvGrpSpPr>
        <p:grpSpPr>
          <a:xfrm>
            <a:off x="1970784" y="1552176"/>
            <a:ext cx="2673360" cy="1619280"/>
            <a:chOff x="1970784" y="1552176"/>
            <a:chExt cx="2673360" cy="161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17D3CF1-F604-B41C-F62C-DFEB7E0A5A92}"/>
                    </a:ext>
                  </a:extLst>
                </p14:cNvPr>
                <p14:cNvContentPartPr/>
                <p14:nvPr/>
              </p14:nvContentPartPr>
              <p14:xfrm>
                <a:off x="1970784" y="1552176"/>
                <a:ext cx="2673360" cy="1619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17D3CF1-F604-B41C-F62C-DFEB7E0A5A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953144" y="1534536"/>
                  <a:ext cx="2709000" cy="16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F04EFFC-1116-3A57-B657-99FD0421D499}"/>
                    </a:ext>
                  </a:extLst>
                </p14:cNvPr>
                <p14:cNvContentPartPr/>
                <p14:nvPr/>
              </p14:nvContentPartPr>
              <p14:xfrm>
                <a:off x="3236904" y="2325816"/>
                <a:ext cx="245160" cy="115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F04EFFC-1116-3A57-B657-99FD0421D49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18904" y="2308176"/>
                  <a:ext cx="280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E974F5A-BECE-3B68-4E76-194FDB804723}"/>
                    </a:ext>
                  </a:extLst>
                </p14:cNvPr>
                <p14:cNvContentPartPr/>
                <p14:nvPr/>
              </p14:nvContentPartPr>
              <p14:xfrm>
                <a:off x="3143304" y="2243376"/>
                <a:ext cx="460080" cy="280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E974F5A-BECE-3B68-4E76-194FDB80472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125304" y="2225376"/>
                  <a:ext cx="49572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855DC94-349D-6D66-50DA-64C10ACD65CA}"/>
              </a:ext>
            </a:extLst>
          </p:cNvPr>
          <p:cNvGrpSpPr/>
          <p:nvPr/>
        </p:nvGrpSpPr>
        <p:grpSpPr>
          <a:xfrm>
            <a:off x="4836744" y="1382616"/>
            <a:ext cx="965520" cy="681120"/>
            <a:chOff x="4836744" y="1382616"/>
            <a:chExt cx="965520" cy="68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21B51ED-430C-CA0A-D369-CC6D1FF0C708}"/>
                    </a:ext>
                  </a:extLst>
                </p14:cNvPr>
                <p14:cNvContentPartPr/>
                <p14:nvPr/>
              </p14:nvContentPartPr>
              <p14:xfrm>
                <a:off x="4836744" y="1382616"/>
                <a:ext cx="270720" cy="269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21B51ED-430C-CA0A-D369-CC6D1FF0C70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19104" y="1364976"/>
                  <a:ext cx="3063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22928F1-A8E9-244A-A1C6-30909745A0AB}"/>
                    </a:ext>
                  </a:extLst>
                </p14:cNvPr>
                <p14:cNvContentPartPr/>
                <p14:nvPr/>
              </p14:nvContentPartPr>
              <p14:xfrm>
                <a:off x="4992264" y="1695456"/>
                <a:ext cx="65520" cy="199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22928F1-A8E9-244A-A1C6-30909745A0A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74264" y="1677456"/>
                  <a:ext cx="101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F98A58B-820E-5CA1-FE59-7DEF9D8A371E}"/>
                    </a:ext>
                  </a:extLst>
                </p14:cNvPr>
                <p14:cNvContentPartPr/>
                <p14:nvPr/>
              </p14:nvContentPartPr>
              <p14:xfrm>
                <a:off x="4938264" y="1685376"/>
                <a:ext cx="169920" cy="87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F98A58B-820E-5CA1-FE59-7DEF9D8A371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920624" y="1667736"/>
                  <a:ext cx="205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8CDAA02-B092-79BD-6A94-ABE51851724A}"/>
                    </a:ext>
                  </a:extLst>
                </p14:cNvPr>
                <p14:cNvContentPartPr/>
                <p14:nvPr/>
              </p14:nvContentPartPr>
              <p14:xfrm>
                <a:off x="5065344" y="1904616"/>
                <a:ext cx="156240" cy="159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8CDAA02-B092-79BD-6A94-ABE51851724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47344" y="1886616"/>
                  <a:ext cx="191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FB09B8F-EF01-AB0F-B8E6-F67A918A5641}"/>
                    </a:ext>
                  </a:extLst>
                </p14:cNvPr>
                <p14:cNvContentPartPr/>
                <p14:nvPr/>
              </p14:nvContentPartPr>
              <p14:xfrm>
                <a:off x="5284584" y="1790136"/>
                <a:ext cx="49680" cy="241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FB09B8F-EF01-AB0F-B8E6-F67A918A564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66584" y="1772496"/>
                  <a:ext cx="853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F3F6823-B771-8A5C-3ACF-91E2490C3D49}"/>
                    </a:ext>
                  </a:extLst>
                </p14:cNvPr>
                <p14:cNvContentPartPr/>
                <p14:nvPr/>
              </p14:nvContentPartPr>
              <p14:xfrm>
                <a:off x="5421744" y="1941336"/>
                <a:ext cx="16200" cy="95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F3F6823-B771-8A5C-3ACF-91E2490C3D4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404104" y="1923696"/>
                  <a:ext cx="51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324BB13-13F6-13C6-0FEE-BEFE6691D428}"/>
                    </a:ext>
                  </a:extLst>
                </p14:cNvPr>
                <p14:cNvContentPartPr/>
                <p14:nvPr/>
              </p14:nvContentPartPr>
              <p14:xfrm>
                <a:off x="5396184" y="1887336"/>
                <a:ext cx="5400" cy="19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324BB13-13F6-13C6-0FEE-BEFE6691D42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378184" y="1869336"/>
                  <a:ext cx="41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D50F516-4AF5-DF3D-E33F-843E48E31DAC}"/>
                    </a:ext>
                  </a:extLst>
                </p14:cNvPr>
                <p14:cNvContentPartPr/>
                <p14:nvPr/>
              </p14:nvContentPartPr>
              <p14:xfrm>
                <a:off x="5452344" y="1811736"/>
                <a:ext cx="349920" cy="246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D50F516-4AF5-DF3D-E33F-843E48E31DA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34704" y="1793736"/>
                  <a:ext cx="385560" cy="28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3CD2C95-4A37-258B-19E4-970B0F76F7C7}"/>
                  </a:ext>
                </a:extLst>
              </p14:cNvPr>
              <p14:cNvContentPartPr/>
              <p14:nvPr/>
            </p14:nvContentPartPr>
            <p14:xfrm>
              <a:off x="5031864" y="3028536"/>
              <a:ext cx="251280" cy="824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3CD2C95-4A37-258B-19E4-970B0F76F7C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013864" y="3010536"/>
                <a:ext cx="286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8E46354-A77E-7B08-CA7E-237149E14D6F}"/>
                  </a:ext>
                </a:extLst>
              </p14:cNvPr>
              <p14:cNvContentPartPr/>
              <p14:nvPr/>
            </p14:nvContentPartPr>
            <p14:xfrm>
              <a:off x="6804144" y="3025656"/>
              <a:ext cx="169920" cy="5400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8E46354-A77E-7B08-CA7E-237149E14D6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786504" y="3008016"/>
                <a:ext cx="2055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F634E66-DBCD-1A67-FD93-7418D86D0511}"/>
                  </a:ext>
                </a:extLst>
              </p14:cNvPr>
              <p14:cNvContentPartPr/>
              <p14:nvPr/>
            </p14:nvContentPartPr>
            <p14:xfrm>
              <a:off x="8450064" y="3029256"/>
              <a:ext cx="249120" cy="388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F634E66-DBCD-1A67-FD93-7418D86D0511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432064" y="3011616"/>
                <a:ext cx="284760" cy="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961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3933-9DBE-A4CD-DB4D-DFCE60BA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49E67-69F2-66FA-12B2-1C4F104F1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06" y="501793"/>
            <a:ext cx="9940987" cy="63562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83A07DC-8D27-3BAE-3EA1-836C2080FE65}"/>
              </a:ext>
            </a:extLst>
          </p:cNvPr>
          <p:cNvGrpSpPr/>
          <p:nvPr/>
        </p:nvGrpSpPr>
        <p:grpSpPr>
          <a:xfrm>
            <a:off x="1867464" y="1697616"/>
            <a:ext cx="4590360" cy="3784320"/>
            <a:chOff x="1867464" y="1697616"/>
            <a:chExt cx="4590360" cy="37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830592A-E6D5-E2EC-8CCC-DBDD2B285D10}"/>
                    </a:ext>
                  </a:extLst>
                </p14:cNvPr>
                <p14:cNvContentPartPr/>
                <p14:nvPr/>
              </p14:nvContentPartPr>
              <p14:xfrm>
                <a:off x="1867464" y="1697616"/>
                <a:ext cx="3052080" cy="3784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830592A-E6D5-E2EC-8CCC-DBDD2B285D1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49824" y="1679976"/>
                  <a:ext cx="3087720" cy="38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F26ABA5-A19E-8B78-C1C0-54979CFF42B0}"/>
                    </a:ext>
                  </a:extLst>
                </p14:cNvPr>
                <p14:cNvContentPartPr/>
                <p14:nvPr/>
              </p14:nvContentPartPr>
              <p14:xfrm>
                <a:off x="5153184" y="1957896"/>
                <a:ext cx="270720" cy="195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F26ABA5-A19E-8B78-C1C0-54979CFF42B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35544" y="1940256"/>
                  <a:ext cx="306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054280-DF87-3005-E8DE-F0BB8F97B1ED}"/>
                    </a:ext>
                  </a:extLst>
                </p14:cNvPr>
                <p14:cNvContentPartPr/>
                <p14:nvPr/>
              </p14:nvContentPartPr>
              <p14:xfrm>
                <a:off x="6170184" y="2007576"/>
                <a:ext cx="287640" cy="129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054280-DF87-3005-E8DE-F0BB8F97B1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52544" y="1989576"/>
                  <a:ext cx="32328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F22586-84FD-0D7E-FF75-598A8B2C0A39}"/>
                  </a:ext>
                </a:extLst>
              </p14:cNvPr>
              <p14:cNvContentPartPr/>
              <p14:nvPr/>
            </p14:nvContentPartPr>
            <p14:xfrm>
              <a:off x="7615584" y="2060496"/>
              <a:ext cx="333360" cy="100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F22586-84FD-0D7E-FF75-598A8B2C0A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7584" y="2042856"/>
                <a:ext cx="3690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DAD1403-0397-6A43-BCF5-9232FEB858C0}"/>
                  </a:ext>
                </a:extLst>
              </p14:cNvPr>
              <p14:cNvContentPartPr/>
              <p14:nvPr/>
            </p14:nvContentPartPr>
            <p14:xfrm>
              <a:off x="8736264" y="2056896"/>
              <a:ext cx="237240" cy="5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DAD1403-0397-6A43-BCF5-9232FEB858C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18624" y="2039256"/>
                <a:ext cx="272880" cy="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804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0245-6117-AAE1-180F-B1B73304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590B15-EFFF-EE05-E922-229739A0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54" y="548640"/>
            <a:ext cx="10917667" cy="63093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1BDE88D-5605-A9EC-47B0-A9B78AD5FE6E}"/>
              </a:ext>
            </a:extLst>
          </p:cNvPr>
          <p:cNvGrpSpPr/>
          <p:nvPr/>
        </p:nvGrpSpPr>
        <p:grpSpPr>
          <a:xfrm>
            <a:off x="1386504" y="2885256"/>
            <a:ext cx="2185560" cy="2714040"/>
            <a:chOff x="1386504" y="2885256"/>
            <a:chExt cx="2185560" cy="271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16EDDA-B67E-2E1A-1E9F-FBFBF89722FC}"/>
                    </a:ext>
                  </a:extLst>
                </p14:cNvPr>
                <p14:cNvContentPartPr/>
                <p14:nvPr/>
              </p14:nvContentPartPr>
              <p14:xfrm>
                <a:off x="1386504" y="2970936"/>
                <a:ext cx="1812960" cy="2628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16EDDA-B67E-2E1A-1E9F-FBFBF89722F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68864" y="2953296"/>
                  <a:ext cx="1848600" cy="26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F0F8BA-EB81-53FE-472A-6C753FB7D241}"/>
                    </a:ext>
                  </a:extLst>
                </p14:cNvPr>
                <p14:cNvContentPartPr/>
                <p14:nvPr/>
              </p14:nvContentPartPr>
              <p14:xfrm>
                <a:off x="3151944" y="2885256"/>
                <a:ext cx="420120" cy="320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F0F8BA-EB81-53FE-472A-6C753FB7D24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34304" y="2867616"/>
                  <a:ext cx="45576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305AFE9-9738-EA77-DB52-3C2E9B4613C1}"/>
              </a:ext>
            </a:extLst>
          </p:cNvPr>
          <p:cNvGrpSpPr/>
          <p:nvPr/>
        </p:nvGrpSpPr>
        <p:grpSpPr>
          <a:xfrm>
            <a:off x="1946304" y="4293576"/>
            <a:ext cx="473760" cy="381240"/>
            <a:chOff x="1946304" y="4293576"/>
            <a:chExt cx="47376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379941-5749-A6C6-CADE-47121A6FA018}"/>
                    </a:ext>
                  </a:extLst>
                </p14:cNvPr>
                <p14:cNvContentPartPr/>
                <p14:nvPr/>
              </p14:nvContentPartPr>
              <p14:xfrm>
                <a:off x="2052144" y="4448376"/>
                <a:ext cx="192600" cy="108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379941-5749-A6C6-CADE-47121A6FA01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34144" y="4430376"/>
                  <a:ext cx="228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CC5D37-0265-41D1-5BDC-D4126CA65A68}"/>
                    </a:ext>
                  </a:extLst>
                </p14:cNvPr>
                <p14:cNvContentPartPr/>
                <p14:nvPr/>
              </p14:nvContentPartPr>
              <p14:xfrm>
                <a:off x="1946304" y="4293576"/>
                <a:ext cx="473760" cy="381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CC5D37-0265-41D1-5BDC-D4126CA65A6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28304" y="4275576"/>
                  <a:ext cx="509400" cy="41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795D929-01C5-5003-3C97-034A4EA8C956}"/>
                  </a:ext>
                </a:extLst>
              </p14:cNvPr>
              <p14:cNvContentPartPr/>
              <p14:nvPr/>
            </p14:nvContentPartPr>
            <p14:xfrm>
              <a:off x="6517944" y="2508696"/>
              <a:ext cx="42480" cy="24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795D929-01C5-5003-3C97-034A4EA8C95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99944" y="2490696"/>
                <a:ext cx="781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66BDF46-1973-CFE9-E7B5-9FA281FED1D3}"/>
                  </a:ext>
                </a:extLst>
              </p14:cNvPr>
              <p14:cNvContentPartPr/>
              <p14:nvPr/>
            </p14:nvContentPartPr>
            <p14:xfrm>
              <a:off x="6608664" y="2506536"/>
              <a:ext cx="28080" cy="18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66BDF46-1973-CFE9-E7B5-9FA281FED1D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90664" y="2488536"/>
                <a:ext cx="637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4F7A31A-91D0-E1EF-B2A2-8A6BE3116031}"/>
                  </a:ext>
                </a:extLst>
              </p14:cNvPr>
              <p14:cNvContentPartPr/>
              <p14:nvPr/>
            </p14:nvContentPartPr>
            <p14:xfrm>
              <a:off x="6855264" y="2473416"/>
              <a:ext cx="260640" cy="214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4F7A31A-91D0-E1EF-B2A2-8A6BE31160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37264" y="2455776"/>
                <a:ext cx="2962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A13C634-430B-60D7-CB3F-B814B92C14A3}"/>
                  </a:ext>
                </a:extLst>
              </p14:cNvPr>
              <p14:cNvContentPartPr/>
              <p14:nvPr/>
            </p14:nvContentPartPr>
            <p14:xfrm>
              <a:off x="7206984" y="2594736"/>
              <a:ext cx="96840" cy="91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A13C634-430B-60D7-CB3F-B814B92C14A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88984" y="2577096"/>
                <a:ext cx="132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FDDE140-C4D7-6BB2-D5EA-CF8104471DDF}"/>
                  </a:ext>
                </a:extLst>
              </p14:cNvPr>
              <p14:cNvContentPartPr/>
              <p14:nvPr/>
            </p14:nvContentPartPr>
            <p14:xfrm>
              <a:off x="7377624" y="2600136"/>
              <a:ext cx="118440" cy="111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FDDE140-C4D7-6BB2-D5EA-CF8104471DD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59984" y="2582136"/>
                <a:ext cx="1540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D78ABA5-9AFD-01BD-F3B3-9E41F362B02A}"/>
                  </a:ext>
                </a:extLst>
              </p14:cNvPr>
              <p14:cNvContentPartPr/>
              <p14:nvPr/>
            </p14:nvContentPartPr>
            <p14:xfrm>
              <a:off x="7582104" y="2374056"/>
              <a:ext cx="366840" cy="335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D78ABA5-9AFD-01BD-F3B3-9E41F362B02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64464" y="2356416"/>
                <a:ext cx="40248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299364E-B1A7-5BA6-E841-73E7CC3431ED}"/>
                  </a:ext>
                </a:extLst>
              </p14:cNvPr>
              <p14:cNvContentPartPr/>
              <p14:nvPr/>
            </p14:nvContentPartPr>
            <p14:xfrm>
              <a:off x="7511904" y="2522736"/>
              <a:ext cx="115920" cy="26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299364E-B1A7-5BA6-E841-73E7CC3431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94264" y="2505096"/>
                <a:ext cx="1515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AFB2D9E-CB31-8ACC-AE7A-9156D4CF6996}"/>
                  </a:ext>
                </a:extLst>
              </p14:cNvPr>
              <p14:cNvContentPartPr/>
              <p14:nvPr/>
            </p14:nvContentPartPr>
            <p14:xfrm>
              <a:off x="8356104" y="2438136"/>
              <a:ext cx="189720" cy="228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AFB2D9E-CB31-8ACC-AE7A-9156D4CF699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38464" y="2420496"/>
                <a:ext cx="2253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BF63ACD-ABAD-681B-984D-B04F25715D9F}"/>
                  </a:ext>
                </a:extLst>
              </p14:cNvPr>
              <p14:cNvContentPartPr/>
              <p14:nvPr/>
            </p14:nvContentPartPr>
            <p14:xfrm>
              <a:off x="8588664" y="2558016"/>
              <a:ext cx="361080" cy="309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BF63ACD-ABAD-681B-984D-B04F25715D9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570664" y="2540016"/>
                <a:ext cx="3967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711350E-F752-B7FD-6A8D-5412C71B0808}"/>
                  </a:ext>
                </a:extLst>
              </p14:cNvPr>
              <p14:cNvContentPartPr/>
              <p14:nvPr/>
            </p14:nvContentPartPr>
            <p14:xfrm>
              <a:off x="9107064" y="2456136"/>
              <a:ext cx="148680" cy="189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711350E-F752-B7FD-6A8D-5412C71B080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9424" y="2438136"/>
                <a:ext cx="1843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3C8E439-91CF-2DFC-E8AE-E3DF0DF36C38}"/>
                  </a:ext>
                </a:extLst>
              </p14:cNvPr>
              <p14:cNvContentPartPr/>
              <p14:nvPr/>
            </p14:nvContentPartPr>
            <p14:xfrm>
              <a:off x="9313344" y="2513016"/>
              <a:ext cx="91440" cy="92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3C8E439-91CF-2DFC-E8AE-E3DF0DF36C3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95344" y="2495016"/>
                <a:ext cx="1270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FE83A0B-3B5D-0B62-7313-ED03CB7F323E}"/>
                  </a:ext>
                </a:extLst>
              </p14:cNvPr>
              <p14:cNvContentPartPr/>
              <p14:nvPr/>
            </p14:nvContentPartPr>
            <p14:xfrm>
              <a:off x="9451224" y="2489976"/>
              <a:ext cx="5040" cy="150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FE83A0B-3B5D-0B62-7313-ED03CB7F323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433584" y="2472336"/>
                <a:ext cx="406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030DB09-8AEF-B148-66CB-500501B16209}"/>
                  </a:ext>
                </a:extLst>
              </p14:cNvPr>
              <p14:cNvContentPartPr/>
              <p14:nvPr/>
            </p14:nvContentPartPr>
            <p14:xfrm>
              <a:off x="9540504" y="2466936"/>
              <a:ext cx="100080" cy="1720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030DB09-8AEF-B148-66CB-500501B1620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22504" y="2448936"/>
                <a:ext cx="1357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CB5EDF9-35FF-90B1-A214-7B71A4AE26A7}"/>
                  </a:ext>
                </a:extLst>
              </p14:cNvPr>
              <p14:cNvContentPartPr/>
              <p14:nvPr/>
            </p14:nvContentPartPr>
            <p14:xfrm>
              <a:off x="9585504" y="2411496"/>
              <a:ext cx="123840" cy="554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CB5EDF9-35FF-90B1-A214-7B71A4AE26A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567864" y="2393856"/>
                <a:ext cx="1594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8B26EE1-0891-2D28-F3DC-5568A57A1E13}"/>
                  </a:ext>
                </a:extLst>
              </p14:cNvPr>
              <p14:cNvContentPartPr/>
              <p14:nvPr/>
            </p14:nvContentPartPr>
            <p14:xfrm>
              <a:off x="9774144" y="2239056"/>
              <a:ext cx="54720" cy="51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8B26EE1-0891-2D28-F3DC-5568A57A1E1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756144" y="2221416"/>
                <a:ext cx="903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DF7F1B3-3071-58E8-4492-1B39E7E4A63A}"/>
                  </a:ext>
                </a:extLst>
              </p14:cNvPr>
              <p14:cNvContentPartPr/>
              <p14:nvPr/>
            </p14:nvContentPartPr>
            <p14:xfrm>
              <a:off x="9803664" y="2254176"/>
              <a:ext cx="72360" cy="972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DF7F1B3-3071-58E8-4492-1B39E7E4A63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786024" y="2236536"/>
                <a:ext cx="1080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338A189-1A8C-A8A5-FC95-30905543AEF8}"/>
                  </a:ext>
                </a:extLst>
              </p14:cNvPr>
              <p14:cNvContentPartPr/>
              <p14:nvPr/>
            </p14:nvContentPartPr>
            <p14:xfrm>
              <a:off x="7172424" y="2775096"/>
              <a:ext cx="2386800" cy="86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338A189-1A8C-A8A5-FC95-30905543AEF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154784" y="2757456"/>
                <a:ext cx="2422440" cy="12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8C72978B-582E-5FA6-2778-1CB779DC31E3}"/>
              </a:ext>
            </a:extLst>
          </p:cNvPr>
          <p:cNvGrpSpPr/>
          <p:nvPr/>
        </p:nvGrpSpPr>
        <p:grpSpPr>
          <a:xfrm>
            <a:off x="5574744" y="1326456"/>
            <a:ext cx="2458080" cy="1028880"/>
            <a:chOff x="5574744" y="1326456"/>
            <a:chExt cx="2458080" cy="10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84FC07A-439A-95D0-CDB1-2620A93165BB}"/>
                    </a:ext>
                  </a:extLst>
                </p14:cNvPr>
                <p14:cNvContentPartPr/>
                <p14:nvPr/>
              </p14:nvContentPartPr>
              <p14:xfrm>
                <a:off x="5691384" y="1326456"/>
                <a:ext cx="284400" cy="393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84FC07A-439A-95D0-CDB1-2620A93165B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73384" y="1308456"/>
                  <a:ext cx="320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F2979A-1209-4F29-8E0F-9DCF6F5BA685}"/>
                    </a:ext>
                  </a:extLst>
                </p14:cNvPr>
                <p14:cNvContentPartPr/>
                <p14:nvPr/>
              </p14:nvContentPartPr>
              <p14:xfrm>
                <a:off x="5635224" y="1334016"/>
                <a:ext cx="178920" cy="126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F2979A-1209-4F29-8E0F-9DCF6F5BA68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17224" y="1316376"/>
                  <a:ext cx="214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18E9F7-166F-894E-3299-FF6E163680FA}"/>
                    </a:ext>
                  </a:extLst>
                </p14:cNvPr>
                <p14:cNvContentPartPr/>
                <p14:nvPr/>
              </p14:nvContentPartPr>
              <p14:xfrm>
                <a:off x="5977584" y="1768536"/>
                <a:ext cx="194760" cy="156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18E9F7-166F-894E-3299-FF6E163680F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959944" y="1750536"/>
                  <a:ext cx="230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39E9E6-4CE7-A13A-B2A3-21F04ECC20BE}"/>
                    </a:ext>
                  </a:extLst>
                </p14:cNvPr>
                <p14:cNvContentPartPr/>
                <p14:nvPr/>
              </p14:nvContentPartPr>
              <p14:xfrm>
                <a:off x="6200064" y="1741896"/>
                <a:ext cx="265680" cy="194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39E9E6-4CE7-A13A-B2A3-21F04ECC20B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82064" y="1723896"/>
                  <a:ext cx="301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9F23D3-0721-86D0-4A69-38BE1FF5F369}"/>
                    </a:ext>
                  </a:extLst>
                </p14:cNvPr>
                <p14:cNvContentPartPr/>
                <p14:nvPr/>
              </p14:nvContentPartPr>
              <p14:xfrm>
                <a:off x="6360624" y="1764576"/>
                <a:ext cx="18000" cy="8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9F23D3-0721-86D0-4A69-38BE1FF5F36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42984" y="1746576"/>
                  <a:ext cx="53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005589-6F70-07AD-8921-779B9FE5D440}"/>
                    </a:ext>
                  </a:extLst>
                </p14:cNvPr>
                <p14:cNvContentPartPr/>
                <p14:nvPr/>
              </p14:nvContentPartPr>
              <p14:xfrm>
                <a:off x="6504984" y="1753776"/>
                <a:ext cx="388440" cy="211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005589-6F70-07AD-8921-779B9FE5D44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86984" y="1736136"/>
                  <a:ext cx="424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A083FC-F1D6-207D-3F62-95F629C753AC}"/>
                    </a:ext>
                  </a:extLst>
                </p14:cNvPr>
                <p14:cNvContentPartPr/>
                <p14:nvPr/>
              </p14:nvContentPartPr>
              <p14:xfrm>
                <a:off x="7066944" y="1726056"/>
                <a:ext cx="216360" cy="222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A083FC-F1D6-207D-3F62-95F629C753A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49304" y="1708056"/>
                  <a:ext cx="2520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C4166F-29AA-AEC6-1542-AC7DCA23D6C0}"/>
                    </a:ext>
                  </a:extLst>
                </p14:cNvPr>
                <p14:cNvContentPartPr/>
                <p14:nvPr/>
              </p14:nvContentPartPr>
              <p14:xfrm>
                <a:off x="7377624" y="1826856"/>
                <a:ext cx="111960" cy="105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C4166F-29AA-AEC6-1542-AC7DCA23D6C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59984" y="1809216"/>
                  <a:ext cx="147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320163-EA9F-06E0-DC9D-6C00B1AB73A0}"/>
                    </a:ext>
                  </a:extLst>
                </p14:cNvPr>
                <p14:cNvContentPartPr/>
                <p14:nvPr/>
              </p14:nvContentPartPr>
              <p14:xfrm>
                <a:off x="7570944" y="1815336"/>
                <a:ext cx="245520" cy="121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320163-EA9F-06E0-DC9D-6C00B1AB73A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52944" y="1797336"/>
                  <a:ext cx="281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3520FD-46F8-7EDB-BF85-1C441DE14077}"/>
                    </a:ext>
                  </a:extLst>
                </p14:cNvPr>
                <p14:cNvContentPartPr/>
                <p14:nvPr/>
              </p14:nvContentPartPr>
              <p14:xfrm>
                <a:off x="7869384" y="1814256"/>
                <a:ext cx="163440" cy="81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3520FD-46F8-7EDB-BF85-1C441DE1407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51744" y="1796616"/>
                  <a:ext cx="199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C7E8A7-1698-2FB2-9CB6-F8B617E4DAC3}"/>
                    </a:ext>
                  </a:extLst>
                </p14:cNvPr>
                <p14:cNvContentPartPr/>
                <p14:nvPr/>
              </p14:nvContentPartPr>
              <p14:xfrm>
                <a:off x="6030144" y="2240136"/>
                <a:ext cx="263160" cy="11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C7E8A7-1698-2FB2-9CB6-F8B617E4DAC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012144" y="2222136"/>
                  <a:ext cx="2988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F7DC770-11CC-2C4C-7BBA-8D3B7A35EE14}"/>
                    </a:ext>
                  </a:extLst>
                </p14:cNvPr>
                <p14:cNvContentPartPr/>
                <p14:nvPr/>
              </p14:nvContentPartPr>
              <p14:xfrm>
                <a:off x="6571224" y="2206296"/>
                <a:ext cx="236160" cy="101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F7DC770-11CC-2C4C-7BBA-8D3B7A35EE1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53224" y="2188296"/>
                  <a:ext cx="271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7941AD-EFA0-9267-B6C7-8B0AD7067D0D}"/>
                    </a:ext>
                  </a:extLst>
                </p14:cNvPr>
                <p14:cNvContentPartPr/>
                <p14:nvPr/>
              </p14:nvContentPartPr>
              <p14:xfrm>
                <a:off x="6799824" y="2077416"/>
                <a:ext cx="194760" cy="213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7941AD-EFA0-9267-B6C7-8B0AD7067D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82184" y="2059776"/>
                  <a:ext cx="230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4DF03F-4BFE-D3F6-5D54-6F0C860F1BCA}"/>
                    </a:ext>
                  </a:extLst>
                </p14:cNvPr>
                <p14:cNvContentPartPr/>
                <p14:nvPr/>
              </p14:nvContentPartPr>
              <p14:xfrm>
                <a:off x="7062624" y="2179656"/>
                <a:ext cx="664920" cy="113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4DF03F-4BFE-D3F6-5D54-6F0C860F1BC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44984" y="2161656"/>
                  <a:ext cx="700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F4780C-27B3-2BE8-9C92-80D642A275AD}"/>
                    </a:ext>
                  </a:extLst>
                </p14:cNvPr>
                <p14:cNvContentPartPr/>
                <p14:nvPr/>
              </p14:nvContentPartPr>
              <p14:xfrm>
                <a:off x="5703264" y="1844496"/>
                <a:ext cx="15120" cy="105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F4780C-27B3-2BE8-9C92-80D642A275A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685264" y="1826496"/>
                  <a:ext cx="50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B6637A-BAEF-2870-8D62-72BF1BA93D05}"/>
                    </a:ext>
                  </a:extLst>
                </p14:cNvPr>
                <p14:cNvContentPartPr/>
                <p14:nvPr/>
              </p14:nvContentPartPr>
              <p14:xfrm>
                <a:off x="5574744" y="1768536"/>
                <a:ext cx="256320" cy="28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B6637A-BAEF-2870-8D62-72BF1BA93D0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557104" y="1750896"/>
                  <a:ext cx="291960" cy="31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6EFB915-2C75-4E77-CC9B-4BF25B880E50}"/>
                  </a:ext>
                </a:extLst>
              </p14:cNvPr>
              <p14:cNvContentPartPr/>
              <p14:nvPr/>
            </p14:nvContentPartPr>
            <p14:xfrm>
              <a:off x="2856744" y="5288976"/>
              <a:ext cx="33480" cy="5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6EFB915-2C75-4E77-CC9B-4BF25B880E5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38744" y="5270976"/>
                <a:ext cx="691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6D186930-726D-3A1B-1AC9-B52179668B7B}"/>
              </a:ext>
            </a:extLst>
          </p:cNvPr>
          <p:cNvGrpSpPr/>
          <p:nvPr/>
        </p:nvGrpSpPr>
        <p:grpSpPr>
          <a:xfrm>
            <a:off x="2588544" y="3805416"/>
            <a:ext cx="2340000" cy="2238840"/>
            <a:chOff x="2588544" y="3805416"/>
            <a:chExt cx="2340000" cy="22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19404F1-4830-8DF8-0F28-8F4C05465A7D}"/>
                    </a:ext>
                  </a:extLst>
                </p14:cNvPr>
                <p14:cNvContentPartPr/>
                <p14:nvPr/>
              </p14:nvContentPartPr>
              <p14:xfrm>
                <a:off x="3334464" y="3833136"/>
                <a:ext cx="15120" cy="583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19404F1-4830-8DF8-0F28-8F4C05465A7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316464" y="3815136"/>
                  <a:ext cx="507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1980A6-E0AD-ED18-989F-8ECEE9CDFBFE}"/>
                    </a:ext>
                  </a:extLst>
                </p14:cNvPr>
                <p14:cNvContentPartPr/>
                <p14:nvPr/>
              </p14:nvContentPartPr>
              <p14:xfrm>
                <a:off x="3275424" y="3805416"/>
                <a:ext cx="211320" cy="121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1980A6-E0AD-ED18-989F-8ECEE9CDFBF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57784" y="3787416"/>
                  <a:ext cx="246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F17ACD2-BF5C-4D49-84DB-8569373E43B5}"/>
                    </a:ext>
                  </a:extLst>
                </p14:cNvPr>
                <p14:cNvContentPartPr/>
                <p14:nvPr/>
              </p14:nvContentPartPr>
              <p14:xfrm>
                <a:off x="3055824" y="4554216"/>
                <a:ext cx="180360" cy="187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F17ACD2-BF5C-4D49-84DB-8569373E43B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037824" y="4536216"/>
                  <a:ext cx="216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F11F9E9-677D-6B37-6702-4B2655CB264E}"/>
                    </a:ext>
                  </a:extLst>
                </p14:cNvPr>
                <p14:cNvContentPartPr/>
                <p14:nvPr/>
              </p14:nvContentPartPr>
              <p14:xfrm>
                <a:off x="2911104" y="4454496"/>
                <a:ext cx="434520" cy="418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F11F9E9-677D-6B37-6702-4B2655CB264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893464" y="4436496"/>
                  <a:ext cx="4701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E099B3-B43A-EDD8-30C8-DD179450BFA6}"/>
                    </a:ext>
                  </a:extLst>
                </p14:cNvPr>
                <p14:cNvContentPartPr/>
                <p14:nvPr/>
              </p14:nvContentPartPr>
              <p14:xfrm>
                <a:off x="3414744" y="4444776"/>
                <a:ext cx="469080" cy="267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E099B3-B43A-EDD8-30C8-DD179450BFA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96744" y="4426776"/>
                  <a:ext cx="5047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4EFD100-59F0-232C-EB90-BF4383C6C29E}"/>
                    </a:ext>
                  </a:extLst>
                </p14:cNvPr>
                <p14:cNvContentPartPr/>
                <p14:nvPr/>
              </p14:nvContentPartPr>
              <p14:xfrm>
                <a:off x="3818664" y="4492656"/>
                <a:ext cx="23760" cy="22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EFD100-59F0-232C-EB90-BF4383C6C29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801024" y="4474656"/>
                  <a:ext cx="594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657564-AFB8-748B-8129-7D14DEDC3841}"/>
                    </a:ext>
                  </a:extLst>
                </p14:cNvPr>
                <p14:cNvContentPartPr/>
                <p14:nvPr/>
              </p14:nvContentPartPr>
              <p14:xfrm>
                <a:off x="3902184" y="4438296"/>
                <a:ext cx="297720" cy="262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657564-AFB8-748B-8129-7D14DEDC384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84184" y="4420656"/>
                  <a:ext cx="3333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2F46391-487F-5E73-6784-8D04C8CCC6CF}"/>
                    </a:ext>
                  </a:extLst>
                </p14:cNvPr>
                <p14:cNvContentPartPr/>
                <p14:nvPr/>
              </p14:nvContentPartPr>
              <p14:xfrm>
                <a:off x="2943504" y="4999176"/>
                <a:ext cx="299160" cy="9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2F46391-487F-5E73-6784-8D04C8CCC6C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25504" y="4981536"/>
                  <a:ext cx="334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83D4562-E232-DE50-853F-B0EC215929C4}"/>
                    </a:ext>
                  </a:extLst>
                </p14:cNvPr>
                <p14:cNvContentPartPr/>
                <p14:nvPr/>
              </p14:nvContentPartPr>
              <p14:xfrm>
                <a:off x="3363984" y="4891536"/>
                <a:ext cx="131040" cy="441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83D4562-E232-DE50-853F-B0EC215929C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46344" y="4873536"/>
                  <a:ext cx="1666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3661871-A5E4-1C45-D8E5-BBFA96688BA4}"/>
                    </a:ext>
                  </a:extLst>
                </p14:cNvPr>
                <p14:cNvContentPartPr/>
                <p14:nvPr/>
              </p14:nvContentPartPr>
              <p14:xfrm>
                <a:off x="3334104" y="5105016"/>
                <a:ext cx="139680" cy="65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3661871-A5E4-1C45-D8E5-BBFA96688B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316464" y="5087016"/>
                  <a:ext cx="1753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835C5A9-7355-BE2A-77DE-5F04508745BF}"/>
                    </a:ext>
                  </a:extLst>
                </p14:cNvPr>
                <p14:cNvContentPartPr/>
                <p14:nvPr/>
              </p14:nvContentPartPr>
              <p14:xfrm>
                <a:off x="3525984" y="5059656"/>
                <a:ext cx="90360" cy="86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835C5A9-7355-BE2A-77DE-5F04508745B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08344" y="5041656"/>
                  <a:ext cx="126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63ECF1-2345-28AE-50FE-EA975265BCD6}"/>
                    </a:ext>
                  </a:extLst>
                </p14:cNvPr>
                <p14:cNvContentPartPr/>
                <p14:nvPr/>
              </p14:nvContentPartPr>
              <p14:xfrm>
                <a:off x="3609864" y="5039136"/>
                <a:ext cx="150480" cy="101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63ECF1-2345-28AE-50FE-EA975265BCD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592224" y="5021136"/>
                  <a:ext cx="186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917584-BB44-2F07-AB39-41CB45153061}"/>
                    </a:ext>
                  </a:extLst>
                </p14:cNvPr>
                <p14:cNvContentPartPr/>
                <p14:nvPr/>
              </p14:nvContentPartPr>
              <p14:xfrm>
                <a:off x="3768984" y="5016096"/>
                <a:ext cx="271080" cy="137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917584-BB44-2F07-AB39-41CB4515306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50984" y="4998456"/>
                  <a:ext cx="306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7D40182-72AC-E524-968B-C7A0DC29F287}"/>
                    </a:ext>
                  </a:extLst>
                </p14:cNvPr>
                <p14:cNvContentPartPr/>
                <p14:nvPr/>
              </p14:nvContentPartPr>
              <p14:xfrm>
                <a:off x="4130784" y="4840056"/>
                <a:ext cx="277200" cy="276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7D40182-72AC-E524-968B-C7A0DC29F28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112784" y="4822416"/>
                  <a:ext cx="312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AF138C8-F858-2B0C-667C-7D8300F82E26}"/>
                    </a:ext>
                  </a:extLst>
                </p14:cNvPr>
                <p14:cNvContentPartPr/>
                <p14:nvPr/>
              </p14:nvContentPartPr>
              <p14:xfrm>
                <a:off x="4328784" y="4923576"/>
                <a:ext cx="274680" cy="63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AF138C8-F858-2B0C-667C-7D8300F82E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310784" y="4905936"/>
                  <a:ext cx="310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2C22DCB-7BBF-6180-A078-5E6451F943F3}"/>
                    </a:ext>
                  </a:extLst>
                </p14:cNvPr>
                <p14:cNvContentPartPr/>
                <p14:nvPr/>
              </p14:nvContentPartPr>
              <p14:xfrm>
                <a:off x="2588544" y="5482296"/>
                <a:ext cx="282240" cy="132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2C22DCB-7BBF-6180-A078-5E6451F943F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70544" y="5464656"/>
                  <a:ext cx="317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E54ECFC-8C00-6784-9334-9199268D6547}"/>
                    </a:ext>
                  </a:extLst>
                </p14:cNvPr>
                <p14:cNvContentPartPr/>
                <p14:nvPr/>
              </p14:nvContentPartPr>
              <p14:xfrm>
                <a:off x="2985264" y="5467896"/>
                <a:ext cx="154080" cy="168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E54ECFC-8C00-6784-9334-9199268D654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967264" y="5450256"/>
                  <a:ext cx="189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37F97A-EBC6-327A-6197-1C09F9F5061E}"/>
                    </a:ext>
                  </a:extLst>
                </p14:cNvPr>
                <p14:cNvContentPartPr/>
                <p14:nvPr/>
              </p14:nvContentPartPr>
              <p14:xfrm>
                <a:off x="3199824" y="5530176"/>
                <a:ext cx="140760" cy="81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37F97A-EBC6-327A-6197-1C09F9F5061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82184" y="5512536"/>
                  <a:ext cx="176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94ABC71-974B-B87C-AB25-6949B749F76F}"/>
                    </a:ext>
                  </a:extLst>
                </p14:cNvPr>
                <p14:cNvContentPartPr/>
                <p14:nvPr/>
              </p14:nvContentPartPr>
              <p14:xfrm>
                <a:off x="3356784" y="5499216"/>
                <a:ext cx="123120" cy="111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94ABC71-974B-B87C-AB25-6949B749F76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339144" y="5481576"/>
                  <a:ext cx="158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00A0DA-93AD-1EB5-D8D1-47264534537A}"/>
                    </a:ext>
                  </a:extLst>
                </p14:cNvPr>
                <p14:cNvContentPartPr/>
                <p14:nvPr/>
              </p14:nvContentPartPr>
              <p14:xfrm>
                <a:off x="3525984" y="5472576"/>
                <a:ext cx="94320" cy="149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00A0DA-93AD-1EB5-D8D1-47264534537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507984" y="5454936"/>
                  <a:ext cx="129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336FE1-B515-5ADA-FAF8-F171385FA98A}"/>
                    </a:ext>
                  </a:extLst>
                </p14:cNvPr>
                <p14:cNvContentPartPr/>
                <p14:nvPr/>
              </p14:nvContentPartPr>
              <p14:xfrm>
                <a:off x="3687624" y="5506056"/>
                <a:ext cx="181440" cy="122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336FE1-B515-5ADA-FAF8-F171385FA98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69624" y="5488056"/>
                  <a:ext cx="217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4B9AD31-64A0-93B9-A52D-3587D66E4C25}"/>
                    </a:ext>
                  </a:extLst>
                </p14:cNvPr>
                <p14:cNvContentPartPr/>
                <p14:nvPr/>
              </p14:nvContentPartPr>
              <p14:xfrm>
                <a:off x="3941064" y="5489856"/>
                <a:ext cx="78120" cy="122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4B9AD31-64A0-93B9-A52D-3587D66E4C2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923064" y="5471856"/>
                  <a:ext cx="113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A66AD10-95BE-9336-AE74-421A66B0857E}"/>
                    </a:ext>
                  </a:extLst>
                </p14:cNvPr>
                <p14:cNvContentPartPr/>
                <p14:nvPr/>
              </p14:nvContentPartPr>
              <p14:xfrm>
                <a:off x="3974184" y="5507136"/>
                <a:ext cx="285840" cy="300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A66AD10-95BE-9336-AE74-421A66B0857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56544" y="5489136"/>
                  <a:ext cx="3214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607FEB-0479-A6E2-AC93-FDA4AA380DDC}"/>
                    </a:ext>
                  </a:extLst>
                </p14:cNvPr>
                <p14:cNvContentPartPr/>
                <p14:nvPr/>
              </p14:nvContentPartPr>
              <p14:xfrm>
                <a:off x="2857464" y="5887296"/>
                <a:ext cx="270000" cy="156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607FEB-0479-A6E2-AC93-FDA4AA380DD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839824" y="5869296"/>
                  <a:ext cx="305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25CCD8-1053-89E8-1D1F-3BEE715D91C0}"/>
                    </a:ext>
                  </a:extLst>
                </p14:cNvPr>
                <p14:cNvContentPartPr/>
                <p14:nvPr/>
              </p14:nvContentPartPr>
              <p14:xfrm>
                <a:off x="3280104" y="5825376"/>
                <a:ext cx="123480" cy="177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25CCD8-1053-89E8-1D1F-3BEE715D91C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62464" y="5807736"/>
                  <a:ext cx="159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CFF0A6-2A70-5C5B-FA47-5CB70D9C26E3}"/>
                    </a:ext>
                  </a:extLst>
                </p14:cNvPr>
                <p14:cNvContentPartPr/>
                <p14:nvPr/>
              </p14:nvContentPartPr>
              <p14:xfrm>
                <a:off x="3443184" y="5777136"/>
                <a:ext cx="171000" cy="171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CFF0A6-2A70-5C5B-FA47-5CB70D9C26E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425184" y="5759136"/>
                  <a:ext cx="206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FF3860D-6064-CE0B-C688-6CF28632699A}"/>
                    </a:ext>
                  </a:extLst>
                </p14:cNvPr>
                <p14:cNvContentPartPr/>
                <p14:nvPr/>
              </p14:nvContentPartPr>
              <p14:xfrm>
                <a:off x="3247344" y="5994936"/>
                <a:ext cx="350640" cy="48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FF3860D-6064-CE0B-C688-6CF28632699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229704" y="5977296"/>
                  <a:ext cx="386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7F74D7-095F-2503-27CE-1077C8D13404}"/>
                    </a:ext>
                  </a:extLst>
                </p14:cNvPr>
                <p14:cNvContentPartPr/>
                <p14:nvPr/>
              </p14:nvContentPartPr>
              <p14:xfrm>
                <a:off x="2865384" y="5319576"/>
                <a:ext cx="424440" cy="11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7F74D7-095F-2503-27CE-1077C8D1340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847744" y="5301936"/>
                  <a:ext cx="460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322AE33-6DD4-B8E7-A46C-A63C9C9166F6}"/>
                    </a:ext>
                  </a:extLst>
                </p14:cNvPr>
                <p14:cNvContentPartPr/>
                <p14:nvPr/>
              </p14:nvContentPartPr>
              <p14:xfrm>
                <a:off x="3194424" y="5256576"/>
                <a:ext cx="168480" cy="133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322AE33-6DD4-B8E7-A46C-A63C9C9166F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176784" y="5238936"/>
                  <a:ext cx="204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3462843-FEF7-AAC6-EC3D-319BFE08B6E0}"/>
                    </a:ext>
                  </a:extLst>
                </p14:cNvPr>
                <p14:cNvContentPartPr/>
                <p14:nvPr/>
              </p14:nvContentPartPr>
              <p14:xfrm>
                <a:off x="3632544" y="5213376"/>
                <a:ext cx="237600" cy="168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3462843-FEF7-AAC6-EC3D-319BFE08B6E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14904" y="5195736"/>
                  <a:ext cx="273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EA6C3EE-F309-FC57-C7C3-A5513CAC4494}"/>
                    </a:ext>
                  </a:extLst>
                </p14:cNvPr>
                <p14:cNvContentPartPr/>
                <p14:nvPr/>
              </p14:nvContentPartPr>
              <p14:xfrm>
                <a:off x="3879864" y="5295096"/>
                <a:ext cx="189720" cy="76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EA6C3EE-F309-FC57-C7C3-A5513CAC449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861864" y="5277456"/>
                  <a:ext cx="225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CA55CF-C50A-1159-AD81-DC946F4B67D7}"/>
                    </a:ext>
                  </a:extLst>
                </p14:cNvPr>
                <p14:cNvContentPartPr/>
                <p14:nvPr/>
              </p14:nvContentPartPr>
              <p14:xfrm>
                <a:off x="4098744" y="5288256"/>
                <a:ext cx="154080" cy="110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CA55CF-C50A-1159-AD81-DC946F4B67D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080744" y="5270256"/>
                  <a:ext cx="189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1584E4B-B631-957C-968C-EA9DC0873176}"/>
                    </a:ext>
                  </a:extLst>
                </p14:cNvPr>
                <p14:cNvContentPartPr/>
                <p14:nvPr/>
              </p14:nvContentPartPr>
              <p14:xfrm>
                <a:off x="4286304" y="5168016"/>
                <a:ext cx="141480" cy="238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1584E4B-B631-957C-968C-EA9DC087317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68304" y="5150016"/>
                  <a:ext cx="177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032FA94-F705-CA34-DA0C-DA4F9BC2E13A}"/>
                    </a:ext>
                  </a:extLst>
                </p14:cNvPr>
                <p14:cNvContentPartPr/>
                <p14:nvPr/>
              </p14:nvContentPartPr>
              <p14:xfrm>
                <a:off x="4480704" y="5302296"/>
                <a:ext cx="108360" cy="91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032FA94-F705-CA34-DA0C-DA4F9BC2E13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462704" y="5284656"/>
                  <a:ext cx="14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3F28B08-C378-5D75-4D85-8DDE8BB7902E}"/>
                    </a:ext>
                  </a:extLst>
                </p14:cNvPr>
                <p14:cNvContentPartPr/>
                <p14:nvPr/>
              </p14:nvContentPartPr>
              <p14:xfrm>
                <a:off x="4605624" y="5235696"/>
                <a:ext cx="322920" cy="155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3F28B08-C378-5D75-4D85-8DDE8BB7902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587624" y="5217696"/>
                  <a:ext cx="358560" cy="19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8029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6EFC-43BD-49E2-BDB7-B10B1E48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048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1365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240</cp:revision>
  <dcterms:created xsi:type="dcterms:W3CDTF">2025-09-22T02:44:38Z</dcterms:created>
  <dcterms:modified xsi:type="dcterms:W3CDTF">2026-06-15T09:40:38Z</dcterms:modified>
</cp:coreProperties>
</file>