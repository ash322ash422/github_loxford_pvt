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6" r:id="rId2"/>
    <p:sldId id="294" r:id="rId3"/>
    <p:sldId id="295" r:id="rId4"/>
    <p:sldId id="296" r:id="rId5"/>
    <p:sldId id="29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4:47.8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5911 716 0 0,'0'0'5322'0'0,"14"-3"-5323"0"0,155-33-6 0 0,-38 11 22 0 0,237-81 1 0 0,-286 69 37 0 0,142-88 0 0 0,-82 43-7 0 0,7-6 186 0 0,217-166 0 0 0,103-150-68 0 0,-99 38-117 0 0,-147 142-49 0 0,91-100 58 0 0,-42-19 131 0 0,-88 103-109 0 0,-70 96-43 0 0,117-139-8 0 0,-171 217-49 0 0,3 3 0 0 0,86-68 0 0 0,130-63-11 0 0,-12 8 13 0 0,-109 60-8 0 0,-75 57-5 0 0,129-81 1 0 0,-86 66-8 0 0,-5-5 1 0 0,161-153-1 0 0,222-158-95 0 0,-84 127 22 0 0,-275 183 65 0 0,204-118 21 0 0,-305 176 19 0 0,-2-1 0 0 0,-1-3 1 0 0,-2-1-1 0 0,-2-2 0 0 0,43-57 0 0 0,-69 83-12 0 0,8-10 17 0 0,1 0-1 0 0,25-20 1 0 0,9-20 36 0 0,-52 62-49 0 0,3-8-3 0 0,-4 9 18 0 0,-1 0 0 0 0,0 0-1 0 0,0 0 1 0 0,0 0 0 0 0,0-1 0 0 0,0 1 0 0 0,0 0 0 0 0,1 0 0 0 0,-1 0 0 0 0,0 0 0 0 0,0-1 0 0 0,0 1 0 0 0,0 0-1 0 0,0 0 1 0 0,0 0 0 0 0,0-1 0 0 0,0 1 0 0 0,0 0 0 0 0,0 0 0 0 0,0 0 0 0 0,0 0 0 0 0,0-1 0 0 0,0 1-1 0 0,0 0 1 0 0,0 0 0 0 0,0 0 0 0 0,0-1 0 0 0,0 1 0 0 0,0 0 0 0 0,0 0 0 0 0,0 0 0 0 0,-1 0 0 0 0,1-1 0 0 0,0 1-1 0 0,0 0 1 0 0,0 0 0 0 0,0 0 0 0 0,0 0 0 0 0,0 0 0 0 0,-1-1 0 0 0,1 1 0 0 0,0 0 0 0 0,0 0 0 0 0,0 0-1 0 0,0 0 1 0 0,-1 0 0 0 0,1 0 0 0 0,0 0 0 0 0,0 0 0 0 0,0 0 0 0 0,0 0 0 0 0,-1 0 0 0 0,1-1 0 0 0,0 1 0 0 0,0 0-1 0 0,0 0 1 0 0,-1 0 0 0 0,1 0 0 0 0,0 1 0 0 0,0-1 0 0 0,0 0 0 0 0,-1 0 0 0 0,1 0 0 0 0,0 0 0 0 0,0 0-1 0 0,0 0 1 0 0,-1 0 0 0 0,-196 31 56 0 0,-151 27 108 0 0,325-53-93 0 0,30-8 7 0 0,27-4-41 0 0,172-17-22 0 0,-133 18-21 0 0,32-3 5 0 0,106-12-169 0 0,-208 21 143 0 0,2 4 3 0 0,-4-4 23 0 0,-1 0 0 0 0,1 0 1 0 0,-1 0-1 0 0,1 0 0 0 0,-1 1 1 0 0,1-1-1 0 0,-1 0 1 0 0,1 0-1 0 0,-1 1 0 0 0,1-1 1 0 0,-1 0-1 0 0,1 1 0 0 0,-1-1 1 0 0,1 1-1 0 0,-1-1 0 0 0,0 0 1 0 0,1 1-1 0 0,-1-1 0 0 0,0 1 1 0 0,1-1-1 0 0,-1 1 1 0 0,0-1-1 0 0,0 1 0 0 0,0-1 1 0 0,1 1-1 0 0,-1-1 0 0 0,0 1 1 0 0,0 0-1 0 0,0-1 0 0 0,0 1 1 0 0,0-1-1 0 0,0 1 1 0 0,0-1-1 0 0,0 2 0 0 0,-3 9-8 0 0,-1 0 0 0 0,0-1 0 0 0,-1 1 0 0 0,0-1 0 0 0,0 0 0 0 0,-1 0 0 0 0,-8 10 0 0 0,-58 66 71 0 0,37-47 0 0 0,-161 192 330 0 0,192-226-384 0 0,0 0 0 0 0,-1 0-1 0 0,1-1 1 0 0,-1 1 0 0 0,-9 5 0 0 0,-14 1-3270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4:48.6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89 5432 0 0,'5'-14'299'0'0,"0"0"0"0"0,1 0 0 0 0,10-16-1 0 0,-15 28-152 0 0,2-7 129 0 0,-3 9-272 0 0,0-1 1 0 0,0 1 0 0 0,0 0-1 0 0,0 0 1 0 0,0 0-1 0 0,0 0 1 0 0,0-1-1 0 0,0 1 1 0 0,0 0 0 0 0,0 0-1 0 0,0 0 1 0 0,0-1-1 0 0,0 1 1 0 0,0 0-1 0 0,1 0 1 0 0,-1 0 0 0 0,0 0-1 0 0,0 0 1 0 0,0-1-1 0 0,0 1 1 0 0,0 0 0 0 0,0 0-1 0 0,0 0 1 0 0,0 0-1 0 0,0 0 1 0 0,1 0-1 0 0,-1-1 1 0 0,0 1 0 0 0,0 0-1 0 0,0 0 1 0 0,0 0-1 0 0,0 0 1 0 0,1 0-1 0 0,-1 0 1 0 0,0 0 0 0 0,0 0-1 0 0,0 0 1 0 0,0 0-1 0 0,1 0 1 0 0,-1 0 0 0 0,0 0-1 0 0,0 0 1 0 0,0 0-1 0 0,0 0 1 0 0,1 0-1 0 0,-1 0 1 0 0,0 0 0 0 0,0 0-1 0 0,0 0 1 0 0,0 0-1 0 0,1 0 1 0 0,-1 0-1 0 0,0 0 1 0 0,0 0 0 0 0,0 0-1 0 0,0 0 1 0 0,1 1-1 0 0,5 17-5 0 0,-2 1-1 0 0,1-1 1 0 0,-2 1-1 0 0,-1 0 1 0 0,0 1-1 0 0,-1 27 0 0 0,1 8 1 0 0,-4 105 93 0 0,2-159-236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4:49.3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691 166 5192 0 0,'-24'-37'-860'0'0,"20"33"893"0"0,0-1 1 0 0,-1 1-1 0 0,1 1 0 0 0,-1-1 0 0 0,1 0 0 0 0,-1 1 0 0 0,0 0 0 0 0,-1 0 0 0 0,1 1 0 0 0,0 0 0 0 0,-1-1 0 0 0,1 2 0 0 0,-1-1 0 0 0,0 1 1 0 0,-7-1-1 0 0,4 1-10 0 0,0 1 1 0 0,0 1-1 0 0,0 0 1 0 0,0 0 0 0 0,1 1-1 0 0,-1 0 1 0 0,0 0 0 0 0,1 1-1 0 0,-16 7 1 0 0,-7 6 5 0 0,1 1 0 0 0,1 1 0 0 0,1 1 0 0 0,0 2 0 0 0,1 0 1 0 0,-35 39-1 0 0,28-23 3 0 0,2 0 0 0 0,2 2 0 0 0,-49 84 0 0 0,69-105-20 0 0,0 1 0 0 0,1 1 0 0 0,2-1-1 0 0,0 2 1 0 0,1-1 0 0 0,0 1-1 0 0,-3 39 1 0 0,8-51-8 0 0,0-1 0 0 0,1 0 0 0 0,1 0 0 0 0,-1 1-1 0 0,1-1 1 0 0,1 0 0 0 0,0 0 0 0 0,0 0 0 0 0,0 0 0 0 0,1 0 0 0 0,0 0 0 0 0,1-1 0 0 0,-1 1 0 0 0,2-1 0 0 0,-1 0-1 0 0,1 0 1 0 0,0 0 0 0 0,0-1 0 0 0,1 0 0 0 0,0 0 0 0 0,0 0 0 0 0,12 8 0 0 0,0-3 23 0 0,0-2 0 0 0,1 0 0 0 0,0-1-1 0 0,0-1 1 0 0,0 0 0 0 0,1-2 0 0 0,0 0 0 0 0,0-1 0 0 0,1-2 0 0 0,-1 0 0 0 0,32-1 0 0 0,-25-1 42 0 0,0-1 1 0 0,0-2-1 0 0,-1-1 1 0 0,1-1-1 0 0,-1-1 1 0 0,0-2 0 0 0,-1 0-1 0 0,35-17 1 0 0,-42 15-33 0 0,-1-1 1 0 0,1 0 0 0 0,-2-1 0 0 0,0-1-1 0 0,0-1 1 0 0,-1 0 0 0 0,-1-1 0 0 0,0 0-1 0 0,-1-2 1 0 0,-1 1 0 0 0,0-1 0 0 0,-2-1-1 0 0,0 0 1 0 0,-1-1 0 0 0,0 0 0 0 0,-2 0-1 0 0,7-25 1 0 0,-7 17 8 0 0,-2-1-1 0 0,0 1 1 0 0,-2-1-1 0 0,-1 0 1 0 0,-2 0-1 0 0,0 0 0 0 0,-2 0 1 0 0,-1 0-1 0 0,-1 0 1 0 0,-2 1-1 0 0,0 0 1 0 0,-13-31-1 0 0,14 46-21 0 0,0 0-1 0 0,-1 0 0 0 0,-1 0 1 0 0,0 1-1 0 0,0 0 0 0 0,-1 1 1 0 0,-1 0-1 0 0,0 0 0 0 0,0 1 1 0 0,-1 0-1 0 0,0 0 0 0 0,0 1 1 0 0,-1 0-1 0 0,0 1 0 0 0,-1 1 0 0 0,1-1 1 0 0,-1 2-1 0 0,0 0 0 0 0,-1 0 1 0 0,1 1-1 0 0,-26-4 0 0 0,-4 1-791 0 0,-1 2-1 0 0,0 2 0 0 0,1 1 0 0 0,-1 3 0 0 0,-62 9 1 0 0,85-8-1110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4:53.7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379 11366 4812 0 0,'0'0'1269'0'0,"-4"-2"-1135"0"0,-14-10 33 0 0,0 0 0 0 0,0-2 0 0 0,1 0 0 0 0,1 0 0 0 0,0-2 0 0 0,1 0 0 0 0,1 0 0 0 0,0-2 0 0 0,-15-26 0 0 0,5 0-46 0 0,3-2 0 0 0,1-1 1 0 0,3 0-1 0 0,1-2 0 0 0,3 0 1 0 0,-13-87-1 0 0,6-9 140 0 0,-16-149 475 0 0,31 227-583 0 0,4-1 0 0 0,9-93 0 0 0,7 50-87 0 0,5 1 0 0 0,63-199 0 0 0,-36 170-54 0 0,7 3 1 0 0,5 2-1 0 0,90-149 0 0 0,16-24 82 0 0,-91 162-63 0 0,414-797 20 0 0,-141 261 65 0 0,-121 233-18 0 0,334-541 87 0 0,-343 632-176 0 0,-30 48-2 0 0,259-413-11 0 0,-199 318 1 0 0,-82 147-42 0 0,300-363 1 0 0,242-94-61 0 0,-473 486 48 0 0,120-107-73 0 0,-256 259 64 0 0,3 4 1 0 0,3 5-1 0 0,217-103 0 0 0,-162 100-18 0 0,181-54 0 0 0,218-15-29 0 0,-267 73 107 0 0,53-3-12 0 0,-15 3 2 0 0,218-76-34 0 0,-465 120 56 0 0,-2-3 0 0 0,142-66 0 0 0,-202 82-15 0 0,-14 6 22 0 0,1 0 0 0 0,0 0-1 0 0,-1 0 1 0 0,0-1 0 0 0,0 0-1 0 0,0 0 1 0 0,0-1-1 0 0,-1 1 1 0 0,0-1 0 0 0,0 0-1 0 0,0-1 1 0 0,0 1 0 0 0,4-9-1 0 0,-8 12-25 0 0,-17-22-114 0 0,4 18 96 0 0,-1 0 0 0 0,0 1 0 0 0,0 0 1 0 0,-1 1-1 0 0,0 0 0 0 0,1 1 0 0 0,-1 1 0 0 0,0 0 0 0 0,0 1 0 0 0,-15 0 0 0 0,-33-4-55 0 0,59 4 80 0 0,-1 1 0 0 0,-13 0 4 0 0,13 0-5 0 0,-22-4 14 0 0,13 2-91 0 0,16 1-248 0 0,75 1 226 0 0,0 3 1 0 0,127 23-1 0 0,-204-26 103 0 0,0 0 0 0 0,-1 1 0 0 0,1-1 0 0 0,0 1 0 0 0,0-1 0 0 0,0 1 0 0 0,-1-1 0 0 0,1 1 0 0 0,0-1 0 0 0,-1 1 0 0 0,1-1 0 0 0,-1 1 0 0 0,1 0 0 0 0,0 0 0 0 0,-1-1-1 0 0,1 1 1 0 0,-1 0 0 0 0,0 0 0 0 0,1-1 0 0 0,-1 1 0 0 0,0 0 0 0 0,1 0 0 0 0,-1 0 0 0 0,0 0 0 0 0,0 0 0 0 0,0-1 0 0 0,0 1 0 0 0,0 0 0 0 0,0 0 0 0 0,0 0 0 0 0,0 0-1 0 0,0 0 1 0 0,0 0 0 0 0,0-1 0 0 0,0 1 0 0 0,-1 0 0 0 0,1 0 0 0 0,0 0 0 0 0,-1 0 0 0 0,1-1 0 0 0,-1 1 0 0 0,1 0 0 0 0,-1 0 0 0 0,0 0 0 0 0,-23 38-15 0 0,24-39 18 0 0,-162 195-17 0 0,153-184-54 0 0,2-2-346 0 0,0 0 0 0 0,0-1-1 0 0,-1 0 1 0 0,-15 13-1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4:54.6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70 129 6265 0 0,'-20'0'-343'0'0,"19"0"351"0"0,0 0 0 0 0,0 0 0 0 0,0 1-1 0 0,1-1 1 0 0,-1 0 0 0 0,0 0 0 0 0,0 0 0 0 0,1 0 0 0 0,-1-1 0 0 0,0 1 0 0 0,0 0 0 0 0,0 0 0 0 0,1 0-1 0 0,-1-1 1 0 0,0 1 0 0 0,0 0 0 0 0,1 0 0 0 0,-1-1 0 0 0,0 1 0 0 0,1-1 0 0 0,-1 1 0 0 0,0-1 0 0 0,1 1 0 0 0,-1-1-1 0 0,1 1 1 0 0,-1-1 0 0 0,1 0 0 0 0,-1 1 0 0 0,1-1 0 0 0,-1 0 0 0 0,1 1 0 0 0,0-1 0 0 0,-1 0 0 0 0,1 1-1 0 0,0-2 1 0 0,0 0-8 0 0,1 0 1 0 0,0 0-1 0 0,1 1 0 0 0,-1-1 0 0 0,0 0 0 0 0,0 1 0 0 0,1-1 0 0 0,-1 1 0 0 0,1-1 1 0 0,-1 1-1 0 0,1 0 0 0 0,0 0 0 0 0,1-1 0 0 0,66-35-118 0 0,-32 21 72 0 0,-24 9 7 0 0,0 1-1 0 0,1 0 1 0 0,0 1 0 0 0,0 1 0 0 0,0 0-1 0 0,0 1 1 0 0,21-2 0 0 0,-34 5 37 0 0,0 0 0 0 0,0 0 0 0 0,0 1 0 0 0,0-1 0 0 0,1 0 0 0 0,-1 1 0 0 0,0-1 0 0 0,0 1 0 0 0,0 0 0 0 0,0-1 0 0 0,0 1 0 0 0,0 0 0 0 0,0-1 0 0 0,0 1 0 0 0,0 0 0 0 0,-1 0 0 0 0,1 0 0 0 0,0 0 0 0 0,0 0 0 0 0,-1 0 1 0 0,1 0-1 0 0,-1 0 0 0 0,1 0 0 0 0,-1 0 0 0 0,1 0 0 0 0,-1 0 0 0 0,1 0 0 0 0,-1 0 0 0 0,0 1 0 0 0,0-1 0 0 0,0 0 0 0 0,0 0 0 0 0,0 0 0 0 0,0 1 0 0 0,0-1 0 0 0,0 0 0 0 0,0 0 0 0 0,0 0 0 0 0,-1 2 0 0 0,0 4 1 0 0,0-1 0 0 0,0 1 1 0 0,0-1-1 0 0,-1 0 0 0 0,0 0 0 0 0,-3 7 0 0 0,-10 13 11 0 0,-1 0-1 0 0,-1-1 1 0 0,-2-1 0 0 0,-29 31-1 0 0,-98 84-14 0 0,119-115-4 0 0,21-17 4 0 0,6-7 7 0 0,0 0-1 0 0,0 0 1 0 0,0 1-1 0 0,0-1 1 0 0,0 0 0 0 0,0 0-1 0 0,1 0 1 0 0,-1 1 0 0 0,0-1-1 0 0,0 0 1 0 0,0 0 0 0 0,0 0-1 0 0,0 0 1 0 0,0 0-1 0 0,0 1 1 0 0,1-1 0 0 0,-1 0-1 0 0,0 0 1 0 0,0 0 0 0 0,0 0-1 0 0,0 0 1 0 0,1 0 0 0 0,-1 0-1 0 0,0 1 1 0 0,0-1-1 0 0,0 0 1 0 0,0 0 0 0 0,1 0-1 0 0,-1 0 1 0 0,0 0 0 0 0,0 0-1 0 0,0 0 1 0 0,1 0-1 0 0,-1 0 1 0 0,0 0 0 0 0,0 0-1 0 0,0 0 1 0 0,0 0 0 0 0,1 0-1 0 0,-1 0 1 0 0,0 0 0 0 0,0-1-1 0 0,0 1 1 0 0,1 0-1 0 0,-1 0 1 0 0,0 0 0 0 0,0 0-1 0 0,0 0 1 0 0,0 0 0 0 0,0 0-1 0 0,1 0 1 0 0,-1-1 0 0 0,272-68 51 0 0,-107 25 84 0 0,-128 34-123 0 0,-35 9-112 0 0,-3-12-3033 0 0,-4-1 2251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4:55.4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887 87 3624 0 0,'-24'-26'-391'0'0,"7"20"426"0"0,-1 0 1 0 0,1 1-1 0 0,-1 1 1 0 0,0 1-1 0 0,0 1 0 0 0,0 0 1 0 0,0 1-1 0 0,0 1 1 0 0,0 1-1 0 0,-1 1 0 0 0,1 0 1 0 0,0 1-1 0 0,1 1 1 0 0,-1 1-1 0 0,1 0 0 0 0,-18 9 1 0 0,-4 2-2 0 0,0 3 0 0 0,1 1 1 0 0,1 1-1 0 0,2 3 0 0 0,-60 48 0 0 0,60-39-19 0 0,2 1 0 0 0,1 1 0 0 0,2 2 0 0 0,1 1 0 0 0,-23 42 0 0 0,45-69-13 0 0,0 0 0 0 0,1 1 0 0 0,1 0 0 0 0,0 0 0 0 0,1 0 0 0 0,0 1 0 0 0,1 0 0 0 0,0 0 0 0 0,1 0 0 0 0,0 0 1 0 0,1 0-1 0 0,1 16 0 0 0,1-19-1 0 0,1 0 1 0 0,0 0-1 0 0,0 0 1 0 0,1 0-1 0 0,0-1 1 0 0,0 1-1 0 0,1-1 1 0 0,1 0-1 0 0,0 0 1 0 0,0-1-1 0 0,0 1 1 0 0,1-1-1 0 0,1 0 1 0 0,-1 0-1 0 0,1-1 1 0 0,13 10-1 0 0,2 0 28 0 0,1-1 0 0 0,0-2-1 0 0,2 0 1 0 0,-1-2-1 0 0,2 0 1 0 0,-1-2-1 0 0,2-1 1 0 0,-1-1 0 0 0,1-1-1 0 0,0-1 1 0 0,49 3-1 0 0,-31-6 119 0 0,-1-1-1 0 0,0-3 1 0 0,0-1 0 0 0,1-3-1 0 0,-1-1 1 0 0,71-21-1 0 0,-92 20-90 0 0,-1 0-1 0 0,-1-2 1 0 0,1-1 0 0 0,-2-1-1 0 0,1 0 1 0 0,-2-2-1 0 0,1 0 1 0 0,-2-1-1 0 0,0-1 1 0 0,-1 0 0 0 0,0-2-1 0 0,-1 0 1 0 0,-1-1-1 0 0,-1 0 1 0 0,0-1 0 0 0,-2-1-1 0 0,0 0 1 0 0,-1-1-1 0 0,-1 0 1 0 0,-1 0 0 0 0,-1-1-1 0 0,0 0 1 0 0,6-41-1 0 0,-9 34 1 0 0,-2-1-1 0 0,-1 0 0 0 0,-2 0 1 0 0,-1 1-1 0 0,-1-1 0 0 0,-7-36 1 0 0,6 53-40 0 0,0-1-1 0 0,-1 2 1 0 0,0-1 0 0 0,-1 0 0 0 0,-1 1 0 0 0,0 0 0 0 0,0 0-1 0 0,-1 1 1 0 0,-1 0 0 0 0,0 0 0 0 0,0 0 0 0 0,-1 1 0 0 0,0 1-1 0 0,-1-1 1 0 0,0 1 0 0 0,-13-8 0 0 0,7 8-2 0 0,0 0 1 0 0,0 1-1 0 0,-1 1 0 0 0,1 1 0 0 0,-2 0 1 0 0,1 1-1 0 0,0 1 0 0 0,-1 1 0 0 0,-30-3 1 0 0,-11 4-249 0 0,-94 10 0 0 0,14-1-3735 0 0,135-7 2577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02.3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1494 235 4572 0 0,'13'-5'283'0'0,"-12"5"-253"0"0,-1 0 0 0 0,0 0-1 0 0,1 0 1 0 0,-1 0 0 0 0,0 0-1 0 0,0 0 1 0 0,1 0 0 0 0,-1 0 0 0 0,0 0-1 0 0,1-1 1 0 0,-1 1 0 0 0,0 0-1 0 0,0 0 1 0 0,1 0 0 0 0,-1 0 0 0 0,0 0-1 0 0,0 0 1 0 0,1-1 0 0 0,-1 1 0 0 0,0 0-1 0 0,0 0 1 0 0,0 0 0 0 0,1-1-1 0 0,-1 1 1 0 0,0 0 0 0 0,0 0 0 0 0,0 0-1 0 0,0-1 1 0 0,0 1 0 0 0,1 0-1 0 0,-1 0 1 0 0,0-1 0 0 0,0 1 0 0 0,0 0-1 0 0,0-1 1 0 0,0 1 0 0 0,0 0-1 0 0,0 0 1 0 0,0-1 0 0 0,0 1 0 0 0,0 0-1 0 0,0-1 1 0 0,0 1 0 0 0,0 0-1 0 0,0 0 1 0 0,0-1 0 0 0,-31-13 12 0 0,0 1 0 0 0,-1 2 0 0 0,-1 1 0 0 0,1 1 0 0 0,-1 2 1 0 0,-58-5-1 0 0,10 8-45 0 0,-139 12 0 0 0,132-1-30 0 0,-126 26 0 0 0,182-26 24 0 0,1 2 1 0 0,0 1-1 0 0,0 1 1 0 0,1 2 0 0 0,1 1-1 0 0,0 1 1 0 0,-37 27-1 0 0,36-21 5 0 0,1 1 0 0 0,1 2 0 0 0,2 1-1 0 0,0 1 1 0 0,1 1 0 0 0,2 1 0 0 0,1 1-1 0 0,1 2 1 0 0,2 0 0 0 0,-28 59 0 0 0,37-68-2 0 0,1 1 0 0 0,1-1 1 0 0,1 1-1 0 0,1 0 1 0 0,1 1-1 0 0,1-1 0 0 0,2 1 1 0 0,0 0-1 0 0,3 45 1 0 0,0-60 5 0 0,1 0 0 0 0,0-1 0 0 0,1 1 0 0 0,0-1 0 0 0,0 0 0 0 0,1 0 0 0 0,0 0 0 0 0,0 0-1 0 0,1-1 1 0 0,0 0 0 0 0,0 0 0 0 0,1 0 0 0 0,0 0 0 0 0,0-1 0 0 0,0 0 0 0 0,1 0 0 0 0,12 7 0 0 0,11 7 1 0 0,2-2-1 0 0,0-1 0 0 0,35 12 0 0 0,-28-12 0 0 0,50 17 13 0 0,1-3-1 0 0,1-5 1 0 0,149 24-1 0 0,387 37 29 0 0,-207-88-16 0 0,-338-1-4 0 0,240-37 13 0 0,-290 34-31 0 0,54-12 9 0 0,-1-3 0 0 0,0-4 1 0 0,93-39-1 0 0,-166 57 36 0 0,0 1 0 0 0,0-2 1 0 0,-1 0-1 0 0,1 0 0 0 0,-1-1 1 0 0,-1 0-1 0 0,0-1 0 0 0,0 0 0 0 0,0-1 1 0 0,-1 0-1 0 0,-1 0 0 0 0,0-1 0 0 0,0 0 1 0 0,-1-1-1 0 0,-1 0 0 0 0,0 0 0 0 0,5-13 1 0 0,-6 10-18 0 0,0 0 0 0 0,-1 0 1 0 0,-1-1-1 0 0,-1 0 1 0 0,0 0-1 0 0,-1 0 0 0 0,0 0 1 0 0,-1 0-1 0 0,-1 1 1 0 0,-1-1-1 0 0,0 0 0 0 0,-1 0 1 0 0,-1 1-1 0 0,-6-16 0 0 0,-1 3-28 0 0,-2 0 0 0 0,-1 1-1 0 0,-2 1 1 0 0,0 0-1 0 0,-2 1 1 0 0,0 1 0 0 0,-2 1-1 0 0,0 1 1 0 0,-2 0-1 0 0,0 2 1 0 0,-2 1-1 0 0,0 0 1 0 0,-49-28 0 0 0,9 12-19 0 0,-1 3 0 0 0,-1 3 1 0 0,-2 3-1 0 0,-121-30 0 0 0,-442-129 45 0 0,606 178-34 0 0,-62-17-108 0 0,-2 4-1 0 0,-1 4 0 0 0,0 4 0 0 0,-167 0 1 0 0,237 14-380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03.4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1012 846 4956 0 0,'0'0'-112'0'0,"-3"-3"-158"0"0,-189-155 498 0 0,-211-153 805 0 0,121 116 224 0 0,263 182-977 0 0,-24-22 314 0 0,42 34-545 0 0,-4-1-51 0 0,4 2-4 0 0,1 0 1 0 0,0-1 0 0 0,0 1 0 0 0,0 0 0 0 0,-1 0 0 0 0,1 0-1 0 0,0-1 1 0 0,-1 1 0 0 0,1 0 0 0 0,0 0 0 0 0,0 0 0 0 0,-1 0 0 0 0,1-1-1 0 0,0 1 1 0 0,-1 0 0 0 0,1 0 0 0 0,0 0 0 0 0,-1 0 0 0 0,1 0-1 0 0,0 0 1 0 0,-1 0 0 0 0,1 0 0 0 0,0 0 0 0 0,0 0 0 0 0,-1 0 0 0 0,1 0-1 0 0,0 0 1 0 0,-1 0 0 0 0,1 0 0 0 0,0 1 0 0 0,-1-1 0 0 0,1 0-1 0 0,0 0 1 0 0,-1 0 0 0 0,1 0 0 0 0,0 1 0 0 0,-1-1 0 0 0,-2 4-4 0 0,-1 0 0 0 0,1 0 1 0 0,0 0-1 0 0,0 0 0 0 0,1 1 0 0 0,-1-1 1 0 0,1 1-1 0 0,0 0 0 0 0,0 0 1 0 0,0 0-1 0 0,1-1 0 0 0,-2 10 1 0 0,-5 70-32 0 0,3-18 27 0 0,2-23 1037 0 0,3-41-377 0 0,-1-8-484 0 0,0-9-88 0 0,1 0 0 0 0,0 0 1 0 0,1 0-1 0 0,1 0 0 0 0,0 0 0 0 0,1 0 1 0 0,1 0-1 0 0,8-23 0 0 0,-4 18-52 0 0,0 1-1 0 0,1 0 1 0 0,1 0-1 0 0,1 0 0 0 0,25-32 1 0 0,-30 44-34 0 0,1 1 0 0 0,-1-1-1 0 0,1 1 1 0 0,0 1 0 0 0,1-1 0 0 0,-1 1 0 0 0,1 0-1 0 0,0 1 1 0 0,1 0 0 0 0,-1 0 0 0 0,16-4 0 0 0,-10 5-5 0 0,0 0 1 0 0,0 1-1 0 0,0 1 1 0 0,0 0 0 0 0,0 1-1 0 0,28 3 1 0 0,4 6-30 0 0,1 1-1 0 0,-1 3 1 0 0,67 28-1 0 0,-78-27 17 0 0,-19-8-376 0 0,22 8 465 0 0,-15-10-5245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04.9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616 122 5633 0 0,'1'-2'-41'0'0,"1"1"0"0"0,0 0 0 0 0,-1-1 0 0 0,1 1 1 0 0,-1-1-1 0 0,0 0 0 0 0,1 1 0 0 0,-1-1 1 0 0,0 0-1 0 0,0 0 0 0 0,0 0 0 0 0,0 0 0 0 0,-1 0 1 0 0,1 0-1 0 0,0 0 0 0 0,-1 0 0 0 0,1 0 0 0 0,-1 0 1 0 0,0 0-1 0 0,0 0 0 0 0,0 0 0 0 0,0-1 1 0 0,0 1-1 0 0,0 0 0 0 0,0 0 0 0 0,-1 0 0 0 0,1 0 1 0 0,-1 0-1 0 0,0 0 0 0 0,0 0 0 0 0,1 0 1 0 0,-1 0-1 0 0,0 0 0 0 0,0 0 0 0 0,-1 1 0 0 0,1-1 1 0 0,0 0-1 0 0,-1 1 0 0 0,1-1 0 0 0,-1 1 1 0 0,1-1-1 0 0,-1 1 0 0 0,-3-2 0 0 0,-1-2 19 0 0,-1 0 0 0 0,1 1 0 0 0,-1 0 0 0 0,0 0 0 0 0,0 1 0 0 0,0 0 0 0 0,-1 0-1 0 0,1 1 1 0 0,-1 0 0 0 0,0 0 0 0 0,-7-1 0 0 0,-3 3 2 0 0,1 1 0 0 0,-1 1 1 0 0,1 1-1 0 0,-1 0 0 0 0,1 1 0 0 0,0 0 0 0 0,0 2 0 0 0,1 0 1 0 0,0 1-1 0 0,0 1 0 0 0,0 0 0 0 0,1 1 0 0 0,0 0 0 0 0,1 2 1 0 0,-23 20-1 0 0,8-4 14 0 0,2 0-1 0 0,1 2 1 0 0,2 0 0 0 0,0 2 0 0 0,3 1 0 0 0,-24 43-1 0 0,39-63 4 0 0,0 0 0 0 0,1 0 0 0 0,0 1 0 0 0,1 0-1 0 0,0 0 1 0 0,1 0 0 0 0,1 0 0 0 0,0 1 0 0 0,1-1-1 0 0,0 1 1 0 0,1-1 0 0 0,3 26 0 0 0,-1-29 3 0 0,0-1 0 0 0,1 1 0 0 0,0-1 1 0 0,0 1-1 0 0,1-1 0 0 0,1 0 0 0 0,-1-1 1 0 0,1 1-1 0 0,1-1 0 0 0,-1 0 0 0 0,1 0 0 0 0,1-1 1 0 0,0 1-1 0 0,0-2 0 0 0,0 1 0 0 0,1-1 1 0 0,0 0-1 0 0,11 7 0 0 0,2-2 24 0 0,-1 0-1 0 0,2-1 1 0 0,0-2 0 0 0,0 0 0 0 0,28 6 0 0 0,-41-12 26 0 0,1 0 0 0 0,0 0 0 0 0,0-1 0 0 0,0 0 0 0 0,0 0 0 0 0,0-2 1 0 0,0 1-1 0 0,0-1 0 0 0,0 0 0 0 0,-1-1 0 0 0,1 0 0 0 0,0-1 0 0 0,-1 0 1 0 0,18-8-1 0 0,-24 9-27 0 0,0 0 1 0 0,1 0-1 0 0,-1 0 1 0 0,0 0-1 0 0,0 0 1 0 0,0-1-1 0 0,0 0 1 0 0,-1 1 0 0 0,1-1-1 0 0,-1 0 1 0 0,1 0-1 0 0,-1 0 1 0 0,0-1-1 0 0,0 1 1 0 0,-1 0-1 0 0,1-1 1 0 0,-1 1-1 0 0,1-1 1 0 0,-1 0-1 0 0,0 1 1 0 0,-1-1-1 0 0,1 0 1 0 0,0 0 0 0 0,-1 0-1 0 0,0 1 1 0 0,0-1-1 0 0,0 0 1 0 0,-1 0-1 0 0,1 0 1 0 0,-1 1-1 0 0,0-1 1 0 0,0 0-1 0 0,-2-5 1 0 0,0 3-10 0 0,-1-1 0 0 0,1 1 0 0 0,-1 0 0 0 0,-1 0 0 0 0,1 0 0 0 0,-1 1 0 0 0,0 0 0 0 0,0 0 0 0 0,0 0 0 0 0,-1 0 0 0 0,1 1 0 0 0,-1 0 0 0 0,0 0 0 0 0,-1 0 0 0 0,1 1 0 0 0,-1 0 0 0 0,-7-2 0 0 0,-63-24-77 0 0,75 28 38 0 0,5-1-23 0 0,0 0 43 0 0,-1 0 1 0 0,1 0-1 0 0,0 1 0 0 0,0-1 1 0 0,0 1-1 0 0,0 0 1 0 0,0 0-1 0 0,1 0 0 0 0,4-1 1 0 0,226-35-78 0 0,-231 37 62 0 0,28 6-92 0 0,-24 13 87 0 0,0-1-1 0 0,0 1 0 0 0,-2 0 0 0 0,-1 0 0 0 0,3 21 0 0 0,9 35 18 0 0,14 80 44 0 0,-30-154-159 0 0,0 0 91 0 0,0-1 1 0 0,0 0-1 0 0,0 1 1 0 0,0-1 0 0 0,0 0-1 0 0,0 1 1 0 0,0-1-1 0 0,0 0 1 0 0,0 1 0 0 0,0-1-1 0 0,0 0 1 0 0,0 0-1 0 0,0 1 1 0 0,0-1 0 0 0,0 0-1 0 0,0 1 1 0 0,1-1-1 0 0,-1 0 1 0 0,0 1 0 0 0,0-1-1 0 0,0 0 1 0 0,0 0-1 0 0,1 1 1 0 0,-1-1 0 0 0,0 0-1 0 0,0 0 1 0 0,0 1-1 0 0,1-1 1 0 0,-1 0 0 0 0,0 0-1 0 0,0 1 1 0 0,1-1-1 0 0,-1 0 1 0 0,0 0 0 0 0,1 0-1 0 0,-1 0 1 0 0,0 0-1 0 0,1 0 1 0 0,-1 0 0 0 0,0 1-1 0 0,1-1 1 0 0,-1 0-1 0 0,0 0 1 0 0,1 0 0 0 0,-1 0-1 0 0,0 0 1 0 0,1 0 0 0 0,-1 0-1 0 0,0-1 1 0 0,0 1-1 0 0,1 0 1 0 0,-1 0 0 0 0,0 0-1 0 0,1 0 1 0 0,-1 0-1 0 0,0 0 1 0 0,1-1 0 0 0,-1 1-1 0 0,0 0 1 0 0,0 0-1 0 0,1 0 1 0 0,-1-1 0 0 0,34-28-611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05.7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18 598 3148 0 0,'5'0'-154'0'0,"5"-1"119"0"0,-1-1-1 0 0,1 1 1 0 0,0-2-1 0 0,-1 1 1 0 0,0-1-1 0 0,1-1 1 0 0,-1 1-1 0 0,0-2 1 0 0,-1 1-1 0 0,1-1 1 0 0,10-8-1 0 0,-8 4 151 0 0,0 1-1 0 0,0-1 1 0 0,-1-1-1 0 0,0 0 1 0 0,-1 0-1 0 0,0-1 1 0 0,14-22-1 0 0,-22 32-94 0 0,-1-1-1 0 0,1 1 0 0 0,0 0 1 0 0,-1-1-1 0 0,1 1 1 0 0,-1 0-1 0 0,1-1 0 0 0,-1 1 1 0 0,0-1-1 0 0,0 1 0 0 0,0-1 1 0 0,1 1-1 0 0,-1-1 0 0 0,-1 1 1 0 0,1-1-1 0 0,0 1 1 0 0,0-1-1 0 0,0 1 0 0 0,-1-1 1 0 0,1 1-1 0 0,-1-1 0 0 0,1 1 1 0 0,-1 0-1 0 0,0-1 0 0 0,1 1 1 0 0,-1 0-1 0 0,0 0 1 0 0,0-1-1 0 0,0 1 0 0 0,0 0 1 0 0,-2-2-1 0 0,0 1-5 0 0,1 1 0 0 0,-1-1 0 0 0,1 1 0 0 0,-1-1 0 0 0,0 1 0 0 0,0 0 0 0 0,0 0 0 0 0,0 0 0 0 0,0 1-1 0 0,0-1 1 0 0,0 1 0 0 0,0-1 0 0 0,0 1 0 0 0,0 0 0 0 0,0 0 0 0 0,0 0 0 0 0,-4 2 0 0 0,-5 0-2 0 0,-1 2 0 0 0,1-1-1 0 0,0 2 1 0 0,0-1 0 0 0,1 2-1 0 0,-1 0 1 0 0,-14 10 0 0 0,21-13-11 0 0,0 0 0 0 0,1 0 0 0 0,-1 1 0 0 0,1-1 0 0 0,0 1 0 0 0,0 0 0 0 0,0 1 0 0 0,1-1 0 0 0,-1 1 0 0 0,1-1-1 0 0,0 1 1 0 0,0 0 0 0 0,1 0 0 0 0,0 0 0 0 0,0 0 0 0 0,0 1 0 0 0,0-1 0 0 0,1 1 0 0 0,0-1 0 0 0,-1 6 0 0 0,3-7 1 0 0,-1-1-1 0 0,1 1 1 0 0,0-1 0 0 0,1 1-1 0 0,-1-1 1 0 0,0 0 0 0 0,1 0-1 0 0,0 0 1 0 0,0 0 0 0 0,0 0-1 0 0,0 0 1 0 0,0 0-1 0 0,1-1 1 0 0,-1 1 0 0 0,1-1-1 0 0,-1 0 1 0 0,1 0 0 0 0,0 0-1 0 0,0 0 1 0 0,0 0 0 0 0,0 0-1 0 0,6 2 1 0 0,7 3 0 0 0,0-1 1 0 0,0 0 0 0 0,20 4-1 0 0,-6-2 34 0 0,0-2 0 0 0,0-1 0 0 0,1-1 0 0 0,0-2 0 0 0,0-1 0 0 0,0-1-1 0 0,0-2 1 0 0,34-6 0 0 0,-55 6 1 0 0,0 0 1 0 0,0 0-1 0 0,0-1 0 0 0,-1-1 0 0 0,0 0 0 0 0,1 0 1 0 0,-1 0-1 0 0,-1-2 0 0 0,1 1 0 0 0,-1-1 0 0 0,0 0 0 0 0,0 0 1 0 0,-1-1-1 0 0,0 0 0 0 0,0-1 0 0 0,0 1 0 0 0,-1-1 1 0 0,0 0-1 0 0,-1-1 0 0 0,0 0 0 0 0,0 0 0 0 0,-1 0 0 0 0,0 0 1 0 0,0 0-1 0 0,-1-1 0 0 0,-1 0 0 0 0,1 0 0 0 0,0-15 1 0 0,0-25 90 0 0,-1-1 1 0 0,-4 1 0 0 0,-13-97 0 0 0,5 70 256 0 0,0 12-289 0 0,10 63-133 0 0,-7 25-126 0 0,0 27 163 0 0,3-1 1 0 0,2 1-1 0 0,6 72 1 0 0,-4-109 8 0 0,2 0 0 0 0,0 0 0 0 0,0 0 0 0 0,1 0 0 0 0,1 0 0 0 0,0-1 0 0 0,0 1 0 0 0,2-1 0 0 0,-1 0 0 0 0,1-1 0 0 0,14 19 0 0 0,-16-24-5 0 0,1-1 0 0 0,1 1 0 0 0,-1-1 0 0 0,1-1 0 0 0,0 1 0 0 0,0-1 0 0 0,0 0 0 0 0,0 0 0 0 0,1-1 0 0 0,0 0 0 0 0,0 0 0 0 0,-1 0 0 0 0,2-1 0 0 0,-1 0 0 0 0,0-1 0 0 0,0 1 0 0 0,1-1 0 0 0,-1-1 0 0 0,0 0 0 0 0,1 0 0 0 0,-1 0 0 0 0,10-2 0 0 0,22-4-518 0 0,-1-1 0 0 0,0-2 0 0 0,0-2-1 0 0,-1-1 1 0 0,0-2 0 0 0,37-20 0 0 0,-37 14-948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06.1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95 4384 0 0,'-26'4'-409'0'0,"13"-2"170"0"0,15-3 92 0 0,255-52 82 0 0,-56 14-477 0 0,-190 36-765 0 0,-1-1 704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06.8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329 14 2232 0 0,'0'0'132'0'0,"-4"-2"-91"0"0,-2 0-19 0 0,1 0 0 0 0,-1 0 1 0 0,0 0-1 0 0,1 1 0 0 0,-1 0 0 0 0,0 0 0 0 0,0 0 1 0 0,0 1-1 0 0,0 0 0 0 0,0 0 0 0 0,0 1 1 0 0,0-1-1 0 0,0 1 0 0 0,0 1 0 0 0,1-1 0 0 0,-1 1 1 0 0,0 0-1 0 0,1 0 0 0 0,-1 1 0 0 0,-9 5 1 0 0,15-7-22 0 0,-1 0 0 0 0,1 0 1 0 0,-1 0-1 0 0,1-1 1 0 0,-1 1-1 0 0,1 0 0 0 0,0 0 1 0 0,-1 0-1 0 0,1 0 1 0 0,0 0-1 0 0,0 0 0 0 0,0 0 1 0 0,-1 0-1 0 0,1 0 1 0 0,0 0-1 0 0,0 0 0 0 0,1 0 1 0 0,-1 0-1 0 0,0 0 1 0 0,0-1-1 0 0,0 1 0 0 0,1 0 1 0 0,-1 0-1 0 0,0 0 1 0 0,1 0-1 0 0,-1 0 0 0 0,1 0 1 0 0,-1 0-1 0 0,1-1 1 0 0,-1 1-1 0 0,1 0 0 0 0,0-1 1 0 0,-1 1-1 0 0,1 0 0 0 0,0-1 1 0 0,0 1-1 0 0,-1 0 1 0 0,1-1-1 0 0,1 1 0 0 0,30 26 11 0 0,118 61-44 0 0,-2-1 43 0 0,-147-87-4 0 0,0 1 1 0 0,0-1-1 0 0,-1 0 1 0 0,1 1-1 0 0,0 0 1 0 0,0-1-1 0 0,0 1 1 0 0,-1 0 0 0 0,1-1-1 0 0,0 1 1 0 0,-1 0-1 0 0,1 0 1 0 0,-1-1-1 0 0,1 1 1 0 0,-1 0-1 0 0,1 0 1 0 0,-1 0-1 0 0,1 0 1 0 0,-1 0 0 0 0,0 0-1 0 0,1 0 1 0 0,-1 0-1 0 0,0 0 1 0 0,0 0-1 0 0,0 0 1 0 0,0 0-1 0 0,0 0 1 0 0,0 0-1 0 0,0 0 1 0 0,0-1 0 0 0,0 1-1 0 0,-1 0 1 0 0,1 2-1 0 0,-2-1 6 0 0,0 1-1 0 0,0-1 1 0 0,0 0-1 0 0,0 1 0 0 0,0-1 1 0 0,0 0-1 0 0,-1 0 1 0 0,1-1-1 0 0,-1 1 1 0 0,1 0-1 0 0,-5 1 0 0 0,-14 7 37 0 0,-1-1-1 0 0,-28 8 1 0 0,40-14-24 0 0,-38 12 69 0 0,-2-1 0 0 0,0-3 0 0 0,0-3 0 0 0,-93 6 0 0 0,140-14-167 0 0,0 0 0 0 0,0 1-1 0 0,0-1 1 0 0,-1-1 0 0 0,1 1-1 0 0,0 0 1 0 0,0-1 0 0 0,0 1-1 0 0,0-1 1 0 0,0 0 0 0 0,0 0-1 0 0,0 0 1 0 0,1 0 0 0 0,-1-1-1 0 0,0 1 1 0 0,1-1 0 0 0,-1 0-1 0 0,1 0 1 0 0,-1 0 0 0 0,1 0-1 0 0,0 0 1 0 0,-2-2 0 0 0,0-6-349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07.9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53 2704 0 0,'0'0'-162'0'0,"4"-2"-30"0"0,5-4 192 0 0,1 0 0 0 0,0 1 0 0 0,1 0 0 0 0,-1 1 1 0 0,1 0-1 0 0,0 0 0 0 0,0 2 0 0 0,0-1 0 0 0,21-1 1 0 0,110-2-7 0 0,-141 6 6 0 0,9-1-1 0 0,0 1 1 0 0,0 0 0 0 0,0 1-1 0 0,1 0 1 0 0,-1 1 0 0 0,0 0-1 0 0,-1 0 1 0 0,18 7 0 0 0,-27-9 1 0 0,1 1 1 0 0,-1-1 0 0 0,1 0-1 0 0,-1 1 1 0 0,1-1-1 0 0,-1 1 1 0 0,1-1 0 0 0,-1 1-1 0 0,1-1 1 0 0,-1 1 0 0 0,0-1-1 0 0,1 1 1 0 0,-1-1-1 0 0,0 1 1 0 0,1-1 0 0 0,-1 1-1 0 0,0-1 1 0 0,0 1-1 0 0,0 0 1 0 0,1-1 0 0 0,-1 1-1 0 0,0 0 1 0 0,0-1-1 0 0,0 1 1 0 0,0-1 0 0 0,0 1-1 0 0,0 0 1 0 0,0-1-1 0 0,0 1 1 0 0,-1 0 0 0 0,1-1-1 0 0,0 2 1 0 0,-17 22 21 0 0,-27 10 12 0 0,-12-1 5 0 0,-1-4 0 0 0,-2-2 0 0 0,-64 21 0 0 0,113-45-39 0 0,8-2 23 0 0,9-1-27 0 0,54-1 23 0 0,-16 0-19 0 0,0 1-1 0 0,68 10 1 0 0,-96-7-5 0 0,-5-2 6 0 0,-1 1 1 0 0,1 0 0 0 0,0 1-1 0 0,-1 0 1 0 0,0 1 0 0 0,0 0-1 0 0,0 1 1 0 0,0 0 0 0 0,10 7-1 0 0,-21-11 4 0 0,1 0-1 0 0,-1-1 1 0 0,1 1 0 0 0,0-1-1 0 0,-1 1 1 0 0,1 0-1 0 0,-1 0 1 0 0,0-1-1 0 0,1 1 1 0 0,-1 0 0 0 0,1 0-1 0 0,-1-1 1 0 0,0 1-1 0 0,0 0 1 0 0,0 0 0 0 0,1 0-1 0 0,-1-1 1 0 0,0 1-1 0 0,0 0 1 0 0,0 0-1 0 0,0 0 1 0 0,0 0 0 0 0,0 0-1 0 0,-1-1 1 0 0,1 1-1 0 0,0 0 1 0 0,0 0 0 0 0,-1 0-1 0 0,1-1 1 0 0,0 1-1 0 0,-1 0 1 0 0,1 0-1 0 0,-1-1 1 0 0,1 1 0 0 0,-1 0-1 0 0,1-1 1 0 0,-1 1-1 0 0,1 0 1 0 0,-1-1 0 0 0,0 1-1 0 0,1-1 1 0 0,-1 1-1 0 0,0-1 1 0 0,1 1-1 0 0,-1-1 1 0 0,-1 1 0 0 0,-35 21 258 0 0,36-22-260 0 0,-39 16 209 0 0,-2-2-1 0 0,0-2 1 0 0,0-2 0 0 0,-1-1-1 0 0,-54 2 1 0 0,83-9-149 0 0,8 0-32 0 0,-1-1 1 0 0,1 0-1 0 0,0-1 0 0 0,-1 0 1 0 0,1 0-1 0 0,-1 0 1 0 0,1-1-1 0 0,0 0 1 0 0,-9-2-1 0 0,14 3-76 0 0,1-1-1 0 0,-1 1 1 0 0,1 0 0 0 0,-1-1-1 0 0,1 1 1 0 0,0-1-1 0 0,-1 1 1 0 0,1-1 0 0 0,0 1-1 0 0,0-1 1 0 0,-1 0-1 0 0,1 1 1 0 0,0-1-1 0 0,0 1 1 0 0,0-1 0 0 0,0 1-1 0 0,0-1 1 0 0,0 0-1 0 0,0 1 1 0 0,0-1 0 0 0,0 1-1 0 0,0-1 1 0 0,0 0-1 0 0,0 1 1 0 0,0-1 0 0 0,0 1-1 0 0,0-1 1 0 0,1 0-1 0 0,-1 1 1 0 0,0-1 0 0 0,0 1-1 0 0,1-1 1 0 0,-1 1-1 0 0,0-1 1 0 0,1 1 0 0 0,0-1-1 0 0,11-17-999 0 0,-12 18 1086 0 0,14-17-416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08.5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684 43 2796 0 0,'-10'-6'-6'0'0,"1"1"0"0"0,-1 0-1 0 0,0 0 1 0 0,0 1 0 0 0,-1 0-1 0 0,1 0 1 0 0,-1 1 0 0 0,0 1 0 0 0,0 0-1 0 0,0 1 1 0 0,0 0 0 0 0,-12 0-1 0 0,5 2 22 0 0,0 1-1 0 0,1 0 0 0 0,-1 2 0 0 0,1 0 0 0 0,-1 0 1 0 0,-32 15-1 0 0,18-3 39 0 0,1 1 1 0 0,0 1-1 0 0,1 2 0 0 0,1 0 1 0 0,1 3-1 0 0,1 0 1 0 0,-25 28-1 0 0,39-36-24 0 0,0 0 0 0 0,0 1-1 0 0,2 0 1 0 0,0 1 0 0 0,0 1 0 0 0,2-1 0 0 0,0 1-1 0 0,2 1 1 0 0,-7 22 0 0 0,11-33-20 0 0,1 1-1 0 0,1-1 1 0 0,0 0 0 0 0,0 1-1 0 0,0-1 1 0 0,1 1-1 0 0,0-1 1 0 0,1 0 0 0 0,0 1-1 0 0,0-1 1 0 0,1 0 0 0 0,0 1-1 0 0,1-1 1 0 0,0 0 0 0 0,0-1-1 0 0,0 1 1 0 0,1 0 0 0 0,0-1-1 0 0,1 0 1 0 0,-1 0-1 0 0,1 0 1 0 0,1-1 0 0 0,-1 1-1 0 0,9 6 1 0 0,10 6 6 0 0,0-1-1 0 0,0-1 1 0 0,2-2-1 0 0,0 0 1 0 0,1-2-1 0 0,0-1 1 0 0,1-1-1 0 0,0-1 1 0 0,1-2-1 0 0,44 8 1 0 0,-5-6 26 0 0,0-3 1 0 0,0-2-1 0 0,102-8 0 0 0,-134 1 28 0 0,0-2-1 0 0,0-2 1 0 0,-1-1-1 0 0,0-1 1 0 0,0-2-1 0 0,-1-2 1 0 0,0-1-1 0 0,50-28 1 0 0,-68 32-15 0 0,-1-1 1 0 0,0 0 0 0 0,-1-2-1 0 0,-1 1 1 0 0,0-2 0 0 0,0 0-1 0 0,-1 0 1 0 0,13-20 0 0 0,-18 22-18 0 0,0-2 1 0 0,0 1-1 0 0,-2-1 1 0 0,1 0-1 0 0,-1 0 1 0 0,-1 0 0 0 0,-1-1-1 0 0,0 0 1 0 0,0 0-1 0 0,-2 1 1 0 0,1-25-1 0 0,-2 24-14 0 0,-1 0 1 0 0,-1 0-1 0 0,0 0 0 0 0,-1 1 0 0 0,-1-1 1 0 0,0 1-1 0 0,0 0 0 0 0,-2 0 0 0 0,1 0 1 0 0,-2 1-1 0 0,0 0 0 0 0,0 0 0 0 0,-1 1 0 0 0,0 0 1 0 0,-1 0-1 0 0,0 0 0 0 0,-22-17 0 0 0,18 18-13 0 0,0 0 0 0 0,-1 0 0 0 0,0 2-1 0 0,0-1 1 0 0,-1 2 0 0 0,0 0-1 0 0,0 1 1 0 0,-1 0 0 0 0,0 2 0 0 0,0-1-1 0 0,0 2 1 0 0,-1 0 0 0 0,1 1 0 0 0,-28 1-1 0 0,10 2 4 0 0,1 2-1 0 0,0 2 1 0 0,1 1-1 0 0,-36 11 0 0 0,48-11-167 0 0,1 1 0 0 0,0 1-1 0 0,0 1 1 0 0,1 0 0 0 0,0 1-1 0 0,1 1 1 0 0,-29 24-1 0 0,43-33-53 0 0,2-1 123 0 0,1-1-1 0 0,-1 1 1 0 0,0-1 0 0 0,0 1 0 0 0,1-1-1 0 0,-1 1 1 0 0,1-1 0 0 0,-1 1 0 0 0,0 0-1 0 0,1-1 1 0 0,-1 1 0 0 0,1 0 0 0 0,0 0-1 0 0,-1-1 1 0 0,1 1 0 0 0,-1 0 0 0 0,1 0-1 0 0,0 0 1 0 0,0-1 0 0 0,-1 1 0 0 0,1 0-1 0 0,0 0 1 0 0,0 1 0 0 0,2 8-791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09.9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146 348 3660 0 0,'-4'-6'68'0'0,"1"0"0"0"0,0-1 0 0 0,0 1 0 0 0,0-1 0 0 0,1 1 0 0 0,0-1 0 0 0,-1-8 0 0 0,-1-3 647 0 0,3 17-560 0 0,1 1-146 0 0,0-1 0 0 0,0 1-1 0 0,0 0 1 0 0,0 0-1 0 0,0 0 1 0 0,0 0-1 0 0,0 0 1 0 0,0-1-1 0 0,0 1 1 0 0,0 0-1 0 0,-1 0 1 0 0,1 0-1 0 0,0 0 1 0 0,0 0 0 0 0,0 0-1 0 0,0 0 1 0 0,0-1-1 0 0,0 1 1 0 0,0 0-1 0 0,-1 0 1 0 0,1 0-1 0 0,0 0 1 0 0,0 0-1 0 0,0 0 1 0 0,0 0-1 0 0,0 0 1 0 0,-1 0 0 0 0,1 0-1 0 0,0 0 1 0 0,0 0-1 0 0,0 0 1 0 0,0 0-1 0 0,0 0 1 0 0,-1 0-1 0 0,1 0 1 0 0,0 0-1 0 0,0 0 1 0 0,0 0-1 0 0,0 0 1 0 0,0 0 0 0 0,-1 0-1 0 0,1 0 1 0 0,0 0-1 0 0,0 0 1 0 0,0 0-1 0 0,0 0 1 0 0,0 1-1 0 0,0-1 1 0 0,-1 0-1 0 0,1 0 1 0 0,0 0-1 0 0,0 0 1 0 0,0 0 0 0 0,0 0-1 0 0,0 0 1 0 0,0 1-1 0 0,0-1 1 0 0,0 0-1 0 0,0 0 1 0 0,0 0-1 0 0,-1 0 1 0 0,1 0-1 0 0,0 1 1 0 0,0-1-1 0 0,0 0 1 0 0,0 0 0 0 0,0 0-1 0 0,-11 20 106 0 0,-7 29-112 0 0,-56 388 264 0 0,66-384 432 0 0,8-52-82 0 0,2-6-454 0 0,87-305 664 0 0,-8 24-656 0 0,-59 212-146 0 0,-17 51-48 0 0,1 1-1 0 0,1 1 0 0 0,16-34 0 0 0,-14 32-132 0 0,-4 13-123 0 0,5 25 199 0 0,-4-3 58 0 0,-1 1 1 0 0,-1 0-1 0 0,0 1 0 0 0,4 26 1 0 0,7 23 2 0 0,6 1 29 0 0,2 8 0 0 0,3 0 1 0 0,48 90 0 0 0,-26-69 288 0 0,-47-92-200 0 0,1-6-1178 0 0,12-52-2545 0 0,-8 40 1969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10.2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7 140 4944 0 0,'0'0'-11'0'0,"-1"-1"-95"0"0,1 1 103 0 0,0 0 0 0 0,-1 0 0 0 0,1 0 0 0 0,0-1 0 0 0,-1 1 0 0 0,1 0 0 0 0,0 0 0 0 0,-1-1 0 0 0,1 1 0 0 0,0 0 0 0 0,-1-1 0 0 0,1 1 0 0 0,0 0 0 0 0,0-1 0 0 0,0 1 0 0 0,-1 0 0 0 0,1-1 0 0 0,0 1 0 0 0,0-1-1 0 0,0 1 1 0 0,0 0 0 0 0,0-1 0 0 0,0 1 0 0 0,0-1 0 0 0,0 1 0 0 0,0 0 0 0 0,0-1 0 0 0,0 1 0 0 0,0-1 0 0 0,0 1 0 0 0,0-1 0 0 0,0 1 0 0 0,0 0 0 0 0,0-1 0 0 0,0 1 0 0 0,1 0 0 0 0,-1-1 0 0 0,0 1 0 0 0,0-1 0 0 0,1 1 0 0 0,-1 0-1 0 0,0-1 1 0 0,29-14-27 0 0,-1 1-1 0 0,2 1 1 0 0,-1 1-1 0 0,41-9 1 0 0,64-26 4 0 0,-123 45 223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10.6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148 1 3084 0 0,'0'0'263'0'0,"0"0"-247"0"0,0 0 0 0 0,1 0 0 0 0,-1 0 0 0 0,0 0 0 0 0,0 0 0 0 0,0 0 0 0 0,1 0 0 0 0,-1 0-1 0 0,0 0 1 0 0,0-1 0 0 0,1 1 0 0 0,-1 0 0 0 0,0 0 0 0 0,0 0 0 0 0,0 0 0 0 0,1 1 0 0 0,-1-1 0 0 0,0 0 0 0 0,0 0 0 0 0,1 0 0 0 0,-1 0 0 0 0,0 0 0 0 0,0 0 0 0 0,0 0-1 0 0,1 0 1 0 0,-1 0 0 0 0,0 0 0 0 0,0 1 0 0 0,0-1 0 0 0,0 0 0 0 0,1 0 0 0 0,-1 0 0 0 0,0 0 0 0 0,0 1 0 0 0,0-1 0 0 0,0 0 0 0 0,0 0 0 0 0,1 0 0 0 0,-1 0 0 0 0,0 1 0 0 0,0-1-1 0 0,0 0 1 0 0,0 0 0 0 0,0 1 0 0 0,0-1 0 0 0,0 0 0 0 0,0 0 0 0 0,0 0 0 0 0,0 1 0 0 0,0-1 0 0 0,0 0 0 0 0,0 0 0 0 0,0 1 0 0 0,0-1 0 0 0,-38 35 124 0 0,18-17-95 0 0,0 2 0 0 0,-18 21 0 0 0,34-35-44 0 0,-1-1 0 0 0,1 1 0 0 0,1 0 1 0 0,-1 0-1 0 0,1 0 0 0 0,0 1 0 0 0,0-1 0 0 0,1 1 0 0 0,0 0 0 0 0,0-1 0 0 0,1 1 0 0 0,-1 0 0 0 0,1 9 0 0 0,1-13 0 0 0,0 0-1 0 0,1 0 1 0 0,-1 0-1 0 0,1 0 0 0 0,-1 0 1 0 0,1 0-1 0 0,0-1 1 0 0,0 1-1 0 0,1 0 0 0 0,-1-1 1 0 0,0 1-1 0 0,1 0 0 0 0,0-1 1 0 0,-1 0-1 0 0,1 1 1 0 0,0-1-1 0 0,4 3 0 0 0,-1-1 13 0 0,0 1-1 0 0,1-2 0 0 0,0 1 0 0 0,0-1 1 0 0,0 0-1 0 0,0 0 0 0 0,11 3 0 0 0,-7-3-24 0 0,1 0-1 0 0,-1-1 0 0 0,1 0 1 0 0,0 0-1 0 0,0-2 0 0 0,0 1 1 0 0,-1-1-1 0 0,1-1 0 0 0,20-3 0 0 0,-23 2-357 0 0,0-1-1 0 0,0 0 1 0 0,0-1-1 0 0,0 0 1 0 0,9-6 0 0 0,-1-3-44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11.0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18 121 3108 0 0,'2'-121'2818'0'0,"-19"161"-2757"0"0,14 25-2 0 0,10 124 1 0 0,-2-118-15 0 0,-5 92 1 0 0,0-46-704 0 0,22-135-1629 0 0,-8 6 891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11.2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21 124 4684 0 0,'-14'4'146'0'0,"8"-2"-51"0"0,9-5 208 0 0,50-20-437 0 0,2 2 0 0 0,1 2 0 0 0,90-17 1 0 0,-74 19-1229 0 0,-47 11 396 0 0,-1 1 457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11.5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1 3316 0 0,'0'0'217'0'0,"-7"28"758"0"0,3-14-951 0 0,0 1-1 0 0,1 1 0 0 0,0-1 1 0 0,2 0-1 0 0,0 1 0 0 0,0-1 0 0 0,1 1 1 0 0,1-1-1 0 0,1 1 0 0 0,0-1 1 0 0,1 0-1 0 0,1 1 0 0 0,8 21 0 0 0,-10-33-319 0 0,0 0 0 0 0,0 0 0 0 0,0 0 0 0 0,1-1 0 0 0,0 1 0 0 0,0-1 0 0 0,0 1 0 0 0,6 5 0 0 0,-3-6-18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11.7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26 3544 0 0,'-13'-10'687'0'0,"-2"0"405"0"0,7 5-3487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12.2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0 4044 0 0,'-19'21'205'0'0,"11"-6"35"0"0,8-14-249 0 0,1 15-23 0 0,9 5 34 0 0,6 12-12 0 0,34 56 0 0 0,-43-78 19 0 0,2-1 0 0 0,-1 1-1 0 0,1-2 1 0 0,1 1 0 0 0,-1-1 0 0 0,2-1-1 0 0,-1 1 1 0 0,20 10 0 0 0,-5-5 225 0 0,0-1 0 0 0,1-1 0 0 0,1-1 1 0 0,0-1-1 0 0,28 6 0 0 0,-53-16 91 0 0,1 0-268 0 0,-1-1-1 0 0,0 0 0 0 0,1 0 1 0 0,-1 0-1 0 0,0 0 1 0 0,0 0-1 0 0,1 0 0 0 0,-1 0 1 0 0,0-1-1 0 0,0 0 0 0 0,0 1 1 0 0,-1-1-1 0 0,4-3 1 0 0,7-20 173 0 0,0-1 0 0 0,-2 0 0 0 0,-1-1 0 0 0,-1 0 0 0 0,8-48 0 0 0,-1 6-129 0 0,-14 54-491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14.1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228 585 4768 0 0,'0'0'-146'0'0,"-5"-23"-57"0"0,2 20 234 0 0,-1 0-1 0 0,1 0 1 0 0,-1 0 0 0 0,0 1-1 0 0,0-1 1 0 0,0 1-1 0 0,0 0 1 0 0,-1 0 0 0 0,1 1-1 0 0,-1-1 1 0 0,1 1-1 0 0,-1 0 1 0 0,1 0 0 0 0,-1 1-1 0 0,0-1 1 0 0,1 1 0 0 0,-1 0-1 0 0,0 0 1 0 0,1 1-1 0 0,-1 0 1 0 0,1-1 0 0 0,-1 1-1 0 0,-4 2 1 0 0,1 0-24 0 0,1 0 0 0 0,0 1 0 0 0,0 0 0 0 0,0 0 0 0 0,0 0 0 0 0,1 1 0 0 0,-1 0 0 0 0,1 0 0 0 0,0 1 0 0 0,1-1 0 0 0,0 2 0 0 0,-1-1 0 0 0,-3 7 0 0 0,6-8-2 0 0,0-1-1 0 0,1 1 0 0 0,0-1 0 0 0,0 1 0 0 0,0 0 0 0 0,0 0 0 0 0,1 0 0 0 0,0 0 0 0 0,0 0 0 0 0,0 0 0 0 0,0 6 0 0 0,1-9-2 0 0,0 0 0 0 0,0 0 0 0 0,1 0-1 0 0,-1 0 1 0 0,1-1 0 0 0,-1 1 0 0 0,1 0 0 0 0,0 0-1 0 0,-1 0 1 0 0,1-1 0 0 0,0 1 0 0 0,0 0-1 0 0,0-1 1 0 0,1 1 0 0 0,-1-1 0 0 0,0 0 0 0 0,0 1-1 0 0,1-1 1 0 0,-1 0 0 0 0,1 1 0 0 0,-1-1 0 0 0,1 0-1 0 0,0 0 1 0 0,-1 0 0 0 0,1-1 0 0 0,0 1 0 0 0,0 0-1 0 0,-1-1 1 0 0,1 1 0 0 0,0-1 0 0 0,0 1 0 0 0,0-1-1 0 0,0 0 1 0 0,0 0 0 0 0,2 0 0 0 0,4 0 5 0 0,1 0 1 0 0,-1 0 0 0 0,0-1-1 0 0,0 0 1 0 0,0-1-1 0 0,0 1 1 0 0,-1-1-1 0 0,1-1 1 0 0,0 0 0 0 0,-1 0-1 0 0,0 0 1 0 0,1-1-1 0 0,8-6 1 0 0,-2 0 57 0 0,0-1 0 0 0,-1 0 1 0 0,-1-1-1 0 0,1 0 0 0 0,15-22 0 0 0,20-24 823 0 0,-46 56-700 0 0,-3 6-183 0 0,1 0 0 0 0,-1-1-1 0 0,0 1 1 0 0,0 0-1 0 0,0-1 1 0 0,0 1 0 0 0,-4 6-1 0 0,3-7-4 0 0,1-1 1 0 0,-1 1-1 0 0,1 0 0 0 0,0 0 1 0 0,0-1-1 0 0,0 1 0 0 0,0 0 1 0 0,1 0-1 0 0,-1 0 0 0 0,1 0 1 0 0,0 0-1 0 0,0 0 0 0 0,0 0 0 0 0,0 0 1 0 0,0 0-1 0 0,0 0 0 0 0,1 0 1 0 0,1 5-1 0 0,2-1 0 0 0,0 0 0 0 0,0-1 0 0 0,1 1 1 0 0,0-1-1 0 0,0 0 0 0 0,0-1 0 0 0,1 1 0 0 0,0-1 0 0 0,0 0 1 0 0,0-1-1 0 0,0 1 0 0 0,1-1 0 0 0,0 0 0 0 0,0-1 0 0 0,14 5 0 0 0,12 4 13 0 0,0-2 0 0 0,41 7-1 0 0,-58-13-7 0 0,-3-1 6 0 0,-1-1 0 0 0,1 0 0 0 0,0-1 1 0 0,0 0-1 0 0,0-1 0 0 0,0-1 0 0 0,0 0 1 0 0,0 0-1 0 0,0-1 0 0 0,0-1 0 0 0,20-7 1 0 0,-27 7-4 0 0,1 0 0 0 0,-1 0 0 0 0,0-1 1 0 0,0 0-1 0 0,0 0 0 0 0,0-1 1 0 0,-1 1-1 0 0,0-1 0 0 0,0-1 0 0 0,0 1 1 0 0,-1-1-1 0 0,0 1 0 0 0,0-1 1 0 0,0-1-1 0 0,-1 1 0 0 0,1 0 0 0 0,-2-1 1 0 0,1 1-1 0 0,-1-1 0 0 0,0 0 0 0 0,0 0 1 0 0,1-12-1 0 0,2-21 5 0 0,-2 0 0 0 0,-2 0 0 0 0,-4-56 0 0 0,-25-121 21 0 0,13 121 78 0 0,15 95-108 0 0,-7-39-203 0 0,2 41 20 0 0,-2 17 143 0 0,2 7 27 0 0,0 1 0 0 0,2 0 0 0 0,1 0 1 0 0,1 43-1 0 0,1-47 14 0 0,0 10 0 0 0,1 0-1 0 0,1 0 0 0 0,2-1 0 0 0,1 1 0 0 0,2-1 1 0 0,18 55-1 0 0,-20-75 3 0 0,0 0 0 0 0,0 0 0 0 0,1 0 0 0 0,0-1 0 0 0,1 0 1 0 0,0 0-1 0 0,1 0 0 0 0,0-1 0 0 0,1-1 0 0 0,0 1 0 0 0,0-1 0 0 0,0-1 0 0 0,1 0 0 0 0,0 0 1 0 0,1-1-1 0 0,-1 0 0 0 0,1-1 0 0 0,1 0 0 0 0,-1 0 0 0 0,0-2 0 0 0,14 4 0 0 0,-12-5 8 0 0,0 0-1 0 0,0-1 1 0 0,1 0-1 0 0,-1-1 1 0 0,0 0-1 0 0,0-1 0 0 0,1-1 1 0 0,-1 0-1 0 0,0 0 1 0 0,0-2-1 0 0,-1 0 1 0 0,1 0-1 0 0,-1-1 1 0 0,18-9-1 0 0,-22 9-5 0 0,-1 1 1 0 0,0-1 0 0 0,0 0-1 0 0,0-1 1 0 0,0 0-1 0 0,-1 0 1 0 0,0 0-1 0 0,0-1 1 0 0,0 1-1 0 0,-1-1 1 0 0,0-1-1 0 0,-1 1 1 0 0,0-1-1 0 0,0 0 1 0 0,0 0-1 0 0,-1 0 1 0 0,0 0-1 0 0,-1-1 1 0 0,0 1-1 0 0,0-1 1 0 0,-1 0-1 0 0,1-16 1 0 0,-2 23-13 0 0,0-1 0 0 0,1 0-1 0 0,-2 0 1 0 0,1 1 0 0 0,0-1 0 0 0,0 0 0 0 0,-1 1 0 0 0,1-1 0 0 0,-1 1 0 0 0,0-1 0 0 0,0 0 0 0 0,0 1-1 0 0,0 0 1 0 0,0-1 0 0 0,-1 1 0 0 0,1 0 0 0 0,-1-1 0 0 0,0 1 0 0 0,1 0 0 0 0,-1 0 0 0 0,0 0 0 0 0,0 1 0 0 0,0-1-1 0 0,0 0 1 0 0,-1 1 0 0 0,1-1 0 0 0,-5-1 0 0 0,4 2-4 0 0,-1 1 1 0 0,1-1-1 0 0,-1 1 1 0 0,1 0-1 0 0,-1 0 0 0 0,1 0 1 0 0,-1 1-1 0 0,1-1 1 0 0,-1 1-1 0 0,1 0 0 0 0,0 0 1 0 0,-1 0-1 0 0,1 0 1 0 0,0 1-1 0 0,0-1 0 0 0,0 1 1 0 0,0 0-1 0 0,0 0 1 0 0,0 0-1 0 0,0 0 0 0 0,-4 5 1 0 0,3-4 3 0 0,0 1 0 0 0,0 0 0 0 0,1 0 0 0 0,-1 0 1 0 0,1 1-1 0 0,0-1 0 0 0,0 1 0 0 0,0 0 0 0 0,1 0 1 0 0,0 0-1 0 0,-1 0 0 0 0,2 0 0 0 0,-1 0 0 0 0,1 1 1 0 0,0-1-1 0 0,0 0 0 0 0,0 1 0 0 0,1-1 0 0 0,-1 1 1 0 0,1-1-1 0 0,1 1 0 0 0,-1-1 0 0 0,1 1 0 0 0,0-1 1 0 0,0 0-1 0 0,1 1 0 0 0,0-1 0 0 0,0 0 0 0 0,0 0 1 0 0,0 0-1 0 0,1 0 0 0 0,-1 0 0 0 0,1-1 0 0 0,1 1 1 0 0,-1-1-1 0 0,1 0 0 0 0,-1 0 0 0 0,1 0 0 0 0,0 0 1 0 0,1-1-1 0 0,-1 1 0 0 0,1-1 0 0 0,-1 0 0 0 0,1-1 1 0 0,0 1-1 0 0,0-1 0 0 0,0 0 0 0 0,6 2 0 0 0,8 1 9 0 0,1-1 1 0 0,-1-1-1 0 0,1 0 0 0 0,0-2 0 0 0,0 0 0 0 0,0-1 0 0 0,0-1 0 0 0,0-1 0 0 0,0-1 0 0 0,-1 0 0 0 0,23-8 0 0 0,26-11 22 0 0,116-54 0 0 0,-65 23-22 0 0,-114 52-15 0 0,48-24-53 0 0,-53 25 62 0 0,0 0 0 0 0,0 0-1 0 0,-1 0 1 0 0,1 0-1 0 0,0 0 1 0 0,0 0-1 0 0,0 0 1 0 0,0 0 0 0 0,0 0-1 0 0,-1 0 1 0 0,1-1-1 0 0,0 1 1 0 0,0 0 0 0 0,0 0-1 0 0,0 0 1 0 0,0 0-1 0 0,-1 0 1 0 0,1 0 0 0 0,0 0-1 0 0,0 0 1 0 0,0 0-1 0 0,0-1 1 0 0,0 1 0 0 0,0 0-1 0 0,0 0 1 0 0,0 0-1 0 0,-1 0 1 0 0,1 0 0 0 0,0-1-1 0 0,0 1 1 0 0,0 0-1 0 0,0 0 1 0 0,0 0-1 0 0,0 0 1 0 0,0 0 0 0 0,0-1-1 0 0,0 1 1 0 0,0 0-1 0 0,0 0 1 0 0,0 0 0 0 0,0 0-1 0 0,0-1 1 0 0,0 1-1 0 0,0 0 1 0 0,0 0 0 0 0,0 0-1 0 0,0 0 1 0 0,0 0-1 0 0,0-1 1 0 0,1 1 0 0 0,-1 0-1 0 0,0 0 1 0 0,0 0-1 0 0,0 0 1 0 0,0 0 0 0 0,0 0-1 0 0,0-1 1 0 0,0 1-1 0 0,1 0 1 0 0,-1 0 0 0 0,0 0-1 0 0,0 0 1 0 0,0 0-1 0 0,0 0 1 0 0,0 0-1 0 0,1 0 1 0 0,-16-3 0 0 0,12 3-3 0 0,-2-1-8 0 0,-2 3-2 0 0,-11 2 4 0 0,0 1 0 0 0,0 2 1 0 0,0-1-1 0 0,1 2 0 0 0,0 0 1 0 0,-28 19-1 0 0,38-23 2 0 0,1 0 0 0 0,-1 1-1 0 0,1 0 1 0 0,0 0 0 0 0,0 0-1 0 0,1 1 1 0 0,0-1 0 0 0,0 1-1 0 0,0 1 1 0 0,1-1 0 0 0,0 1-1 0 0,0-1 1 0 0,0 1 0 0 0,1 0 0 0 0,0 1-1 0 0,0-1 1 0 0,1 0 0 0 0,0 1-1 0 0,0 0 1 0 0,0 7 0 0 0,3-11 5 0 0,-1-1 0 0 0,1 1 0 0 0,0-1 0 0 0,1 1 0 0 0,-1-1 0 0 0,0 0 1 0 0,1 1-1 0 0,0-1 0 0 0,0 0 0 0 0,0 0 0 0 0,0 0 0 0 0,0-1 0 0 0,0 1 0 0 0,1 0 1 0 0,0-1-1 0 0,-1 0 0 0 0,1 1 0 0 0,0-1 0 0 0,0 0 0 0 0,0-1 0 0 0,0 1 0 0 0,0 0 1 0 0,1-1-1 0 0,3 2 0 0 0,8 3 2 0 0,-1-1 1 0 0,1 0-1 0 0,1-1 1 0 0,16 2-1 0 0,-17-3 22 0 0,1-1 1 0 0,0-1-1 0 0,-1 0 0 0 0,1-1 0 0 0,-1-1 1 0 0,1 0-1 0 0,21-5 0 0 0,-32 5-9 0 0,0-1-1 0 0,0 0 0 0 0,0 0 1 0 0,-1 0-1 0 0,1 0 0 0 0,-1-1 1 0 0,0 0-1 0 0,0 0 0 0 0,0 0 1 0 0,0 0-1 0 0,0-1 0 0 0,-1 0 1 0 0,1 1-1 0 0,-1-1 0 0 0,0-1 1 0 0,0 1-1 0 0,-1 0 0 0 0,1-1 1 0 0,-1 1-1 0 0,0-1 0 0 0,0 0 1 0 0,0 1-1 0 0,-1-1 0 0 0,0 0 1 0 0,0 0-1 0 0,1-10 0 0 0,1-34 15 0 0,-2 0-1 0 0,-2 0 0 0 0,-3 0 1 0 0,-11-58-1 0 0,6 39-17 0 0,-42-228 228 0 0,46 281-359 0 0,-3 17 15 0 0,-10 29 40 0 0,10 0 57 0 0,1 0 0 0 0,2 1 0 0 0,0 0 0 0 0,3 0 0 0 0,0 0 0 0 0,2 0 0 0 0,9 63 0 0 0,-7-79-65 0 0,0-1 0 0 0,1 1 1 0 0,1-1-1 0 0,1 0 0 0 0,0 0 1 0 0,1-1-1 0 0,0 0 0 0 0,1 0 1 0 0,1 0-1 0 0,0-1 1 0 0,1 0-1 0 0,0 0 0 0 0,1-1 1 0 0,1-1-1 0 0,0 1 0 0 0,0-2 1 0 0,1 1-1 0 0,0-2 0 0 0,1 0 1 0 0,0 0-1 0 0,1-1 0 0 0,-1-1 1 0 0,1 0-1 0 0,1-1 0 0 0,0 0 1 0 0,-1-1-1 0 0,1-1 0 0 0,1 0 1 0 0,-1-2-1 0 0,1 1 0 0 0,-1-2 1 0 0,20 0-1 0 0,2-2-1562 0 0,-4-3-23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5:14.4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154 79 4740 0 0,'-151'3'-460'0'0,"149"-3"434"0"0,12-3-60 0 0,368-51-104 0 0,-219 34-2105 0 0,-125 15 1688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8:39.7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1637 17 2800 0 0,'0'0'994'0'0,"0"-1"-907"0"0,0 1 0 0 0,0-1 0 0 0,0 1 0 0 0,0-1 0 0 0,0 1 0 0 0,0-1 0 0 0,0 1 0 0 0,0-1 0 0 0,0 1 0 0 0,0-1 0 0 0,0 0 0 0 0,0 1 0 0 0,0-1 0 0 0,0 1 0 0 0,0-1 0 0 0,-1 1 0 0 0,1-1 0 0 0,0 1 0 0 0,0-1 0 0 0,-1 1 0 0 0,1-1 0 0 0,0 1 0 0 0,-1 0 0 0 0,1-1 0 0 0,0 1 0 0 0,-1-1 0 0 0,1 1 0 0 0,-1 0 0 0 0,1-1 0 0 0,-1 1 0 0 0,1 0 0 0 0,-1-1 0 0 0,1 1 0 0 0,-1 0 0 0 0,1 0 0 0 0,-1 0 0 0 0,1-1 0 0 0,-1 1 0 0 0,1 0 0 0 0,-1 0 0 0 0,1 0 0 0 0,-2 0 0 0 0,-337 179 86 0 0,263-136-138 0 0,-150 84 55 0 0,-4-11 0 0 0,-250 87-1 0 0,425-182-57 0 0,33-11 124 0 0,-2-2-1 0 0,1 0 1 0 0,-28 5 0 0 0,48-13 4 0 0,2 0-145 0 0,1 0-1 0 0,-1 0 0 0 0,0 0 0 0 0,0-1 0 0 0,1 1 0 0 0,-1 0 0 0 0,0 0 0 0 0,0-1 0 0 0,1 1 0 0 0,-1-1 0 0 0,0 1 0 0 0,1 0 1 0 0,-1-1-1 0 0,0 1 0 0 0,1-1 0 0 0,-1 0 0 0 0,1 1 0 0 0,-1-1 0 0 0,1 1 0 0 0,-1-1 0 0 0,1 0 0 0 0,-1 1 0 0 0,1-2 1 0 0,3-9 12 0 0,2 1 1 0 0,-1 0 0 0 0,1 0 0 0 0,1 0 0 0 0,0 1 0 0 0,0-1 0 0 0,1 1 0 0 0,12-12 0 0 0,72-67 42 0 0,-83 80-55 0 0,58-53-38 0 0,-66 60-11 0 0,-5 7-46 0 0,-99 85 53 0 0,57-52-35 0 0,2 3-1 0 0,-56 63 1 0 0,101-104 61 0 0,0-1 0 0 0,-1 1 0 0 0,1-1 0 0 0,0 0 0 0 0,-1 1 0 0 0,1-1 0 0 0,0 1 0 0 0,-1-1 0 0 0,1 1-1 0 0,0-1 1 0 0,0 1 0 0 0,0-1 0 0 0,0 1 0 0 0,-1-1 0 0 0,1 1 0 0 0,0-1 0 0 0,0 1 0 0 0,0-1 0 0 0,0 1 0 0 0,0-1 0 0 0,0 1 0 0 0,0-1 0 0 0,0 1 0 0 0,1-1 0 0 0,-1 1 0 0 0,0-1 0 0 0,0 1 0 0 0,0-1 0 0 0,0 1 0 0 0,1-1 0 0 0,-1 1 0 0 0,0-1 0 0 0,0 1 0 0 0,1-1 0 0 0,-1 0 0 0 0,0 1-1 0 0,1-1 1 0 0,-1 1 0 0 0,1 0 0 0 0,28 10-6 0 0,36-4 22 0 0,16-6-170 0 0,101-12-1 0 0,-72-6-2921 0 0,-101 15 1188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8:40.9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1 133 5064 0 0,'74'-112'1708'0'0,"-65"92"-244"0"0,-22 38-1203 0 0,-24 45-348 0 0,33-56 87 0 0,1 1 0 0 0,0 0-1 0 0,0 1 1 0 0,1-1 0 0 0,0 0 0 0 0,0 1-1 0 0,1-1 1 0 0,0 1 0 0 0,0 0 0 0 0,1-1-1 0 0,1 1 1 0 0,-1-1 0 0 0,1 1 0 0 0,1-1-1 0 0,-1 1 1 0 0,2-1 0 0 0,3 13 0 0 0,-3-15 0 0 0,1 0 1 0 0,-1 0 0 0 0,1 0 0 0 0,0-1 0 0 0,0 1 0 0 0,0-1 0 0 0,1 0 0 0 0,0 0 0 0 0,0-1 0 0 0,0 1-1 0 0,1-1 1 0 0,-1 0 0 0 0,1 0 0 0 0,0-1 0 0 0,0 0 0 0 0,1 0 0 0 0,-1 0 0 0 0,0-1 0 0 0,1 0-1 0 0,0 0 1 0 0,-1-1 0 0 0,11 2 0 0 0,-9-3 4 0 0,-1 0 1 0 0,1-1-1 0 0,0 1 0 0 0,-1-1 0 0 0,1-1 1 0 0,-1 1-1 0 0,0-1 0 0 0,0-1 0 0 0,1 1 1 0 0,-1-1-1 0 0,-1-1 0 0 0,1 1 0 0 0,0-1 1 0 0,-1 0-1 0 0,0-1 0 0 0,0 1 0 0 0,0-1 1 0 0,7-8-1 0 0,9-10 113 0 0,0-2-1 0 0,33-49 1 0 0,-55 73-110 0 0,30-39 257 0 0,-29 38-243 0 0,-4 9-17 0 0,-27 76-2 0 0,2 2 0 0 0,5 1 0 0 0,-16 117 0 0 0,36-177-8 0 0,-8 31-722 0 0,25-80-5876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8:41.6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834 69 5897 0 0,'-2'-4'-78'0'0,"0"0"1"0"0,0 0 0 0 0,-1 0 0 0 0,1 0-1 0 0,-1 1 1 0 0,0-1 0 0 0,0 1 0 0 0,0 0 0 0 0,-1 0-1 0 0,1 0 1 0 0,-1 0 0 0 0,0 0 0 0 0,0 1-1 0 0,0-1 1 0 0,-5-1 0 0 0,1 1 82 0 0,0 0 0 0 0,0 1-1 0 0,0 0 1 0 0,-1 0 0 0 0,1 1 0 0 0,-1 0-1 0 0,-14 0 1 0 0,3 2 57 0 0,-1 1 1 0 0,1 1-1 0 0,0 1 0 0 0,0 0 1 0 0,0 2-1 0 0,-22 8 0 0 0,7 2-40 0 0,1 1 0 0 0,1 2 0 0 0,1 1 0 0 0,0 2 0 0 0,1 1 0 0 0,2 1 0 0 0,-44 46 0 0 0,43-37-13 0 0,1 1 0 0 0,2 1 0 0 0,2 2 0 0 0,1 0 1 0 0,2 2-1 0 0,-22 51 0 0 0,37-74-6 0 0,1 1 1 0 0,1 0-1 0 0,0-1 0 0 0,1 2 1 0 0,1-1-1 0 0,1 0 0 0 0,0 1 1 0 0,1-1-1 0 0,1 1 0 0 0,1 0 1 0 0,6 33-1 0 0,-5-41 15 0 0,1 1 1 0 0,1-1-1 0 0,-1 0 1 0 0,2 0-1 0 0,-1 0 0 0 0,2 0 1 0 0,-1-1-1 0 0,1 0 1 0 0,0 0-1 0 0,1 0 1 0 0,0-1-1 0 0,1 0 0 0 0,-1-1 1 0 0,2 1-1 0 0,-1-1 1 0 0,1-1-1 0 0,0 0 0 0 0,0 0 1 0 0,20 9-1 0 0,-10-8 65 0 0,0 0 0 0 0,0-1 1 0 0,0-1-1 0 0,1 0 0 0 0,0-2 0 0 0,0 0 0 0 0,0-2 0 0 0,0 0 0 0 0,0-1 0 0 0,0-1 0 0 0,0-1 1 0 0,0-1-1 0 0,32-8 0 0 0,-24 3-8 0 0,0-2 0 0 0,-1 0-1 0 0,-1-2 1 0 0,0-1 0 0 0,0-1 0 0 0,-2-1 0 0 0,0-2 0 0 0,41-34 0 0 0,-34 19-15 0 0,-1-1 1 0 0,-1-2-1 0 0,-2-1 0 0 0,-2-1 1 0 0,-1-1-1 0 0,-2-1 1 0 0,-1-1-1 0 0,-3 0 1 0 0,-1-2-1 0 0,17-66 0 0 0,-31 98-8 0 0,0 0-1 0 0,-1 0 1 0 0,0-1-1 0 0,-1 1 1 0 0,0-1-1 0 0,-1 1 1 0 0,0-1-1 0 0,-1 0 1 0 0,0 1-1 0 0,0-1 1 0 0,-1 1-1 0 0,-4-12 1 0 0,4 17-37 0 0,0 0 1 0 0,0 0 0 0 0,-1 1 0 0 0,1 0-1 0 0,-1-1 1 0 0,0 1 0 0 0,0 0 0 0 0,-1 0 0 0 0,1 1-1 0 0,-1-1 1 0 0,0 1 0 0 0,0-1 0 0 0,0 1-1 0 0,0 1 1 0 0,-1-1 0 0 0,1 0 0 0 0,-1 1-1 0 0,1 0 1 0 0,-1 0 0 0 0,0 0 0 0 0,0 1-1 0 0,0 0 1 0 0,0 0 0 0 0,0 0 0 0 0,0 0-1 0 0,-7 1 1 0 0,-9-2-260 0 0,0 1-1 0 0,0 1 0 0 0,0 0 1 0 0,0 2-1 0 0,0 0 1 0 0,0 2-1 0 0,1 0 0 0 0,-23 8 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8:42.4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285 52 5637 0 0,'32'-7'-247'0'0,"-30"6"317"0"0,-1 1 1 0 0,1 0-1 0 0,0-1 0 0 0,-1 1 0 0 0,1-1 1 0 0,0 1-1 0 0,-1-1 0 0 0,1 0 1 0 0,-1 0-1 0 0,0 0 0 0 0,1 0 0 0 0,-1 0 1 0 0,1 0-1 0 0,-1 0 0 0 0,0 0 0 0 0,0 0 1 0 0,0 0-1 0 0,1-3 0 0 0,-2 3-53 0 0,-1-1 0 0 0,0 1-1 0 0,0-1 1 0 0,0 1 0 0 0,-1 0-1 0 0,1 0 1 0 0,0-1 0 0 0,0 1-1 0 0,-1 0 1 0 0,1 0 0 0 0,-1 0 0 0 0,1 0-1 0 0,-1 0 1 0 0,1 0 0 0 0,-1 1-1 0 0,0-1 1 0 0,1 0 0 0 0,-1 1-1 0 0,0 0 1 0 0,1-1 0 0 0,-1 1-1 0 0,0 0 1 0 0,-3 0 0 0 0,-40-6 176 0 0,28 6-132 0 0,-80 5 116 0 0,90-4-178 0 0,0 0 1 0 0,1 0-1 0 0,-1 1 0 0 0,1 0 0 0 0,0 0 1 0 0,-1 0-1 0 0,1 1 0 0 0,0 0 1 0 0,1 1-1 0 0,-1-1 0 0 0,-7 7 1 0 0,12-10-2 0 0,0 1 1 0 0,1 0 0 0 0,-1 0-1 0 0,0 0 1 0 0,0 0-1 0 0,1 0 1 0 0,-1 0 0 0 0,1 1-1 0 0,-1-1 1 0 0,1 0-1 0 0,-1 0 1 0 0,1 0 0 0 0,0 0-1 0 0,0 1 1 0 0,-1-1-1 0 0,1 0 1 0 0,0 0 0 0 0,0 1-1 0 0,0-1 1 0 0,0 0-1 0 0,1 0 1 0 0,-1 0 0 0 0,0 1-1 0 0,0-1 1 0 0,1 0-1 0 0,-1 0 1 0 0,1 0 0 0 0,-1 0-1 0 0,1 1 1 0 0,-1-1-1 0 0,1 0 1 0 0,0 0 0 0 0,-1 0-1 0 0,1 0 1 0 0,0 0 0 0 0,1 0-1 0 0,36 35-9 0 0,-31-31 12 0 0,33 26 2 0 0,74 41 0 0 0,-74-50-6 0 0,-2 3-1 0 0,55 44 1 0 0,-92-68 6 0 0,1 1-1 0 0,0-1 1 0 0,-1 0 0 0 0,0 1 0 0 0,1-1 0 0 0,-1 1 0 0 0,0 0-1 0 0,0-1 1 0 0,0 1 0 0 0,0 0 0 0 0,0 0 0 0 0,0-1 0 0 0,0 1 0 0 0,-1 0-1 0 0,2 3 1 0 0,-2-4 3 0 0,0 0 0 0 0,-1 0 0 0 0,1 0 0 0 0,0 0 0 0 0,0 0 0 0 0,-1 0 0 0 0,1 0 0 0 0,0 0 0 0 0,-1-1 0 0 0,1 1 0 0 0,-1 0 0 0 0,1 0 0 0 0,-1 0 0 0 0,1-1-1 0 0,-1 1 1 0 0,0 0 0 0 0,1-1 0 0 0,-1 1 0 0 0,0 0 0 0 0,1-1 0 0 0,-1 1 0 0 0,-2 0 0 0 0,-4 3 47 0 0,-1-1 1 0 0,0-1-1 0 0,0 1 1 0 0,0-1-1 0 0,-14 2 0 0 0,-25 0 137 0 0,0-2-1 0 0,1-2 0 0 0,-1-2 1 0 0,-60-10-1 0 0,41 5 237 0 0,65 7-423 0 0,0 0 0 0 0,0 0 0 0 0,0 0 0 0 0,0 0 0 0 0,0 0 0 0 0,0 0 0 0 0,0 0 1 0 0,0-1-1 0 0,0 1 0 0 0,0 0 0 0 0,0-1 0 0 0,0 1 0 0 0,0-1 0 0 0,0 1 0 0 0,0-1 0 0 0,0 1 1 0 0,1-1-1 0 0,-1 1 0 0 0,0-1 0 0 0,0 0 0 0 0,0 0 0 0 0,1 1 0 0 0,-2-3 0 0 0,2 2-27 0 0,0 1 0 0 0,0-1 0 0 0,0 0 0 0 0,0 0 0 0 0,1 0-1 0 0,-1 0 1 0 0,0 0 0 0 0,0 0 0 0 0,1 0 0 0 0,-1 0 0 0 0,1 1-1 0 0,-1-1 1 0 0,1 0 0 0 0,-1 0 0 0 0,1 0 0 0 0,-1 1 0 0 0,1-1-1 0 0,0 0 1 0 0,-1 1 0 0 0,2-2 0 0 0,43-30-2329 0 0,-43 30 2094 0 0,21-12-1828 0 0,2 2-283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8:42.9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79 107 5469 0 0,'0'0'-20'0'0,"0"0"0"0"0,0 0 0 0 0,0 1 0 0 0,0-1 1 0 0,0 0-1 0 0,0 0 0 0 0,0 1 0 0 0,0-1 1 0 0,0 0-1 0 0,0 0 0 0 0,0 1 0 0 0,0-1 1 0 0,0 0-1 0 0,0 0 0 0 0,0 0 0 0 0,1 1 1 0 0,-1-1-1 0 0,0 0 0 0 0,0 0 0 0 0,0 0 1 0 0,0 1-1 0 0,0-1 0 0 0,1 0 0 0 0,-1 0 1 0 0,0 0-1 0 0,0 1 0 0 0,0-1 0 0 0,1 0 0 0 0,-1 0 1 0 0,0 0-1 0 0,0 0 0 0 0,0 0 0 0 0,1 0 1 0 0,-1 0-1 0 0,0 0 0 0 0,0 1 0 0 0,1-1 1 0 0,-1 0-1 0 0,0 0 0 0 0,0 0 0 0 0,1 0 1 0 0,-1 0-1 0 0,0 0 0 0 0,0 0 0 0 0,1 0 1 0 0,-1-1-1 0 0,0 1 0 0 0,0 0 0 0 0,1 0 1 0 0,-1 0-1 0 0,29 1-123 0 0,30-6 425 0 0,-47 3-148 0 0,1-1 0 0 0,-1 0 0 0 0,1-1 0 0 0,13-6 0 0 0,-22 8-21 0 0,1 0 1 0 0,-1 0 0 0 0,0-1 0 0 0,0 1 0 0 0,-1-1 0 0 0,1 0 0 0 0,-1 0 0 0 0,1 0 0 0 0,-1 0 0 0 0,0-1 0 0 0,0 1 0 0 0,0-1 0 0 0,-1 0 0 0 0,4-5 0 0 0,-6 8-92 0 0,-1 0 1 0 0,1 0-1 0 0,0 0 1 0 0,0 0-1 0 0,-1 0 1 0 0,1 0-1 0 0,0 0 1 0 0,-1 0-1 0 0,1 0 1 0 0,-1 0-1 0 0,1 0 1 0 0,-1 0-1 0 0,0 0 1 0 0,1 0-1 0 0,-1 1 1 0 0,0-1-1 0 0,0 0 1 0 0,1 0 0 0 0,-1 1-1 0 0,0-1 1 0 0,0 1-1 0 0,-2-2 1 0 0,-24-12 260 0 0,15 13-266 0 0,0 1 0 0 0,0-1 0 0 0,0 2-1 0 0,0-1 1 0 0,0 2 0 0 0,0 0 0 0 0,0 0 0 0 0,1 1 0 0 0,-1 1 0 0 0,1-1-1 0 0,0 2 1 0 0,0 0 0 0 0,0 0 0 0 0,0 1 0 0 0,1 0 0 0 0,0 1-1 0 0,0 0 1 0 0,1 1 0 0 0,0 0 0 0 0,0 0 0 0 0,-10 14 0 0 0,18-20-18 0 0,-1-1 0 0 0,1 1-1 0 0,-1 0 1 0 0,1 1 0 0 0,0-1 0 0 0,0 0 0 0 0,0 0 0 0 0,0 0 0 0 0,1 1 0 0 0,-1-1 0 0 0,1 0 0 0 0,-1 1-1 0 0,1-1 1 0 0,0 0 0 0 0,-1 1 0 0 0,1-1 0 0 0,1 1 0 0 0,-1-1 0 0 0,0 0 0 0 0,1 1 0 0 0,0 3-1 0 0,1-2 4 0 0,0 0-1 0 0,0-1 0 0 0,0 1 0 0 0,1-1 1 0 0,-1 1-1 0 0,1-1 0 0 0,0 0 0 0 0,0 0 0 0 0,0 0 1 0 0,0-1-1 0 0,6 5 0 0 0,5 1-2 0 0,1 1 0 0 0,0-2 0 0 0,0 0 0 0 0,31 10 0 0 0,-35-14-336 0 0,1 0-1 0 0,-1-1 1 0 0,0 0-1 0 0,1 0 0 0 0,0-1 1 0 0,-1-1-1 0 0,1 0 1 0 0,-1-1-1 0 0,1 0 1 0 0,-1-1-1 0 0,1 0 1 0 0,20-6-1 0 0,-5-4-1554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8:43.3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106 95 5240 0 0,'8'-22'420'0'0,"0"0"0"0"0,16-29-1 0 0,-49 101-117 0 0,1 0 0 0 0,3 1 0 0 0,-22 80-1 0 0,33-97-302 0 0,3 1-1 0 0,0 0 1 0 0,3 1-1 0 0,1-1 1 0 0,1 1 0 0 0,7 71-1 0 0,-5-101 14 0 0,1 1-1 0 0,1-1 1 0 0,-1 0 0 0 0,1 1 0 0 0,0-1-1 0 0,0 0 1 0 0,1-1 0 0 0,-1 1-1 0 0,2 0 1 0 0,-1-1 0 0 0,0 1 0 0 0,1-1-1 0 0,0 0 1 0 0,0 0 0 0 0,1-1-1 0 0,-1 1 1 0 0,1-1 0 0 0,0 0 0 0 0,9 6-1 0 0,-7-7-119 0 0,-1 0 0 0 0,1-1 1 0 0,0 1-1 0 0,0-1 0 0 0,0-1 0 0 0,0 1 0 0 0,1-1 0 0 0,-1 0 0 0 0,0-1 1 0 0,1 0-1 0 0,-1 0 0 0 0,0-1 0 0 0,0 0 0 0 0,1 0 0 0 0,-1 0 0 0 0,12-5 1 0 0,13-4-1849 0 0,-1-2-329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8:43.8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53 127 5444 0 0,'0'0'-228'0'0,"-10"1"-31"0"0,6 0 177 0 0,8-3-415 0 0,8-1 580 0 0,-1 0 0 0 0,1-2 0 0 0,-1 1 0 0 0,0-1-1 0 0,-1-1 1 0 0,1 0 0 0 0,-1-1 0 0 0,0 0 0 0 0,-1 0-1 0 0,14-13 1 0 0,-22 19-60 0 0,-1 0-1 0 0,1 0 0 0 0,0 1 1 0 0,-1-1-1 0 0,1 0 0 0 0,-1 0 1 0 0,1 0-1 0 0,-1 0 0 0 0,1 0 1 0 0,-1 0-1 0 0,1 0 0 0 0,-1 0 1 0 0,0 0-1 0 0,0 0 0 0 0,0 0 1 0 0,1 0-1 0 0,-1 0 0 0 0,0 0 1 0 0,0 0-1 0 0,0-1 0 0 0,-1 1 1 0 0,1 0-1 0 0,0 0 1 0 0,0 0-1 0 0,-1 0 0 0 0,1 0 1 0 0,0 0-1 0 0,-1 0 0 0 0,1 0 1 0 0,-1 0-1 0 0,1 0 0 0 0,-1 1 1 0 0,1-1-1 0 0,-1 0 0 0 0,0 0 1 0 0,0 0-1 0 0,1 1 0 0 0,-1-1 1 0 0,-2-1-1 0 0,0 0 12 0 0,0 0 0 0 0,-1 0 1 0 0,1 1-1 0 0,-1-1 0 0 0,0 1 0 0 0,1 0 0 0 0,-1 0 0 0 0,-4-1 1 0 0,5 2-3 0 0,-2 0-3 0 0,-2 2-24 0 0,0 0 1 0 0,0 0 0 0 0,0 1-1 0 0,0 0 1 0 0,0 0-1 0 0,1 1 1 0 0,0-1-1 0 0,0 1 1 0 0,0 1-1 0 0,0-1 1 0 0,0 1 0 0 0,1 0-1 0 0,0 0 1 0 0,0 1-1 0 0,0-1 1 0 0,1 1-1 0 0,-6 11 1 0 0,8-14-6 0 0,0 0 1 0 0,1 1 0 0 0,-1-1-1 0 0,1 1 1 0 0,0-1-1 0 0,0 1 1 0 0,0-1-1 0 0,0 1 1 0 0,1 0-1 0 0,0 0 1 0 0,0-1 0 0 0,0 1-1 0 0,0 0 1 0 0,0-1-1 0 0,1 1 1 0 0,-1 0-1 0 0,1-1 1 0 0,0 1 0 0 0,0 0-1 0 0,1-1 1 0 0,-1 0-1 0 0,1 1 1 0 0,-1-1-1 0 0,1 0 1 0 0,0 0 0 0 0,0 1-1 0 0,1-2 1 0 0,-1 1-1 0 0,1 0 1 0 0,-1 0-1 0 0,1-1 1 0 0,0 1-1 0 0,0-1 1 0 0,0 0 0 0 0,0 0-1 0 0,0 0 1 0 0,5 2-1 0 0,-2-2-246 0 0,-1 0-1 0 0,0 0 0 0 0,1-1 0 0 0,-1 1 1 0 0,1-1-1 0 0,-1 0 0 0 0,1-1 0 0 0,-1 0 1 0 0,1 1-1 0 0,0-2 0 0 0,-1 1 0 0 0,1-1 1 0 0,0 1-1 0 0,5-3 0 0 0,12-1-869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8:44.4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250 445 4464 0 0,'0'0'978'0'0,"-9"1"-877"0"0,-7 3-55 0 0,0 0-1 0 0,1 0 0 0 0,-1 2 1 0 0,1 0-1 0 0,0 1 0 0 0,0 0 1 0 0,1 1-1 0 0,0 1 1 0 0,0 0-1 0 0,1 1 0 0 0,0 0 1 0 0,1 1-1 0 0,0 1 0 0 0,1 0 1 0 0,-11 14-1 0 0,21-25-43 0 0,0 1 0 0 0,0-1-1 0 0,1 1 1 0 0,-1-1 0 0 0,0 1 0 0 0,1 0-1 0 0,-1-1 1 0 0,1 1 0 0 0,-1 0 0 0 0,1 0-1 0 0,0-1 1 0 0,-1 1 0 0 0,1 0 0 0 0,0 0-1 0 0,0-1 1 0 0,1 1 0 0 0,-1 0 0 0 0,0 0-1 0 0,1 0 1 0 0,-1-1 0 0 0,1 1-1 0 0,-1 0 1 0 0,1-1 0 0 0,0 1 0 0 0,-1-1-1 0 0,1 1 1 0 0,0-1 0 0 0,0 1 0 0 0,0-1-1 0 0,1 1 1 0 0,-1-1 0 0 0,0 0 0 0 0,0 0-1 0 0,1 1 1 0 0,-1-1 0 0 0,1 0 0 0 0,-1 0-1 0 0,1 0 1 0 0,1 0 0 0 0,8 5 5 0 0,1 0 0 0 0,0-1 0 0 0,-1 0 0 0 0,18 3 0 0 0,-17-4 0 0 0,-1 0 34 0 0,-1-2-1 0 0,0 1 0 0 0,0-1 0 0 0,1-1 1 0 0,0 0-1 0 0,-1 0 0 0 0,1-1 1 0 0,-1 0-1 0 0,1-1 0 0 0,0 0 0 0 0,-1-1 1 0 0,0 0-1 0 0,1-1 0 0 0,9-3 1 0 0,-7 0 15 0 0,0 0-1 0 0,-1-1 1 0 0,0 0 0 0 0,-1-1 0 0 0,1-1 0 0 0,-1 0 0 0 0,-1 0 0 0 0,0-1 0 0 0,13-15 0 0 0,7-17 37 0 0,-1-2 0 0 0,-2-1 0 0 0,-3 0 0 0 0,30-75 0 0 0,-51 111-101 0 0,101-263 833 0 0,-99 261-900 0 0,-16 37 49 0 0,-18 46 12 0 0,9-27 4 0 0,0 0 13 0 0,-22 72 0 0 0,38-105-1 0 0,2-1 0 0 0,-1 1 0 0 0,1 0 0 0 0,1 0 0 0 0,0 0 1 0 0,0 0-1 0 0,1 0 0 0 0,1 0 0 0 0,0 0 0 0 0,1 0 0 0 0,5 19 0 0 0,-3-22-55 0 0,-1-1-1 0 0,1-1 0 0 0,0 1 0 0 0,1 0 0 0 0,0-1 0 0 0,0 0 0 0 0,1 0 0 0 0,0-1 0 0 0,0 0 0 0 0,0 0 0 0 0,1 0 0 0 0,10 7 0 0 0,-7-7-533 0 0,0 0 0 0 0,1 0 0 0 0,-1-1 0 0 0,1-1-1 0 0,12 4 1 0 0,5-1-2066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8:44.6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21 6365 0 0,'0'0'-172'0'0,"-19"-3"-264"0"0,88 8 115 0 0,-39-5 285 0 0,11 0 28 0 0,16 0-16 0 0,9 0-68 0 0,-3-2-140 0 0,3-3-472 0 0,0-3-772 0 0,-3 1 468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8:45.9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611 57 3860 0 0,'-53'-15'151'0'0,"51"15"-112"0"0,-54-5 377 0 0,36 8-414 0 0,0 0-1 0 0,0 2 1 0 0,0 0 0 0 0,0 1 0 0 0,1 1 0 0 0,0 0 0 0 0,0 2 0 0 0,1 0 0 0 0,0 1 0 0 0,1 1-1 0 0,0 1 1 0 0,1 0 0 0 0,-25 25 0 0 0,20-15-7 0 0,1 1 0 0 0,1 1 0 0 0,1 0 0 0 0,2 2 0 0 0,0 0 0 0 0,2 1 0 0 0,0 0 0 0 0,-16 50 0 0 0,19-44-5 0 0,1 0 1 0 0,1 1-1 0 0,-7 56 0 0 0,15-79 19 0 0,0 0-1 0 0,1 0 1 0 0,1 1 0 0 0,0-1 0 0 0,0 0-1 0 0,1 0 1 0 0,1 0 0 0 0,0 0 0 0 0,0 0-1 0 0,1 0 1 0 0,0-1 0 0 0,1 0 0 0 0,0 0-1 0 0,1 0 1 0 0,8 11 0 0 0,2-2 47 0 0,0-1 0 0 0,1-1 0 0 0,1 0 1 0 0,0-2-1 0 0,1 0 0 0 0,1-1 0 0 0,0-1 0 0 0,1 0 1 0 0,1-2-1 0 0,0-1 0 0 0,0 0 0 0 0,1-2 0 0 0,0-1 1 0 0,0 0-1 0 0,1-2 0 0 0,0 0 0 0 0,24 0 0 0 0,-27-3 15 0 0,0-1 0 0 0,0-1 0 0 0,0-1 0 0 0,0-1 0 0 0,0-1 0 0 0,0-1 0 0 0,0 0-1 0 0,-1-2 1 0 0,1 0 0 0 0,-2-1 0 0 0,1-2 0 0 0,-1 1 0 0 0,0-2 0 0 0,-1-1 0 0 0,0 0 0 0 0,-1-1 0 0 0,0-1 0 0 0,-1-1-1 0 0,24-26 1 0 0,-20 17-15 0 0,-1-2 0 0 0,-2-1-1 0 0,-1 0 1 0 0,0-1 0 0 0,-3-1 0 0 0,0 0-1 0 0,-1-1 1 0 0,12-50 0 0 0,-19 61-22 0 0,-1 0 1 0 0,-1 0 0 0 0,-1-1-1 0 0,-1 0 1 0 0,0 1-1 0 0,-1-1 1 0 0,-1 0 0 0 0,-1 1-1 0 0,-1-1 1 0 0,0 1 0 0 0,-1 0-1 0 0,-1 0 1 0 0,-1 0-1 0 0,-1 0 1 0 0,-13-25 0 0 0,9 27-28 0 0,0 2 0 0 0,-1 0 0 0 0,0 0 0 0 0,-1 1 0 0 0,-1 0 0 0 0,0 1 0 0 0,-1 1 0 0 0,0 1 0 0 0,0 0 0 0 0,-1 0 0 0 0,-1 2 0 0 0,-24-10 0 0 0,-17-4-10 0 0,0 3 0 0 0,-84-16 0 0 0,100 28 33 0 0,-46-2 0 0 0,0 0-1122 0 0,62 11-1813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8:47.1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40 156 5605 0 0,'68'-155'2502'0'0,"-68"154"-2389"0"0,-9 23 116 0 0,-5 7-235 0 0,-43 105 12 0 0,51-117-7 0 0,0 0 1 0 0,2 1 0 0 0,0 0-1 0 0,1 0 1 0 0,-1 32 0 0 0,4-45 2 0 0,0 0 1 0 0,0 0-1 0 0,0 0 1 0 0,1 0-1 0 0,-1 0 1 0 0,1-1-1 0 0,0 1 0 0 0,1 0 1 0 0,-1 0-1 0 0,1-1 1 0 0,0 1-1 0 0,0-1 1 0 0,0 1-1 0 0,1-1 1 0 0,0 0-1 0 0,-1 0 1 0 0,2 0-1 0 0,-1 0 0 0 0,0-1 1 0 0,1 1-1 0 0,-1-1 1 0 0,1 0-1 0 0,0 0 1 0 0,0 0-1 0 0,0 0 1 0 0,1-1-1 0 0,-1 0 1 0 0,1 0-1 0 0,-1 0 0 0 0,1 0 1 0 0,0-1-1 0 0,-1 0 1 0 0,1 0-1 0 0,8 1 1 0 0,10 2-72 0 0,1-2 1 0 0,-1 0 0 0 0,1-1-1 0 0,-1-2 1 0 0,1 0 0 0 0,23-5-1 0 0,1-3-2133 0 0,87-27-1 0 0,-112 28 410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8:47.4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62 4876 0 0,'-24'2'1012'0'0,"43"-9"-818"0"0,49-8-190 0 0,177-22-3015 0 0,-221 33 1792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8:48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157 117 4212 0 0,'1'-6'109'0'0,"0"0"0"0"0,0 0 0 0 0,-1 0 0 0 0,0 0 0 0 0,0 0 0 0 0,-1 0-1 0 0,1 1 1 0 0,-1-1 0 0 0,-4-12 0 0 0,-2-27 1798 0 0,6 52-1908 0 0,0 1-1 0 0,-1-1 1 0 0,1 0-1 0 0,-2 0 1 0 0,1 0-1 0 0,-1 0 1 0 0,-4 7-1 0 0,-11 35 11 0 0,-32 147 24 0 0,38-107 7 0 0,10-63-24 0 0,-1-1 1 0 0,-11 44-1 0 0,5-30 564 0 0,8-38-375 0 0,1-1-178 0 0,1 0 0 0 0,-1 1 0 0 0,0-1-1 0 0,0 0 1 0 0,0 0 0 0 0,0 0 0 0 0,0 1 0 0 0,0-1-1 0 0,0 0 1 0 0,0 0 0 0 0,0 0 0 0 0,0 1 0 0 0,0-1 0 0 0,-1 0-1 0 0,1 0 1 0 0,0 1 0 0 0,0-1 0 0 0,0 0 0 0 0,0 0 0 0 0,0 0-1 0 0,0 0 1 0 0,0 1 0 0 0,0-1 0 0 0,-1 0 0 0 0,1 0-1 0 0,0 0 1 0 0,0 0 0 0 0,0 1 0 0 0,0-1 0 0 0,-1 0 0 0 0,1 0-1 0 0,0 0 1 0 0,0 0 0 0 0,0 0 0 0 0,-1 0 0 0 0,1 0 0 0 0,0 1-1 0 0,0-1 1 0 0,0 0 0 0 0,-1 0 0 0 0,1 0 0 0 0,0 0-1 0 0,0 0 1 0 0,0 0 0 0 0,-1 0 0 0 0,1 0 0 0 0,0 0 0 0 0,0 0-1 0 0,-1 0 1 0 0,1-1 0 0 0,0 1 0 0 0,0 0 0 0 0,0 0-1 0 0,-1 0 1 0 0,1 0 0 0 0,0 0 0 0 0,0 0 0 0 0,0 0 0 0 0,0 0-1 0 0,-1-1 1 0 0,0-1-12 0 0,0 0-1 0 0,0 0 1 0 0,0 0 0 0 0,0 0-1 0 0,0 0 1 0 0,0 0-1 0 0,1 0 1 0 0,-1-1-1 0 0,1 1 1 0 0,0 0 0 0 0,-1 0-1 0 0,1-1 1 0 0,0 1-1 0 0,0 0 1 0 0,1 0-1 0 0,-1-3 1 0 0,19-40 174 0 0,-18 42-194 0 0,0 0 1 0 0,1 0-1 0 0,-1 0 1 0 0,1 0-1 0 0,0 0 0 0 0,0 1 1 0 0,0-1-1 0 0,0 1 0 0 0,0-1 1 0 0,1 1-1 0 0,-1 0 1 0 0,1-1-1 0 0,-1 1 0 0 0,1 1 1 0 0,0-1-1 0 0,0 0 1 0 0,0 1-1 0 0,0-1 0 0 0,0 1 1 0 0,0 0-1 0 0,0 0 1 0 0,1 0-1 0 0,-1 0 0 0 0,0 1 1 0 0,0 0-1 0 0,1-1 1 0 0,-1 1-1 0 0,0 0 0 0 0,1 0 1 0 0,3 1-1 0 0,1 2-16 0 0,0-1 0 0 0,0 1 0 0 0,0 1 0 0 0,-1-1 0 0 0,1 1 0 0 0,-1 0-1 0 0,0 1 1 0 0,-1 0 0 0 0,1 0 0 0 0,-1 1 0 0 0,8 8 0 0 0,-5-5 19 0 0,1-1-1 0 0,0 1 1 0 0,0-1 0 0 0,1-1 0 0 0,0 0-1 0 0,0-1 1 0 0,0 0 0 0 0,1 0-1 0 0,0-2 1 0 0,0 1 0 0 0,0-1 0 0 0,1-1-1 0 0,23 3 1 0 0,-28-5 10 0 0,0-1 0 0 0,0 0-1 0 0,0 0 1 0 0,0-1 0 0 0,0 0-1 0 0,0 0 1 0 0,-1-1 0 0 0,1 0 0 0 0,0-1-1 0 0,-1 1 1 0 0,0-1 0 0 0,0-1 0 0 0,1 1-1 0 0,-2-1 1 0 0,1-1 0 0 0,-1 1 0 0 0,1-1-1 0 0,-1 0 1 0 0,0-1 0 0 0,-1 1 0 0 0,1-1-1 0 0,-1 0 1 0 0,6-11 0 0 0,40-58 5 0 0,-50 84-52 0 0,0 1 1 0 0,1-1-1 0 0,0-1 1 0 0,0 1 0 0 0,0 0-1 0 0,2 0 1 0 0,-1-1 0 0 0,1 0-1 0 0,0 1 1 0 0,0-1 0 0 0,1-1-1 0 0,9 12 1 0 0,-10-14-59 0 0,0-1 0 0 0,0 0 0 0 0,0 0 0 0 0,1 0 0 0 0,-1 0 1 0 0,1-1-1 0 0,0 0 0 0 0,0 0 0 0 0,7 3 0 0 0,20-2-3963 0 0,-12-6 1488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8:48.6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33 6281 0 0,'-36'-15'1008'0'0,"26"8"-4961"0"0,12-3 2473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48:49.2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204 4 4544 0 0,'10'-4'1686'0'0,"-32"13"-1345"0"0,15-5-335 0 0,-1-1 0 0 0,1 1-1 0 0,0 1 1 0 0,0-1 0 0 0,0 1-1 0 0,0 0 1 0 0,-6 8 0 0 0,12-12-1 0 0,0 1 0 0 0,-1 0 0 0 0,1 0 0 0 0,0 0 0 0 0,0 0 0 0 0,1 0 0 0 0,-1 0 0 0 0,0 0 0 0 0,1 0 0 0 0,-1 0 1 0 0,1 0-1 0 0,-1 0 0 0 0,1 0 0 0 0,0 1 0 0 0,0-1 0 0 0,0 0 0 0 0,0 0 0 0 0,1 0 0 0 0,0 3 0 0 0,0 1 3 0 0,1-1 0 0 0,0 0 0 0 0,1 0 0 0 0,-1 0 0 0 0,1 0 0 0 0,0 0 0 0 0,5 6 0 0 0,7 6 12 0 0,0 0 0 0 0,33 26 0 0 0,-44-40-18 0 0,5 5 10 0 0,4 2-7 0 0,-1 0 0 0 0,0 0 0 0 0,0 1-1 0 0,-1 1 1 0 0,-1 0 0 0 0,0 0 0 0 0,12 22 0 0 0,-21-33-3 0 0,-1 0 0 0 0,0 0 0 0 0,0 0 0 0 0,-1-1 0 0 0,1 1 0 0 0,0 0 0 0 0,0 0 0 0 0,0 0 0 0 0,-1-1 0 0 0,1 1 0 0 0,0 0 0 0 0,-1 0 0 0 0,1-1 0 0 0,0 1 0 0 0,-1 0 0 0 0,1 0 0 0 0,-1-1 0 0 0,1 1 0 0 0,-1-1 0 0 0,0 1 0 0 0,1 0 0 0 0,-1-1 0 0 0,1 1 0 0 0,-1-1 0 0 0,0 0 0 0 0,0 1 0 0 0,1-1 0 0 0,-1 1 0 0 0,0-1 0 0 0,0 0 0 0 0,1 0 0 0 0,-1 1 0 0 0,-2-1 0 0 0,-31 9 47 0 0,30-8-40 0 0,-21 4 22 0 0,0-2-1 0 0,0-1 1 0 0,-1-1 0 0 0,1-1 0 0 0,-1-1 0 0 0,1-1 0 0 0,-38-9 0 0 0,61 11-71 0 0,-1-1-1 0 0,0 0 1 0 0,1 0-1 0 0,0 0 1 0 0,-1 0 0 0 0,1 0-1 0 0,-1 0 1 0 0,1-1-1 0 0,0 1 1 0 0,0-1 0 0 0,0 1-1 0 0,-4-5 1 0 0,5 5-202 0 0,0 0-1 0 0,1 0 1 0 0,-1-1 0 0 0,0 1 0 0 0,0-1-1 0 0,1 1 1 0 0,-1 0 0 0 0,1-1-1 0 0,0 1 1 0 0,-1-1 0 0 0,1 1 0 0 0,0-1-1 0 0,0-2 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08:53:43.8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127 82 3056,'-44'-13'-1068,"3"-11"392,0-21 228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30.6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701 131 944 0 0,'16'-31'4687'0'0,"-15"30"-4235"0"0,-6-15-59 0 0,-9 7-353 0 0,0 2 0 0 0,-1 0 0 0 0,1 1 0 0 0,-1 0 0 0 0,0 1 0 0 0,-1 1-1 0 0,1 0 1 0 0,-1 1 0 0 0,0 1 0 0 0,1 0 0 0 0,-1 1 0 0 0,0 1 0 0 0,0 1 0 0 0,-28 4 0 0 0,15-1-35 0 0,0 1 0 0 0,1 2 0 0 0,0 1 0 0 0,0 1 0 0 0,0 1 0 0 0,1 2 0 0 0,-32 19 0 0 0,42-21-3 0 0,0 2 0 0 0,1 0 0 0 0,0 0 0 0 0,1 2 0 0 0,1 0 0 0 0,0 0 0 0 0,1 1 0 0 0,0 1 0 0 0,2 0 0 0 0,0 1 0 0 0,0 0 0 0 0,-12 31 0 0 0,21-43-2 0 0,0-1 0 0 0,1 0 1 0 0,0 1-1 0 0,0-1 0 0 0,1 1 1 0 0,-1-1-1 0 0,1 1 0 0 0,0-1 1 0 0,0 1-1 0 0,0-1 0 0 0,1 0 1 0 0,-1 1-1 0 0,1-1 0 0 0,0 1 1 0 0,0-1-1 0 0,1 0 0 0 0,2 6 1 0 0,-1-4 0 0 0,1 0 0 0 0,0 0 1 0 0,1 0-1 0 0,-1-1 0 0 0,1 0 1 0 0,0 0-1 0 0,0 0 0 0 0,1 0 1 0 0,-1-1-1 0 0,8 4 0 0 0,5 3 5 0 0,2-1-1 0 0,-1-1 0 0 0,2 0 1 0 0,-1-2-1 0 0,1-1 0 0 0,26 6 1 0 0,10-4 8 0 0,1-2 1 0 0,-1-2-1 0 0,1-3 1 0 0,0-3-1 0 0,-1-2 1 0 0,0-2-1 0 0,0-3 1 0 0,0-3-1 0 0,63-21 1 0 0,-93 24-9 0 0,1-2 0 0 0,-1-1 0 0 0,-1-1 0 0 0,0-1 0 0 0,45-34 0 0 0,-59 40-5 0 0,-1-2 0 0 0,0 1 0 0 0,-1-1 0 0 0,0-1 0 0 0,0 0 0 0 0,-1 0 0 0 0,-1-1 0 0 0,0 0 0 0 0,0-1 0 0 0,-2 0 0 0 0,1 0 0 0 0,-2 0 0 0 0,8-25 0 0 0,-12 33-2 0 0,1-1-1 0 0,-2 0 1 0 0,1 0-1 0 0,0 0 1 0 0,-1 0-1 0 0,0 0 1 0 0,-1 0 0 0 0,1 0-1 0 0,-1 1 1 0 0,0-1-1 0 0,-1 0 1 0 0,1 0-1 0 0,-1 1 1 0 0,0-1-1 0 0,0 1 1 0 0,-6-10 0 0 0,3 8-1 0 0,0 1 1 0 0,0 0-1 0 0,-1 1 1 0 0,1-1-1 0 0,-1 1 1 0 0,-1 0-1 0 0,1 1 1 0 0,0 0-1 0 0,-1 0 1 0 0,0 0-1 0 0,-10-4 1 0 0,-6 0 1 0 0,-1 1 0 0 0,-1 0 1 0 0,1 2-1 0 0,-1 1 0 0 0,0 1 1 0 0,-44 0-1 0 0,23 3-337 0 0,-1 3 0 0 0,1 1 0 0 0,-87 19 1 0 0,120-17-2136 0 0,2-2 793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32.6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20 4580 0 0,'0'0'-290'0'0,"-5"-13"-470"0"0,1 7 283 0 0,2 7-342 0 0,2 6 828 0 0,-1-1-1 0 0,2 1 1 0 0,-1-1 0 0 0,1 0-1 0 0,0 1 1 0 0,0-1-1 0 0,1 0 1 0 0,-1 0 0 0 0,1 0-1 0 0,1 0 1 0 0,-1 0-1 0 0,1 0 1 0 0,5 7 0 0 0,-1-3 28 0 0,1 0 1 0 0,0 0-1 0 0,1-1 1 0 0,0 0-1 0 0,0-1 1 0 0,16 12-1 0 0,1-3 48 0 0,2 0 0 0 0,1-2 0 0 0,0-1 0 0 0,52 17 0 0 0,-19-10 57 0 0,2-3 1 0 0,1-3-1 0 0,0-2 1 0 0,0-4 0 0 0,1-2-1 0 0,111-3 1 0 0,-174-4-126 0 0,1 0 0 0 0,-1 0 1 0 0,0 0-1 0 0,1-1 1 0 0,-1 1-1 0 0,0-1 0 0 0,0 1 1 0 0,0-1-1 0 0,1 0 1 0 0,-1-1-1 0 0,0 1 0 0 0,0 0 1 0 0,0-1-1 0 0,-1 0 1 0 0,1 1-1 0 0,0-1 0 0 0,-1 0 1 0 0,1-1-1 0 0,-1 1 1 0 0,1 0-1 0 0,2-4 0 0 0,-5 4-13 0 0,0 1 0 0 0,-1 0 0 0 0,1 0 0 0 0,0 0 0 0 0,0-1 0 0 0,-1 1 0 0 0,1 0 0 0 0,0 0 0 0 0,-1 0 0 0 0,0 0-1 0 0,1 0 1 0 0,-1 0 0 0 0,1 0 0 0 0,-1 0 0 0 0,0 0 0 0 0,0 0 0 0 0,0 0 0 0 0,0 0 0 0 0,1 0 0 0 0,-1 1 0 0 0,0-1 0 0 0,0 0-1 0 0,0 1 1 0 0,-1-1 0 0 0,-1 0 0 0 0,-27-17 64 0 0,-95-11-24 0 0,114 27-29 0 0,44 8-4 0 0,35 5-2 0 0,4 0-9 0 0,-1 2 0 0 0,0 4 0 0 0,133 50 0 0 0,-203-67 2 0 0,0 0 0 0 0,0 0-1 0 0,0 0 1 0 0,0 1 0 0 0,0-1 0 0 0,-1 0 0 0 0,1 1-1 0 0,0-1 1 0 0,0 0 0 0 0,0 1 0 0 0,-1-1 0 0 0,1 1-1 0 0,0 0 1 0 0,-1-1 0 0 0,1 1 0 0 0,0-1-1 0 0,-1 1 1 0 0,1 0 0 0 0,-1-1 0 0 0,1 1 0 0 0,-1 0-1 0 0,1 0 1 0 0,-1 0 0 0 0,1-1 0 0 0,-1 1 0 0 0,0 0-1 0 0,0 0 1 0 0,1 0 0 0 0,-1 0 0 0 0,0 0 0 0 0,0-1-1 0 0,0 1 1 0 0,0 2 0 0 0,-1-1 1 0 0,0 0 0 0 0,-1-1-1 0 0,1 1 1 0 0,-1-1 0 0 0,1 1 0 0 0,-1-1 0 0 0,0 1 0 0 0,1-1-1 0 0,-1 0 1 0 0,0 0 0 0 0,0 0 0 0 0,0 0 0 0 0,-3 1 0 0 0,-77 24 37 0 0,79-25-38 0 0,-243 64 73 0 0,235-61 140 0 0,11-4-254 0 0,0 0 0 0 0,0 0 0 0 0,0 0-1 0 0,0 0 1 0 0,0 0 0 0 0,-1 0 0 0 0,1 0 0 0 0,0 0-1 0 0,0 0 1 0 0,0 0 0 0 0,0 0 0 0 0,0 0 0 0 0,-1 0 0 0 0,1 0-1 0 0,0 0 1 0 0,0 0 0 0 0,0 0 0 0 0,0 0 0 0 0,0 0-1 0 0,-1 0 1 0 0,1 0 0 0 0,0 1 0 0 0,0-1 0 0 0,0 0 0 0 0,0 0-1 0 0,0 0 1 0 0,0 0 0 0 0,-1 0 0 0 0,1 0 0 0 0,0 0-1 0 0,0 0 1 0 0,0 1 0 0 0,0-1 0 0 0,0 0 0 0 0,0 0 0 0 0,0 0-1 0 0,0 0 1 0 0,0 0 0 0 0,0 1 0 0 0,0-1 0 0 0,0 0-1 0 0,0 0 1 0 0,0 0 0 0 0,0 0 0 0 0,-1 0 0 0 0,1 1 0 0 0,1-1-1 0 0,-1 0 1 0 0,0 0 0 0 0,0 0 0 0 0,0 0 0 0 0,0 0-1 0 0,0 1 1 0 0,0-1 0 0 0,0 0 0 0 0,0 0 0 0 0,0 0 0 0 0,0 0-1 0 0,0 0 1 0 0,0 1 0 0 0,0-1 0 0 0,0 0 0 0 0,0 0-1 0 0,1 0 1 0 0,-1 0 0 0 0,0 0 0 0 0,30 6-584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49.2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51 134 2072 0 0,'0'0'213'0'0,"5"-31"1732"0"0,-5 29-1699 0 0,2-9 761 0 0,-1 6-446 0 0,-2 7 262 0 0,-1 34-797 0 0,1 0 0 0 0,2 0-1 0 0,1-1 1 0 0,2 1 0 0 0,9 36 0 0 0,6 67 85 0 0,-17-126-97 0 0,-1-7 6 0 0,-1 0 0 0 0,1 0-1 0 0,-1 0 1 0 0,0 0 0 0 0,0 0-1 0 0,-1 1 1 0 0,1-1 0 0 0,-1 0-1 0 0,-1 0 1 0 0,1 0 0 0 0,-4 8-1 0 0,4-13-15 0 0,1-1-1 0 0,-1 1 1 0 0,1-1-1 0 0,-1 0 0 0 0,1 1 1 0 0,-1-1-1 0 0,1 0 1 0 0,-1 0-1 0 0,1 1 1 0 0,-1-1-1 0 0,1 0 0 0 0,-1 0 1 0 0,1 0-1 0 0,-1 0 1 0 0,0 0-1 0 0,1 0 0 0 0,-1 0 1 0 0,1 0-1 0 0,-1 0 1 0 0,1 0-1 0 0,-1 0 1 0 0,0 0-1 0 0,1 0 0 0 0,-1 0 1 0 0,1 0-1 0 0,-1-1 1 0 0,1 1-1 0 0,-1 0 0 0 0,1 0 1 0 0,-1-1-1 0 0,1 1 1 0 0,-2-1-1 0 0,-13-9 35 0 0,15 10-44 0 0,-4-3 10 0 0,1-1 0 0 0,-1 1 0 0 0,1-1 0 0 0,0 0 0 0 0,0 0 0 0 0,1 0 0 0 0,-1 0 0 0 0,1 0 0 0 0,0-1 0 0 0,0 1 0 0 0,0-1 0 0 0,1 1 0 0 0,-2-6 0 0 0,-10-61-16 0 0,10 25-19 0 0,2 0 0 0 0,2 0 0 0 0,2 1 0 0 0,11-55 0 0 0,13-32-79 0 0,-26 131 92 0 0,0 0 1 0 0,-1 0 0 0 0,1 0-1 0 0,0 0 1 0 0,0 0 0 0 0,0 0-1 0 0,0 1 1 0 0,0-1 0 0 0,0 0-1 0 0,0 0 1 0 0,1 1-1 0 0,-1-1 1 0 0,0 1 0 0 0,0-1-1 0 0,0 1 1 0 0,1 0 0 0 0,-1-1-1 0 0,0 1 1 0 0,1 0 0 0 0,-1 0-1 0 0,0 0 1 0 0,0 0 0 0 0,1 0-1 0 0,-1 0 1 0 0,0 0 0 0 0,3 0-1 0 0,39 6-456 0 0,-39-5 459 0 0,53 11-169 0 0,-2 2 1 0 0,1 3 0 0 0,73 33-1 0 0,-128-50 181 0 0,-1 0 0 0 0,1 0 0 0 0,-1 0 0 0 0,0 0 0 0 0,1 0 1 0 0,-1 1-1 0 0,1-1 0 0 0,-1 0 0 0 0,1 0 0 0 0,-1 1 0 0 0,0-1 0 0 0,1 0 0 0 0,-1 0 0 0 0,0 1 0 0 0,1-1 0 0 0,-1 0 0 0 0,0 1 0 0 0,1-1 0 0 0,-1 1 0 0 0,0-1 0 0 0,0 0 0 0 0,1 1 0 0 0,-1-1 0 0 0,0 1 1 0 0,0-1-1 0 0,0 1 0 0 0,0-1 0 0 0,0 0 0 0 0,0 1 0 0 0,1-1 0 0 0,-1 1 0 0 0,0-1 0 0 0,0 1 0 0 0,0-1 0 0 0,-1 1 0 0 0,-13 13-22 0 0,-30 7 26 0 0,42-21-8 0 0,-38 15-10 0 0,-1-1-1 0 0,-1-3 1 0 0,-70 11 0 0 0,109-22-15 0 0,-1-12-2509 0 0,3 9 1561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49.7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90 3724 0 0,'11'-82'1808'0'0,"-11"80"-1569"0"0,0 1-114 0 0,3-3 200 0 0,78 318-156 0 0,-42-138-12 0 0,-37-158-204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51.1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238 106 4608 0 0,'0'0'-176'0'0,"-21"-31"-656"0"0,16 29 806 0 0,-1 0 0 0 0,0 1-1 0 0,1-1 1 0 0,-1 1 0 0 0,0 0 0 0 0,0 0 0 0 0,0 1 0 0 0,0 0 0 0 0,0 0 0 0 0,0 0 0 0 0,0 1 0 0 0,0 0 0 0 0,1 0 0 0 0,-1 0 0 0 0,-9 4-1 0 0,-5 3-14 0 0,1 1-1 0 0,-36 22 0 0 0,54-31 40 0 0,0 1 0 0 0,0-1 0 0 0,0 1 0 0 0,-1-1-1 0 0,1 1 1 0 0,0-1 0 0 0,0 1 0 0 0,0 0 0 0 0,0 0 0 0 0,0 0 0 0 0,0 0 0 0 0,0-1-1 0 0,0 1 1 0 0,1 0 0 0 0,-1 1 0 0 0,0-1 0 0 0,1 0 0 0 0,-1 0 0 0 0,0 0 0 0 0,1 0-1 0 0,-1 0 1 0 0,1 1 0 0 0,0-1 0 0 0,-1 2 0 0 0,1-2 3 0 0,1 0-1 0 0,-1 0 1 0 0,1 0-1 0 0,0 0 1 0 0,-1 0 0 0 0,1 0-1 0 0,0 0 1 0 0,-1-1 0 0 0,1 1-1 0 0,0 0 1 0 0,0 0-1 0 0,0-1 1 0 0,0 1 0 0 0,0 0-1 0 0,0-1 1 0 0,0 1 0 0 0,0-1-1 0 0,0 1 1 0 0,0-1-1 0 0,1 1 1 0 0,8 2 18 0 0,-1 0 0 0 0,1-1-1 0 0,0 0 1 0 0,12 0 0 0 0,-7-1-9 0 0,-1-2-1 0 0,1 0 1 0 0,-1 0 0 0 0,0-1-1 0 0,0-1 1 0 0,24-8 0 0 0,-29 8 25 0 0,0 0-1 0 0,-1-1 1 0 0,1 0 0 0 0,-1 0 0 0 0,0-1 0 0 0,0 0-1 0 0,0-1 1 0 0,-1 1 0 0 0,0-1 0 0 0,0-1 0 0 0,8-9-1 0 0,10-14 396 0 0,-25 28-266 0 0,-4 6-162 0 0,-1-2-1 0 0,3-1-1 0 0,1 0-1 0 0,0-1 1 0 0,0 1-1 0 0,-1 0 1 0 0,1 0-1 0 0,0-1 1 0 0,0 1 0 0 0,0 0-1 0 0,0 0 1 0 0,0 0-1 0 0,0 0 1 0 0,0 1-1 0 0,0-1 1 0 0,0 0 0 0 0,1 0-1 0 0,-1 0 1 0 0,0 1-1 0 0,1-1 1 0 0,-1 2-1 0 0,0-1 3 0 0,12 9 7 0 0,-10-10-10 0 0,0 0 0 0 0,0 1-1 0 0,0-1 1 0 0,0 0 0 0 0,0 0-1 0 0,0 0 1 0 0,1 1 0 0 0,-1-1-1 0 0,0 0 1 0 0,1-1 0 0 0,-1 1 0 0 0,1 0-1 0 0,-1 0 1 0 0,3 0 0 0 0,19 5 16 0 0,1-1 0 0 0,-1-1 0 0 0,1-1 0 0 0,0-1 0 0 0,1-1 0 0 0,-1-2 0 0 0,0 0 0 0 0,0-1 0 0 0,0-2 0 0 0,-1 0-1 0 0,1-1 1 0 0,-1-2 0 0 0,0 0 0 0 0,30-15 0 0 0,-27 12 402 0 0,-26 10-414 0 0,1 0 1 0 0,-1 0-1 0 0,0 0 1 0 0,1 0-1 0 0,-1 1 0 0 0,0-1 1 0 0,1 0-1 0 0,-1 0 0 0 0,0 1 1 0 0,1-1-1 0 0,-1 0 0 0 0,0 1 1 0 0,0-1-1 0 0,1 0 1 0 0,-1 1-1 0 0,0-1 0 0 0,0 0 1 0 0,1 1-1 0 0,-1-1 0 0 0,0 0 1 0 0,0 1-1 0 0,0-1 1 0 0,0 1-1 0 0,0-1 0 0 0,0 0 1 0 0,0 1-1 0 0,0-1 0 0 0,0 1 1 0 0,0-1-1 0 0,0 0 0 0 0,0 1 1 0 0,0-1-1 0 0,0 1 1 0 0,0-1-1 0 0,0 0 0 0 0,0 1 1 0 0,0-1-1 0 0,-1 1 0 0 0,1-1 1 0 0,0 1-1 0 0,1 0-2 0 0,0 1-1 0 0,0-1 1 0 0,1 0 0 0 0,-1 0-1 0 0,0 0 1 0 0,1 0 0 0 0,-1 0-1 0 0,1 0 1 0 0,-1 0 0 0 0,1 0-1 0 0,0 0 1 0 0,-1-1 0 0 0,1 1-1 0 0,0 0 1 0 0,-1-1 0 0 0,1 0-1 0 0,0 1 1 0 0,0-1-1 0 0,1 0 1 0 0,0 1 0 0 0,24 5-10 0 0,-1 0 1 0 0,1-2-1 0 0,0-1 0 0 0,30-1 1 0 0,-39-2-21 0 0,-1-1 1 0 0,1 0-1 0 0,-1-1 1 0 0,1-2 0 0 0,-1 1-1 0 0,0-2 1 0 0,22-9-1 0 0,-36 13 21 0 0,0 0-1 0 0,-1 0 0 0 0,1-1 0 0 0,-1 1 0 0 0,1-1 0 0 0,-1 0 0 0 0,0 1 1 0 0,0-1-1 0 0,1 0 0 0 0,-1 0 0 0 0,-1-1 0 0 0,4-3 0 0 0,-4 5 3 0 0,-1-1 0 0 0,1 1 0 0 0,-1 0-1 0 0,0 0 1 0 0,1 0 0 0 0,-1-1 0 0 0,0 1 0 0 0,0 0-1 0 0,0 0 1 0 0,0-1 0 0 0,0 1 0 0 0,0 0-1 0 0,-1 0 1 0 0,1-1 0 0 0,0 1 0 0 0,-1 0 0 0 0,1 0-1 0 0,-1 0 1 0 0,1 0 0 0 0,-1 0 0 0 0,1-1 0 0 0,-1 1-1 0 0,0 0 1 0 0,1 0 0 0 0,-1 0 0 0 0,0 0-1 0 0,0 1 1 0 0,-1-3 0 0 0,-3-2-26 0 0,3 3 24 0 0,0 0 1 0 0,0 1-1 0 0,0-1 1 0 0,0 0 0 0 0,0 1-1 0 0,-1 0 1 0 0,1-1-1 0 0,0 1 1 0 0,-1 0-1 0 0,1 0 1 0 0,-1 0-1 0 0,1 0 1 0 0,-1 1-1 0 0,0-1 1 0 0,-3 0-1 0 0,2 0-17 0 0,-1 0 1 0 0,1-1-1 0 0,-1 1 1 0 0,0 1-1 0 0,0-1 0 0 0,1 1 1 0 0,-1 0-1 0 0,0 0 1 0 0,0 0-1 0 0,-7 2 0 0 0,11 0 24 0 0,0 0 0 0 0,1-1 0 0 0,-1 1 0 0 0,1 0 0 0 0,-1-1 0 0 0,1 1 0 0 0,0 0 0 0 0,0 0 0 0 0,0-1 0 0 0,0 1 0 0 0,0 0 0 0 0,0 0 0 0 0,0-1 0 0 0,1 1 0 0 0,-1 0 0 0 0,1 2 0 0 0,0 3 2 0 0,1 16 11 0 0,1 0 0 0 0,1 0 0 0 0,1 0 0 0 0,12 32-1 0 0,-4-12 0 0 0,23 57 45 0 0,-26-78-46 0 0,-2 0-1 0 0,0 0 0 0 0,-1 1 0 0 0,-1 0 0 0 0,-2 0 0 0 0,4 35 0 0 0,-8-53-4 0 0,-1 1-1 0 0,1-1 1 0 0,-1 0 0 0 0,0 0-1 0 0,0 0 1 0 0,-1 0-1 0 0,0 0 1 0 0,0 0-1 0 0,0 0 1 0 0,0 0-1 0 0,-1-1 1 0 0,1 1 0 0 0,-1-1-1 0 0,-4 6 1 0 0,0-3-1 0 0,0 0-1 0 0,0 0 1 0 0,-1-1 0 0 0,0 0 0 0 0,0 0 0 0 0,0-1 0 0 0,-11 5-1 0 0,-2 0 20 0 0,0-2-1 0 0,0 0 0 0 0,-1-1 0 0 0,0-2 0 0 0,-44 7 0 0 0,57-11-1 0 0,-92 4 203 0 0,94-4-180 0 0,1-2 0 0 0,0 1 1 0 0,-1-1-1 0 0,1 0 0 0 0,0 0 0 0 0,0-1 0 0 0,-1 0 1 0 0,1 0-1 0 0,0 0 0 0 0,1-1 0 0 0,-1 0 0 0 0,0 0 1 0 0,-6-5-1 0 0,11 7-30 0 0,0 0-1 0 0,0 0 1 0 0,-1-1 0 0 0,1 1-1 0 0,0 0 1 0 0,0-1 0 0 0,0 1 0 0 0,0-1-1 0 0,1 1 1 0 0,-1-1 0 0 0,0 1-1 0 0,1-1 1 0 0,-1 1 0 0 0,1-1-1 0 0,-1 0 1 0 0,1 1 0 0 0,0-1 0 0 0,0 0-1 0 0,-1 1 1 0 0,1-1 0 0 0,0 0-1 0 0,1 1 1 0 0,-1-1 0 0 0,0 0 0 0 0,1-1-1 0 0,0-1 5 0 0,1 0-1 0 0,0 0 0 0 0,0 0 0 0 0,0 0 1 0 0,1 0-1 0 0,-1 0 0 0 0,1 1 1 0 0,0 0-1 0 0,5-6 0 0 0,5-3 12 0 0,1 1-1 0 0,0 0 1 0 0,25-13-1 0 0,5 2-223 0 0,1 2 0 0 0,1 2-1 0 0,61-15 1 0 0,-87 26-341 0 0,-7 1-1354 0 0,-11 5 1060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52.2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57 3452 0 0,'0'-43'222'0'0,"0"43"-209"0"0,0-1 0 0 0,0 1 0 0 0,0-1 0 0 0,0 0 0 0 0,0 1 0 0 0,0-1 0 0 0,0 1 0 0 0,0-1 0 0 0,-1 1 0 0 0,1-1 0 0 0,0 1 0 0 0,0-1 0 0 0,0 1 0 0 0,0 0 0 0 0,-1-1 0 0 0,1 1 0 0 0,0-1 0 0 0,-1 1 0 0 0,1-1 0 0 0,0 1 0 0 0,-1 0 0 0 0,1-1 0 0 0,0 1 0 0 0,-1 0 0 0 0,1-1 0 0 0,-1 1 0 0 0,1 0 0 0 0,0-1 0 0 0,-1 1 0 0 0,1 0 0 0 0,-1 0 0 0 0,1 0 0 0 0,-1 0 0 0 0,1-1 0 0 0,-1 1 0 0 0,1 0 0 0 0,-1 0 0 0 0,1 0 0 0 0,-1 0 0 0 0,0 0 0 0 0,-1 0-5 0 0,0 1-1 0 0,0-1 1 0 0,0 1 0 0 0,0 0 0 0 0,0-1-1 0 0,0 1 1 0 0,0 0 0 0 0,0 0-1 0 0,1 0 1 0 0,-1 0 0 0 0,0 0 0 0 0,-1 2-1 0 0,1-2-5 0 0,1 0 0 0 0,0 0 0 0 0,-1 0-1 0 0,1 1 1 0 0,-1-1 0 0 0,1 0 0 0 0,0 1 0 0 0,0-1-1 0 0,0 1 1 0 0,0-1 0 0 0,0 1 0 0 0,0-1 0 0 0,0 1-1 0 0,1 0 1 0 0,-1-1 0 0 0,1 1 0 0 0,-1 0-1 0 0,1 0 1 0 0,-1-1 0 0 0,1 1 0 0 0,0 0 0 0 0,0 0-1 0 0,0 0 1 0 0,0-1 0 0 0,0 1 0 0 0,0 0 0 0 0,1 0-1 0 0,-1 0 1 0 0,1-1 0 0 0,-1 1 0 0 0,1 0 0 0 0,-1-1-1 0 0,1 1 1 0 0,0 0 0 0 0,1 2 0 0 0,6 4 6 0 0,1 0 1 0 0,-1-1 0 0 0,1 0 0 0 0,0 0-1 0 0,1-1 1 0 0,-1 0 0 0 0,1-1-1 0 0,1 0 1 0 0,-1-1 0 0 0,15 5-1 0 0,15 3 23 0 0,56 8-1 0 0,-93-19-26 0 0,36 6 42 0 0,53 3 0 0 0,-80-9-32 0 0,0-1 0 0 0,0-1 0 0 0,0 0 0 0 0,1 0 0 0 0,-1-1 1 0 0,0-1-1 0 0,-1 0 0 0 0,18-7 0 0 0,-27 9-14 0 0,-1 1-1 0 0,0-1 1 0 0,0 1 0 0 0,0-1-1 0 0,1 1 1 0 0,-1-1-1 0 0,0 0 1 0 0,0 0 0 0 0,0 0-1 0 0,0 1 1 0 0,0-1-1 0 0,0 0 1 0 0,0 0 0 0 0,-1 0-1 0 0,1 0 1 0 0,0-1-1 0 0,-1 1 1 0 0,1 0 0 0 0,0 0-1 0 0,-1 0 1 0 0,1-1-1 0 0,-1 1 1 0 0,0 0 0 0 0,1 0-1 0 0,-1-1 1 0 0,0 1-1 0 0,0 0 1 0 0,0-1 0 0 0,0 1-1 0 0,0 0 1 0 0,0-2-1 0 0,-1 1-11 0 0,8 24-174 0 0,-2-19 187 0 0,-1 1-1 0 0,1-1 0 0 0,0 0 0 0 0,0-1 0 0 0,0 1 1 0 0,0-1-1 0 0,0 0 0 0 0,1 0 0 0 0,-1-1 0 0 0,1 1 1 0 0,-1-1-1 0 0,9 0 0 0 0,1 2 9 0 0,20 5 14 0 0,0-1 1 0 0,44 2 0 0 0,-71-8 6 0 0,0 0 0 0 0,0-1-1 0 0,0 0 1 0 0,0 0 0 0 0,0-1 0 0 0,0 0 0 0 0,-1-1 0 0 0,1 0 0 0 0,0 0-1 0 0,-1 0 1 0 0,1-1 0 0 0,-1 0 0 0 0,0-1 0 0 0,0 1 0 0 0,0-1 0 0 0,11-9-1 0 0,-17 11-14 0 0,1 0 0 0 0,-1 0-1 0 0,1 0 1 0 0,-1-1-1 0 0,0 1 1 0 0,0 0 0 0 0,0-1-1 0 0,0 1 1 0 0,0-1 0 0 0,0 1-1 0 0,-1-1 1 0 0,1 1-1 0 0,-1-1 1 0 0,0 1 0 0 0,0-1-1 0 0,0 1 1 0 0,0-1-1 0 0,0 1 1 0 0,0-1 0 0 0,-1 0-1 0 0,1 1 1 0 0,-1-1-1 0 0,-1-3 1 0 0,-1-1 12 0 0,1 1 1 0 0,-1 0-1 0 0,0 0 0 0 0,-1 0 1 0 0,1 1-1 0 0,-1-1 0 0 0,-8-7 1 0 0,11 11-72 0 0,0 0-1 0 0,0 1 1 0 0,0 0 0 0 0,-1-1-1 0 0,1 1 1 0 0,-1 0 0 0 0,1-1-1 0 0,-1 1 1 0 0,1 0 0 0 0,-1 0-1 0 0,0 0 1 0 0,0 1 0 0 0,1-1-1 0 0,-1 0 1 0 0,0 1 0 0 0,0-1-1 0 0,0 1 1 0 0,0-1 0 0 0,0 1 0 0 0,0 0-1 0 0,1 0 1 0 0,-1 0 0 0 0,0 0-1 0 0,-2 0 1 0 0,-5 1-2098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52.4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 1 3548 0 0,'0'0'237'0'0,"-6"1"-237"0"0,5-1-1 0 0,-1 0 1 0 0,0 0-1 0 0,0 0 1 0 0,1 1-1 0 0,-1-1 1 0 0,0 0-1 0 0,0 1 1 0 0,0-1-1 0 0,0 1 1 0 0,1-1-1 0 0,-1 1 0 0 0,0 0 1 0 0,1 0-1 0 0,-1 0 1 0 0,-2 2-1 0 0,2-1 1 0 0,1 1 0 0 0,-1-1 0 0 0,1 1 0 0 0,0 0 0 0 0,0-1 0 0 0,0 1 0 0 0,0 0 0 0 0,1 0 0 0 0,-1 0 0 0 0,1 0 0 0 0,0-1 0 0 0,0 1 0 0 0,0 0 0 0 0,0 0 0 0 0,0 0 0 0 0,0 0 0 0 0,1 0 0 0 0,0 0 0 0 0,1 4 0 0 0,22 43 66 0 0,-17-41-217 0 0,1 1 0 0 0,-1-1 0 0 0,2 0 1 0 0,-1-1-1 0 0,1 0 0 0 0,1-1 0 0 0,0 1 1 0 0,-1-2-1 0 0,2 1 0 0 0,-1-2 0 0 0,1 1 1 0 0,0-1-1 0 0,0-1 0 0 0,1 0 0 0 0,20 4 0 0 0,-15-5-362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52.6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 75 2800 0 0,'-17'-12'396'0'0,"6"2"-68"0"0,6 0 12 0 0,-3 5 20 0 0,5 0 696 0 0,-5-7-367 0 0,2 4-609 0 0,31 1-2173 0 0,-3 2-7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53.2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98 115 3688 0 0,'-2'-15'311'0'0,"0"0"-1"0"0,-1 1 1 0 0,-1-1-1 0 0,0 1 1 0 0,-8-17-1 0 0,12 30-278 0 0,0 1-22 0 0,0 0 1 0 0,0-1 0 0 0,0 1 0 0 0,0-1 0 0 0,0 1 0 0 0,0 0-1 0 0,0-1 1 0 0,0 1 0 0 0,0 0 0 0 0,0-1 0 0 0,0 1 0 0 0,0 0-1 0 0,0-1 1 0 0,-1 1 0 0 0,1 0 0 0 0,0-1 0 0 0,0 1 0 0 0,0 0-1 0 0,0-1 1 0 0,-1 1 0 0 0,1 0 0 0 0,0-1 0 0 0,0 1 0 0 0,-1 0-1 0 0,1 0 1 0 0,0 0 0 0 0,-1-1 0 0 0,1 1 0 0 0,0 0 0 0 0,-1 0-1 0 0,1 0 1 0 0,0 0 0 0 0,-1-1 0 0 0,1 1 0 0 0,0 0 0 0 0,-1 0-1 0 0,1 0 1 0 0,0 0 0 0 0,-1 0 0 0 0,1 0 0 0 0,-1 0 0 0 0,1 0-1 0 0,0 0 1 0 0,-1 0 0 0 0,1 0 0 0 0,0 0 0 0 0,-1 0 0 0 0,0 1-1 0 0,-9 21 109 0 0,-4 41-151 0 0,13-61 60 0 0,-30 235 117 0 0,29-206-130 0 0,2-1 1 0 0,1 0 0 0 0,1 1 0 0 0,1-1-1 0 0,14 55 1 0 0,-13-75 2 0 0,0 0-1 0 0,1 0 0 0 0,0-1 1 0 0,0 1-1 0 0,1-1 0 0 0,0 0 1 0 0,1-1-1 0 0,-1 0 0 0 0,2 0 1 0 0,-1 0-1 0 0,1-1 0 0 0,1 0 1 0 0,-1 0-1 0 0,1-1 0 0 0,0 0 1 0 0,0-1-1 0 0,1 0 0 0 0,0 0 1 0 0,0-1-1 0 0,11 3 1 0 0,-2-1-345 0 0,0 0 0 0 0,1-2 0 0 0,0 0 0 0 0,0-2 1 0 0,-1 0-1 0 0,2-1 0 0 0,-1-1 0 0 0,0-1 0 0 0,39-6 1 0 0,-23-2-1382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53.5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40 4648 0 0,'0'0'-212'0'0,"-17"-2"-144"0"0,66-8-368 0 0,-27 7 616 0 0,9 1-48 0 0,4-1-56 0 0,17-2-132 0 0,3-2-520 0 0,0 0 292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54.1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16 126 2320 0 0,'-9'-27'329'0'0,"4"-40"1655"0"0,5 65-1775 0 0,2-27 1226 0 0,-5 83-1414 0 0,2 1-1 0 0,3-1 1 0 0,2 0-1 0 0,3 0 1 0 0,1 0-1 0 0,19 60 1 0 0,11 37 91 0 0,-38-136 348 0 0,-8-23-366 0 0,7 7-94 0 0,1-1 1 0 0,-1 1-1 0 0,1-1 1 0 0,-1 1-1 0 0,1-1 1 0 0,-1 1-1 0 0,1-1 1 0 0,0 1-1 0 0,0-1 1 0 0,-1 1-1 0 0,1-1 0 0 0,0 0 1 0 0,1 1-1 0 0,-1-1 1 0 0,0 1-1 0 0,0-1 1 0 0,1 1-1 0 0,-1-1 1 0 0,1 1-1 0 0,-1-1 1 0 0,1 1-1 0 0,0-1 1 0 0,-1 1-1 0 0,1 0 1 0 0,0-1-1 0 0,0 1 1 0 0,0 0-1 0 0,2-2 1 0 0,1 0-4 0 0,1 0 0 0 0,0 0 1 0 0,0 0-1 0 0,0 1 1 0 0,0-1-1 0 0,1 1 1 0 0,-1 1-1 0 0,1-1 0 0 0,-1 1 1 0 0,1 0-1 0 0,-1 0 1 0 0,1 1-1 0 0,0-1 1 0 0,-1 1-1 0 0,9 1 0 0 0,14 2-6 0 0,51 10-1 0 0,-51-7 13 0 0,31 5-33 0 0,18 2-50 0 0,-1 4 0 0 0,126 44 0 0 0,-193-56 64 0 0,6 2-3225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55.5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43 132 4560 0 0,'-13'-49'-348'0'0,"1"5"894"0"0,0 6 247 0 0,10 48-792 0 0,0 1 0 0 0,1-1 0 0 0,0 1 1 0 0,1-1-1 0 0,0 1 0 0 0,1-1 1 0 0,0 1-1 0 0,5 20 0 0 0,32 92 26 0 0,-12-43-9 0 0,-3 6 41 0 0,29 94 104 0 0,-52-180-149 0 0,-1-1 0 0 0,1 1 0 0 0,0 0 0 0 0,0 0 0 0 0,-1 0 0 0 0,1 0 0 0 0,0 0 0 0 0,0 0 0 0 0,-1 0 0 0 0,1 0 0 0 0,0 0 0 0 0,0 0 0 0 0,-1 0 0 0 0,1 0 0 0 0,0 0 0 0 0,0 0 0 0 0,-1 0 0 0 0,1 0 1 0 0,0 0-1 0 0,0 0 0 0 0,-1 0 0 0 0,1 0 0 0 0,0 0 0 0 0,0 0 0 0 0,0 1 0 0 0,-1-1 0 0 0,1 0 0 0 0,0 0 0 0 0,0 0 0 0 0,0 0 0 0 0,-1 0 0 0 0,1 1 0 0 0,0-1 0 0 0,0 0 0 0 0,0 0 0 0 0,0 0 1 0 0,-1 1-1 0 0,1-1 0 0 0,0 0 0 0 0,0 0 0 0 0,0 1 0 0 0,0-1 0 0 0,0 0 0 0 0,0 0 0 0 0,0 1 0 0 0,0-1 0 0 0,0 0 0 0 0,0 0 0 0 0,0 1 0 0 0,0-1 0 0 0,0 0 0 0 0,0 0 0 0 0,0 1 0 0 0,0-1 0 0 0,0 1 1 0 0,-21-25 9 0 0,16 13 0 0 0,1 0 1 0 0,0-1 0 0 0,0 1-1 0 0,1-1 1 0 0,1 0-1 0 0,0 1 1 0 0,1-1-1 0 0,0 0 1 0 0,0 0-1 0 0,1 0 1 0 0,1 0-1 0 0,0 0 1 0 0,6-23-1 0 0,-5 31-27 0 0,1-1-1 0 0,-1 1 1 0 0,1 0-1 0 0,0 0 1 0 0,1 0-1 0 0,-1 0 1 0 0,1 1-1 0 0,-1-1 1 0 0,1 1-1 0 0,0 0 1 0 0,0 0 0 0 0,1 0-1 0 0,-1 0 1 0 0,0 1-1 0 0,1 0 1 0 0,0 0-1 0 0,0 0 1 0 0,-1 0-1 0 0,1 1 1 0 0,0 0-1 0 0,0 0 1 0 0,0 0-1 0 0,6 1 1 0 0,15-2-23 0 0,-1 1 1 0 0,1 2 0 0 0,32 4 0 0 0,-49-4 23 0 0,39 5-13 0 0,-1 2 0 0 0,1 2 1 0 0,-2 2-1 0 0,1 2 0 0 0,-2 3 1 0 0,51 24-1 0 0,-94-40 12 0 0,0-1-1 0 0,0 1 1 0 0,-1 0 0 0 0,1-1 0 0 0,0 1 0 0 0,-1 0-1 0 0,1 0 1 0 0,-1 0 0 0 0,1 0 0 0 0,-1 1-1 0 0,0-1 1 0 0,1 0 0 0 0,-1 0 0 0 0,0 1-1 0 0,0-1 1 0 0,0 1 0 0 0,0-1 0 0 0,0 1-1 0 0,0 0 1 0 0,0-1 0 0 0,-1 1 0 0 0,1 0-1 0 0,0-1 1 0 0,-1 1 0 0 0,0 0 0 0 0,1 3 0 0 0,-2-3 1 0 0,0 1 0 0 0,0-1 0 0 0,-1 0 0 0 0,1 0 0 0 0,-1-1 0 0 0,1 1 0 0 0,-1 0 0 0 0,0 0 0 0 0,1-1 0 0 0,-1 1 0 0 0,0-1 0 0 0,0 1 0 0 0,0-1 0 0 0,0 0 0 0 0,-1 0 0 0 0,1 0 0 0 0,0 0 0 0 0,0 0 0 0 0,-4 0 0 0 0,-39 13-2 0 0,0-3 0 0 0,-1-1 0 0 0,1-3 0 0 0,-2-2 0 0 0,-76 0 0 0 0,-4-10 132 0 0,127 5-138 0 0,-1 0 0 0 0,1 1 1 0 0,-1-1-1 0 0,1 0 0 0 0,-1 0 1 0 0,1 0-1 0 0,-1 0 0 0 0,1 0 1 0 0,-1 1-1 0 0,0-1 0 0 0,1 0 1 0 0,-1 0-1 0 0,1 0 1 0 0,-1-1-1 0 0,1 1 0 0 0,-1 0 1 0 0,1 0-1 0 0,-1 0 0 0 0,1 0 1 0 0,-1 0-1 0 0,0-1 0 0 0,1 1 1 0 0,-1 0-1 0 0,1-1 0 0 0,0 1 1 0 0,-1 0-1 0 0,1-1 0 0 0,-1 1 1 0 0,1 0-1 0 0,-1-1 1 0 0,1 1-1 0 0,0-1 0 0 0,-1 1 1 0 0,1 0-1 0 0,0-1 0 0 0,0 1 1 0 0,-1-1-1 0 0,1 1 0 0 0,0-1 1 0 0,0 0-1 0 0,0 1 0 0 0,-1-1 1 0 0,1 1-1 0 0,0-1 0 0 0,0 1 1 0 0,0-1-1 0 0,0 1 1 0 0,0-1-1 0 0,0 0 0 0 0,0 1 1 0 0,0-1-1 0 0,1 1 0 0 0,-1-1 1 0 0,0 1-1 0 0,0-1 0 0 0,0 1 1 0 0,0-1-1 0 0,1 1 0 0 0,-1-1 1 0 0,0 1-1 0 0,1-1 0 0 0,-1 1 1 0 0,0-1-1 0 0,1 1 1 0 0,-1 0-1 0 0,1-1 0 0 0,-1 1 1 0 0,0-1-1 0 0,2 1 0 0 0,27-28-2432 0 0,-12 16 745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56.3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290 69 4540 0 0,'0'0'-218'0'0,"-23"-38"-896"0"0,20 35 1105 0 0,0 0 0 0 0,0 1 0 0 0,0-1 0 0 0,0 1 0 0 0,0 0 0 0 0,-1-1 0 0 0,1 1 0 0 0,-1 1-1 0 0,1-1 1 0 0,-1 0 0 0 0,0 1 0 0 0,0 0 0 0 0,0 0 0 0 0,0 0 0 0 0,0 0 0 0 0,0 1 0 0 0,0 0 0 0 0,0-1-1 0 0,0 1 1 0 0,0 1 0 0 0,0-1 0 0 0,0 1 0 0 0,0-1 0 0 0,1 1 0 0 0,-1 0 0 0 0,0 1 0 0 0,-6 2 0 0 0,-3 0 7 0 0,1 1 0 0 0,0 0 1 0 0,1 1-1 0 0,-1 1 0 0 0,1 0 0 0 0,1 0 1 0 0,-1 1-1 0 0,1 0 0 0 0,0 1 1 0 0,1 0-1 0 0,0 0 0 0 0,-11 16 1 0 0,19-24 3 0 0,0 1 0 0 0,1-1 1 0 0,-1 0-1 0 0,0 1 1 0 0,0-1-1 0 0,1 0 1 0 0,-1 1-1 0 0,1-1 0 0 0,-1 1 1 0 0,1-1-1 0 0,0 1 1 0 0,-1-1-1 0 0,1 1 1 0 0,0-1-1 0 0,0 1 0 0 0,0-1 1 0 0,0 1-1 0 0,1-1 1 0 0,-1 1-1 0 0,0 0 0 0 0,0-1 1 0 0,1 0-1 0 0,-1 1 1 0 0,1-1-1 0 0,0 1 1 0 0,-1-1-1 0 0,1 0 0 0 0,0 1 1 0 0,0-1-1 0 0,0 0 1 0 0,0 0-1 0 0,0 1 1 0 0,0-1-1 0 0,0 0 0 0 0,0 0 1 0 0,0 0-1 0 0,0 0 1 0 0,1-1-1 0 0,-1 1 0 0 0,0 0 1 0 0,1 0-1 0 0,-1-1 1 0 0,1 1-1 0 0,1 0 1 0 0,3 2 12 0 0,0-1 0 0 0,0 1 0 0 0,0-1 1 0 0,0-1-1 0 0,0 1 0 0 0,1-1 0 0 0,-1 0 1 0 0,0 0-1 0 0,1-1 0 0 0,11 0 0 0 0,4-5 104 0 0,-1-1-1 0 0,0-1 1 0 0,0-2 0 0 0,-1 1-1 0 0,0-2 1 0 0,0-1-1 0 0,-1-1 1 0 0,0 0-1 0 0,-1-1 1 0 0,24-23-1 0 0,-28 26 203 0 0,-12 18-177 0 0,-1-1-167 0 0,-6 39 92 0 0,5-42-103 0 0,0 0 0 0 0,1 0 0 0 0,0 0 0 0 0,0 0 0 0 0,0 0 0 0 0,0 0 0 0 0,1 0 0 0 0,-1 0 0 0 0,1 0 0 0 0,0-1 0 0 0,0 1 0 0 0,1-1 0 0 0,-1 1 0 0 0,1-1 0 0 0,-1 0 0 0 0,1 0 0 0 0,0 0 0 0 0,0 0 0 0 0,1-1 0 0 0,-1 1 0 0 0,1-1 0 0 0,-1 0 0 0 0,1 0 0 0 0,-1 0 0 0 0,1 0 0 0 0,0-1 0 0 0,0 0 0 0 0,0 1 0 0 0,6 0 0 0 0,2 1-130 0 0,1-1 1 0 0,-1 0-1 0 0,1 0 1 0 0,0-2-1 0 0,0 1 1 0 0,-1-2-1 0 0,1 1 0 0 0,22-6 1 0 0,-7-1-512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57.4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277 381 3256 0 0,'-40'-17'-640'0'0,"31"15"623"0"0,0 0 0 0 0,0 1 0 0 0,0 0 1 0 0,0 0-1 0 0,0 1 0 0 0,-1 0 0 0 0,1 1 0 0 0,0 0 1 0 0,0 0-1 0 0,0 1 0 0 0,0 0 0 0 0,1 0 1 0 0,-1 1-1 0 0,0 1 0 0 0,1-1 0 0 0,0 1 1 0 0,0 1-1 0 0,0 0 0 0 0,0 0 0 0 0,1 0 1 0 0,0 1-1 0 0,0 0 0 0 0,0 0 0 0 0,1 1 0 0 0,0 0 1 0 0,0 0-1 0 0,-5 9 0 0 0,10-14 22 0 0,0 1 0 0 0,0 0 0 0 0,1-1 1 0 0,-1 1-1 0 0,1 0 0 0 0,-1 0 0 0 0,1-1 0 0 0,0 1 0 0 0,0 0 0 0 0,0 0 0 0 0,0 0 0 0 0,1-1 0 0 0,-1 1 1 0 0,1 0-1 0 0,0 0 0 0 0,0-1 0 0 0,0 1 0 0 0,0-1 0 0 0,0 1 0 0 0,0-1 0 0 0,1 1 0 0 0,-1-1 0 0 0,1 0 1 0 0,0 1-1 0 0,-1-1 0 0 0,1 0 0 0 0,0 0 0 0 0,0 0 0 0 0,4 2 0 0 0,4 4 15 0 0,0 0-1 0 0,0 0 0 0 0,0-1 1 0 0,1-1-1 0 0,15 7 1 0 0,12 3 35 0 0,2-1 1 0 0,-1-3 0 0 0,2-1 0 0 0,0-2-1 0 0,0-1 1 0 0,0-3 0 0 0,1-1 0 0 0,67-3 0 0 0,-100-1-17 0 0,0-1 1 0 0,0 0-1 0 0,0 0 0 0 0,-1-1 1 0 0,1 0-1 0 0,-1-1 1 0 0,1 0-1 0 0,-1 0 1 0 0,0-1-1 0 0,0 0 1 0 0,0-1-1 0 0,-1 1 1 0 0,1-1-1 0 0,-1-1 0 0 0,0 1 1 0 0,-1-1-1 0 0,0-1 1 0 0,1 1-1 0 0,-2-1 1 0 0,8-10-1 0 0,-7 6 4 0 0,0 0-1 0 0,-1 0 1 0 0,0 0-1 0 0,0-1 1 0 0,-1 0 0 0 0,-1 0-1 0 0,0 0 1 0 0,-1 0-1 0 0,0 0 1 0 0,-1 0-1 0 0,0-1 1 0 0,-1 1-1 0 0,0-1 1 0 0,-3-12-1 0 0,-12-61 843 0 0,-35-117 1 0 0,28 113-33 0 0,22 88-856 0 0,1 8-20 0 0,11 50 46 0 0,3-2 1 0 0,43 102-1 0 0,-7-21 35 0 0,-29-77 115 0 0,3-2 0 0 0,31 54 0 0 0,-55-108 270 0 0,-1-5-432 0 0,-1 1 1 0 0,1 0-1 0 0,-1 0 1 0 0,0 0-1 0 0,0 0 0 0 0,0 0 1 0 0,0 1-1 0 0,0-1 1 0 0,0 0-1 0 0,-1 0 0 0 0,-1-1 1 0 0,-8-15 44 0 0,-1-10 35 0 0,1-1-1 0 0,-10-41 0 0 0,19 61-92 0 0,0 1-1 0 0,1-1 1 0 0,0 1-1 0 0,0-1 1 0 0,1 1-1 0 0,0-1 1 0 0,1 0-1 0 0,-1 1 1 0 0,2-1-1 0 0,-1 1 1 0 0,1-1-1 0 0,1 1 1 0 0,4-12-1 0 0,-4 15-15 0 0,1 1 0 0 0,-1 0 0 0 0,1 0-1 0 0,0 0 1 0 0,0 0 0 0 0,0 0-1 0 0,0 1 1 0 0,1 0 0 0 0,-1 0 0 0 0,1 0-1 0 0,0 0 1 0 0,0 1 0 0 0,0 0-1 0 0,0 0 1 0 0,0 0 0 0 0,1 1 0 0 0,-1 0-1 0 0,0 0 1 0 0,1 0 0 0 0,6 0-1 0 0,9-1-61 0 0,1 1 0 0 0,0 1 0 0 0,37 5 0 0 0,-55-5 56 0 0,1 0-1 0 0,-1 1 0 0 0,1-1 1 0 0,0 1-1 0 0,-1 0 1 0 0,1 1-1 0 0,-1-1 0 0 0,0 1 1 0 0,1 0-1 0 0,-1 0 0 0 0,0 0 1 0 0,0 0-1 0 0,0 1 1 0 0,0-1-1 0 0,-1 1 0 0 0,7 6 1 0 0,-12-7 17 0 0,1 0 1 0 0,-1 0 0 0 0,0-1-1 0 0,1 1 1 0 0,-1 0 0 0 0,0-1-1 0 0,0 1 1 0 0,0-1 0 0 0,0 0-1 0 0,-1 0 1 0 0,1 1 0 0 0,0-1-1 0 0,-3 0 1 0 0,-60 21-63 0 0,-126 23 0 0 0,4-1-68 0 0,184-44 115 0 0,8 3-22 0 0,29 8 38 0 0,1-1 0 0 0,-1-2 1 0 0,1-1-1 0 0,39 2 0 0 0,5 2 7 0 0,-28-3-2 0 0,-21-5-13 0 0,0 2 0 0 0,0 1 0 0 0,0 2 1 0 0,53 20-1 0 0,-82-28-23 0 0,0 1 1 0 0,0-1 0 0 0,0 0 0 0 0,0 1-1 0 0,0-1 1 0 0,0 1 0 0 0,0 0 0 0 0,0-1-1 0 0,0 1 1 0 0,0 0 0 0 0,-1-1 0 0 0,1 1 0 0 0,0 0-1 0 0,0 0 1 0 0,-1 0 0 0 0,1 0 0 0 0,0 0-1 0 0,-1 0 1 0 0,1 0 0 0 0,-1 0 0 0 0,1 0-1 0 0,-1 0 1 0 0,0 0 0 0 0,1 0 0 0 0,-1 0-1 0 0,0 0 1 0 0,0 0 0 0 0,0 0 0 0 0,0 1-1 0 0,0-1 1 0 0,0 0 0 0 0,0 0 0 0 0,0 0 0 0 0,0 0-1 0 0,0 0 1 0 0,-1 0 0 0 0,1 0 0 0 0,-1 0-1 0 0,1 0 1 0 0,0 0 0 0 0,-1 0 0 0 0,0 0-1 0 0,1 0 1 0 0,-1 0 0 0 0,1 0 0 0 0,-1 0-1 0 0,0 0 1 0 0,0 0 0 0 0,0-1 0 0 0,1 1 0 0 0,-1 0-1 0 0,0-1 1 0 0,-1 2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58.4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283 34 4496 0 0,'0'-1'-41'0'0,"-1"-1"0"0"0,0 0 0 0 0,0 0 0 0 0,0 1 0 0 0,0-1 0 0 0,0 0-1 0 0,0 1 1 0 0,0-1 0 0 0,0 1 0 0 0,-1-1 0 0 0,1 1 0 0 0,-1 0 0 0 0,1 0-1 0 0,-1-1 1 0 0,1 1 0 0 0,-1 0 0 0 0,0 1 0 0 0,1-1 0 0 0,-1 0-1 0 0,0 0 1 0 0,0 1 0 0 0,0-1 0 0 0,0 1 0 0 0,0-1 0 0 0,1 1 0 0 0,-1 0-1 0 0,0 0 1 0 0,-3 0 0 0 0,-52-4-300 0 0,44 5 292 0 0,-1 1 0 0 0,1 0 0 0 0,0 1 1 0 0,0 1-1 0 0,-18 6 0 0 0,24-7 36 0 0,1-1-1 0 0,-1 2 0 0 0,0-1 0 0 0,1 1 1 0 0,0 0-1 0 0,0 0 0 0 0,0 1 0 0 0,0 0 1 0 0,1 0-1 0 0,-9 10 0 0 0,13-13 14 0 0,0-1-1 0 0,0 1 0 0 0,0 0 1 0 0,0 0-1 0 0,1-1 0 0 0,-1 1 1 0 0,0 0-1 0 0,1 0 0 0 0,0 0 1 0 0,-1-1-1 0 0,1 1 0 0 0,0 0 1 0 0,0 0-1 0 0,0 0 0 0 0,0 0 1 0 0,0 0-1 0 0,1-1 1 0 0,-1 1-1 0 0,1 0 0 0 0,-1 0 1 0 0,1 0-1 0 0,-1-1 0 0 0,1 1 1 0 0,0 0-1 0 0,0-1 0 0 0,0 1 1 0 0,0-1-1 0 0,0 1 0 0 0,0-1 1 0 0,1 1-1 0 0,-1-1 0 0 0,0 0 1 0 0,1 1-1 0 0,-1-1 0 0 0,1 0 1 0 0,-1 0-1 0 0,1 0 1 0 0,-1 0-1 0 0,4 1 0 0 0,7 4 12 0 0,-1 0-1 0 0,1-1 0 0 0,0 0 1 0 0,16 4-1 0 0,13 2 33 0 0,81 12-1 0 0,-107-21-28 0 0,0-1-1 0 0,0 0 1 0 0,0-2 0 0 0,0 1-1 0 0,0-2 1 0 0,0 0 0 0 0,-1-1-1 0 0,1 0 1 0 0,15-6 0 0 0,-28 8-15 0 0,0 1 1 0 0,1-1 0 0 0,-1 0 0 0 0,0 0 0 0 0,0 0-1 0 0,0 0 1 0 0,0 0 0 0 0,0 0 0 0 0,0-1 0 0 0,0 1-1 0 0,-1-1 1 0 0,1 1 0 0 0,0-1 0 0 0,-1 0 0 0 0,1 1-1 0 0,-1-1 1 0 0,0 0 0 0 0,0 0 0 0 0,1 0 0 0 0,-1 0-1 0 0,0 0 1 0 0,-1 0 0 0 0,1-1 0 0 0,0 1 0 0 0,-1 0 0 0 0,1 0-1 0 0,-1-1 1 0 0,1 1 0 0 0,-1 0 0 0 0,0 0 0 0 0,0-1-1 0 0,0 1 1 0 0,-1 0 0 0 0,1-1 0 0 0,0 1 0 0 0,-1 0-1 0 0,0 0 1 0 0,1 0 0 0 0,-1-1 0 0 0,-2-2 0 0 0,0-1-2 0 0,-1-1 1 0 0,0 1-1 0 0,-1-1 1 0 0,1 1-1 0 0,-1 1 1 0 0,-1-1-1 0 0,1 1 1 0 0,-1 0-1 0 0,0 0 1 0 0,-11-7 0 0 0,15 11-11 0 0,1 1 11 0 0,0-1 0 0 0,-1 1-1 0 0,1 0 1 0 0,-1 0-1 0 0,1 1 1 0 0,-1-1 0 0 0,1 0-1 0 0,0 0 1 0 0,-1 1 0 0 0,1-1-1 0 0,-1 1 1 0 0,1-1-1 0 0,0 1 1 0 0,0-1 0 0 0,-1 1-1 0 0,1 0 1 0 0,0 0 0 0 0,0 0-1 0 0,0 0 1 0 0,0 0 0 0 0,0 0-1 0 0,0 0 1 0 0,0 0-1 0 0,0 0 1 0 0,0 0 0 0 0,0 0-1 0 0,0 1 1 0 0,1-1 0 0 0,-1 0-1 0 0,1 1 1 0 0,-1-1-1 0 0,1 0 1 0 0,-1 1 0 0 0,1-1-1 0 0,0 1 1 0 0,0-1 0 0 0,-1 0-1 0 0,1 1 1 0 0,0-1 0 0 0,0 1-1 0 0,1-1 1 0 0,-1 3-1 0 0,2 10 12 0 0,0-1-1 0 0,0 1 1 0 0,9 23-1 0 0,-5-14 5 0 0,0-3-3 0 0,0-1 0 0 0,2 1 0 0 0,0-1 0 0 0,1 0 0 0 0,1-1 0 0 0,0 0 0 0 0,1 0 0 0 0,18 19 0 0 0,13 11 30 0 0,65 57-1 0 0,-59-60-3 0 0,45 55 0 0 0,-91-98-32 0 0,0 0 0 0 0,0 0 0 0 0,0 1 0 0 0,0-1 0 0 0,-1 1 0 0 0,1-1 0 0 0,-1 1-1 0 0,0 0 1 0 0,0 0 0 0 0,0 0 0 0 0,0-1 0 0 0,0 1 0 0 0,-1 0 0 0 0,1 0 0 0 0,-1 0 0 0 0,0 0 0 0 0,1 0 0 0 0,-2 0 0 0 0,1 6 0 0 0,-2-6 0 0 0,1 0 0 0 0,0 0 1 0 0,-1 0-1 0 0,0 0 0 0 0,0 0 1 0 0,0 0-1 0 0,0-1 0 0 0,0 1 1 0 0,-1-1-1 0 0,1 1 0 0 0,-1-1 1 0 0,1 0-1 0 0,-1 0 0 0 0,0 0 1 0 0,0 0-1 0 0,0 0 0 0 0,-6 2 1 0 0,-22 8 75 0 0,0 0 1 0 0,0-2 0 0 0,-2-2-1 0 0,1 0 1 0 0,-1-2 0 0 0,0-2-1 0 0,0-1 1 0 0,0-2-1 0 0,0-1 1 0 0,0-1 0 0 0,0-2-1 0 0,-44-9 1 0 0,71 11 17 0 0,-1-1 0 0 0,1 0 0 0 0,-1 0 0 0 0,1 0 0 0 0,0-1 0 0 0,0 0-1 0 0,0-1 1 0 0,0 1 0 0 0,-7-7 0 0 0,11 9-71 0 0,0-1 1 0 0,1 0-1 0 0,-1 0 0 0 0,1 0 0 0 0,-1 0 0 0 0,1 0 1 0 0,0 0-1 0 0,0-1 0 0 0,0 1 0 0 0,0 0 0 0 0,1 0 1 0 0,-1-1-1 0 0,0 1 0 0 0,1-1 0 0 0,0 1 1 0 0,-1 0-1 0 0,1-1 0 0 0,0 1 0 0 0,0-1 0 0 0,1 1 1 0 0,-1-1-1 0 0,0 1 0 0 0,1 0 0 0 0,0-1 0 0 0,-1 1 1 0 0,1 0-1 0 0,0 0 0 0 0,0-1 0 0 0,2-2 1 0 0,5-9 15 0 0,1 0 1 0 0,0 0 0 0 0,1 1 0 0 0,1 0 0 0 0,-1 1 0 0 0,2 0 0 0 0,0 1 0 0 0,1 0 0 0 0,0 1 0 0 0,0 0-1 0 0,20-10 1 0 0,-1 2 13 0 0,2 1 0 0 0,0 2 0 0 0,69-21 0 0 0,-76 29-59 0 0,-16 5-116 0 0,0-1-1 0 0,-1 0 1 0 0,1-1 0 0 0,-1 0 0 0 0,17-10 0 0 0,-23 6-2832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59.1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34 4104 0 0,'-16'-11'-299'0'0,"13"1"183"0"0,21 1 37 0 0,-3 7 59 0 0,2 1 6 0 0,-1 1 1 0 0,1 0 0 0 0,-1 2 0 0 0,0 0 0 0 0,1 0 0 0 0,-1 2-1 0 0,0 0 1 0 0,-1 0 0 0 0,24 11 0 0 0,-5 3-4 0 0,0 1 0 0 0,45 33 0 0 0,-30-19 12 0 0,-3-3 9 0 0,11 6 21 0 0,80 68 1 0 0,-137-104-21 0 0,1 0-1 0 0,-1 0 1 0 0,0 0 0 0 0,1 1-1 0 0,-1-1 1 0 0,0 0 0 0 0,1 0-1 0 0,-1 0 1 0 0,0 1 0 0 0,1-1-1 0 0,-1 0 1 0 0,0 0 0 0 0,0 1-1 0 0,0-1 1 0 0,1 0 0 0 0,-1 1-1 0 0,0-1 1 0 0,0 0 0 0 0,0 1-1 0 0,0-1 1 0 0,1 0 0 0 0,-1 1-1 0 0,0-1 1 0 0,0 0 0 0 0,0 1-1 0 0,0-1 1 0 0,0 0-1 0 0,0 1 1 0 0,0-1 0 0 0,0 1-1 0 0,0-1 1 0 0,0 0 0 0 0,0 1-1 0 0,0-1 1 0 0,0 0 0 0 0,0 1-1 0 0,-1-1 1 0 0,1 0 0 0 0,0 1-1 0 0,-17 3 71 0 0,-21-8 3 0 0,25 2 9 0 0,0 0-1 0 0,-1-1 0 0 0,1 0 1 0 0,0-2-1 0 0,1 1 1 0 0,-1-1-1 0 0,1-1 0 0 0,0 0 1 0 0,0-1-1 0 0,-18-14 0 0 0,28 19-70 0 0,1 0-1 0 0,0 1 1 0 0,0-1-1 0 0,0 0 0 0 0,0 1 1 0 0,1-1-1 0 0,-1 0 0 0 0,0 0 1 0 0,1 0-1 0 0,-1 0 0 0 0,1 0 1 0 0,0 0-1 0 0,-1 0 1 0 0,1 0-1 0 0,0 0 0 0 0,0 0 1 0 0,1 0-1 0 0,-1 0 0 0 0,0 1 1 0 0,0-1-1 0 0,1 0 1 0 0,0 0-1 0 0,-1 0 0 0 0,1 0 1 0 0,0 0-1 0 0,0 1 0 0 0,0-1 1 0 0,0 0-1 0 0,0 1 0 0 0,0-1 1 0 0,0 0-1 0 0,0 1 1 0 0,1 0-1 0 0,-1-1 0 0 0,1 1 1 0 0,2-2-1 0 0,6-7 20 0 0,2 1 1 0 0,-1 0-1 0 0,21-13 0 0 0,5 3 4 0 0,1 1-1 0 0,1 2 1 0 0,0 1-1 0 0,1 2 1 0 0,64-12-1 0 0,-19 4-51 0 0,-78 20-1065 0 0,-13 4 838 0 0,-25 8-1566 0 0,18-7 1112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1:59.6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149 64 3208 0 0,'0'0'148'0'0,"-16"4"-106"0"0,1 1-36 0 0,2 1 0 0 0,-1 0 0 0 0,1 1 0 0 0,-16 11 0 0 0,25-15-7 0 0,1-1 0 0 0,-1 1 0 0 0,1 0-1 0 0,0 0 1 0 0,0 0 0 0 0,0 0 0 0 0,0 0-1 0 0,0 1 1 0 0,0-1 0 0 0,1 1 0 0 0,0 0 0 0 0,0-1-1 0 0,0 1 1 0 0,0 0 0 0 0,1 0 0 0 0,-1 1-1 0 0,1-1 1 0 0,0 0 0 0 0,-1 6 0 0 0,3-7 6 0 0,-1-1 0 0 0,1 0 0 0 0,0 1 0 0 0,0-1 0 0 0,0 0 0 0 0,0 1 0 0 0,0-1 0 0 0,1 0 0 0 0,-1 0 0 0 0,0 0 1 0 0,1 0-1 0 0,0 0 0 0 0,-1 0 0 0 0,1 0 0 0 0,0-1 0 0 0,0 1 0 0 0,0 0 0 0 0,0-1 0 0 0,0 0 0 0 0,1 0 0 0 0,-1 1 0 0 0,0-1 0 0 0,3 0 1 0 0,54 19 122 0 0,-47-18-50 0 0,0 0 1 0 0,1 0-1 0 0,-1-2 1 0 0,0 1-1 0 0,0-2 1 0 0,0 0-1 0 0,22-4 1 0 0,-31 5-56 0 0,1-1 0 0 0,-1 1 0 0 0,1-1 0 0 0,-1 0 1 0 0,0-1-1 0 0,1 1 0 0 0,-1 0 0 0 0,0-1 0 0 0,0 0 1 0 0,0 0-1 0 0,0 0 0 0 0,0 0 0 0 0,-1 0 0 0 0,1 0 1 0 0,0-1-1 0 0,-1 1 0 0 0,0-1 0 0 0,0 0 0 0 0,0 0 0 0 0,0 0 1 0 0,0 0-1 0 0,0 0 0 0 0,-1 0 0 0 0,1 0 0 0 0,-1-1 1 0 0,0 1-1 0 0,0 0 0 0 0,0-1 0 0 0,-1 1 0 0 0,1-1 1 0 0,-1-3-1 0 0,0 2-11 0 0,0 1 0 0 0,-1-1 1 0 0,0 0-1 0 0,0 0 0 0 0,0 1 0 0 0,0-1 1 0 0,-1 0-1 0 0,0 1 0 0 0,0 0 0 0 0,0-1 1 0 0,-1 1-1 0 0,1 0 0 0 0,-1 0 0 0 0,0 0 1 0 0,-5-5-1 0 0,-4-2 11 0 0,0-1-1 0 0,-1 2 1 0 0,-16-11 0 0 0,-13-11-5 0 0,19 23 25 0 0,14 7-2965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2:00.5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124 1 3228 0 0,'-8'0'-32'0'0,"0"0"42"0"0,0 0-1 0 0,0 0 0 0 0,0 0 0 0 0,0 1 0 0 0,1 1 0 0 0,-1-1 1 0 0,-12 5-1 0 0,17-4-9 0 0,1-1 0 0 0,-1 1 1 0 0,0 0-1 0 0,1-1 0 0 0,-1 1 1 0 0,1 1-1 0 0,0-1 0 0 0,0 0 0 0 0,0 1 1 0 0,0-1-1 0 0,0 1 0 0 0,0-1 1 0 0,1 1-1 0 0,-1 0 0 0 0,1 0 0 0 0,-1-1 1 0 0,1 1-1 0 0,0 0 0 0 0,1 0 1 0 0,-1 1-1 0 0,0-1 0 0 0,1 0 0 0 0,-1 0 1 0 0,1 0-1 0 0,0 0 0 0 0,1 5 1 0 0,-1-4 3 0 0,1 0 0 0 0,0-1 0 0 0,0 1 0 0 0,0 0 0 0 0,0-1 0 0 0,1 0 0 0 0,-1 1 0 0 0,1-1 1 0 0,0 0-1 0 0,0 0 0 0 0,0 0 0 0 0,0 0 0 0 0,1 0 0 0 0,-1 0 0 0 0,1-1 0 0 0,0 1 0 0 0,0-1 0 0 0,0 1 1 0 0,0-1-1 0 0,0 0 0 0 0,0-1 0 0 0,0 1 0 0 0,1 0 0 0 0,4 1 0 0 0,11 5 17 0 0,1-1-1 0 0,40 9 1 0 0,-53-15-15 0 0,-5 0-4 0 0,31 7 26 0 0,0-2 1 0 0,1-1-1 0 0,41 1 0 0 0,-65-6-11 0 0,0 0 0 0 0,0-1 0 0 0,0 0 0 0 0,0-1 0 0 0,0 0 0 0 0,16-7 0 0 0,-21 7-1 0 0,0 0 0 0 0,0-1 0 0 0,-1 1 0 0 0,1-1 0 0 0,-1 0 1 0 0,0-1-1 0 0,0 1 0 0 0,0-1 0 0 0,0 0 0 0 0,0 0 0 0 0,-1 0 0 0 0,0 0 0 0 0,5-8 0 0 0,-8 11-11 0 0,1 0-1 0 0,-1 0 1 0 0,0 0-1 0 0,1 0 1 0 0,-1 0 0 0 0,0 0-1 0 0,0 0 1 0 0,0 0 0 0 0,0 0-1 0 0,1 0 1 0 0,-2 0-1 0 0,1 0 1 0 0,0 0 0 0 0,0 0-1 0 0,0 0 1 0 0,0 0-1 0 0,-1 0 1 0 0,1 0 0 0 0,0 0-1 0 0,-1 0 1 0 0,1 0 0 0 0,-1 1-1 0 0,1-1 1 0 0,-1 0-1 0 0,1 0 1 0 0,-1 0 0 0 0,0 0-1 0 0,1 1 1 0 0,-1-1-1 0 0,0 0 1 0 0,0 1 0 0 0,-1-2-1 0 0,0 1 1 0 0,0-1-1 0 0,0 1 0 0 0,0 0 0 0 0,0-1 1 0 0,-1 1-1 0 0,1 0 0 0 0,-1 0 1 0 0,1 1-1 0 0,0-1 0 0 0,-1 0 0 0 0,0 1 1 0 0,-3-1-1 0 0,2 1-4 0 0,-1 0 0 0 0,1 0 0 0 0,-1 1 0 0 0,1-1 0 0 0,0 1 0 0 0,-1 0 0 0 0,1 0 0 0 0,-8 3 0 0 0,12-3-1 0 0,-1-1 1 0 0,0 1-1 0 0,0-1 1 0 0,0 1-1 0 0,1-1 1 0 0,-1 1 0 0 0,0-1-1 0 0,1 1 1 0 0,-1 0-1 0 0,0-1 1 0 0,1 1 0 0 0,-1 0-1 0 0,1 0 1 0 0,-1-1-1 0 0,1 1 1 0 0,0 0 0 0 0,-1 0-1 0 0,1 0 1 0 0,0 0-1 0 0,-1 0 1 0 0,1-1-1 0 0,0 1 1 0 0,0 0 0 0 0,0 0-1 0 0,0 1 1 0 0,0 1 1 0 0,1 0 1 0 0,0-1-1 0 0,0 1 1 0 0,0 0-1 0 0,1-1 0 0 0,-1 1 1 0 0,1-1-1 0 0,-1 0 1 0 0,1 1-1 0 0,0-1 1 0 0,0 0-1 0 0,0 0 0 0 0,0 0 1 0 0,0 0-1 0 0,0 0 1 0 0,0-1-1 0 0,1 1 1 0 0,2 1-1 0 0,16 7 13 0 0,-1 0 0 0 0,1-2 0 0 0,1 0 0 0 0,0-2 0 0 0,0 0 0 0 0,0-1 0 0 0,1-2 0 0 0,-1 0 0 0 0,1-1 0 0 0,27-2 0 0 0,-44 0-3 0 0,0 0 0 0 0,0-1-1 0 0,-1 0 1 0 0,1 0 0 0 0,0 0 0 0 0,-1-1 0 0 0,1 0 0 0 0,-1 0-1 0 0,1 0 1 0 0,-1-1 0 0 0,0 1 0 0 0,0-1 0 0 0,0-1-1 0 0,0 1 1 0 0,6-6 0 0 0,-6 3 31 0 0,0-1 0 0 0,-1 1-1 0 0,1-1 1 0 0,-2 0 0 0 0,1 0 0 0 0,0 0 0 0 0,-1 0-1 0 0,-1-1 1 0 0,1 1 0 0 0,2-15 0 0 0,-3 15-9 0 0,1-25 110 0 0,-3 31-142 0 0,0 6-25 0 0,16 70-2 0 0,-16-73 210 0 0,0-2-158 0 0,1 0-1 0 0,-1 0 1 0 0,0 0 0 0 0,0 0-1 0 0,0 0 1 0 0,0 0 0 0 0,0 0-1 0 0,0 0 1 0 0,0 0 0 0 0,0 0-1 0 0,1 1 1 0 0,-1-1 0 0 0,0 0-1 0 0,0 0 1 0 0,0 0 0 0 0,0 0 0 0 0,0 0-1 0 0,0 0 1 0 0,0 1 0 0 0,0-1-1 0 0,0 0 1 0 0,0 0 0 0 0,0 0-1 0 0,0 0 1 0 0,0 0 0 0 0,0 1-1 0 0,0-1 1 0 0,0 0 0 0 0,0 0-1 0 0,0 0 1 0 0,0 0 0 0 0,0 0 0 0 0,0 0-1 0 0,0 1 1 0 0,0-1 0 0 0,0 0-1 0 0,0 0 1 0 0,-1 0 0 0 0,1 0-1 0 0,0 0 1 0 0,0 0 0 0 0,0 0-1 0 0,0 1 1 0 0,0-1 0 0 0,0 0-1 0 0,0 0 1 0 0,0 0 0 0 0,-1 0 0 0 0,1 0-1 0 0,0 0 1 0 0,0 0 0 0 0,0 0-1 0 0,0 0 1 0 0,0 0 0 0 0,0 0-1 0 0,-1 0 1 0 0,1 0 0 0 0,0 0-1 0 0,0 0 1 0 0,0 0 0 0 0,0 0-1 0 0,0 0 1 0 0,-1 0 0 0 0,1 0 0 0 0,0 0-1 0 0,0 0 1 0 0,0 0 0 0 0,0 0-1 0 0,-3-3 9 0 0,1-1 0 0 0,0 1-1 0 0,0-1 1 0 0,1 1 0 0 0,-1-1-1 0 0,1 0 1 0 0,-2-6 0 0 0,3 9-25 0 0,0 0-1 0 0,0 0 1 0 0,0-1 0 0 0,0 1 0 0 0,0 0-1 0 0,0 0 1 0 0,0-1 0 0 0,0 1-1 0 0,0 0 1 0 0,1 0 0 0 0,-1 0 0 0 0,0 0-1 0 0,1 0 1 0 0,-1-1 0 0 0,1 1 0 0 0,-1 0-1 0 0,1 0 1 0 0,0 0 0 0 0,-1 0 0 0 0,2-1-1 0 0,1 0-2 0 0,-1 1-1 0 0,0 0 1 0 0,0-1 0 0 0,1 1-1 0 0,-1 0 1 0 0,0 0 0 0 0,1 1-1 0 0,-1-1 1 0 0,1 0-1 0 0,-1 1 1 0 0,1-1 0 0 0,0 1-1 0 0,-1 0 1 0 0,1 0-1 0 0,2 0 1 0 0,9 1 1 0 0,0 1 0 0 0,0 0 0 0 0,0 1 0 0 0,0 0-1 0 0,-1 1 1 0 0,0 1 0 0 0,22 10 0 0 0,88 53-146 0 0,-99-53-26 0 0,-7-7-924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2:01.0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68 389 3988 0 0,'12'24'-578'0'0,"-15"-17"571"0"0,-1-1-1 0 0,-1 0 0 0 0,1 0 0 0 0,-1-1 1 0 0,-7 7-1 0 0,-23 31-16 0 0,33-41 27 0 0,1 0 0 0 0,0 0 0 0 0,-1 1 0 0 0,1-1 0 0 0,0 1 0 0 0,1-1 0 0 0,-1 1 0 0 0,0-1 0 0 0,1 1 0 0 0,-1-1 0 0 0,1 1 0 0 0,0 0 0 0 0,0-1 0 0 0,0 1 0 0 0,0-1 0 0 0,1 1 0 0 0,0 3 0 0 0,0-2 8 0 0,1-1-1 0 0,0 0 1 0 0,0 1 0 0 0,0-1 0 0 0,0 0 0 0 0,0 0 0 0 0,1 0 0 0 0,-1-1 0 0 0,1 1 0 0 0,0-1 0 0 0,0 1 0 0 0,0-1-1 0 0,0 0 1 0 0,0 0 0 0 0,1 0 0 0 0,-1 0 0 0 0,0-1 0 0 0,1 1 0 0 0,0-1 0 0 0,-1 0 0 0 0,1 0 0 0 0,0-1-1 0 0,-1 1 1 0 0,7 0 0 0 0,0 0 89 0 0,-1 0-1 0 0,1-1 0 0 0,0 0 0 0 0,0 0 1 0 0,0-1-1 0 0,-1 0 0 0 0,19-5 0 0 0,-21 3-44 0 0,0 0 0 0 0,1-1 0 0 0,-2 0 0 0 0,1 0 0 0 0,0 0 0 0 0,-1-1-1 0 0,0 1 1 0 0,0-2 0 0 0,0 1 0 0 0,-1-1 0 0 0,1 0 0 0 0,-1 0 0 0 0,-1 0-1 0 0,1-1 1 0 0,-1 1 0 0 0,0-1 0 0 0,-1 0 0 0 0,0 0 0 0 0,0-1 0 0 0,0 1-1 0 0,-1-1 1 0 0,0 1 0 0 0,1-14 0 0 0,1-14 114 0 0,-1 0 0 0 0,-3 1 0 0 0,0-1 0 0 0,-6-37 0 0 0,3 37 24 0 0,-14-145 791 0 0,17 179-994 0 0,0 0 1 0 0,0 1 0 0 0,0-1 0 0 0,0 0-1 0 0,0 1 1 0 0,0-1 0 0 0,0 0-1 0 0,0 1 1 0 0,0-1 0 0 0,0 0 0 0 0,-1 1-1 0 0,1-1 1 0 0,0 0 0 0 0,0 1-1 0 0,-1-1 1 0 0,1 1 0 0 0,0-1 0 0 0,-1 0-1 0 0,1 1 1 0 0,0-1 0 0 0,-1 1-1 0 0,1-1 1 0 0,-1 1 0 0 0,1-1 0 0 0,-1 1-1 0 0,0-1 1 0 0,-9 15-58 0 0,8-8 63 0 0,0 0 0 0 0,0 1 0 0 0,1 0 1 0 0,0-1-1 0 0,-1 14 0 0 0,4-2-10 0 0,1-1-1 0 0,1 0 1 0 0,0 0 0 0 0,1 0 0 0 0,1-1-1 0 0,0 1 1 0 0,1-2 0 0 0,1 1-1 0 0,1-1 1 0 0,0 0 0 0 0,1 0-1 0 0,0-1 1 0 0,1-1 0 0 0,20 19-1 0 0,-19-20-514 0 0,2-1-1 0 0,-1 0 0 0 0,1-1 0 0 0,1-1 0 0 0,17 9 0 0 0,-2-5-1678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2:02.5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 27 5765 0 0,'-3'-16'-484'0'0,"3"16"463"0"0,0-1-1 0 0,0 1 1 0 0,0 0 0 0 0,0-1 0 0 0,0 1 0 0 0,0 0-1 0 0,0-1 1 0 0,0 1 0 0 0,0 0 0 0 0,0-1 0 0 0,0 1-1 0 0,0 0 1 0 0,0-1 0 0 0,0 1 0 0 0,0 0 0 0 0,0-1 0 0 0,-1 1-1 0 0,1 0 1 0 0,0-1 0 0 0,0 1 0 0 0,0 0 0 0 0,0 0-1 0 0,-1-1 1 0 0,1 1 0 0 0,0 0 0 0 0,0 0 0 0 0,-1-1-1 0 0,1 1 1 0 0,0 0 0 0 0,0 0 0 0 0,-1 0 0 0 0,1 0-1 0 0,0-1 1 0 0,-1 1 0 0 0,1 0 0 0 0,0 0 0 0 0,0 0 0 0 0,-1 0-1 0 0,1 0 1 0 0,0 0 0 0 0,-1 0 0 0 0,1 0 0 0 0,-1 0-1 0 0,-4 6-14 0 0,1 0 0 0 0,-1 0 0 0 0,1 1 0 0 0,1-1 0 0 0,-1 1 0 0 0,1 0 0 0 0,0 0 0 0 0,-2 11 0 0 0,4-15 30 0 0,1 0 0 0 0,0 0 0 0 0,0 0 0 0 0,0 0 0 0 0,1 0 1 0 0,-1 0-1 0 0,1 0 0 0 0,0 0 0 0 0,-1 0 0 0 0,1 0 0 0 0,0 0 0 0 0,1 0 0 0 0,-1 0 0 0 0,1-1 0 0 0,-1 1 0 0 0,1-1 1 0 0,0 1-1 0 0,0-1 0 0 0,0 1 0 0 0,0-1 0 0 0,0 0 0 0 0,0 0 0 0 0,1 0 0 0 0,-1 0 0 0 0,6 2 0 0 0,2 3 26 0 0,0-1-1 0 0,0 0 0 0 0,1-1 1 0 0,0-1-1 0 0,0 1 1 0 0,0-2-1 0 0,1 1 0 0 0,15 2 1 0 0,-19-5-151 0 0,0 0 0 0 0,-1-1-1 0 0,1 0 1 0 0,-1 0 0 0 0,1 0 0 0 0,0-1 0 0 0,-1 0 0 0 0,1-1 0 0 0,-1 1 0 0 0,0-1 0 0 0,1-1 0 0 0,-1 0 0 0 0,0 0 0 0 0,7-4 0 0 0,3-5-92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2:02.6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64 2820 0 0,'-40'-43'1447'0'0,"39"42"-1456"0"0,18-10-2181 0 0,1 2 1978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2:03.8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68 2624 0 0,'0'0'-30'0'0,"-7"2"18"0"0,4-2 19 0 0,8-1 17 0 0,24-10-61 0 0,22 28-63 0 0,6 25 70 0 0,69 68 1 0 0,-83-72 16 0 0,-30-25 376 0 0,-1 1-1 0 0,18 24 726 0 0,-34-41-952 0 0,-3-2-87 0 0,1-1-1 0 0,0 0 1 0 0,0 0 0 0 0,1-1 0 0 0,0 1-1 0 0,0-1 1 0 0,0 0 0 0 0,1 0-1 0 0,0-1 1 0 0,1 1 0 0 0,0-1-1 0 0,0 0 1 0 0,0 0 0 0 0,1 0-1 0 0,0 0 1 0 0,-1-11 0 0 0,1 5-32 0 0,0 0 1 0 0,1 0-1 0 0,1 0 0 0 0,0 0 1 0 0,1 0-1 0 0,0 0 0 0 0,1 0 1 0 0,0 0-1 0 0,7-19 0 0 0,-9 31-19 0 0,1 0-1 0 0,0 0 1 0 0,0 0-1 0 0,0 0 1 0 0,0 0-1 0 0,0 0 1 0 0,1 0-1 0 0,-1 1 0 0 0,0-1 1 0 0,1 0-1 0 0,-1 1 1 0 0,1-1-1 0 0,0 1 1 0 0,-1-1-1 0 0,1 1 1 0 0,0 0-1 0 0,0 0 0 0 0,0 0 1 0 0,0 0-1 0 0,0 0 1 0 0,0 0-1 0 0,0 1 1 0 0,0-1-1 0 0,1 0 1 0 0,-1 1-1 0 0,0 0 0 0 0,0 0 1 0 0,0-1-1 0 0,1 1 1 0 0,-1 0-1 0 0,0 1 1 0 0,0-1-1 0 0,0 0 1 0 0,1 1-1 0 0,-1-1 0 0 0,0 1 1 0 0,0 0-1 0 0,0 0 1 0 0,0 0-1 0 0,0 0 1 0 0,3 2-1 0 0,5 2-9 0 0,0 1 0 0 0,-1 0 0 0 0,0 0-1 0 0,0 1 1 0 0,0 0 0 0 0,8 9 0 0 0,114 117 40 0 0,-128-130-11 0 0,4 3 317 0 0,-9-9 211 0 0,-14-22-134 0 0,14 19-391 0 0,0 0 0 0 0,0 0-1 0 0,0 0 1 0 0,1 0-1 0 0,0-1 1 0 0,0 1 0 0 0,1 0-1 0 0,-1 0 1 0 0,1-1 0 0 0,1 1-1 0 0,1-9 1 0 0,-2 12-22 0 0,1 0 1 0 0,0 1-1 0 0,0-1 0 0 0,0 0 0 0 0,0 0 1 0 0,0 1-1 0 0,0-1 0 0 0,1 1 1 0 0,-1-1-1 0 0,1 1 0 0 0,0-1 0 0 0,0 1 1 0 0,0 0-1 0 0,0 0 0 0 0,0 0 1 0 0,0 0-1 0 0,1 0 0 0 0,-1 1 1 0 0,1-1-1 0 0,-1 1 0 0 0,1-1 0 0 0,-1 1 1 0 0,1 0-1 0 0,0 0 0 0 0,5-1 1 0 0,-2 1-4 0 0,1 0 0 0 0,0 1 1 0 0,0 0-1 0 0,0 0 0 0 0,0 1 0 0 0,0 0 1 0 0,0 0-1 0 0,0 1 0 0 0,0 0 1 0 0,11 4-1 0 0,67 35-3 0 0,-68-32 4 0 0,16 7-8 0 0,-15-8 9 0 0,-1 1 1 0 0,0 0 0 0 0,0 2 0 0 0,-1-1 0 0 0,22 21-1 0 0,-37-30-6 0 0,1 0-1 0 0,-1 0 1 0 0,0 0-1 0 0,1 0 1 0 0,-1 1-1 0 0,0-1 1 0 0,0 1-1 0 0,0-1 1 0 0,0 1-1 0 0,-1-1 1 0 0,1 1-1 0 0,0-1 1 0 0,-1 1-1 0 0,1 0 1 0 0,-1-1-1 0 0,1 1 1 0 0,-1 0-1 0 0,0-1 1 0 0,1 1 0 0 0,-1 0-1 0 0,0 0 1 0 0,0-1-1 0 0,-1 1 1 0 0,1 0-1 0 0,-1 3 1 0 0,1-4-307 0 0,-9 7-2708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2:04.4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315 43 3824 0 0,'0'0'-214'0'0,"-33"-28"-650"0"0,26 25 826 0 0,-1 1-1 0 0,1-1 0 0 0,-1 1 1 0 0,1 1-1 0 0,-1 0 1 0 0,0 0-1 0 0,0 0 0 0 0,0 1 1 0 0,1 0-1 0 0,-1 1 0 0 0,0-1 1 0 0,0 2-1 0 0,1-1 1 0 0,-1 1-1 0 0,-14 5 0 0 0,5 0 22 0 0,0 1-1 0 0,0 1 0 0 0,1 0 0 0 0,0 1 0 0 0,-22 18 1 0 0,37-27 20 0 0,-1 0 0 0 0,0 1 1 0 0,1-1-1 0 0,-1 0 1 0 0,1 0-1 0 0,-1 1 1 0 0,1-1-1 0 0,0 1 1 0 0,0-1-1 0 0,-1 1 0 0 0,1 0 1 0 0,0-1-1 0 0,0 1 1 0 0,0 0-1 0 0,1 0 1 0 0,-1 0-1 0 0,0-1 1 0 0,1 1-1 0 0,-1 0 1 0 0,1 0-1 0 0,-1 4 0 0 0,2-4 5 0 0,0-1-1 0 0,-1 1 1 0 0,1-1-1 0 0,0 1 0 0 0,0-1 1 0 0,0 0-1 0 0,0 1 0 0 0,0-1 1 0 0,0 0-1 0 0,0 1 0 0 0,0-1 1 0 0,1 0-1 0 0,-1 0 1 0 0,0 0-1 0 0,1 0 0 0 0,-1 0 1 0 0,1-1-1 0 0,-1 1 0 0 0,4 1 1 0 0,4 1 24 0 0,0 0 1 0 0,1 0-1 0 0,0-1 0 0 0,-1-1 1 0 0,1 1-1 0 0,0-1 1 0 0,12-1-1 0 0,-4-3 127 0 0,-1 0 0 0 0,1-2 0 0 0,0 0 1 0 0,-1 0-1 0 0,0-2 0 0 0,0 0 0 0 0,-1-1 0 0 0,0-1 0 0 0,19-14 0 0 0,-34 23-138 0 0,1-1 98 0 0,-2 1-106 0 0,1-1 0 0 0,0 1 0 0 0,-1 0 0 0 0,1-1 0 0 0,0 1 0 0 0,0 0 0 0 0,-1 0 0 0 0,1 0 0 0 0,0 0 0 0 0,0 0 0 0 0,-1 0 0 0 0,1 0 0 0 0,0 0 0 0 0,0 0 0 0 0,-1 0 0 0 0,1 1 0 0 0,0-1-1 0 0,0 0 1 0 0,1 1 0 0 0,4 7-120 0 0,1 0 0 0 0,1-1 0 0 0,-1 0-1 0 0,1 0 1 0 0,1-1 0 0 0,-1 0 0 0 0,1 0 0 0 0,0-1-1 0 0,0 0 1 0 0,1-1 0 0 0,0 0 0 0 0,-1-1-1 0 0,1 1 1 0 0,0-2 0 0 0,1 1 0 0 0,-1-2-1 0 0,14 2 1 0 0,-3-3-601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2:05.5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226 61 3348 0 0,'0'0'-46'0'0,"-5"-1"-300"0"0,-17-6 318 0 0,17 5 2 0 0,-2 4-5 0 0,3 0 30 0 0,-89 31-73 0 0,85-29 64 0 0,-1 0 0 0 0,1 0 0 0 0,0 1 0 0 0,0 0 0 0 0,1 1 0 0 0,0 0 1 0 0,0 0-1 0 0,0 1 0 0 0,-7 8 0 0 0,13-14 11 0 0,1-1 1 0 0,-1 1-1 0 0,1 0 0 0 0,-1-1 1 0 0,1 1-1 0 0,-1 0 0 0 0,1 0 1 0 0,-1-1-1 0 0,1 1 0 0 0,0 0 1 0 0,-1 0-1 0 0,1 0 0 0 0,0 0 1 0 0,0-1-1 0 0,0 1 0 0 0,-1 0 1 0 0,1 0-1 0 0,0 0 0 0 0,0 0 1 0 0,0 0-1 0 0,1-1 0 0 0,-1 1 1 0 0,0 0-1 0 0,0 0 1 0 0,0 0-1 0 0,1 0 0 0 0,-1 0 1 0 0,0-1-1 0 0,1 1 0 0 0,-1 0 1 0 0,0 0-1 0 0,1-1 0 0 0,-1 1 1 0 0,1 0-1 0 0,-1-1 0 0 0,1 1 1 0 0,0 0-1 0 0,-1-1 0 0 0,1 1 1 0 0,0-1-1 0 0,-1 1 0 0 0,3 0 1 0 0,33 12 47 0 0,-30-12-32 0 0,13 4 6 0 0,-1-2-1 0 0,1 0 1 0 0,0-1 0 0 0,0 0-1 0 0,31-3 1 0 0,-39 0-11 0 0,0 0 0 0 0,0 0 0 0 0,0-1-1 0 0,0-1 1 0 0,0 0 0 0 0,-1 0 0 0 0,1-1 0 0 0,-1-1 0 0 0,0 0 0 0 0,18-11 0 0 0,-27 15-7 0 0,1-1 1 0 0,0 1 0 0 0,0-1-1 0 0,-1 0 1 0 0,1 1 0 0 0,-1-1-1 0 0,1 0 1 0 0,-1 0 0 0 0,0 0-1 0 0,1 0 1 0 0,-1 0 0 0 0,0 0 0 0 0,-1 0-1 0 0,2-4 1 0 0,-1 4-2 0 0,-1 1-10 0 0,1-1-15 0 0,1-4 23 0 0,-2 4 22 0 0,31 46-82 0 0,-10-6 58 0 0,2-1 0 0 0,2 0 0 0 0,1-2 0 0 0,52 54 0 0 0,11 14 80 0 0,-87-100-75 0 0,1-1 0 0 0,-1 1 0 0 0,1 0 0 0 0,-1 1-1 0 0,0-1 1 0 0,0 0 0 0 0,-1 1 0 0 0,1-1 0 0 0,-1 1 0 0 0,1 0-1 0 0,-1-1 1 0 0,0 1 0 0 0,-1 0 0 0 0,1 0 0 0 0,0-1 0 0 0,-1 1-1 0 0,0 0 1 0 0,0 0 0 0 0,0 0 0 0 0,-1 0 0 0 0,1-1-1 0 0,-1 1 1 0 0,-1 4 0 0 0,-1-3 5 0 0,0 0 0 0 0,1-1 1 0 0,-2 0-1 0 0,1 1 0 0 0,0-1 0 0 0,-1 0 0 0 0,0-1 0 0 0,0 1 0 0 0,0-1 0 0 0,-1 0 1 0 0,1 0-1 0 0,-1 0 0 0 0,1 0 0 0 0,-1-1 0 0 0,-9 4 0 0 0,-3 0 65 0 0,1-1 0 0 0,-1 0 0 0 0,0-1 0 0 0,0-1 0 0 0,0 0 0 0 0,0-2 0 0 0,-1 0 0 0 0,1-1 0 0 0,-1 0 0 0 0,1-1 0 0 0,0-2-1 0 0,-19-3 1 0 0,34 5-42 0 0,-1 0-1 0 0,0 1 0 0 0,1-1 1 0 0,-1 0-1 0 0,1-1 0 0 0,-1 1 1 0 0,1 0-1 0 0,0-1 0 0 0,-1 1 1 0 0,1-1-1 0 0,0 0 0 0 0,0 1 1 0 0,0-1-1 0 0,0 0 0 0 0,0 0 1 0 0,1-1-1 0 0,-1 1 0 0 0,1 0 1 0 0,-1 0-1 0 0,1-1 0 0 0,0 1 1 0 0,0-1-1 0 0,-1-2 0 0 0,2 1-7 0 0,0 0-1 0 0,0 0 1 0 0,0-1-1 0 0,0 1 1 0 0,1 0-1 0 0,-1 0 1 0 0,1 0-1 0 0,0 0 1 0 0,1 1-1 0 0,-1-1 1 0 0,1 0-1 0 0,-1 0 0 0 0,1 1 1 0 0,0-1-1 0 0,3-3 1 0 0,29-40 34 0 0,3 2-1 0 0,1 1 1 0 0,65-58 0 0 0,10-11-58 0 0,59-93-102 0 0,-169 199 47 0 0,-7 8 23 0 0,-19 14 17 0 0,-33 30-7 0 0,50-40 8 0 0,0 1 0 0 0,0-1-1 0 0,1 1 1 0 0,0 0 0 0 0,0 1 0 0 0,0-1-1 0 0,-4 9 1 0 0,10-12 8 0 0,0-2 5 0 0,0 1 1 0 0,0-1 0 0 0,0 0-1 0 0,0 0 1 0 0,0 0-1 0 0,0 0 1 0 0,1 0-1 0 0,-1 0 1 0 0,0 0 0 0 0,0 0-1 0 0,1 0 1 0 0,-1 0-1 0 0,1-1 1 0 0,-1 1-1 0 0,1-1 1 0 0,-1 1 0 0 0,1-1-1 0 0,-1 1 1 0 0,1-1-1 0 0,-1 0 1 0 0,1 0 0 0 0,-1 0-1 0 0,1 0 1 0 0,-1 0-1 0 0,1 0 1 0 0,0 0-1 0 0,1-1 1 0 0,4 0 2 0 0,220-16-249 0 0,-36 0-273 0 0,91 18-172 0 0,-225 4 461 0 0,1 1 0 0 0,103 27 0 0 0,-158-32 227 0 0,1 0 0 0 0,-1 0 0 0 0,1 0 0 0 0,-1 1 0 0 0,0 0 0 0 0,0-1 0 0 0,1 1 0 0 0,-1 0 0 0 0,-1 1 0 0 0,1-1 0 0 0,0 0 0 0 0,4 6 0 0 0,-8-7 12 0 0,0 1-1 0 0,1-1 1 0 0,-1 1 0 0 0,0-1-1 0 0,0 1 1 0 0,0-1-1 0 0,0 1 1 0 0,0-1 0 0 0,-1 0-1 0 0,1 0 1 0 0,0 1-1 0 0,-1-1 1 0 0,1 0 0 0 0,0 0-1 0 0,-1 0 1 0 0,-2 1-1 0 0,-20 9 50 0 0,0 0 0 0 0,-28 7 0 0 0,-105 20 99 0 0,98-25-86 0 0,57-13-271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2:05.7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 1 2768 0 0,'-19'7'-188'0'0,"-3"0"28"0"0,3 1 28 0 0,-1-6-12 0 0,9 3-272 0 0,-2-2-172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3:45.7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75 2412 0 0,'-51'-58'2254'0'0,"50"56"-2118"0"0,0 1-109 0 0,0 0 1 0 0,0 0 0 0 0,1 0-1 0 0,-1 0 1 0 0,0 0 0 0 0,0 0-1 0 0,0 0 1 0 0,0 1-1 0 0,0-1 1 0 0,0 0 0 0 0,0 0-1 0 0,-1 1 1 0 0,1-1-1 0 0,0 1 1 0 0,0-1 0 0 0,0 1-1 0 0,-1-1 1 0 0,1 1 0 0 0,0 0-1 0 0,-3-1 1 0 0,17 79-9 0 0,-8-53-8 0 0,-1 0 0 0 0,-1 0 0 0 0,-1 0 0 0 0,-1 0 0 0 0,-2 27 0 0 0,-1-30-2855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3:46.1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781 1 3508 0 0,'0'0'-114'0'0,"-4"27"-542"0"0,32 32 392 0 0,-10-23 164 0 0,23 66-1 0 0,-38-90 99 0 0,1 0-1 0 0,-2 1 1 0 0,0-1-1 0 0,0 1 0 0 0,-1-1 1 0 0,0 1-1 0 0,-1-1 1 0 0,-1 1-1 0 0,-4 23 1 0 0,1-18 5 0 0,-1-1 1 0 0,-1-1 0 0 0,-1 1 0 0 0,0-1 0 0 0,-1 0-1 0 0,-1-1 1 0 0,0 0 0 0 0,-17 21 0 0 0,7-14 14 0 0,-1 0 0 0 0,-1-2-1 0 0,-1 0 1 0 0,-36 25 0 0 0,-11-2 49 0 0,-1-3 1 0 0,-129 53-1 0 0,143-68-41 0 0,1-1 68 0 0,0-1 0 0 0,-78 20 1 0 0,122-43 14 0 0,11 0-135 0 0,0 0-1 0 0,0 0 1 0 0,-1 0-1 0 0,1 0 1 0 0,0 0-1 0 0,0 0 1 0 0,0 0-1 0 0,0 0 1 0 0,0 0-1 0 0,0 0 1 0 0,0 0-1 0 0,-1 0 1 0 0,1 0-1 0 0,0 0 1 0 0,0 0-1 0 0,0-1 1 0 0,0 1-1 0 0,0 0 1 0 0,0 0-1 0 0,0 0 1 0 0,0 0-1 0 0,-1 0 1 0 0,1 0-1 0 0,0 0 1 0 0,0 0-1 0 0,0 0 1 0 0,0 0-1 0 0,0-1 1 0 0,0 1-1 0 0,0 0 1 0 0,0 0-1 0 0,0 0 1 0 0,0 0-1 0 0,0 0 0 0 0,0 0 1 0 0,0-1-1 0 0,0 1 1 0 0,0 0-1 0 0,0 0 1 0 0,0 0-1 0 0,0 0 1 0 0,0 0-1 0 0,0 0 1 0 0,0 0-1 0 0,0-1 1 0 0,0 1-1 0 0,0 0 1 0 0,0 0-1 0 0,0 0 1 0 0,0 0-1 0 0,0 0 1 0 0,0 0-1 0 0,0 0 1 0 0,0-1-1 0 0,0 1 1 0 0,0 0-1 0 0,0 0 1 0 0,1 0-1 0 0,-1 0 1 0 0,0 0-1 0 0,0 0 1 0 0,0 0-1 0 0,0 0 1 0 0,0 0-1 0 0,28-27-429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3:47.2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 50 1732 0 0,'-51'2'1074'0'0,"47"-2"-612"0"0,4 0-440 0 0,-1 0-1 0 0,1 0 0 0 0,-1-1 0 0 0,1 1 1 0 0,0 0-1 0 0,-1 0 0 0 0,1-1 0 0 0,0 1 1 0 0,-1 0-1 0 0,1-1 0 0 0,0 1 0 0 0,-1 0 1 0 0,1-1-1 0 0,0 1 0 0 0,0 0 0 0 0,-1-1 1 0 0,1 1-1 0 0,0-1 0 0 0,0 1 1 0 0,0 0-1 0 0,0-1 0 0 0,-1 1 0 0 0,1-1 1 0 0,0 1-1 0 0,0-1 0 0 0,0 0 0 0 0,3-3-9 0 0,1 1-1 0 0,0-1 0 0 0,-1 1 1 0 0,1 0-1 0 0,0 0 1 0 0,1 0-1 0 0,-1 0 0 0 0,0 1 1 0 0,1 0-1 0 0,-1 0 0 0 0,1 0 1 0 0,0 0-1 0 0,0 1 0 0 0,0 0 1 0 0,0 0-1 0 0,0 0 1 0 0,0 0-1 0 0,0 1 0 0 0,0 0 1 0 0,10 1-1 0 0,7-1-19 0 0,1 2-1 0 0,-1 0 1 0 0,33 9-1 0 0,-45-9 1 0 0,0 1 0 0 0,-1 0-1 0 0,0 0 1 0 0,0 1 0 0 0,0 0 0 0 0,0 1 0 0 0,-1 0-1 0 0,16 12 1 0 0,-21-15 10 0 0,-1 0-1 0 0,0 1 0 0 0,0-1 1 0 0,0 1-1 0 0,0-1 0 0 0,-1 1 1 0 0,1 0-1 0 0,0-1 0 0 0,-1 1 1 0 0,0 0-1 0 0,0 0 0 0 0,0 0 1 0 0,0 0-1 0 0,0 1 0 0 0,-1-1 1 0 0,0 0-1 0 0,1 0 0 0 0,-1 0 1 0 0,0 0-1 0 0,0 1 1 0 0,-1-1-1 0 0,1 0 0 0 0,-1 0 1 0 0,1 0-1 0 0,-1 0 0 0 0,0 0 1 0 0,0 0-1 0 0,0 0 0 0 0,-1 0 1 0 0,1 0-1 0 0,-3 3 0 0 0,-5 9 9 0 0,-1 1-1 0 0,0-1 0 0 0,-2-1 1 0 0,0 0-1 0 0,-17 17 0 0 0,-75 57 6 0 0,67-58 2 0 0,18-15 1 0 0,-33 31 170 0 0,51-44 25 0 0,7-3-159 0 0,61-8 94 0 0,97-25 0 0 0,-99 19-69 0 0,-57 13-166 0 0,-5 2-67 0 0,0 0 1 0 0,0-1 0 0 0,0 0-1 0 0,0 1 1 0 0,0-1 0 0 0,0 0-1 0 0,-1 0 1 0 0,1-1-1 0 0,0 1 1 0 0,0-1 0 0 0,-1 1-1 0 0,1-1 1 0 0,-1 0 0 0 0,4-3-1 0 0,-2-1-554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3:47.4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544 1 3184 0 0,'11'4'-70'0'0,"0"1"0"0"0,-1 0 0 0 0,1 1-1 0 0,-1 0 1 0 0,0 1 0 0 0,0 0 0 0 0,-1 0 0 0 0,0 1-1 0 0,0 0 1 0 0,-1 1 0 0 0,12 16 0 0 0,-16-19 73 0 0,0 0 0 0 0,0 1 0 0 0,-1-1 0 0 0,0 1 1 0 0,0 0-1 0 0,-1 0 0 0 0,0 0 0 0 0,0 0 0 0 0,-1 1 0 0 0,1-1 1 0 0,-2 0-1 0 0,1 1 0 0 0,-1-1 0 0 0,0 0 0 0 0,-1 1 0 0 0,1-1 0 0 0,-2 0 1 0 0,1 1-1 0 0,-5 12 0 0 0,-2-1 11 0 0,0-2 0 0 0,-2 1 0 0 0,0-2 0 0 0,0 1-1 0 0,-2-1 1 0 0,0-1 0 0 0,-1 0 0 0 0,0-1 0 0 0,-2 0 0 0 0,1-1 0 0 0,-1 0 0 0 0,-1-2 0 0 0,-26 16 0 0 0,-16 6 38 0 0,-1-3 0 0 0,-101 37 0 0 0,143-60-101 0 0,-7 3-55 0 0,0-1 0 0 0,0-1 0 0 0,-1-1 0 0 0,0-1 0 0 0,-51 5 1 0 0,73-11-548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3:49.8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16 135 2348 0 0,'-13'-57'1028'0'0,"13"55"-863"0"0,-3-13 640 0 0,17 99-765 0 0,4-1-1 0 0,44 129 0 0 0,-21-83-6 0 0,-4 13 476 0 0,-36-140 392 0 0,-4-3-878 0 0,0 0 0 0 0,0-1 1 0 0,0 1-1 0 0,0-1 0 0 0,0 1 0 0 0,1-1 0 0 0,-1 0 0 0 0,1 0 0 0 0,-1 0 1 0 0,1-1-1 0 0,0 1 0 0 0,0 0 0 0 0,0-1 0 0 0,0 0 0 0 0,0 1 0 0 0,1-1 1 0 0,-1 0-1 0 0,-1-5 0 0 0,-26-57 175 0 0,11 9-108 0 0,2-1 0 0 0,3 0 0 0 0,2-1 0 0 0,2 0 0 0 0,0-91 0 0 0,8 120-66 0 0,0 16-16 0 0,0 1-1 0 0,2-1 1 0 0,1-18 0 0 0,-1 29-12 0 0,-1-1 0 0 0,1 1 0 0 0,-1 0 0 0 0,1-1 0 0 0,0 1 0 0 0,0 0 0 0 0,0 0 0 0 0,0-1 0 0 0,0 1 0 0 0,0 0-1 0 0,1 0 1 0 0,-1 0 0 0 0,1 0 0 0 0,-1 1 0 0 0,1-1 0 0 0,0 0 0 0 0,0 1 0 0 0,0-1 0 0 0,0 1 0 0 0,0 0 0 0 0,0-1 0 0 0,0 1 0 0 0,2-1 0 0 0,16-4-19 0 0,1 1-1 0 0,-1 0 1 0 0,1 2 0 0 0,0 0-1 0 0,0 2 1 0 0,0 0-1 0 0,41 4 1 0 0,-26 2-9 0 0,-1 1-1 0 0,0 1 0 0 0,62 23 1 0 0,-94-29 27 0 0,0 0 0 0 0,0 0 0 0 0,0 0-1 0 0,0 0 1 0 0,0 0 0 0 0,-1 1 0 0 0,1-1 0 0 0,0 1 0 0 0,-1 0 0 0 0,0 0 0 0 0,1 0 0 0 0,-1 0-1 0 0,0 0 1 0 0,0 1 0 0 0,0-1 0 0 0,0 1 0 0 0,0-1 0 0 0,-1 1 0 0 0,1-1 0 0 0,0 4-1 0 0,-2-3 4 0 0,1 0-1 0 0,-1-1 0 0 0,-1 1 1 0 0,1 0-1 0 0,0-1 1 0 0,-1 1-1 0 0,1-1 0 0 0,-1 1 1 0 0,0-1-1 0 0,0 1 0 0 0,0-1 1 0 0,0 1-1 0 0,0-1 0 0 0,-1 0 1 0 0,1 1-1 0 0,-1-1 0 0 0,1 0 1 0 0,-1 0-1 0 0,0 0 0 0 0,0 0 1 0 0,0-1-1 0 0,-4 4 0 0 0,-16 12 4 0 0,-2 0 0 0 0,0-2 0 0 0,0 0 0 0 0,-2-2 0 0 0,0 0 0 0 0,0-2 1 0 0,-1-1-1 0 0,-53 12 0 0 0,76-21 7 0 0,1 0 0 0 0,-1 0 0 0 0,0 0 0 0 0,0-1 0 0 0,0 0 0 0 0,0 0 0 0 0,0 0 0 0 0,0 0 0 0 0,1 0 0 0 0,-1-1 1 0 0,0 1-1 0 0,0-1 0 0 0,0 0 0 0 0,-6-3 0 0 0,9 3-25 0 0,1 0 0 0 0,-1 1 0 0 0,1-1 0 0 0,0 0 1 0 0,-1 1-1 0 0,1-1 0 0 0,-1 0 0 0 0,1 0 0 0 0,0 1 0 0 0,0-1 0 0 0,-1 0 1 0 0,1 0-1 0 0,0 0 0 0 0,0 0 0 0 0,0 1 0 0 0,0-1 0 0 0,0 0 0 0 0,0 0 0 0 0,0 0 1 0 0,0 0-1 0 0,0 1 0 0 0,0-1 0 0 0,1 0 0 0 0,-1 0 0 0 0,0 0 0 0 0,1 1 0 0 0,0-3 1 0 0,11-19-846 0 0,15-8-1586 0 0,-11 16 1398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3:50.2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80 4092 0 0,'-2'-68'589'0'0,"2"67"-403"0"0,-1-8-119 0 0,1 9-63 0 0,0 0-1 0 0,0 0 0 0 0,0 0 1 0 0,0 0-1 0 0,1 0 0 0 0,-1 0 1 0 0,0 0-1 0 0,0 0 0 0 0,0 0 1 0 0,0 0-1 0 0,0 0 0 0 0,0 0 1 0 0,0 0-1 0 0,0 0 0 0 0,1 0 1 0 0,-1 0-1 0 0,0 0 0 0 0,0 0 1 0 0,0 0-1 0 0,0 0 0 0 0,0 0 1 0 0,0 0-1 0 0,0 0 0 0 0,0 0 1 0 0,0 0-1 0 0,0 0 0 0 0,1 0 1 0 0,-1 0-1 0 0,0 0 0 0 0,0 0 1 0 0,0 0-1 0 0,0 0 0 0 0,0 0 1 0 0,0 0-1 0 0,0-1 0 0 0,0 1 1 0 0,0 0-1 0 0,0 0 0 0 0,0 0 1 0 0,0 0-1 0 0,0 0 0 0 0,0 0 1 0 0,0 0-1 0 0,120 246-13 0 0,-75-150 23 0 0,-9-18 57 0 0,46 154-1 0 0,-69-197 90 0 0,-12-33-355 0 0,15-26-2540 0 0,-2 6 2142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3:51.6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308 64 3180 0 0,'1'-2'-17'0'0,"-1"1"0"0"0,1-1 0 0 0,-1 0-1 0 0,1 0 1 0 0,-1 1 0 0 0,0-1 0 0 0,0 0-1 0 0,0 0 1 0 0,0 0 0 0 0,0 1 0 0 0,0-1-1 0 0,0 0 1 0 0,0 0 0 0 0,-1 1 0 0 0,1-1 0 0 0,-1 0-1 0 0,0 0 1 0 0,1 1 0 0 0,-1-1 0 0 0,0 1-1 0 0,0-1 1 0 0,0 1 0 0 0,0-1 0 0 0,0 1-1 0 0,0-1 1 0 0,0 1 0 0 0,0 0 0 0 0,-1 0 0 0 0,1-1-1 0 0,-1 1 1 0 0,1 0 0 0 0,-1 0 0 0 0,1 0-1 0 0,-3 0 1 0 0,-1-1 15 0 0,0 0 0 0 0,0 1 0 0 0,0-1 0 0 0,-1 1 0 0 0,1 1 1 0 0,0-1-1 0 0,-1 1 0 0 0,1 0 0 0 0,0 0 0 0 0,-1 0 0 0 0,1 1 0 0 0,0 0 0 0 0,-1 0 0 0 0,1 0 0 0 0,-7 3 0 0 0,-2 1 0 0 0,1 0 0 0 0,0 1 0 0 0,0 1 0 0 0,1 0 0 0 0,0 0 0 0 0,0 1 0 0 0,1 1 0 0 0,0 0 0 0 0,0 0 0 0 0,1 1 0 0 0,0 1 0 0 0,1-1 0 0 0,0 2 0 0 0,-10 17 0 0 0,16-25 7 0 0,1 0 0 0 0,0 1 0 0 0,0-1 0 0 0,1 1 0 0 0,-1-1 0 0 0,1 1 0 0 0,0-1 0 0 0,-1 8 0 0 0,2-10 1 0 0,0-1 0 0 0,0 1 0 0 0,0-1 0 0 0,0 0 0 0 0,1 1 0 0 0,-1-1 0 0 0,0 0 0 0 0,1 1 1 0 0,-1-1-1 0 0,1 0 0 0 0,-1 0 0 0 0,1 1 0 0 0,0-1 0 0 0,-1 0 0 0 0,1 0 0 0 0,0 0 0 0 0,0 0 0 0 0,0 0 0 0 0,0 0 0 0 0,0 0 0 0 0,0 0 0 0 0,0 0 0 0 0,0 0 0 0 0,0 0 0 0 0,0-1 0 0 0,1 1 0 0 0,-1-1 0 0 0,0 1 0 0 0,1-1 0 0 0,-1 1 0 0 0,0-1 0 0 0,3 1 0 0 0,1 0 9 0 0,1-1-1 0 0,-1 0 1 0 0,0 0 0 0 0,1 0-1 0 0,-1-1 1 0 0,1 1-1 0 0,-1-1 1 0 0,0-1-1 0 0,0 1 1 0 0,1-1 0 0 0,-1 0-1 0 0,0 0 1 0 0,-1 0-1 0 0,1-1 1 0 0,0 1 0 0 0,-1-1-1 0 0,9-7 1 0 0,5-5 32 0 0,-2 1 0 0 0,28-33 0 0 0,-23 22 169 0 0,-2-2-1 0 0,26-45 1 0 0,-44 70 31 0 0,-2 4-245 0 0,0 0 0 0 0,0 0 1 0 0,-1 0-1 0 0,1 0 0 0 0,0 0 0 0 0,-1 0 0 0 0,1 0 0 0 0,-1 0 0 0 0,1-1 0 0 0,-1 1 0 0 0,-3 1 0 0 0,3-1 3 0 0,-1 1-2 0 0,1 0 1 0 0,-1 0-1 0 0,1 0 1 0 0,0 1-1 0 0,0-1 1 0 0,0 0-1 0 0,0 1 1 0 0,1 0-1 0 0,-1-1 1 0 0,1 1-1 0 0,0 0 1 0 0,0 0 0 0 0,1 0-1 0 0,-1-1 1 0 0,1 1-1 0 0,-1 0 1 0 0,1 0-1 0 0,1 0 1 0 0,-1 0-1 0 0,1 7 1 0 0,1-9-1 0 0,-1 1 1 0 0,0 0 0 0 0,1-1 0 0 0,-1 1 0 0 0,1 0-1 0 0,0-1 1 0 0,0 0 0 0 0,0 1 0 0 0,0-1 0 0 0,0 0-1 0 0,1 0 1 0 0,-1 0 0 0 0,0-1 0 0 0,1 1 0 0 0,0 0-1 0 0,-1-1 1 0 0,1 0 0 0 0,0 0 0 0 0,0 0-1 0 0,-1 0 1 0 0,1 0 0 0 0,0 0 0 0 0,0-1 0 0 0,6 1-1 0 0,8 0 29 0 0,0-2 0 0 0,0 0 0 0 0,0 0 0 0 0,0-2 0 0 0,-1 0-1 0 0,1-1 1 0 0,-1-1 0 0 0,0 0 0 0 0,0-1 0 0 0,0-1 0 0 0,-1 0 0 0 0,0-2-1 0 0,0 1 1 0 0,-1-2 0 0 0,0 0 0 0 0,13-13 0 0 0,-27 27-21 0 0,-1 0-1 0 0,0-1 1 0 0,1 1 0 0 0,0 0 0 0 0,0 0 0 0 0,0 0-1 0 0,0-1 1 0 0,1 1 0 0 0,-1 0 0 0 0,1 0 0 0 0,0-1-1 0 0,0 1 1 0 0,0 0 0 0 0,1-1 0 0 0,-1 1 0 0 0,1-1-1 0 0,0 0 1 0 0,0 1 0 0 0,0-1 0 0 0,0 0 0 0 0,1 0-1 0 0,-1 0 1 0 0,1-1 0 0 0,3 4 0 0 0,9 2-3 0 0,-1 0 1 0 0,2-1 0 0 0,-1 0-1 0 0,1-1 1 0 0,0-1 0 0 0,0-1-1 0 0,0 0 1 0 0,1-1 0 0 0,23 1-1 0 0,-25-3-7 0 0,-1-1 0 0 0,1 0-1 0 0,-1-1 1 0 0,1 0 0 0 0,-1-1-1 0 0,0-1 1 0 0,0-1-1 0 0,0 0 1 0 0,0 0 0 0 0,0-1-1 0 0,14-9 1 0 0,-23 12-6 0 0,-1-1 1 0 0,0 0 0 0 0,0 0 0 0 0,0-1-1 0 0,0 1 1 0 0,0-1 0 0 0,-1 0-1 0 0,0 0 1 0 0,1 0 0 0 0,-2 0-1 0 0,1 0 1 0 0,2-6 0 0 0,-4 8 1 0 0,0 0 1 0 0,-1 1-1 0 0,1-1 1 0 0,-1 0-1 0 0,0 1 1 0 0,1-1-1 0 0,-1 0 1 0 0,0 0-1 0 0,0 1 0 0 0,0-1 1 0 0,0 0-1 0 0,-1 0 1 0 0,1 1-1 0 0,0-1 1 0 0,-1 0-1 0 0,1 0 1 0 0,-2-1-1 0 0,1 0 0 0 0,-1 1 0 0 0,0 0 0 0 0,0-1-1 0 0,1 1 1 0 0,-1 0 0 0 0,-1 0 0 0 0,1 0-1 0 0,0 0 1 0 0,0 1 0 0 0,-1-1 0 0 0,1 0-1 0 0,-1 1 1 0 0,0 0 0 0 0,-2-2 0 0 0,3 3-1 0 0,1-1 0 0 0,-1 1 0 0 0,0-1 0 0 0,0 1 0 0 0,1-1 0 0 0,-1 1 0 0 0,0 0 0 0 0,0 0 0 0 0,1 0 0 0 0,-1 0 0 0 0,0 0 1 0 0,0 0-1 0 0,0 1 0 0 0,1-1 0 0 0,-1 0 0 0 0,0 1 0 0 0,1 0 0 0 0,-1-1 0 0 0,0 1 0 0 0,1 0 0 0 0,-1 0 0 0 0,1 0 0 0 0,-1 0 0 0 0,1 0 0 0 0,-1 0 0 0 0,1 0 1 0 0,0 0-1 0 0,-1 1 0 0 0,1-1 0 0 0,-2 3 0 0 0,3 0-2 0 0,-1-1 1 0 0,0 1 0 0 0,1-1 0 0 0,0 1-1 0 0,0-1 1 0 0,0 1 0 0 0,0 0-1 0 0,1-1 1 0 0,0 1 0 0 0,-1-1-1 0 0,1 1 1 0 0,0-1 0 0 0,1 0 0 0 0,-1 1-1 0 0,3 3 1 0 0,30 42-18 0 0,-21-34 17 0 0,29 38 12 0 0,85 78 1 0 0,-88-95 7 0 0,-2 2 0 0 0,-1 1 1 0 0,55 81-1 0 0,-88-116-10 0 0,0 1-1 0 0,0 0 1 0 0,-1 0 0 0 0,1 0 0 0 0,-1 0-1 0 0,0 0 1 0 0,0 0 0 0 0,-1 0 0 0 0,0 1-1 0 0,0-1 1 0 0,0 1 0 0 0,0-1 0 0 0,-1 1 0 0 0,0-1-1 0 0,0 1 1 0 0,0-1 0 0 0,-1 1 0 0 0,0-1-1 0 0,0 1 1 0 0,-1-1 0 0 0,1 0 0 0 0,-1 1 0 0 0,0-1-1 0 0,0 0 1 0 0,-1 0 0 0 0,0 0 0 0 0,1-1-1 0 0,-2 1 1 0 0,1-1 0 0 0,0 0 0 0 0,-1 1-1 0 0,0-1 1 0 0,0-1 0 0 0,0 1 0 0 0,-1-1 0 0 0,1 1-1 0 0,-7 2 1 0 0,-14 9 21 0 0,-1-2-1 0 0,0-1 1 0 0,0-1-1 0 0,-1-1 1 0 0,0-1-1 0 0,-1-2 1 0 0,0 0-1 0 0,0-2 1 0 0,-1-1-1 0 0,1-2 1 0 0,-1-1-1 0 0,1 0 1 0 0,-52-8-1 0 0,73 6 12 0 0,0 0-1 0 0,0 0 0 0 0,0-1 0 0 0,0 0 0 0 0,1 0 1 0 0,-1-1-1 0 0,0 0 0 0 0,1 0 0 0 0,0 0 0 0 0,0-1 1 0 0,0 0-1 0 0,0 0 0 0 0,0-1 0 0 0,1 1 0 0 0,-9-11 0 0 0,12 11-21 0 0,-1 1 0 0 0,1-1-1 0 0,0 0 1 0 0,1 0-1 0 0,-1 0 1 0 0,1-1 0 0 0,0 1-1 0 0,0 0 1 0 0,0 0-1 0 0,0-1 1 0 0,1 1-1 0 0,-1-1 1 0 0,1 1 0 0 0,1 0-1 0 0,-1-1 1 0 0,1 1-1 0 0,-1 0 1 0 0,1-1 0 0 0,0 1-1 0 0,1 0 1 0 0,-1 0-1 0 0,1 0 1 0 0,-1 0 0 0 0,1 0-1 0 0,1 0 1 0 0,-1 0-1 0 0,3-3 1 0 0,9-12-13 0 0,0 1 1 0 0,1 1-1 0 0,1 1 0 0 0,1 0 1 0 0,0 1-1 0 0,1 0 0 0 0,0 2 1 0 0,1 0-1 0 0,1 1 0 0 0,0 1 1 0 0,0 1-1 0 0,1 1 0 0 0,1 0 1 0 0,-1 2-1 0 0,29-6 0 0 0,-40 12-4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3:53.8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235 117 3828 0 0,'-7'-12'-196'0'0,"-1"1"0"0"0,1-1 0 0 0,-9-21 0 0 0,-2-4 432 0 0,17 35-212 0 0,0 1-4 0 0,-5-6 0 0 0,5 5-4 0 0,-4 6-19 0 0,-3 3 5 0 0,0 0 0 0 0,0 1 1 0 0,1 0-1 0 0,0 0 0 0 0,1 1 0 0 0,0 0 0 0 0,0 0 1 0 0,1 0-1 0 0,0 1 0 0 0,1-1 0 0 0,0 1 0 0 0,-5 20 1 0 0,-4 15 9 0 0,-9 77 1 0 0,-10 334 3 0 0,28-334 48 0 0,-7 473 143 0 0,11-510-161 0 0,17 125 0 0 0,-7-115-30 0 0,22 131-1 0 0,-28-202-7 0 0,1 1 5 0 0,1 1-1 0 0,1-1 1 0 0,2-1 0 0 0,14 33-1 0 0,-17-44-8 0 0,1 0 1 0 0,0-1-1 0 0,1 1 0 0 0,0-2 1 0 0,1 1-1 0 0,0-1 0 0 0,1 0 0 0 0,1-1 1 0 0,15 13-1 0 0,3-5 29 0 0,1 0-1 0 0,1-2 1 0 0,49 19-1 0 0,106 26 59 0 0,-98-34-51 0 0,138 24 58 0 0,-221-50-90 0 0,3 0-264 0 0,16 2 1384 0 0,-23-9-375 0 0,-15-9-514 0 0,1 7-181 0 0,0 1 0 0 0,0 0 0 0 0,-1 0-1 0 0,0 1 1 0 0,0 1 0 0 0,-1 1 0 0 0,1 0 0 0 0,-1 0 0 0 0,-20-1 0 0 0,33 5-76 0 0,11 1-174 0 0,68 12 141 0 0,99 29 0 0 0,-176-42 51 0 0,1 0 1 0 0,-1 1-1 0 0,1-1 0 0 0,-1 0 0 0 0,1 0 0 0 0,-1 0 0 0 0,1 0 0 0 0,-1 0 0 0 0,1 1 1 0 0,-1-1-1 0 0,1 0 0 0 0,-1 0 0 0 0,1 1 0 0 0,-1-1 0 0 0,0 0 0 0 0,1 1 1 0 0,-1-1-1 0 0,1 1 0 0 0,-1-1 0 0 0,0 0 0 0 0,1 1 0 0 0,-1-1 0 0 0,0 1 0 0 0,0-1 1 0 0,1 1-1 0 0,-1-1 0 0 0,0 1 0 0 0,0-1 0 0 0,0 1 0 0 0,0-1 0 0 0,1 1 1 0 0,-1-1-1 0 0,0 1 0 0 0,0-1 0 0 0,0 1 0 0 0,0-1 0 0 0,0 1 0 0 0,0 0 0 0 0,-1-1 1 0 0,1 1-1 0 0,0-1 0 0 0,0 1 0 0 0,0-1 0 0 0,0 1 0 0 0,-1-1 0 0 0,1 1 1 0 0,0-1-1 0 0,0 1 0 0 0,-1-1 0 0 0,1 0 0 0 0,0 1 0 0 0,-1-1 0 0 0,1 1 0 0 0,-1-1 1 0 0,1 0-1 0 0,0 1 0 0 0,-1-1 0 0 0,1 0 0 0 0,-1 1 0 0 0,1-1 0 0 0,-1 0 1 0 0,1 0-1 0 0,-1 0 0 0 0,1 1 0 0 0,-1-1 0 0 0,-38 23 17 0 0,35-21-30 0 0,-30 13-614 0 0,0-1 1 0 0,-42 10-1 0 0,63-20-883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3:55.3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46 240 3892 0 0,'-6'-37'-134'0'0,"-10"-38"1732"0"0,16 73-1521 0 0,0 2-71 0 0,0 0 0 0 0,0 0 0 0 0,0 0 1 0 0,0-1-1 0 0,0 1 0 0 0,0 0 0 0 0,0 0 0 0 0,0 0 0 0 0,0-1 0 0 0,0 1 0 0 0,0 0 0 0 0,0 0 1 0 0,0 0-1 0 0,0 0 0 0 0,0-1 0 0 0,0 1 0 0 0,0 0 0 0 0,0 0 0 0 0,0 0 0 0 0,0-1 0 0 0,0 1 0 0 0,0 0 1 0 0,0 0-1 0 0,0 0 0 0 0,0-1 0 0 0,0 1 0 0 0,-1 0 0 0 0,1 0 0 0 0,0 0 0 0 0,0 0 0 0 0,0 0 1 0 0,0-1-1 0 0,0 1 0 0 0,0 0 0 0 0,-1 0 0 0 0,1 0 0 0 0,0 0 0 0 0,0 0 0 0 0,0 0 0 0 0,-1 0 1 0 0,1 0-1 0 0,0 0 0 0 0,0-1 0 0 0,0 1 0 0 0,0 0 0 0 0,-1 0 0 0 0,1 0 0 0 0,0 0 0 0 0,0 0 0 0 0,0 0 1 0 0,-1 0-1 0 0,1 0 0 0 0,0 0 0 0 0,0 0 0 0 0,0 1 0 0 0,-1-1 0 0 0,-1 2-4 0 0,1-1 1 0 0,-1 1-1 0 0,1 0 0 0 0,-1 0 0 0 0,1 1 1 0 0,0-1-1 0 0,-1 0 0 0 0,1 0 0 0 0,0 1 1 0 0,1-1-1 0 0,-1 1 0 0 0,0-1 0 0 0,1 1 1 0 0,-1-1-1 0 0,1 1 0 0 0,0-1 0 0 0,0 1 1 0 0,0-1-1 0 0,0 1 0 0 0,0-1 0 0 0,1 1 1 0 0,-1-1-1 0 0,1 1 0 0 0,-1-1 0 0 0,1 0 1 0 0,0 1-1 0 0,0-1 0 0 0,0 0 0 0 0,0 1 1 0 0,1-1-1 0 0,-1 0 0 0 0,1 0 0 0 0,-1 0 1 0 0,1 0-1 0 0,-1 0 0 0 0,1 0 0 0 0,0-1 1 0 0,3 3-1 0 0,4 3 5 0 0,0-1 1 0 0,0-1-1 0 0,0 1 1 0 0,1-1-1 0 0,-1-1 1 0 0,1 0-1 0 0,0 0 0 0 0,16 3 1 0 0,16 2-2 0 0,1-1 1 0 0,-1-3-1 0 0,1-1 1 0 0,43-3-1 0 0,-66-1-9 0 0,0-2-1 0 0,0 0 1 0 0,0-1-1 0 0,0-1 0 0 0,-1-1 1 0 0,1 0-1 0 0,-1-2 0 0 0,-1 0 1 0 0,1-1-1 0 0,31-20 1 0 0,-44 23 2 0 0,0 1 0 0 0,0-1 0 0 0,-1 0 0 0 0,0 0 0 0 0,0-1 0 0 0,0 1 0 0 0,6-10 0 0 0,-10 12 0 0 0,1 0 0 0 0,0 0 0 0 0,-1 0 0 0 0,1 0 0 0 0,-1 0 0 0 0,0-1 1 0 0,0 1-1 0 0,-1 0 0 0 0,1-1 0 0 0,-1 1 0 0 0,1-1 0 0 0,-1 1 0 0 0,0 0 0 0 0,0-1 1 0 0,-1 1-1 0 0,0-7 0 0 0,0 8-4 0 0,-1 2-3 0 0,-7-2 4 0 0,7 2-10 0 0,2 4-74 0 0,0-1 86 0 0,1 0 0 0 0,1 0 1 0 0,-1-1-1 0 0,0 1 1 0 0,1 0-1 0 0,-1-1 1 0 0,1 1-1 0 0,0-1 1 0 0,0 1-1 0 0,0-1 1 0 0,0 0-1 0 0,0 1 1 0 0,0-1-1 0 0,1 0 1 0 0,-1-1-1 0 0,1 1 1 0 0,-1 0-1 0 0,1-1 1 0 0,0 1-1 0 0,0-1 1 0 0,-1 0-1 0 0,6 1 1 0 0,82 28-7 0 0,-75-26 11 0 0,8 3 8 0 0,-3 0 12 0 0,1-1 0 0 0,0 0-1 0 0,0-2 1 0 0,1 0 0 0 0,-1-2-1 0 0,1 0 1 0 0,42-2 0 0 0,-61-1-19 0 0,-1 1 1 0 0,1-1-1 0 0,0 1 1 0 0,-1-1-1 0 0,1 0 1 0 0,0 0-1 0 0,-1 0 1 0 0,1 0-1 0 0,-1-1 0 0 0,0 1 1 0 0,1-1-1 0 0,-1 1 1 0 0,0-1-1 0 0,0 0 1 0 0,0 0-1 0 0,0 0 1 0 0,0 0-1 0 0,0 0 1 0 0,-1-1-1 0 0,1 1 1 0 0,-1 0-1 0 0,0-1 0 0 0,1 1 1 0 0,-1-1-1 0 0,0 1 1 0 0,0-1-1 0 0,-1 0 1 0 0,1 1-1 0 0,0-1 1 0 0,-1 0-1 0 0,0 1 1 0 0,0-1-1 0 0,0 0 1 0 0,0 0-1 0 0,0 1 0 0 0,0-1 1 0 0,-1 0-1 0 0,0-4 1 0 0,-3-10 37 0 0,0 1-1 0 0,-2-1 1 0 0,0 1 0 0 0,-13-27 0 0 0,15 36-10 0 0,4 5-46 0 0,-1 1 0 0 0,1 0 0 0 0,-1-1 0 0 0,1 1 1 0 0,-1 0-1 0 0,0 0 0 0 0,0-1 0 0 0,0 1 0 0 0,1 0 1 0 0,-1 0-1 0 0,0 0 0 0 0,0 0 0 0 0,-1 0 1 0 0,1 0-1 0 0,0 0 0 0 0,0 1 0 0 0,0-1 0 0 0,-1 0 1 0 0,1 1-1 0 0,0-1 0 0 0,0 1 0 0 0,-1-1 0 0 0,1 1 1 0 0,-1-1-1 0 0,1 1 0 0 0,0 0 0 0 0,-1 0 0 0 0,1 0 1 0 0,-1 0-1 0 0,1 0 0 0 0,-1 0 0 0 0,1 0 1 0 0,0 0-1 0 0,-1 0 0 0 0,1 1 0 0 0,-1-1 0 0 0,1 1 1 0 0,0-1-1 0 0,-1 1 0 0 0,1 0 0 0 0,0-1 0 0 0,0 1 1 0 0,-2 1-1 0 0,0 0-544 0 0,17 13-2776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3:55.6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 4 3988 0 0,'-3'0'-31'0'0,"-2"-2"-45"0"0,1 2-1 0 0,-1-1 1 0 0,0 1-1 0 0,1-1 1 0 0,-1 1-1 0 0,0 1 1 0 0,0-1-1 0 0,-5 2 1 0 0,8-2 63 0 0,0 1 0 0 0,1 0 0 0 0,-1 0 1 0 0,1 0-1 0 0,-1 1 0 0 0,1-1 0 0 0,-1 0 0 0 0,1 0 0 0 0,0 1 0 0 0,0-1 1 0 0,0 1-1 0 0,-1-1 0 0 0,1 1 0 0 0,1 0 0 0 0,-1-1 0 0 0,0 1 0 0 0,0 0 1 0 0,1 0-1 0 0,-1-1 0 0 0,1 1 0 0 0,-1 0 0 0 0,1 0 0 0 0,0 0 0 0 0,0 3 1 0 0,-2 6-26 0 0,1-1 0 0 0,0 1 1 0 0,1-1-1 0 0,0 1 0 0 0,0-1 1 0 0,1 1-1 0 0,1-1 0 0 0,0 1 1 0 0,0-1-1 0 0,1 0 0 0 0,1 0 1 0 0,-1 0-1 0 0,1-1 0 0 0,1 1 1 0 0,7 11-1 0 0,-2-14-1310 0 0,-8-6 987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3:55.8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52 2164 0 0,'-8'-7'640'0'0,"0"-3"-140"0"0,-1-3-72 0 0,7 6-104 0 0,-7-1 0 0 0,34 1-2772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3:57.0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45 153 2932 0 0,'-8'-38'405'0'0,"2"7"858"0"0,-15-44 0 0 0,21 74-1171 0 0,-6-5 80 0 0,3 43-159 0 0,2 1-1 0 0,2 0 1 0 0,7 51-1 0 0,28 114 32 0 0,-33-191-39 0 0,1 0 0 0 0,0 0 0 0 0,1 0 0 0 0,0 0 0 0 0,1-1 0 0 0,0 1 0 0 0,1-2 0 0 0,0 1 0 0 0,1-1 0 0 0,0 0 0 0 0,0 0 0 0 0,1-1 0 0 0,0 0 0 0 0,1-1 0 0 0,0 0 1 0 0,0-1-1 0 0,1 0 0 0 0,0 0 0 0 0,0-1 0 0 0,14 5 0 0 0,2 0 17 0 0,1-1 1 0 0,0-1 0 0 0,1-1-1 0 0,-1-2 1 0 0,2-1 0 0 0,-1-1-1 0 0,51-1 1 0 0,-70-2-15 0 0,-1-2 0 0 0,1 0 0 0 0,0 0 1 0 0,0 0-1 0 0,-1-1 0 0 0,1-1 0 0 0,0 0 0 0 0,-1 0 0 0 0,0-1 1 0 0,10-5-1 0 0,-15 6-7 0 0,0 1 0 0 0,0-1 1 0 0,0 0-1 0 0,0 0 1 0 0,-1-1-1 0 0,0 1 0 0 0,0-1 1 0 0,0 1-1 0 0,0-1 0 0 0,0 0 1 0 0,-1 0-1 0 0,1 0 1 0 0,-1-1-1 0 0,0 1 0 0 0,-1-1 1 0 0,1 1-1 0 0,-1-1 0 0 0,0 1 1 0 0,0-1-1 0 0,0 0 1 0 0,-1 0-1 0 0,1-8 0 0 0,-4-34-2 0 0,-2 1-1 0 0,-2 0 0 0 0,-2 1 1 0 0,-1 0-1 0 0,-3 0 0 0 0,-2 1 1 0 0,-27-56-1 0 0,9-6-34 0 0,33 105 26 0 0,-5-10-7 0 0,3 5-75 0 0,2 7-196 0 0,8 26 258 0 0,0-1-1 0 0,6 52 0 0 0,-8-41 15 0 0,12 43 0 0 0,59 116 69 0 0,-34-96 36 0 0,-39-90-43 0 0,0 1 0 0 0,1-1 0 0 0,11 17 0 0 0,-15-26 132 0 0,-1-23-138 0 0,-1 15-35 0 0,0 0 0 0 0,1 0 1 0 0,0 0-1 0 0,0 0 0 0 0,1 0 0 0 0,0 0 1 0 0,0 0-1 0 0,1 0 0 0 0,-1 1 0 0 0,1-1 0 0 0,1 0 1 0 0,0 1-1 0 0,0 0 0 0 0,0-1 0 0 0,0 1 1 0 0,7-7-1 0 0,-8 9-11 0 0,1 1-1 0 0,0 1 1 0 0,0-1 0 0 0,0 0 0 0 0,1 1-1 0 0,-1-1 1 0 0,1 1 0 0 0,-1 0-1 0 0,1 0 1 0 0,0 1 0 0 0,-1-1 0 0 0,1 1-1 0 0,0 0 1 0 0,0 0 0 0 0,0 0 0 0 0,0 0-1 0 0,0 1 1 0 0,7-1 0 0 0,-3 2-5 0 0,0 0-1 0 0,1 0 1 0 0,-1 1 0 0 0,0 0 0 0 0,0 0 0 0 0,0 1-1 0 0,-1 0 1 0 0,14 7 0 0 0,3 4-8 0 0,0 1 0 0 0,-1 2-1 0 0,-1 0 1 0 0,30 31 0 0 0,-50-46-1 0 0,18 18-435 0 0,0 0-1 0 0,46 31 1 0 0,-53-46-1748 0 0,-11-4 1282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3:57.2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36 101 3672 0 0,'-14'-2'-84'0'0,"-2"-1"0"0"0,11-4 48 0 0,26-13-76 0 0,-7 13 88 0 0,8-1-12 0 0,8-2 32 0 0,3 3-52 0 0,0 0-108 0 0,-3-3-140 0 0,6 2-512 0 0,-3 1 152 0 0,0 2 224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3:59.7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66 161 1840 0 0,'0'-9'216'0'0,"-2"-1"0"0"0,1 1 0 0 0,-1 0 1 0 0,0-1-1 0 0,-1 1 0 0 0,0 0 0 0 0,-6-10 0 0 0,-9-33 1501 0 0,18 50-1675 0 0,0 1-1 0 0,0 0 1 0 0,-1-1-1 0 0,1 1 0 0 0,0 0 1 0 0,0 0-1 0 0,-1-1 1 0 0,1 1-1 0 0,-1 0 0 0 0,1 0 1 0 0,-1-1-1 0 0,0 1 1 0 0,1 0-1 0 0,-1 0 0 0 0,0 0 1 0 0,0 0-1 0 0,1 0 1 0 0,-3-1-1 0 0,-5 18 167 0 0,2 42-201 0 0,14 34 42 0 0,5-1 1 0 0,3 0-1 0 0,54 167 1 0 0,-50-191 295 0 0,-19-58-19 0 0,-3-8-30 0 0,-18-31-42 0 0,16 22-231 0 0,0 0 1 0 0,0 0-1 0 0,1 0 1 0 0,0 0-1 0 0,0-1 1 0 0,1 1-1 0 0,0-1 1 0 0,0 0-1 0 0,1 1 1 0 0,1-1-1 0 0,-1 0 1 0 0,2-15-1 0 0,0 20-26 0 0,0 0 0 0 0,0-1 0 0 0,0 1 0 0 0,1-1-1 0 0,-1 1 1 0 0,1 0 0 0 0,0 0 0 0 0,1 0 0 0 0,-1 0-1 0 0,1 0 1 0 0,-1 1 0 0 0,1-1 0 0 0,0 1 0 0 0,0 0-1 0 0,1 0 1 0 0,-1 0 0 0 0,1 0 0 0 0,-1 0 0 0 0,1 1 0 0 0,0-1-1 0 0,0 1 1 0 0,0 0 0 0 0,0 0 0 0 0,1 1 0 0 0,6-3-1 0 0,3 1-13 0 0,1 0 0 0 0,0 1 0 0 0,0 1 1 0 0,0 0-1 0 0,0 1 0 0 0,0 1 0 0 0,0 0 0 0 0,0 1 0 0 0,26 6 0 0 0,-17-2-16 0 0,-1 2 0 0 0,1 0 0 0 0,-1 2-1 0 0,-1 0 1 0 0,25 16 0 0 0,-4 7-110 0 0,-41-31 134 0 0,1 1 0 0 0,-1-1 1 0 0,-1 0-1 0 0,1 1 0 0 0,0-1 0 0 0,0 1 0 0 0,-1-1 0 0 0,0 1 1 0 0,1 0-1 0 0,-1-1 0 0 0,0 1 0 0 0,0 0 0 0 0,-1 0 0 0 0,1 0 1 0 0,0 4-1 0 0,-2-4 6 0 0,1-1-1 0 0,0 0 1 0 0,-1 1 0 0 0,0-1 0 0 0,0 0 0 0 0,0 0 0 0 0,0 0 0 0 0,0 0 0 0 0,0 0 0 0 0,0 0 0 0 0,0 0-1 0 0,-1 0 1 0 0,1 0 0 0 0,-1 0 0 0 0,0-1 0 0 0,1 1 0 0 0,-1-1 0 0 0,-2 2 0 0 0,-39 24-2 0 0,33-21 1 0 0,-6 1 23 0 0,0 0 0 0 0,0-1-1 0 0,-1-1 1 0 0,0 0 0 0 0,0-1-1 0 0,-26 3 1 0 0,40-7 16 0 0,-1-1-1 0 0,-39-11 82 0 0,40 10-174 0 0,3 1-131 0 0,-1-1 0 0 0,1 1 0 0 0,0-1 0 0 0,-1 1-1 0 0,1-1 1 0 0,0 1 0 0 0,0-1 0 0 0,0 1 0 0 0,0-1-1 0 0,1 1 1 0 0,-1-1 0 0 0,1-2 0 0 0,11-7-1402 0 0,4 2 30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4:00.4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215 97 4420 0 0,'-16'-41'-722'0'0,"15"40"728"0"0,-19-27 140 0 0,18 27-140 0 0,1 0-2 0 0,-1 0 1 0 0,1 0-1 0 0,-1 0 1 0 0,1 0-1 0 0,-1 1 1 0 0,1-1-1 0 0,-1 1 1 0 0,1-1-1 0 0,-1 1 1 0 0,0 0-1 0 0,1-1 1 0 0,-1 1-1 0 0,1 0 1 0 0,-4 0-1 0 0,-1 1 0 0 0,-1-1 0 0 0,1 1 0 0 0,-1 0-1 0 0,0 1 1 0 0,1 0 0 0 0,0 0 0 0 0,-1 0 0 0 0,1 1 0 0 0,0 0 0 0 0,0 0-1 0 0,1 0 1 0 0,-1 1 0 0 0,0 0 0 0 0,1 0 0 0 0,0 0 0 0 0,0 1 0 0 0,1-1-1 0 0,-1 1 1 0 0,1 1 0 0 0,-4 4 0 0 0,-2 2-13 0 0,8-9 9 0 0,0 1 0 0 0,0-1 0 0 0,0 1 0 0 0,1-1 0 0 0,-1 1 0 0 0,1-1 0 0 0,0 1-1 0 0,0 0 1 0 0,0 0 0 0 0,0 0 0 0 0,1-1 0 0 0,-1 1 0 0 0,1 0 0 0 0,0 0 0 0 0,0 0 0 0 0,1 0 0 0 0,-1 0 0 0 0,2 4 0 0 0,-2-6 5 0 0,1 0 0 0 0,0 0 0 0 0,-1 0 1 0 0,1 0-1 0 0,0 0 0 0 0,0 0 1 0 0,0-1-1 0 0,1 1 0 0 0,-1 0 0 0 0,0-1 1 0 0,0 1-1 0 0,1-1 0 0 0,-1 1 0 0 0,1-1 1 0 0,0 0-1 0 0,-1 1 0 0 0,1-1 0 0 0,0 0 1 0 0,0 0-1 0 0,-1 0 0 0 0,1-1 1 0 0,0 1-1 0 0,0 0 0 0 0,0-1 0 0 0,0 1 1 0 0,0-1-1 0 0,0 1 0 0 0,0-1 0 0 0,0 0 1 0 0,0 0-1 0 0,1 0 0 0 0,-1 0 0 0 0,0-1 1 0 0,0 1-1 0 0,0 0 0 0 0,0-1 1 0 0,0 1-1 0 0,3-2 0 0 0,5-1 16 0 0,1-1 1 0 0,-1 0-1 0 0,0 0 0 0 0,0-1 1 0 0,-1-1-1 0 0,1 1 0 0 0,-1-1 1 0 0,12-11-1 0 0,-4 0 90 0 0,0 0 0 0 0,-1 0 0 0 0,14-22 0 0 0,11-22 755 0 0,-39 59-570 0 0,-4 8-280 0 0,-1 8-12 0 0,0 0 1 0 0,1 0-1 0 0,0 1 1 0 0,1-1 0 0 0,1 1-1 0 0,0-1 1 0 0,1 1 0 0 0,4 24-1 0 0,-4-33-5 0 0,1 0 0 0 0,0-1 0 0 0,0 1 0 0 0,0-1 0 0 0,0 0 0 0 0,1 1 0 0 0,0-1 0 0 0,0 0 0 0 0,0-1 0 0 0,1 1 0 0 0,-1 0-1 0 0,1-1 1 0 0,0 0 0 0 0,0 0 0 0 0,1 0 0 0 0,-1-1 0 0 0,1 1 0 0 0,0-1 0 0 0,0 0 0 0 0,0 0 0 0 0,0-1 0 0 0,1 1 0 0 0,-1-1 0 0 0,1-1 0 0 0,10 3 0 0 0,-13-3-156 0 0,1-1 0 0 0,0 0 0 0 0,-1 0 0 0 0,1 0 0 0 0,0 0 1 0 0,-1 0-1 0 0,1-1 0 0 0,0 0 0 0 0,-1 1 0 0 0,1-1 0 0 0,-1-1 1 0 0,1 1-1 0 0,-1 0 0 0 0,6-4 0 0 0,2-1-640 0 0,9-2-224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4:01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266 367 3608 0 0,'0'0'-178'0'0,"-14"-33"-561"0"0,6 32 718 0 0,1 0 1 0 0,-1 1 0 0 0,0 0-1 0 0,0 0 1 0 0,0 1-1 0 0,0 0 1 0 0,1 0 0 0 0,-1 1-1 0 0,0-1 1 0 0,1 2-1 0 0,0-1 1 0 0,-1 1 0 0 0,1 1-1 0 0,-12 6 1 0 0,5-2 9 0 0,1 0 1 0 0,0 1 0 0 0,1 0-1 0 0,-1 1 1 0 0,2 0 0 0 0,-20 22-1 0 0,29-30 12 0 0,0 1 1 0 0,1-1-1 0 0,-1 1 0 0 0,0-1 1 0 0,1 1-1 0 0,-1 0 0 0 0,1 0 0 0 0,0-1 1 0 0,0 1-1 0 0,0 0 0 0 0,0 0 0 0 0,1 0 1 0 0,-1 1-1 0 0,1-1 0 0 0,-1 0 1 0 0,1 0-1 0 0,0 0 0 0 0,1 0 0 0 0,-1 0 1 0 0,2 6-1 0 0,-1-4 6 0 0,1-1-1 0 0,0 0 1 0 0,1 0 0 0 0,-1 0-1 0 0,1 0 1 0 0,0 0 0 0 0,0 0-1 0 0,0-1 1 0 0,0 1 0 0 0,1-1 0 0 0,0 0-1 0 0,5 4 1 0 0,10 5 28 0 0,1-1 1 0 0,1 0-1 0 0,0-1 1 0 0,32 9-1 0 0,-27-10 35 0 0,1 0 0 0 0,0-3 0 0 0,1 0 1 0 0,0-1-1 0 0,0-2 0 0 0,0-1 0 0 0,0-1 0 0 0,48-5 0 0 0,-70 3-41 0 0,0 0 0 0 0,0-1 0 0 0,-1 0-1 0 0,1 0 1 0 0,0 0 0 0 0,-1 0 0 0 0,1-1 0 0 0,-1 0-1 0 0,0-1 1 0 0,0 1 0 0 0,0-1 0 0 0,0 0 0 0 0,-1 0-1 0 0,0 0 1 0 0,1-1 0 0 0,-2 1 0 0 0,1-1-1 0 0,0 0 1 0 0,-1 0 0 0 0,0 0 0 0 0,0-1 0 0 0,-1 1-1 0 0,1-1 1 0 0,-1 0 0 0 0,0 1 0 0 0,2-13 0 0 0,1-10 27 0 0,-2-1 0 0 0,-1 0 0 0 0,0 1 1 0 0,-5-42-1 0 0,2 45-24 0 0,-4-37 194 0 0,-14-66 1 0 0,5 36 235 0 0,0 43-312 0 0,8 40-171 0 0,7 34 4 0 0,5 12 19 0 0,2 0 0 0 0,1 0 0 0 0,2-1-1 0 0,27 63 1 0 0,-11-44 31 0 0,2 0-1 0 0,45 62 1 0 0,-40-68 1470 0 0,-36-59-1410 0 0,0 0 1 0 0,0 1-1 0 0,-1-1 0 0 0,0 0 1 0 0,-7-13-1 0 0,-4-16 70 0 0,-21-130 265 0 0,35 167-434 0 0,-1 0 0 0 0,1 0 0 0 0,0 0 0 0 0,0 0 0 0 0,0 0 0 0 0,0 0 1 0 0,0 0-1 0 0,1 0 0 0 0,-1-1 0 0 0,0 1 0 0 0,1 0 0 0 0,0 0 0 0 0,-1 0 1 0 0,1 1-1 0 0,0-1 0 0 0,0 0 0 0 0,0 0 0 0 0,1 0 0 0 0,-1 1 0 0 0,0-1 0 0 0,0 0 1 0 0,1 1-1 0 0,-1-1 0 0 0,1 1 0 0 0,0 0 0 0 0,-1 0 0 0 0,1-1 0 0 0,0 1 0 0 0,2-1 1 0 0,1-1-25 0 0,1 1 1 0 0,-1-1 0 0 0,1 1-1 0 0,-1 0 1 0 0,1 0 0 0 0,0 1-1 0 0,0-1 1 0 0,0 1 0 0 0,11 0-1 0 0,-16 1 28 0 0,12 0-105 0 0,1 0-1 0 0,-1 1 1 0 0,21 5-1 0 0,-31-6 78 0 0,0 1 0 0 0,0-1 0 0 0,0 1 0 0 0,0 0 0 0 0,0 0 0 0 0,-1 1-1 0 0,1-1 1 0 0,0 1 0 0 0,-1-1 0 0 0,1 1 0 0 0,-1 0 0 0 0,1 0 0 0 0,-1 0 0 0 0,0 0 0 0 0,1 0-1 0 0,-1 0 1 0 0,-1 1 0 0 0,1-1 0 0 0,0 1 0 0 0,0 0 0 0 0,-1-1 0 0 0,3 7 0 0 0,-6-6 16 0 0,1 0 1 0 0,0-1-1 0 0,-1 1 1 0 0,0 0-1 0 0,0 0 1 0 0,0-1-1 0 0,0 1 1 0 0,0-1-1 0 0,0 0 1 0 0,-1 1-1 0 0,1-1 1 0 0,-5 2-1 0 0,6-3 7 0 0,-21 15-34 0 0,-1 0 0 0 0,-1-1 0 0 0,0-2 0 0 0,-1 0 0 0 0,-44 14 0 0 0,-136 30 35 0 0,182-51 43 0 0,22-5-4 0 0,4-1 8 0 0,43-5 143 0 0,9-1-73 0 0,-29 5-125 0 0,0 1 0 0 0,0 1 1 0 0,0 1-1 0 0,-1 1 0 0 0,1 2 0 0 0,-1 0 0 0 0,0 2 1 0 0,34 13-1 0 0,13 18-18 0 0,-49-24 60 0 0,2-1 0 0 0,28 11 0 0 0,53 10-428 0 0,-103-34-90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4:03.3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265 47 4112 0 0,'0'0'-160'0'0,"-28"-28"-669"0"0,21 25 827 0 0,0 0 0 0 0,0 0 0 0 0,0 1 0 0 0,-1 0 1 0 0,1 0-1 0 0,-1 1 0 0 0,1 0 0 0 0,-1 0 0 0 0,1 0 0 0 0,-1 1 0 0 0,1 1 1 0 0,-1-1-1 0 0,1 1 0 0 0,-1 0 0 0 0,1 1 0 0 0,0 0 0 0 0,-1 0 0 0 0,1 1 0 0 0,0-1 1 0 0,0 2-1 0 0,1-1 0 0 0,-1 1 0 0 0,1 0 0 0 0,-1 0 0 0 0,1 1 0 0 0,1-1 1 0 0,-1 2-1 0 0,1-1 0 0 0,-1 0 0 0 0,1 1 0 0 0,1 0 0 0 0,-1 0 0 0 0,1 1 0 0 0,-4 9 1 0 0,7-14 2 0 0,1 0 1 0 0,-1 0-1 0 0,1 0 1 0 0,0 0-1 0 0,0 0 1 0 0,0 0-1 0 0,0 0 1 0 0,0 0 0 0 0,1 0-1 0 0,-1 0 1 0 0,0 0-1 0 0,1 0 1 0 0,0 0-1 0 0,-1 0 1 0 0,1 0-1 0 0,0-1 1 0 0,0 1-1 0 0,0 0 1 0 0,0 0 0 0 0,0-1-1 0 0,1 1 1 0 0,-1 0-1 0 0,0-1 1 0 0,1 0-1 0 0,-1 1 1 0 0,1-1-1 0 0,0 0 1 0 0,-1 0 0 0 0,1 1-1 0 0,0-1 1 0 0,0-1-1 0 0,-1 1 1 0 0,1 0-1 0 0,3 0 1 0 0,7 5 20 0 0,1 0-1 0 0,1-1 1 0 0,21 4 0 0 0,-17-4-1 0 0,0-2 0 0 0,0 0 0 0 0,1-1 0 0 0,0-1 0 0 0,-1-1 0 0 0,25-2 0 0 0,-39 2-17 0 0,1-1 0 0 0,0 0 0 0 0,-1 1 0 0 0,1-2 0 0 0,-1 1 0 0 0,1 0 0 0 0,-1-1 0 0 0,0 0 1 0 0,0 0-1 0 0,1 0 0 0 0,-1 0 0 0 0,-1-1 0 0 0,1 0 0 0 0,0 0 0 0 0,-1 0 0 0 0,1 0 0 0 0,-1 0 1 0 0,0-1-1 0 0,0 1 0 0 0,0-1 0 0 0,-1 0 0 0 0,1 0 0 0 0,-1 0 0 0 0,0 0 0 0 0,0 0 0 0 0,0-1 1 0 0,-1 1-1 0 0,1-1 0 0 0,-1 1 0 0 0,1-6 0 0 0,-1-1 11 0 0,-1 0 0 0 0,0 1 0 0 0,0-1 0 0 0,-1 0 0 0 0,-1 0 0 0 0,-2-11 0 0 0,4 20-29 0 0,0 8-76 0 0,3 24 89 0 0,1-1 0 0 0,1 1 0 0 0,1-1 0 0 0,2 0 0 0 0,15 38 0 0 0,13 14 31 0 0,62 161 65 0 0,-94-231-82 0 0,-1 1 1 0 0,0 0-1 0 0,-1 0 1 0 0,-1 0-1 0 0,1 0 1 0 0,-2 1-1 0 0,0-1 1 0 0,0 0-1 0 0,-1 0 1 0 0,-1 0-1 0 0,0 0 1 0 0,0 0-1 0 0,-2 0 1 0 0,1 0-1 0 0,-1-1 1 0 0,-1 1-1 0 0,0-1 1 0 0,-12 19-1 0 0,13-25 9 0 0,0 0-1 0 0,0 0 1 0 0,0 0 0 0 0,0-1 0 0 0,-1 1-1 0 0,0-1 1 0 0,1-1 0 0 0,-2 1 0 0 0,1 0-1 0 0,0-1 1 0 0,-11 4 0 0 0,14-6 38 0 0,-2-1 7 0 0,0 0 1 0 0,0-1-1 0 0,1 0 1 0 0,-1 1-1 0 0,0-1 1 0 0,1-1-1 0 0,-1 1 1 0 0,1 0 0 0 0,-4-3-1 0 0,6 2-50 0 0,0 0-1 0 0,0 0 1 0 0,0 1-1 0 0,0-1 1 0 0,0 0-1 0 0,1-1 1 0 0,-1 1 0 0 0,1 0-1 0 0,0 0 1 0 0,-1 0-1 0 0,1 0 1 0 0,0 0-1 0 0,0 0 1 0 0,0 0-1 0 0,0-1 1 0 0,1 1-1 0 0,-1 0 1 0 0,1 0 0 0 0,-1 0-1 0 0,1 0 1 0 0,0 0-1 0 0,0 0 1 0 0,0 0-1 0 0,0 0 1 0 0,0 1-1 0 0,2-4 1 0 0,39-63 93 0 0,-28 48-78 0 0,37-57 6 0 0,-25 40-28 0 0,-2 0 0 0 0,37-80 0 0 0,-54 99-7 0 0,-1 0 1 0 0,0-1 0 0 0,-1 0-1 0 0,-1 1 1 0 0,-1-1-1 0 0,-1 0 1 0 0,1-24 0 0 0,-4 30-7 0 0,0 0 0 0 0,-1 0 0 0 0,0 0 0 0 0,-1 0 1 0 0,0 0-1 0 0,-1 0 0 0 0,0 1 0 0 0,-1 0 1 0 0,-1 0-1 0 0,0 0 0 0 0,-10-15 0 0 0,5 11-1 0 0,5 8 1 0 0,0 0 1 0 0,1-1 0 0 0,0 0-1 0 0,-8-18 1 0 0,13 25-25 0 0,-1 2 25 0 0,1 0 1 0 0,0 0-1 0 0,0 0 1 0 0,0-1-1 0 0,0 1 0 0 0,-1 0 1 0 0,1 0-1 0 0,0 0 1 0 0,0-1-1 0 0,0 1 1 0 0,0 0-1 0 0,0 0 0 0 0,0 0 1 0 0,-1-1-1 0 0,1 1 1 0 0,0 0-1 0 0,0 0 1 0 0,0-1-1 0 0,0 1 1 0 0,0 0-1 0 0,0 0 0 0 0,0-1 1 0 0,0 1-1 0 0,0 0 1 0 0,0 0-1 0 0,0-1 1 0 0,0 1-1 0 0,0 0 0 0 0,1 0 1 0 0,-1 0-1 0 0,0-1 1 0 0,0 1-1 0 0,0 0 1 0 0,0 0-1 0 0,0-1 0 0 0,0 1 1 0 0,0 0-1 0 0,1 0 1 0 0,-1 0-1 0 0,0 0 1 0 0,0-1-1 0 0,0 1 1 0 0,1 0-1 0 0,-1 0 0 0 0,0 0 1 0 0,0 0-1 0 0,0 0 1 0 0,1-1-1 0 0,10 1-7 0 0,0 1 0 0 0,-1 0-1 0 0,1 0 1 0 0,0 1 0 0 0,-1 1-1 0 0,1-1 1 0 0,-1 2 0 0 0,0-1-1 0 0,0 2 1 0 0,0-1 0 0 0,0 1-1 0 0,-1 1 1 0 0,0-1 0 0 0,0 2 0 0 0,0-1-1 0 0,-1 1 1 0 0,0 1 0 0 0,0-1-1 0 0,-1 1 1 0 0,0 1 0 0 0,0-1-1 0 0,-1 1 1 0 0,0 0 0 0 0,8 19-1 0 0,-12-22 12 0 0,0 0 0 0 0,1 0 0 0 0,-1-1 0 0 0,1 1 0 0 0,0-1 0 0 0,0 0 0 0 0,1 0 0 0 0,0 0 0 0 0,0 0 0 0 0,0-1 0 0 0,0 1-1 0 0,1-1 1 0 0,-1 0 0 0 0,1 0 0 0 0,10 5 0 0 0,-7-6 6 0 0,-3 0-290 0 0,0-1 0 0 0,0 0 0 0 0,0 0 0 0 0,0-1-1 0 0,1 1 1 0 0,-1-1 0 0 0,0 0 0 0 0,1-1-1 0 0,-1 0 1 0 0,9 0 0 0 0,9-2 59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4:05.1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31 238 2388 0 0,'-4'7'-136'0'0,"0"0"11"0"0,0 0 0 0 0,0 1 0 0 0,1-1 0 0 0,-1 1 0 0 0,-2 15 0 0 0,5-21 134 0 0,1 0-1 0 0,0 0 1 0 0,0 0 0 0 0,0 0 0 0 0,0 1 0 0 0,0-1-1 0 0,0 0 1 0 0,1 0 0 0 0,-1 0 0 0 0,1 0 0 0 0,0 0 0 0 0,-1 0-1 0 0,1 0 1 0 0,0 0 0 0 0,0 0 0 0 0,0 0 0 0 0,0 0 0 0 0,1 0-1 0 0,-1-1 1 0 0,0 1 0 0 0,1 0 0 0 0,-1-1 0 0 0,1 0 0 0 0,0 1-1 0 0,-1-1 1 0 0,1 0 0 0 0,4 3 0 0 0,7 3 67 0 0,1-1 0 0 0,0 0 1 0 0,1 0-1 0 0,-1-1 0 0 0,1-1 0 0 0,20 3 1 0 0,-29-6-50 0 0,1 0 0 0 0,0 0 0 0 0,0 0 0 0 0,0-1 0 0 0,0 0 0 0 0,0 0 0 0 0,0-1 0 0 0,0 0 0 0 0,-1 0 0 0 0,1-1 0 0 0,0 0 0 0 0,0 0 0 0 0,-1 0 0 0 0,1-1 0 0 0,11-7 0 0 0,-16 9-24 0 0,0-1 0 0 0,1 0 0 0 0,-1 0 1 0 0,0 0-1 0 0,-1 0 0 0 0,1-1 0 0 0,0 1 0 0 0,-1-1 0 0 0,1 1 1 0 0,-1-1-1 0 0,1 1 0 0 0,-1-1 0 0 0,0 0 0 0 0,0 1 0 0 0,-1-1 1 0 0,1 0-1 0 0,0 0 0 0 0,-1 0 0 0 0,0-4 0 0 0,0 2 7 0 0,-1 0 0 0 0,1-1 0 0 0,-1 1 0 0 0,-1 0-1 0 0,1 0 1 0 0,-1 0 0 0 0,0 0 0 0 0,0 1 0 0 0,0-1-1 0 0,-4-5 1 0 0,-1-1 7 0 0,0 1-1 0 0,-1 0 0 0 0,0 1 1 0 0,-1-1-1 0 0,0 1 0 0 0,0 1 1 0 0,-1 0-1 0 0,-11-7 1 0 0,-15-15 51 0 0,35 29-26 0 0,-12-10 125 0 0,12 10 82 0 0,1 1-246 0 0,0 0 0 0 0,0 0-1 0 0,-1 0 1 0 0,1-1 0 0 0,0 1 0 0 0,0 0-1 0 0,0 0 1 0 0,0 0 0 0 0,-1 0-1 0 0,1 0 1 0 0,0 0 0 0 0,0-1 0 0 0,0 1-1 0 0,0 0 1 0 0,0 0 0 0 0,-1 0-1 0 0,1 0 1 0 0,0-1 0 0 0,0 1-1 0 0,0 0 1 0 0,0 0 0 0 0,0 0 0 0 0,0-1-1 0 0,0 1 1 0 0,0 0 0 0 0,0 0-1 0 0,0 0 1 0 0,0-1 0 0 0,0 1 0 0 0,0 0-1 0 0,0 0 1 0 0,0 0 0 0 0,0-1-1 0 0,0 1 1 0 0,0 0 0 0 0,0 0-1 0 0,0 0 1 0 0,0-1 0 0 0,0 1 0 0 0,0 0-1 0 0,1 0 1 0 0,-1 0 0 0 0,0-1-1 0 0,0 1 1 0 0,0 0 0 0 0,0 0 0 0 0,0 0-1 0 0,1 0 1 0 0,-1 0 0 0 0,0-1-1 0 0,103-17 67 0 0,-74 15-29 0 0,-1-2-1 0 0,1-1 1 0 0,44-15-1 0 0,-67 19 13 0 0,0 0-1 0 0,-1 0 1 0 0,0 0 0 0 0,1-1-1 0 0,-1 0 1 0 0,0 0 0 0 0,0-1-1 0 0,0 1 1 0 0,-1-1 0 0 0,1 0-1 0 0,-1 0 1 0 0,0-1 0 0 0,4-4-1 0 0,-7 7 9 0 0,2-10 99 0 0,-3 12-158 0 0,0 0 1 0 0,0 0 0 0 0,0 0 0 0 0,0 0 0 0 0,0-1 0 0 0,0 1-1 0 0,0 0 1 0 0,1 0 0 0 0,-1 0 0 0 0,0-1 0 0 0,0 1 0 0 0,0 0-1 0 0,0 0 1 0 0,0 0 0 0 0,0-1 0 0 0,0 1 0 0 0,0 0 0 0 0,0 0-1 0 0,0 0 1 0 0,0-1 0 0 0,0 1 0 0 0,0 0 0 0 0,0 0 0 0 0,0 0-1 0 0,-1-1 1 0 0,1 1 0 0 0,0 0 0 0 0,0 0 0 0 0,0 0 0 0 0,0 0-1 0 0,0-1 1 0 0,0 1 0 0 0,0 0 0 0 0,-1 0 0 0 0,1 0 0 0 0,0 0-1 0 0,0 0 1 0 0,0-1 0 0 0,0 1 0 0 0,0 0 0 0 0,-1 0 0 0 0,1 0-1 0 0,0 0 1 0 0,0 0 0 0 0,0 0 0 0 0,-1 0 0 0 0,1 0 0 0 0,0 0-1 0 0,0 0 1 0 0,0 0 0 0 0,-1 0 0 0 0,1 0 0 0 0,0 0 0 0 0,0 0-1 0 0,0 0 1 0 0,-1 0 0 0 0,1 0 0 0 0,0 0 0 0 0,0 0 0 0 0,0 0-1 0 0,-1 0 1 0 0,1 0 0 0 0,0 0 0 0 0,0 0 0 0 0,-6 4-5 0 0,1-1 0 0 0,0 1 0 0 0,0 0 0 0 0,0 0 0 0 0,0 0 0 0 0,1 1 0 0 0,-1 0 0 0 0,1-1 0 0 0,1 2 0 0 0,-1-1 0 0 0,1 0 0 0 0,0 1 0 0 0,0-1 0 0 0,0 1 0 0 0,1 0 0 0 0,0 0 0 0 0,0 0 0 0 0,0 0 0 0 0,-1 10 0 0 0,3-11 4 0 0,-1-1 0 0 0,1 0 0 0 0,0 1 0 0 0,1-1 0 0 0,-1 0 0 0 0,0 1 0 0 0,1-1 0 0 0,0 0 1 0 0,0 0-1 0 0,1 1 0 0 0,-1-1 0 0 0,1 0 0 0 0,0 0 0 0 0,0 0 0 0 0,0-1 0 0 0,0 1 0 0 0,4 4 0 0 0,-1-3 4 0 0,1 1-1 0 0,0-1 1 0 0,0 0-1 0 0,0 0 0 0 0,0-1 1 0 0,1 0-1 0 0,-1 0 1 0 0,1 0-1 0 0,8 2 0 0 0,10 3 11 0 0,0-2 0 0 0,1 0 0 0 0,-1-2-1 0 0,42 4 1 0 0,-46-7 5 0 0,1 0 1 0 0,-1-2-1 0 0,0-1 0 0 0,0 0 1 0 0,1-1-1 0 0,-1-2 0 0 0,38-10 1 0 0,-53 12-19 0 0,1 0 0 0 0,-1-1 0 0 0,0 0 0 0 0,0 0 0 0 0,0 0 0 0 0,-1-1 0 0 0,1 0 0 0 0,-1 0 0 0 0,0 0 0 0 0,0-1 0 0 0,0 1 0 0 0,-1-1 0 0 0,1 0 0 0 0,-1-1 0 0 0,0 1 0 0 0,-1-1 0 0 0,1 1 0 0 0,-1-1 0 0 0,0 0 0 0 0,-1-1 0 0 0,0 1 0 0 0,1 0 0 0 0,-2-1 0 0 0,1 1 0 0 0,-1-1 0 0 0,0 0 0 0 0,-1 1 0 0 0,1-10 0 0 0,-12-34-73 0 0,10 49 68 0 0,1 0 0 0 0,-1 0 0 0 0,0 0 0 0 0,0 0 0 0 0,0 0 0 0 0,0 0 0 0 0,0 0 0 0 0,0 1 0 0 0,0-1 0 0 0,0 0 0 0 0,-1 1 1 0 0,1-1-1 0 0,0 0 0 0 0,0 1 0 0 0,-1-1 0 0 0,1 1 0 0 0,0 0 0 0 0,-1-1 0 0 0,1 1 0 0 0,0 0 0 0 0,-1 0 0 0 0,1 0 0 0 0,0 0 0 0 0,-1 0 0 0 0,1 0 0 0 0,0 0 0 0 0,-1 1 0 0 0,1-1 0 0 0,0 0 0 0 0,-1 1 0 0 0,1-1 0 0 0,-2 2 0 0 0,1-1-1 0 0,0 0 0 0 0,0 0-1 0 0,0 1 1 0 0,0-1 0 0 0,0 1 0 0 0,0 0 0 0 0,0-1-1 0 0,1 1 1 0 0,-1 0 0 0 0,0 0 0 0 0,1 0-1 0 0,0 0 1 0 0,0 0 0 0 0,-1 1 0 0 0,1-1-1 0 0,0 0 1 0 0,1 0 0 0 0,-1 1 0 0 0,0-1 0 0 0,1 1-1 0 0,-1 3 1 0 0,-1 4-4 0 0,1-5 4 0 0,0 0 1 0 0,1 0 0 0 0,0 0-1 0 0,0 0 1 0 0,0 0-1 0 0,1-1 1 0 0,0 1-1 0 0,0 0 1 0 0,0 0 0 0 0,0 0-1 0 0,1 0 1 0 0,-1-1-1 0 0,1 1 1 0 0,1-1 0 0 0,-1 1-1 0 0,4 4 1 0 0,1 0 14 0 0,1 0-1 0 0,0 0 1 0 0,1-1 0 0 0,0 0 0 0 0,0 0 0 0 0,1-1-1 0 0,0-1 1 0 0,0 1 0 0 0,0-1 0 0 0,1-1 0 0 0,0 0-1 0 0,0-1 1 0 0,1 0 0 0 0,-1-1 0 0 0,16 3 0 0 0,-15-3 3 0 0,1-1 0 0 0,0 0 0 0 0,0-1 0 0 0,0 0 0 0 0,0-1 0 0 0,0-1 1 0 0,0 0-1 0 0,0-1 0 0 0,-1 0 0 0 0,1-1 0 0 0,-1-1 0 0 0,1 0 0 0 0,-1 0 0 0 0,13-7 0 0 0,-21 8-9 0 0,0 0 0 0 0,0 0 0 0 0,0 0-1 0 0,-1-1 1 0 0,1 1 0 0 0,-1-1-1 0 0,0 0 1 0 0,0 0 0 0 0,0 0-1 0 0,-1 0 1 0 0,1-1 0 0 0,-1 1-1 0 0,0-1 1 0 0,-1 1 0 0 0,1-1-1 0 0,-1 0 1 0 0,1 0 0 0 0,0-8 0 0 0,-1 7 2 0 0,-1-1 0 0 0,1 0 0 0 0,-1 0 0 0 0,-1 0 0 0 0,1 0 0 0 0,-1 0 1 0 0,0 0-1 0 0,-1 0 0 0 0,1 0 0 0 0,-1 1 0 0 0,-1-1 0 0 0,-3-8 1 0 0,4 11 0 0 0,1 1 1 0 0,0 0 0 0 0,0-1-1 0 0,0 1 1 0 0,0 0 0 0 0,1-1 0 0 0,-1 1-1 0 0,1-7 1 0 0,-2-6 33 0 0,2 14-49 0 0,1 8-168 0 0,5 11 163 0 0,1 1 1 0 0,12 22-1 0 0,8 19-16 0 0,-26-56 39 0 0,0 0-6 0 0,-1 0 0 0 0,1 0 0 0 0,1 1 0 0 0,-1-1 0 0 0,0 0 0 0 0,1-1 1 0 0,-1 1-1 0 0,1 0 0 0 0,3 3 0 0 0,-2 0 2165 0 0,-2-17-2103 0 0,1 0 0 0 0,1 0 1 0 0,-1 1-1 0 0,2 0 0 0 0,-1-1 0 0 0,1 1 0 0 0,1 0 0 0 0,9-15 1 0 0,-11 20-72 0 0,0 0 1 0 0,1 0 0 0 0,0 0 0 0 0,0 0 0 0 0,0 0 0 0 0,1 1 0 0 0,-1-1 0 0 0,1 1 0 0 0,0 0 0 0 0,0 1 0 0 0,1 0 0 0 0,-1-1-1 0 0,1 1 1 0 0,-1 1 0 0 0,1-1 0 0 0,11-2 0 0 0,-13 5-8 0 0,1-1 0 0 0,0 1 0 0 0,-1 1 0 0 0,1-1 0 0 0,-1 1 0 0 0,1 0 0 0 0,-1-1 0 0 0,0 2 0 0 0,1-1 0 0 0,-1 1 0 0 0,0-1 0 0 0,5 4 0 0 0,47 29-98 0 0,-46-27 96 0 0,43 33-471 0 0,53 50 0 0 0,-105-89 291 0 0,0-1 1 0 0,0 1-1 0 0,0 0 1 0 0,1-1-1 0 0,-1 1 1 0 0,0-1 0 0 0,1 0-1 0 0,-1 1 1 0 0,0-1-1 0 0,1 0 1 0 0,-1 0-1 0 0,0 0 1 0 0,1 0 0 0 0,-1 0-1 0 0,1 0 1 0 0,-1 0-1 0 0,3-1 1 0 0,-3 1 58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4:05.7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295 485 4388 0 0,'-28'-11'-759'0'0,"18"9"717"0"0,-1 0 1 0 0,1 1-1 0 0,0 0 0 0 0,0 0 0 0 0,-1 1 1 0 0,1 1-1 0 0,0-1 0 0 0,-1 2 1 0 0,1 0-1 0 0,0 0 0 0 0,0 0 0 0 0,0 2 1 0 0,0-1-1 0 0,1 1 0 0 0,0 0 0 0 0,-1 1 1 0 0,1 0-1 0 0,1 1 0 0 0,-1 0 1 0 0,1 0-1 0 0,0 1 0 0 0,0 0 0 0 0,1 0 1 0 0,0 0-1 0 0,-10 15 0 0 0,15-19 43 0 0,0 0 0 0 0,1-1-1 0 0,-1 1 1 0 0,1 0 0 0 0,0 1 0 0 0,-1-1-1 0 0,1 0 1 0 0,0 0 0 0 0,1 0 0 0 0,-1 1-1 0 0,1-1 1 0 0,-1 0 0 0 0,1 1 0 0 0,0-1-1 0 0,0 0 1 0 0,1 1 0 0 0,-1-1 0 0 0,1 0-1 0 0,-1 1 1 0 0,3 3 0 0 0,-1-3 10 0 0,0 0 0 0 0,0 0 1 0 0,1 0-1 0 0,0 0 0 0 0,0-1 1 0 0,0 1-1 0 0,0-1 0 0 0,0 0 1 0 0,1 0-1 0 0,-1 0 0 0 0,1 0 1 0 0,0-1-1 0 0,5 3 0 0 0,2 1 56 0 0,1-1 1 0 0,0 0-1 0 0,0-1 0 0 0,0 0 0 0 0,1-1 0 0 0,-1 0 1 0 0,1-1-1 0 0,0-1 0 0 0,22 1 0 0 0,-29-2-4 0 0,1-1-1 0 0,-1 1 1 0 0,0-1-1 0 0,1 0 1 0 0,-1-1-1 0 0,0 1 1 0 0,0-1-1 0 0,0 0 1 0 0,0-1-1 0 0,0 0 1 0 0,-1 1-1 0 0,1-2 1 0 0,-1 1-1 0 0,0-1 1 0 0,0 0-1 0 0,0 0 1 0 0,0 0-1 0 0,-1-1 1 0 0,0 1-1 0 0,5-8 1 0 0,-4 4-20 0 0,-2 1 1 0 0,1-2 0 0 0,-1 1-1 0 0,-1 0 1 0 0,1-1-1 0 0,-1 1 1 0 0,-1-1-1 0 0,0 1 1 0 0,0-1 0 0 0,0 0-1 0 0,-1 1 1 0 0,-1-1-1 0 0,1 0 1 0 0,-4-14-1 0 0,-10-43 88 0 0,-3 1 0 0 0,-28-70 0 0 0,-15-52 239 0 0,33 120-378 0 0,28 100-21 0 0,3 9-7 0 0,24 31-99 0 0,4-2 1 0 0,3-1-1 0 0,2-1 0 0 0,51 68 0 0 0,-67-111-2044 0 0,-10-14 842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4:07.1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19 127 4360 0 0,'1'-9'45'0'0,"0"0"-1"0"0,-1 0 0 0 0,0 0 0 0 0,0 0 0 0 0,-1 1 0 0 0,-3-14 1 0 0,-1-29 1330 0 0,-4 201-707 0 0,9-112-667 0 0,-1-5 3 0 0,1-1 0 0 0,1 1 0 0 0,2-1 0 0 0,1 0-1 0 0,15 54 1 0 0,-17-81-1 0 0,0 0 0 0 0,0 0 0 0 0,1 0 0 0 0,-1 0 0 0 0,1-1 0 0 0,0 0-1 0 0,0 1 1 0 0,1-1 0 0 0,0 0 0 0 0,-1-1 0 0 0,1 1 0 0 0,0-1 0 0 0,1 1 0 0 0,-1-1 0 0 0,6 2-1 0 0,-1 0 13 0 0,0-1 0 0 0,0 0 0 0 0,1-1 0 0 0,0 0-1 0 0,-1 0 1 0 0,1-1 0 0 0,16 1 0 0 0,-1-2-227 0 0,1-1 1 0 0,0-1-1 0 0,0-1 1 0 0,0-2-1 0 0,35-8 1 0 0,6-2-2273 0 0,-39 9 1191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4:10.1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400 380 4052 0 0,'0'0'-214'0'0,"-32"-24"-274"0"0,26 17 496 0 0,0 0-1 0 0,0 1 0 0 0,-1-1 0 0 0,0 1 0 0 0,0 1 1 0 0,-1-1-1 0 0,1 1 0 0 0,-1 0 0 0 0,0 1 1 0 0,0 0-1 0 0,-1 0 0 0 0,1 1 0 0 0,-1 0 0 0 0,0 1 1 0 0,0 0-1 0 0,0 0 0 0 0,0 1 0 0 0,0 0 1 0 0,0 0-1 0 0,0 1 0 0 0,0 0 0 0 0,-1 1 0 0 0,1 0 1 0 0,0 0-1 0 0,0 1 0 0 0,0 1 0 0 0,1-1 1 0 0,-1 1-1 0 0,0 1 0 0 0,1-1 0 0 0,0 1 0 0 0,0 1 1 0 0,0 0-1 0 0,1 0 0 0 0,-11 9 0 0 0,11-9-12 0 0,1 1 0 0 0,1-1 0 0 0,-1 1-1 0 0,1 0 1 0 0,0 0 0 0 0,1 1 0 0 0,-1-1-1 0 0,1 1 1 0 0,0 0 0 0 0,-2 8 0 0 0,5-13 8 0 0,0 1 1 0 0,0-1-1 0 0,0 0 1 0 0,1 0 0 0 0,-1 1-1 0 0,1-1 1 0 0,0 1-1 0 0,0-1 1 0 0,-1 0-1 0 0,2 1 1 0 0,-1-1 0 0 0,0 1-1 0 0,0-1 1 0 0,1 0-1 0 0,-1 1 1 0 0,1-1-1 0 0,0 0 1 0 0,0 1 0 0 0,0-1-1 0 0,0 0 1 0 0,0 0-1 0 0,0 0 1 0 0,0 0-1 0 0,1 0 1 0 0,-1 0 0 0 0,1 0-1 0 0,0-1 1 0 0,-1 1-1 0 0,1 0 1 0 0,0-1 0 0 0,0 1-1 0 0,0-1 1 0 0,0 0-1 0 0,0 0 1 0 0,0 0-1 0 0,4 2 1 0 0,3 0 12 0 0,1 0-1 0 0,-1 0 1 0 0,1 0 0 0 0,0-1 0 0 0,0-1-1 0 0,0 0 1 0 0,0 0 0 0 0,0-1 0 0 0,0 0-1 0 0,0-1 1 0 0,0 0 0 0 0,0 0 0 0 0,-1-1-1 0 0,1 0 1 0 0,0-1 0 0 0,-1 0 0 0 0,18-9-1 0 0,-12 4 60 0 0,1 0 0 0 0,-1-2 0 0 0,0 0-1 0 0,-1 0 1 0 0,0-2 0 0 0,-1 1 0 0 0,0-2-1 0 0,-1 0 1 0 0,13-17 0 0 0,-20 23 38 0 0,0 0 1 0 0,-1 0 0 0 0,-1-1-1 0 0,1 1 1 0 0,2-11 0 0 0,-5 17-52 0 0,-2 1-60 0 0,0 0 0 0 0,0 0 0 0 0,1 0 0 0 0,-1 0 0 0 0,0 1 0 0 0,0-1 0 0 0,1 0 0 0 0,-1 1 0 0 0,0-1 0 0 0,0 0 0 0 0,1 1 0 0 0,-1-1 0 0 0,1 1 0 0 0,-1-1 0 0 0,0 1 0 0 0,1 0 0 0 0,-1-1 0 0 0,1 1 0 0 0,-1 0 0 0 0,1-1 0 0 0,-1 1 0 0 0,1 0 0 0 0,0-1 0 0 0,-1 1 0 0 0,1 0 0 0 0,0 1 0 0 0,-4 32-14 0 0,4-30 14 0 0,0 0 0 0 0,1-1 0 0 0,-1 1 0 0 0,1 0 0 0 0,0-1 0 0 0,0 1 0 0 0,1 0 0 0 0,-1-1 0 0 0,1 1-1 0 0,-1-1 1 0 0,1 0 0 0 0,0 1 0 0 0,1-1 0 0 0,-1 0 0 0 0,0 0 0 0 0,1-1 0 0 0,-1 1 0 0 0,6 4 0 0 0,2-2 11 0 0,1 0 1 0 0,-1 0-1 0 0,1-1 0 0 0,0 0 1 0 0,0-1-1 0 0,1 0 0 0 0,-1-1 1 0 0,0 0-1 0 0,1 0 0 0 0,0-2 1 0 0,-1 1-1 0 0,1-2 0 0 0,0 1 1 0 0,-1-2-1 0 0,1 1 0 0 0,-1-2 0 0 0,0 1 1 0 0,0-2-1 0 0,0 1 0 0 0,0-1 1 0 0,0-1-1 0 0,-1 0 0 0 0,1-1 1 0 0,-1 0-1 0 0,-1 0 0 0 0,1-1 1 0 0,11-11-1 0 0,-11 7 7 0 0,0 1 0 0 0,-1-1 0 0 0,-1-1 0 0 0,0 0 0 0 0,0 0 0 0 0,10-25 0 0 0,-13 27-94 0 0,-6 15 36 0 0,-1 0 34 0 0,1 0 1 0 0,0 1-1 0 0,0-1 0 0 0,1 0 1 0 0,-1 0-1 0 0,1 1 0 0 0,0-1 1 0 0,0 0-1 0 0,1 1 1 0 0,1 7-1 0 0,0-9 5 0 0,0-1 0 0 0,1 0 0 0 0,-1 1 1 0 0,1-1-1 0 0,0 0 0 0 0,0 0 0 0 0,0 0 0 0 0,0 0 1 0 0,0-1-1 0 0,1 1 0 0 0,-1-1 0 0 0,1 0 0 0 0,-1 0 1 0 0,1 0-1 0 0,0-1 0 0 0,0 1 0 0 0,0-1 0 0 0,5 1 1 0 0,11 3 12 0 0,-1-2 0 0 0,31 2 1 0 0,-29-3-8 0 0,7 0-3 0 0,0-1-1 0 0,0-1 1 0 0,0-2-1 0 0,37-6 1 0 0,-53 6-12 0 0,1-1 0 0 0,-1 0 1 0 0,0 0-1 0 0,1-2 1 0 0,-2 1-1 0 0,1-2 1 0 0,-1 1-1 0 0,1-2 1 0 0,-2 1-1 0 0,1-2 0 0 0,17-14 1 0 0,-25 17 1 0 0,1 0 0 0 0,-1 0-1 0 0,0 0 1 0 0,-1 0 0 0 0,1-1 0 0 0,-1 1 0 0 0,0-1 0 0 0,0 1-1 0 0,-1-1 1 0 0,0 0 0 0 0,0 0 0 0 0,0 1 0 0 0,-1-1 0 0 0,1 0-1 0 0,-2-11 1 0 0,1 15-8 0 0,0 0-6 0 0,2-5 14 0 0,-2 6-12 0 0,-1 6-134 0 0,-6 47 126 0 0,7-34 26 0 0,1 0 1 0 0,1 0-1 0 0,1 0 0 0 0,0 0 0 0 0,2 0 1 0 0,-1-1-1 0 0,2 0 0 0 0,1 0 0 0 0,14 28 0 0 0,0-11 19 0 0,1-1-1 0 0,2 0 0 0 0,35 36 1 0 0,54 67 41 0 0,-101-119-49 0 0,0 0-1 0 0,-1 1 1 0 0,-1 1-1 0 0,0 0 1 0 0,-2 0-1 0 0,8 26 1 0 0,-14-39-7 0 0,-1-1 0 0 0,0 0 1 0 0,0 1-1 0 0,0-1 1 0 0,-1 1-1 0 0,1-1 1 0 0,-2 1-1 0 0,1-1 1 0 0,0 1-1 0 0,-1-1 1 0 0,0 1-1 0 0,-1-1 1 0 0,1 0-1 0 0,-1 1 1 0 0,0-1-1 0 0,0 0 1 0 0,0 0-1 0 0,-1 0 1 0 0,0-1-1 0 0,0 1 1 0 0,0-1-1 0 0,-5 6 1 0 0,-1-2 3 0 0,0 0 0 0 0,-1 0 1 0 0,0-1-1 0 0,-1 0 0 0 0,0 0 1 0 0,0-1-1 0 0,0-1 0 0 0,-19 7 1 0 0,-3 0 0 0 0,-1-2 0 0 0,-1-1 1 0 0,-67 9-1 0 0,83-16 43 0 0,0-1 1 0 0,0 0-1 0 0,1-2 0 0 0,-1 0 0 0 0,0-1 0 0 0,1-1 0 0 0,0-1 0 0 0,-1 0 0 0 0,-20-9 0 0 0,35 11-35 0 0,0 1-1 0 0,1-1 1 0 0,-1 0 0 0 0,1 0-1 0 0,-1 0 1 0 0,1 0-1 0 0,0-1 1 0 0,0 1-1 0 0,0-1 1 0 0,0 0 0 0 0,0 0-1 0 0,1 0 1 0 0,0 0-1 0 0,-1 0 1 0 0,1 0-1 0 0,0-1 1 0 0,0 1 0 0 0,1-1-1 0 0,-1 0 1 0 0,0-3-1 0 0,0 0-2 0 0,2 1 0 0 0,-1 0-1 0 0,1-1 1 0 0,0 1 0 0 0,0 0 0 0 0,1-1-1 0 0,-1 1 1 0 0,2 0 0 0 0,-1-1-1 0 0,1 1 1 0 0,3-8 0 0 0,5-10 8 0 0,1 0 0 0 0,2 1 0 0 0,0 1 0 0 0,31-38 0 0 0,19-13-58 0 0,3 3 0 0 0,130-107-1 0 0,26-24-91 0 0,-204 183 105 0 0,34-37-15 0 0,-48 50 32 0 0,0 1 0 0 0,-1-1 0 0 0,1 0-1 0 0,-1 0 1 0 0,-1-1 0 0 0,1 1 0 0 0,-1-1 0 0 0,1 1 0 0 0,1-10 0 0 0,-4 14 3 0 0,1-1 0 0 0,-1 1 0 0 0,1-1 0 0 0,-1 1 0 0 0,0-1-1 0 0,0 1 1 0 0,1-1 0 0 0,-1 1 0 0 0,0-1 0 0 0,0 0 0 0 0,-1 1 0 0 0,1-1 0 0 0,0 1 0 0 0,-1-1 0 0 0,1 1 0 0 0,0-1 0 0 0,-1 1 0 0 0,0-1 0 0 0,1 1 0 0 0,-1 0 0 0 0,0-1 0 0 0,0 1 0 0 0,0 0 0 0 0,0-1 0 0 0,0 1 0 0 0,0 0 0 0 0,0 0 0 0 0,0 0 0 0 0,0 0 0 0 0,0 0 0 0 0,-1 0 0 0 0,1 0 0 0 0,0 1 0 0 0,-1-1 0 0 0,1 0 0 0 0,-1 1 0 0 0,1-1 0 0 0,-1 1 0 0 0,1-1 0 0 0,-1 1 0 0 0,1 0 0 0 0,-3-1 0 0 0,1 1-10 0 0,-1 1-2 0 0,-7 2 6 0 0,0 1-1 0 0,0 0 1 0 0,1 1-1 0 0,0 0 0 0 0,0 0 1 0 0,0 1-1 0 0,1 0 1 0 0,0 1-1 0 0,0 0 0 0 0,0 0 1 0 0,1 1-1 0 0,0 0 1 0 0,-8 11-1 0 0,13-15 9 0 0,-1 0 0 0 0,1 0-1 0 0,0 1 1 0 0,0-1 0 0 0,1 1 0 0 0,-1-1-1 0 0,1 1 1 0 0,0 0 0 0 0,0 0-1 0 0,1 0 1 0 0,0 0 0 0 0,-1 0 0 0 0,2 0-1 0 0,-1 0 1 0 0,0 1 0 0 0,1-1 0 0 0,0 0-1 0 0,1 0 1 0 0,-1 1 0 0 0,1-1 0 0 0,0 0-1 0 0,0 0 1 0 0,0 0 0 0 0,1 0-1 0 0,0 0 1 0 0,0 0 0 0 0,0 0 0 0 0,0-1-1 0 0,1 1 1 0 0,0-1 0 0 0,3 5 0 0 0,1-2 6 0 0,1-1 0 0 0,-1 0 0 0 0,1 0 0 0 0,0 0 0 0 0,0-1 0 0 0,1 0 0 0 0,0-1 0 0 0,-1 0 0 0 0,2 0 0 0 0,-1-1 0 0 0,0 0 1 0 0,1-1-1 0 0,-1 0 0 0 0,1 0 0 0 0,14 0 0 0 0,-3-1-12 0 0,0 0-1 0 0,0-1 1 0 0,0-2 0 0 0,-1 0 0 0 0,1-1-1 0 0,23-7 1 0 0,-32 6-11 0 0,0 0-1 0 0,-1-1 1 0 0,0-1 0 0 0,0 0-1 0 0,0-1 1 0 0,-1 1-1 0 0,0-2 1 0 0,0 0 0 0 0,-1 0-1 0 0,0-1 1 0 0,-1 0-1 0 0,0 0 1 0 0,0-1 0 0 0,-1 0-1 0 0,0 0 1 0 0,0-1-1 0 0,-1 0 1 0 0,-1 0 0 0 0,5-12-1 0 0,20-29 86 0 0,-29 50-48 0 0,16-11-72 0 0,-7 13 33 0 0,0 0 0 0 0,1 0-1 0 0,-1 1 1 0 0,1 0 0 0 0,-1 1 0 0 0,0 0 0 0 0,0 0 0 0 0,0 2 0 0 0,0-1 0 0 0,0 1-1 0 0,-1 0 1 0 0,1 1 0 0 0,-1 0 0 0 0,0 1 0 0 0,14 11 0 0 0,3 4 3 0 0,-2 2 1 0 0,0 0 0 0 0,36 47 0 0 0,-46-54 20 0 0,-9-10 34 0 0,0-1 0 0 0,-1 1 0 0 0,1 0-1 0 0,-1 0 1 0 0,6 13 1110 0 0,-12-25-1033 0 0,-2-14-42 0 0,1-1 0 0 0,1 0-1 0 0,0 0 1 0 0,2-1 0 0 0,0 1-1 0 0,2 0 1 0 0,0 0 0 0 0,1 0-1 0 0,8-26 1 0 0,0-9-172 0 0,-11 55 87 0 0,0 0 0 0 0,1 0 0 0 0,-1 0 0 0 0,0 0 0 0 0,0 1 0 0 0,1-1 0 0 0,-1 0 0 0 0,0 0 0 0 0,1 0 0 0 0,-1 1 0 0 0,0-1 0 0 0,1 0 0 0 0,-1 0-1 0 0,1 1 1 0 0,0-1 0 0 0,-1 1 0 0 0,1-1 0 0 0,-1 0 0 0 0,1 1 0 0 0,0-1 0 0 0,0 1 0 0 0,-1-1 0 0 0,1 1 0 0 0,0 0 0 0 0,0-1 0 0 0,-1 1 0 0 0,1 0 0 0 0,0-1 0 0 0,0 1-1 0 0,0 0 1 0 0,0 0 0 0 0,-1 0 0 0 0,1 0 0 0 0,0 0 0 0 0,0 0 0 0 0,0 0 0 0 0,0 0 0 0 0,0 0 0 0 0,0 0 0 0 0,-1 0 0 0 0,2 1 0 0 0,1-1-3 0 0,3 1 6 0 0,28 2 25 0 0,1-1 0 0 0,0-2 0 0 0,0-1 0 0 0,0-2 0 0 0,-1-2 0 0 0,1-1 0 0 0,-1-1-1 0 0,-1-2 1 0 0,1-2 0 0 0,-2-1 0 0 0,39-19 0 0 0,-61 25-13 0 0,1-1 0 0 0,-1-1 0 0 0,-1 1 0 0 0,1-2 0 0 0,10-12 0 0 0,-19 20-18 0 0,12 4-74 0 0,0 1 48 0 0,-1 0-1 0 0,1 1 0 0 0,-1 0 1 0 0,-1 1-1 0 0,13 7 0 0 0,20 9 20 0 0,89 30-11 0 0,-88-37 12 0 0,0 2-1 0 0,-1 2 1 0 0,-1 2 0 0 0,-1 2 0 0 0,56 39 0 0 0,-97-61 19 0 0,1 0 1 0 0,-1 0-1 0 0,1 0 1 0 0,-1 1-1 0 0,1-1 1 0 0,-1 0-1 0 0,0 0 1 0 0,0 1-1 0 0,1-1 1 0 0,-1 1-1 0 0,0-1 1 0 0,-1 1-1 0 0,1-1 1 0 0,0 1-1 0 0,0 0 1 0 0,-1-1-1 0 0,1 1 1 0 0,-1 0-1 0 0,1 0 1 0 0,-1 0-1 0 0,0-1 1 0 0,1 1-1 0 0,-1 0 1 0 0,0 0-1 0 0,-1 2 1 0 0,0-2-1 0 0,0 1 0 0 0,0-1 0 0 0,0 0 0 0 0,-1 0 0 0 0,1 0 1 0 0,-1 0-1 0 0,0 0 0 0 0,1 0 0 0 0,-1 0 0 0 0,0 0 0 0 0,0-1 0 0 0,0 1 0 0 0,0-1 1 0 0,-1 0-1 0 0,-2 2 0 0 0,-13 5-2 0 0,1 0 1 0 0,-1-2 0 0 0,-31 7-1 0 0,44-11 7 0 0,-93 17 59 0 0,97-19-134 0 0,0 0-1 0 0,0 0 1 0 0,0 0-1 0 0,-1 0 1 0 0,1 0-1 0 0,0 0 1 0 0,0-1-1 0 0,0 1 1 0 0,0 0-1 0 0,0 0 1 0 0,-1-1 0 0 0,1 1-1 0 0,0-1 1 0 0,0 1-1 0 0,0-1 1 0 0,0 0-1 0 0,0 1 1 0 0,0-1-1 0 0,0 0 1 0 0,1 0-1 0 0,-1 0 1 0 0,0 1-1 0 0,0-1 1 0 0,0 0 0 0 0,1 0-1 0 0,-1 0 1 0 0,1 0-1 0 0,-1 0 1 0 0,1 0-1 0 0,-1-1 1 0 0,1 1-1 0 0,-1 0 1 0 0,1 0-1 0 0,0 0 1 0 0,0 0 0 0 0,-1 0-1 0 0,1-1 1 0 0,0 1-1 0 0,0 0 1 0 0,0 0-1 0 0,1 0 1 0 0,-1 0-1 0 0,0-1 1 0 0,0 1-1 0 0,1-2 1 0 0,4-9-1699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7:00.6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49 2499 2248 0 0,'-41'-17'3953'0'0,"41"17"-3931"0"0,0 0 0 0 0,0 0-1 0 0,0 0 1 0 0,-1 0 0 0 0,1 0 0 0 0,0 0-1 0 0,0 0 1 0 0,-1 0 0 0 0,1 0 0 0 0,0 0-1 0 0,0 0 1 0 0,0 0 0 0 0,-1 0 0 0 0,1 0-1 0 0,0 0 1 0 0,0 0 0 0 0,-1 0 0 0 0,1 0-1 0 0,0 0 1 0 0,0 0 0 0 0,0 0 0 0 0,-1 0-1 0 0,1-1 1 0 0,0 1 0 0 0,0 0 0 0 0,0 0-1 0 0,0 0 1 0 0,-1 0 0 0 0,1 0 0 0 0,0-1-1 0 0,0 1 1 0 0,0 0 0 0 0,0 0 0 0 0,0 0-1 0 0,0 0 1 0 0,-1-1 0 0 0,1 1 0 0 0,0 0-1 0 0,0 0 1 0 0,0 0 0 0 0,0-1 0 0 0,0 1-1 0 0,0 0 1 0 0,0 0 0 0 0,0-1 0 0 0,0 1-1 0 0,0 0 1 0 0,0 0 0 0 0,0 0 0 0 0,0-1-1 0 0,0 1 1 0 0,0 0 0 0 0,0 0 0 0 0,0 0-1 0 0,0-1 1 0 0,0 1 0 0 0,1 0 0 0 0,-1 0-1 0 0,0-1 1 0 0,71-35 45 0 0,-23 12-24 0 0,61-39 0 0 0,-20 0-18 0 0,-3-4-1 0 0,-3-3 0 0 0,-4-4 0 0 0,137-163 0 0 0,203-388-59 0 0,-377 559 18 0 0,2 2 0 0 0,4 2 0 0 0,89-91 0 0 0,-19 49-24 0 0,222-149 1 0 0,-269 204 22 0 0,-33 22-1 0 0,2 2 0 0 0,1 1-1 0 0,1 2 1 0 0,0 2 0 0 0,82-25 0 0 0,106-36 1 0 0,-71 17 6 0 0,-49 27 11 0 0,-16 10-32 0 0,100-15 1 0 0,-129 30 13 0 0,-32 6 15 0 0,-4 0-21 0 0,-15 2 22 0 0,1 1 0 0 0,0 0 0 0 0,24 0 0 0 0,79-7-16 0 0,-21 7 2 0 0,-94 3 25 0 0,0 0 0 0 0,10 0 4 0 0,-10 0-5 0 0,35 0 246 0 0,-24 0-3906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7:01.6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74 20 5020 0 0,'-20'-2'-1048'0'0,"-34"-5"2410"0"0,379-1-1301 0 0,-314 6-36 0 0,17 4 2 0 0,-25-2-16 0 0,20-2 50 0 0,7 2 9 0 0,-28 0 46 0 0,-1 0-135 0 0,-1 0 19 0 0,0 0-1 0 0,0-1 1 0 0,1 1-1 0 0,-1 0 1 0 0,0 0-1 0 0,0 0 1 0 0,1 0-1 0 0,-1 1 1 0 0,0-1-1 0 0,1 0 1 0 0,-1 0-1 0 0,0 0 1 0 0,0 0-1 0 0,1 0 1 0 0,-1 0-1 0 0,0 0 1 0 0,0 0-1 0 0,1 1 1 0 0,-1-1-1 0 0,0 0 1 0 0,0 0-1 0 0,1 0 1 0 0,-1 0 0 0 0,0 1-1 0 0,0-1 1 0 0,0 0-1 0 0,0 0 1 0 0,1 1-1 0 0,-1-1 1 0 0,0 0-1 0 0,0 0 1 0 0,0 1-1 0 0,0-1 1 0 0,0 0-1 0 0,0 0 1 0 0,0 1-1 0 0,0-1 1 0 0,0 0-1 0 0,1 0 1 0 0,-1 1-1 0 0,0-1 1 0 0,0 0-1 0 0,-1 1 1 0 0,1-1-1 0 0,0 0 1 0 0,0 0-1 0 0,0 1 1 0 0,0-1 0 0 0,-34 39 16 0 0,-3-2 1 0 0,0-2-1 0 0,-3-1 1 0 0,-64 43-1 0 0,51-44 86 0 0,51-32-108 0 0,-6 3 72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7:02.6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865 201 2952 0 0,'-1'-7'71'0'0,"0"-1"0"0"0,0 1 0 0 0,0 0 0 0 0,-1 0 0 0 0,0 0 0 0 0,0 0 0 0 0,-1 0 0 0 0,0 1 0 0 0,0-1 0 0 0,-1 1 0 0 0,0 0 0 0 0,0 0 0 0 0,0 0 0 0 0,-1 0 0 0 0,-7-7 0 0 0,-9-14 255 0 0,15 22-274 0 0,0 0-1 0 0,-1 0 1 0 0,1 0 0 0 0,-1 1 0 0 0,0 0 0 0 0,0 0 0 0 0,0 1 0 0 0,-1 0-1 0 0,1 0 1 0 0,-1 0 0 0 0,0 1 0 0 0,-12-2 0 0 0,3 0 1 0 0,1 1-44 0 0,1 1-1 0 0,-1 1 1 0 0,0 0-1 0 0,1 1 0 0 0,-1 1 1 0 0,0 0-1 0 0,1 1 1 0 0,-1 1-1 0 0,1 0 1 0 0,0 1-1 0 0,0 1 1 0 0,0 1-1 0 0,0 0 1 0 0,1 0-1 0 0,-24 16 1 0 0,0 2-7 0 0,0 2 1 0 0,2 1 0 0 0,1 2-1 0 0,-42 44 1 0 0,51-46-5 0 0,2 1 1 0 0,1 1-1 0 0,-21 33 1 0 0,35-47 1 0 0,1 0 0 0 0,0 0 0 0 0,1 1 0 0 0,1-1-1 0 0,0 2 1 0 0,2-1 0 0 0,-1 1 0 0 0,-3 32 0 0 0,8-39-1 0 0,-1 1 0 0 0,2-1 0 0 0,-1 1 0 0 0,1-1 0 0 0,1 1 0 0 0,0-1 0 0 0,1 0 0 0 0,-1 0 0 0 0,2 0 0 0 0,0 0 0 0 0,0-1 0 0 0,1 1 0 0 0,0-1 0 0 0,6 9 0 0 0,-2-6 4 0 0,1 0 0 0 0,1-1-1 0 0,0 0 1 0 0,0-1 0 0 0,1 0-1 0 0,0-1 1 0 0,1 0-1 0 0,24 12 1 0 0,-5-6 12 0 0,1-2-1 0 0,1-1 1 0 0,-1-1 0 0 0,2-2-1 0 0,-1-2 1 0 0,1-1 0 0 0,58 2-1 0 0,-61-7 39 0 0,0-1-1 0 0,0-2 1 0 0,0-1 0 0 0,-1-2-1 0 0,0-1 1 0 0,49-16 0 0 0,-62 16-16 0 0,-1-1 1 0 0,0-1 0 0 0,0-1-1 0 0,0 0 1 0 0,-1-1 0 0 0,-1-1-1 0 0,1 0 1 0 0,-2-1 0 0 0,0-1-1 0 0,0 0 1 0 0,-1-1 0 0 0,15-21-1 0 0,-15 17 29 0 0,-1-1 0 0 0,-1 0 1 0 0,-1-1-1 0 0,0 0 0 0 0,-2-1 0 0 0,12-39 0 0 0,-17 45 8 0 0,-1 0-1 0 0,0 0 1 0 0,-1 0 0 0 0,0 0 0 0 0,-2 0 0 0 0,0 0-1 0 0,0 0 1 0 0,-1 0 0 0 0,-1 0 0 0 0,-1 1 0 0 0,-5-18-1 0 0,4 21-42 0 0,0 0-1 0 0,-1 0 0 0 0,0 1 1 0 0,-1 0-1 0 0,0 0 0 0 0,0 0 0 0 0,-1 1 1 0 0,-1 0-1 0 0,1 0 0 0 0,-1 1 1 0 0,-1 0-1 0 0,0 1 0 0 0,0 0 0 0 0,0 1 1 0 0,-1 0-1 0 0,0 0 0 0 0,-22-7 1 0 0,-7-1 10 0 0,-1 2 1 0 0,-1 2 0 0 0,-75-9-1 0 0,93 16 2 0 0,0 1 0 0 0,0 2 0 0 0,-35 3 0 0 0,47-2-576 0 0,0 1 1 0 0,0 0 0 0 0,0 1-1 0 0,0 1 1 0 0,1-1 0 0 0,-1 2-1 0 0,1 0 1 0 0,-19 11 0 0 0,19-9-1320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7:04.3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35 5052 0 0,'0'0'-166'0'0,"-26"-33"934"0"0,25 32-758 0 0,2 6-57 0 0,19 65 14 0 0,11 54 88 0 0,-21-86 17 0 0,-9-36-174 0 0,12-2-2347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7:05.0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736 100 3956 0 0,'-3'-5'-62'0'0,"1"-1"0"0"0,-1 1 1 0 0,-1 0-1 0 0,1 1 0 0 0,-1-1 0 0 0,1 0 0 0 0,-1 1 0 0 0,0 0 0 0 0,-1 0 0 0 0,1 0 0 0 0,-1 0 0 0 0,-6-3 0 0 0,3 1 129 0 0,0 1 0 0 0,0 1 0 0 0,0 0-1 0 0,0 0 1 0 0,-1 0 0 0 0,0 1 0 0 0,-12-3 0 0 0,9 5-45 0 0,-1 1 1 0 0,1 0-1 0 0,-1 0 1 0 0,1 2-1 0 0,-1-1 1 0 0,1 2-1 0 0,0-1 0 0 0,-1 2 1 0 0,-17 7-1 0 0,-12 7-14 0 0,-47 28-1 0 0,79-41-4 0 0,-20 12 4 0 0,1 2 0 0 0,1 1 0 0 0,1 1 0 0 0,-40 39 0 0 0,50-42-10 0 0,1 0 1 0 0,1 0 0 0 0,1 1 0 0 0,0 1 0 0 0,1 1-1 0 0,2 0 1 0 0,-14 33 0 0 0,22-48 1 0 0,1 1 1 0 0,0 0-1 0 0,0 0 1 0 0,1 0-1 0 0,0 0 0 0 0,0 1 1 0 0,1-1-1 0 0,0 0 1 0 0,0 0-1 0 0,1 0 0 0 0,0 0 1 0 0,0 0-1 0 0,0 1 1 0 0,1-2-1 0 0,0 1 0 0 0,1 0 1 0 0,-1 0-1 0 0,1-1 1 0 0,0 1-1 0 0,9 11 0 0 0,-5-9 19 0 0,0-1-1 0 0,0 0 0 0 0,1-1 1 0 0,0 1-1 0 0,1-1 0 0 0,-1-1 1 0 0,1 0-1 0 0,1 0 0 0 0,-1 0 1 0 0,1-1-1 0 0,0-1 0 0 0,0 0 1 0 0,16 4-1 0 0,10 2 112 0 0,0-3 1 0 0,1-1-1 0 0,0-2 1 0 0,0-1-1 0 0,0-2 1 0 0,0-1-1 0 0,0-2 0 0 0,47-9 1 0 0,-64 7-32 0 0,0-1-1 0 0,0-1 1 0 0,0-1 0 0 0,-1-1-1 0 0,0 0 1 0 0,-1-2 0 0 0,21-12 0 0 0,-27 13-45 0 0,-1 1-1 0 0,0-1 1 0 0,-1-1 0 0 0,0 0 0 0 0,-1 0-1 0 0,0-1 1 0 0,0 0 0 0 0,-1-1 0 0 0,0 0 0 0 0,-1 0-1 0 0,7-19 1 0 0,-9 20-20 0 0,-1 0 0 0 0,-1-1 0 0 0,0 1 0 0 0,-1-1-1 0 0,0 0 1 0 0,0 0 0 0 0,-1 0 0 0 0,-1 0 0 0 0,0 0 0 0 0,-1 1-1 0 0,0-1 1 0 0,-1 0 0 0 0,0 0 0 0 0,-1 0 0 0 0,0 1-1 0 0,-1 0 1 0 0,0-1 0 0 0,-1 1 0 0 0,0 1 0 0 0,-1-1 0 0 0,0 1-1 0 0,-1 0 1 0 0,0 0 0 0 0,0 1 0 0 0,-1 0 0 0 0,0 0 0 0 0,-1 1-1 0 0,0 0 1 0 0,0 0 0 0 0,-1 1 0 0 0,0 0 0 0 0,0 1-1 0 0,0 0 1 0 0,-1 1 0 0 0,0 0 0 0 0,0 0 0 0 0,0 2 0 0 0,-22-6-1 0 0,9 5-7 0 0,0 0 0 0 0,-1 2 0 0 0,1 1 0 0 0,0 0 0 0 0,-34 5 0 0 0,0 4-866 0 0,-61 17 0 0 0,85-13-2013 0 0,21-7 1061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7:07.9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7 4600 0 0,'0'0'-272'0'0,"-15"-4"-277"0"0,9 2 807 0 0,13 2 663 0 0,268 21-904 0 0,-130-11-19 0 0,-30 0 463 0 0,-112-10-316 0 0,-2 0-257 0 0,0 0-1 0 0,0 0 1 0 0,0 0 0 0 0,1 1-1 0 0,-1-1 1 0 0,0 0 0 0 0,0 0-1 0 0,0-1 1 0 0,0 1 0 0 0,0 0-1 0 0,0 0 1 0 0,0 0 0 0 0,0-1-1 0 0,1 1 1 0 0,-1-1-1 0 0,0 1 1 0 0,0-1 0 0 0,0 1-1 0 0,-1-1 1 0 0,1 1 0 0 0,0-1-1 0 0,0 0 1 0 0,0 0 0 0 0,0 1-1 0 0,0-1 1 0 0,0-1 0 0 0,1-8-578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7:10.7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6929 3376 0 0,'-16'4'305'0'0,"17"-2"236"0"0,25-3 288 0 0,-15 0-1051 0 0,53-2 243 0 0,0-3 1 0 0,99-22-1 0 0,-116 19-11 0 0,8-2 67 0 0,0-3 0 0 0,-1-1 0 0 0,-1-4 0 0 0,-1-1 0 0 0,62-35 0 0 0,-77 34 41 0 0,0-2 0 0 0,-2-1-1 0 0,-2-2 1 0 0,0-2 0 0 0,-1-1-1 0 0,-2-1 1 0 0,39-51 0 0 0,-36 37 145 0 0,-2-1 0 0 0,-2-2 0 0 0,-2-1 0 0 0,-2-1 1 0 0,-3-1-1 0 0,-1-1 0 0 0,15-61 0 0 0,68-310 196 0 0,-7 26-183 0 0,22-18-55 0 0,47-182 55 0 0,-66 261-35 0 0,13-56 1136 0 0,-47 125 210 0 0,156-403-1189 0 0,-222 669-398 0 0,196-482 25 0 0,41 18 4 0 0,-198 398-76 0 0,4 1 0 0 0,2 2 0 0 0,4 1 1 0 0,1 4-1 0 0,4 1 0 0 0,1 3 0 0 0,119-89 1 0 0,-111 99-132 0 0,3 3 1 0 0,0 3 0 0 0,83-34 0 0 0,-10 19 70 0 0,-74 31 13 0 0,-1-4 0 0 0,93-51 0 0 0,79-80 91 0 0,-182 115 5 0 0,-10 9 1 0 0,-1-1 0 0 0,-2-3-1 0 0,38-42 1 0 0,-44 40-36 0 0,67-55 0 0 0,-57 54 34 0 0,21-18 10 0 0,-65 56-2 0 0,1 0-16 0 0,0 0 0 0 0,0-1 0 0 0,0 1 0 0 0,0 0 0 0 0,1 0 0 0 0,-1 0 0 0 0,0 0 0 0 0,1 0-1 0 0,0 1 1 0 0,4-3 0 0 0,-5 3-1 0 0,39-21-16 0 0,-41 22 22 0 0,-1 0 0 0 0,1 0 0 0 0,0 0 0 0 0,0-1 0 0 0,0 1 0 0 0,0 0 0 0 0,0 0 0 0 0,0 0 0 0 0,-1 0 0 0 0,1 0 0 0 0,0 0 0 0 0,0 0 0 0 0,0 0 0 0 0,0-1 0 0 0,0 1 0 0 0,0 0 0 0 0,0 0 0 0 0,0 0 0 0 0,-1 0 0 0 0,1 0 0 0 0,0-1 0 0 0,0 1 0 0 0,0 0 0 0 0,0 0 0 0 0,0 0 0 0 0,0 0 0 0 0,0 0 0 0 0,0-1 0 0 0,0 1 0 0 0,0 0 0 0 0,0 0 0 0 0,0 0 0 0 0,0 0 0 0 0,0-1 0 0 0,0 1 0 0 0,0 0 0 0 0,0 0 0 0 0,0 0 0 0 0,0 0 0 0 0,1 0 0 0 0,-1-1 0 0 0,0 1 0 0 0,0 0 0 0 0,0 0 0 0 0,0 0 0 0 0,0 0 0 0 0,0 0 0 0 0,0 0-1 0 0,0 0 1 0 0,1-1 0 0 0,-1 1 0 0 0,-31 2-51 0 0,-53 10-24 0 0,75-11 57 0 0,-258 48-133 0 0,265-49 142 0 0,-16 2 29 0 0,8-2-77 0 0,11-1-321 0 0,124-23 191 0 0,23-7 46 0 0,-146 30 116 0 0,1 0 1 0 0,-1 1 0 0 0,1-1-1 0 0,0 0 1 0 0,-1 1 0 0 0,1 0-1 0 0,0-1 1 0 0,-1 1-1 0 0,1 0 1 0 0,0 0 0 0 0,-1 1-1 0 0,1-1 1 0 0,0 0 0 0 0,-1 1-1 0 0,1 0 1 0 0,4 1 0 0 0,-6-1 3 0 0,0 0 1 0 0,0 1 0 0 0,1-1-1 0 0,-1 0 1 0 0,0 1 0 0 0,0-1 0 0 0,-1 1-1 0 0,1-1 1 0 0,0 1 0 0 0,0-1-1 0 0,-1 1 1 0 0,1-1 0 0 0,-1 1-1 0 0,1 0 1 0 0,-1-1 0 0 0,0 1 0 0 0,1 0-1 0 0,-1-1 1 0 0,0 1 0 0 0,0 0-1 0 0,-1 0 1 0 0,1-1 0 0 0,0 1-1 0 0,-1 3 1 0 0,-10 61-161 0 0,-27 95-1 0 0,31-132 215 0 0,0-2-674 0 0,-2-12-3621 0 0,2-7 1857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7:11.7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 65 5521 0 0,'0'0'-243'0'0,"-1"0"176"0"0,1 0 176 0 0,-1 0 0 0 0,0 1 0 0 0,1-1 0 0 0,-1 0 0 0 0,1 0 0 0 0,-1 0 0 0 0,0 0-1 0 0,1 0 1 0 0,-1 0 0 0 0,0 0 0 0 0,1 0 0 0 0,-1 0 0 0 0,1 0 0 0 0,-1 0 0 0 0,0 0 0 0 0,1 0-1 0 0,-1 0 1 0 0,1 0 0 0 0,-1-1 0 0 0,0 1 0 0 0,1-3-96 0 0,0 1-1 0 0,1 0 1 0 0,-1 0-1 0 0,1-1 1 0 0,-1 1 0 0 0,1 0-1 0 0,0 0 1 0 0,0 0-1 0 0,0 0 1 0 0,0 0-1 0 0,1 0 1 0 0,-1 0 0 0 0,0 1-1 0 0,1-1 1 0 0,-1 0-1 0 0,1 1 1 0 0,0-1-1 0 0,0 1 1 0 0,-1-1 0 0 0,1 1-1 0 0,0 0 1 0 0,0 0-1 0 0,0 0 1 0 0,0 0 0 0 0,0 0-1 0 0,1 0 1 0 0,-1 0-1 0 0,2 0 1 0 0,6-2-17 0 0,-1 0 0 0 0,1 0 0 0 0,-1 1 1 0 0,1 0-1 0 0,0 0 0 0 0,11 0 0 0 0,-19 2-2 0 0,1 0-1 0 0,0 0 1 0 0,-1 0-1 0 0,1 1 1 0 0,0-1-1 0 0,-1 1 1 0 0,1-1-1 0 0,0 1 1 0 0,-1 0-1 0 0,1 0 1 0 0,-1 0-1 0 0,0 0 1 0 0,1 0-1 0 0,-1 1 1 0 0,0-1-1 0 0,1 1 1 0 0,-1-1 0 0 0,0 1-1 0 0,0 0 1 0 0,0 0-1 0 0,-1 0 1 0 0,1 0-1 0 0,0 0 1 0 0,-1 0-1 0 0,2 3 1 0 0,-2-1 3 0 0,0-1 0 0 0,0 0 1 0 0,-1 0-1 0 0,1 1 0 0 0,-1-1 1 0 0,1 1-1 0 0,-1-1 0 0 0,-1 0 1 0 0,1 1-1 0 0,0-1 0 0 0,-1 0 1 0 0,1 1-1 0 0,-1-1 0 0 0,0 0 0 0 0,0 0 1 0 0,0 0-1 0 0,-1 1 0 0 0,1-1 1 0 0,-1 0-1 0 0,-3 5 0 0 0,-16 21-7 0 0,0-1 0 0 0,-2-1 0 0 0,-1 0 0 0 0,-1-2 0 0 0,-42 33 0 0 0,44-35-34 0 0,23-23 43 0 0,0 1 1 0 0,0-1-1 0 0,-1 0 0 0 0,1 0 0 0 0,0 0 0 0 0,0 1 1 0 0,0-1-1 0 0,0 0 0 0 0,0 0 0 0 0,0 1 0 0 0,0-1 0 0 0,0 0 1 0 0,0 0-1 0 0,0 1 0 0 0,0-1 0 0 0,0 0 0 0 0,0 0 1 0 0,0 0-1 0 0,0 1 0 0 0,0-1 0 0 0,0 0 0 0 0,0 0 1 0 0,0 1-1 0 0,0-1 0 0 0,0 0 0 0 0,0 0 0 0 0,0 1 0 0 0,0-1 1 0 0,1 0-1 0 0,-1 0 0 0 0,0 0 0 0 0,0 1 0 0 0,0-1 1 0 0,0 0-1 0 0,0 0 0 0 0,1 0 0 0 0,-1 0 0 0 0,0 1 0 0 0,22-1 11 0 0,156-26-16 0 0,-175 26 12 0 0,28-5 34 0 0,-29 5-44 0 0,1-1-220 0 0,-2 1 141 0 0,-1 0-1 0 0,1 0 1 0 0,-1 0 0 0 0,1 0 0 0 0,-1 0-1 0 0,1 0 1 0 0,-1 0 0 0 0,1 0 0 0 0,-1 0-1 0 0,0 0 1 0 0,1 0 0 0 0,-1 0 0 0 0,1 0-1 0 0,-1 0 1 0 0,1-1 0 0 0,-1 1 0 0 0,0 0-1 0 0,1 0 1 0 0,-1-1 0 0 0,1 1 0 0 0,-1 0-1 0 0,0-1 1 0 0,1 1 0 0 0,-1 0 0 0 0,0-1-1 0 0,1 0 1 0 0,-6-10-1546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7:12.5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563 155 4540 0 0,'-1'-6'-2'0'0,"-1"0"0"0"0,0 0-1 0 0,0 0 1 0 0,0 0 0 0 0,-1 0-1 0 0,0 1 1 0 0,0-1-1 0 0,-1 1 1 0 0,1 0 0 0 0,-1 0-1 0 0,0 0 1 0 0,-1 0 0 0 0,1 1-1 0 0,-1-1 1 0 0,0 1-1 0 0,0 1 1 0 0,0-1 0 0 0,0 1-1 0 0,-1-1 1 0 0,1 2 0 0 0,-1-1-1 0 0,0 0 1 0 0,0 1-1 0 0,0 0 1 0 0,0 1 0 0 0,0 0-1 0 0,-1-1 1 0 0,1 2 0 0 0,-12-1-1 0 0,6 1 38 0 0,0 0-1 0 0,-1 1 0 0 0,1 0 1 0 0,0 1-1 0 0,0 1 0 0 0,0 0 1 0 0,1 0-1 0 0,-1 1 1 0 0,1 1-1 0 0,0 0 0 0 0,0 0 1 0 0,0 1-1 0 0,1 0 0 0 0,0 1 1 0 0,-10 9-1 0 0,-6 11-32 0 0,1 1-1 0 0,2 1 1 0 0,1 1 0 0 0,1 0-1 0 0,2 2 1 0 0,-22 49-1 0 0,32-65-4 0 0,2 0 0 0 0,0 0 0 0 0,1 1 0 0 0,1 0 0 0 0,1 1 0 0 0,0-1 0 0 0,1 1 0 0 0,1 0-1 0 0,0 30 1 0 0,3-38 4 0 0,0 1 1 0 0,0-1-1 0 0,1 1 0 0 0,1-1 0 0 0,-1 0 1 0 0,2 0-1 0 0,-1 0 0 0 0,2 0 0 0 0,-1-1 0 0 0,1 1 1 0 0,0-1-1 0 0,1 0 0 0 0,0-1 0 0 0,1 0 0 0 0,0 0 1 0 0,0 0-1 0 0,12 10 0 0 0,3-2 32 0 0,1 0 1 0 0,0-1-1 0 0,1-2 0 0 0,0 0 0 0 0,1-2 1 0 0,0 0-1 0 0,1-2 0 0 0,0-1 1 0 0,1-1-1 0 0,0-1 0 0 0,46 4 0 0 0,-40-8 130 0 0,1-1-1 0 0,-1-1 0 0 0,1-2 0 0 0,-1-1 1 0 0,0-2-1 0 0,0-1 0 0 0,0-1 0 0 0,-1-2 0 0 0,38-17 1 0 0,-56 20-69 0 0,-1-2-1 0 0,0 0 1 0 0,0-1 0 0 0,-1 0 0 0 0,0-1 0 0 0,-1 0 0 0 0,0-1 0 0 0,0 0 0 0 0,-1 0 0 0 0,-1-2 0 0 0,0 1 0 0 0,-1-1 0 0 0,0 0 0 0 0,-1 0-1 0 0,8-22 1 0 0,-7 15 36 0 0,0 0-1 0 0,-2-1 0 0 0,-1 0 0 0 0,0 0 0 0 0,-2 0 0 0 0,0-1 0 0 0,-2 0 0 0 0,0 1 0 0 0,-1-1 0 0 0,-4-28 1 0 0,1 33-86 0 0,-1 0 0 0 0,-1 1 0 0 0,0 0 1 0 0,-1 0-1 0 0,0 1 0 0 0,-2 0 0 0 0,0 0 1 0 0,0 0-1 0 0,-1 1 0 0 0,-1 0 1 0 0,-1 1-1 0 0,0 0 0 0 0,0 1 0 0 0,-1 0 1 0 0,-1 1-1 0 0,0 0 0 0 0,0 1 0 0 0,-1 0 1 0 0,0 1-1 0 0,-1 1 0 0 0,0 0 1 0 0,-1 1-1 0 0,1 1 0 0 0,-20-5 0 0 0,-13-2 102 0 0,-87-13-1 0 0,23 6-6760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7:15.7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4 395 6641 0 0,'0'-20'-342'0'0,"-1"11"481"0"0,1 0 0 0 0,0 0-1 0 0,0 0 1 0 0,1 0 0 0 0,0 0-1 0 0,1 1 1 0 0,0-1 0 0 0,4-12-1 0 0,-5 19-41 0 0,-1-1 1 0 0,1 0-1 0 0,0 1 0 0 0,-1-1 0 0 0,1 0 0 0 0,-1 0 0 0 0,0 1 0 0 0,0-1 0 0 0,0 0 0 0 0,0-4 0 0 0,-1-1 203 0 0,1 7-130 0 0,2-4-80 0 0,-2 5-85 0 0,0 0 0 0 0,0 0 0 0 0,0 0 0 0 0,0 0-1 0 0,0 0 1 0 0,-1 0 0 0 0,1 0 0 0 0,0 0 0 0 0,0 0 0 0 0,0 0 0 0 0,0 0 0 0 0,0 0 0 0 0,0 0 0 0 0,0-1 0 0 0,-15 54-11 0 0,14-49-7 0 0,1 0 0 0 0,-1 0 0 0 0,0 0 0 0 0,1 1 0 0 0,0-1 0 0 0,0 0 0 0 0,0 0 1 0 0,1 1-1 0 0,-1-1 0 0 0,1 0 0 0 0,2 7 0 0 0,1-10 12 0 0,-1-1-1 0 0,1 0 0 0 0,-1 0 1 0 0,1 0-1 0 0,-1 0 1 0 0,1-1-1 0 0,-1 0 1 0 0,1 1-1 0 0,-1-1 1 0 0,6-2-1 0 0,-6 2 1 0 0,52-18 4 0 0,-1-1-1 0 0,77-42 1 0 0,-25 10 0 0 0,-103 52-9 0 0,383-182-848 0 0,-383 179 900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7:16.1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1 210 6329 0 0,'43'-97'628'0'0,"-42"96"-505"0"0,-10 20 536 0 0,-4 24-681 0 0,13-43 22 0 0,0 1 0 0 0,0-1 0 0 0,0 0 0 0 0,0 1 0 0 0,1-1 0 0 0,-1 1 0 0 0,0-1 0 0 0,0 0 0 0 0,0 1 1 0 0,0-1-1 0 0,0 0 0 0 0,0 1 0 0 0,1-1 0 0 0,-1 1 0 0 0,0-1 0 0 0,0 0 0 0 0,1 1 0 0 0,-1-1 0 0 0,0 0 0 0 0,0 0 0 0 0,1 1 0 0 0,-1-1 1 0 0,0 0-1 0 0,1 0 0 0 0,-1 1 0 0 0,0-1 0 0 0,1 0 0 0 0,-1 0 0 0 0,1 0 0 0 0,-1 0 0 0 0,0 0 0 0 0,1 1 0 0 0,-1-1 0 0 0,1 0 1 0 0,-1 0-1 0 0,0 0 0 0 0,1 0 0 0 0,15 1 16 0 0,-15-1-16 0 0,18-1 12 0 0,0-1 0 0 0,1-1 0 0 0,31-10 0 0 0,-6 3 7 0 0,6-3-125 0 0,-1-1-1 0 0,76-33 0 0 0,17-22-3753 0 0,-118 56 2093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7:17.8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1520 138 4932 0 0,'0'0'-162'0'0,"-5"-13"-142"0"0,-4 4 312 0 0,0 0 0 0 0,0 0-1 0 0,-1 1 1 0 0,0 0 0 0 0,0 1 0 0 0,-1 0-1 0 0,0 0 1 0 0,0 1 0 0 0,-1 1-1 0 0,0 0 1 0 0,0 1 0 0 0,0 0-1 0 0,0 1 1 0 0,-1 0 0 0 0,-24-2-1 0 0,-13 0 40 0 0,-1 2 0 0 0,-82 6-1 0 0,40 3-20 0 0,1 5-1 0 0,-111 25 1 0 0,156-24-28 0 0,1 2 1 0 0,0 2-1 0 0,1 2 0 0 0,2 2 0 0 0,0 2 1 0 0,-46 31-1 0 0,51-26 7 0 0,1 1 0 0 0,2 2-1 0 0,-41 44 1 0 0,58-55-8 0 0,1 2 1 0 0,1 0-1 0 0,1 0 0 0 0,0 2 0 0 0,2-1 1 0 0,1 2-1 0 0,-12 31 0 0 0,20-43 1 0 0,0-1 0 0 0,1 1-1 0 0,1 1 1 0 0,0-1 0 0 0,0 0-1 0 0,1 0 1 0 0,1 1 0 0 0,0-1-1 0 0,1 0 1 0 0,0 1 0 0 0,1-1 0 0 0,0 0-1 0 0,1 0 1 0 0,1 0 0 0 0,-1 0-1 0 0,2-1 1 0 0,0 1 0 0 0,0-1 0 0 0,1 0-1 0 0,14 19 1 0 0,-8-15 6 0 0,2 0-1 0 0,0 0 1 0 0,0-2 0 0 0,1 0 0 0 0,1 0-1 0 0,0-1 1 0 0,1-1 0 0 0,0-1 0 0 0,1-1 0 0 0,0 0-1 0 0,0-1 1 0 0,27 7 0 0 0,13 1 28 0 0,1-3 0 0 0,0-2 0 0 0,0-4 0 0 0,97 2 0 0 0,-41-11 90 0 0,169-25 0 0 0,-183 13 34 0 0,0-6-1 0 0,-1-3 0 0 0,152-58 1 0 0,-213 66-57 0 0,0-2 0 0 0,-1-2 1 0 0,-1-2-1 0 0,0-1 1 0 0,-2-2-1 0 0,-1-1 1 0 0,-1-2-1 0 0,-1-1 0 0 0,-2-2 1 0 0,0-1-1 0 0,33-47 1 0 0,-52 63-25 0 0,-1-1 0 0 0,-1 0 1 0 0,-1 0-1 0 0,0-1 0 0 0,-1 0 0 0 0,-1-1 1 0 0,0 0-1 0 0,5-35 0 0 0,-10 42-45 0 0,0 1 1 0 0,-1-1-1 0 0,0 1 0 0 0,0-1 0 0 0,-1 1 0 0 0,-1 0 0 0 0,0-1 0 0 0,0 1 1 0 0,-1 0-1 0 0,0 0 0 0 0,-1 0 0 0 0,0 0 0 0 0,-1 1 0 0 0,0 0 0 0 0,0 0 0 0 0,-1 0 1 0 0,-7-8-1 0 0,-4-1-1 0 0,0 1 0 0 0,-2 0-1 0 0,0 2 1 0 0,-1 0 0 0 0,0 2 0 0 0,-1 0 0 0 0,0 1 0 0 0,-1 1 0 0 0,-1 1 0 0 0,1 1 0 0 0,-2 1 0 0 0,1 1-1 0 0,-48-8 1 0 0,5 6-4 0 0,0 2 0 0 0,0 4 0 0 0,-130 9 0 0 0,99 8-1373 0 0,95-14 770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8:57:18.1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88 65 6241 0 0,'1'-1'21'0'0,"-1"1"1"0"0,0-1-1 0 0,0 1 1 0 0,0-1 0 0 0,0 0-1 0 0,0 1 1 0 0,0-1 0 0 0,0 1-1 0 0,0-1 1 0 0,0 1 0 0 0,0-1-1 0 0,0 0 1 0 0,0 1 0 0 0,0-1-1 0 0,0 1 1 0 0,-1-1-1 0 0,1 1 1 0 0,0-1 0 0 0,0 1-1 0 0,-1-1 1 0 0,1 1 0 0 0,0-1-1 0 0,-1 1 1 0 0,1-1 0 0 0,0 1-1 0 0,-1-1 1 0 0,1 1-1 0 0,-1-1 1 0 0,1 1 0 0 0,0 0-1 0 0,-1-1 1 0 0,1 1 0 0 0,-1 0-1 0 0,0 0 1 0 0,1-1 0 0 0,-1 1-1 0 0,0 0 1 0 0,-18 8 222 0 0,13-4-292 0 0,2-2 55 0 0,0 1-1 0 0,0-1 1 0 0,1 1 0 0 0,-1 0 0 0 0,1 0 0 0 0,-1 1 0 0 0,1-1-1 0 0,0 0 1 0 0,0 1 0 0 0,1 0 0 0 0,-1 0 0 0 0,1 0 0 0 0,0 0-1 0 0,0 0 1 0 0,0 0 0 0 0,0 1 0 0 0,-1 6 0 0 0,3-9-6 0 0,0 0 0 0 0,0 0 0 0 0,-1 1 0 0 0,2-1 0 0 0,-1 0 0 0 0,0 0 0 0 0,0 0 0 0 0,1 1 0 0 0,-1-1 0 0 0,1 0 0 0 0,-1 0 0 0 0,1 0 1 0 0,0 0-1 0 0,0 0 0 0 0,0 0 0 0 0,0 0 0 0 0,1 0 0 0 0,-1 0 0 0 0,0-1 0 0 0,1 1 0 0 0,-1 0 0 0 0,1-1 0 0 0,-1 1 0 0 0,1-1 0 0 0,0 0 0 0 0,0 0 0 0 0,0 1 1 0 0,0-1-1 0 0,0 0 0 0 0,0 0 0 0 0,0-1 0 0 0,0 1 0 0 0,0 0 0 0 0,0-1 0 0 0,4 1 0 0 0,18 4 8 0 0,-1-2 0 0 0,1 0 0 0 0,-1-2 1 0 0,1-1-1 0 0,29-3 0 0 0,121-22-6 0 0,-137 19-17 0 0,22-5-206 0 0,0-2 1 0 0,76-29-1 0 0,-95 27-868 0 0,0-3 0 0 0,38-23 1 0 0,-36 16-599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8.png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63" Type="http://schemas.openxmlformats.org/officeDocument/2006/relationships/customXml" Target="../ink/ink31.xml"/><Relationship Id="rId68" Type="http://schemas.openxmlformats.org/officeDocument/2006/relationships/image" Target="../media/image35.png"/><Relationship Id="rId76" Type="http://schemas.openxmlformats.org/officeDocument/2006/relationships/image" Target="../media/image39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66" Type="http://schemas.openxmlformats.org/officeDocument/2006/relationships/image" Target="../media/image34.png"/><Relationship Id="rId74" Type="http://schemas.openxmlformats.org/officeDocument/2006/relationships/image" Target="../media/image38.png"/><Relationship Id="rId79" Type="http://schemas.openxmlformats.org/officeDocument/2006/relationships/customXml" Target="../ink/ink39.xml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40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64" Type="http://schemas.openxmlformats.org/officeDocument/2006/relationships/image" Target="../media/image33.png"/><Relationship Id="rId69" Type="http://schemas.openxmlformats.org/officeDocument/2006/relationships/customXml" Target="../ink/ink34.xml"/><Relationship Id="rId77" Type="http://schemas.openxmlformats.org/officeDocument/2006/relationships/customXml" Target="../ink/ink38.xml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80" Type="http://schemas.openxmlformats.org/officeDocument/2006/relationships/image" Target="../media/image41.png"/><Relationship Id="rId3" Type="http://schemas.openxmlformats.org/officeDocument/2006/relationships/customXml" Target="../ink/ink1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54" Type="http://schemas.openxmlformats.org/officeDocument/2006/relationships/image" Target="../media/image28.png"/><Relationship Id="rId62" Type="http://schemas.openxmlformats.org/officeDocument/2006/relationships/image" Target="../media/image32.png"/><Relationship Id="rId70" Type="http://schemas.openxmlformats.org/officeDocument/2006/relationships/image" Target="../media/image36.png"/><Relationship Id="rId75" Type="http://schemas.openxmlformats.org/officeDocument/2006/relationships/customXml" Target="../ink/ink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5.xml"/><Relationship Id="rId18" Type="http://schemas.openxmlformats.org/officeDocument/2006/relationships/image" Target="../media/image50.png"/><Relationship Id="rId26" Type="http://schemas.openxmlformats.org/officeDocument/2006/relationships/image" Target="../media/image54.png"/><Relationship Id="rId39" Type="http://schemas.openxmlformats.org/officeDocument/2006/relationships/customXml" Target="../ink/ink58.xml"/><Relationship Id="rId21" Type="http://schemas.openxmlformats.org/officeDocument/2006/relationships/customXml" Target="../ink/ink49.xml"/><Relationship Id="rId34" Type="http://schemas.openxmlformats.org/officeDocument/2006/relationships/image" Target="../media/image58.png"/><Relationship Id="rId42" Type="http://schemas.openxmlformats.org/officeDocument/2006/relationships/image" Target="../media/image62.png"/><Relationship Id="rId47" Type="http://schemas.openxmlformats.org/officeDocument/2006/relationships/customXml" Target="../ink/ink62.xml"/><Relationship Id="rId50" Type="http://schemas.openxmlformats.org/officeDocument/2006/relationships/image" Target="../media/image66.png"/><Relationship Id="rId55" Type="http://schemas.openxmlformats.org/officeDocument/2006/relationships/customXml" Target="../ink/ink66.xml"/><Relationship Id="rId63" Type="http://schemas.openxmlformats.org/officeDocument/2006/relationships/customXml" Target="../ink/ink70.xml"/><Relationship Id="rId68" Type="http://schemas.openxmlformats.org/officeDocument/2006/relationships/image" Target="../media/image75.png"/><Relationship Id="rId76" Type="http://schemas.openxmlformats.org/officeDocument/2006/relationships/image" Target="../media/image79.png"/><Relationship Id="rId84" Type="http://schemas.openxmlformats.org/officeDocument/2006/relationships/image" Target="../media/image83.png"/><Relationship Id="rId89" Type="http://schemas.openxmlformats.org/officeDocument/2006/relationships/customXml" Target="../ink/ink83.xml"/><Relationship Id="rId7" Type="http://schemas.openxmlformats.org/officeDocument/2006/relationships/customXml" Target="../ink/ink42.xml"/><Relationship Id="rId71" Type="http://schemas.openxmlformats.org/officeDocument/2006/relationships/customXml" Target="../ink/ink74.xml"/><Relationship Id="rId92" Type="http://schemas.openxmlformats.org/officeDocument/2006/relationships/image" Target="../media/image87.png"/><Relationship Id="rId2" Type="http://schemas.openxmlformats.org/officeDocument/2006/relationships/image" Target="../media/image42.png"/><Relationship Id="rId16" Type="http://schemas.openxmlformats.org/officeDocument/2006/relationships/image" Target="../media/image49.png"/><Relationship Id="rId29" Type="http://schemas.openxmlformats.org/officeDocument/2006/relationships/customXml" Target="../ink/ink53.xml"/><Relationship Id="rId11" Type="http://schemas.openxmlformats.org/officeDocument/2006/relationships/customXml" Target="../ink/ink44.xml"/><Relationship Id="rId24" Type="http://schemas.openxmlformats.org/officeDocument/2006/relationships/image" Target="../media/image53.png"/><Relationship Id="rId32" Type="http://schemas.openxmlformats.org/officeDocument/2006/relationships/image" Target="../media/image57.png"/><Relationship Id="rId37" Type="http://schemas.openxmlformats.org/officeDocument/2006/relationships/customXml" Target="../ink/ink57.xml"/><Relationship Id="rId40" Type="http://schemas.openxmlformats.org/officeDocument/2006/relationships/image" Target="../media/image61.png"/><Relationship Id="rId45" Type="http://schemas.openxmlformats.org/officeDocument/2006/relationships/customXml" Target="../ink/ink61.xml"/><Relationship Id="rId53" Type="http://schemas.openxmlformats.org/officeDocument/2006/relationships/customXml" Target="../ink/ink65.xml"/><Relationship Id="rId58" Type="http://schemas.openxmlformats.org/officeDocument/2006/relationships/image" Target="../media/image70.png"/><Relationship Id="rId66" Type="http://schemas.openxmlformats.org/officeDocument/2006/relationships/image" Target="../media/image74.png"/><Relationship Id="rId74" Type="http://schemas.openxmlformats.org/officeDocument/2006/relationships/image" Target="../media/image78.png"/><Relationship Id="rId79" Type="http://schemas.openxmlformats.org/officeDocument/2006/relationships/customXml" Target="../ink/ink78.xml"/><Relationship Id="rId87" Type="http://schemas.openxmlformats.org/officeDocument/2006/relationships/customXml" Target="../ink/ink82.xml"/><Relationship Id="rId5" Type="http://schemas.openxmlformats.org/officeDocument/2006/relationships/customXml" Target="../ink/ink41.xml"/><Relationship Id="rId61" Type="http://schemas.openxmlformats.org/officeDocument/2006/relationships/customXml" Target="../ink/ink69.xml"/><Relationship Id="rId82" Type="http://schemas.openxmlformats.org/officeDocument/2006/relationships/image" Target="../media/image82.png"/><Relationship Id="rId90" Type="http://schemas.openxmlformats.org/officeDocument/2006/relationships/image" Target="../media/image86.png"/><Relationship Id="rId95" Type="http://schemas.openxmlformats.org/officeDocument/2006/relationships/customXml" Target="../ink/ink86.xml"/><Relationship Id="rId19" Type="http://schemas.openxmlformats.org/officeDocument/2006/relationships/customXml" Target="../ink/ink48.xml"/><Relationship Id="rId14" Type="http://schemas.openxmlformats.org/officeDocument/2006/relationships/image" Target="../media/image48.png"/><Relationship Id="rId22" Type="http://schemas.openxmlformats.org/officeDocument/2006/relationships/image" Target="../media/image52.png"/><Relationship Id="rId27" Type="http://schemas.openxmlformats.org/officeDocument/2006/relationships/customXml" Target="../ink/ink52.xml"/><Relationship Id="rId30" Type="http://schemas.openxmlformats.org/officeDocument/2006/relationships/image" Target="../media/image56.png"/><Relationship Id="rId35" Type="http://schemas.openxmlformats.org/officeDocument/2006/relationships/customXml" Target="../ink/ink56.xml"/><Relationship Id="rId43" Type="http://schemas.openxmlformats.org/officeDocument/2006/relationships/customXml" Target="../ink/ink60.xml"/><Relationship Id="rId48" Type="http://schemas.openxmlformats.org/officeDocument/2006/relationships/image" Target="../media/image65.png"/><Relationship Id="rId56" Type="http://schemas.openxmlformats.org/officeDocument/2006/relationships/image" Target="../media/image69.png"/><Relationship Id="rId64" Type="http://schemas.openxmlformats.org/officeDocument/2006/relationships/image" Target="../media/image73.png"/><Relationship Id="rId69" Type="http://schemas.openxmlformats.org/officeDocument/2006/relationships/customXml" Target="../ink/ink73.xml"/><Relationship Id="rId77" Type="http://schemas.openxmlformats.org/officeDocument/2006/relationships/customXml" Target="../ink/ink77.xml"/><Relationship Id="rId8" Type="http://schemas.openxmlformats.org/officeDocument/2006/relationships/image" Target="../media/image45.png"/><Relationship Id="rId51" Type="http://schemas.openxmlformats.org/officeDocument/2006/relationships/customXml" Target="../ink/ink64.xml"/><Relationship Id="rId72" Type="http://schemas.openxmlformats.org/officeDocument/2006/relationships/image" Target="../media/image77.png"/><Relationship Id="rId80" Type="http://schemas.openxmlformats.org/officeDocument/2006/relationships/image" Target="../media/image81.png"/><Relationship Id="rId85" Type="http://schemas.openxmlformats.org/officeDocument/2006/relationships/customXml" Target="../ink/ink81.xml"/><Relationship Id="rId93" Type="http://schemas.openxmlformats.org/officeDocument/2006/relationships/customXml" Target="../ink/ink85.xml"/><Relationship Id="rId3" Type="http://schemas.openxmlformats.org/officeDocument/2006/relationships/customXml" Target="../ink/ink40.xml"/><Relationship Id="rId12" Type="http://schemas.openxmlformats.org/officeDocument/2006/relationships/image" Target="../media/image47.png"/><Relationship Id="rId17" Type="http://schemas.openxmlformats.org/officeDocument/2006/relationships/customXml" Target="../ink/ink47.xml"/><Relationship Id="rId25" Type="http://schemas.openxmlformats.org/officeDocument/2006/relationships/customXml" Target="../ink/ink51.xml"/><Relationship Id="rId33" Type="http://schemas.openxmlformats.org/officeDocument/2006/relationships/customXml" Target="../ink/ink55.xml"/><Relationship Id="rId38" Type="http://schemas.openxmlformats.org/officeDocument/2006/relationships/image" Target="../media/image60.png"/><Relationship Id="rId46" Type="http://schemas.openxmlformats.org/officeDocument/2006/relationships/image" Target="../media/image64.png"/><Relationship Id="rId59" Type="http://schemas.openxmlformats.org/officeDocument/2006/relationships/customXml" Target="../ink/ink68.xml"/><Relationship Id="rId67" Type="http://schemas.openxmlformats.org/officeDocument/2006/relationships/customXml" Target="../ink/ink72.xml"/><Relationship Id="rId20" Type="http://schemas.openxmlformats.org/officeDocument/2006/relationships/image" Target="../media/image51.png"/><Relationship Id="rId41" Type="http://schemas.openxmlformats.org/officeDocument/2006/relationships/customXml" Target="../ink/ink59.xml"/><Relationship Id="rId54" Type="http://schemas.openxmlformats.org/officeDocument/2006/relationships/image" Target="../media/image68.png"/><Relationship Id="rId62" Type="http://schemas.openxmlformats.org/officeDocument/2006/relationships/image" Target="../media/image72.png"/><Relationship Id="rId70" Type="http://schemas.openxmlformats.org/officeDocument/2006/relationships/image" Target="../media/image76.png"/><Relationship Id="rId75" Type="http://schemas.openxmlformats.org/officeDocument/2006/relationships/customXml" Target="../ink/ink76.xml"/><Relationship Id="rId83" Type="http://schemas.openxmlformats.org/officeDocument/2006/relationships/customXml" Target="../ink/ink80.xml"/><Relationship Id="rId88" Type="http://schemas.openxmlformats.org/officeDocument/2006/relationships/image" Target="../media/image85.png"/><Relationship Id="rId91" Type="http://schemas.openxmlformats.org/officeDocument/2006/relationships/customXml" Target="../ink/ink84.xml"/><Relationship Id="rId96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5" Type="http://schemas.openxmlformats.org/officeDocument/2006/relationships/customXml" Target="../ink/ink46.xml"/><Relationship Id="rId23" Type="http://schemas.openxmlformats.org/officeDocument/2006/relationships/customXml" Target="../ink/ink50.xml"/><Relationship Id="rId28" Type="http://schemas.openxmlformats.org/officeDocument/2006/relationships/image" Target="../media/image55.png"/><Relationship Id="rId36" Type="http://schemas.openxmlformats.org/officeDocument/2006/relationships/image" Target="../media/image59.png"/><Relationship Id="rId49" Type="http://schemas.openxmlformats.org/officeDocument/2006/relationships/customXml" Target="../ink/ink63.xml"/><Relationship Id="rId57" Type="http://schemas.openxmlformats.org/officeDocument/2006/relationships/customXml" Target="../ink/ink67.xml"/><Relationship Id="rId10" Type="http://schemas.openxmlformats.org/officeDocument/2006/relationships/image" Target="../media/image46.png"/><Relationship Id="rId31" Type="http://schemas.openxmlformats.org/officeDocument/2006/relationships/customXml" Target="../ink/ink54.xml"/><Relationship Id="rId44" Type="http://schemas.openxmlformats.org/officeDocument/2006/relationships/image" Target="../media/image63.png"/><Relationship Id="rId52" Type="http://schemas.openxmlformats.org/officeDocument/2006/relationships/image" Target="../media/image67.png"/><Relationship Id="rId60" Type="http://schemas.openxmlformats.org/officeDocument/2006/relationships/image" Target="../media/image71.png"/><Relationship Id="rId65" Type="http://schemas.openxmlformats.org/officeDocument/2006/relationships/customXml" Target="../ink/ink71.xml"/><Relationship Id="rId73" Type="http://schemas.openxmlformats.org/officeDocument/2006/relationships/customXml" Target="../ink/ink75.xml"/><Relationship Id="rId78" Type="http://schemas.openxmlformats.org/officeDocument/2006/relationships/image" Target="../media/image80.png"/><Relationship Id="rId81" Type="http://schemas.openxmlformats.org/officeDocument/2006/relationships/customXml" Target="../ink/ink79.xml"/><Relationship Id="rId86" Type="http://schemas.openxmlformats.org/officeDocument/2006/relationships/image" Target="../media/image84.png"/><Relationship Id="rId94" Type="http://schemas.openxmlformats.org/officeDocument/2006/relationships/image" Target="../media/image88.png"/><Relationship Id="rId4" Type="http://schemas.openxmlformats.org/officeDocument/2006/relationships/image" Target="../media/image43.png"/><Relationship Id="rId9" Type="http://schemas.openxmlformats.org/officeDocument/2006/relationships/customXml" Target="../ink/ink4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customXml" Target="../ink/ink92.xml"/><Relationship Id="rId18" Type="http://schemas.openxmlformats.org/officeDocument/2006/relationships/image" Target="../media/image98.png"/><Relationship Id="rId26" Type="http://schemas.openxmlformats.org/officeDocument/2006/relationships/image" Target="../media/image102.png"/><Relationship Id="rId3" Type="http://schemas.openxmlformats.org/officeDocument/2006/relationships/customXml" Target="../ink/ink87.xml"/><Relationship Id="rId21" Type="http://schemas.openxmlformats.org/officeDocument/2006/relationships/customXml" Target="../ink/ink96.xml"/><Relationship Id="rId7" Type="http://schemas.openxmlformats.org/officeDocument/2006/relationships/customXml" Target="../ink/ink89.xml"/><Relationship Id="rId12" Type="http://schemas.openxmlformats.org/officeDocument/2006/relationships/image" Target="../media/image95.png"/><Relationship Id="rId17" Type="http://schemas.openxmlformats.org/officeDocument/2006/relationships/customXml" Target="../ink/ink94.xml"/><Relationship Id="rId25" Type="http://schemas.openxmlformats.org/officeDocument/2006/relationships/customXml" Target="../ink/ink98.xml"/><Relationship Id="rId2" Type="http://schemas.openxmlformats.org/officeDocument/2006/relationships/image" Target="../media/image90.png"/><Relationship Id="rId16" Type="http://schemas.openxmlformats.org/officeDocument/2006/relationships/image" Target="../media/image97.png"/><Relationship Id="rId20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customXml" Target="../ink/ink91.xml"/><Relationship Id="rId24" Type="http://schemas.openxmlformats.org/officeDocument/2006/relationships/image" Target="../media/image101.png"/><Relationship Id="rId5" Type="http://schemas.openxmlformats.org/officeDocument/2006/relationships/customXml" Target="../ink/ink88.xml"/><Relationship Id="rId15" Type="http://schemas.openxmlformats.org/officeDocument/2006/relationships/customXml" Target="../ink/ink93.xml"/><Relationship Id="rId23" Type="http://schemas.openxmlformats.org/officeDocument/2006/relationships/customXml" Target="../ink/ink97.xml"/><Relationship Id="rId28" Type="http://schemas.openxmlformats.org/officeDocument/2006/relationships/image" Target="../media/image103.png"/><Relationship Id="rId10" Type="http://schemas.openxmlformats.org/officeDocument/2006/relationships/image" Target="../media/image94.png"/><Relationship Id="rId19" Type="http://schemas.openxmlformats.org/officeDocument/2006/relationships/customXml" Target="../ink/ink95.xml"/><Relationship Id="rId4" Type="http://schemas.openxmlformats.org/officeDocument/2006/relationships/image" Target="../media/image91.png"/><Relationship Id="rId9" Type="http://schemas.openxmlformats.org/officeDocument/2006/relationships/customXml" Target="../ink/ink90.xml"/><Relationship Id="rId14" Type="http://schemas.openxmlformats.org/officeDocument/2006/relationships/image" Target="../media/image96.png"/><Relationship Id="rId22" Type="http://schemas.openxmlformats.org/officeDocument/2006/relationships/image" Target="../media/image100.png"/><Relationship Id="rId27" Type="http://schemas.openxmlformats.org/officeDocument/2006/relationships/customXml" Target="../ink/ink9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0014C9-0F3E-1AD8-D7FF-BDB101C1C65C}"/>
              </a:ext>
            </a:extLst>
          </p:cNvPr>
          <p:cNvSpPr txBox="1">
            <a:spLocks/>
          </p:cNvSpPr>
          <p:nvPr/>
        </p:nvSpPr>
        <p:spPr>
          <a:xfrm>
            <a:off x="2250333" y="1380744"/>
            <a:ext cx="5985363" cy="1819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Tableau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88DCC-5E97-0088-3D1B-24EFAD045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5DE4F9-6271-3F58-3D5A-DBF5E90F2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68036"/>
            <a:ext cx="10911840" cy="563958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DFC0D0F-2421-70B6-9E5E-F9F539C5D884}"/>
              </a:ext>
            </a:extLst>
          </p:cNvPr>
          <p:cNvGrpSpPr/>
          <p:nvPr/>
        </p:nvGrpSpPr>
        <p:grpSpPr>
          <a:xfrm>
            <a:off x="917424" y="1655136"/>
            <a:ext cx="3661200" cy="4091760"/>
            <a:chOff x="917424" y="1655136"/>
            <a:chExt cx="3661200" cy="409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22F1D55-6CA4-01E7-7A70-D38EB567241C}"/>
                    </a:ext>
                  </a:extLst>
                </p14:cNvPr>
                <p14:cNvContentPartPr/>
                <p14:nvPr/>
              </p14:nvContentPartPr>
              <p14:xfrm>
                <a:off x="1856304" y="1938096"/>
                <a:ext cx="2722320" cy="2128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22F1D55-6CA4-01E7-7A70-D38EB567241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38664" y="1920096"/>
                  <a:ext cx="2757960" cy="21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4D072C3-4E5D-C85E-21FC-74EEC451BE5C}"/>
                    </a:ext>
                  </a:extLst>
                </p14:cNvPr>
                <p14:cNvContentPartPr/>
                <p14:nvPr/>
              </p14:nvContentPartPr>
              <p14:xfrm>
                <a:off x="3290904" y="3274776"/>
                <a:ext cx="24840" cy="136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4D072C3-4E5D-C85E-21FC-74EEC451BE5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73264" y="3257136"/>
                  <a:ext cx="604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B6F9E0D-06CF-00B3-B371-653D1CAA31FD}"/>
                    </a:ext>
                  </a:extLst>
                </p14:cNvPr>
                <p14:cNvContentPartPr/>
                <p14:nvPr/>
              </p14:nvContentPartPr>
              <p14:xfrm>
                <a:off x="3130344" y="3152016"/>
                <a:ext cx="317520" cy="345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B6F9E0D-06CF-00B3-B371-653D1CAA31F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112344" y="3134016"/>
                  <a:ext cx="3531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764B282-10F2-ADD0-D798-EC21F3880682}"/>
                    </a:ext>
                  </a:extLst>
                </p14:cNvPr>
                <p14:cNvContentPartPr/>
                <p14:nvPr/>
              </p14:nvContentPartPr>
              <p14:xfrm>
                <a:off x="917424" y="1655136"/>
                <a:ext cx="3265200" cy="4091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764B282-10F2-ADD0-D798-EC21F388068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99784" y="1637496"/>
                  <a:ext cx="3300840" cy="41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D46BBCC-3610-6D3E-51E1-AE118AB766F6}"/>
                    </a:ext>
                  </a:extLst>
                </p14:cNvPr>
                <p14:cNvContentPartPr/>
                <p14:nvPr/>
              </p14:nvContentPartPr>
              <p14:xfrm>
                <a:off x="3109104" y="2110176"/>
                <a:ext cx="174600" cy="150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D46BBCC-3610-6D3E-51E1-AE118AB766F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91104" y="2092536"/>
                  <a:ext cx="2102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2654C6E-4BFC-B993-7628-ECE3D5CEDF5E}"/>
                    </a:ext>
                  </a:extLst>
                </p14:cNvPr>
                <p14:cNvContentPartPr/>
                <p14:nvPr/>
              </p14:nvContentPartPr>
              <p14:xfrm>
                <a:off x="2984544" y="2009016"/>
                <a:ext cx="435600" cy="350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2654C6E-4BFC-B993-7628-ECE3D5CEDF5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66544" y="1991016"/>
                  <a:ext cx="471240" cy="38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633F560-D901-C3FF-23D2-0EABEF4480DD}"/>
              </a:ext>
            </a:extLst>
          </p:cNvPr>
          <p:cNvGrpSpPr/>
          <p:nvPr/>
        </p:nvGrpSpPr>
        <p:grpSpPr>
          <a:xfrm>
            <a:off x="8183304" y="1292256"/>
            <a:ext cx="3090240" cy="1895400"/>
            <a:chOff x="8183304" y="1292256"/>
            <a:chExt cx="3090240" cy="189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8F148C9-270E-50E4-CCAA-4D89705C4D22}"/>
                    </a:ext>
                  </a:extLst>
                </p14:cNvPr>
                <p14:cNvContentPartPr/>
                <p14:nvPr/>
              </p14:nvContentPartPr>
              <p14:xfrm>
                <a:off x="10223784" y="1899576"/>
                <a:ext cx="1049760" cy="507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8F148C9-270E-50E4-CCAA-4D89705C4D2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206144" y="1881936"/>
                  <a:ext cx="108540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5F47D79-C280-BBA3-BA59-6179382399A2}"/>
                    </a:ext>
                  </a:extLst>
                </p14:cNvPr>
                <p14:cNvContentPartPr/>
                <p14:nvPr/>
              </p14:nvContentPartPr>
              <p14:xfrm>
                <a:off x="9970704" y="1767816"/>
                <a:ext cx="364680" cy="304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5F47D79-C280-BBA3-BA59-6179382399A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953064" y="1750176"/>
                  <a:ext cx="4003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A6A33ED-AB16-9412-1FF4-20BEAA4DE4EA}"/>
                    </a:ext>
                  </a:extLst>
                </p14:cNvPr>
                <p14:cNvContentPartPr/>
                <p14:nvPr/>
              </p14:nvContentPartPr>
              <p14:xfrm>
                <a:off x="9002664" y="1353816"/>
                <a:ext cx="265320" cy="308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A6A33ED-AB16-9412-1FF4-20BEAA4DE4E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84664" y="1335816"/>
                  <a:ext cx="3009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DD29C94-B2C7-2208-8D0B-F5C068685873}"/>
                    </a:ext>
                  </a:extLst>
                </p14:cNvPr>
                <p14:cNvContentPartPr/>
                <p14:nvPr/>
              </p14:nvContentPartPr>
              <p14:xfrm>
                <a:off x="9338184" y="1411776"/>
                <a:ext cx="414720" cy="237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DD29C94-B2C7-2208-8D0B-F5C06868587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320184" y="1393776"/>
                  <a:ext cx="4503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9DF125D-B24C-3CE8-18A0-EA0B6DBDFF94}"/>
                    </a:ext>
                  </a:extLst>
                </p14:cNvPr>
                <p14:cNvContentPartPr/>
                <p14:nvPr/>
              </p14:nvContentPartPr>
              <p14:xfrm>
                <a:off x="9534744" y="1490616"/>
                <a:ext cx="173520" cy="36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9DF125D-B24C-3CE8-18A0-EA0B6DBDFF9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17104" y="1472976"/>
                  <a:ext cx="2091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1842DC7-44EE-02E9-0F88-7841C60AAD26}"/>
                    </a:ext>
                  </a:extLst>
                </p14:cNvPr>
                <p14:cNvContentPartPr/>
                <p14:nvPr/>
              </p14:nvContentPartPr>
              <p14:xfrm>
                <a:off x="9778104" y="1464696"/>
                <a:ext cx="196920" cy="149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842DC7-44EE-02E9-0F88-7841C60AAD2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60104" y="1446696"/>
                  <a:ext cx="2325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1330389-DB13-D363-6AB8-5BE9CD45FED3}"/>
                    </a:ext>
                  </a:extLst>
                </p14:cNvPr>
                <p14:cNvContentPartPr/>
                <p14:nvPr/>
              </p14:nvContentPartPr>
              <p14:xfrm>
                <a:off x="8340264" y="1355256"/>
                <a:ext cx="161640" cy="151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1330389-DB13-D363-6AB8-5BE9CD45FED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322624" y="1337616"/>
                  <a:ext cx="197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31510E4-AD30-A04C-9BF1-52C577376A1B}"/>
                    </a:ext>
                  </a:extLst>
                </p14:cNvPr>
                <p14:cNvContentPartPr/>
                <p14:nvPr/>
              </p14:nvContentPartPr>
              <p14:xfrm>
                <a:off x="8183304" y="1292256"/>
                <a:ext cx="479160" cy="286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31510E4-AD30-A04C-9BF1-52C577376A1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65304" y="1274256"/>
                  <a:ext cx="5148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83DBA4F-70EF-10D6-5778-B814B945E5C3}"/>
                    </a:ext>
                  </a:extLst>
                </p14:cNvPr>
                <p14:cNvContentPartPr/>
                <p14:nvPr/>
              </p14:nvContentPartPr>
              <p14:xfrm>
                <a:off x="8439264" y="1746216"/>
                <a:ext cx="186120" cy="298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83DBA4F-70EF-10D6-5778-B814B945E5C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421264" y="1728216"/>
                  <a:ext cx="2217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B734FC1-481A-2BA3-3D5B-0AB452140197}"/>
                    </a:ext>
                  </a:extLst>
                </p14:cNvPr>
                <p14:cNvContentPartPr/>
                <p14:nvPr/>
              </p14:nvContentPartPr>
              <p14:xfrm>
                <a:off x="8442864" y="1894896"/>
                <a:ext cx="120240" cy="50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B734FC1-481A-2BA3-3D5B-0AB45214019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425224" y="1876896"/>
                  <a:ext cx="1558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0EA6035-AFA0-32A3-AA63-5A7798CBD7BD}"/>
                    </a:ext>
                  </a:extLst>
                </p14:cNvPr>
                <p14:cNvContentPartPr/>
                <p14:nvPr/>
              </p14:nvContentPartPr>
              <p14:xfrm>
                <a:off x="8643744" y="1866456"/>
                <a:ext cx="101880" cy="113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0EA6035-AFA0-32A3-AA63-5A7798CBD7B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626104" y="1848456"/>
                  <a:ext cx="1375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81B8CD-8434-3231-7687-8438A192BF9D}"/>
                    </a:ext>
                  </a:extLst>
                </p14:cNvPr>
                <p14:cNvContentPartPr/>
                <p14:nvPr/>
              </p14:nvContentPartPr>
              <p14:xfrm>
                <a:off x="8834904" y="1724616"/>
                <a:ext cx="17640" cy="232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81B8CD-8434-3231-7687-8438A192BF9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816904" y="1706616"/>
                  <a:ext cx="532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F13D877-EB80-0E80-077F-918C055FB012}"/>
                    </a:ext>
                  </a:extLst>
                </p14:cNvPr>
                <p14:cNvContentPartPr/>
                <p14:nvPr/>
              </p14:nvContentPartPr>
              <p14:xfrm>
                <a:off x="8757504" y="1855296"/>
                <a:ext cx="156960" cy="47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F13D877-EB80-0E80-077F-918C055FB01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739504" y="1837296"/>
                  <a:ext cx="1926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153324B-60B7-4ED6-984F-21FF1FD28591}"/>
                    </a:ext>
                  </a:extLst>
                </p14:cNvPr>
                <p14:cNvContentPartPr/>
                <p14:nvPr/>
              </p14:nvContentPartPr>
              <p14:xfrm>
                <a:off x="8981784" y="1848816"/>
                <a:ext cx="21600" cy="110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153324B-60B7-4ED6-984F-21FF1FD2859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963784" y="1831176"/>
                  <a:ext cx="57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F9614F1-2EC2-5E0F-1503-0CF3CAEE115D}"/>
                    </a:ext>
                  </a:extLst>
                </p14:cNvPr>
                <p14:cNvContentPartPr/>
                <p14:nvPr/>
              </p14:nvContentPartPr>
              <p14:xfrm>
                <a:off x="8927784" y="1791936"/>
                <a:ext cx="13320" cy="9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F9614F1-2EC2-5E0F-1503-0CF3CAEE115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910144" y="1774296"/>
                  <a:ext cx="48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9C43B70-F10B-9A16-74EB-A96F88C18CBF}"/>
                    </a:ext>
                  </a:extLst>
                </p14:cNvPr>
                <p14:cNvContentPartPr/>
                <p14:nvPr/>
              </p14:nvContentPartPr>
              <p14:xfrm>
                <a:off x="9039384" y="1834776"/>
                <a:ext cx="174240" cy="132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9C43B70-F10B-9A16-74EB-A96F88C18CB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021744" y="1816776"/>
                  <a:ext cx="2098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CD88301-2AE7-9199-7CE2-908F7CD9BBFF}"/>
                    </a:ext>
                  </a:extLst>
                </p14:cNvPr>
                <p14:cNvContentPartPr/>
                <p14:nvPr/>
              </p14:nvContentPartPr>
              <p14:xfrm>
                <a:off x="9223344" y="1701576"/>
                <a:ext cx="849960" cy="287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CD88301-2AE7-9199-7CE2-908F7CD9BBF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205704" y="1683576"/>
                  <a:ext cx="8856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1876C9E-E7F8-6ABD-7725-1FC498CF09F1}"/>
                    </a:ext>
                  </a:extLst>
                </p14:cNvPr>
                <p14:cNvContentPartPr/>
                <p14:nvPr/>
              </p14:nvContentPartPr>
              <p14:xfrm>
                <a:off x="9500544" y="1803816"/>
                <a:ext cx="209520" cy="29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1876C9E-E7F8-6ABD-7725-1FC498CF09F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482904" y="1785816"/>
                  <a:ext cx="245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5E350E7-8721-D9B3-AAD9-1FB862950768}"/>
                    </a:ext>
                  </a:extLst>
                </p14:cNvPr>
                <p14:cNvContentPartPr/>
                <p14:nvPr/>
              </p14:nvContentPartPr>
              <p14:xfrm>
                <a:off x="9855504" y="2259936"/>
                <a:ext cx="589680" cy="281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5E350E7-8721-D9B3-AAD9-1FB86295076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837504" y="2241936"/>
                  <a:ext cx="6253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897DD40-844C-C891-7ECA-60244ADC989C}"/>
                    </a:ext>
                  </a:extLst>
                </p14:cNvPr>
                <p14:cNvContentPartPr/>
                <p14:nvPr/>
              </p14:nvContentPartPr>
              <p14:xfrm>
                <a:off x="8889264" y="2594016"/>
                <a:ext cx="153360" cy="238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897DD40-844C-C891-7ECA-60244ADC989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871624" y="2576376"/>
                  <a:ext cx="1890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F45527F-A527-28D5-4243-4F2FA08F30F3}"/>
                    </a:ext>
                  </a:extLst>
                </p14:cNvPr>
                <p14:cNvContentPartPr/>
                <p14:nvPr/>
              </p14:nvContentPartPr>
              <p14:xfrm>
                <a:off x="8741304" y="2503296"/>
                <a:ext cx="369720" cy="362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F45527F-A527-28D5-4243-4F2FA08F30F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723304" y="2485296"/>
                  <a:ext cx="4053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8B67EDD-E3A8-41F1-42C5-B6173A34BA0E}"/>
                    </a:ext>
                  </a:extLst>
                </p14:cNvPr>
                <p14:cNvContentPartPr/>
                <p14:nvPr/>
              </p14:nvContentPartPr>
              <p14:xfrm>
                <a:off x="9227304" y="2745936"/>
                <a:ext cx="164880" cy="148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8B67EDD-E3A8-41F1-42C5-B6173A34BA0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209304" y="2727936"/>
                  <a:ext cx="200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B789C7F-BB91-BB6A-0C1B-27E043766090}"/>
                    </a:ext>
                  </a:extLst>
                </p14:cNvPr>
                <p14:cNvContentPartPr/>
                <p14:nvPr/>
              </p14:nvContentPartPr>
              <p14:xfrm>
                <a:off x="9390384" y="2785896"/>
                <a:ext cx="123480" cy="94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B789C7F-BB91-BB6A-0C1B-27E04376609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372384" y="2767896"/>
                  <a:ext cx="159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61D9774-D985-160F-522D-A0EF8D22F797}"/>
                    </a:ext>
                  </a:extLst>
                </p14:cNvPr>
                <p14:cNvContentPartPr/>
                <p14:nvPr/>
              </p14:nvContentPartPr>
              <p14:xfrm>
                <a:off x="9548424" y="2627496"/>
                <a:ext cx="97920" cy="263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61D9774-D985-160F-522D-A0EF8D22F79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530424" y="2609496"/>
                  <a:ext cx="1335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CF39DC7-DD8C-BAE3-55C2-00B8BC79CC48}"/>
                    </a:ext>
                  </a:extLst>
                </p14:cNvPr>
                <p14:cNvContentPartPr/>
                <p14:nvPr/>
              </p14:nvContentPartPr>
              <p14:xfrm>
                <a:off x="9633744" y="2793816"/>
                <a:ext cx="65160" cy="79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CF39DC7-DD8C-BAE3-55C2-00B8BC79CC4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616104" y="2776176"/>
                  <a:ext cx="1008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9313A3F-D4C3-9C6E-8F24-CF2772AF154C}"/>
                    </a:ext>
                  </a:extLst>
                </p14:cNvPr>
                <p14:cNvContentPartPr/>
                <p14:nvPr/>
              </p14:nvContentPartPr>
              <p14:xfrm>
                <a:off x="9756504" y="2649096"/>
                <a:ext cx="265680" cy="252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9313A3F-D4C3-9C6E-8F24-CF2772AF154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738504" y="2631456"/>
                  <a:ext cx="3013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BA91043-14ED-C641-F1D4-381C9CA79182}"/>
                    </a:ext>
                  </a:extLst>
                </p14:cNvPr>
                <p14:cNvContentPartPr/>
                <p14:nvPr/>
              </p14:nvContentPartPr>
              <p14:xfrm>
                <a:off x="10002024" y="2769696"/>
                <a:ext cx="187920" cy="8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BA91043-14ED-C641-F1D4-381C9CA7918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984384" y="2752056"/>
                  <a:ext cx="2235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9DE3ACB-22A5-63A0-6AA5-DAB441D65461}"/>
                    </a:ext>
                  </a:extLst>
                </p14:cNvPr>
                <p14:cNvContentPartPr/>
                <p14:nvPr/>
              </p14:nvContentPartPr>
              <p14:xfrm>
                <a:off x="10360944" y="1996776"/>
                <a:ext cx="369720" cy="372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9DE3ACB-22A5-63A0-6AA5-DAB441D6546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342944" y="1978776"/>
                  <a:ext cx="40536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A2E9493-CF40-4FDC-CB1C-7DCB9DB99DB5}"/>
                    </a:ext>
                  </a:extLst>
                </p14:cNvPr>
                <p14:cNvContentPartPr/>
                <p14:nvPr/>
              </p14:nvContentPartPr>
              <p14:xfrm>
                <a:off x="9221904" y="2970936"/>
                <a:ext cx="180360" cy="164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A2E9493-CF40-4FDC-CB1C-7DCB9DB99DB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204264" y="2952936"/>
                  <a:ext cx="2160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2B9C48D-852B-54A2-EF0D-26645F33A9AD}"/>
                    </a:ext>
                  </a:extLst>
                </p14:cNvPr>
                <p14:cNvContentPartPr/>
                <p14:nvPr/>
              </p14:nvContentPartPr>
              <p14:xfrm>
                <a:off x="9222624" y="3041856"/>
                <a:ext cx="128160" cy="23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2B9C48D-852B-54A2-EF0D-26645F33A9A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204624" y="3024216"/>
                  <a:ext cx="1638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286D2E9-6236-4521-D583-58B7628AF273}"/>
                    </a:ext>
                  </a:extLst>
                </p14:cNvPr>
                <p14:cNvContentPartPr/>
                <p14:nvPr/>
              </p14:nvContentPartPr>
              <p14:xfrm>
                <a:off x="9430344" y="2945736"/>
                <a:ext cx="272160" cy="209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286D2E9-6236-4521-D583-58B7628AF27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412344" y="2928096"/>
                  <a:ext cx="3078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0C32233-7F99-05E6-87C4-C6E7A18D4E1C}"/>
                    </a:ext>
                  </a:extLst>
                </p14:cNvPr>
                <p14:cNvContentPartPr/>
                <p14:nvPr/>
              </p14:nvContentPartPr>
              <p14:xfrm>
                <a:off x="9696384" y="2987496"/>
                <a:ext cx="16920" cy="11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0C32233-7F99-05E6-87C4-C6E7A18D4E1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678384" y="2969856"/>
                  <a:ext cx="525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98BF5C8-DFFC-64B8-F96B-91455F9846C0}"/>
                    </a:ext>
                  </a:extLst>
                </p14:cNvPr>
                <p14:cNvContentPartPr/>
                <p14:nvPr/>
              </p14:nvContentPartPr>
              <p14:xfrm>
                <a:off x="9742464" y="3049416"/>
                <a:ext cx="121680" cy="138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98BF5C8-DFFC-64B8-F96B-91455F9846C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724824" y="3031416"/>
                  <a:ext cx="157320" cy="173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45629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44AE9-0FA1-AD38-8A81-9ED8059DC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C5FB3A-F5D4-CEF7-7A14-9D2D56D8A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0" y="475488"/>
            <a:ext cx="11237979" cy="63151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10F2A51-B0AE-B7D1-36EE-283A6C303685}"/>
                  </a:ext>
                </a:extLst>
              </p14:cNvPr>
              <p14:cNvContentPartPr/>
              <p14:nvPr/>
            </p14:nvContentPartPr>
            <p14:xfrm>
              <a:off x="2554344" y="2442816"/>
              <a:ext cx="45720" cy="295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10F2A51-B0AE-B7D1-36EE-283A6C3036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36704" y="2424816"/>
                <a:ext cx="81360" cy="6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2352259E-8105-FC9B-B498-36636E298474}"/>
              </a:ext>
            </a:extLst>
          </p:cNvPr>
          <p:cNvGrpSpPr/>
          <p:nvPr/>
        </p:nvGrpSpPr>
        <p:grpSpPr>
          <a:xfrm>
            <a:off x="2926224" y="659736"/>
            <a:ext cx="5883480" cy="1688760"/>
            <a:chOff x="2926224" y="659736"/>
            <a:chExt cx="5883480" cy="168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D19A8CF-D400-D2BD-D258-24294F3100E0}"/>
                    </a:ext>
                  </a:extLst>
                </p14:cNvPr>
                <p14:cNvContentPartPr/>
                <p14:nvPr/>
              </p14:nvContentPartPr>
              <p14:xfrm>
                <a:off x="2926224" y="659736"/>
                <a:ext cx="435600" cy="203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D19A8CF-D400-D2BD-D258-24294F3100E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08584" y="641736"/>
                  <a:ext cx="4712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85893C6-E083-0F5A-9816-3347DA1B64B5}"/>
                    </a:ext>
                  </a:extLst>
                </p14:cNvPr>
                <p14:cNvContentPartPr/>
                <p14:nvPr/>
              </p14:nvContentPartPr>
              <p14:xfrm>
                <a:off x="3242304" y="841176"/>
                <a:ext cx="460440" cy="188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85893C6-E083-0F5A-9816-3347DA1B64B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224304" y="823536"/>
                  <a:ext cx="4960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3FADB12-7752-D763-517E-0A39E36CBDBD}"/>
                    </a:ext>
                  </a:extLst>
                </p14:cNvPr>
                <p14:cNvContentPartPr/>
                <p14:nvPr/>
              </p14:nvContentPartPr>
              <p14:xfrm>
                <a:off x="3855384" y="919296"/>
                <a:ext cx="155520" cy="207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3FADB12-7752-D763-517E-0A39E36CBDB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837384" y="901656"/>
                  <a:ext cx="191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D897725-DD5F-61B9-2C72-2394A4BA4B8B}"/>
                    </a:ext>
                  </a:extLst>
                </p14:cNvPr>
                <p14:cNvContentPartPr/>
                <p14:nvPr/>
              </p14:nvContentPartPr>
              <p14:xfrm>
                <a:off x="4059144" y="799776"/>
                <a:ext cx="49680" cy="183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D897725-DD5F-61B9-2C72-2394A4BA4B8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41504" y="782136"/>
                  <a:ext cx="85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9E7D354-2ACD-8FEC-6D64-595994032E52}"/>
                    </a:ext>
                  </a:extLst>
                </p14:cNvPr>
                <p14:cNvContentPartPr/>
                <p14:nvPr/>
              </p14:nvContentPartPr>
              <p14:xfrm>
                <a:off x="4167144" y="910656"/>
                <a:ext cx="417600" cy="257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9E7D354-2ACD-8FEC-6D64-595994032E5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49144" y="893016"/>
                  <a:ext cx="4532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DBFA99C-C463-2C9A-933C-38488683AC15}"/>
                    </a:ext>
                  </a:extLst>
                </p14:cNvPr>
                <p14:cNvContentPartPr/>
                <p14:nvPr/>
              </p14:nvContentPartPr>
              <p14:xfrm>
                <a:off x="4874184" y="896256"/>
                <a:ext cx="339480" cy="78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DBFA99C-C463-2C9A-933C-38488683AC1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56544" y="878256"/>
                  <a:ext cx="3751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BD0C076-8DC3-0B5B-6708-9037442E013D}"/>
                    </a:ext>
                  </a:extLst>
                </p14:cNvPr>
                <p14:cNvContentPartPr/>
                <p14:nvPr/>
              </p14:nvContentPartPr>
              <p14:xfrm>
                <a:off x="5352264" y="920016"/>
                <a:ext cx="79560" cy="85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BD0C076-8DC3-0B5B-6708-9037442E013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334624" y="902376"/>
                  <a:ext cx="1152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DA28A05-3643-C7AB-50AD-B6FD5EE7A238}"/>
                    </a:ext>
                  </a:extLst>
                </p14:cNvPr>
                <p14:cNvContentPartPr/>
                <p14:nvPr/>
              </p14:nvContentPartPr>
              <p14:xfrm>
                <a:off x="5285664" y="827496"/>
                <a:ext cx="21240" cy="27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DA28A05-3643-C7AB-50AD-B6FD5EE7A23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67664" y="809856"/>
                  <a:ext cx="568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6D749CD-43D6-5A7B-2C5E-60AC5CB93563}"/>
                    </a:ext>
                  </a:extLst>
                </p14:cNvPr>
                <p14:cNvContentPartPr/>
                <p14:nvPr/>
              </p14:nvContentPartPr>
              <p14:xfrm>
                <a:off x="5488344" y="777456"/>
                <a:ext cx="166680" cy="268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6D749CD-43D6-5A7B-2C5E-60AC5CB9356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470704" y="759456"/>
                  <a:ext cx="2023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AD86B53-1AA5-0B9B-579D-837167F81D37}"/>
                    </a:ext>
                  </a:extLst>
                </p14:cNvPr>
                <p14:cNvContentPartPr/>
                <p14:nvPr/>
              </p14:nvContentPartPr>
              <p14:xfrm>
                <a:off x="5485104" y="938736"/>
                <a:ext cx="108000" cy="14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AD86B53-1AA5-0B9B-579D-837167F81D3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467104" y="921096"/>
                  <a:ext cx="1436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7148D78-82D9-2AFE-937A-A72EA915CD6E}"/>
                    </a:ext>
                  </a:extLst>
                </p14:cNvPr>
                <p14:cNvContentPartPr/>
                <p14:nvPr/>
              </p14:nvContentPartPr>
              <p14:xfrm>
                <a:off x="5723424" y="781416"/>
                <a:ext cx="270360" cy="239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7148D78-82D9-2AFE-937A-A72EA915CD6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705424" y="763776"/>
                  <a:ext cx="3060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3E36AC8-9797-8B24-96B7-4CA61A8C6D7F}"/>
                    </a:ext>
                  </a:extLst>
                </p14:cNvPr>
                <p14:cNvContentPartPr/>
                <p14:nvPr/>
              </p14:nvContentPartPr>
              <p14:xfrm>
                <a:off x="6317784" y="732456"/>
                <a:ext cx="271800" cy="213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3E36AC8-9797-8B24-96B7-4CA61A8C6D7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299784" y="714816"/>
                  <a:ext cx="307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351894A-6511-FE43-66C1-5E47A0DD92D2}"/>
                    </a:ext>
                  </a:extLst>
                </p14:cNvPr>
                <p14:cNvContentPartPr/>
                <p14:nvPr/>
              </p14:nvContentPartPr>
              <p14:xfrm>
                <a:off x="6634584" y="858816"/>
                <a:ext cx="218160" cy="77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351894A-6511-FE43-66C1-5E47A0DD92D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16584" y="840816"/>
                  <a:ext cx="2538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809E484-1119-EEBC-76AA-4D41439ED831}"/>
                    </a:ext>
                  </a:extLst>
                </p14:cNvPr>
                <p14:cNvContentPartPr/>
                <p14:nvPr/>
              </p14:nvContentPartPr>
              <p14:xfrm>
                <a:off x="6899184" y="711216"/>
                <a:ext cx="446040" cy="239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809E484-1119-EEBC-76AA-4D41439ED83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81184" y="693216"/>
                  <a:ext cx="4816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2C16698-C739-CE4F-EEC9-EEBC28593679}"/>
                    </a:ext>
                  </a:extLst>
                </p14:cNvPr>
                <p14:cNvContentPartPr/>
                <p14:nvPr/>
              </p14:nvContentPartPr>
              <p14:xfrm>
                <a:off x="7450704" y="846576"/>
                <a:ext cx="285120" cy="302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2C16698-C739-CE4F-EEC9-EEBC2859367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432704" y="828576"/>
                  <a:ext cx="3207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FE0C80-4F75-6F83-98B0-D91D4DDD4910}"/>
                    </a:ext>
                  </a:extLst>
                </p14:cNvPr>
                <p14:cNvContentPartPr/>
                <p14:nvPr/>
              </p14:nvContentPartPr>
              <p14:xfrm>
                <a:off x="7628904" y="829656"/>
                <a:ext cx="328320" cy="123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FE0C80-4F75-6F83-98B0-D91D4DDD491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610904" y="812016"/>
                  <a:ext cx="3639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C5CA18C-D0C2-832B-6F23-09537B3E535B}"/>
                    </a:ext>
                  </a:extLst>
                </p14:cNvPr>
                <p14:cNvContentPartPr/>
                <p14:nvPr/>
              </p14:nvContentPartPr>
              <p14:xfrm>
                <a:off x="7974144" y="867816"/>
                <a:ext cx="104760" cy="93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C5CA18C-D0C2-832B-6F23-09537B3E535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956144" y="849816"/>
                  <a:ext cx="140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72DAB1C-BDCE-D4B1-ECE9-56A68FCA410D}"/>
                    </a:ext>
                  </a:extLst>
                </p14:cNvPr>
                <p14:cNvContentPartPr/>
                <p14:nvPr/>
              </p14:nvContentPartPr>
              <p14:xfrm>
                <a:off x="8152704" y="865656"/>
                <a:ext cx="422640" cy="84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72DAB1C-BDCE-D4B1-ECE9-56A68FCA410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134704" y="848016"/>
                  <a:ext cx="458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4E49C34-1835-3BB1-5F25-BAB9D89E76D9}"/>
                    </a:ext>
                  </a:extLst>
                </p14:cNvPr>
                <p14:cNvContentPartPr/>
                <p14:nvPr/>
              </p14:nvContentPartPr>
              <p14:xfrm>
                <a:off x="8628264" y="797976"/>
                <a:ext cx="181440" cy="217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4E49C34-1835-3BB1-5F25-BAB9D89E76D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610624" y="779976"/>
                  <a:ext cx="2170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B701413-1B83-EE6B-B8FB-C98E05A4B2F4}"/>
                    </a:ext>
                  </a:extLst>
                </p14:cNvPr>
                <p14:cNvContentPartPr/>
                <p14:nvPr/>
              </p14:nvContentPartPr>
              <p14:xfrm>
                <a:off x="6837264" y="1215576"/>
                <a:ext cx="103680" cy="68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B701413-1B83-EE6B-B8FB-C98E05A4B2F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819264" y="1197936"/>
                  <a:ext cx="139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8D53EA3-D3D6-AA63-DBB2-D1EA7F5E9ABF}"/>
                    </a:ext>
                  </a:extLst>
                </p14:cNvPr>
                <p14:cNvContentPartPr/>
                <p14:nvPr/>
              </p14:nvContentPartPr>
              <p14:xfrm>
                <a:off x="6905664" y="1105056"/>
                <a:ext cx="15120" cy="23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8D53EA3-D3D6-AA63-DBB2-D1EA7F5E9AB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888024" y="1087056"/>
                  <a:ext cx="507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218B8A1-E611-4D91-9AD7-23F3205B1265}"/>
                    </a:ext>
                  </a:extLst>
                </p14:cNvPr>
                <p14:cNvContentPartPr/>
                <p14:nvPr/>
              </p14:nvContentPartPr>
              <p14:xfrm>
                <a:off x="7041744" y="1157976"/>
                <a:ext cx="352800" cy="118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218B8A1-E611-4D91-9AD7-23F3205B126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023744" y="1139976"/>
                  <a:ext cx="3884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374B8E0-E637-F5A7-7673-8F74066BB75E}"/>
                    </a:ext>
                  </a:extLst>
                </p14:cNvPr>
                <p14:cNvContentPartPr/>
                <p14:nvPr/>
              </p14:nvContentPartPr>
              <p14:xfrm>
                <a:off x="7479864" y="1173096"/>
                <a:ext cx="186480" cy="63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374B8E0-E637-F5A7-7673-8F74066BB75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461864" y="1155456"/>
                  <a:ext cx="222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AD4B615-9F04-D99B-7BC5-CA72AF4CCD7E}"/>
                    </a:ext>
                  </a:extLst>
                </p14:cNvPr>
                <p14:cNvContentPartPr/>
                <p14:nvPr/>
              </p14:nvContentPartPr>
              <p14:xfrm>
                <a:off x="7719984" y="1155096"/>
                <a:ext cx="637200" cy="246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AD4B615-9F04-D99B-7BC5-CA72AF4CCD7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701984" y="1137096"/>
                  <a:ext cx="6728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2126B96-E877-BC33-EFD2-ABA769A28A12}"/>
                    </a:ext>
                  </a:extLst>
                </p14:cNvPr>
                <p14:cNvContentPartPr/>
                <p14:nvPr/>
              </p14:nvContentPartPr>
              <p14:xfrm>
                <a:off x="8621784" y="1240056"/>
                <a:ext cx="37800" cy="11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2126B96-E877-BC33-EFD2-ABA769A28A1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604144" y="1222416"/>
                  <a:ext cx="734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3A2D4AD-DCD2-E9EB-6377-EB550EA5DB8C}"/>
                    </a:ext>
                  </a:extLst>
                </p14:cNvPr>
                <p14:cNvContentPartPr/>
                <p14:nvPr/>
              </p14:nvContentPartPr>
              <p14:xfrm>
                <a:off x="3601224" y="1124496"/>
                <a:ext cx="27720" cy="100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3A2D4AD-DCD2-E9EB-6377-EB550EA5DB8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583224" y="1106496"/>
                  <a:ext cx="633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E92A6AF-560C-84D7-955B-981F0FED94C1}"/>
                    </a:ext>
                  </a:extLst>
                </p14:cNvPr>
                <p14:cNvContentPartPr/>
                <p14:nvPr/>
              </p14:nvContentPartPr>
              <p14:xfrm>
                <a:off x="3483864" y="1058616"/>
                <a:ext cx="316440" cy="345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E92A6AF-560C-84D7-955B-981F0FED94C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466224" y="1040976"/>
                  <a:ext cx="3520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77F4D78-940F-D4B0-E451-ED7C6347CCF2}"/>
                    </a:ext>
                  </a:extLst>
                </p14:cNvPr>
                <p14:cNvContentPartPr/>
                <p14:nvPr/>
              </p14:nvContentPartPr>
              <p14:xfrm>
                <a:off x="3495024" y="2001096"/>
                <a:ext cx="144000" cy="160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77F4D78-940F-D4B0-E451-ED7C6347CCF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477024" y="1983456"/>
                  <a:ext cx="1796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C06691A-881E-E106-06CC-AD3801265181}"/>
                    </a:ext>
                  </a:extLst>
                </p14:cNvPr>
                <p14:cNvContentPartPr/>
                <p14:nvPr/>
              </p14:nvContentPartPr>
              <p14:xfrm>
                <a:off x="3537864" y="2003616"/>
                <a:ext cx="253440" cy="239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C06691A-881E-E106-06CC-AD380126518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519864" y="1985976"/>
                  <a:ext cx="2890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FD16DC4-2DFB-9D30-4B85-522425801227}"/>
                    </a:ext>
                  </a:extLst>
                </p14:cNvPr>
                <p14:cNvContentPartPr/>
                <p14:nvPr/>
              </p14:nvContentPartPr>
              <p14:xfrm>
                <a:off x="3993264" y="2005776"/>
                <a:ext cx="186480" cy="257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FD16DC4-2DFB-9D30-4B85-52242580122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975264" y="1987776"/>
                  <a:ext cx="2221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4C80ABF-C79D-E9CE-FF81-37CA6897C950}"/>
                    </a:ext>
                  </a:extLst>
                </p14:cNvPr>
                <p14:cNvContentPartPr/>
                <p14:nvPr/>
              </p14:nvContentPartPr>
              <p14:xfrm>
                <a:off x="4208184" y="1871136"/>
                <a:ext cx="119160" cy="248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4C80ABF-C79D-E9CE-FF81-37CA6897C95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190184" y="1853496"/>
                  <a:ext cx="1548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76BF331-AA99-DBDE-4DFB-627AE771E48B}"/>
                    </a:ext>
                  </a:extLst>
                </p14:cNvPr>
                <p14:cNvContentPartPr/>
                <p14:nvPr/>
              </p14:nvContentPartPr>
              <p14:xfrm>
                <a:off x="4399704" y="2028816"/>
                <a:ext cx="505080" cy="319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76BF331-AA99-DBDE-4DFB-627AE771E48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381704" y="2011176"/>
                  <a:ext cx="5407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1C16385-AA3C-3740-53FE-BBEDB2229259}"/>
                    </a:ext>
                  </a:extLst>
                </p14:cNvPr>
                <p14:cNvContentPartPr/>
                <p14:nvPr/>
              </p14:nvContentPartPr>
              <p14:xfrm>
                <a:off x="3042504" y="1042776"/>
                <a:ext cx="367560" cy="978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1C16385-AA3C-3740-53FE-BBEDB222925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024504" y="1024776"/>
                  <a:ext cx="403200" cy="10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6898D0A-9940-B6B9-F23C-7E18FFCB8F6B}"/>
                    </a:ext>
                  </a:extLst>
                </p14:cNvPr>
                <p14:cNvContentPartPr/>
                <p14:nvPr/>
              </p14:nvContentPartPr>
              <p14:xfrm>
                <a:off x="5236704" y="1995696"/>
                <a:ext cx="404280" cy="102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6898D0A-9940-B6B9-F23C-7E18FFCB8F6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219064" y="1978056"/>
                  <a:ext cx="439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F202157-2602-43B2-C9F8-8BBADDA62E96}"/>
                    </a:ext>
                  </a:extLst>
                </p14:cNvPr>
                <p14:cNvContentPartPr/>
                <p14:nvPr/>
              </p14:nvContentPartPr>
              <p14:xfrm>
                <a:off x="5752224" y="2020176"/>
                <a:ext cx="29160" cy="81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F202157-2602-43B2-C9F8-8BBADDA62E9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734584" y="2002176"/>
                  <a:ext cx="64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2C7D4A6-9A81-1FC9-1FB0-E4AE9EBB3073}"/>
                    </a:ext>
                  </a:extLst>
                </p14:cNvPr>
                <p14:cNvContentPartPr/>
                <p14:nvPr/>
              </p14:nvContentPartPr>
              <p14:xfrm>
                <a:off x="5744664" y="1917576"/>
                <a:ext cx="13320" cy="19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2C7D4A6-9A81-1FC9-1FB0-E4AE9EBB307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726664" y="1899576"/>
                  <a:ext cx="48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0B1B93B-B61C-A779-0D8B-B5E55A9F0734}"/>
                    </a:ext>
                  </a:extLst>
                </p14:cNvPr>
                <p14:cNvContentPartPr/>
                <p14:nvPr/>
              </p14:nvContentPartPr>
              <p14:xfrm>
                <a:off x="5905224" y="1840176"/>
                <a:ext cx="428400" cy="241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0B1B93B-B61C-A779-0D8B-B5E55A9F073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887224" y="1822536"/>
                  <a:ext cx="4640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455DF50-98F2-A450-0A34-1C9996C1939B}"/>
                    </a:ext>
                  </a:extLst>
                </p14:cNvPr>
                <p14:cNvContentPartPr/>
                <p14:nvPr/>
              </p14:nvContentPartPr>
              <p14:xfrm>
                <a:off x="5828544" y="1962936"/>
                <a:ext cx="102960" cy="36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455DF50-98F2-A450-0A34-1C9996C1939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810904" y="1944936"/>
                  <a:ext cx="13860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17A4FD0-61A8-55AF-85A7-C1F06597DC00}"/>
              </a:ext>
            </a:extLst>
          </p:cNvPr>
          <p:cNvGrpSpPr/>
          <p:nvPr/>
        </p:nvGrpSpPr>
        <p:grpSpPr>
          <a:xfrm>
            <a:off x="6707304" y="1768896"/>
            <a:ext cx="2184480" cy="477000"/>
            <a:chOff x="6707304" y="1768896"/>
            <a:chExt cx="2184480" cy="47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F4BD0E3-F020-DEFA-086C-B969B65CB8A5}"/>
                    </a:ext>
                  </a:extLst>
                </p14:cNvPr>
                <p14:cNvContentPartPr/>
                <p14:nvPr/>
              </p14:nvContentPartPr>
              <p14:xfrm>
                <a:off x="6707304" y="1791216"/>
                <a:ext cx="202680" cy="253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F4BD0E3-F020-DEFA-086C-B969B65CB8A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689664" y="1773576"/>
                  <a:ext cx="2383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CCB72B4-1AA5-6F95-34BC-A7221341142D}"/>
                    </a:ext>
                  </a:extLst>
                </p14:cNvPr>
                <p14:cNvContentPartPr/>
                <p14:nvPr/>
              </p14:nvContentPartPr>
              <p14:xfrm>
                <a:off x="6985584" y="1963656"/>
                <a:ext cx="174600" cy="96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CCB72B4-1AA5-6F95-34BC-A7221341142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967584" y="1945656"/>
                  <a:ext cx="2102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35B8F2A-16E7-7196-791D-DB9C6D1D901C}"/>
                    </a:ext>
                  </a:extLst>
                </p14:cNvPr>
                <p14:cNvContentPartPr/>
                <p14:nvPr/>
              </p14:nvContentPartPr>
              <p14:xfrm>
                <a:off x="7209144" y="1836216"/>
                <a:ext cx="410040" cy="241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35B8F2A-16E7-7196-791D-DB9C6D1D901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191144" y="1818216"/>
                  <a:ext cx="4456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3B17B21-07C3-BFE5-2B57-95B11C158E0A}"/>
                    </a:ext>
                  </a:extLst>
                </p14:cNvPr>
                <p14:cNvContentPartPr/>
                <p14:nvPr/>
              </p14:nvContentPartPr>
              <p14:xfrm>
                <a:off x="7644744" y="1938096"/>
                <a:ext cx="345240" cy="307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3B17B21-07C3-BFE5-2B57-95B11C158E0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27104" y="1920096"/>
                  <a:ext cx="3808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AF2F394-C07F-B061-3A76-373CD4814FED}"/>
                    </a:ext>
                  </a:extLst>
                </p14:cNvPr>
                <p14:cNvContentPartPr/>
                <p14:nvPr/>
              </p14:nvContentPartPr>
              <p14:xfrm>
                <a:off x="8033184" y="1918296"/>
                <a:ext cx="660960" cy="145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AF2F394-C07F-B061-3A76-373CD4814FE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015544" y="1900656"/>
                  <a:ext cx="6966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6C0B54C-3569-B9E1-83B8-E76D0D88838D}"/>
                    </a:ext>
                  </a:extLst>
                </p14:cNvPr>
                <p14:cNvContentPartPr/>
                <p14:nvPr/>
              </p14:nvContentPartPr>
              <p14:xfrm>
                <a:off x="8735184" y="1768896"/>
                <a:ext cx="156600" cy="260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6C0B54C-3569-B9E1-83B8-E76D0D88838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717184" y="1751256"/>
                  <a:ext cx="192240" cy="29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E926953-D3CB-4141-A4D2-A4F1C88BDFE1}"/>
              </a:ext>
            </a:extLst>
          </p:cNvPr>
          <p:cNvGrpSpPr/>
          <p:nvPr/>
        </p:nvGrpSpPr>
        <p:grpSpPr>
          <a:xfrm>
            <a:off x="6783624" y="2271096"/>
            <a:ext cx="1523160" cy="424080"/>
            <a:chOff x="6783624" y="2271096"/>
            <a:chExt cx="1523160" cy="42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513A156-5DC4-5830-88D4-9BE05F0FF6DC}"/>
                    </a:ext>
                  </a:extLst>
                </p14:cNvPr>
                <p14:cNvContentPartPr/>
                <p14:nvPr/>
              </p14:nvContentPartPr>
              <p14:xfrm>
                <a:off x="6783624" y="2271096"/>
                <a:ext cx="166680" cy="191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513A156-5DC4-5830-88D4-9BE05F0FF6D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765984" y="2253456"/>
                  <a:ext cx="202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8D88EA1-46F9-E3E8-136C-E35545132B85}"/>
                    </a:ext>
                  </a:extLst>
                </p14:cNvPr>
                <p14:cNvContentPartPr/>
                <p14:nvPr/>
              </p14:nvContentPartPr>
              <p14:xfrm>
                <a:off x="6953544" y="2275776"/>
                <a:ext cx="1353240" cy="419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8D88EA1-46F9-E3E8-136C-E35545132B8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935544" y="2257776"/>
                  <a:ext cx="1388880" cy="45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47059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754C3-7DA9-35CE-BDCE-49B643176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366DFF-A4C3-D82B-5B44-D81EC138F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56" y="923544"/>
            <a:ext cx="10687888" cy="5934456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99E749B-7808-1E42-3D7A-78BC15A63F2F}"/>
              </a:ext>
            </a:extLst>
          </p:cNvPr>
          <p:cNvGrpSpPr/>
          <p:nvPr/>
        </p:nvGrpSpPr>
        <p:grpSpPr>
          <a:xfrm>
            <a:off x="1094544" y="2945736"/>
            <a:ext cx="2281320" cy="2846160"/>
            <a:chOff x="1094544" y="2945736"/>
            <a:chExt cx="2281320" cy="284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164E8A9-14E8-3F7F-3EDD-3CDF5C487FAC}"/>
                    </a:ext>
                  </a:extLst>
                </p14:cNvPr>
                <p14:cNvContentPartPr/>
                <p14:nvPr/>
              </p14:nvContentPartPr>
              <p14:xfrm>
                <a:off x="1827864" y="3122856"/>
                <a:ext cx="1301400" cy="900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164E8A9-14E8-3F7F-3EDD-3CDF5C487FA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10224" y="3104856"/>
                  <a:ext cx="1337040" cy="9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66704CE-1F03-F551-354E-CB5E52B381A1}"/>
                    </a:ext>
                  </a:extLst>
                </p14:cNvPr>
                <p14:cNvContentPartPr/>
                <p14:nvPr/>
              </p14:nvContentPartPr>
              <p14:xfrm>
                <a:off x="3006864" y="3108456"/>
                <a:ext cx="155160" cy="96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66704CE-1F03-F551-354E-CB5E52B381A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88864" y="3090456"/>
                  <a:ext cx="1908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C5E3800-4327-6DC2-B1A5-F70B168B9C46}"/>
                    </a:ext>
                  </a:extLst>
                </p14:cNvPr>
                <p14:cNvContentPartPr/>
                <p14:nvPr/>
              </p14:nvContentPartPr>
              <p14:xfrm>
                <a:off x="2987784" y="2945736"/>
                <a:ext cx="388080" cy="326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C5E3800-4327-6DC2-B1A5-F70B168B9C4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69784" y="2927736"/>
                  <a:ext cx="42372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E6CC7B-554B-426F-9DF0-F83F5C265BFE}"/>
                    </a:ext>
                  </a:extLst>
                </p14:cNvPr>
                <p14:cNvContentPartPr/>
                <p14:nvPr/>
              </p14:nvContentPartPr>
              <p14:xfrm>
                <a:off x="1998504" y="3416976"/>
                <a:ext cx="28080" cy="86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E6CC7B-554B-426F-9DF0-F83F5C265BF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80864" y="3399336"/>
                  <a:ext cx="637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D1D9160-1D6A-758F-0FA5-1DF6E2A9C1A7}"/>
                    </a:ext>
                  </a:extLst>
                </p14:cNvPr>
                <p14:cNvContentPartPr/>
                <p14:nvPr/>
              </p14:nvContentPartPr>
              <p14:xfrm>
                <a:off x="1817784" y="3306456"/>
                <a:ext cx="310680" cy="252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D1D9160-1D6A-758F-0FA5-1DF6E2A9C1A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00144" y="3288816"/>
                  <a:ext cx="3463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CB2B6C5-4FFE-FC23-C09E-8A5B7A5073EF}"/>
                    </a:ext>
                  </a:extLst>
                </p14:cNvPr>
                <p14:cNvContentPartPr/>
                <p14:nvPr/>
              </p14:nvContentPartPr>
              <p14:xfrm>
                <a:off x="1094544" y="5776416"/>
                <a:ext cx="207360" cy="15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CB2B6C5-4FFE-FC23-C09E-8A5B7A5073E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76544" y="5758776"/>
                  <a:ext cx="243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80B9BC4-63E2-596F-81F9-4710148D1BBB}"/>
                    </a:ext>
                  </a:extLst>
                </p14:cNvPr>
                <p14:cNvContentPartPr/>
                <p14:nvPr/>
              </p14:nvContentPartPr>
              <p14:xfrm>
                <a:off x="1340064" y="3211776"/>
                <a:ext cx="1730520" cy="2496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80B9BC4-63E2-596F-81F9-4710148D1BB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22424" y="3193776"/>
                  <a:ext cx="1766160" cy="25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7F42282-297F-7BBA-C896-612D66A69BD3}"/>
                    </a:ext>
                  </a:extLst>
                </p14:cNvPr>
                <p14:cNvContentPartPr/>
                <p14:nvPr/>
              </p14:nvContentPartPr>
              <p14:xfrm>
                <a:off x="2060784" y="4686336"/>
                <a:ext cx="91440" cy="120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7F42282-297F-7BBA-C896-612D66A69BD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43144" y="4668336"/>
                  <a:ext cx="127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FADBF9E-FBE1-CF66-9306-4B3305C96AFE}"/>
                    </a:ext>
                  </a:extLst>
                </p14:cNvPr>
                <p14:cNvContentPartPr/>
                <p14:nvPr/>
              </p14:nvContentPartPr>
              <p14:xfrm>
                <a:off x="1935144" y="4552416"/>
                <a:ext cx="366480" cy="317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FADBF9E-FBE1-CF66-9306-4B3305C96AF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17144" y="4534416"/>
                  <a:ext cx="402120" cy="35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A9661A-10CB-6838-2CEB-FB89DDC7C6EC}"/>
              </a:ext>
            </a:extLst>
          </p:cNvPr>
          <p:cNvGrpSpPr/>
          <p:nvPr/>
        </p:nvGrpSpPr>
        <p:grpSpPr>
          <a:xfrm>
            <a:off x="3497904" y="3998376"/>
            <a:ext cx="1392840" cy="577440"/>
            <a:chOff x="3497904" y="3998376"/>
            <a:chExt cx="1392840" cy="57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AAA9B7-B3A8-64B5-1512-D2BDD39E0652}"/>
                    </a:ext>
                  </a:extLst>
                </p14:cNvPr>
                <p14:cNvContentPartPr/>
                <p14:nvPr/>
              </p14:nvContentPartPr>
              <p14:xfrm>
                <a:off x="3497904" y="3998376"/>
                <a:ext cx="284760" cy="142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AAA9B7-B3A8-64B5-1512-D2BDD39E065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480264" y="3980376"/>
                  <a:ext cx="3204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295D306-4C97-A45D-58AA-451E0810D099}"/>
                    </a:ext>
                  </a:extLst>
                </p14:cNvPr>
                <p14:cNvContentPartPr/>
                <p14:nvPr/>
              </p14:nvContentPartPr>
              <p14:xfrm>
                <a:off x="3501144" y="4267656"/>
                <a:ext cx="215640" cy="75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295D306-4C97-A45D-58AA-451E0810D09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483504" y="4249656"/>
                  <a:ext cx="251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E91D90E-D27D-7DF2-3A68-ADBE1BC13BA8}"/>
                    </a:ext>
                  </a:extLst>
                </p14:cNvPr>
                <p14:cNvContentPartPr/>
                <p14:nvPr/>
              </p14:nvContentPartPr>
              <p14:xfrm>
                <a:off x="3923064" y="4188096"/>
                <a:ext cx="777960" cy="387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E91D90E-D27D-7DF2-3A68-ADBE1BC13BA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05064" y="4170456"/>
                  <a:ext cx="81360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D610E36-C1E8-C563-4964-563768D3E922}"/>
                    </a:ext>
                  </a:extLst>
                </p14:cNvPr>
                <p14:cNvContentPartPr/>
                <p14:nvPr/>
              </p14:nvContentPartPr>
              <p14:xfrm>
                <a:off x="4573584" y="4017816"/>
                <a:ext cx="317160" cy="72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D610E36-C1E8-C563-4964-563768D3E92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555584" y="4000176"/>
                  <a:ext cx="352800" cy="10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87432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DC256-E08C-1FCE-71DC-C8ED4F0DB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1860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1406</TotalTime>
  <Words>1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255</cp:revision>
  <dcterms:created xsi:type="dcterms:W3CDTF">2025-09-22T02:44:38Z</dcterms:created>
  <dcterms:modified xsi:type="dcterms:W3CDTF">2026-06-16T08:57:20Z</dcterms:modified>
</cp:coreProperties>
</file>