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77" r:id="rId3"/>
    <p:sldId id="279" r:id="rId4"/>
    <p:sldId id="280" r:id="rId5"/>
    <p:sldId id="278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22.0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4 390 540 0 0,'-1'-1'29'0'0,"1"0"1"0"0,-1 0-1 0 0,1 0 1 0 0,0 0-1 0 0,-1 0 0 0 0,1 0 1 0 0,0 0-1 0 0,-1-1 0 0 0,1 1 1 0 0,0 0-1 0 0,0 0 1 0 0,0 0-1 0 0,0 0 0 0 0,0 0 1 0 0,0 0-1 0 0,1-1 0 0 0,22-11 581 0 0,-21 12-439 0 0,25-17 499 0 0,292-138-302 0 0,-204 98-268 0 0,-72 33-73 0 0,-30 17 114 0 0,0 1 0 0 0,0 0-1 0 0,24-9 1 0 0,-36 16-112 0 0,0-1-1 0 0,0 1 1 0 0,0 0-1 0 0,0 0 1 0 0,0 0 0 0 0,-1-1-1 0 0,1 1 1 0 0,0 0-1 0 0,0-1 1 0 0,0 1-1 0 0,0-1 1 0 0,-1 1-1 0 0,1-1 1 0 0,0 1-1 0 0,0-1 1 0 0,-1 1 0 0 0,1-1-1 0 0,0 0 1 0 0,-1 1-1 0 0,1-1 1 0 0,-1 0-1 0 0,1 0 1 0 0,-1 0-1 0 0,1 1 1 0 0,-1-1-1 0 0,1-2 1 0 0,-1 2-12 0 0,-1 0 0 0 0,1 0 1 0 0,0 0-1 0 0,-1 0 0 0 0,1 0 1 0 0,-1 0-1 0 0,0 0 0 0 0,1 1 0 0 0,-1-1 1 0 0,0 0-1 0 0,1 0 0 0 0,-1 0 0 0 0,0 0 1 0 0,0 1-1 0 0,0-1 0 0 0,0 1 1 0 0,-2-2-1 0 0,-41-18 136 0 0,16 15-111 0 0,-1 2 0 0 0,0 2 0 0 0,-37 1 0 0 0,27 1-68 0 0,36-1 20 0 0,-1 0-8 0 0,-12 0-12 0 0,12 0 4 0 0,34 2-74 0 0,47-4 75 0 0,29 0 9 0 0,-95 3 8 0 0,-1 0 1 0 0,1 0-1 0 0,-1 2 1 0 0,0-1 0 0 0,1 1-1 0 0,-1 0 1 0 0,13 7-1 0 0,-22-9 15 0 0,0-1 1 0 0,0 1-1 0 0,0 0 0 0 0,0-1 0 0 0,0 1 0 0 0,0 0 0 0 0,0 0 0 0 0,0-1 0 0 0,0 1 0 0 0,0 0 0 0 0,-1 0 0 0 0,1 0 0 0 0,0 0 0 0 0,-1 0 0 0 0,1 0 0 0 0,0 1 0 0 0,-1-1 0 0 0,0 0 0 0 0,1 0 0 0 0,-1 0 0 0 0,0 0 0 0 0,1 1 0 0 0,-1-1 1 0 0,0 0-1 0 0,0 2 0 0 0,0 1 22 0 0,-1-1 0 0 0,0 0 0 0 0,1 1 0 0 0,-1-1 0 0 0,-1 0 0 0 0,1 1 0 0 0,0-1 0 0 0,-1 0 0 0 0,-2 3 0 0 0,-3 6 81 0 0,-2 0 0 0 0,0-1 0 0 0,-13 14 1 0 0,2-6-11 0 0,12-12-93 0 0,0 1-1 0 0,0 0 0 0 0,1 0 1 0 0,-10 15-1 0 0,16-21-303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22.6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70 3844 0 0,'-16'-55'759'0'0,"16"55"-729"0"0,0-1 1 0 0,0 0-1 0 0,0 1 0 0 0,0-1 0 0 0,0 1 0 0 0,0-1 1 0 0,0 1-1 0 0,0-1 0 0 0,0 0 0 0 0,-1 1 1 0 0,1-1-1 0 0,0 1 0 0 0,0-1 0 0 0,-1 1 1 0 0,1-1-1 0 0,0 1 0 0 0,-1-1 0 0 0,1 1 0 0 0,-1-1 1 0 0,1 1-1 0 0,0 0 0 0 0,-1-1 0 0 0,1 1 1 0 0,-1-1-1 0 0,1 1 0 0 0,-1 0 0 0 0,1 0 0 0 0,-1-1 1 0 0,0 1-1 0 0,-7 13 149 0 0,0 25-181 0 0,13 2 68 0 0,2 0 0 0 0,12 42 0 0 0,-10-50 220 0 0,-1 0 0 0 0,-2 0 0 0 0,3 58 0 0 0,-13-74 77 0 0,3-50-5899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23.6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606 89 4668 0 0,'-2'-5'-10'0'0,"-1"0"-1"0"0,0-1 1 0 0,0 1-1 0 0,-1 0 1 0 0,1 0-1 0 0,-1 1 0 0 0,0-1 1 0 0,-1 1-1 0 0,1 0 1 0 0,-1 0-1 0 0,1 0 1 0 0,-1 1-1 0 0,0-1 0 0 0,-11-4 1 0 0,7 4 72 0 0,0 1 1 0 0,0 0 0 0 0,0 1-1 0 0,-1 0 1 0 0,1 0-1 0 0,0 1 1 0 0,-1 1 0 0 0,1-1-1 0 0,-10 2 1 0 0,2 0 26 0 0,0 2 0 0 0,0 0 1 0 0,1 0-1 0 0,-1 2 0 0 0,1 0 1 0 0,0 1-1 0 0,0 0 0 0 0,1 1 0 0 0,0 1 1 0 0,-24 16-1 0 0,18-6-51 0 0,1 0-1 0 0,0 1 1 0 0,2 1 0 0 0,0 1 0 0 0,1 1-1 0 0,2 0 1 0 0,0 1 0 0 0,1 1 0 0 0,1 0-1 0 0,2 0 1 0 0,0 2 0 0 0,2-1 0 0 0,0 1-1 0 0,2 1 1 0 0,-8 51 0 0 0,15-64-23 0 0,1 0 0 0 0,0 0-1 0 0,0 0 1 0 0,1 0 0 0 0,1 0 0 0 0,0-1 0 0 0,1 1 0 0 0,1-1 0 0 0,0 0-1 0 0,1 0 1 0 0,0-1 0 0 0,1 1 0 0 0,0-1 0 0 0,1-1 0 0 0,0 0-1 0 0,1 0 1 0 0,0 0 0 0 0,1-1 0 0 0,0 0 0 0 0,0-1 0 0 0,1-1 0 0 0,19 12-1 0 0,-12-8 2 0 0,1-1 0 0 0,0-1 0 0 0,0 0 0 0 0,1-2-1 0 0,1-1 1 0 0,-1 0 0 0 0,1-1 0 0 0,1-1 0 0 0,-1-1-1 0 0,0-1 1 0 0,1-1 0 0 0,0-1 0 0 0,42-4 0 0 0,-34-1 8 0 0,0-1 1 0 0,-1-2 0 0 0,0-1 0 0 0,0-1-1 0 0,-1-2 1 0 0,0-1 0 0 0,-1-1 0 0 0,40-25-1 0 0,-51 27 1 0 0,-2 1-1 0 0,0-2 0 0 0,0 0 0 0 0,-1-1 0 0 0,0 0 1 0 0,-1-1-1 0 0,-1 0 0 0 0,0-1 0 0 0,-1 0 0 0 0,0-1 1 0 0,-2 0-1 0 0,0-1 0 0 0,0 1 0 0 0,-2-1 1 0 0,7-25-1 0 0,-9 24 15 0 0,-1 1 0 0 0,0-1 0 0 0,-1 0-1 0 0,-1 1 1 0 0,-1-1 0 0 0,-1 0 0 0 0,0 0 0 0 0,-1 0 0 0 0,-1 1 0 0 0,-10-34 0 0 0,9 40-18 0 0,-1 0 1 0 0,0 0-1 0 0,-1 0 1 0 0,0 1-1 0 0,0-1 1 0 0,-1 1 0 0 0,-1 1-1 0 0,0 0 1 0 0,0 0-1 0 0,0 0 1 0 0,-1 1-1 0 0,-1 0 1 0 0,1 1-1 0 0,-1 0 1 0 0,-1 1-1 0 0,1 0 1 0 0,-13-5-1 0 0,-5 0 15 0 0,-1 1 0 0 0,0 1 0 0 0,0 2 0 0 0,-1 1 0 0 0,1 1 0 0 0,-1 2 0 0 0,0 1-1 0 0,-46 2 1 0 0,14 5-272 0 0,0 2-1 0 0,1 3 0 0 0,-68 20 1 0 0,120-27-140 0 0,-5 1-2973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32.1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7986 916 0 0,'0'0'652'0'0,"16"-16"593"0"0,239-61-367 0 0,42-15-732 0 0,594-271 289 0 0,-839 338-408 0 0,-1-1 1 0 0,79-56 0 0 0,86-83 57 0 0,-41 29-61 0 0,-66 57 247 0 0,-3-6 0 0 0,-3-4 0 0 0,150-169 0 0 0,-199 189-44 0 0,-3-2 1 0 0,51-95-1 0 0,65-163 676 0 0,-167 329-902 0 0,32-67 106 0 0,97-211 329 0 0,-96 197-74 0 0,35-129 0 0 0,115-379 344 0 0,-146 480-643 0 0,183-456 33 0 0,-151 421-88 0 0,-29 63 3 0 0,34-97-1 0 0,-2-52 0 0 0,16-46-38 0 0,110-302-66 0 0,-49 254 1 0 0,-145 315 88 0 0,20-32-24 0 0,34-48-1 0 0,-10 19 5 0 0,83-123-13 0 0,-89 132 6 0 0,58-65-1 0 0,-87 111 30 0 0,55-64-35 0 0,99-149 0 0 0,-150 202 22 0 0,2-1 0 0 0,2 2 0 0 0,0 1 0 0 0,39-35 0 0 0,108-76-44 0 0,2 19 29 0 0,27-21-17 0 0,32-32 31 0 0,-150 106-34 0 0,4 3 1 0 0,111-61-1 0 0,-87 58-5 0 0,65-34 10 0 0,-66 48 42 0 0,-105 48 8 0 0,16-6 32 0 0,-17 7-38 0 0,0 0 0 0 0,1 0 0 0 0,-1 0 0 0 0,1 0-1 0 0,-1 0 1 0 0,0 0 0 0 0,1-1 0 0 0,-1 1 0 0 0,0 0 0 0 0,1 0-1 0 0,-1 0 1 0 0,0 0 0 0 0,1-1 0 0 0,-1 1 0 0 0,0 0-1 0 0,0 0 1 0 0,1-1 0 0 0,-1 1 0 0 0,0 0 0 0 0,0 0 0 0 0,1-1-1 0 0,-1 1 1 0 0,0 0 0 0 0,0-1 0 0 0,0 1 0 0 0,1 0 0 0 0,-1-1-1 0 0,0 1 1 0 0,0 0 0 0 0,0-1 0 0 0,0 1 0 0 0,0 0-1 0 0,0-1 1 0 0,0 1 0 0 0,0-1 0 0 0,0 1 0 0 0,0 0 0 0 0,0-1-1 0 0,0 1 1 0 0,0 0 0 0 0,0-1 0 0 0,0 1 0 0 0,0 0 0 0 0,0-1-1 0 0,-1 1 1 0 0,1 0 0 0 0,0-1 0 0 0,0 1 0 0 0,0 0-1 0 0,-1-1 1 0 0,1 1 0 0 0,-8-5-15 0 0,0 1 0 0 0,-1 1-1 0 0,1-1 1 0 0,-1 1 0 0 0,1 1 0 0 0,-1 0 0 0 0,0 0-1 0 0,0 1 1 0 0,0 0 0 0 0,-10 0 0 0 0,-96 2-89 0 0,112 0 104 0 0,-228 22-104 0 0,190-23 128 0 0,468-37-77 0 0,-344 34 28 0 0,-81 3 27 0 0,3-1-11 0 0,0 1 0 0 0,0 0 0 0 0,0 1 0 0 0,0-1 0 0 0,0 1 1 0 0,0 0-1 0 0,6 2 0 0 0,-10-2 10 0 0,0 0-1 0 0,0-1 1 0 0,0 1 0 0 0,0 0 0 0 0,-1 0 0 0 0,1 0 0 0 0,0-1-1 0 0,-1 1 1 0 0,1 0 0 0 0,0 0 0 0 0,-1 0 0 0 0,1 0 0 0 0,-1 0 0 0 0,0 0-1 0 0,1 0 1 0 0,-1 0 0 0 0,0 0 0 0 0,0 1 0 0 0,0-1 0 0 0,1 0-1 0 0,-1 0 1 0 0,0 0 0 0 0,0 0 0 0 0,-1 0 0 0 0,1 0 0 0 0,0 0 0 0 0,0 0-1 0 0,0 1 1 0 0,-1-1 0 0 0,1 0 0 0 0,-1 0 0 0 0,1 0 0 0 0,0 0-1 0 0,-1 0 1 0 0,0 0 0 0 0,1-1 0 0 0,-1 1 0 0 0,-1 2 0 0 0,-39 70 28 0 0,-88 119-1 0 0,59-93-340 0 0,38-51-3716 0 0,31-41 2520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33.5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74 137 4520 0 0,'-19'-6'-304'0'0,"-12"-9"246"0"0,29 14 189 0 0,2 1-112 0 0,-1 0 0 0 0,1 0 0 0 0,-1 0 1 0 0,1 0-1 0 0,-1 0 0 0 0,1 0 0 0 0,-1 0 0 0 0,1 0 0 0 0,-1 0 0 0 0,1 0 1 0 0,-1 0-1 0 0,1 0 0 0 0,-1-1 0 0 0,1 1 0 0 0,-1 0 0 0 0,1 0 0 0 0,-1-1 1 0 0,1 1-1 0 0,0 0 0 0 0,-1-1 0 0 0,1 1 0 0 0,-1 0 0 0 0,1-1 0 0 0,0 1 0 0 0,-1 0 1 0 0,1-1-1 0 0,0 1 0 0 0,0-1 0 0 0,-1 1 0 0 0,1-1 0 0 0,0 1 0 0 0,0 0 1 0 0,0-1-1 0 0,0 1 0 0 0,-1-1 0 0 0,1 1 0 0 0,0-1 0 0 0,0 1 0 0 0,0-1 1 0 0,0 1-1 0 0,0-1 0 0 0,0 1 0 0 0,0-1 0 0 0,0 1 0 0 0,1-1 0 0 0,-1 1 0 0 0,0-1 1 0 0,0 1-1 0 0,0-1 0 0 0,0 1 0 0 0,1-1 0 0 0,-1 1 0 0 0,0-1 0 0 0,0 1 1 0 0,1 0-1 0 0,-1-1 0 0 0,1 0 0 0 0,20-25 300 0 0,-11 19-297 0 0,1 0-1 0 0,0 1 1 0 0,0 0 0 0 0,1 1 0 0 0,0 0 0 0 0,0 0-1 0 0,23-4 1 0 0,4 2-39 0 0,43-2 0 0 0,-75 8 6 0 0,-5 1 10 0 0,0-1-1 0 0,0 1 1 0 0,0 0-1 0 0,0 0 1 0 0,-1 0 0 0 0,1 0-1 0 0,0 0 1 0 0,0 0-1 0 0,0 1 1 0 0,-1-1-1 0 0,1 1 1 0 0,0-1-1 0 0,0 1 1 0 0,-1 0 0 0 0,1-1-1 0 0,0 1 1 0 0,-1 0-1 0 0,1 0 1 0 0,-1 0-1 0 0,1 0 1 0 0,-1 1-1 0 0,1-1 1 0 0,-1 0 0 0 0,0 1-1 0 0,0-1 1 0 0,0 0-1 0 0,0 1 1 0 0,0 0-1 0 0,0-1 1 0 0,0 1-1 0 0,0-1 1 0 0,0 1 0 0 0,-1 0-1 0 0,1 0 1 0 0,-1-1-1 0 0,1 3 1 0 0,-1 0 4 0 0,1 0 1 0 0,-1 0-1 0 0,0 0 1 0 0,0 0-1 0 0,-1 0 0 0 0,1 0 1 0 0,-1 0-1 0 0,0 0 1 0 0,0 0-1 0 0,0 0 1 0 0,0 0-1 0 0,-1 0 0 0 0,-3 6 1 0 0,-17 19 32 0 0,-2 0-1 0 0,-1-2 1 0 0,-1-1 0 0 0,-1 0-1 0 0,-41 28 1 0 0,-21 20 120 0 0,78-67-120 0 0,10-6-23 0 0,-1 0 1 0 0,0 0-1 0 0,1 0 0 0 0,-1 0 1 0 0,1 0-1 0 0,-1 1 0 0 0,1-1 0 0 0,0 0 1 0 0,-1 1-1 0 0,1-1 0 0 0,0 0 1 0 0,0 1-1 0 0,0 0 0 0 0,0-1 0 0 0,0 1 1 0 0,-1 3-1 0 0,4-5-7 0 0,-1 1 0 0 0,1 0 0 0 0,-1-1 0 0 0,1 1 0 0 0,-1-1 0 0 0,1 1 0 0 0,-1-1 0 0 0,1 0 0 0 0,-1 0 0 0 0,1 0 0 0 0,0 1 0 0 0,-1-2 0 0 0,1 1 0 0 0,0 0 0 0 0,-1 0 0 0 0,3-1 0 0 0,28-3 21 0 0,-32 4-26 0 0,4 0-1 0 0,480-71 159 0 0,-432 69-4024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34.4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835 60 3800 0 0,'-30'-21'24'0'0,"17"18"54"0"0,-1 0 1 0 0,0 0-1 0 0,1 1 0 0 0,-1 1 0 0 0,-20 0 0 0 0,-81 7 422 0 0,76-3-394 0 0,8-1-19 0 0,-1 1 0 0 0,1 2-1 0 0,0 1 1 0 0,0 2 0 0 0,1 0 0 0 0,0 2-1 0 0,-44 22 1 0 0,72-31-85 0 0,-36 19 103 0 0,-63 43 0 0 0,91-55-85 0 0,0 0 1 0 0,0 1-1 0 0,1 0 0 0 0,0 0 1 0 0,0 1-1 0 0,1 0 1 0 0,1 1-1 0 0,0-1 0 0 0,0 2 1 0 0,-7 16-1 0 0,10-19-20 0 0,1 0 0 0 0,0 0 0 0 0,1 0 0 0 0,0 0-1 0 0,1 0 1 0 0,-1 1 0 0 0,2-1 0 0 0,-1 0 0 0 0,1 1-1 0 0,1-1 1 0 0,0 0 0 0 0,0 1 0 0 0,1-1 0 0 0,0 0 0 0 0,4 11-1 0 0,-1-7 4 0 0,2 0-1 0 0,-1-1 0 0 0,1 1 0 0 0,1-1 0 0 0,0-1 0 0 0,1 0 0 0 0,0 0 1 0 0,1 0-1 0 0,13 11 0 0 0,3-2 6 0 0,0 0 1 0 0,2-2-1 0 0,0-1 1 0 0,1-1-1 0 0,0-1 1 0 0,1-2 0 0 0,1-1-1 0 0,32 9 1 0 0,-28-12 31 0 0,0-2 0 0 0,0-1-1 0 0,0-1 1 0 0,1-2 0 0 0,0-2 0 0 0,-1-1 0 0 0,1-2 0 0 0,70-12 0 0 0,-89 10-12 0 0,1 0-1 0 0,-1-2 1 0 0,0 0-1 0 0,0-1 1 0 0,0 0-1 0 0,-1-1 1 0 0,-1-1-1 0 0,1-1 1 0 0,-1 0-1 0 0,-1-1 1 0 0,0-1 0 0 0,-1 0-1 0 0,0-1 1 0 0,0 0-1 0 0,-2-1 1 0 0,0 0-1 0 0,0-1 1 0 0,-1 0-1 0 0,11-24 1 0 0,-14 24 10 0 0,0-1 1 0 0,-1 0 0 0 0,-1-1 0 0 0,0 0-1 0 0,-2 1 1 0 0,0-1 0 0 0,0 0 0 0 0,-2-1-1 0 0,0-30 1 0 0,-2 37 2 0 0,-1 0 0 0 0,0 0-1 0 0,0 0 1 0 0,-1 1 0 0 0,0-1-1 0 0,-1 1 1 0 0,-1 0 0 0 0,1 0-1 0 0,-2 0 1 0 0,1 0 0 0 0,-1 1 0 0 0,-1 0-1 0 0,1 0 1 0 0,-2 1 0 0 0,1 0-1 0 0,-13-11 1 0 0,2 5 30 0 0,-1 0-1 0 0,0 1 1 0 0,-1 1-1 0 0,-1 1 1 0 0,0 1-1 0 0,0 0 1 0 0,-38-10-1 0 0,-10 2-869 0 0,-84-9 0 0 0,102 18-719 0 0,37 6-278 0 0,5-3-114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41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10899 5020 0 0,'0'0'-157'0'0,"-7"1"-197"0"0,6-1 370 0 0,1 0 0 0 0,0 1 0 0 0,0-1 0 0 0,0 0 0 0 0,0 0 0 0 0,0 0-1 0 0,0 0 1 0 0,-1 0 0 0 0,1 0 0 0 0,0 0 0 0 0,0 0 0 0 0,0 0 0 0 0,0 0-1 0 0,0 0 1 0 0,0 0 0 0 0,-1 0 0 0 0,1 0 0 0 0,0 0 0 0 0,0 0 0 0 0,0-1-1 0 0,0 1 1 0 0,0 0 0 0 0,0 0 0 0 0,0 0 0 0 0,-1 0 0 0 0,1 0 0 0 0,0 0 0 0 0,0 0-1 0 0,0 0 1 0 0,0 0 0 0 0,0 0 0 0 0,0 0 0 0 0,0-1 0 0 0,0 1 0 0 0,0 0-1 0 0,0 0 1 0 0,-1 0 0 0 0,1 0 0 0 0,0 0 0 0 0,0 0 0 0 0,0-1 0 0 0,0 1 0 0 0,0 0-1 0 0,0 0 1 0 0,0 0 0 0 0,0 0 0 0 0,0 0 0 0 0,0 0 0 0 0,0-1 0 0 0,0 1-1 0 0,0 0 1 0 0,0 0 0 0 0,0 0 0 0 0,0 0 0 0 0,0 0 0 0 0,0 0 0 0 0,1-1-1 0 0,-1 1 1 0 0,0 0 0 0 0,0 0 0 0 0,0 0 0 0 0,0 0 0 0 0,0 0 0 0 0,0 0 0 0 0,0 0-1 0 0,0 0 1 0 0,0-1 0 0 0,0 1 0 0 0,1 0 0 0 0,9-11 16 0 0,1 0-1 0 0,1 1 1 0 0,0 1 0 0 0,0 0 0 0 0,18-10 0 0 0,-14 9-5 0 0,-1 0 0 0 0,0-1 1 0 0,0-1-1 0 0,17-18 0 0 0,-20 16-5 0 0,0 1 35 0 0,0 0 1 0 0,-1 0 0 0 0,-1-2-1 0 0,0 1 1 0 0,-1-1-1 0 0,-1-1 1 0 0,7-16-1 0 0,5-19 82 0 0,-14 35-74 0 0,1 0 0 0 0,-2 0 0 0 0,0-1 0 0 0,5-32 0 0 0,-8-9 166 0 0,-2 0 1 0 0,-9-64-1 0 0,-1-46-77 0 0,17 17-125 0 0,32-182 1 0 0,-27 251-30 0 0,16-208 5 0 0,0 2 9 0 0,25-118-63 0 0,-17 36 38 0 0,-23 223 17 0 0,34-298 28 0 0,7 173 100 0 0,-6 34 181 0 0,26-72-56 0 0,-20 97-105 0 0,-40 133-54 0 0,-4 0 0 0 0,-1-103 0 0 0,0 5-14 0 0,2 15-53 0 0,10-103 24 0 0,-6 159-48 0 0,5 2 1 0 0,5 0-1 0 0,74-196 1 0 0,93-124 1 0 0,-70 195-14 0 0,28-58 0 0 0,22-39-25 0 0,-80 157 12 0 0,-18 33-13 0 0,132-186-1 0 0,-124 212 29 0 0,542-673-98 0 0,-298 448 51 0 0,-262 272 18 0 0,2 4 0 0 0,3 2-1 0 0,103-66 1 0 0,46-23-4 0 0,-121 79 5 0 0,38-33 5 0 0,37-25-32 0 0,29 0-23 0 0,287-115-6 0 0,-71 50 52 0 0,-118 53 8 0 0,-141 75-21 0 0,3 8 1 0 0,173-37 0 0 0,-183 59 26 0 0,1 6 0 0 0,197-10-1 0 0,65 15-25 0 0,-388 19 56 0 0,26 1-10 0 0,60-5-30 0 0,-59 4 17 0 0,-36 3 16 0 0,-5 1-6 0 0,0 0 0 0 0,0-1 0 0 0,0-1-1 0 0,16-2 1 0 0,7 1 21 0 0,-32 2-5 0 0,23 0 122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42.8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72 4468 0 0,'0'0'-248'0'0,"-28"-22"958"0"0,27 20-631 0 0,1 0-1 0 0,-1 0 0 0 0,1 0 1 0 0,-1 0-1 0 0,1 0 0 0 0,0-1 1 0 0,0 1-1 0 0,0 0 0 0 0,0 0 1 0 0,0 0-1 0 0,0-1 0 0 0,0 1 0 0 0,1 0 1 0 0,-1 0-1 0 0,1 0 0 0 0,0 0 1 0 0,0 0-1 0 0,0 0 0 0 0,2-4 1 0 0,-2 5-42 0 0,41-2-173 0 0,108 14 49 0 0,-38-1 35 0 0,-25-4 115 0 0,43 2 75 0 0,-116-6 17 0 0,-11 4-69 0 0,-16 7 50 0 0,-319 173 42 0 0,288-165-216 0 0,-4 4-267 0 0,16-5-2947 0 0,21-11 1688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44.4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49 105 4484 0 0,'0'0'-186'0'0,"-37"-26"-179"0"0,37 26 353 0 0,-12-11 697 0 0,15-1-166 0 0,19-4-481 0 0,67-19-17 0 0,-79 33-56 0 0,-5 1 26 0 0,0 0-1 0 0,0 1 1 0 0,0 0 0 0 0,0 0-1 0 0,0 0 1 0 0,0 0 0 0 0,0 1-1 0 0,0 0 1 0 0,0 0 0 0 0,8 3-1 0 0,-11-4 1 0 0,0 1 6 0 0,0 0-1 0 0,0-1 1 0 0,0 1-1 0 0,0 0 1 0 0,-1 0-1 0 0,1 0 1 0 0,0 1-1 0 0,-1-1 1 0 0,1 0-1 0 0,-1 1 1 0 0,1-1-1 0 0,-1 1 1 0 0,0-1 0 0 0,0 1-1 0 0,0-1 1 0 0,1 1-1 0 0,-1 0 1 0 0,-1 0-1 0 0,1-1 1 0 0,0 1-1 0 0,0 0 1 0 0,-1 0-1 0 0,1 0 1 0 0,-1 0-1 0 0,0 0 1 0 0,1 4-1 0 0,-2-2 4 0 0,0-1 0 0 0,0 1-1 0 0,0-1 1 0 0,-1 1 0 0 0,1-1-1 0 0,-1 1 1 0 0,0-1-1 0 0,0 0 1 0 0,0 0 0 0 0,0 0-1 0 0,0 0 1 0 0,-1 0 0 0 0,-3 3-1 0 0,-7 5 31 0 0,0 0-1 0 0,-1 0 1 0 0,0-2 0 0 0,0 1-1 0 0,-20 7 1 0 0,13-3 53 0 0,19-12-60 0 0,-1 0 1 0 0,0 0 0 0 0,1 0 0 0 0,-1-1 0 0 0,0 1-1 0 0,0-1 1 0 0,0 0 0 0 0,0 1 0 0 0,-5 0 52 0 0,2 2-28 0 0,6-2-5 0 0,6-2 227 0 0,34-5-273 0 0,57-1-1 0 0,-83 5-1 0 0,0 2-1 0 0,0 0 1 0 0,0 0-1 0 0,0 2 1 0 0,0 0-1 0 0,0 0 1 0 0,-1 1-1 0 0,19 8 1 0 0,-27-9-3 0 0,0-1 0 0 0,-1 1 0 0 0,1 0 0 0 0,-1 0 0 0 0,1 1 0 0 0,6 7 1 0 0,-10-10 5 0 0,0 0 1 0 0,0 0 0 0 0,0 0 0 0 0,0 0 0 0 0,-1 0-1 0 0,1 1 1 0 0,0-1 0 0 0,-1 0 0 0 0,1 1-1 0 0,-1-1 1 0 0,0 1 0 0 0,1-1 0 0 0,-1 0 0 0 0,0 1-1 0 0,0-1 1 0 0,0 1 0 0 0,0-1 0 0 0,0 2-1 0 0,-1 0 7 0 0,0 1 0 0 0,-1-1 0 0 0,0 0 0 0 0,0-1 0 0 0,0 1 0 0 0,0 0 0 0 0,0-1 0 0 0,0 1 0 0 0,0-1 0 0 0,-1 1 0 0 0,0-1 0 0 0,1 0 0 0 0,-1 0 0 0 0,0 0 0 0 0,0-1 0 0 0,0 1 0 0 0,0 0 0 0 0,-4 0 0 0 0,-202 89 1166 0 0,162-73-679 0 0,45-18-432 0 0,-26 8 269 0 0,20-7-2863 0 0,6-14 814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45.9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498 55 4636 0 0,'-3'-4'-24'0'0,"0"0"-1"0"0,0 0 0 0 0,-1 0 1 0 0,0 0-1 0 0,0 0 0 0 0,0 1 1 0 0,0 0-1 0 0,-1 0 0 0 0,1 0 1 0 0,-1 0-1 0 0,0 1 0 0 0,0-1 1 0 0,0 1-1 0 0,0 1 0 0 0,0-1 1 0 0,0 1-1 0 0,0 0 0 0 0,-1 0 1 0 0,1 0-1 0 0,-10 0 0 0 0,12 1 75 0 0,-76 3 78 0 0,61 2-147 0 0,0 0-1 0 0,0 1 1 0 0,1 1 0 0 0,0 1 0 0 0,0 0 0 0 0,0 1 0 0 0,1 1 0 0 0,1 0 0 0 0,0 2-1 0 0,0-1 1 0 0,1 2 0 0 0,-19 21 0 0 0,22-19 17 0 0,1 1 1 0 0,1 1-1 0 0,1-1 1 0 0,0 1-1 0 0,1 1 0 0 0,0-1 1 0 0,2 1-1 0 0,0 0 1 0 0,1 0-1 0 0,1 1 1 0 0,0-1-1 0 0,1 23 0 0 0,3-34 11 0 0,0 0 0 0 0,1 0 0 0 0,0 0 0 0 0,0 0 0 0 0,0 0 0 0 0,1-1 0 0 0,0 1 0 0 0,0-1 0 0 0,1 0 0 0 0,0 0 0 0 0,0 0 0 0 0,0 0 0 0 0,1-1 0 0 0,0 1 0 0 0,0-1 0 0 0,0 0 0 0 0,1-1 0 0 0,-1 1 0 0 0,9 4 0 0 0,6 4 12 0 0,1 0 0 0 0,1-1-1 0 0,0-1 1 0 0,32 11 0 0 0,-36-17 4 0 0,0 0 0 0 0,0-2 0 0 0,1 0 0 0 0,0-1 0 0 0,35-1 0 0 0,-11-3 39 0 0,56-9 0 0 0,-74 7 47 0 0,1 0-1 0 0,-2-2 0 0 0,1-1 0 0 0,35-15 0 0 0,-48 15 21 0 0,0 0 0 0 0,-1 0 0 0 0,0-1 0 0 0,0-1 0 0 0,-1 1 0 0 0,18-20 0 0 0,-24 23-13 0 0,0 1 0 0 0,0-1 0 0 0,0 0 0 0 0,-1 0 0 0 0,0 0 0 0 0,0-1 0 0 0,0 1 0 0 0,-1-1 0 0 0,0 0 0 0 0,0 0 0 0 0,0 0 0 0 0,0 0 0 0 0,-1 0 0 0 0,0 0 0 0 0,-1 0 0 0 0,1 0 0 0 0,-1 0 0 0 0,0 0 0 0 0,-1 0 0 0 0,-1-8 0 0 0,0 1-46 0 0,-2 1-1 0 0,0 0 1 0 0,0-1 0 0 0,-1 2 0 0 0,-1-1 0 0 0,0 1 0 0 0,-1 0-1 0 0,-12-16 1 0 0,12 18-73 0 0,-2 0 0 0 0,1 0-1 0 0,-1 2 1 0 0,0-1 0 0 0,-1 1 0 0 0,0 0-1 0 0,0 1 1 0 0,-1 0 0 0 0,1 0 0 0 0,-17-4-1 0 0,-10-4-53 0 0,-68-14-1 0 0,83 25-159 0 0,0 1-1 0 0,0 2 1 0 0,0 0-1 0 0,0 1 0 0 0,0 1 1 0 0,1 0-1 0 0,-1 2 0 0 0,-38 12 1 0 0,13-5-2707 0 0,31-8 585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4:59.7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44 916 0 0,'0'0'978'0'0,"-50"-16"1738"0"0,48 14-2153 0 0,-1 2-446 0 0,-1-1 0 0 0,1 1 0 0 0,0-1 0 0 0,0 0 0 0 0,0 0 0 0 0,0-1 0 0 0,0 1 0 0 0,0-1 0 0 0,-5-3 0 0 0,-10-3 853 0 0,92 12-923 0 0,81 14 0 0 0,-82-7-21 0 0,83 1 0 0 0,-24-2 8 0 0,54-1 4 0 0,-180-8-34 0 0,27 3-14 0 0,56-1 0 0 0,-52-3 13 0 0,123 0 28 0 0,-139 0-27 0 0,70-6 19 0 0,-69 4-28 0 0,97-5 27 0 0,-20-6-14 0 0,-45 4 6 0 0,81-1 0 0 0,-97 8 28 0 0,71-12 0 0 0,-61 6 330 0 0,-46 7-65 0 0,7 1-157 0 0,-7 0-223 0 0,0 1 0 0 0,0-1 0 0 0,0 0 0 0 0,-1 0-1 0 0,1 0 1 0 0,0 0 0 0 0,0-1 0 0 0,0 1 0 0 0,0 0-1 0 0,0-1 1 0 0,0 1 0 0 0,3-2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2:25:02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0 114 6617 0 0,'0'0'-426'0'0,"2"-24"-1220"0"0,36 4 2311 0 0,-36 19-610 0 0,36-11 247 0 0,51-2 29 0 0,-34 4-6 0 0,78-3 1 0 0,-130 13-324 0 0,7 1 15 0 0,0 0 0 0 0,0 0 0 0 0,1-2-1 0 0,-1 1 1 0 0,0-1 0 0 0,0 0 0 0 0,12-4-1 0 0,38-2 100 0 0,36 2-2 0 0,-14 3-80 0 0,45 4-21 0 0,-100-2-17 0 0,-5 0 9 0 0,1 1 0 0 0,-1 1 0 0 0,26 5 0 0 0,10 2-40 0 0,-55-9 34 0 0,45 8 24 0 0,35 2-11 0 0,-60-6 2 0 0,-21-3-20 0 0,44 6 36 0 0,18-2-47 0 0,-62-5 18 0 0,18 3 8 0 0,147 1 34 0 0,-91-5-21 0 0,-10 0 101 0 0,107 10 0 0 0,-170-8-110 0 0,25 0 355 0 0,-4 0-452 0 0,-7-1-2968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49.5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1648 0 0,'0'0'526'0'0,"5"2"-634"0"0,41 25 103 0 0,-2 2-1 0 0,59 49 1 0 0,-49-36 17 0 0,82 63 15 0 0,233 133 0 0 0,-314-204-11 0 0,-37-22 212 0 0,0-1 0 0 0,40 18 0 0 0,-20-6-344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0.1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357 66 3476 0 0,'-17'-41'810'0'0,"13"27"227"0"0,4 4 17 0 0,155 194-1053 0 0,-151-180 3 0 0,-1 1 0 0 0,1 0 1 0 0,-1 0-1 0 0,0 0 0 0 0,0 0 0 0 0,-1 0 0 0 0,0 1 1 0 0,1-1-1 0 0,-2 1 0 0 0,3 7 0 0 0,-4-10 2 0 0,0 1 0 0 0,-1-1 0 0 0,1 1 1 0 0,0-1-1 0 0,-1 0 0 0 0,0 1 0 0 0,0-1 0 0 0,0 0 0 0 0,0 0 0 0 0,0 1 0 0 0,-1-1 0 0 0,1 0 0 0 0,-1 0 0 0 0,0 0 1 0 0,0-1-1 0 0,0 1 0 0 0,0 0 0 0 0,-5 4 0 0 0,-14 12 19 0 0,0 0-1 0 0,-1-2 1 0 0,0 0-1 0 0,-2-2 1 0 0,-37 20 0 0 0,-136 51 81 0 0,152-67-63 0 0,24-10-63 0 0,15-5-100 0 0,-1-1 1 0 0,1 0 0 0 0,-1-1-1 0 0,1 0 1 0 0,-1 0 0 0 0,0 0-1 0 0,-9 1 1 0 0,20-8-961 0 0,13-15-432 0 0,-2 3 98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1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17 112 4348 0 0,'2'-105'954'0'0,"-2"103"-843"0"0,0 3-106 0 0,0-1 0 0 0,0 0-1 0 0,0 0 1 0 0,0 0 0 0 0,0 0 0 0 0,-1 0-1 0 0,1 0 1 0 0,0 0 0 0 0,0 0-1 0 0,0 0 1 0 0,0 0 0 0 0,-1 0 0 0 0,1 0-1 0 0,0 0 1 0 0,0 0 0 0 0,0 0 0 0 0,0 0-1 0 0,0 0 1 0 0,-1 0 0 0 0,1 0 0 0 0,0 0-1 0 0,0 0 1 0 0,0 0 0 0 0,0 0-1 0 0,0-1 1 0 0,0 1 0 0 0,-1 0 0 0 0,1 0-1 0 0,0 0 1 0 0,0 0 0 0 0,0 0 0 0 0,0 0-1 0 0,0 0 1 0 0,0 0 0 0 0,0-1 0 0 0,0 1-1 0 0,-1 0 1 0 0,1 0 0 0 0,0 0-1 0 0,0 0 1 0 0,0 0 0 0 0,0-1 0 0 0,0 1-1 0 0,0 0 1 0 0,0 0 0 0 0,0 0 0 0 0,0 0-1 0 0,0 0 1 0 0,0-1 0 0 0,0 1-1 0 0,0 0 1 0 0,0 0 0 0 0,0 0 0 0 0,0 0-1 0 0,0 0 1 0 0,0-1 0 0 0,0 1 0 0 0,0 0-1 0 0,0 0 1 0 0,1 0 0 0 0,-1-1 0 0 0,-3 10-5 0 0,0 0 1 0 0,0 0-1 0 0,1 0 1 0 0,1 0-1 0 0,-1 0 1 0 0,2 0-1 0 0,-1 0 1 0 0,1 0 0 0 0,0 0-1 0 0,1 0 1 0 0,2 10-1 0 0,-1-13 2 0 0,-1 0-1 0 0,1 0 0 0 0,1 0 0 0 0,-1 0 1 0 0,1 0-1 0 0,0-1 0 0 0,1 1 0 0 0,-1-1 1 0 0,1 0-1 0 0,0 0 0 0 0,0 0 0 0 0,1 0 1 0 0,-1-1-1 0 0,1 0 0 0 0,0 0 0 0 0,0 0 1 0 0,9 5-1 0 0,-8-5 10 0 0,0-1 0 0 0,1 0 0 0 0,-1 0 0 0 0,0 0 0 0 0,1-1 0 0 0,0 0 0 0 0,-1 0 0 0 0,1-1 0 0 0,0 0 0 0 0,0 0 1 0 0,0 0-1 0 0,0-1 0 0 0,0 0 0 0 0,0-1 0 0 0,0 1 0 0 0,0-1 0 0 0,6-2 0 0 0,-6 0 12 0 0,-1 1 0 0 0,0-1 1 0 0,0-1-1 0 0,0 1 0 0 0,0-1 0 0 0,-1 0 1 0 0,0 0-1 0 0,1 0 0 0 0,-2-1 0 0 0,1 0 1 0 0,0 0-1 0 0,-1 0 0 0 0,0-1 0 0 0,0 1 1 0 0,-1-1-1 0 0,1 0 0 0 0,3-10 0 0 0,6-18 367 0 0,-9 24-193 0 0,0 0 0 0 0,0 0-1 0 0,1 0 1 0 0,7-11 0 0 0,-11 20-189 0 0,-3 64-28 0 0,0-38 21 0 0,2 0 0 0 0,5 49 0 0 0,12 16-3 0 0,7 57 63 0 0,-9-69 129 0 0,-14-76-280 0 0,-6 0-224 0 0,5-2 272 0 0,0 0-1 0 0,0 1 0 0 0,-1-1 0 0 0,1 0 0 0 0,0 0 0 0 0,0 1 1 0 0,0-1-1 0 0,-1 0 0 0 0,1 0 0 0 0,0 0 0 0 0,0 1 0 0 0,-1-1 1 0 0,1 0-1 0 0,0 0 0 0 0,-1 0 0 0 0,1 0 0 0 0,0 1 0 0 0,0-1 0 0 0,-1 0 1 0 0,1 0-1 0 0,0 0 0 0 0,-1 0 0 0 0,1 0 0 0 0,0 0 0 0 0,-1 0 1 0 0,1 0-1 0 0,0 0 0 0 0,-1 0 0 0 0,1 0 0 0 0,0 0 0 0 0,-1 0 1 0 0,1 0-1 0 0,0-1 0 0 0,0 1 0 0 0,-1 0 0 0 0,1 0 0 0 0,0 0 1 0 0,-1 0-1 0 0,1-1 0 0 0,0 1 0 0 0,0 0 0 0 0,-1 0 0 0 0,1-1 1 0 0,-14-16-1782 0 0,4 3-175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1.8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886 195 5000 0 0,'-2'-9'-82'0'0,"-1"0"0"0"0,1-1 0 0 0,-2 1 0 0 0,1 0-1 0 0,-1 0 1 0 0,-1 1 0 0 0,0-1 0 0 0,0 1-1 0 0,0 0 1 0 0,-1 1 0 0 0,0-1 0 0 0,-1 1 0 0 0,1 0-1 0 0,-16-11 1 0 0,11 10 108 0 0,-1 1-1 0 0,-1 1 0 0 0,1 0 1 0 0,-1 0-1 0 0,0 1 1 0 0,0 1-1 0 0,0 0 1 0 0,-1 1-1 0 0,-27-3 1 0 0,16 3-11 0 0,0 2 1 0 0,-1 0 0 0 0,1 2-1 0 0,0 0 1 0 0,-1 2 0 0 0,-27 7 0 0 0,34-5-24 0 0,1 1 1 0 0,-1 0 0 0 0,1 2 0 0 0,1 0 0 0 0,0 1 0 0 0,0 1-1 0 0,1 0 1 0 0,-26 22 0 0 0,14-8 0 0 0,2 2 0 0 0,1 0 0 0 0,1 1 1 0 0,1 2-1 0 0,1 0 0 0 0,2 1 0 0 0,1 1 0 0 0,1 1 0 0 0,-16 42 0 0 0,29-58 10 0 0,1-1-1 0 0,1 1 1 0 0,0-1 0 0 0,1 1-1 0 0,1 0 1 0 0,0 0-1 0 0,1 0 1 0 0,1 0-1 0 0,1 0 1 0 0,0 0 0 0 0,1 0-1 0 0,0-1 1 0 0,1 1-1 0 0,1-1 1 0 0,1 0-1 0 0,0 0 1 0 0,1-1-1 0 0,0 0 1 0 0,1 0 0 0 0,18 23-1 0 0,-10-16 12 0 0,0-2 0 0 0,1 0 0 0 0,1-1 0 0 0,0-1-1 0 0,2 0 1 0 0,0-2 0 0 0,0 0 0 0 0,2-1 0 0 0,0-1 0 0 0,0-1 0 0 0,1-2 0 0 0,37 13-1 0 0,-20-11 61 0 0,0-2-1 0 0,0-1 0 0 0,1-2 1 0 0,0-3-1 0 0,1 0 1 0 0,-1-3-1 0 0,49-5 0 0 0,-70 2 23 0 0,-1-1 0 0 0,0 0 0 0 0,0-2 0 0 0,0 0 0 0 0,-1-2 0 0 0,1 0-1 0 0,-2 0 1 0 0,1-2 0 0 0,-1 0 0 0 0,0-1 0 0 0,-1-1 0 0 0,0-1 0 0 0,-1 0 0 0 0,0-1 0 0 0,-1 0-1 0 0,0-1 1 0 0,15-21 0 0 0,-15 14-17 0 0,0-1 0 0 0,-2 0 0 0 0,0-1 0 0 0,-2 0 0 0 0,0-1 0 0 0,-2 0 0 0 0,0-1 0 0 0,-2 0 0 0 0,-1 0-1 0 0,0 0 1 0 0,0-45 0 0 0,-4 53-62 0 0,-1-1 0 0 0,-1 0 0 0 0,-1 1 1 0 0,0-1-1 0 0,-1 1 0 0 0,-1 0 0 0 0,-1 0 0 0 0,0 0 0 0 0,-1 0 0 0 0,-1 1 0 0 0,-1 0 0 0 0,0 0 0 0 0,-1 1 0 0 0,0 0 0 0 0,-2 1 0 0 0,1 0 0 0 0,-25-23 0 0 0,20 24-21 0 0,-1 1-1 0 0,-1 1 0 0 0,0 1 1 0 0,-1 1-1 0 0,0 0 0 0 0,0 1 1 0 0,-1 1-1 0 0,-20-5 0 0 0,9 4-24 0 0,-1 1-1 0 0,-1 2 1 0 0,1 1-1 0 0,-40 0 0 0 0,5 4-1584 0 0,63 0 821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3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59 132 4844 0 0,'3'-70'-128'0'0,"-3"69"268"0"0,-4-26 877 0 0,3 36-1018 0 0,0 0 0 0 0,1 1 1 0 0,0-1-1 0 0,1 1 1 0 0,-1-1-1 0 0,2 0 1 0 0,-1 1-1 0 0,1-1 1 0 0,1 0-1 0 0,0 0 1 0 0,0 0-1 0 0,0-1 0 0 0,1 1 1 0 0,1-1-1 0 0,0 0 1 0 0,0 0-1 0 0,0 0 1 0 0,8 8-1 0 0,-8-11 10 0 0,-1 0-1 0 0,1-1 1 0 0,0 1-1 0 0,0-1 0 0 0,0 0 1 0 0,1 0-1 0 0,-1-1 1 0 0,1 0-1 0 0,0 0 1 0 0,0 0-1 0 0,0-1 1 0 0,1 0-1 0 0,-1 0 0 0 0,0 0 1 0 0,1-1-1 0 0,-1 0 1 0 0,1 0-1 0 0,0-1 1 0 0,-1 0-1 0 0,1 0 0 0 0,-1 0 1 0 0,1-1-1 0 0,-1 0 1 0 0,1 0-1 0 0,-1-1 1 0 0,1 0-1 0 0,10-4 1 0 0,-5 0 6 0 0,-1 0 0 0 0,0 0 0 0 0,0-1 0 0 0,-1 0 1 0 0,0 0-1 0 0,0-1 0 0 0,11-13 0 0 0,4-7 22 0 0,24-36-1 0 0,11-13 503 0 0,-48 64-521 0 0,-18 20-11 0 0,-36 41-10 0 0,-200 296 117 0 0,140-190-77 0 0,72-108 6 0 0,-35 71 0 0 0,26-59 285 0 0,38-56-286 0 0,-1-1-169 0 0,-1 1 315 0 0,13-30-5854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4.2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40 4800 0 0,'-9'9'-1358'0'0,"-34"34"1003"0"0,40-40 340 0 0,0 0 1 0 0,1 0-1 0 0,-1 0 0 0 0,1 0 0 0 0,0 1 1 0 0,-1-1-1 0 0,2 1 0 0 0,-1-1 0 0 0,0 1 1 0 0,1 0-1 0 0,-3 7 0 0 0,5-8 17 0 0,-1 0-1 0 0,1-1 1 0 0,0 1-1 0 0,0 0 0 0 0,0-1 1 0 0,0 1-1 0 0,0-1 1 0 0,0 1-1 0 0,1-1 0 0 0,-1 1 1 0 0,1-1-1 0 0,0 0 1 0 0,0 0-1 0 0,0 0 0 0 0,0 0 1 0 0,0 0-1 0 0,0 0 1 0 0,0-1-1 0 0,0 1 1 0 0,1-1-1 0 0,-1 1 0 0 0,1-1 1 0 0,-1 0-1 0 0,1 0 1 0 0,4 1-1 0 0,10 4 28 0 0,0-1-1 0 0,32 5 1 0 0,-35-7-2 0 0,-5-2 43 0 0,0 0-1 0 0,0-1 1 0 0,0 1-1 0 0,0-2 0 0 0,0 1 1 0 0,0-1-1 0 0,0-1 1 0 0,-1 0-1 0 0,1 0 0 0 0,0 0 1 0 0,-1-1-1 0 0,11-5 1 0 0,-17 7-42 0 0,1 0 1 0 0,-1-1-1 0 0,0 1 1 0 0,1-1-1 0 0,-1 1 1 0 0,0-1-1 0 0,0 0 1 0 0,0 0-1 0 0,0 0 1 0 0,0 0 0 0 0,-1 0-1 0 0,1 0 1 0 0,0-1-1 0 0,-1 1 1 0 0,0 0-1 0 0,1-1 1 0 0,-1 0-1 0 0,0 1 1 0 0,0-1-1 0 0,-1 1 1 0 0,1-1-1 0 0,-1 0 1 0 0,1 0 0 0 0,-1 1-1 0 0,0-1 1 0 0,0 0-1 0 0,0 0 1 0 0,0 1-1 0 0,0-1 1 0 0,-1 0-1 0 0,1 1 1 0 0,-1-1-1 0 0,0 0 1 0 0,0 1-1 0 0,0-1 1 0 0,0 0 0 0 0,0 1-1 0 0,0 0 1 0 0,-1-1-1 0 0,1 1 1 0 0,-1 0-1 0 0,-3-4 1 0 0,0 0 5 0 0,1 0-1 0 0,-2 0 1 0 0,1 0 0 0 0,-1 1-1 0 0,0 0 1 0 0,0 0 0 0 0,0 0 0 0 0,-1 1-1 0 0,0 0 1 0 0,1 0 0 0 0,-1 1 0 0 0,-1 0-1 0 0,-8-3 1 0 0,-11-1-97 0 0,0 0-1 0 0,-38-3 1 0 0,38 6-250 0 0,24 4-30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4.8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26 3356 0 0,'0'0'63'0'0,"0"-12"264"0"0,1 12-288 0 0,-1-1-1 0 0,0 1 1 0 0,0 0 0 0 0,0-1 0 0 0,0 1 0 0 0,0 0 0 0 0,0 0 0 0 0,0-1 0 0 0,0 1 0 0 0,0 0 0 0 0,0-1 0 0 0,-1 1-1 0 0,1 0 1 0 0,0 0 0 0 0,0-1 0 0 0,0 1 0 0 0,0 0 0 0 0,0 0 0 0 0,0-1 0 0 0,-1 1 0 0 0,1 0 0 0 0,0 0-1 0 0,0 0 1 0 0,0-1 0 0 0,0 1 0 0 0,-1 0 0 0 0,1 0 0 0 0,0 0 0 0 0,0 0 0 0 0,-1-1 0 0 0,1 1 0 0 0,0 0 0 0 0,0 0-1 0 0,-1 0 1 0 0,1 0 0 0 0,0 0 0 0 0,0 0 0 0 0,-1 0 0 0 0,1 0 0 0 0,0 0 0 0 0,-1 0 0 0 0,1 0 0 0 0,0 0 0 0 0,0 0-1 0 0,-1 0 1 0 0,1 0 0 0 0,0 0 0 0 0,0 0 0 0 0,-1 0 0 0 0,1 0 0 0 0,-5 3-22 0 0,0-1 0 0 0,1 1 1 0 0,-1 0-1 0 0,1 0 0 0 0,0 1 0 0 0,0-1 1 0 0,0 1-1 0 0,0 0 0 0 0,-5 7 0 0 0,8-9-12 0 0,0-1-1 0 0,0 1 0 0 0,0 0 0 0 0,0 0 0 0 0,1 0 0 0 0,-1-1 1 0 0,1 1-1 0 0,-1 0 0 0 0,1 0 0 0 0,-1 0 0 0 0,1 0 1 0 0,0 0-1 0 0,0 0 0 0 0,0 0 0 0 0,0 0 0 0 0,1 0 0 0 0,-1 0 1 0 0,0 0-1 0 0,1 0 0 0 0,-1 0 0 0 0,1 0 0 0 0,0 0 0 0 0,0-1 1 0 0,0 1-1 0 0,0 0 0 0 0,0 0 0 0 0,0-1 0 0 0,0 1 1 0 0,0-1-1 0 0,0 1 0 0 0,1-1 0 0 0,-1 1 0 0 0,1-1 0 0 0,1 2 1 0 0,5 2 6 0 0,0 1 0 0 0,1-1 0 0 0,-1 0 1 0 0,1-1-1 0 0,0 0 0 0 0,0 0 1 0 0,0-1-1 0 0,0 0 0 0 0,1 0 1 0 0,-1-1-1 0 0,1-1 0 0 0,17 1 1 0 0,-11-1 9 0 0,0-1 0 0 0,-1 0 1 0 0,1-2-1 0 0,0 0 0 0 0,-1 0 1 0 0,0-1-1 0 0,19-7 1 0 0,-25 7 18 0 0,-1-1 0 0 0,1 0-1 0 0,-1 0 1 0 0,0-1 0 0 0,0 0 0 0 0,-1 0 0 0 0,1-1 0 0 0,-1 0 0 0 0,0 0 0 0 0,-1-1 0 0 0,0 0 0 0 0,0 0 0 0 0,0 0 0 0 0,-1-1 0 0 0,0 0 0 0 0,0 0 0 0 0,-1 0 0 0 0,6-15 0 0 0,-10 16 197 0 0,-4 13-200 0 0,-5 20-62 0 0,8-23 24 0 0,1 0-1 0 0,0 0 1 0 0,0 0 0 0 0,0 0-1 0 0,1 1 1 0 0,-1-1-1 0 0,1 0 1 0 0,-1 0-1 0 0,1 0 1 0 0,0 0 0 0 0,0 0-1 0 0,0 0 1 0 0,1 0-1 0 0,-1 0 1 0 0,1-1-1 0 0,0 1 1 0 0,0 0 0 0 0,-1-1-1 0 0,2 1 1 0 0,-1-1-1 0 0,4 4 1 0 0,4 1 0 0 0,-1 0 1 0 0,1 0 0 0 0,0-1-1 0 0,13 6 1 0 0,-11-6 3 0 0,21 10-194 0 0,62 23 1 0 0,-4-17-2927 0 0,-62-18 1126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5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337 77 5180 0 0,'1'-1'-36'0'0,"0"-1"0"0"0,0 0 0 0 0,-1 1 0 0 0,1-1 0 0 0,-1 0 0 0 0,1 0 0 0 0,-1 0 0 0 0,1 0 0 0 0,-1 1 0 0 0,0-1 0 0 0,0 0 0 0 0,0 0 0 0 0,0 0 0 0 0,0 0 0 0 0,0 0 0 0 0,-1 0 0 0 0,1 1 0 0 0,-1-1 0 0 0,1 0 0 0 0,-1 0 0 0 0,0 0 0 0 0,0 1 0 0 0,1-1 0 0 0,-3-2 0 0 0,0 1 17 0 0,1 1-1 0 0,-1 0 1 0 0,0 0-1 0 0,1 0 1 0 0,-1 0-1 0 0,0 0 1 0 0,0 1-1 0 0,0-1 1 0 0,-1 1-1 0 0,1 0 0 0 0,0 0 1 0 0,-6-1-1 0 0,-4-1-1 0 0,-1 1 0 0 0,1 1 0 0 0,-1 0 0 0 0,0 1 0 0 0,-23 3 0 0 0,25-1 0 0 0,0 1 0 0 0,0 1 0 0 0,0 0 0 0 0,0 1 0 0 0,1 0 0 0 0,-1 1 0 0 0,1 0 0 0 0,1 1 0 0 0,-1 0 0 0 0,1 0 0 0 0,-16 17 0 0 0,22-21 14 0 0,1 1 0 0 0,0 0-1 0 0,0 0 1 0 0,0 0 0 0 0,0 0-1 0 0,1 0 1 0 0,-1 0 0 0 0,1 1-1 0 0,1-1 1 0 0,-1 1 0 0 0,0 0 0 0 0,1-1-1 0 0,-1 10 1 0 0,2-10 6 0 0,0 0 0 0 0,0 0 0 0 0,1 0 0 0 0,0 0 0 0 0,0 0 0 0 0,0 0 0 0 0,0 0 0 0 0,0-1 0 0 0,1 1 0 0 0,0 0 0 0 0,-1-1 0 0 0,1 1 0 0 0,1-1 0 0 0,-1 0 0 0 0,0 0 0 0 0,1 0 0 0 0,0 0 0 0 0,0 0 0 0 0,4 3 0 0 0,7 6 6 0 0,2-1 0 0 0,-1-1 0 0 0,2 0 0 0 0,-1-1 0 0 0,1-1 0 0 0,0 0 0 0 0,1-1 1 0 0,28 6-1 0 0,3-1 294 0 0,0-3 1 0 0,51 3 0 0 0,-39-7 1548 0 0,-59-5-1662 0 0,29-6-1261 0 0,-25-5-1295 0 0,1 1 1166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6.8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313 138 3876 0 0,'0'-5'-3'0'0,"-1"0"1"0"0,0 0-1 0 0,-1 0 0 0 0,1 0 0 0 0,-1 0 0 0 0,0 0 0 0 0,0 1 0 0 0,0-1 0 0 0,-1 0 0 0 0,1 1 0 0 0,-1 0 0 0 0,0 0 0 0 0,-1 0 1 0 0,1 0-1 0 0,-1 0 0 0 0,0 0 0 0 0,1 1 0 0 0,-1 0 0 0 0,-1 0 0 0 0,1 0 0 0 0,0 0 0 0 0,-1 1 0 0 0,0 0 0 0 0,1-1 1 0 0,-1 2-1 0 0,0-1 0 0 0,0 1 0 0 0,0-1 0 0 0,0 1 0 0 0,-1 1 0 0 0,1-1 0 0 0,0 1 0 0 0,0 0 0 0 0,0 0 0 0 0,0 0 1 0 0,-1 1-1 0 0,-8 2 0 0 0,5-1 2 0 0,1 0 0 0 0,-1 1 1 0 0,1 0-1 0 0,0 0 0 0 0,-1 1 1 0 0,2 0-1 0 0,-1 1 0 0 0,0-1 1 0 0,1 2-1 0 0,0-1 0 0 0,0 1 1 0 0,0 0-1 0 0,1 0 0 0 0,0 1 1 0 0,0 0-1 0 0,1 0 0 0 0,0 0 1 0 0,0 1-1 0 0,0-1 0 0 0,1 1 1 0 0,1 1-1 0 0,-1-1 0 0 0,1 0 1 0 0,0 1-1 0 0,1-1 0 0 0,0 1 1 0 0,-1 10-1 0 0,4-16 7 0 0,-1 0 0 0 0,0 1 0 0 0,1-1 0 0 0,0 0 0 0 0,0 0 0 0 0,0 1 0 0 0,0-1 0 0 0,0 0-1 0 0,1 0 1 0 0,-1 0 0 0 0,1 0 0 0 0,0 0 0 0 0,0-1 0 0 0,0 1 0 0 0,0 0 0 0 0,0-1 0 0 0,1 0 0 0 0,-1 1 0 0 0,1-1 0 0 0,0 0 0 0 0,-1 0 0 0 0,1 0 0 0 0,0-1-1 0 0,0 1 1 0 0,0-1 0 0 0,0 0 0 0 0,0 1 0 0 0,1-1 0 0 0,-1-1 0 0 0,0 1 0 0 0,6 0 0 0 0,-1 1 15 0 0,1-1 0 0 0,0 0-1 0 0,-1-1 1 0 0,1 0 0 0 0,0 0 0 0 0,-1-1-1 0 0,1 0 1 0 0,0 0 0 0 0,-1-1 0 0 0,0 0 0 0 0,10-4-1 0 0,-7 1 41 0 0,1-1-1 0 0,-2 0 0 0 0,1 0 0 0 0,-1-1 0 0 0,0 0 1 0 0,0-1-1 0 0,-1 0 0 0 0,0 0 0 0 0,-1-1 0 0 0,0 0 1 0 0,0-1-1 0 0,-1 0 0 0 0,0 0 0 0 0,0 0 0 0 0,-2-1 1 0 0,9-18-1 0 0,5-16 501 0 0,-18 43-503 0 0,-3 7-112 0 0,1-1 54 0 0,-1-1-1 0 0,2 1 1 0 0,-1-1-1 0 0,0 1 1 0 0,0 0 0 0 0,1-1-1 0 0,0 1 1 0 0,0 0-1 0 0,0-1 1 0 0,0 1-1 0 0,1 0 1 0 0,-1-1 0 0 0,1 1-1 0 0,0-1 1 0 0,0 1-1 0 0,0-1 1 0 0,1 1-1 0 0,-1-1 1 0 0,1 1 0 0 0,0-1-1 0 0,0 0 1 0 0,2 3-1 0 0,6 5 6 0 0,1 0-1 0 0,0 0 1 0 0,0-1 0 0 0,1-1-1 0 0,0 0 1 0 0,1-1-1 0 0,0 0 1 0 0,0-1-1 0 0,1 0 1 0 0,14 4 0 0 0,-16-6 9 0 0,-1-1 0 0 0,1-1 0 0 0,0 0 1 0 0,-1 0-1 0 0,1-1 0 0 0,0-1 1 0 0,1 0-1 0 0,-1-1 0 0 0,0 0 0 0 0,0-1 1 0 0,0 0-1 0 0,24-6 0 0 0,-32 6-8 0 0,0-1 0 0 0,0 0 0 0 0,-1 0 0 0 0,1 0 0 0 0,0 0-1 0 0,-1-1 1 0 0,1 1 0 0 0,-1-1 0 0 0,0 0 0 0 0,0 0 0 0 0,0 0 0 0 0,0-1 0 0 0,0 1-1 0 0,-1-1 1 0 0,1 1 0 0 0,-1-1 0 0 0,0 0 0 0 0,0 0 0 0 0,-1 0 0 0 0,1 0-1 0 0,-1 0 1 0 0,0 0 0 0 0,1-7 0 0 0,0-2 4 0 0,-1 0 1 0 0,0 0-1 0 0,-1 0 0 0 0,-1 0 0 0 0,0 0 1 0 0,-3-17-1 0 0,3 26-12 0 0,-2-39-223 0 0,3 43 219 0 0,-1 1 1 0 0,1-1 0 0 0,0 0 0 0 0,-1 0-1 0 0,1 0 1 0 0,-1 1 0 0 0,1-1 0 0 0,0 0-1 0 0,-1 0 1 0 0,1 1 0 0 0,0-1 0 0 0,-1 0-1 0 0,1 1 1 0 0,0-1 0 0 0,0 0 0 0 0,-1 1-1 0 0,1-1 1 0 0,0 0 0 0 0,0 1 0 0 0,0-1-1 0 0,0 1 1 0 0,-1-1 0 0 0,1 1 0 0 0,0-1-1 0 0,0 0 1 0 0,0 1 0 0 0,0-1 0 0 0,0 1-1 0 0,0-1 1 0 0,0 1 0 0 0,0-1 0 0 0,0 0-1 0 0,0 1 1 0 0,0-1 0 0 0,1 1 0 0 0,-11 67-107 0 0,11-48 96 0 0,1-1 0 0 0,7 32 0 0 0,-2-12 16 0 0,-3 1 9 0 0,-4-33 3145 0 0,-4-11-3119 0 0,1 0 1 0 0,0 0-1 0 0,0 0 1 0 0,0-1-1 0 0,1 1 1 0 0,-1-1-1 0 0,1 0 1 0 0,0 0-1 0 0,1 0 1 0 0,-1 0-1 0 0,1 0 1 0 0,0 0-1 0 0,0 0 1 0 0,1 0-1 0 0,-1-1 1 0 0,1 1-1 0 0,0 0 1 0 0,1 0-1 0 0,-1 0 1 0 0,3-10-1 0 0,-1 5-39 0 0,1 0 1 0 0,0 0-1 0 0,1 0 0 0 0,0 1 1 0 0,1 0-1 0 0,-1 0 0 0 0,2 0 0 0 0,-1 0 1 0 0,1 1-1 0 0,1 0 0 0 0,0 0 0 0 0,0 0 1 0 0,0 1-1 0 0,1 0 0 0 0,0 1 1 0 0,0-1-1 0 0,1 2 0 0 0,-1-1 0 0 0,1 1 1 0 0,1 1-1 0 0,-1-1 0 0 0,1 1 0 0 0,-1 1 1 0 0,1 0-1 0 0,0 1 0 0 0,0-1 0 0 0,0 2 1 0 0,1 0-1 0 0,-1 0 0 0 0,0 0 1 0 0,1 2-1 0 0,-1-1 0 0 0,0 1 0 0 0,0 1 1 0 0,1 0-1 0 0,-1 0 0 0 0,0 1 0 0 0,-1 0 1 0 0,1 1-1 0 0,0 0 0 0 0,13 8 1 0 0,2 4-23 0 0,-2 2 1 0 0,0 0 0 0 0,29 29 0 0 0,-27-23-15 0 0,43 31 0 0 0,-57-47-179 0 0,0-2 0 0 0,1 1 0 0 0,-1-1 0 0 0,1-1-1 0 0,1 0 1 0 0,-1-1 0 0 0,23 5 0 0 0,14-5-3166 0 0,-25-8 1170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8.0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367 57 5669 0 0,'0'0'-213'0'0,"-21"-41"-639"0"0,18 39 833 0 0,0 0-1 0 0,-1 0 1 0 0,1 0-1 0 0,-1 1 1 0 0,1-1-1 0 0,-1 1 1 0 0,0 0-1 0 0,0 0 1 0 0,1 1-1 0 0,-1-1 1 0 0,0 1-1 0 0,0 0 1 0 0,0 0-1 0 0,0 0 1 0 0,0 0-1 0 0,1 1 1 0 0,-1-1-1 0 0,0 1 1 0 0,-5 2-1 0 0,-7 1-36 0 0,0 1-1 0 0,-30 15 1 0 0,21-8 2 0 0,1 1 0 0 0,-30 23 1 0 0,46-30 37 0 0,-1 0 0 0 0,1 1 0 0 0,1 0 0 0 0,0 1 0 0 0,0 0 0 0 0,0 0 0 0 0,1 0 0 0 0,0 1 0 0 0,-7 13 0 0 0,12-20 13 0 0,0 1 1 0 0,0 0-1 0 0,0-1 1 0 0,0 1 0 0 0,0 0-1 0 0,1-1 1 0 0,-1 1-1 0 0,1 0 1 0 0,0 0 0 0 0,0 0-1 0 0,0-1 1 0 0,0 1-1 0 0,0 0 1 0 0,1 0 0 0 0,-1-1-1 0 0,1 1 1 0 0,-1 0-1 0 0,1 0 1 0 0,0-1 0 0 0,0 1-1 0 0,2 2 1 0 0,0-1 5 0 0,0 0-1 0 0,0-1 1 0 0,0 1 0 0 0,0-1 0 0 0,1 0 0 0 0,0 0-1 0 0,0 0 1 0 0,0 0 0 0 0,0-1 0 0 0,0 1 0 0 0,6 1-1 0 0,11 4 9 0 0,0-1-1 0 0,0-1 1 0 0,1 0 0 0 0,24 1-1 0 0,58 4 596 0 0,145-4 1 0 0,-244-7-523 0 0,73-2 1549 0 0,-76 1-1785 0 0,0 0 0 0 0,0 0 0 0 0,-1 0 1 0 0,1 0-1 0 0,0 0 0 0 0,-1-1 0 0 0,1 1 0 0 0,-1 0 1 0 0,1-1-1 0 0,-1 1 0 0 0,0-1 0 0 0,1 0 1 0 0,-1 1-1 0 0,1-4 0 0 0,2 1-786 0 0,3-4-678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5:58.8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52 101 4560 0 0,'-40'-90'-42'0'0,"39"88"130"0"0,-5-7 317 0 0,6 9-409 0 0,0 1 1 0 0,0-1-1 0 0,0 0 0 0 0,0 0 0 0 0,0 0 0 0 0,0 0 1 0 0,0 0-1 0 0,0 0 0 0 0,0 0 0 0 0,0 0 0 0 0,0 1 0 0 0,0-1 1 0 0,0 0-1 0 0,0 0 0 0 0,0 0 0 0 0,0 0 0 0 0,-1 0 1 0 0,1 0-1 0 0,0 0 0 0 0,0 0 0 0 0,0 0 0 0 0,0 0 1 0 0,0 1-1 0 0,0-1 0 0 0,0 0 0 0 0,0 0 0 0 0,0 0 1 0 0,-1 0-1 0 0,1 0 0 0 0,0 0 0 0 0,0 0 0 0 0,0 0 0 0 0,0 0 1 0 0,0 0-1 0 0,0 0 0 0 0,0 0 0 0 0,-1 0 0 0 0,1 0 1 0 0,0 0-1 0 0,0 0 0 0 0,0 0 0 0 0,0 0 0 0 0,0 0 1 0 0,0 0-1 0 0,0 0 0 0 0,-1 0 0 0 0,1 0 0 0 0,0-1 1 0 0,0 1-1 0 0,0 0 0 0 0,0 0 0 0 0,0 0 0 0 0,0 0 0 0 0,0 0 1 0 0,0 0-1 0 0,0 0 0 0 0,0 0 0 0 0,0 0 0 0 0,-1 0 1 0 0,1-1-1 0 0,0 1 0 0 0,0 0 0 0 0,0 0 0 0 0,0 0 1 0 0,0 0-1 0 0,9 62-22 0 0,2 1 0 0 0,29 89 1 0 0,4 17 80 0 0,19 79 47 0 0,-52-190 677 0 0,-11-56-421 0 0,-1-2-249 0 0,0 0 1 0 0,0 0-1 0 0,0-1 1 0 0,0 1 0 0 0,0 0-1 0 0,1-1 1 0 0,-1 1-1 0 0,0-1 1 0 0,0 1 0 0 0,0-1-1 0 0,0 1 1 0 0,1-1-1 0 0,-1 1 1 0 0,0-1 0 0 0,1 0-1 0 0,-1 1 1 0 0,0-1-1 0 0,1 0 1 0 0,-1 0 0 0 0,1 0-1 0 0,-1 1 1 0 0,1-1 0 0 0,-1 0-1 0 0,1 0 1 0 0,0 0-1 0 0,-1 0 1 0 0,1-2 0 0 0,-5-41 657 0 0,5 35-774 0 0,1-1-1 0 0,0 1 1 0 0,1 0 0 0 0,-1-1-1 0 0,2 1 1 0 0,-1 0-1 0 0,2 0 1 0 0,3-9-1 0 0,-3 13-26 0 0,-1-1-1 0 0,1 1 0 0 0,0 0 0 0 0,0 1 1 0 0,1-1-1 0 0,-1 1 0 0 0,1-1 1 0 0,0 2-1 0 0,0-1 0 0 0,1 0 0 0 0,-1 1 1 0 0,1 0-1 0 0,-1 0 0 0 0,1 1 1 0 0,0 0-1 0 0,0 0 0 0 0,0 0 1 0 0,1 0-1 0 0,-1 1 0 0 0,0 0 0 0 0,0 1 1 0 0,1-1-1 0 0,-1 1 0 0 0,1 0 1 0 0,-1 1-1 0 0,0 0 0 0 0,0 0 0 0 0,1 0 1 0 0,-1 1-1 0 0,0-1 0 0 0,0 2 1 0 0,0-1-1 0 0,0 1 0 0 0,-1-1 1 0 0,1 1-1 0 0,-1 1 0 0 0,9 6 0 0 0,-4-4-2 0 0,-1 1 0 0 0,0-1-1 0 0,-1 2 1 0 0,0-1-1 0 0,0 1 1 0 0,0 0-1 0 0,-1 1 1 0 0,0 0-1 0 0,-1 0 1 0 0,0 0 0 0 0,-1 1-1 0 0,6 11 1 0 0,-10-17-307 0 0,6 13 585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0.7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98 126 5116 0 0,'0'0'-247'0'0,"-1"0"-37"0"0,1 0 272 0 0,0 0 0 0 0,-1 0 0 0 0,1 0 0 0 0,0 0 0 0 0,0 0 0 0 0,0 0 0 0 0,-1 0 0 0 0,1 0 0 0 0,0 0 0 0 0,0 0 0 0 0,0 0 0 0 0,-1 0 0 0 0,1 0 0 0 0,0 0 0 0 0,0 0 0 0 0,0 0 1 0 0,0-1-1 0 0,-1 1 0 0 0,1 0 0 0 0,0 0 0 0 0,0 0 0 0 0,0 0 0 0 0,0 0 0 0 0,0-1 0 0 0,-1 1 0 0 0,1 0 0 0 0,0 0 0 0 0,0 0 0 0 0,0 0 0 0 0,0-1 0 0 0,0 1 0 0 0,0 0 0 0 0,0 0 0 0 0,0 0 0 0 0,0-1 0 0 0,0 1 0 0 0,0 0 0 0 0,0 0 0 0 0,0 0 0 0 0,0-1 0 0 0,0 1 0 0 0,0 0 0 0 0,0 0 0 0 0,0 0 0 0 0,0-1 0 0 0,0 1 0 0 0,0 0 0 0 0,0 0 0 0 0,0 0 0 0 0,0-1 0 0 0,0 1 0 0 0,1 0 0 0 0,-1 0 0 0 0,0 0 0 0 0,0 0 0 0 0,0-1 0 0 0,0 1 0 0 0,0 0 0 0 0,1 0 0 0 0,-6 1-2 0 0,0 1 0 0 0,0-1 0 0 0,0 1 0 0 0,0 1 0 0 0,0-1 0 0 0,1 1 0 0 0,-1-1 0 0 0,1 1 0 0 0,-1 0 0 0 0,1 1 0 0 0,0-1 0 0 0,1 1 0 0 0,-1 0 0 0 0,1 0 0 0 0,-1 0 0 0 0,1 0 0 0 0,0 1 0 0 0,-3 6 0 0 0,5-9 9 0 0,0 0 1 0 0,-1 0 0 0 0,1 0-1 0 0,0 1 1 0 0,0-1 0 0 0,0 0-1 0 0,0 1 1 0 0,1-1 0 0 0,-1 1-1 0 0,1-1 1 0 0,-1 1 0 0 0,1-1-1 0 0,0 1 1 0 0,0-1 0 0 0,0 1-1 0 0,0-1 1 0 0,1 1-1 0 0,-1-1 1 0 0,1 1 0 0 0,-1-1-1 0 0,1 1 1 0 0,0-1 0 0 0,0 1-1 0 0,0-1 1 0 0,0 0 0 0 0,0 0-1 0 0,1 1 1 0 0,-1-1 0 0 0,1 0-1 0 0,-1 0 1 0 0,1 0 0 0 0,0-1-1 0 0,0 1 1 0 0,0 0 0 0 0,0-1-1 0 0,2 2 1 0 0,7 4 10 0 0,-1 0-1 0 0,1-2 1 0 0,0 1-1 0 0,1-1 1 0 0,-1-1-1 0 0,1 0 1 0 0,0 0-1 0 0,0-1 1 0 0,0-1-1 0 0,15 1 1 0 0,-18-1 16 0 0,0-2 1 0 0,0 1-1 0 0,0-1 1 0 0,0 0-1 0 0,0-1 1 0 0,-1 0-1 0 0,1-1 1 0 0,0 0-1 0 0,-1 0 1 0 0,1 0 0 0 0,-1-1-1 0 0,0-1 1 0 0,0 0-1 0 0,15-8 1 0 0,-20 10 0 0 0,-1 0-1 0 0,1 0 1 0 0,-1 0 0 0 0,0 0 0 0 0,0-1 0 0 0,0 1 0 0 0,0-1 0 0 0,0 1 0 0 0,0-1-1 0 0,-1 0 1 0 0,1 1 0 0 0,-1-1 0 0 0,0 0 0 0 0,0 0 0 0 0,0 0 0 0 0,0 0 0 0 0,0 0 0 0 0,-1 0-1 0 0,1 0 1 0 0,-1 0 0 0 0,0 0 0 0 0,0-1 0 0 0,0 1 0 0 0,0 0 0 0 0,-1 0 0 0 0,1 0-1 0 0,-1 0 1 0 0,0 0 0 0 0,0 0 0 0 0,0 0 0 0 0,0 0 0 0 0,0 0 0 0 0,-1 0 0 0 0,-2-3-1 0 0,-1-2 4 0 0,-1 1-1 0 0,0 0 0 0 0,0 0 0 0 0,-1 1 0 0 0,0 0 0 0 0,0 0 0 0 0,0 1 0 0 0,-1 0 0 0 0,0 0 0 0 0,0 0 1 0 0,0 1-1 0 0,-1 0 0 0 0,-10-3 0 0 0,-1 1 10 0 0,17 5-26 0 0,0 0 1 0 0,0 0 0 0 0,0 0 0 0 0,0 0 0 0 0,0 0 0 0 0,1-1 0 0 0,-1 1 0 0 0,1-1 0 0 0,-1 1-1 0 0,1-1 1 0 0,-5-4 0 0 0,6 5-3 0 0,1 0-36 0 0,1-1 27 0 0,0 1 0 0 0,0 0 1 0 0,-1 0-1 0 0,1 0 0 0 0,0 0 1 0 0,0 0-1 0 0,0 0 0 0 0,0 1 1 0 0,0-1-1 0 0,0 0 0 0 0,1 0 1 0 0,-1 1-1 0 0,0-1 0 0 0,0 1 1 0 0,0-1-1 0 0,1 1 0 0 0,-1-1 1 0 0,0 1-1 0 0,1 0 0 0 0,-1 0 1 0 0,2-1-1 0 0,36-6-13 0 0,-34 6 9 0 0,260-24-31 0 0,-220 21 61 0 0,-41 3-22 0 0,-10 19-32 0 0,-6-5 0 0 0,0 1 1 0 0,1 0 0 0 0,0 1-1 0 0,-16 31 1 0 0,25-43 25 0 0,1 1-1 0 0,-1 0 1 0 0,1 0 0 0 0,0 0-1 0 0,0 0 1 0 0,0 0 0 0 0,0 0-1 0 0,1 0 1 0 0,-1 0 0 0 0,1 0-1 0 0,0 0 1 0 0,1 8 0 0 0,0-10 5 0 0,0 1 1 0 0,0-1 0 0 0,0 0-1 0 0,0 1 1 0 0,1-1 0 0 0,-1 0-1 0 0,1 0 1 0 0,-1 0 0 0 0,1 0-1 0 0,0 0 1 0 0,-1 0 0 0 0,1 0-1 0 0,0-1 1 0 0,0 1 0 0 0,1 0-1 0 0,-1-1 1 0 0,0 0 0 0 0,0 0-1 0 0,1 1 1 0 0,-1-2 0 0 0,1 1-1 0 0,3 1 1 0 0,13 4 18 0 0,-1-1-1 0 0,1-1 0 0 0,0 0 1 0 0,32 1-1 0 0,-46-5-8 0 0,0 1-1 0 0,1-1 1 0 0,-1-1 0 0 0,0 1-1 0 0,1-1 1 0 0,-1 0-1 0 0,0 0 1 0 0,0 0-1 0 0,0-1 1 0 0,0 1-1 0 0,0-1 1 0 0,0-1-1 0 0,0 1 1 0 0,0-1 0 0 0,-1 0-1 0 0,1 0 1 0 0,-1 0-1 0 0,0 0 1 0 0,0-1-1 0 0,0 0 1 0 0,5-7-1 0 0,-7 9-6 0 0,-1 0 0 0 0,0 0 0 0 0,0 0 0 0 0,0 0-1 0 0,-1-1 1 0 0,1 1 0 0 0,0 0 0 0 0,-1 0 0 0 0,1 0-1 0 0,-1-1 1 0 0,0 1 0 0 0,0 0 0 0 0,0-1-1 0 0,0 1 1 0 0,0 0 0 0 0,0-1 0 0 0,-1 1 0 0 0,1 0-1 0 0,-1 0 1 0 0,0 0 0 0 0,0-1 0 0 0,1 1 0 0 0,-1 0-1 0 0,0 0 1 0 0,-1 0 0 0 0,1 0 0 0 0,0 0-1 0 0,-1 1 1 0 0,1-1 0 0 0,-1 0 0 0 0,1 0 0 0 0,-1 1-1 0 0,0-1 1 0 0,0 1 0 0 0,0 0 0 0 0,-3-2-1 0 0,-4-3-13 0 0,0 1 0 0 0,0 0-1 0 0,0 0 1 0 0,-1 1 0 0 0,0 0-1 0 0,-17-3 1 0 0,-29-7-56 0 0,55 14 48 0 0,-13-5-28 0 0,7 3-14 0 0,8 4-188 0 0,17 3 252 0 0,-1 1-1 0 0,1-2 0 0 0,-1 0 0 0 0,1-2 0 0 0,0 0 0 0 0,0 0 0 0 0,0-2 0 0 0,35-3 0 0 0,-22 0 67 0 0,0-2 0 0 0,0-1-1 0 0,0-1 1 0 0,44-17 0 0 0,-73 24-55 0 0,0-1 1 0 0,0 0-1 0 0,1 0 0 0 0,-1 1 1 0 0,0-2-1 0 0,0 1 0 0 0,-1 0 1 0 0,1 0-1 0 0,0-1 0 0 0,0 1 1 0 0,0-1-1 0 0,-1 1 0 0 0,1-1 1 0 0,-1 0-1 0 0,1 1 0 0 0,-1-1 1 0 0,0 0-1 0 0,0 0 0 0 0,0 0 1 0 0,1-3-1 0 0,-1 3 11 0 0,-9-5 8 0 0,7 6-33 0 0,1 0-1 0 0,-1 1 1 0 0,1-1 0 0 0,0 0-1 0 0,-1 1 1 0 0,1-1 0 0 0,-1 0-1 0 0,1 1 1 0 0,-1-1 0 0 0,0 1-1 0 0,1-1 1 0 0,-1 1 0 0 0,0-1-1 0 0,1 1 1 0 0,-1 0 0 0 0,0-1-1 0 0,0 1 1 0 0,1 0 0 0 0,-1-1-1 0 0,0 1 1 0 0,-1 0 0 0 0,-11-4 14 0 0,3 2-8 0 0,1 0 1 0 0,-1 0-1 0 0,0 1 0 0 0,1 0 0 0 0,-1 1 0 0 0,-11 1 0 0 0,-53 1-84 0 0,71-2 60 0 0,0 0-11 0 0,0 0 1 0 0,1 0 0 0 0,-1 1 0 0 0,0-1-1 0 0,0 1 1 0 0,0-1 0 0 0,1 1 0 0 0,-1 0 0 0 0,-4 2-1 0 0,28 9 20 0 0,1-1-1 0 0,0-1 0 0 0,0-1 0 0 0,44 11 1 0 0,24 9-7 0 0,-10 5-35 0 0,78 46-1 0 0,-154-78 51 0 0,0 1 1 0 0,-1 1-1 0 0,1-1 0 0 0,-1 0 1 0 0,1 1-1 0 0,-1 0 0 0 0,0 0 1 0 0,-1 0-1 0 0,1 0 1 0 0,2 6-1 0 0,-5-10 0 0 0,0 1 2 0 0,0 0 1 0 0,0 0-1 0 0,0 0 0 0 0,0 0 0 0 0,0 0 1 0 0,0 0-1 0 0,0 0 0 0 0,-1 0 0 0 0,1 0 0 0 0,0 0 1 0 0,-1 0-1 0 0,1 0 0 0 0,0 0 0 0 0,-1 0 1 0 0,1-1-1 0 0,-1 1 0 0 0,0 0 0 0 0,1 0 1 0 0,-1-1-1 0 0,0 1 0 0 0,1 0 0 0 0,-1-1 0 0 0,0 1 1 0 0,0 0-1 0 0,-1 0 0 0 0,-22 15 35 0 0,-6-6 115 0 0,0-1 1 0 0,0-1 0 0 0,-1-2-1 0 0,0-1 1 0 0,0-2-1 0 0,-45 0 1 0 0,76-2-148 0 0,-1-1 0 0 0,0 0 1 0 0,0 0-1 0 0,0 0 0 0 0,0 0 0 0 0,0 0 1 0 0,0 0-1 0 0,0 0 0 0 0,0 0 0 0 0,0-1 1 0 0,0 1-1 0 0,1 0 0 0 0,-1 0 0 0 0,0-1 1 0 0,0 1-1 0 0,0 0 0 0 0,0-1 0 0 0,1 1 0 0 0,-1-1 1 0 0,0 1-1 0 0,0-1 0 0 0,0-1 0 0 0,8-11 179 0 0,28-10 57 0 0,-1 12-241 0 0,1 1 1 0 0,63-9 0 0 0,-60 13 1 0 0,0-1 0 0 0,45-17 0 0 0,-67 19 9 0 0,19-8 18 0 0,57-29-1 0 0,-82 37-20 0 0,-1-1-1 0 0,0 0 0 0 0,0 0 0 0 0,-1-1 0 0 0,0 0 1 0 0,0 0-1 0 0,-1-1 0 0 0,0 0 0 0 0,0 0 0 0 0,10-16 1 0 0,-16 22-11 0 0,0 1 1 0 0,-1-1-1 0 0,1 1 1 0 0,0-1-1 0 0,0 0 1 0 0,-1 1-1 0 0,1-1 1 0 0,-1 0 0 0 0,0 0-1 0 0,1 1 1 0 0,-1-1-1 0 0,0 0 1 0 0,0 0-1 0 0,0 0 1 0 0,0-2-1 0 0,-1 4-2 0 0,1-1-1 0 0,0 0 0 0 0,-1 0 0 0 0,1 0 0 0 0,-1 0 1 0 0,1 1-1 0 0,-1-1 0 0 0,1 0 0 0 0,-1 0 0 0 0,0 1 1 0 0,1-1-1 0 0,-1 0 0 0 0,0 1 0 0 0,1-1 0 0 0,-1 1 1 0 0,0-1-1 0 0,0 1 0 0 0,0-1 0 0 0,0 1 0 0 0,-1-1 1 0 0,-1 0-8 0 0,0 0 0 0 0,-1 1 1 0 0,1-1-1 0 0,-1 1 1 0 0,1 0-1 0 0,-1 0 1 0 0,1 0-1 0 0,-1 0 1 0 0,1 1-1 0 0,0-1 1 0 0,-7 3-1 0 0,6-2 1 0 0,-1 1 0 0 0,1-1 0 0 0,0 1 0 0 0,0 0-1 0 0,1 1 1 0 0,-1-1 0 0 0,0 0 0 0 0,1 1 0 0 0,-1 0 0 0 0,1 0-1 0 0,0 0 1 0 0,0 0 0 0 0,0 1 0 0 0,0-1 0 0 0,1 1 0 0 0,-1 0-1 0 0,1-1 1 0 0,0 1 0 0 0,0 0 0 0 0,1 0 0 0 0,-3 6 0 0 0,4-7 8 0 0,-1 0 0 0 0,1 0 1 0 0,0 0-1 0 0,0 0 1 0 0,0 0-1 0 0,0 1 1 0 0,1-1-1 0 0,-1 0 1 0 0,1 0-1 0 0,0 0 1 0 0,0-1-1 0 0,0 1 1 0 0,0 0-1 0 0,0 0 1 0 0,0 0-1 0 0,1-1 1 0 0,0 1-1 0 0,-1-1 1 0 0,1 1-1 0 0,0-1 1 0 0,0 0-1 0 0,0 1 1 0 0,1-1-1 0 0,-1 0 1 0 0,0 0-1 0 0,1-1 0 0 0,-1 1 1 0 0,1 0-1 0 0,5 1 1 0 0,20 10 26 0 0,-1-2 1 0 0,1-1-1 0 0,55 11 1 0 0,92 7-1056 0 0,-166-27 862 0 0,37 4-2224 0 0,-31-3 1440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5.5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224 440 3436 0 0,'0'0'-185'0'0,"8"3"-257"0"0,-8-4 474 0 0,0 1 1 0 0,0 0-1 0 0,0 0 0 0 0,-1 0 1 0 0,1 0-1 0 0,0 0 0 0 0,0 0 0 0 0,0 0 1 0 0,0 0-1 0 0,0 0 0 0 0,0 0 1 0 0,0-1-1 0 0,0 1 0 0 0,0 0 0 0 0,0 0 1 0 0,0 0-1 0 0,0 0 0 0 0,0 0 0 0 0,0 0 1 0 0,0 0-1 0 0,0 0 0 0 0,0-1 1 0 0,0 1-1 0 0,1 0 0 0 0,-1 0 291 0 0,0-1-291 0 0,0 1 0 0 0,0 0 1 0 0,0 0-1 0 0,1 0 0 0 0,-1 0 0 0 0,0 0 1 0 0,0 0-1 0 0,-5-4 1 0 0,0 0-1 0 0,-1 0 1 0 0,1 1-1 0 0,-1 0 1 0 0,0 0-1 0 0,0 0 1 0 0,-11-3-1 0 0,14 5-19 0 0,0 0-13 0 0,-1 1 1 0 0,0-1 0 0 0,0 0-1 0 0,0 1 1 0 0,0 0 0 0 0,0 0 0 0 0,0 0-1 0 0,0 1 1 0 0,0-1 0 0 0,1 1-1 0 0,-6 1 1 0 0,-3 0-5 0 0,6-1-2 0 0,0 1-1 0 0,0-1 0 0 0,1 1 0 0 0,-1 0 0 0 0,0 0 0 0 0,1 1 0 0 0,0 0 0 0 0,-1 0 0 0 0,1 0 0 0 0,0 0 1 0 0,1 1-1 0 0,-1 0 0 0 0,1 0 0 0 0,0 0 0 0 0,-1 1 0 0 0,2-1 0 0 0,-1 1 0 0 0,-4 7 0 0 0,6-9 4 0 0,0 0 0 0 0,1 1-1 0 0,-1-1 1 0 0,1 1 0 0 0,0-1-1 0 0,0 1 1 0 0,0-1 0 0 0,0 1-1 0 0,1-1 1 0 0,-1 1 0 0 0,1 0 0 0 0,0-1-1 0 0,0 1 1 0 0,1 0 0 0 0,-1-1-1 0 0,1 1 1 0 0,-1-1 0 0 0,1 1-1 0 0,0 0 1 0 0,0-1 0 0 0,1 0-1 0 0,-1 1 1 0 0,1-1 0 0 0,0 0-1 0 0,0 0 1 0 0,0 0 0 0 0,0 0-1 0 0,0 0 1 0 0,1 0 0 0 0,-1 0-1 0 0,4 2 1 0 0,1 1 19 0 0,-1-1 0 0 0,1 0 0 0 0,0-1 0 0 0,0 1 0 0 0,0-1 0 0 0,1 0 0 0 0,0-1 0 0 0,-1 0 0 0 0,1 0 0 0 0,0-1 0 0 0,0 0 0 0 0,1 0 0 0 0,-1-1 0 0 0,0 0 0 0 0,1-1 0 0 0,-1 1-1 0 0,0-2 1 0 0,10 0 0 0 0,-11 0 32 0 0,-1-1-1 0 0,1 1 1 0 0,0-1-1 0 0,-1-1 1 0 0,1 1-1 0 0,-1-1 1 0 0,0 0-1 0 0,0 0 1 0 0,0-1-1 0 0,0 0 1 0 0,-1 0-1 0 0,0 0 1 0 0,1-1-1 0 0,-2 0 1 0 0,1 0-1 0 0,0 0 1 0 0,-1 0-1 0 0,0-1 1 0 0,0 0-1 0 0,-1 0 1 0 0,0 0-1 0 0,4-7 1 0 0,3-15 63 0 0,-1-1 0 0 0,-1 0 0 0 0,-1 0 0 0 0,4-58 0 0 0,-4-123 597 0 0,-7 183-533 0 0,-5-63 285 0 0,4 80-526 0 0,0 12-20 0 0,-1 49-38 0 0,2 4 101 0 0,3 113-34 0 0,-1-149 57 0 0,0-1-1 0 0,2 1 1 0 0,0-1-1 0 0,0 0 1 0 0,2 0-1 0 0,13 29 1 0 0,-14-38 8 0 0,1 0 1 0 0,1 0-1 0 0,-1-1 1 0 0,1 1-1 0 0,1-2 1 0 0,0 1-1 0 0,0-1 1 0 0,0 0-1 0 0,1 0 1 0 0,0-1-1 0 0,0-1 1 0 0,0 1-1 0 0,1-1 1 0 0,0-1-1 0 0,0 0 1 0 0,0 0-1 0 0,1-1 1 0 0,-1 0-1 0 0,1-1 1 0 0,-1-1-1 0 0,1 1 1 0 0,17-1-1 0 0,-22-1 16 0 0,-1-1 0 0 0,1 0 0 0 0,0 0 0 0 0,-1 0 0 0 0,0-1-1 0 0,1 0 1 0 0,-1 0 0 0 0,0 0 0 0 0,0 0 0 0 0,0-1 0 0 0,0 0-1 0 0,0 0 1 0 0,-1-1 0 0 0,1 1 0 0 0,-1-1 0 0 0,0 0 0 0 0,0 0-1 0 0,0 0 1 0 0,-1 0 0 0 0,1-1 0 0 0,-1 0 0 0 0,0 1 0 0 0,0-1-1 0 0,-1 0 1 0 0,0-1 0 0 0,1 1 0 0 0,1-11 0 0 0,22-37 761 0 0,-25 51-798 0 0,-1 7-119 0 0,1 2 123 0 0,0 0-1 0 0,1-1 0 0 0,0 1 0 0 0,0-1 0 0 0,0 1 0 0 0,1-1 0 0 0,-1 0 0 0 0,2 0 0 0 0,-1 0 0 0 0,1-1 0 0 0,-1 1 0 0 0,2-1 0 0 0,-1 0 1 0 0,1 0-1 0 0,-1 0 0 0 0,10 6 0 0 0,-6-4-110 0 0,0 0 1 0 0,1-1-1 0 0,1 0 1 0 0,-1 0-1 0 0,1-1 1 0 0,15 6 0 0 0,-20-10-119 0 0,0 0 1 0 0,-1 0 0 0 0,1 0 0 0 0,0-1 0 0 0,0 0 0 0 0,0 0 0 0 0,0 0 0 0 0,0 0-1 0 0,-1-1 1 0 0,1 1 0 0 0,0-1 0 0 0,0 0 0 0 0,-1-1 0 0 0,1 1 0 0 0,0-1 0 0 0,-1 0-1 0 0,5-3 1 0 0,10-7-1309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5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12 4544 0 0,'-14'-4'-236'0'0,"-3"1"24"0"0,4 1 8 0 0,-9-1-104 0 0,8 3 28 0 0,-5 5-52 0 0,8 0 152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6.2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0 334 1888 0 0,'0'0'-101'0'0,"5"1"12"0"0,5 0 98 0 0,0 0-1 0 0,0 0 1 0 0,0-1 0 0 0,0 0-1 0 0,0-1 1 0 0,0 0 0 0 0,0-1-1 0 0,0 0 1 0 0,0 0 0 0 0,0-1-1 0 0,-1-1 1 0 0,1 1 0 0 0,-1-1-1 0 0,10-6 1 0 0,-14 6 46 0 0,0 1 1 0 0,0-1-1 0 0,0 1 1 0 0,0-1-1 0 0,-1-1 1 0 0,1 1-1 0 0,-1-1 1 0 0,0 0-1 0 0,0 1 0 0 0,-1-2 1 0 0,0 1-1 0 0,1 0 1 0 0,-2-1-1 0 0,1 0 1 0 0,-1 1-1 0 0,0-1 1 0 0,0 0-1 0 0,0 0 1 0 0,-1 0-1 0 0,0 0 0 0 0,0-1 1 0 0,-1 1-1 0 0,1 0 1 0 0,-2-9-1 0 0,-1 1 74 0 0,-1 0 0 0 0,0 0-1 0 0,-1 0 1 0 0,0 0-1 0 0,-1 0 1 0 0,-1 1 0 0 0,0 0-1 0 0,-15-23 1 0 0,12 16-85 0 0,9 19-48 0 0,-4 3-48 0 0,1 0 48 0 0,1 1-1 0 0,-1-1 0 0 0,1 1 0 0 0,-1-1 1 0 0,1 1-1 0 0,0 0 0 0 0,0 0 0 0 0,0 0 1 0 0,1 0-1 0 0,-1 0 0 0 0,1 0 0 0 0,-1 0 1 0 0,1 1-1 0 0,-1 3 0 0 0,0 4-7 0 0,0 0 0 0 0,0 1 1 0 0,1-1-1 0 0,0 14 0 0 0,3 13-8 0 0,11 63 1 0 0,58 190-19 0 0,-43-193 53 0 0,26 164 0 0 0,-43-108 354 0 0,-10-139 361 0 0,1-19-1133 0 0,2-23-1227 0 0,-3 21 1573 0 0,7-21-1279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6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64 119 4524 0 0,'-35'-11'-28'0'0,"33"11"61"0"0,1 0 0 0 0,-1 0 0 0 0,1 0 0 0 0,-1 0 0 0 0,1 0 0 0 0,-1-1 0 0 0,1 1 0 0 0,-1-1 1 0 0,1 1-1 0 0,0-1 0 0 0,-1 1 0 0 0,1-1 0 0 0,0 0 0 0 0,-1 0 0 0 0,1 0 0 0 0,0 1 0 0 0,0-1 0 0 0,0-1 0 0 0,-2-1 1 0 0,3 3-24 0 0,0-1 0 0 0,1 0 0 0 0,-1 0 0 0 0,0 0 0 0 0,1 0 0 0 0,-1 1 1 0 0,1-1-1 0 0,-1 0 0 0 0,0 0 0 0 0,1 1 0 0 0,0-1 0 0 0,-1 0 0 0 0,1 1 0 0 0,-1-1 1 0 0,1 1-1 0 0,0-1 0 0 0,-1 0 0 0 0,1 1 0 0 0,0 0 0 0 0,0-1 0 0 0,0 1 0 0 0,-1-1 1 0 0,2 1-1 0 0,69-27-428 0 0,-66 26 327 0 0,107-36-2337 0 0,-69 22 1820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7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0 431 3116 0 0,'34'-7'-422'0'0,"-11"3"412"0"0,-2 1 8 0 0,0-1 0 0 0,-1-1 1 0 0,1 0-1 0 0,-1-2 0 0 0,23-11 0 0 0,-38 15 28 0 0,0 1-1 0 0,0-1 0 0 0,-1-1 0 0 0,0 1 0 0 0,1-1 0 0 0,-1 0 0 0 0,0 0 0 0 0,-1 0 1 0 0,1 0-1 0 0,-1-1 0 0 0,0 1 0 0 0,0-1 0 0 0,0 0 0 0 0,-1 0 0 0 0,0 0 0 0 0,0 0 1 0 0,0 0-1 0 0,0-1 0 0 0,-1 1 0 0 0,0-1 0 0 0,0 1 0 0 0,0-1 0 0 0,-1 1 1 0 0,0-9-1 0 0,-3-22 373 0 0,-1 0 0 0 0,-1 0 1 0 0,-3 0-1 0 0,-14-44 0 0 0,15 54 113 0 0,6 25-438 0 0,1 0-64 0 0,0 1-9 0 0,0 0 0 0 0,0 0 1 0 0,0-1-1 0 0,0 1 0 0 0,0 0 0 0 0,0 0 0 0 0,0 0 0 0 0,0-1 0 0 0,0 1 0 0 0,-1 0 0 0 0,1 0 0 0 0,0 0 0 0 0,0-1 0 0 0,0 1 0 0 0,0 0 0 0 0,0 0 0 0 0,0 0 1 0 0,-1 0-1 0 0,1-1 0 0 0,0 1 0 0 0,0 0 0 0 0,0 0 0 0 0,-1 0 0 0 0,1 0 0 0 0,0 0 0 0 0,0 0 0 0 0,0 0 0 0 0,-1 0 0 0 0,1 0 0 0 0,0 0 0 0 0,0-1 0 0 0,0 1 1 0 0,-1 0-1 0 0,1 0 0 0 0,0 0 0 0 0,0 0 0 0 0,-1 0 0 0 0,1 1 0 0 0,0-1 0 0 0,0 0 0 0 0,0 0 0 0 0,-1 0 0 0 0,1 0 0 0 0,0 0 0 0 0,0 0 0 0 0,0 0 0 0 0,-1 0 1 0 0,1 0-1 0 0,0 1 0 0 0,0-1 0 0 0,0 0 0 0 0,-1 0 0 0 0,-5 8-5 0 0,0 1 0 0 0,0-1 0 0 0,1 1 0 0 0,0 0 0 0 0,0 1 0 0 0,1-1 1 0 0,1 1-1 0 0,-1 0 0 0 0,2 0 0 0 0,-1 0 0 0 0,1 0 0 0 0,1 0 0 0 0,0 0 0 0 0,0 18 0 0 0,1 16-13 0 0,3 0 0 0 0,8 47 1 0 0,6-3 15 0 0,3-2 1 0 0,37 95 0 0 0,14 52 40 0 0,-63-171 15 0 0,-7-49-12 0 0,0 0 0 0 0,1 0-1 0 0,7 23 1 0 0,-7-18-1966 0 0,2-46 629 0 0,-1 5 351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7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92 3884 0 0,'0'0'60'0'0,"-16"0"172"0"0,6-2 31 0 0,11-1 112 0 0,25-7-397 0 0,1 2-1 0 0,0 0 1 0 0,1 2-1 0 0,30-4 0 0 0,42-9-982 0 0,-55 6-68 0 0,-7 1 306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7.9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79 123 3188 0 0,'0'0'-269'0'0,"0"0"235"0"0,-1 0 0 0 0,1 0 0 0 0,0 0 0 0 0,-1 1 0 0 0,1-1 0 0 0,0 0 0 0 0,-1 0 0 0 0,1 0 0 0 0,0 0 0 0 0,0 1 0 0 0,-1-1 0 0 0,1 0 0 0 0,0 0 0 0 0,0 1 0 0 0,-1-1 0 0 0,1 0 0 0 0,0 1 0 0 0,0-1 0 0 0,0 0 0 0 0,-1 1 0 0 0,1-1 0 0 0,0 0 0 0 0,0 0 0 0 0,0 1 0 0 0,0-1 0 0 0,0 1 0 0 0,0-1 0 0 0,0 0 0 0 0,0 1 0 0 0,0-1 0 0 0,0 0 0 0 0,0 1 0 0 0,2 0 46 0 0,1 0-1 0 0,-1 0 0 0 0,1 0 0 0 0,-1 0 0 0 0,1-1 0 0 0,0 1 0 0 0,-1-1 1 0 0,1 1-1 0 0,0-1 0 0 0,-1 0 0 0 0,1 0 0 0 0,0 0 0 0 0,-1-1 0 0 0,1 1 1 0 0,-1-1-1 0 0,1 1 0 0 0,0-1 0 0 0,-1 0 0 0 0,1 0 0 0 0,-1 0 0 0 0,0 0 1 0 0,5-3-1 0 0,-1 1 60 0 0,-1 0-1 0 0,0-1 1 0 0,-1 1 0 0 0,1-1 0 0 0,0 0 0 0 0,-1 0 0 0 0,0 0 0 0 0,0-1 0 0 0,0 1 0 0 0,4-8 0 0 0,-7 10-25 0 0,1 0 0 0 0,0-1 0 0 0,0 1-1 0 0,-1-1 1 0 0,0 0 0 0 0,1 0 0 0 0,-1 1 0 0 0,0-1 0 0 0,0 0 0 0 0,-1 0 0 0 0,1 0 0 0 0,-1 0 0 0 0,1 0 0 0 0,-1 0 0 0 0,0 0 0 0 0,0 0 0 0 0,0 0 0 0 0,0 0 0 0 0,-1 0 0 0 0,0 0 0 0 0,1 0 0 0 0,-1 0 0 0 0,-2-4 0 0 0,1 6-33 0 0,0 0-1 0 0,0 0 1 0 0,-1 1 0 0 0,1-1-1 0 0,-1 0 1 0 0,1 1-1 0 0,-1 0 1 0 0,1 0 0 0 0,-1-1-1 0 0,1 1 1 0 0,-1 1 0 0 0,1-1-1 0 0,0 0 1 0 0,-1 1-1 0 0,-4 1 1 0 0,-4 2-15 0 0,0 2-1 0 0,0 0 1 0 0,1 0-1 0 0,0 1 1 0 0,0 0-1 0 0,0 1 1 0 0,1 0 0 0 0,0 0-1 0 0,1 1 1 0 0,0 0-1 0 0,0 1 1 0 0,1 0-1 0 0,0 0 1 0 0,1 0 0 0 0,0 1-1 0 0,-7 18 1 0 0,12-25 2 0 0,0-1 1 0 0,1 0 0 0 0,0 0-1 0 0,-1 0 1 0 0,1 0-1 0 0,1 0 1 0 0,-1 1 0 0 0,0-1-1 0 0,1 0 1 0 0,0 0 0 0 0,-1 0-1 0 0,1 0 1 0 0,0 0 0 0 0,1 0-1 0 0,-1 0 1 0 0,0 0-1 0 0,1-1 1 0 0,0 1 0 0 0,-1 0-1 0 0,1-1 1 0 0,0 0 0 0 0,1 1-1 0 0,-1-1 1 0 0,0 0 0 0 0,1 0-1 0 0,-1 0 1 0 0,1 0-1 0 0,-1 0 1 0 0,4 1 0 0 0,10 7 17 0 0,1-1 0 0 0,0-1 0 0 0,26 10-1 0 0,-40-17-13 0 0,9 3-164 0 0,1 0 1 0 0,0-1-1 0 0,0 0 0 0 0,0-1 1 0 0,0-1-1 0 0,0 0 1 0 0,0 0-1 0 0,0-2 1 0 0,0 1-1 0 0,0-2 0 0 0,25-5 1 0 0,-10-2-262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08.5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64 2784 0 0,'0'0'-108'0'0,"-19"-1"-82"0"0,8 0 144 0 0,13 0-80 0 0,9 1 107 0 0,0 0 1 0 0,0 1 0 0 0,0 0 0 0 0,0 1 0 0 0,0 0 0 0 0,-1 1-1 0 0,1 0 1 0 0,13 6 0 0 0,18 12-14 0 0,-1 3 0 0 0,-1 1 0 0 0,-2 3 0 0 0,69 61 0 0 0,-106-89 40 0 0,0 1 1 0 0,-1-1 0 0 0,1 1 0 0 0,0-1 0 0 0,-1 1-1 0 0,1 0 1 0 0,-1-1 0 0 0,1 1 0 0 0,0 0 0 0 0,-1 0-1 0 0,1-1 1 0 0,-1 1 0 0 0,0 0 0 0 0,1 0 0 0 0,-1 0-1 0 0,0 0 1 0 0,1 0 0 0 0,-1-1 0 0 0,0 1 0 0 0,0 0 0 0 0,0 0-1 0 0,0 0 1 0 0,0 0 0 0 0,0 0 0 0 0,0 0 0 0 0,0 0-1 0 0,0 0 1 0 0,0-1 0 0 0,-1 1 0 0 0,1 0 0 0 0,0 1-1 0 0,-2 0 9 0 0,1 0 0 0 0,-1-1 0 0 0,1 1-1 0 0,-1 0 1 0 0,0-1 0 0 0,1 1 0 0 0,-1-1-1 0 0,0 0 1 0 0,0 1 0 0 0,0-1 0 0 0,0 0 0 0 0,-3 1-1 0 0,-3 1 80 0 0,0 0 0 0 0,-1 0 0 0 0,1-1 1 0 0,-1 0-1 0 0,-12 1 0 0 0,12-3 112 0 0,0 0 1 0 0,-1-1 0 0 0,1 0 0 0 0,-1 0 0 0 0,-15-5 0 0 0,24 5-188 0 0,-1 1 0 0 0,0-1 0 0 0,1 0 0 0 0,-1 1 1 0 0,1-1-1 0 0,-1 0 0 0 0,1 0 0 0 0,-1 0 0 0 0,1 0 1 0 0,0 0-1 0 0,-1 0 0 0 0,1 0 0 0 0,0-1 0 0 0,0 1 1 0 0,0 0-1 0 0,0-1 0 0 0,0 1 0 0 0,0-1 1 0 0,0 1-1 0 0,0-1 0 0 0,1 0 0 0 0,-1 1 0 0 0,1-1 1 0 0,-1 0-1 0 0,1 1 0 0 0,0-1 0 0 0,-1 0 0 0 0,1 0 1 0 0,0 1-1 0 0,0-1 0 0 0,0 0 0 0 0,0 1 0 0 0,1-1 1 0 0,-1 0-1 0 0,0 0 0 0 0,1 1 0 0 0,0-3 0 0 0,4-10-18 0 0,0 0-1 0 0,2 0 0 0 0,-1 1 0 0 0,2-1 0 0 0,0 2 0 0 0,0-1 1 0 0,1 1-1 0 0,1 0 0 0 0,12-11 0 0 0,11-9-169 0 0,64-48-1 0 0,-72 65-2369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0.0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31 593 2740 0 0,'9'1'-86'0'0,"0"0"0"0"0,1-1-1 0 0,-1-1 1 0 0,0 0 0 0 0,0 0-1 0 0,0-1 1 0 0,0 0 0 0 0,0 0-1 0 0,0-1 1 0 0,10-4 0 0 0,-7 2 169 0 0,-1 0 0 0 0,0-1 0 0 0,-1 0 0 0 0,17-11 0 0 0,-24 14-10 0 0,1 0 0 0 0,-1-1 0 0 0,1 1 0 0 0,-1 0 1 0 0,0-1-1 0 0,0 0 0 0 0,-1 0 0 0 0,1 0 0 0 0,-1 0 0 0 0,0 0 0 0 0,0 0 1 0 0,0 0-1 0 0,-1-1 0 0 0,3-7 0 0 0,-4 11-60 0 0,0 0 0 0 0,-1-1-1 0 0,1 1 1 0 0,0-1 0 0 0,0 1 0 0 0,-1 0 0 0 0,1-1-1 0 0,-1 1 1 0 0,1 0 0 0 0,-1 0 0 0 0,0-1 0 0 0,1 1-1 0 0,-1 0 1 0 0,0 0 0 0 0,0 0 0 0 0,0 0 0 0 0,0 0 0 0 0,0 0-1 0 0,0 0 1 0 0,0 0 0 0 0,0 0 0 0 0,0 0 0 0 0,0 1-1 0 0,0-1 1 0 0,-3-1 0 0 0,1 0 6 0 0,-1 1 0 0 0,1-1 0 0 0,0 1-1 0 0,-1 0 1 0 0,0-1 0 0 0,1 1 0 0 0,-1 1 0 0 0,-5-2 0 0 0,-2 3-15 0 0,0 0 0 0 0,0 1 0 0 0,1 0 1 0 0,-1 1-1 0 0,1 0 0 0 0,0 0 0 0 0,0 1 1 0 0,0 1-1 0 0,-14 7 0 0 0,19-9-6 0 0,-1 0-1 0 0,1 1 1 0 0,0-1 0 0 0,0 1-1 0 0,0 0 1 0 0,1 1 0 0 0,-1-1-1 0 0,1 1 1 0 0,0 0-1 0 0,0 0 1 0 0,1 0 0 0 0,-1 0-1 0 0,1 1 1 0 0,0-1 0 0 0,1 1-1 0 0,-1 0 1 0 0,1 0-1 0 0,-2 8 1 0 0,4-12 3 0 0,0 0 0 0 0,0 0-1 0 0,0 0 1 0 0,0 0 0 0 0,0 0 0 0 0,0 0 0 0 0,1 0-1 0 0,-1 0 1 0 0,1 0 0 0 0,-1 0 0 0 0,1 0 0 0 0,0 0-1 0 0,0 0 1 0 0,0 0 0 0 0,0 0 0 0 0,0 0 0 0 0,0-1-1 0 0,0 1 1 0 0,2 1 0 0 0,1 1 2 0 0,0-1 1 0 0,0 0-1 0 0,0 0 0 0 0,0 0 1 0 0,1 0-1 0 0,-1-1 0 0 0,9 4 1 0 0,6 1 6 0 0,1-1 0 0 0,40 6 0 0 0,-50-10-14 0 0,2 0 5 0 0,23 5 27 0 0,0-2 0 0 0,67 2-1 0 0,-94-7-15 0 0,0 0 0 0 0,0-1-1 0 0,0 0 1 0 0,0 0-1 0 0,0-1 1 0 0,0 0 0 0 0,0 0-1 0 0,0-1 1 0 0,-1 1-1 0 0,1-2 1 0 0,-1 1 0 0 0,0-1-1 0 0,0-1 1 0 0,0 1 0 0 0,-1-1-1 0 0,1 0 1 0 0,-1 0-1 0 0,8-9 1 0 0,-12 10-4 0 0,0 0 0 0 0,1 0 0 0 0,-1 0 0 0 0,-1 0-1 0 0,1 0 1 0 0,-1 0 0 0 0,0 0 0 0 0,1-1 0 0 0,-2 1 0 0 0,1 0 0 0 0,0-9 0 0 0,-5-54 312 0 0,1 26 11 0 0,3 39-326 0 0,0 0 5 0 0,0-7-12 0 0,8 49-128 0 0,1-1 0 0 0,26 64 0 0 0,-34-101 209 0 0,-1 0-1 0 0,1 0 0 0 0,0 0 0 0 0,-1 0 0 0 0,0 0 0 0 0,1 0 0 0 0,-1 0 0 0 0,0 0 0 0 0,0 0 1 0 0,0 0-1 0 0,0 1 0 0 0,0-1 0 0 0,-1 0 0 0 0,1 0 0 0 0,-1 0 0 0 0,1 0 0 0 0,-1 0 0 0 0,-1 3 1 0 0,1-3 431 0 0,-4-5-352 0 0,4 2-141 0 0,-1 0-1 0 0,0 0 1 0 0,0-1 0 0 0,1 1 0 0 0,-1-1 0 0 0,0 1 0 0 0,1-1 0 0 0,0 1 0 0 0,-1-1 0 0 0,1 0-1 0 0,0 0 1 0 0,0 0 0 0 0,0 1 0 0 0,0-1 0 0 0,0 0 0 0 0,0 0 0 0 0,1-1 0 0 0,-1 1 0 0 0,1 0 0 0 0,-1 0-1 0 0,1 0 1 0 0,0 0 0 0 0,0 0 0 0 0,0 0 0 0 0,0-1 0 0 0,0 1 0 0 0,0 0 0 0 0,1 0 0 0 0,-1 0 0 0 0,1 0-1 0 0,0 0 1 0 0,-1 0 0 0 0,1 0 0 0 0,1-2 0 0 0,2-5-36 0 0,0 1 0 0 0,0-1 0 0 0,0 1 0 0 0,1 0 0 0 0,1 1 0 0 0,-1-1-1 0 0,1 1 1 0 0,0 0 0 0 0,1 1 0 0 0,-1 0 0 0 0,2 0 0 0 0,-1 0 0 0 0,0 1 0 0 0,1 0 0 0 0,0 0 0 0 0,0 1 0 0 0,18-7 0 0 0,-22 10-1 0 0,-1 1 0 0 0,1-1 0 0 0,0 1 0 0 0,0 0 0 0 0,0 0 0 0 0,0 0 1 0 0,0 1-1 0 0,0-1 0 0 0,0 1 0 0 0,-1 0 0 0 0,1 0 0 0 0,0 1 0 0 0,-1-1 0 0 0,1 1 1 0 0,0-1-1 0 0,-1 1 0 0 0,0 0 0 0 0,7 5 0 0 0,2 4-32 0 0,0 1-1 0 0,-1-1 0 0 0,15 20 1 0 0,-19-20 35 0 0,1-1 0 0 0,1-1 0 0 0,0 0-1 0 0,17 14 1 0 0,-8-12 29 0 0,0-2 0 0 0,1 0-1 0 0,0-1 1 0 0,1 0 0 0 0,0-2 0 0 0,0 0-1 0 0,0-2 1 0 0,1 0 0 0 0,37 2 0 0 0,-55-6 4 0 0,1 0 1 0 0,0-1 0 0 0,0 1 0 0 0,-1-1 0 0 0,1 0-1 0 0,-1 1 1 0 0,1-2 0 0 0,-1 1 0 0 0,1 0-1 0 0,-1-1 1 0 0,0 1 0 0 0,1-1 0 0 0,-1 0 0 0 0,0 0-1 0 0,0 0 1 0 0,0-1 0 0 0,-1 1 0 0 0,1-1-1 0 0,0 0 1 0 0,-1 1 0 0 0,0-1 0 0 0,0 0 0 0 0,0 0-1 0 0,0-1 1 0 0,0 1 0 0 0,0 0 0 0 0,-1-1 0 0 0,0 1-1 0 0,0-1 1 0 0,0 1 0 0 0,1-8 0 0 0,2-8 11 0 0,-2-2 1 0 0,-1 1 0 0 0,0 0 0 0 0,-3-32 0 0 0,0 29-10 0 0,-17-242 80 0 0,11 177 88 0 0,2-12-160 0 0,6 99-68 0 0,-3 6-194 0 0,-2 4 231 0 0,1 0 0 0 0,1-1 0 0 0,0 2 0 0 0,0-1 0 0 0,1 0 0 0 0,0 1 0 0 0,0-1 0 0 0,0 17 0 0 0,4 89-51 0 0,0-45 39 0 0,6 87-5 0 0,-5-137 26 0 0,0 1 0 0 0,2-1 0 0 0,0 0 0 0 0,1-1-1 0 0,14 32 1 0 0,-16-44 3 0 0,1-1 0 0 0,0 0 0 0 0,0 0 0 0 0,0 0-1 0 0,1-1 1 0 0,0 1 0 0 0,0-1 0 0 0,0-1 0 0 0,0 1 0 0 0,1-1-1 0 0,0 0 1 0 0,0 0 0 0 0,0-1 0 0 0,0 0 0 0 0,1-1 0 0 0,-1 1-1 0 0,1-1 1 0 0,12 1 0 0 0,9 2-100 0 0,0-2-1 0 0,0-1 0 0 0,50-3 1 0 0,-48-1-666 0 0,0-2 0 0 0,-1-1 1 0 0,34-10-1 0 0,-19 0-1163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0.2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65 4852 0 0,'0'0'-300'0'0,"-16"-3"20"0"0,43-11-804 0 0,-10 11 936 0 0,2-2 20 0 0,6 3 4 0 0,2-3 8 0 0,12 2 28 0 0,-1-2 4 0 0,14 0-24 0 0,6-2-84 0 0,-15 2-252 0 0,-4 0-156 0 0,-3 3 204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1.8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332 111 1552 0 0,'0'0'2330'0'0,"-22"-37"-1774"0"0,19 32-527 0 0,0 0 0 0 0,0 0 1 0 0,0 0-1 0 0,-1 1 1 0 0,0-1-1 0 0,0 1 0 0 0,0 0 1 0 0,0 0-1 0 0,0 0 0 0 0,-1 1 1 0 0,0-1-1 0 0,0 1 0 0 0,0 0 1 0 0,0 1-1 0 0,0-1 1 0 0,0 1-1 0 0,-1 0 0 0 0,1 0 1 0 0,-1 1-1 0 0,0 0 0 0 0,1 0 1 0 0,-1 0-1 0 0,-9 0 0 0 0,10 2-31 0 0,-1-1 0 0 0,0 1 0 0 0,0 1 0 0 0,1-1-1 0 0,-1 1 1 0 0,1 0 0 0 0,-1 0 0 0 0,1 0-1 0 0,0 1 1 0 0,0 0 0 0 0,0 0 0 0 0,0 0-1 0 0,-6 7 1 0 0,-5 3-7 0 0,1 2 0 0 0,-15 19 0 0 0,29-33 8 0 0,-4 5-6 0 0,0 1 0 0 0,0-1 0 0 0,1 1 0 0 0,-1 0 0 0 0,2 0 0 0 0,-1 0 0 0 0,1 0 0 0 0,0 1 0 0 0,1-1 0 0 0,-1 1 0 0 0,2-1-1 0 0,-1 1 1 0 0,0 8 0 0 0,2-12 8 0 0,0 1 0 0 0,0-1-1 0 0,1 0 1 0 0,-1 0-1 0 0,1 0 1 0 0,0 0-1 0 0,0 0 1 0 0,1 0 0 0 0,-1 0-1 0 0,1-1 1 0 0,0 1-1 0 0,0 0 1 0 0,0-1 0 0 0,0 1-1 0 0,0-1 1 0 0,1 0-1 0 0,0 0 1 0 0,0 0 0 0 0,0 0-1 0 0,0 0 1 0 0,0 0-1 0 0,0-1 1 0 0,1 0 0 0 0,-1 1-1 0 0,8 2 1 0 0,-5-2 7 0 0,-1-1 0 0 0,0 0 0 0 0,1 0 1 0 0,0-1-1 0 0,-1 1 0 0 0,1-1 0 0 0,0 0 1 0 0,0-1-1 0 0,-1 1 0 0 0,1-1 0 0 0,0 0 0 0 0,0-1 1 0 0,0 1-1 0 0,7-3 0 0 0,-4 0-4 0 0,0 0 1 0 0,0 0-1 0 0,-1-1 0 0 0,0 0 0 0 0,0-1 1 0 0,0 1-1 0 0,0-2 0 0 0,8-6 0 0 0,7-10 117 0 0,-1 0 0 0 0,-2-1 0 0 0,0-1 1 0 0,19-31-1 0 0,-10 13 409 0 0,-31 44-532 0 0,1 1 0 0 0,0 0 0 0 0,0 0 0 0 0,0 0 0 0 0,0 0 0 0 0,0 1 0 0 0,1-1 0 0 0,-1 0 0 0 0,1 0 0 0 0,0 0 0 0 0,0 0 1 0 0,0 1-1 0 0,0-1 0 0 0,1 0 0 0 0,-1 0 0 0 0,2 4 0 0 0,-1-3-1 0 0,0 1-1 0 0,0 0 1 0 0,0 0 0 0 0,0-1-1 0 0,1 1 1 0 0,0-1 0 0 0,0 0-1 0 0,0 1 1 0 0,1-1 0 0 0,4 6-1 0 0,3 0-130 0 0,-7-6-19 0 0,0-1 1 0 0,0 1 0 0 0,1-1 0 0 0,-1 0 0 0 0,1 0 0 0 0,0 0 0 0 0,-1 0-1 0 0,1-1 1 0 0,1 1 0 0 0,-1-1 0 0 0,0 0 0 0 0,0 0 0 0 0,1-1 0 0 0,-1 1 0 0 0,1-1-1 0 0,-1 0 1 0 0,1 0 0 0 0,0-1 0 0 0,-1 1 0 0 0,1-1 0 0 0,0 0 0 0 0,6-1 0 0 0,12-5-586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2.6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245 34 3356 0 0,'1'-1'-5'0'0,"0"-1"0"0"0,0 1-1 0 0,-1-1 1 0 0,1 1 0 0 0,0-1-1 0 0,-1 1 1 0 0,1-1 0 0 0,-1 0-1 0 0,0 1 1 0 0,1-1-1 0 0,-1 0 1 0 0,0 1 0 0 0,0-3-1 0 0,0 4 9 0 0,-1-1-1 0 0,1 0 0 0 0,-1 1 0 0 0,1-1 1 0 0,-1 0-1 0 0,0 1 0 0 0,1-1 0 0 0,-1 1 1 0 0,1-1-1 0 0,-1 1 0 0 0,0-1 0 0 0,1 1 1 0 0,-1-1-1 0 0,0 1 0 0 0,0 0 0 0 0,1 0 1 0 0,-1-1-1 0 0,0 1 0 0 0,0 0 0 0 0,0 0 1 0 0,1 0-1 0 0,-1 0 0 0 0,0-1 0 0 0,0 1 1 0 0,0 1-1 0 0,1-1 0 0 0,-1 0 0 0 0,0 0 1 0 0,0 0-1 0 0,0 0 0 0 0,1 0 0 0 0,-2 1 1 0 0,-15 1-16 0 0,1 1 0 0 0,0 0 0 0 0,0 1 0 0 0,0 1 0 0 0,1 0 0 0 0,0 1 0 0 0,0 1 0 0 0,0 0 0 0 0,0 1 0 0 0,1 1 0 0 0,1 0 0 0 0,-20 17 0 0 0,32-26 11 0 0,0 1 0 0 0,0 0 1 0 0,0 0-1 0 0,0 0 0 0 0,1 0 0 0 0,-1 0 1 0 0,0 0-1 0 0,0 1 0 0 0,1-1 0 0 0,-1 0 1 0 0,0 0-1 0 0,1 0 0 0 0,0 1 0 0 0,-1-1 1 0 0,1 0-1 0 0,0 1 0 0 0,-1-1 0 0 0,1 0 0 0 0,0 1 1 0 0,0-1-1 0 0,0 0 0 0 0,0 1 0 0 0,0-1 1 0 0,0 0-1 0 0,1 1 0 0 0,-1-1 0 0 0,1 3 1 0 0,1-2 3 0 0,-1 0 0 0 0,1 0 0 0 0,0 0 1 0 0,0 0-1 0 0,0 0 0 0 0,0 0 0 0 0,0-1 1 0 0,0 1-1 0 0,1-1 0 0 0,-1 1 0 0 0,0-1 1 0 0,1 0-1 0 0,2 1 0 0 0,10 3 20 0 0,1 0-1 0 0,0-1 1 0 0,21 3 0 0 0,-37-7-22 0 0,14 1 17 0 0,-1 0 0 0 0,1 0 1 0 0,0-1-1 0 0,0-1 0 0 0,-1 0 1 0 0,1-1-1 0 0,23-6 0 0 0,-32 7-7 0 0,-1 0-1 0 0,0-1 0 0 0,0 1 0 0 0,0-1 0 0 0,-1 1 0 0 0,1-1 1 0 0,0 0-1 0 0,-1 0 0 0 0,1-1 0 0 0,-1 1 0 0 0,0-1 0 0 0,1 0 1 0 0,-1 0-1 0 0,-1 0 0 0 0,1 0 0 0 0,0 0 0 0 0,-1-1 0 0 0,1 1 1 0 0,-1-1-1 0 0,0 1 0 0 0,-1-1 0 0 0,1 0 0 0 0,0 0 0 0 0,-1 0 1 0 0,0 0-1 0 0,0 0 0 0 0,0 0 0 0 0,0-8 0 0 0,-6-20 31 0 0,5 31-48 0 0,-2-1-64 0 0,2 1 70 0 0,0 1-1 0 0,0 0 1 0 0,0 0 0 0 0,0 0-1 0 0,1 0 1 0 0,-1 0-1 0 0,0 0 1 0 0,0-1 0 0 0,0 1-1 0 0,0 0 1 0 0,0 0-1 0 0,0 0 1 0 0,0 0 0 0 0,0 0-1 0 0,0 0 1 0 0,0-1-1 0 0,0 1 1 0 0,-1 0 0 0 0,1 0-1 0 0,0 0 1 0 0,0 0-1 0 0,0 0 1 0 0,0 0 0 0 0,0-1-1 0 0,0 1 1 0 0,0 0-1 0 0,0 0 1 0 0,0 0 0 0 0,0 0-1 0 0,0 0 1 0 0,0 0-1 0 0,-1 0 1 0 0,1 0-1 0 0,0 0 1 0 0,0 0 0 0 0,0-1-1 0 0,0 1 1 0 0,0 0-1 0 0,0 0 1 0 0,0 0 0 0 0,-1 0-1 0 0,1 0 1 0 0,0 0-1 0 0,0 0 1 0 0,0 0 0 0 0,0 0-1 0 0,0 0 1 0 0,0 0-1 0 0,-1 0 1 0 0,1 0 0 0 0,0 0-1 0 0,0 0 1 0 0,0 0-1 0 0,0 0 1 0 0,0 0 0 0 0,0 0-1 0 0,-1 0 1 0 0,1 0-1 0 0,0 0 1 0 0,0 1 0 0 0,0-1-1 0 0,0 0 1 0 0,0 0-1 0 0,0 0 1 0 0,0 0 0 0 0,-1 0-1 0 0,1 0 1 0 0,0 0-1 0 0,0 10 1 0 0,0-1 1 0 0,0 0-1 0 0,1 0 0 0 0,0 0 0 0 0,0 0 0 0 0,1 0 0 0 0,0 0 0 0 0,1 0 0 0 0,0 0 0 0 0,1-1 0 0 0,-1 1 0 0 0,2-1 1 0 0,-1 0-1 0 0,1 0 0 0 0,7 8 0 0 0,15 21-8 0 0,52 55 0 0 0,-14-27 36 0 0,-40-42-7 0 0,-1 1 0 0 0,-1 2 1 0 0,28 39-1 0 0,-49-63-16 0 0,-1 0 0 0 0,1 1 0 0 0,-1-1 0 0 0,0 0 0 0 0,0 1 0 0 0,0-1 0 0 0,0 1 0 0 0,0-1 0 0 0,0 1 0 0 0,-1 0 0 0 0,1-1 0 0 0,-1 1 0 0 0,0 0 0 0 0,0-1 0 0 0,0 1 0 0 0,0 0 0 0 0,0-1 0 0 0,0 1 0 0 0,-1 0 0 0 0,0-1 0 0 0,1 1 0 0 0,-1-1 0 0 0,-2 4 0 0 0,1-1 6 0 0,-1-1-1 0 0,0 0 0 0 0,-1 0 0 0 0,1-1 1 0 0,-1 1-1 0 0,0-1 0 0 0,0 1 1 0 0,0-1-1 0 0,0-1 0 0 0,0 1 0 0 0,-8 3 1 0 0,-11 4 45 0 0,0-1 0 0 0,0-1 0 0 0,-47 9 1 0 0,34-10 145 0 0,-58 4 0 0 0,80-10-78 0 0,-1-1-1 0 0,1-1 1 0 0,-1 0-1 0 0,1-1 1 0 0,0 0-1 0 0,0-1 1 0 0,-15-5-1 0 0,26 7-103 0 0,1 0-1 0 0,-1 0 0 0 0,1 0 0 0 0,0 0 0 0 0,-1 0 0 0 0,1-1 1 0 0,0 1-1 0 0,0-1 0 0 0,0 0 0 0 0,0 1 0 0 0,0-1 0 0 0,1 0 1 0 0,-1 0-1 0 0,0 0 0 0 0,1 0 0 0 0,-1-1 0 0 0,1 1 0 0 0,0 0 0 0 0,0-1 1 0 0,0 1-1 0 0,0-1 0 0 0,0 1 0 0 0,1-1 0 0 0,-1 1 0 0 0,1-1 1 0 0,-1 1-1 0 0,1-1 0 0 0,0 1 0 0 0,0-1 0 0 0,0 0 0 0 0,0 1 1 0 0,1-1-1 0 0,-1 1 0 0 0,1-1 0 0 0,-1 0 0 0 0,1 1 0 0 0,0 0 0 0 0,0-1 1 0 0,2-2-1 0 0,2-7-35 0 0,1 0 0 0 0,0 1 0 0 0,1 0 0 0 0,0 1 0 0 0,1-1 0 0 0,15-15 0 0 0,7-1-354 0 0,1 0 0 0 0,1 3 1 0 0,68-41-1 0 0,-83 55-1784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3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333 49 2672 0 0,'-10'-14'-262'0'0,"1"9"263"0"0,0 0 1 0 0,-1 1-1 0 0,1 0 1 0 0,-1 1-1 0 0,0 0 1 0 0,0 0-1 0 0,0 1 1 0 0,0 1-1 0 0,-1-1 1 0 0,1 2-1 0 0,0-1 1 0 0,-1 1-1 0 0,-17 3 1 0 0,16-2 9 0 0,0 1 1 0 0,0 0-1 0 0,0 1 0 0 0,0 0 1 0 0,0 1-1 0 0,1 0 0 0 0,0 1 1 0 0,0 0-1 0 0,0 1 0 0 0,0 0 1 0 0,-14 12-1 0 0,23-18-9 0 0,1 1 1 0 0,1 0-1 0 0,-1 0 1 0 0,0 0-1 0 0,0 0 1 0 0,0 0-1 0 0,0 0 1 0 0,1 0-1 0 0,-1 0 1 0 0,0 0-1 0 0,1 0 1 0 0,-1 0-1 0 0,1 0 1 0 0,-1 0-1 0 0,1 0 1 0 0,0 1-1 0 0,-1-1 1 0 0,1 0-1 0 0,0 0 1 0 0,0 1-1 0 0,0-1 1 0 0,0 0-1 0 0,0 0 1 0 0,0 1-1 0 0,0-1 1 0 0,0 0-1 0 0,1 0 1 0 0,-1 0-1 0 0,0 1 1 0 0,1-1-1 0 0,-1 0 1 0 0,1 0-1 0 0,-1 0 1 0 0,1 0-1 0 0,0 0 1 0 0,-1 0-1 0 0,1 0 1 0 0,0 0-1 0 0,0 0 1 0 0,0 0-1 0 0,-1 0 1 0 0,1 0-1 0 0,0-1 1 0 0,0 1-1 0 0,0 0 1 0 0,1-1-1 0 0,-1 1 1 0 0,0 0-1 0 0,0-1 1 0 0,2 1-1 0 0,6 4 12 0 0,1 0-1 0 0,0-1 1 0 0,0 0 0 0 0,14 3-1 0 0,2 0 1 0 0,1-1 0 0 0,0-2 0 0 0,1 0 0 0 0,41-1 0 0 0,-62-3-8 0 0,1 0-1 0 0,0 0 1 0 0,0-1-1 0 0,-1 0 1 0 0,1 0-1 0 0,-1-1 1 0 0,1 0-1 0 0,-1 0 0 0 0,1-1 1 0 0,-1 0-1 0 0,0 0 1 0 0,0 0-1 0 0,-1-1 1 0 0,1 0-1 0 0,-1-1 1 0 0,0 0-1 0 0,0 1 1 0 0,0-2-1 0 0,0 1 0 0 0,7-11 1 0 0,-11 12 36 0 0,0-1-1 0 0,0 1 1 0 0,-1 0 0 0 0,0 0 0 0 0,1-1 0 0 0,-2 1-1 0 0,1-1 1 0 0,0 1 0 0 0,-1-1 0 0 0,0 1 0 0 0,0-1-1 0 0,-1 0 1 0 0,1 1 0 0 0,-1-1 0 0 0,0 1-1 0 0,0 0 1 0 0,-3-9 0 0 0,4 11-40 0 0,-1 3-2 0 0,1-1-1 0 0,0 0 1 0 0,0 0-1 0 0,0 0 1 0 0,0 0-1 0 0,0 0 1 0 0,0 0-1 0 0,0 0 1 0 0,-1 0-1 0 0,1 0 1 0 0,0 0 0 0 0,0 0-1 0 0,0 0 1 0 0,0 1-1 0 0,0-1 1 0 0,0 0-1 0 0,-1 0 1 0 0,1 0-1 0 0,0 0 1 0 0,0 0 0 0 0,0 0-1 0 0,0 0 1 0 0,0 0-1 0 0,-1 0 1 0 0,1-1-1 0 0,0 1 1 0 0,0 0-1 0 0,0 0 1 0 0,0 0-1 0 0,0 0 1 0 0,0 0 0 0 0,-1 0-1 0 0,1 0 1 0 0,0 0-1 0 0,0 0 1 0 0,0 0-1 0 0,0 0 1 0 0,0 0-1 0 0,0 0 1 0 0,0-1 0 0 0,0 1-1 0 0,-1 0 1 0 0,1 0-1 0 0,0 0 1 0 0,0 0-1 0 0,0 0 1 0 0,0 0-1 0 0,0-1 1 0 0,0 1-1 0 0,0 0 1 0 0,0 0 0 0 0,0 0-1 0 0,0 0 1 0 0,0 0-1 0 0,0 0 1 0 0,0-1-1 0 0,0 1 1 0 0,0 0-1 0 0,0 0 1 0 0,0 0-1 0 0,0 0 1 0 0,0 0 0 0 0,0-1-1 0 0,0 1 1 0 0,0 0-1 0 0,0 0 1 0 0,0 0-1 0 0,-1 1-5 0 0,0 0 4 0 0,0 0 0 0 0,0 0 0 0 0,1 0 0 0 0,-1-1 0 0 0,0 1 0 0 0,0 0 0 0 0,1 0 0 0 0,-1 0 0 0 0,1 0 0 0 0,-1 1 0 0 0,1-1-1 0 0,-1 0 1 0 0,1 0 0 0 0,0 0 0 0 0,-1 0 0 0 0,1 2 0 0 0,1 4 2 0 0,-1 0-1 0 0,2 0 1 0 0,-1 0-1 0 0,1 0 1 0 0,0 0-1 0 0,0 0 1 0 0,1-1-1 0 0,0 1 1 0 0,0-1-1 0 0,0 0 1 0 0,5 6-1 0 0,0 1 1 0 0,67 117 12 0 0,44 83 95 0 0,-115-205-95 0 0,0-1-1 0 0,0 1 0 0 0,-1 0 1 0 0,0 1-1 0 0,-1-1 0 0 0,1 1 1 0 0,-2-1-1 0 0,1 1 0 0 0,-1 12 1 0 0,-1-17-5 0 0,-1 0-1 0 0,0 0 1 0 0,0 0 0 0 0,0 0 0 0 0,0 0 0 0 0,0 0 0 0 0,-1-1 0 0 0,0 1 0 0 0,0-1 0 0 0,0 1 0 0 0,0-1-1 0 0,-1 0 1 0 0,1 0 0 0 0,-1 0 0 0 0,0 0 0 0 0,1 0 0 0 0,-2 0 0 0 0,1-1 0 0 0,0 1 0 0 0,0-1 0 0 0,-1 0-1 0 0,-3 2 1 0 0,-7 2 68 0 0,-1 0-1 0 0,1 0 0 0 0,-1-1 1 0 0,0-1-1 0 0,0-1 1 0 0,-1 0-1 0 0,1-1 0 0 0,-1 0 1 0 0,1-2-1 0 0,-1 0 0 0 0,1 0 1 0 0,-1-1-1 0 0,1-1 0 0 0,-1-1 1 0 0,1 0-1 0 0,-22-8 0 0 0,35 10-53 0 0,-1 0-1 0 0,0 0 1 0 0,1 0-1 0 0,-1-1 1 0 0,1 1-1 0 0,-1-1 1 0 0,1 1-1 0 0,-1-1 1 0 0,1 0-1 0 0,0 0 1 0 0,0 0-1 0 0,0 0 0 0 0,0 0 1 0 0,0-1-1 0 0,1 1 1 0 0,-1 0-1 0 0,1-1 1 0 0,-1 1-1 0 0,1-1 1 0 0,0 0-1 0 0,0 0 1 0 0,0 1-1 0 0,0-1 0 0 0,1 0 1 0 0,-1 0-1 0 0,1 0 1 0 0,0 0-1 0 0,-1 1 1 0 0,1-1-1 0 0,1 0 1 0 0,-1 0-1 0 0,0 0 1 0 0,1 0-1 0 0,-1 0 0 0 0,3-5 1 0 0,-1 2-14 0 0,1 0-1 0 0,0 0 1 0 0,0 0 0 0 0,0 0-1 0 0,1 0 1 0 0,0 1-1 0 0,0-1 1 0 0,0 1 0 0 0,1 0-1 0 0,0 0 1 0 0,0 1 0 0 0,0-1-1 0 0,0 1 1 0 0,10-5 0 0 0,66-30-909 0 0,-79 38 797 0 0,-5-9-2733 0 0,3 8 2424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4.0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0 4144 0 0,'-18'12'4712'0'0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5.1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96 5132 0 0,'0'0'-404'0'0,"-12"-1"-586"0"0,8 0 695 0 0,10 1-1527 0 0,519-20 1775 0 0,-519 20 117 0 0,-2 0 8 0 0,-1 0 0 0 0,1 0-1 0 0,-1 0 1 0 0,1-1 0 0 0,-1 1 0 0 0,1-1 0 0 0,-1 0 0 0 0,1 0 0 0 0,-1 0-1 0 0,0 0 1 0 0,1 0 0 0 0,-1-1 0 0 0,0 0 0 0 0,0 0 0 0 0,6-4 0 0 0,-8 5 142 0 0,-5-1-140 0 0,-12-6-22 0 0,-1 1 1 0 0,0 1 0 0 0,0 1-1 0 0,0 1 1 0 0,0 0-1 0 0,-1 1 1 0 0,-28-1 0 0 0,-14-4 45 0 0,58 7-86 0 0,-9 0-31 0 0,8 0 2 0 0,11 2-36 0 0,69 8 21 0 0,1 4 0 0 0,-2 3 0 0 0,80 29 0 0 0,-155-45 25 0 0,0 0 1 0 0,0 0-1 0 0,1 0 0 0 0,-1 0 0 0 0,0 1 0 0 0,0-1 0 0 0,0 0 0 0 0,0 1 1 0 0,0-1-1 0 0,0 1 0 0 0,0-1 0 0 0,0 1 0 0 0,0 0 0 0 0,0-1 0 0 0,0 1 1 0 0,0 0-1 0 0,0 0 0 0 0,0-1 0 0 0,-1 1 0 0 0,1 0 0 0 0,0 0 1 0 0,0 0-1 0 0,-1 0 0 0 0,1 0 0 0 0,-1 0 0 0 0,1 0 0 0 0,-1 0 0 0 0,1 2 1 0 0,-2-2 3 0 0,0 0 0 0 0,0 1 1 0 0,1-1-1 0 0,-1 0 0 0 0,-1 1 1 0 0,1-1-1 0 0,0 0 0 0 0,0 0 1 0 0,0 0-1 0 0,0 0 0 0 0,-1 0 1 0 0,1 0-1 0 0,-1-1 1 0 0,1 1-1 0 0,0 0 0 0 0,-4 0 1 0 0,-69 23 91 0 0,31-13-184 0 0,18-4-344 0 0,1-1-1 0 0,-1-1 0 0 0,-42 2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7.9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0 125 2356 0 0,'0'0'-156'0'0,"5"-2"-2"0"0,4-2 142 0 0,1 0 0 0 0,0 1 1 0 0,0 0-1 0 0,1 1 1 0 0,-1 0-1 0 0,21 0 1 0 0,-28 2 6 0 0,35 3-106 0 0,-33 0 103 0 0,1 0 0 0 0,-1 0 1 0 0,0 1-1 0 0,0-1 0 0 0,0 1 1 0 0,0 0-1 0 0,-1 1 0 0 0,0-1 0 0 0,0 1 1 0 0,0 0-1 0 0,0 0 0 0 0,-1 0 1 0 0,0 0-1 0 0,0 1 0 0 0,0-1 0 0 0,0 1 1 0 0,-1 0-1 0 0,0 0 0 0 0,-1 0 1 0 0,1 0-1 0 0,1 11 0 0 0,1 15 22 0 0,0 1 1 0 0,-2 60-1 0 0,-2-71 13 0 0,0-20 32 0 0,0 1 224 0 0,-5 15 3420 0 0,-2-25-3638 0 0,1 0-1 0 0,0 0 1 0 0,0-1 0 0 0,0 0 0 0 0,1 0-1 0 0,0-1 1 0 0,1 1 0 0 0,0-1 0 0 0,0 0 0 0 0,1 0-1 0 0,0-1 1 0 0,0 1 0 0 0,1-1 0 0 0,1 1-1 0 0,-2-16 1 0 0,1-9-148 0 0,1 0 0 0 0,2 0 0 0 0,6-44 1 0 0,3-1-302 0 0,-10 77 353 0 0,1 1 26 0 0,-1 0 0 0 0,0 0 0 0 0,1 1 0 0 0,0-1 0 0 0,-1 0 0 0 0,1 1 0 0 0,-1-1 0 0 0,1 0 0 0 0,0 1 0 0 0,0-1 0 0 0,-1 1 1 0 0,1-1-1 0 0,0 1 0 0 0,0 0 0 0 0,-1-1 0 0 0,1 1 0 0 0,0 0 0 0 0,0-1 0 0 0,0 1 0 0 0,0 0 0 0 0,-1 0 0 0 0,1 0 0 0 0,2 0 0 0 0,5 3-11 0 0,1 0 0 0 0,-1 1 0 0 0,0 0 0 0 0,0 0 0 0 0,0 1 0 0 0,-1 0 0 0 0,1 0 0 0 0,8 9 0 0 0,9 13-46 0 0,-9-9 35 0 0,0 0 0 0 0,-1 0 0 0 0,20 35-1 0 0,-20-30 38 0 0,1 0-1 0 0,22 24 1 0 0,2 2 71 0 0,-50-59 374 0 0,1 1 0 0 0,0-2 1 0 0,1 1-1 0 0,0-1 0 0 0,-8-16 0 0 0,13 18-443 0 0,0 0 0 0 0,1-1-1 0 0,0 1 1 0 0,1 0 0 0 0,-1-1 0 0 0,2 1-1 0 0,-1-1 1 0 0,2 1 0 0 0,-1-1-1 0 0,1 1 1 0 0,0 0 0 0 0,1-1-1 0 0,0 1 1 0 0,5-11 0 0 0,-6 17-19 0 0,1 0-1 0 0,0 1 1 0 0,-1-1 0 0 0,1 1 0 0 0,0 0 0 0 0,0-1 0 0 0,1 1 0 0 0,-1 0 0 0 0,0 0-1 0 0,1 0 1 0 0,-1 1 0 0 0,1-1 0 0 0,0 1 0 0 0,-1-1 0 0 0,1 1 0 0 0,6-2 0 0 0,41-12-108 0 0,-45 14 103 0 0,1-1 0 0 0,-1 1 0 0 0,0 0-1 0 0,0 1 1 0 0,1 0 0 0 0,-1-1 0 0 0,0 2 0 0 0,1-1 0 0 0,-1 1 0 0 0,0-1 0 0 0,0 1 0 0 0,1 1 0 0 0,-1-1 0 0 0,0 1 0 0 0,0 0 0 0 0,-1 0 0 0 0,1 0 0 0 0,0 1 0 0 0,-1 0 0 0 0,1 0 0 0 0,-1 0-1 0 0,0 0 1 0 0,0 1 0 0 0,0-1 0 0 0,0 1 0 0 0,-1 0 0 0 0,1 0 0 0 0,-1 1 0 0 0,0-1 0 0 0,-1 1 0 0 0,1-1 0 0 0,-1 1 0 0 0,0 0 0 0 0,0 0 0 0 0,0 0 0 0 0,2 9 0 0 0,55 254-33 0 0,-56-254 132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8.5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47 189 4876 0 0,'20'2'-1438'0'0,"-11"-4"1361"0"0,-1 1 0 0 0,1-1 1 0 0,-1-1-1 0 0,0 0 0 0 0,0 0 1 0 0,0 0-1 0 0,0-1 1 0 0,0 0-1 0 0,-1-1 0 0 0,8-5 1 0 0,-11 7 118 0 0,-1 1 0 0 0,-1 0 0 0 0,1-1 0 0 0,0 0 0 0 0,-1 0 0 0 0,1 0 0 0 0,-1 0 0 0 0,0 0 0 0 0,0 0 0 0 0,0 0 0 0 0,0-1 0 0 0,-1 1 0 0 0,1-1 0 0 0,-1 1 0 0 0,0-1 0 0 0,0 0 0 0 0,0 1 0 0 0,-1-1 0 0 0,1 0 0 0 0,-1 0 0 0 0,0 1 0 0 0,0-1 0 0 0,0 0 0 0 0,-1 0 0 0 0,1 1 0 0 0,-1-1 0 0 0,-1-5 0 0 0,2 7-25 0 0,-1-1-1 0 0,1 1 1 0 0,-1-1-1 0 0,0 1 1 0 0,0 0-1 0 0,0-1 1 0 0,0 1-1 0 0,0 0 1 0 0,0 0-1 0 0,0 0 1 0 0,-1-1 0 0 0,1 1-1 0 0,-1 1 1 0 0,0-1-1 0 0,0 0 1 0 0,1 0-1 0 0,-1 1 1 0 0,0-1-1 0 0,0 1 1 0 0,-1-1-1 0 0,1 1 1 0 0,0 0 0 0 0,0 0-1 0 0,-1 0 1 0 0,1 0-1 0 0,0 0 1 0 0,-1 1-1 0 0,1-1 1 0 0,-1 1-1 0 0,1-1 1 0 0,-4 1-1 0 0,4 0-12 0 0,-4 1-14 0 0,-1 0 3 0 0,-1 1-1 0 0,1 0 0 0 0,0 1 1 0 0,0 0-1 0 0,0 0 0 0 0,1 0 1 0 0,-1 1-1 0 0,1 0 0 0 0,0 0 0 0 0,0 1 1 0 0,0-1-1 0 0,0 1 0 0 0,1 1 1 0 0,0-1-1 0 0,0 1 0 0 0,-7 9 1 0 0,10-11 4 0 0,0 0 0 0 0,-1 0 0 0 0,1 0 0 0 0,1 0 0 0 0,-1 0 0 0 0,1 0 0 0 0,-1 0 0 0 0,1 0 0 0 0,0 1 0 0 0,1-1 0 0 0,-1 1 1 0 0,1-1-1 0 0,0 0 0 0 0,0 1 0 0 0,0-1 0 0 0,0 1 0 0 0,1-1 0 0 0,0 0 0 0 0,0 1 0 0 0,0-1 0 0 0,0 0 0 0 0,1 0 0 0 0,0 0 0 0 0,0 0 1 0 0,0 0-1 0 0,0 0 0 0 0,0 0 0 0 0,1-1 0 0 0,0 1 0 0 0,4 3 0 0 0,4 4 13 0 0,2 0 0 0 0,-1-1 0 0 0,1 0-1 0 0,1-1 1 0 0,0-1 0 0 0,0 0 0 0 0,1-1 0 0 0,19 6 0 0 0,-3-2 24 0 0,0-1 0 0 0,1-2 0 0 0,35 4 0 0 0,-63-12-201 0 0,-1 0 1 0 0,1 1 0 0 0,0-2 0 0 0,0 1 0 0 0,0 0-1 0 0,0-1 1 0 0,-1 0 0 0 0,1 0 0 0 0,0 0-1 0 0,-1 0 1 0 0,1-1 0 0 0,0 1 0 0 0,-1-1-1 0 0,5-3 1 0 0,1-4-482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9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252 31 2344 0 0,'0'0'-77'0'0,"-26"-21"111"0"0,18 18 5 0 0,0 1 0 0 0,0 1 0 0 0,0-1 1 0 0,0 1-1 0 0,0 1 0 0 0,-1 0 0 0 0,1 0 0 0 0,0 0 1 0 0,0 1-1 0 0,-1 0 0 0 0,1 1 0 0 0,0 0 0 0 0,0 0 1 0 0,-7 4-1 0 0,9-4-39 0 0,0 0 1 0 0,0 1-1 0 0,0 0 0 0 0,1 0 1 0 0,-1 0-1 0 0,1 1 1 0 0,0 0-1 0 0,0 0 0 0 0,0 0 1 0 0,0 0-1 0 0,1 1 1 0 0,0 0-1 0 0,0 0 0 0 0,0 0 1 0 0,0 0-1 0 0,1 1 1 0 0,0-1-1 0 0,0 1 1 0 0,-2 8-1 0 0,4-10 5 0 0,0-1 1 0 0,1 1-1 0 0,-1-1 1 0 0,1 1 0 0 0,0-1-1 0 0,0 1 1 0 0,1 0-1 0 0,-1-1 1 0 0,1 1-1 0 0,-1-1 1 0 0,1 1-1 0 0,0-1 1 0 0,0 1-1 0 0,1-1 1 0 0,-1 0-1 0 0,1 0 1 0 0,-1 1-1 0 0,1-1 1 0 0,0 0-1 0 0,1 0 1 0 0,-1-1-1 0 0,0 1 1 0 0,1 0-1 0 0,-1-1 1 0 0,1 0-1 0 0,0 1 1 0 0,0-1-1 0 0,0 0 1 0 0,0 0-1 0 0,0-1 1 0 0,0 1-1 0 0,1-1 1 0 0,-1 1-1 0 0,6 0 1 0 0,-2 1 15 0 0,-1-1-1 0 0,0 0 1 0 0,1-1-1 0 0,-1 0 1 0 0,1 0 0 0 0,-1 0-1 0 0,1-1 1 0 0,0 0 0 0 0,-1 0-1 0 0,1 0 1 0 0,-1-1-1 0 0,1 0 1 0 0,-1-1 0 0 0,1 1-1 0 0,-1-1 1 0 0,0 0-1 0 0,1-1 1 0 0,6-3 0 0 0,-4-2 83 0 0,0-1 0 0 0,-1 0 0 0 0,0 0 0 0 0,-1 0 0 0 0,0-1 0 0 0,0 0 0 0 0,-1 0 0 0 0,-1-1 0 0 0,0 0 0 0 0,0 0 0 0 0,-1 0 0 0 0,3-13 0 0 0,-6 23-54 0 0,-1 1-48 0 0,0-1 0 0 0,0 1 0 0 0,0 0 0 0 0,0 0 0 0 0,0 0 0 0 0,0-1 0 0 0,0 1 0 0 0,0 0 0 0 0,0 0 0 0 0,-1 0 0 0 0,1-1 0 0 0,0 1 0 0 0,0 0 0 0 0,0 0 0 0 0,0 0 0 0 0,0 0 0 0 0,0-1 0 0 0,0 1 0 0 0,0 0 0 0 0,-1 0 0 0 0,1 0 0 0 0,0 0 0 0 0,0 0 0 0 0,0 0 0 0 0,0-1 0 0 0,-1 1 0 0 0,1 0 0 0 0,0 0 0 0 0,0 0 0 0 0,0 0-1 0 0,0 0 1 0 0,-1 0 0 0 0,1 0 0 0 0,0 0 0 0 0,0 0 0 0 0,0 0 0 0 0,-1 0 0 0 0,1 0 0 0 0,0 0 0 0 0,0 0 0 0 0,0 0 0 0 0,-1 0 0 0 0,1 0 0 0 0,0 0 0 0 0,0 0 0 0 0,0 0 0 0 0,0 0 0 0 0,-1 0 0 0 0,1 0 0 0 0,0 0 0 0 0,-15 10 6 0 0,13-8-12 0 0,0-1 1 0 0,0 1 0 0 0,0 0-1 0 0,1 0 1 0 0,-1 0 0 0 0,0 0-1 0 0,1 0 1 0 0,0 1 0 0 0,-1-1 0 0 0,1 0-1 0 0,0 1 1 0 0,0-1 0 0 0,1 1-1 0 0,-1-1 1 0 0,0 4 0 0 0,1 0 5 0 0,1 0 0 0 0,0 0 0 0 0,0 0 0 0 0,0-1 1 0 0,1 1-1 0 0,0 0 0 0 0,0 0 0 0 0,1-1 0 0 0,0 0 0 0 0,-1 1 0 0 0,2-1 1 0 0,-1 0-1 0 0,1 0 0 0 0,-1 0 0 0 0,1-1 0 0 0,1 0 0 0 0,-1 1 0 0 0,1-1 1 0 0,-1-1-1 0 0,1 1 0 0 0,0-1 0 0 0,9 5 0 0 0,-2-2 20 0 0,0 0 0 0 0,0-1-1 0 0,0 0 1 0 0,1-1 0 0 0,0-1 0 0 0,0 0-1 0 0,0 0 1 0 0,0-1 0 0 0,18 0-1 0 0,-28-2-16 0 0,0 0 0 0 0,0 0 0 0 0,0-1 0 0 0,0 1-1 0 0,0-1 1 0 0,-1 1 0 0 0,1-1 0 0 0,0 0-1 0 0,0 0 1 0 0,-1 0 0 0 0,1 0 0 0 0,-1-1 0 0 0,1 1-1 0 0,-1-1 1 0 0,1 0 0 0 0,-1 1 0 0 0,0-1-1 0 0,0 0 1 0 0,0 0 0 0 0,0 0 0 0 0,0-1-1 0 0,0 1 1 0 0,-1 0 0 0 0,1-1 0 0 0,-1 1 0 0 0,1-1-1 0 0,-1 0 1 0 0,0 1 0 0 0,0-1 0 0 0,0 0-1 0 0,-1 0 1 0 0,1 1 0 0 0,-1-1 0 0 0,1 0 0 0 0,-1 0-1 0 0,0-4 1 0 0,0-10 34 0 0,0-1 1 0 0,-1 0-1 0 0,-1 1 0 0 0,-7-28 1 0 0,6 30 67 0 0,-11-35 215 0 0,14 48-330 0 0,-1 8-220 0 0,-2 16 210 0 0,2 1-1 0 0,0-1 0 0 0,1 1 1 0 0,1-1-1 0 0,2 1 1 0 0,0-1-1 0 0,1 0 0 0 0,8 23 1 0 0,-7-7 353 0 0,-5-37-88 0 0,0 5 692 0 0,0-6-899 0 0,0 0-1 0 0,0 0 0 0 0,0 0 0 0 0,0 0 1 0 0,-1 0-1 0 0,1 0 0 0 0,0 0 0 0 0,0 0 0 0 0,0 0 1 0 0,0 0-1 0 0,0 0 0 0 0,0 0 0 0 0,0 0 1 0 0,-1 0-1 0 0,1 0 0 0 0,0 0 0 0 0,0 0 0 0 0,0 0 1 0 0,0 0-1 0 0,0 0 0 0 0,-1 1 510 0 0,0-1-510 0 0,-3-6-27 0 0,0 0-1 0 0,1-1 1 0 0,0 1-1 0 0,0-1 1 0 0,0 1-1 0 0,1-1 1 0 0,-1 0 0 0 0,2 0-1 0 0,-1-1 1 0 0,1 1-1 0 0,0 0 1 0 0,1 0-1 0 0,-1 0 1 0 0,1-1-1 0 0,1 1 1 0 0,0 0-1 0 0,0-1 1 0 0,0 1-1 0 0,1 0 1 0 0,0 0-1 0 0,0 0 1 0 0,0 0-1 0 0,1 1 1 0 0,1-1-1 0 0,-1 1 1 0 0,7-10-1 0 0,-6 11-41 0 0,-1 0 1 0 0,2 0-1 0 0,-1 0 0 0 0,1 0 0 0 0,-1 1 1 0 0,1 0-1 0 0,0 0 0 0 0,1 0 0 0 0,-1 1 1 0 0,1-1-1 0 0,-1 1 0 0 0,1 0 0 0 0,0 1 1 0 0,0 0-1 0 0,8-2 0 0 0,-10 3 10 0 0,0 1-1 0 0,1-1 1 0 0,-1 1 0 0 0,0 0-1 0 0,0 1 1 0 0,1-1 0 0 0,-1 1 0 0 0,0 0-1 0 0,0 0 1 0 0,1 0 0 0 0,-1 0-1 0 0,0 1 1 0 0,0 0 0 0 0,-1-1-1 0 0,1 2 1 0 0,0-1 0 0 0,-1 0-1 0 0,1 1 1 0 0,-1-1 0 0 0,1 1-1 0 0,-1 0 1 0 0,0 0 0 0 0,-1 1-1 0 0,4 3 1 0 0,1 3-20 0 0,1 0 0 0 0,-2 1 0 0 0,1 0 0 0 0,-2 0 0 0 0,1 0-1 0 0,-1 1 1 0 0,-1 0 0 0 0,0 0 0 0 0,-1 0 0 0 0,-1 0 0 0 0,1 1 0 0 0,-2-1 0 0 0,0 1 0 0 0,-1 21 0 0 0,0-32-109 0 0,0-1 0 0 0,0 0 0 0 0,0 0 0 0 0,-1 0 0 0 0,1 1 0 0 0,0-1 0 0 0,-1 0 0 0 0,1 0 0 0 0,-1 0 0 0 0,0 0 0 0 0,1 0 0 0 0,-1 0 0 0 0,0 0 0 0 0,1 0 0 0 0,-1 0 0 0 0,0 0 0 0 0,0 0 0 0 0,0 0 0 0 0,0-1 0 0 0,0 1 0 0 0,0 0 0 0 0,0-1 0 0 0,-1 2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19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253 0 4580 0 0,'-3'10'-384'0'0,"3"0"60"0"0,-6 0 88 0 0,-5 2 60 0 0,3-2 76 0 0,-6 3 8 0 0,-2-1 20 0 0,-1 0 24 0 0,-4 1-4 0 0,-1-3 0 0 0,-3-1 36 0 0,6 1-52 0 0,-6-2-104 0 0,0-6-352 0 0,6 3-248 0 0,-3-5 264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1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96 2168 0 0,'-23'-26'1048'0'0,"23"25"-1011"0"0,-1 1 0 0 0,0-1 1 0 0,0 0-1 0 0,1 0 1 0 0,-1 1-1 0 0,1-1 0 0 0,-1 0 1 0 0,1 0-1 0 0,-1 0 0 0 0,1 0 1 0 0,0 1-1 0 0,-1-1 1 0 0,1 0-1 0 0,0 0 0 0 0,0 0 1 0 0,-1 0-1 0 0,1 0 1 0 0,0 0-1 0 0,0 0 0 0 0,0 0 1 0 0,0 0-1 0 0,0 0 0 0 0,1 0 1 0 0,-1 0-1 0 0,0 0 1 0 0,0 0-1 0 0,1 1 0 0 0,-1-1 1 0 0,0 0-1 0 0,1 0 1 0 0,0-1-1 0 0,0 1-19 0 0,1 0 0 0 0,0 0 0 0 0,-1 0 0 0 0,1 0 1 0 0,0 0-1 0 0,0 0 0 0 0,-1 0 0 0 0,1 0 0 0 0,0 1 0 0 0,0-1 0 0 0,0 1 1 0 0,0 0-1 0 0,0-1 0 0 0,2 1 0 0 0,4 0-22 0 0,-1-1 0 0 0,0 2 0 0 0,1-1 0 0 0,-1 1 0 0 0,0 0-1 0 0,0 0 1 0 0,1 1 0 0 0,7 3 0 0 0,3 5-2 0 0,-1 1 0 0 0,0 1 0 0 0,-1 0-1 0 0,0 1 1 0 0,-1 1 0 0 0,16 18 0 0 0,74 102 27 0 0,-81-102-25 0 0,20 35 2630 0 0,-47-68-2599 0 0,1 1 1 0 0,0-1-1 0 0,0 0 0 0 0,0-1 0 0 0,0 1 0 0 0,0 0 0 0 0,0-1 1 0 0,0 1-1 0 0,1-1 0 0 0,-1 1 0 0 0,0-1 0 0 0,-1-2 0 0 0,1 1 26 0 0,-5-3 16 0 0,0 0 0 0 0,1-1 0 0 0,0 0 0 0 0,1 0-1 0 0,-1-1 1 0 0,1 0 0 0 0,1 0 0 0 0,-1 0 0 0 0,1 0 0 0 0,1-1 0 0 0,0 1 0 0 0,0-1 0 0 0,1 0 0 0 0,0 0 0 0 0,0 0 0 0 0,-1-18 0 0 0,3 14-86 0 0,-1 1-1 0 0,2 0 1 0 0,-1 0 0 0 0,2-1-1 0 0,0 1 1 0 0,0 0 0 0 0,1 0-1 0 0,0 1 1 0 0,1-1-1 0 0,1 1 1 0 0,11-22 0 0 0,-15 30-8 0 0,1 1-1 0 0,0-1 1 0 0,0 1 0 0 0,0-1 0 0 0,0 1 0 0 0,0 0 0 0 0,1 0-1 0 0,-1 0 1 0 0,1 0 0 0 0,-1 0 0 0 0,1 0 0 0 0,0 1 0 0 0,-1-1-1 0 0,1 1 1 0 0,0 0 0 0 0,0 0 0 0 0,0 0 0 0 0,0 0-1 0 0,7 0 1 0 0,-5 0-2 0 0,1 2 0 0 0,-1-1 0 0 0,1 1 0 0 0,-1 0 0 0 0,1 0 0 0 0,-1 0 0 0 0,1 1 0 0 0,-1-1 0 0 0,0 1 0 0 0,8 5 0 0 0,0 0 3 0 0,0 1 0 0 0,-1 1 0 0 0,0 0 0 0 0,0 0 0 0 0,-1 1 0 0 0,0 1 0 0 0,14 18 0 0 0,9 15-22 0 0,-10-13 33 0 0,38 62 1 0 0,-58-85 2406 0 0,-6-16-1474 0 0,-1 1-875 0 0,0-1 1 0 0,1 0-1 0 0,0 0 0 0 0,0 0 0 0 0,1-1 0 0 0,-1-8 0 0 0,3 9-71 0 0,-1 0 0 0 0,1 0-1 0 0,1 1 1 0 0,0-1 0 0 0,0 1-1 0 0,0-1 1 0 0,1 1 0 0 0,0 0 0 0 0,0 0-1 0 0,1 0 1 0 0,0 0 0 0 0,0 0 0 0 0,1 1-1 0 0,-1 0 1 0 0,1 0 0 0 0,1 0 0 0 0,-1 1-1 0 0,1-1 1 0 0,0 1 0 0 0,0 1 0 0 0,1-1-1 0 0,-1 1 1 0 0,1 0 0 0 0,0 1 0 0 0,0-1-1 0 0,1 1 1 0 0,-1 1 0 0 0,0-1 0 0 0,1 1-1 0 0,0 1 1 0 0,-1-1 0 0 0,1 2 0 0 0,0-1-1 0 0,0 1 1 0 0,0 0 0 0 0,-1 0 0 0 0,1 1-1 0 0,0 0 1 0 0,0 0 0 0 0,-1 1 0 0 0,1 0-1 0 0,-1 0 1 0 0,1 1 0 0 0,-1 0 0 0 0,0 1-1 0 0,0-1 1 0 0,0 1 0 0 0,-1 0-1 0 0,10 9 1 0 0,9 9-52 0 0,-2 1 0 0 0,0 1 0 0 0,-1 1 0 0 0,-2 0 0 0 0,26 43 0 0 0,-17-12-1314 0 0,-28-55 858 0 0,16-20-5086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2.0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58 5829 0 0,'14'-14'-982'0'0,"-13"13"979"0"0,0 0-1 0 0,-1 1 1 0 0,1-1-1 0 0,-1 0 1 0 0,1 0-1 0 0,-1 0 1 0 0,0 0-1 0 0,1 0 1 0 0,-1 0-1 0 0,0 0 1 0 0,1 0-1 0 0,-1 0 1 0 0,0 0-1 0 0,0 0 1 0 0,0 0 0 0 0,0 0-1 0 0,0 0 1 0 0,0 0-1 0 0,-1-1 1 0 0,1 1-1 0 0,0 0 1 0 0,0 0-1 0 0,-1 0 1 0 0,1 0-1 0 0,0 1 1 0 0,-1-1-1 0 0,1 0 1 0 0,-1 0-1 0 0,-1-1 1 0 0,1 0-3 0 0,-1 1 0 0 0,0-1 0 0 0,0 1-1 0 0,0 0 1 0 0,-1 0 0 0 0,1 0 0 0 0,0 0 0 0 0,0 1 0 0 0,-1-1 0 0 0,1 0 0 0 0,0 1 0 0 0,-4-1 0 0 0,-5 1-15 0 0,1-1 0 0 0,0 1 1 0 0,-1 1-1 0 0,1 0 0 0 0,-12 2 1 0 0,9 1-9 0 0,0 0-1 0 0,0 1 1 0 0,1 1 0 0 0,-14 7 0 0 0,21-11 19 0 0,1 1 0 0 0,-1 0 0 0 0,1 0 0 0 0,0 0 0 0 0,0 0 0 0 0,0 1 0 0 0,1-1 0 0 0,-1 1 0 0 0,1 0 0 0 0,0 0 0 0 0,0 1 0 0 0,0-1 0 0 0,-2 5 0 0 0,4-7 12 0 0,0-1 0 0 0,1 1 0 0 0,-1-1 0 0 0,1 1 0 0 0,-1 0 1 0 0,1-1-1 0 0,-1 1 0 0 0,1 0 0 0 0,0-1 0 0 0,0 1 0 0 0,0 0 0 0 0,0-1 0 0 0,0 1 1 0 0,0 0-1 0 0,0-1 0 0 0,1 1 0 0 0,-1-1 0 0 0,1 1 0 0 0,-1 0 0 0 0,1-1 1 0 0,-1 1-1 0 0,1-1 0 0 0,0 1 0 0 0,0-1 0 0 0,0 1 0 0 0,0-1 0 0 0,0 0 1 0 0,0 0-1 0 0,0 1 0 0 0,0-1 0 0 0,1 0 0 0 0,-1 0 0 0 0,0 0 0 0 0,1 0 0 0 0,-1 0 1 0 0,1-1-1 0 0,-1 1 0 0 0,1 0 0 0 0,-1 0 0 0 0,1-1 0 0 0,-1 1 0 0 0,1-1 1 0 0,0 0-1 0 0,-1 0 0 0 0,4 1 0 0 0,1 0 12 0 0,0-1 0 0 0,0 0 0 0 0,0 0 0 0 0,0 0 0 0 0,1 0 0 0 0,-1-1 0 0 0,0 0 0 0 0,0-1 0 0 0,0 1 0 0 0,0-1 0 0 0,8-4 0 0 0,-14 6-12 0 0,14-7 62 0 0,0 0-1 0 0,-1-1 0 0 0,0 0 0 0 0,-1-1 1 0 0,0-1-1 0 0,20-19 0 0 0,-32 28-58 0 0,0 0-1 0 0,1 1 1 0 0,-1-1 0 0 0,1 0-1 0 0,0 0 1 0 0,-1 0-1 0 0,1 0 1 0 0,0 1 0 0 0,-1-1-1 0 0,1 0 1 0 0,0 1 0 0 0,0-1-1 0 0,0 0 1 0 0,-1 1-1 0 0,1-1 1 0 0,0 1 0 0 0,0-1-1 0 0,0 1 1 0 0,0 0-1 0 0,0-1 1 0 0,0 1 0 0 0,0 0-1 0 0,0 0 1 0 0,0 0 0 0 0,0 0-1 0 0,0 0 1 0 0,0 0-1 0 0,0 0 1 0 0,0 0 0 0 0,0 0-1 0 0,0 0 1 0 0,0 0-1 0 0,0 1 1 0 0,0-1 0 0 0,0 0-1 0 0,0 1 1 0 0,0-1 0 0 0,0 1-1 0 0,0-1 1 0 0,0 1-1 0 0,1 0 1 0 0,3 4-18 0 0,-1 0 0 0 0,1 0 0 0 0,-1 1 0 0 0,0-1 1 0 0,5 11-1 0 0,8 10 69 0 0,-10-20-88 0 0,-1 0 1 0 0,1 0-1 0 0,0-1 0 0 0,0 1 1 0 0,0-2-1 0 0,9 5 0 0 0,13-3-2669 0 0,-10-8 2342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2.3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24 3052 0 0,'-8'-14'769'0'0,"4"6"-180"0"0,7 6 165 0 0,81 64-765 0 0,23 16 51 0 0,85 25-18 0 0,-179-99-2441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2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546 1 3416 0 0,'0'0'-225'0'0,"-4"0"50"0"0,-3 2 123 0 0,0 0 0 0 0,0 0 1 0 0,0 0-1 0 0,0 1 0 0 0,1 0 1 0 0,-1 0-1 0 0,1 1 1 0 0,-10 7-1 0 0,-56 46 174 0 0,22-17 8 0 0,-218 124 799 0 0,231-143-703 0 0,30-17-8 0 0,-18 7-502 0 0,24-11 245 0 0,1 0 0 0 0,-1 0 0 0 0,1 0-1 0 0,-1 0 1 0 0,1 0 0 0 0,0 0 0 0 0,-1 0-1 0 0,1 0 1 0 0,-1 0 0 0 0,1 0 0 0 0,-1 0 0 0 0,1-1-1 0 0,-1 1 1 0 0,1 0 0 0 0,0 0 0 0 0,-1 0-1 0 0,1-1 1 0 0,-1 1 0 0 0,1 0 0 0 0,0-1 0 0 0,-1 1-1 0 0,1 0 1 0 0,0-1 0 0 0,-1 1 0 0 0,1-1-1 0 0,0 1 1 0 0,0 0 0 0 0,-1-1 0 0 0,1 1 0 0 0,0-1-1 0 0,0 1 1 0 0,0-1 0 0 0,0 1 0 0 0,0-1 0 0 0,0 1-1 0 0,-1 0 1 0 0,1-1 0 0 0,0 1 0 0 0,0-1-1 0 0,1 0 1 0 0,-2-3-389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2.8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223 0 2716 0 0,'3'3'-31'0'0,"1"-1"0"0"0,-1 0-1 0 0,0 1 1 0 0,0 0 0 0 0,0 0-1 0 0,0 0 1 0 0,0 0 0 0 0,-1 0-1 0 0,1 1 1 0 0,-1-1 0 0 0,0 1-1 0 0,0-1 1 0 0,0 1 0 0 0,-1 0 0 0 0,1 0-1 0 0,-1 0 1 0 0,0 0 0 0 0,0 0-1 0 0,0 0 1 0 0,-1 0 0 0 0,1 0-1 0 0,-1 0 1 0 0,0 0 0 0 0,-1 8-1 0 0,-1-6 98 0 0,0 1 1 0 0,0-1-1 0 0,0 0 0 0 0,-1 1 0 0 0,0-2 0 0 0,0 1 0 0 0,-1 0 0 0 0,0 0 0 0 0,0-1 0 0 0,0 0 1 0 0,0 0-1 0 0,-1 0 0 0 0,0 0 0 0 0,-10 6 0 0 0,-7 7 279 0 0,-42 23-1 0 0,56-36-502 0 0,-1-1 0 0 0,1 0 0 0 0,-1-1 0 0 0,0 0 0 0 0,-1 0 0 0 0,1-1 0 0 0,0 0 0 0 0,-1 0 0 0 0,-12-1 0 0 0,6-1-20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3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157 123 2412 0 0,'0'0'-138'0'0,"30"-32"270"0"0,-29 30-96 0 0,1-1 1 0 0,-1 1-1 0 0,0 0 1 0 0,0 0-1 0 0,0-1 1 0 0,0 1-1 0 0,0-1 1 0 0,-1 1-1 0 0,1-1 1 0 0,-1 1-1 0 0,0-1 1 0 0,1 1-1 0 0,-1-1 1 0 0,0 0-1 0 0,0 1 1 0 0,-1-1-1 0 0,1 1 1 0 0,-1-1 0 0 0,1 1-1 0 0,-1-1 1 0 0,0 1-1 0 0,0-1 1 0 0,0 1-1 0 0,0 0 1 0 0,0-1-1 0 0,0 1 1 0 0,-1 0-1 0 0,1 0 1 0 0,-1 0-1 0 0,0 0 1 0 0,1 0-1 0 0,-1 0 1 0 0,0 1-1 0 0,0-1 1 0 0,0 1-1 0 0,0-1 1 0 0,-1 1-1 0 0,1-1 1 0 0,0 1-1 0 0,-5-1 1 0 0,1 2-33 0 0,0 0 0 0 0,-1 1 0 0 0,1 0 0 0 0,0 0 0 0 0,0 1-1 0 0,0-1 1 0 0,0 1 0 0 0,0 1 0 0 0,0-1 0 0 0,1 1 0 0 0,-1 0 0 0 0,-5 4 0 0 0,5-3-10 0 0,0-1 0 0 0,0 2 1 0 0,0-1-1 0 0,1 1 1 0 0,0 0-1 0 0,0 0 0 0 0,0 0 1 0 0,0 0-1 0 0,1 1 0 0 0,0 0 1 0 0,-7 13-1 0 0,10-16 6 0 0,0 0 0 0 0,0 0 1 0 0,0 0-1 0 0,0 1 0 0 0,1-1 0 0 0,-1 0 0 0 0,1 1 0 0 0,0-1 1 0 0,0 0-1 0 0,0 1 0 0 0,1-1 0 0 0,-1 0 0 0 0,1 1 0 0 0,0-1 1 0 0,0 0-1 0 0,0 0 0 0 0,0 0 0 0 0,0 0 0 0 0,1 0 0 0 0,-1 0 1 0 0,1 0-1 0 0,0 0 0 0 0,0 0 0 0 0,0-1 0 0 0,0 1 1 0 0,1-1-1 0 0,-1 0 0 0 0,5 4 0 0 0,3 3-126 0 0,0 0-1 0 0,1-1 1 0 0,0 0-1 0 0,0 0 1 0 0,1-1 0 0 0,0-1-1 0 0,0 0 1 0 0,0-1-1 0 0,1 0 1 0 0,0-1 0 0 0,0 0-1 0 0,0-1 1 0 0,1 0-1 0 0,-1-1 1 0 0,0-1 0 0 0,28-1-1 0 0,-24-2-499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3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78 2784 0 0,'-24'-62'2161'0'0,"23"60"-1982"0"0,-3-11 550 0 0,26 151-618 0 0,80 262 0 0 0,-63-277-697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4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70 4500 0 0,'-15'-4'720'0'0,"15"0"-299"0"0,25-5-189 0 0,54-4-197 0 0,25 3 49 0 0,103-17-3339 0 0,-190 25 2374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4.5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220 2 3564 0 0,'0'0'-34'0'0,"6"-1"367"0"0,-3 0-99 0 0,-7 3-120 0 0,-20 10-91 0 0,0 0-1 0 0,0 1 1 0 0,-31 25-1 0 0,46-31-27 0 0,0 0 0 0 0,0 1 1 0 0,1 0-1 0 0,0 0 0 0 0,1 1 0 0 0,0 0 0 0 0,0 1 0 0 0,1-1 0 0 0,0 1 0 0 0,1 1 0 0 0,-6 14 0 0 0,10-22 9 0 0,0 1-1 0 0,0 0 1 0 0,0 0-1 0 0,0 1 1 0 0,1-1-1 0 0,0 0 1 0 0,0 0 0 0 0,0 0-1 0 0,0 0 1 0 0,1 0-1 0 0,-1 0 1 0 0,1 0-1 0 0,0 0 1 0 0,0 0-1 0 0,1 0 1 0 0,-1 0-1 0 0,1 0 1 0 0,0-1-1 0 0,0 1 1 0 0,0 0-1 0 0,0-1 1 0 0,1 0-1 0 0,-1 1 1 0 0,1-1-1 0 0,0 0 1 0 0,0-1-1 0 0,0 1 1 0 0,0 0-1 0 0,1-1 1 0 0,-1 0-1 0 0,1 0 1 0 0,-1 0-1 0 0,6 2 1 0 0,12 6 14 0 0,0-1 0 0 0,1-1-1 0 0,0-1 1 0 0,34 6 0 0 0,-51-12-20 0 0,9 2-282 0 0,0 0 0 0 0,0-1 0 0 0,1-1 1 0 0,-1 0-1 0 0,0-1 0 0 0,1 0 0 0 0,25-5 0 0 0,-12-2-38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5.5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 2712 0 0,'0'0'-93'0'0,"6"1"-378"0"0,11 1 445 0 0,0 2 0 0 0,-1 0 0 0 0,0 1 0 0 0,0 0 0 0 0,19 11 0 0 0,-29-13 27 0 0,-1 0 0 0 0,0 1 0 0 0,0-1 0 0 0,0 1 0 0 0,0 0 0 0 0,0 1 1 0 0,6 7-1 0 0,-11-11 8 0 0,1 0 0 0 0,-1-1-1 0 0,0 1 1 0 0,1 0 0 0 0,-1 0 0 0 0,0 0 0 0 0,1 0 0 0 0,-1-1 0 0 0,0 1 0 0 0,0 0 0 0 0,0 0 0 0 0,1 0 0 0 0,-1 0-1 0 0,0 0 1 0 0,0 0 0 0 0,0 0 0 0 0,-1-1 0 0 0,1 1 0 0 0,0 0 0 0 0,0 0 0 0 0,0 0 0 0 0,-1 0 0 0 0,0 1 0 0 0,0-1 8 0 0,0 1 0 0 0,-1 0 0 0 0,1-1 0 0 0,-1 1 0 0 0,1-1 1 0 0,-1 0-1 0 0,0 1 0 0 0,0-1 0 0 0,0 0 0 0 0,0 0 1 0 0,0 0-1 0 0,0 0 0 0 0,0-1 0 0 0,-2 2 0 0 0,-33 9 425 0 0,0-1-1 0 0,-40 5 0 0 0,74-14-368 0 0,9-5-1860 0 0,24-14 1561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6:25.9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0 3620 0 0,'0'1'87'0'0,"1"-1"0"0"0,-1 1 0 0 0,0-1 0 0 0,1 1 0 0 0,-1-1 0 0 0,1 1 0 0 0,-1-1 0 0 0,0 1 0 0 0,1-1 0 0 0,-1 1 0 0 0,0-1 0 0 0,0 1 0 0 0,0 0 0 0 0,1-1 0 0 0,-1 1 0 0 0,0-1 0 0 0,0 1 0 0 0,0 0 0 0 0,0-1 0 0 0,0 1 0 0 0,0-1 0 0 0,0 1 0 0 0,0 0 0 0 0,0-1 0 0 0,0 1 0 0 0,-1 0 0 0 0,1-1 0 0 0,0 1 0 0 0,0-1 0 0 0,-1 2 0 0 0,-18-3-1375 0 0,13 0 819 0 0,-19-6-2235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3.6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571 128 944 0 0,'0'0'2405'0'0,"-7"2"-2332"0"0,-18 3-27 0 0,18-4-8 0 0,-45-9 123 0 0,32 9-182 0 0,1 0 0 0 0,-1 1 0 0 0,0 1 1 0 0,1 0-1 0 0,0 2 0 0 0,0 0 0 0 0,0 2 0 0 0,0 0 0 0 0,1 0 1 0 0,0 2-1 0 0,1 0 0 0 0,0 1 0 0 0,0 1 0 0 0,-17 16 0 0 0,17-15 4 0 0,0 1-1 0 0,2 0 0 0 0,-1 1 0 0 0,2 1 1 0 0,0 1-1 0 0,0 0 0 0 0,2 0 1 0 0,0 1-1 0 0,1 1 0 0 0,0 0 0 0 0,-9 26 1 0 0,17-34 9 0 0,0 0 0 0 0,1 1-1 0 0,1-1 1 0 0,0 1 0 0 0,0-1 0 0 0,1 1 0 0 0,0-1 0 0 0,1 1 0 0 0,0-1 0 0 0,1 1 0 0 0,0-1 0 0 0,1 0 0 0 0,0 0 0 0 0,0 0 0 0 0,1 0 0 0 0,0 0 0 0 0,10 15 0 0 0,-5-12 17 0 0,0 1 0 0 0,1-1 0 0 0,0-1 0 0 0,1 1 0 0 0,0-2 0 0 0,1 0 0 0 0,0 0 0 0 0,1-1 0 0 0,0 0 0 0 0,26 13 0 0 0,-8-7 32 0 0,2-1 0 0 0,0-2 0 0 0,65 17 0 0 0,-76-25 15 0 0,0-2-1 0 0,1 0 1 0 0,-1-1 0 0 0,1-2 0 0 0,-1 0-1 0 0,1-2 1 0 0,28-4 0 0 0,-12-2 79 0 0,-1-1 0 0 0,0-2 0 0 0,-1-1 0 0 0,0-3 1 0 0,41-21-1 0 0,-57 25 4 0 0,-1-1 1 0 0,-1-1 0 0 0,0-1-1 0 0,-1 0 1 0 0,0-1-1 0 0,-1-1 1 0 0,-1-1 0 0 0,0 0-1 0 0,-2-2 1 0 0,15-22 0 0 0,-22 29-42 0 0,-1-1 0 0 0,-1 1 1 0 0,0-1-1 0 0,0-1 1 0 0,-2 1-1 0 0,1-1 1 0 0,-2 1-1 0 0,0-1 1 0 0,-1 0-1 0 0,0 0 1 0 0,-1 0-1 0 0,-3-27 1 0 0,1 22-22 0 0,-2 1 1 0 0,0-1-1 0 0,-1 1 1 0 0,0 1 0 0 0,-2-1-1 0 0,0 1 1 0 0,-1 0 0 0 0,-1 0-1 0 0,-13-18 1 0 0,12 22-53 0 0,0 1 0 0 0,-1 1 1 0 0,-1 0-1 0 0,0 1 0 0 0,0 0 0 0 0,-1 0 1 0 0,-1 2-1 0 0,1 0 0 0 0,-1 0 0 0 0,-21-8 1 0 0,-6 1-22 0 0,0 1 0 0 0,-67-13 0 0 0,34 17-664 0 0,16 2-3217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5.8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270 47 5040 0 0,'18'-16'191'0'0,"-8"5"893"0"0,-10 11-1079 0 0,0-1 0 0 0,0 1-1 0 0,0-1 1 0 0,0 1 0 0 0,0-1 0 0 0,0 1-1 0 0,0 0 1 0 0,0-1 0 0 0,0 1 0 0 0,-1-1-1 0 0,1 1 1 0 0,0-1 0 0 0,0 1-1 0 0,0 0 1 0 0,-1-1 0 0 0,1 1 0 0 0,0 0-1 0 0,0-1 1 0 0,-1 1 0 0 0,1 0 0 0 0,0-1-1 0 0,-1 1 1 0 0,1 0 0 0 0,0-1 0 0 0,-1 1-1 0 0,1 0 1 0 0,0 0 0 0 0,-1 0-1 0 0,1-1 1 0 0,0 1 0 0 0,-1 0 0 0 0,1 0-1 0 0,-1 0 1 0 0,1 0 0 0 0,-1 0 0 0 0,1 0-1 0 0,0 0 1 0 0,-2 0 0 0 0,-19-8 123 0 0,20 8-135 0 0,-2-1 31 0 0,-13 2-17 0 0,0 0-1 0 0,0 1 1 0 0,0 0-1 0 0,0 2 0 0 0,1 0 1 0 0,-1 0-1 0 0,1 2 1 0 0,0 0-1 0 0,0 0 0 0 0,1 2 1 0 0,0-1-1 0 0,-19 16 1 0 0,32-23-9 0 0,-1 0 0 0 0,1 1 0 0 0,0-1 0 0 0,0 1 0 0 0,0-1 0 0 0,0 1-1 0 0,0 0 1 0 0,0-1 0 0 0,0 1 0 0 0,1 0 0 0 0,-1 0 0 0 0,0-1 0 0 0,0 1 0 0 0,0 0 0 0 0,1 0 0 0 0,-1 0 0 0 0,1 0 0 0 0,-1 0 0 0 0,0 0 0 0 0,1 0 0 0 0,0 0 0 0 0,-1 0 0 0 0,1 1 0 0 0,0-1 0 0 0,-1 0 0 0 0,1 0 0 0 0,0 0 0 0 0,0 0 0 0 0,0 0 0 0 0,0 1 0 0 0,0-1 0 0 0,0 0 0 0 0,1 0 0 0 0,-1 0 0 0 0,0 0 0 0 0,0 0 0 0 0,1 1 0 0 0,-1-1 0 0 0,1 0 0 0 0,-1 0 0 0 0,1 0 0 0 0,-1 0 0 0 0,1 0 0 0 0,0 0 0 0 0,-1 0 0 0 0,1-1 0 0 0,0 1 0 0 0,0 0 0 0 0,0 0 0 0 0,0 0 0 0 0,0-1 0 0 0,1 2 0 0 0,7 4-5 0 0,1-1 0 0 0,-1 0 0 0 0,1 0 0 0 0,16 5 0 0 0,-14-5-4 0 0,92 32-30 0 0,-71-27 49 0 0,1 2 1 0 0,-2 1 0 0 0,51 28-1 0 0,-82-40 4 0 0,0-1 1 0 0,0 1-1 0 0,0-1 0 0 0,0 1 0 0 0,0 0 1 0 0,0-1-1 0 0,-1 1 0 0 0,1 0 0 0 0,0 0 0 0 0,0 0 1 0 0,-1-1-1 0 0,1 1 0 0 0,0 0 0 0 0,-1 0 1 0 0,1 0-1 0 0,-1 0 0 0 0,1 0 0 0 0,-1 0 0 0 0,1 0 1 0 0,-1 1-1 0 0,0-1 0 0 0,0 0 0 0 0,1 0 0 0 0,-1 0 1 0 0,0 0-1 0 0,0 2 0 0 0,-1-1-1 0 0,0 0 0 0 0,1 0 0 0 0,-1 0-1 0 0,0 0 1 0 0,-1-1 0 0 0,1 1 0 0 0,0 0 0 0 0,0-1 0 0 0,-1 1-1 0 0,1-1 1 0 0,0 0 0 0 0,-1 1 0 0 0,0-1 0 0 0,-1 1 0 0 0,-10 6 25 0 0,0 0 1 0 0,-1-1 0 0 0,-17 6 0 0 0,23-9 2 0 0,-38 16 155 0 0,0-2 0 0 0,-1-1 0 0 0,-1-3 1 0 0,-64 11-1 0 0,108-25-215 0 0,-5-10-424 0 0,9 10 415 0 0,-1-1-1 0 0,1 1 1 0 0,-1-1 0 0 0,1 1 0 0 0,-1-1-1 0 0,1 1 1 0 0,0-1 0 0 0,-1 1-1 0 0,1-1 1 0 0,0 1 0 0 0,-1-1 0 0 0,1 0-1 0 0,0 1 1 0 0,0-1 0 0 0,0 0 0 0 0,-1 1-1 0 0,1-1 1 0 0,0 1 0 0 0,0-1 0 0 0,0 0-1 0 0,0 1 1 0 0,0-1 0 0 0,0 0 0 0 0,0 1-1 0 0,0-1 1 0 0,1 0 0 0 0,-1 1-1 0 0,0-1 1 0 0,0 1 0 0 0,0-1 0 0 0,1 0-1 0 0,-1 1 1 0 0,0-1 0 0 0,1 1 0 0 0,-1-1-1 0 0,0 1 1 0 0,1-1 0 0 0,0 0 0 0 0,19-31-2681 0 0,-2 13 705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6.1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92 5160 0 0,'-50'-17'213'0'0,"48"17"82"0"0,23-13-269 0 0,-16 8-21 0 0,16-5-204 0 0,0 1 0 0 0,1 1 0 0 0,40-10 0 0 0,-21 7-2100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6.8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854 42 3420 0 0,'1'0'7'0'0,"-1"-1"0"0"0,1 0 0 0 0,-1 0-1 0 0,1 0 1 0 0,-1 0 0 0 0,1 0 0 0 0,-1 1-1 0 0,0-1 1 0 0,1 0 0 0 0,-1 0 0 0 0,0 0-1 0 0,0 0 1 0 0,0 0 0 0 0,0 0 0 0 0,0 0-1 0 0,0 0 1 0 0,0 0 0 0 0,0 0 0 0 0,0 0-1 0 0,0 0 1 0 0,0 0 0 0 0,-1 0 0 0 0,1 0-1 0 0,0 0 1 0 0,-1 0 0 0 0,1 0 0 0 0,-1 1-1 0 0,1-1 1 0 0,-1 0 0 0 0,0-1 0 0 0,-2 0 12 0 0,1 1-1 0 0,0 0 1 0 0,0-1 0 0 0,0 1 0 0 0,-1 0-1 0 0,1 0 1 0 0,0 0 0 0 0,-1 1 0 0 0,1-1 0 0 0,-1 0-1 0 0,-3 1 1 0 0,-58-1 155 0 0,64 1-179 0 0,-24 4 24 0 0,0 0-1 0 0,0 2 1 0 0,1 0-1 0 0,-1 2 0 0 0,2 1 1 0 0,-1 0-1 0 0,-26 17 1 0 0,-7 7-4 0 0,-72 57 0 0 0,86-54-17 0 0,2 2-1 0 0,1 1 0 0 0,2 2 1 0 0,2 1-1 0 0,-52 83 0 0 0,75-107 4 0 0,1 0-1 0 0,0 1 0 0 0,2-1 0 0 0,0 2 1 0 0,1 0-1 0 0,-7 27 0 0 0,13-40-2 0 0,1 0 1 0 0,0 0-1 0 0,0 0 0 0 0,1 0 0 0 0,0 0 0 0 0,0 0 1 0 0,1 0-1 0 0,0 0 0 0 0,0 0 0 0 0,0 0 0 0 0,1 0 0 0 0,0 0 1 0 0,1 0-1 0 0,-1-1 0 0 0,1 0 0 0 0,1 1 0 0 0,-1-1 0 0 0,1 0 1 0 0,0 0-1 0 0,0-1 0 0 0,1 1 0 0 0,8 7 0 0 0,0-2 4 0 0,1-1-1 0 0,0 0 0 0 0,1-2 1 0 0,-1 1-1 0 0,2-2 0 0 0,-1 0 0 0 0,1 0 1 0 0,1-2-1 0 0,-1 0 0 0 0,1-1 1 0 0,-1 0-1 0 0,1-2 0 0 0,0 0 1 0 0,28 0-1 0 0,12-2 44 0 0,0-3 0 0 0,0-3 0 0 0,56-12 0 0 0,-87 13 100 0 0,1-1 0 0 0,-2-1-1 0 0,1-1 1 0 0,-1-2-1 0 0,0 0 1 0 0,31-19-1 0 0,-42 20-61 0 0,0 0-1 0 0,-1-2 1 0 0,0 1-1 0 0,-1-1 0 0 0,0-1 1 0 0,0 0-1 0 0,-1-1 1 0 0,-1 0-1 0 0,0-1 0 0 0,-1 0 1 0 0,9-20-1 0 0,-4 4 11 0 0,-1-1 1 0 0,-1 0-1 0 0,-2-1 0 0 0,-2 0 0 0 0,6-37 1 0 0,-11 53-55 0 0,-2-1 1 0 0,0 0 0 0 0,0 1 0 0 0,-2-1-1 0 0,0 1 1 0 0,-1-1 0 0 0,0 1 0 0 0,-2-1-1 0 0,0 1 1 0 0,0 0 0 0 0,-2 1 0 0 0,-8-20-1 0 0,5 19-6 0 0,0-1-1 0 0,-1 1 1 0 0,-16-20-1 0 0,21 31-28 0 0,0 0 0 0 0,0 0 0 0 0,0 1 0 0 0,0-1 1 0 0,-1 2-1 0 0,0-1 0 0 0,0 0 0 0 0,0 1 0 0 0,0 0 0 0 0,0 1 0 0 0,-1-1 0 0 0,-12-2 0 0 0,-1 1-11 0 0,1 1 1 0 0,-1 1-1 0 0,0 1 0 0 0,0 0 1 0 0,-26 4-1 0 0,-17 7-4168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7.5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1098 0 4400 0 0,'0'0'-159'0'0,"-19"8"-32"0"0,-24 8 402 0 0,-1-2 1 0 0,-1-1-1 0 0,0-3 0 0 0,-53 6 0 0 0,24-4-128 0 0,-78 8 408 0 0,0-7-1 0 0,-182-8 1 0 0,254-6-348 0 0,79 1-169 0 0,1 1 1 0 0,-1-1 0 0 0,1 0-1 0 0,0 0 1 0 0,-1 0-1 0 0,1 0 1 0 0,-1 0-1 0 0,1-1 1 0 0,0 1-1 0 0,-1 0 1 0 0,1 0-1 0 0,0 0 1 0 0,-1 0-1 0 0,1 0 1 0 0,0 0 0 0 0,-1-1-1 0 0,1 1 1 0 0,0 0-1 0 0,-1 0 1 0 0,1 0-1 0 0,0-1 1 0 0,-1 1-1 0 0,1 0 1 0 0,0-1-1 0 0,0 1 1 0 0,-1 0-1 0 0,1-1 1 0 0,0 1 0 0 0,0 0-1 0 0,0-1 1 0 0,-1 1-1 0 0,1 0 1 0 0,0-1-1 0 0,0 1 1 0 0,0 0-1 0 0,0-1 1 0 0,0 1-1 0 0,0-1 1 0 0,0 1-1 0 0,0 0 1 0 0,0-1 0 0 0,0 1-1 0 0,0 0 1 0 0,0-1-1 0 0,0 1 1 0 0,0-1-1 0 0,0 1 1 0 0,0 0-1 0 0,1-1 1 0 0,-1 1-1 0 0,0 0 1 0 0,0-1-1 0 0,0 1 1 0 0,0 0-1 0 0,1-1 1 0 0,-1 1 0 0 0,0 0-1 0 0,0-1 1 0 0,1 1-1 0 0,-1 0 1 0 0,0 0-1 0 0,1-1 1 0 0,15-18-1755 0 0,2 5 216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7.9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530 1 4344 0 0,'-18'8'-278'0'0,"0"0"0"0"0,-34 8 0 0 0,-9 4 162 0 0,18-2 133 0 0,0 1-1 0 0,2 2 1 0 0,0 3 0 0 0,2 0 0 0 0,1 3 0 0 0,0 1 0 0 0,-40 41 0 0 0,76-68-16 0 0,1 0 0 0 0,-1 1 0 0 0,1-1 0 0 0,-1 0 0 0 0,1 1 1 0 0,0-1-1 0 0,0 1 0 0 0,0-1 0 0 0,0 1 0 0 0,0 0 0 0 0,0 0 0 0 0,0-1 0 0 0,0 1 0 0 0,1 0 0 0 0,-1 0 0 0 0,1 0 1 0 0,-1 0-1 0 0,1 0 0 0 0,0 0 0 0 0,0-1 0 0 0,0 1 0 0 0,0 0 0 0 0,0 0 0 0 0,1 3 0 0 0,0-3 0 0 0,0 0 0 0 0,1 0 0 0 0,-1 0 1 0 0,1-1-1 0 0,0 1 0 0 0,-1 0 0 0 0,1-1 0 0 0,0 1 0 0 0,0-1 0 0 0,0 0 0 0 0,0 0 0 0 0,0 1 0 0 0,0-1 0 0 0,1-1 0 0 0,-1 1 0 0 0,0 0 0 0 0,0 0 0 0 0,1-1 0 0 0,-1 0 0 0 0,3 1 0 0 0,80 12 47 0 0,90 2 0 0 0,-96-10-143 0 0,126 24 1 0 0,-201-29-85 0 0,13 8-1633 0 0,-12-1 1274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9.0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19 133 2016 0 0,'-16'0'804'0'0,"16"0"-784"0"0,0 0 0 0 0,0 0-1 0 0,0 0 1 0 0,1 0 0 0 0,-1 0 0 0 0,0-1-1 0 0,0 1 1 0 0,0 0 0 0 0,0 0-1 0 0,0 0 1 0 0,0 0 0 0 0,0 0 0 0 0,0 0-1 0 0,1 0 1 0 0,-1-1 0 0 0,0 1 0 0 0,0 0-1 0 0,0 0 1 0 0,0 0 0 0 0,0 0-1 0 0,0 0 1 0 0,0-1 0 0 0,0 1 0 0 0,0 0-1 0 0,0 0 1 0 0,0 0 0 0 0,0 0-1 0 0,0 0 1 0 0,0-1 0 0 0,0 1 0 0 0,0 0-1 0 0,0 0 1 0 0,0 0 0 0 0,0 0-1 0 0,0 0 1 0 0,0-1 0 0 0,-1 1 0 0 0,1 0-1 0 0,0 0 1 0 0,0 0 0 0 0,0 0 0 0 0,0 0-1 0 0,0 0 1 0 0,0-1 0 0 0,0 1-1 0 0,0 0 1 0 0,-1 0 0 0 0,1 0 0 0 0,0 0-1 0 0,0 0 1 0 0,0 0 0 0 0,0 0-1 0 0,0 0 1 0 0,0 0 0 0 0,-1 0 0 0 0,1 0-1 0 0,0 0 1 0 0,0 0 0 0 0,0 0-1 0 0,0 0 1 0 0,0 0 0 0 0,-1 0 0 0 0,1 0-1 0 0,0 0 1 0 0,0 0 0 0 0,0 0 0 0 0,19-11 211 0 0,31-6-328 0 0,335-53 111 0 0,-267 53-18 0 0,-28 6 116 0 0,-87 10-154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19.4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0 2632 0 0,'-19'0'1154'0'0,"-6"7"55"0"0,24-1-1205 0 0,0-1 0 0 0,1 1 0 0 0,0-1 0 0 0,0 1 0 0 0,0-1 0 0 0,1 1 0 0 0,0-1 1 0 0,0 0-1 0 0,0 1 0 0 0,1-1 0 0 0,-1 0 0 0 0,4 6 0 0 0,-1 0 7 0 0,56 132 35 0 0,-8-23 69 0 0,-48-110-197 0 0,6 21-2062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0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69 3796 0 0,'-4'-3'-125'0'0,"2"0"130"0"0,-1 0 0 0 0,0 0-1 0 0,1 0 1 0 0,-1-1 0 0 0,1 1 0 0 0,0-1 0 0 0,0 1-1 0 0,1-1 1 0 0,-3-5 0 0 0,11 11-17 0 0,16 5 2 0 0,0 2 0 0 0,-1 0 0 0 0,0 2 0 0 0,0 0 0 0 0,27 20 0 0 0,-3 1 39 0 0,56 51-1 0 0,-101-82-17 0 0,0 0 1 0 0,0 0-1 0 0,1 0 1 0 0,-1 1-1 0 0,0-1 1 0 0,0 0-1 0 0,0 0 1 0 0,0 1-1 0 0,-1-1 1 0 0,1 0-1 0 0,0 1 1 0 0,0-1-1 0 0,-1 1 1 0 0,1-1-1 0 0,-1 1 1 0 0,1-1-1 0 0,-1 1 1 0 0,0-1-1 0 0,0 1 1 0 0,0-1-1 0 0,1 1 1 0 0,-1 0-1 0 0,-1-1 1 0 0,1 1-1 0 0,0 2 1 0 0,-1-2 21 0 0,0 0-1 0 0,-1 0 1 0 0,1 0 0 0 0,0 0-1 0 0,-1 0 1 0 0,1 0 0 0 0,-1 0-1 0 0,1 0 1 0 0,-1-1 0 0 0,0 1-1 0 0,0-1 1 0 0,0 1 0 0 0,0-1-1 0 0,0 0 1 0 0,-3 2 0 0 0,2-1 19 0 0,0-1-1 0 0,0 1 1 0 0,0-1 0 0 0,-1 0 0 0 0,1 0-1 0 0,0 0 1 0 0,0 0 0 0 0,-1 0 0 0 0,1-1-1 0 0,-1 1 1 0 0,1-1 0 0 0,0 0 0 0 0,-1 0-1 0 0,1-1 1 0 0,-1 1 0 0 0,1-1 0 0 0,0 1-1 0 0,-1-1 1 0 0,1 0 0 0 0,0 0-1 0 0,0-1 1 0 0,0 1 0 0 0,0-1 0 0 0,0 1-1 0 0,-3-3 1 0 0,4 1-36 0 0,0 1 0 0 0,0-1 0 0 0,0 0 1 0 0,0 1-1 0 0,1-1 0 0 0,-1 0 0 0 0,1 0 0 0 0,0 0 0 0 0,0 0 0 0 0,0 0 0 0 0,0 0 0 0 0,1-1 0 0 0,-1 1 0 0 0,1 0 0 0 0,0 0 0 0 0,0 0 0 0 0,0-4 1 0 0,1-1 0 0 0,1 0 0 0 0,-1 0 0 0 0,1 0 1 0 0,1 0-1 0 0,-1 0 0 0 0,7-11 0 0 0,2-2-19 0 0,2 0 0 0 0,0 0-1 0 0,28-31 1 0 0,-39 50-139 0 0,36-36 9 0 0,-21 30-3071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0.8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121 19 3532 0 0,'16'-18'370'0'0,"-27"19"456"0"0,-32 24-405 0 0,36-20-421 0 0,0 0 0 0 0,1 1 0 0 0,-1 0 0 0 0,2 0 1 0 0,-1 0-1 0 0,1 1 0 0 0,-1 0 0 0 0,2 0 0 0 0,-1 0 0 0 0,1 1 0 0 0,0 0 0 0 0,1-1 0 0 0,0 1 0 0 0,0 0 0 0 0,1 1 0 0 0,0-1 0 0 0,-2 12 0 0 0,5-18 1 0 0,0 0 0 0 0,0-1 0 0 0,0 1-1 0 0,0 0 1 0 0,0-1 0 0 0,1 1 0 0 0,-1-1-1 0 0,0 1 1 0 0,1-1 0 0 0,-1 0-1 0 0,1 0 1 0 0,0 0 0 0 0,-1 0 0 0 0,1 0-1 0 0,0 0 1 0 0,-1 0 0 0 0,1 0-1 0 0,0 0 1 0 0,0-1 0 0 0,0 1 0 0 0,0-1-1 0 0,0 0 1 0 0,0 1 0 0 0,3-1-1 0 0,2 0 5 0 0,0-1 0 0 0,-1 1 0 0 0,1-1-1 0 0,0-1 1 0 0,-1 1 0 0 0,1-1-1 0 0,-1 0 1 0 0,0-1 0 0 0,1 0 0 0 0,-1 0-1 0 0,-1 0 1 0 0,1 0 0 0 0,9-8-1 0 0,-5 2 128 0 0,-1 1 0 0 0,-1-1 0 0 0,0-1-1 0 0,0 1 1 0 0,0-1 0 0 0,10-21 0 0 0,-14 22 331 0 0,-3 6-396 0 0,0 1 0 0 0,0-1 0 0 0,0 1 0 0 0,0-1 0 0 0,1 1 0 0 0,-1 0 0 0 0,1-1 0 0 0,-1 1 0 0 0,1 0 0 0 0,0 0 0 0 0,0 0 0 0 0,0 0 0 0 0,0 0 0 0 0,3-2 0 0 0,10 38-123 0 0,-10-27-74 0 0,0-1 1 0 0,-1 0 0 0 0,2 0-1 0 0,-1 0 1 0 0,1-1-1 0 0,0 0 1 0 0,0 0 0 0 0,0 0-1 0 0,1-1 1 0 0,0 0 0 0 0,0 0-1 0 0,0-1 1 0 0,0 0-1 0 0,0 0 1 0 0,1 0 0 0 0,-1-1-1 0 0,1 0 1 0 0,0-1 0 0 0,10 2-1 0 0,-11-4-1412 0 0,9-3-41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1.5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 4608 0 0,'0'-5'-55'0'0,"7"-18"-50"0"0,-6 21 105 0 0,1 31-102 0 0,0-1 0 0 0,2 0 0 0 0,1 0 0 0 0,12 36 0 0 0,-4-20 3371 0 0,-17-49-3216 0 0,0-1-1 0 0,0 1 0 0 0,0-1 1 0 0,1 1-1 0 0,0-1 1 0 0,0 0-1 0 0,1 0 0 0 0,-1 0 1 0 0,1-1-1 0 0,1 1 0 0 0,-1-1 1 0 0,1 1-1 0 0,0-1 1 0 0,1 1-1 0 0,-1-1 0 0 0,1 1 1 0 0,1-1-1 0 0,-1 0 0 0 0,3-9 1 0 0,-2 14-68 0 0,0 0 0 0 0,0 0 0 0 0,0 0 0 0 0,1 0 0 0 0,-1 0 0 0 0,1 0 1 0 0,-1 1-1 0 0,1-1 0 0 0,0 1 0 0 0,0-1 0 0 0,-1 1 0 0 0,1-1 0 0 0,0 1 0 0 0,0 0 1 0 0,0 0-1 0 0,1 0 0 0 0,-1 0 0 0 0,0 0 0 0 0,0 1 0 0 0,1-1 0 0 0,-1 0 0 0 0,0 1 1 0 0,0 0-1 0 0,1 0 0 0 0,-1-1 0 0 0,0 2 0 0 0,1-1 0 0 0,-1 0 0 0 0,1 0 0 0 0,-1 1 0 0 0,0-1 1 0 0,0 1-1 0 0,3 0 0 0 0,10 3-60 0 0,0 0 0 0 0,-1 1 0 0 0,21 10 0 0 0,-33-14 74 0 0,9 2-40 0 0,-1 2 1 0 0,0-1-1 0 0,-1 1 1 0 0,1 1-1 0 0,-1-1 1 0 0,0 2-1 0 0,0-1 1 0 0,-1 1-1 0 0,0 1 0 0 0,0 0 1 0 0,8 10-1 0 0,-14-11-336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2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 32 4188 0 0,'9'-19'-426'0'0,"-10"18"415"0"0,1 1 0 0 0,0-1-1 0 0,0 1 1 0 0,0-1 0 0 0,0 1 0 0 0,-1-1-1 0 0,1 1 1 0 0,0-1 0 0 0,0 1-1 0 0,-1-1 1 0 0,1 1 0 0 0,0 0-1 0 0,-1-1 1 0 0,1 1 0 0 0,0 0-1 0 0,-1-1 1 0 0,1 1 0 0 0,-1 0 0 0 0,1-1-1 0 0,-1 1 1 0 0,1 0 0 0 0,-1 0-1 0 0,1-1 1 0 0,-1 1 0 0 0,0 0-1 0 0,-2-1-8 0 0,-1 0 0 0 0,0 1 0 0 0,0 0 0 0 0,0-1 0 0 0,0 1 0 0 0,0 1 0 0 0,1-1 0 0 0,-9 2 0 0 0,3-1-10 0 0,0 1 0 0 0,1 0 0 0 0,-1 0 0 0 0,0 1 0 0 0,1 0 0 0 0,0 1 0 0 0,-1 0 0 0 0,2 0 0 0 0,-1 1 0 0 0,-7 5 0 0 0,14-9 14 0 0,1-1 15 0 0,0 1 0 0 0,0-1 1 0 0,-1 1-1 0 0,1-1 0 0 0,0 0 1 0 0,0 1-1 0 0,0-1 0 0 0,0 1 1 0 0,0-1-1 0 0,0 0 0 0 0,0 1 1 0 0,0-1-1 0 0,0 1 0 0 0,0-1 1 0 0,0 0-1 0 0,1 1 0 0 0,-1-1 1 0 0,0 1-1 0 0,0-1 0 0 0,0 0 1 0 0,0 1-1 0 0,1-1 0 0 0,-1 0 1 0 0,0 1-1 0 0,0-1 0 0 0,1 0 1 0 0,-1 1-1 0 0,0-1 0 0 0,0 0 1 0 0,1 0-1 0 0,-1 1 0 0 0,0-1 1 0 0,1 0-1 0 0,-1 0 0 0 0,0 0 1 0 0,1 1-1 0 0,-1-1 0 0 0,1 0 1 0 0,15 15-20 0 0,66 23 3 0 0,-37-19 47 0 0,61 39 1 0 0,-104-58-15 0 0,-1 1 1 0 0,0-1 0 0 0,0 1-1 0 0,0-1 1 0 0,1 1 0 0 0,-1 0-1 0 0,0 0 1 0 0,0-1-1 0 0,0 1 1 0 0,0 0 0 0 0,0 0-1 0 0,0 0 1 0 0,-1 0 0 0 0,1 0-1 0 0,0 0 1 0 0,0 0 0 0 0,-1 0-1 0 0,1 1 1 0 0,-1-1 0 0 0,1 0-1 0 0,-1 0 1 0 0,1 1 0 0 0,-1-1-1 0 0,0 0 1 0 0,0 0 0 0 0,1 1-1 0 0,-1-1 1 0 0,0 0-1 0 0,0 1 1 0 0,0-1 0 0 0,0 0-1 0 0,-1 2 1 0 0,-1 0 26 0 0,0-1-1 0 0,1 0 1 0 0,-1 0-1 0 0,-1 0 1 0 0,1 0-1 0 0,0 0 1 0 0,0 0-1 0 0,-1-1 1 0 0,1 1-1 0 0,-1-1 1 0 0,1 0-1 0 0,-1 0 1 0 0,0 0-1 0 0,1 0 1 0 0,-5 1-1 0 0,-23 7 318 0 0,-1-2 0 0 0,0-1 0 0 0,0-1 0 0 0,-59 0 0 0 0,90-5-387 0 0,-1 0 0 0 0,1 0 1 0 0,0 1-1 0 0,-1-1 0 0 0,1 0 1 0 0,0 0-1 0 0,-1 0 0 0 0,1 0 1 0 0,0 0-1 0 0,-1 0 0 0 0,1 0 1 0 0,0 0-1 0 0,0 0 0 0 0,-1-1 1 0 0,1 1-1 0 0,0 0 0 0 0,-1 0 1 0 0,1 0-1 0 0,0 0 0 0 0,-1 0 1 0 0,1 0-1 0 0,0-1 0 0 0,0 1 1 0 0,-1 0-1 0 0,1 0 0 0 0,0 0 1 0 0,0-1-1 0 0,0 1 0 0 0,-1 0 1 0 0,1 0-1 0 0,0-1 0 0 0,0 1 1 0 0,0 0-1 0 0,-1 0 0 0 0,1-1 1 0 0,0 1-1 0 0,0 0 1 0 0,0-1-1 0 0,0 1 0 0 0,0 0 1 0 0,0-1-1 0 0,0 1 0 0 0,0 0 1 0 0,0-1-1 0 0,0 1 0 0 0,0 0 1 0 0,0-1-1 0 0,0 1 0 0 0,0 0 1 0 0,0 0-1 0 0,0-1 0 0 0,0 1 1 0 0,0 0-1 0 0,0-1 0 0 0,1 1 1 0 0,-1 0-1 0 0,0 0 0 0 0,0-1 1 0 0,0 1-1 0 0,0 0 0 0 0,1 0 1 0 0,-1-1-1 0 0,0 1 0 0 0,0 0 1 0 0,1-1-1 0 0,13-14-1537 0 0,-13 14 1671 0 0,7-7-1003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2.9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94 3688 0 0,'5'-12'151'0'0,"-5"12"-134"0"0,0 0 0 0 0,0 0 0 0 0,0-1 0 0 0,0 1 0 0 0,0 0 0 0 0,0 0 0 0 0,0-1 0 0 0,0 1 0 0 0,0 0 0 0 0,0 0 0 0 0,0 0 0 0 0,0-1 0 0 0,0 1 0 0 0,0 0 0 0 0,0 0 0 0 0,0 0 0 0 0,0-1 0 0 0,0 1 0 0 0,1 0 0 0 0,-1 0 0 0 0,0 0 0 0 0,0-1 0 0 0,0 1 0 0 0,0 0 0 0 0,0 0 0 0 0,1 0 0 0 0,-1 0 0 0 0,0 0 0 0 0,0-1 0 0 0,0 1 0 0 0,0 0 0 0 0,1 0 0 0 0,-1 0 0 0 0,0 0 1 0 0,0 0-1 0 0,0 0 0 0 0,1 0 0 0 0,-1 0 0 0 0,0 0 0 0 0,0 0 0 0 0,0 0 0 0 0,1 0 0 0 0,-1 0 0 0 0,0 0 0 0 0,0 0 0 0 0,1 0 0 0 0,-1 0 0 0 0,0 0 0 0 0,0 0 0 0 0,0 0 0 0 0,1 0 0 0 0,-1 0 0 0 0,0 0 0 0 0,0 0 0 0 0,0 0 0 0 0,1 1 0 0 0,4 14-17 0 0,-1 1-1 0 0,-1 0 1 0 0,3 25-1 0 0,-4-19-1 0 0,2 0 1 0 0,6 21-1 0 0,17 38 70 0 0,45 90 0 0 0,-51-129 2479 0 0,-23-43-2517 0 0,0 0 0 0 0,0 0-1 0 0,0 0 1 0 0,0 0 0 0 0,0 0-1 0 0,0-1 1 0 0,1 1 0 0 0,-1-1 0 0 0,0 1-1 0 0,1-1 1 0 0,-3-3 0 0 0,1 2 22 0 0,-13-13-4 0 0,0 0 1 0 0,1-1-1 0 0,1-1 0 0 0,0 0 1 0 0,2-1-1 0 0,0 0 1 0 0,1-1-1 0 0,1 0 0 0 0,1-1 1 0 0,0 0-1 0 0,2-1 0 0 0,1 0 1 0 0,0 0-1 0 0,-4-39 0 0 0,9 51-109 0 0,0 1-1 0 0,1-1 0 0 0,0 1 1 0 0,1 0-1 0 0,0-1 0 0 0,0 1 1 0 0,1 0-1 0 0,0 0 0 0 0,1 0 0 0 0,0 0 1 0 0,4-9-1 0 0,-4 13 17 0 0,0 0 0 0 0,0 1 0 0 0,0-1 0 0 0,1 1 1 0 0,0 0-1 0 0,0 0 0 0 0,0 0 0 0 0,0 0 0 0 0,1 1 0 0 0,-1 0 0 0 0,1-1 0 0 0,0 2 1 0 0,0-1-1 0 0,0 1 0 0 0,0-1 0 0 0,0 2 0 0 0,0-1 0 0 0,1 0 0 0 0,9 0 0 0 0,-1-1-15 0 0,0 2-1 0 0,0 0 0 0 0,0 0 0 0 0,0 1 1 0 0,0 1-1 0 0,0 1 0 0 0,-1 0 0 0 0,28 7 1 0 0,-36-7 47 0 0,0-1 0 0 0,1 1 0 0 0,-1 0 0 0 0,0 1 0 0 0,0-1 0 0 0,-1 1 0 0 0,1 0 0 0 0,-1 0 0 0 0,1 1 0 0 0,-1-1 0 0 0,0 1-1 0 0,0 0 1 0 0,0 0 0 0 0,-1 0 0 0 0,1 1 0 0 0,-1-1 0 0 0,0 1 0 0 0,-1 0 0 0 0,1 0 0 0 0,-1 0 0 0 0,0 0 0 0 0,0 0 0 0 0,0 0 0 0 0,1 10 0 0 0,-3-12 15 0 0,-1-1-1 0 0,1 1 0 0 0,-1 0 1 0 0,0 0-1 0 0,0 0 1 0 0,0 0-1 0 0,0-1 1 0 0,-1 1-1 0 0,1 0 0 0 0,-1-1 1 0 0,1 0-1 0 0,-1 1 1 0 0,0-1-1 0 0,0 0 1 0 0,0 0-1 0 0,0 0 0 0 0,0 0 1 0 0,-1 0-1 0 0,1 0 1 0 0,-1 0-1 0 0,1-1 1 0 0,-5 2-1 0 0,-61 30 22 0 0,41-24 42 0 0,-45 9 0 0 0,69-17-343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3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23 4076 0 0,'0'0'-234'0'0,"-4"3"-587"0"0,-4 4 731 0 0,1-1 0 0 0,0 2 0 0 0,0-1 0 0 0,1 0-1 0 0,0 1 1 0 0,0 0 0 0 0,-8 18 0 0 0,14-24 86 0 0,0 0 1 0 0,-1-1-1 0 0,1 1 0 0 0,1 0 0 0 0,-1 0 0 0 0,0 0 0 0 0,0-1 1 0 0,1 1-1 0 0,-1 0 0 0 0,1 0 0 0 0,-1-1 0 0 0,1 1 0 0 0,0 0 1 0 0,-1-1-1 0 0,1 1 0 0 0,0-1 0 0 0,0 1 0 0 0,0-1 1 0 0,1 1-1 0 0,-1-1 0 0 0,0 0 0 0 0,0 1 0 0 0,1-1 0 0 0,-1 0 1 0 0,1 0-1 0 0,-1 0 0 0 0,1 0 0 0 0,-1 0 0 0 0,1 0 0 0 0,0-1 1 0 0,2 2-1 0 0,5 2 8 0 0,0 0-1 0 0,0 0 1 0 0,0-1 0 0 0,12 2 0 0 0,-1-1 66 0 0,-1-1 0 0 0,0-1 0 0 0,22 0 0 0 0,-37-2-14 0 0,0 0 0 0 0,1 0-1 0 0,-1 0 1 0 0,0-1-1 0 0,0 0 1 0 0,1 0 0 0 0,-1 0-1 0 0,0 0 1 0 0,0 0-1 0 0,0-1 1 0 0,0 0 0 0 0,0 0-1 0 0,-1 0 1 0 0,1 0-1 0 0,-1-1 1 0 0,1 1 0 0 0,-1-1-1 0 0,0 0 1 0 0,0 0-1 0 0,4-5 1 0 0,-5 6-6 0 0,-1 0-1 0 0,1-1 1 0 0,-1 1-1 0 0,0-1 1 0 0,0 1-1 0 0,0-1 1 0 0,0 1-1 0 0,0-1 1 0 0,0 0-1 0 0,-1 1 1 0 0,1-1-1 0 0,-1 0 1 0 0,0 0-1 0 0,0 1 1 0 0,0-1-1 0 0,0 0 1 0 0,0 0-1 0 0,0 1 1 0 0,-1-1-1 0 0,-1-5 1 0 0,0 5-17 0 0,0 0 1 0 0,0-1 0 0 0,0 1-1 0 0,0 0 1 0 0,-1 0-1 0 0,1 0 1 0 0,-1 1-1 0 0,0-1 1 0 0,0 1-1 0 0,0-1 1 0 0,0 1 0 0 0,0 0-1 0 0,-5-2 1 0 0,-4-2 3 0 0,-1 1 1 0 0,1 0 0 0 0,-1 1 0 0 0,0 0 0 0 0,-1 1 0 0 0,1 0-1 0 0,-16 0 1 0 0,-83-4-123 0 0,109 7-120 0 0,-11-3-2722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7:24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227 2 2780 0 0,'0'0'-89'0'0,"-6"-1"-239"0"0,-14 1 355 0 0,0 0 1 0 0,-1 2-1 0 0,1 0 0 0 0,0 1 1 0 0,0 1-1 0 0,1 1 0 0 0,-1 0 1 0 0,-34 16-1 0 0,54-21-26 0 0,-1 1 0 0 0,1-1 0 0 0,-1 0 0 0 0,1 1 0 0 0,0-1 0 0 0,-1 0 0 0 0,1 1 0 0 0,-1-1 0 0 0,1 0 0 0 0,0 1 0 0 0,-1-1 0 0 0,1 0 0 0 0,0 1 0 0 0,0-1 0 0 0,-1 1 0 0 0,1-1 1 0 0,0 1-1 0 0,0-1 0 0 0,0 1 0 0 0,0-1 0 0 0,-1 1 0 0 0,1-1 0 0 0,0 1 0 0 0,0-1 0 0 0,0 1 0 0 0,0-1 0 0 0,0 1 0 0 0,0-1 0 0 0,0 1 0 0 0,1-1 0 0 0,-1 1 0 0 0,0-1 0 0 0,0 1 0 0 0,0-1 0 0 0,0 1 0 0 0,1-1 0 0 0,-1 0 0 0 0,0 1 0 0 0,0-1 0 0 0,1 1 0 0 0,-1-1 0 0 0,0 0 0 0 0,1 1 1 0 0,-1-1-1 0 0,0 1 0 0 0,1-1 0 0 0,-1 0 0 0 0,1 0 0 0 0,-1 1 0 0 0,0-1 0 0 0,2 1 0 0 0,20 15-16 0 0,20 3 46 0 0,53 17-1 0 0,-56-23-24 0 0,-1 1 0 0 0,39 22 1 0 0,-65-30 2 0 0,-8-5-8 0 0,-1 0 1 0 0,0 1 0 0 0,0-1 0 0 0,0 0-1 0 0,0 1 1 0 0,0 0 0 0 0,0 0 0 0 0,0 0-1 0 0,0 0 1 0 0,-1 0 0 0 0,1 1 0 0 0,-1-1-1 0 0,0 1 1 0 0,4 4 0 0 0,-6-6 1 0 0,0 0 1 0 0,0 0-1 0 0,0 1 1 0 0,0-1-1 0 0,0 0 1 0 0,0 0-1 0 0,0 0 0 0 0,0 0 1 0 0,-1 0-1 0 0,1 0 1 0 0,0 0-1 0 0,-1 0 1 0 0,1 0-1 0 0,0 0 1 0 0,-1 0-1 0 0,1 0 0 0 0,-1 0 1 0 0,0-1-1 0 0,1 1 1 0 0,-1 0-1 0 0,0 0 1 0 0,0 0-1 0 0,1-1 1 0 0,-1 1-1 0 0,0 0 0 0 0,0-1 1 0 0,0 1-1 0 0,0-1 1 0 0,0 1-1 0 0,0-1 1 0 0,0 1-1 0 0,0-1 1 0 0,0 0-1 0 0,-1 1 0 0 0,0 0-1 0 0,-19 8 21 0 0,-1 0 0 0 0,0-1 0 0 0,-1 0 0 0 0,-38 5 1 0 0,-88 7 1017 0 0,140-20-717 0 0,9-2-137 0 0,18-7-98 0 0,38-7-153 0 0,-16 11 45 0 0,0-1 1 0 0,0-2 0 0 0,0-2 0 0 0,-1-2-1 0 0,-1-2 1 0 0,0-1 0 0 0,-1-2-1 0 0,52-32 1 0 0,-79 43 104 0 0,0 0-1 0 0,-1-1 1 0 0,-1-1-1 0 0,1 1 1 0 0,-1-2 0 0 0,0 1-1 0 0,-1-1 1 0 0,0 0-1 0 0,0 0 1 0 0,-1-1 0 0 0,0 0-1 0 0,4-11 1 0 0,-9 20-76 0 0,-1 0 0 0 0,0 1 0 0 0,1-1 0 0 0,-1 0 0 0 0,0 0 0 0 0,0 1 1 0 0,0-1-1 0 0,1 0 0 0 0,-1 0 0 0 0,0 1 0 0 0,0-1 0 0 0,0 0 0 0 0,0 0 0 0 0,0 0 0 0 0,0 1 1 0 0,-1-1-1 0 0,1 0 0 0 0,0 0 0 0 0,0 1 0 0 0,0-1 0 0 0,-1 0 0 0 0,1 0 0 0 0,0 1 0 0 0,-1-1 1 0 0,1 0-1 0 0,-1 1 0 0 0,1-1 0 0 0,-1 0 0 0 0,1 1 0 0 0,-1-1 0 0 0,-1 0 3 0 0,0 0-1 0 0,1 0 0 0 0,-1 1 0 0 0,0-1 1 0 0,0 1-1 0 0,1-1 0 0 0,-1 1 1 0 0,0 0-1 0 0,0 0 0 0 0,1-1 0 0 0,-1 1 1 0 0,-3 1-1 0 0,-1-1-1 0 0,-1 1 1 0 0,1 0-1 0 0,0 1 0 0 0,0-1 1 0 0,0 1-1 0 0,-11 5 1 0 0,15-6-15 0 0,0 0 0 0 0,-1 1 0 0 0,1-1 0 0 0,0 1 0 0 0,0-1 0 0 0,0 1 0 0 0,0 0 0 0 0,0 0 0 0 0,0 0 0 0 0,1 0 0 0 0,-1 0 0 0 0,1 0 0 0 0,-1 1 0 0 0,1-1 0 0 0,0 0 0 0 0,0 1 0 0 0,0-1 1 0 0,0 1-1 0 0,0-1 0 0 0,0 4 0 0 0,1-4 2 0 0,1-1 0 0 0,-1 1 1 0 0,1 0-1 0 0,0-1 0 0 0,0 1 1 0 0,-1-1-1 0 0,1 1 0 0 0,0-1 1 0 0,0 1-1 0 0,0-1 0 0 0,0 0 1 0 0,1 1-1 0 0,-1-1 0 0 0,0 0 1 0 0,1 0-1 0 0,-1 0 0 0 0,0 0 1 0 0,1 0-1 0 0,-1 0 0 0 0,1 0 1 0 0,0-1-1 0 0,-1 1 0 0 0,1 0 1 0 0,-1-1-1 0 0,1 0 0 0 0,0 1 1 0 0,0-1-1 0 0,-1 0 0 0 0,1 0 1 0 0,3 0-1 0 0,74 10 62 0 0,158-1 0 0 0,76-27-2909 0 0,-274 15 1434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3.3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1111 142 2872 0 0,'0'0'113'0'0,"1"-21"1334"0"0,-14 14-1282 0 0,0 2-1 0 0,-1 0 0 0 0,0 0 0 0 0,0 1 0 0 0,0 1 0 0 0,-20-2 1 0 0,11 1-130 0 0,-38-6 32 0 0,-1 3 0 0 0,0 3-1 0 0,0 2 1 0 0,-116 13 0 0 0,141-9-67 0 0,9-1 3 0 0,0 2-1 0 0,-45 9 0 0 0,-14 4-8 0 0,67-14 19 0 0,0 1-1 0 0,1 2 1 0 0,-29 9 0 0 0,30-6-17 0 0,0 0 0 0 0,1 2 0 0 0,0 0 0 0 0,-20 17 0 0 0,27-20 0 0 0,3-1 6 0 0,1 0 1 0 0,0 1 0 0 0,0 0 0 0 0,1 0 0 0 0,-1 0 0 0 0,1 1 0 0 0,1 0 0 0 0,0 0-1 0 0,0 0 1 0 0,0 0 0 0 0,1 1 0 0 0,1-1 0 0 0,-1 1 0 0 0,1 0 0 0 0,1 0 0 0 0,-1 0-1 0 0,2 0 1 0 0,-1 0 0 0 0,1 0 0 0 0,1 0 0 0 0,-1 0 0 0 0,2 0 0 0 0,-1 0 0 0 0,1-1-1 0 0,0 1 1 0 0,1 0 0 0 0,0-1 0 0 0,7 13 0 0 0,2 0-9 0 0,-4-6 52 0 0,1-1-1 0 0,0 0 1 0 0,1-1 0 0 0,1 1 0 0 0,0-2 0 0 0,24 22 0 0 0,-15-19 29 0 0,0-1 1 0 0,0-1 0 0 0,2 0-1 0 0,-1-2 1 0 0,2 0 0 0 0,-1-2 0 0 0,1 0-1 0 0,1-2 1 0 0,-1 0 0 0 0,1-2 0 0 0,36 4-1 0 0,88 7 446 0 0,275-5 0 0 0,-400-12-481 0 0,16 0 61 0 0,74-14-1 0 0,-98 12-94 0 0,-1-1 0 0 0,1-1 0 0 0,-1-1 0 0 0,0 0 0 0 0,0 0 0 0 0,-1-2 0 0 0,1 0 0 0 0,13-11 0 0 0,-15 11-7 0 0,-1-2 0 0 0,-1 1 0 0 0,1-1 0 0 0,-1-1 0 0 0,-1 0 1 0 0,0 0-1 0 0,-1-1 0 0 0,0 0 0 0 0,-1 0 0 0 0,0-1 0 0 0,-1 0 0 0 0,0 0 0 0 0,-1 0 0 0 0,-1-1 0 0 0,0 0 0 0 0,-1 0 0 0 0,0 0 0 0 0,-1 0 1 0 0,-1-1-1 0 0,0 1 0 0 0,-1 0 0 0 0,0-1 0 0 0,-1 1 0 0 0,-1 0 0 0 0,0 0 0 0 0,-1 0 0 0 0,-1 0 0 0 0,0 0 0 0 0,-1 0 0 0 0,-7-14 0 0 0,9 21-2 0 0,-12-25-78 0 0,-2 0-1 0 0,-25-37 0 0 0,38 63 69 0 0,-1-1 0 0 0,1 1 0 0 0,-1-1-1 0 0,-1 1 1 0 0,1 1 0 0 0,-1-1 0 0 0,0 1-1 0 0,0 0 1 0 0,-1 1 0 0 0,0-1 0 0 0,1 1-1 0 0,-1 0 1 0 0,-1 1 0 0 0,1 0 0 0 0,0 0-1 0 0,-1 1 1 0 0,-14-4 0 0 0,-91-9-82 0 0,38 17-920 0 0,71-1 542 0 0,-7 1-2785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4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6 257 4180 0 0,'0'0'-153'0'0,"-6"5"-291"0"0,14-3 685 0 0,293-58-65 0 0,67-11 78 0 0,30 13 346 0 0,-340 44 571 0 0,-58 10-1162 0 0,1 0-1 0 0,-1 0 0 0 0,0 0 1 0 0,0 0-1 0 0,1 0 0 0 0,-1 0 1 0 0,0 0-1 0 0,0 0 0 0 0,1 0 1 0 0,-1 0-1 0 0,0 0 0 0 0,0 0 1 0 0,1 0-1 0 0,-1-1 0 0 0,0 1 1 0 0,0 0-1 0 0,0 0 0 0 0,1 0 1 0 0,-1 0-1 0 0,0-1 0 0 0,0 1 1 0 0,0 0-1 0 0,0 0 0 0 0,1 0 1 0 0,-1-1-1 0 0,0 1 1 0 0,0 0-1 0 0,0 0 0 0 0,0 0 1 0 0,0-1-1 0 0,0 1 0 0 0,0 0 1 0 0,1 0-1 0 0,-1-1 0 0 0,0 1 1 0 0,0 0-1 0 0,0 0 0 0 0,0-1 1 0 0,0 1-1 0 0,0 0 0 0 0,0-1 1 0 0,0 1-1 0 0,0 0 0 0 0,0 0 1 0 0,-1-1-1 0 0,1 1 0 0 0,0 0 1 0 0,0 0-1 0 0,0 0 0 0 0,0-1 1 0 0,0 1-1 0 0,0 0 0 0 0,-1 0 1 0 0,1-1-1 0 0,0 1 0 0 0,0 0 1 0 0,0 0-1 0 0,0 0 1 0 0,-1 0-1 0 0,1-1 0 0 0,0 1 1 0 0,0 0-1 0 0,0 0 0 0 0,-1 0 1 0 0,1 0-1 0 0,0 0 0 0 0,0 0 1 0 0,-1 0-1 0 0,1-1 0 0 0,-14-11 178 0 0,14 11-209 0 0,-11-5 57 0 0,0 1 0 0 0,0 0 0 0 0,-1 0 0 0 0,1 1 1 0 0,-1 1-1 0 0,0 0 0 0 0,-1 0 0 0 0,1 2 0 0 0,-22-2 0 0 0,-10-3 35 0 0,-10-1-256 0 0,177 47 161 0 0,-83-29 3 0 0,-2 1 0 0 0,70 33-1 0 0,-105-44 24 0 0,-1 0-1 0 0,0 0 1 0 0,0 0-1 0 0,0 0 1 0 0,1 1-1 0 0,-1-1 1 0 0,0 1-1 0 0,-1-1 1 0 0,1 1-1 0 0,0 0 1 0 0,0 0-1 0 0,-1 0 1 0 0,1-1-1 0 0,-1 1 0 0 0,0 1 1 0 0,1-1-1 0 0,0 3 1 0 0,-2-3 0 0 0,-1 0 0 0 0,1 0-1 0 0,0 0 1 0 0,-1 0 0 0 0,0 0 0 0 0,1 0 0 0 0,-1 0 0 0 0,0 0 0 0 0,0 0-1 0 0,0 0 1 0 0,0-1 0 0 0,-1 1 0 0 0,1 0 0 0 0,0-1 0 0 0,-1 1 0 0 0,1-1-1 0 0,-1 1 1 0 0,1-1 0 0 0,-1 0 0 0 0,0 1 0 0 0,-2 0 0 0 0,-8 7-318 0 0,0-1 0 0 0,-1-1-1 0 0,0 0 1 0 0,-1 0 0 0 0,-18 6 0 0 0,8-4-1467 0 0,7-2 448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6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65 143 1656 0 0,'0'0'3037'0'0,"0"0"-3034"0"0,1 0-1 0 0,-1 0 1 0 0,1 0-1 0 0,-1 0 1 0 0,0 0-1 0 0,1 0 1 0 0,-1 0-1 0 0,1 0 1 0 0,-1 0-1 0 0,0 1 1 0 0,1-1-1 0 0,-1 0 1 0 0,1 0-1 0 0,-1 1 1 0 0,0-1-1 0 0,1 0 1 0 0,-1 0-1 0 0,0 1 1 0 0,1-1-1 0 0,-1 0 1 0 0,0 1-1 0 0,0-1 1 0 0,1 0-1 0 0,-1 1 1 0 0,0-1 0 0 0,0 1-1 0 0,0-1 1 0 0,0 0-1 0 0,1 1 1 0 0,-1 0-1 0 0,-67 366 231 0 0,66-357-223 0 0,-4 14-70 0 0,3-11 973 0 0,16-29-455 0 0,-3-3-379 0 0,0 0 0 0 0,-1-1 1 0 0,-1 0-1 0 0,11-41 0 0 0,-5 17-22 0 0,96-270 265 0 0,-105 298-256 0 0,9-16-351 0 0,-14 31 278 0 0,0 1 1 0 0,-1-1 0 0 0,1 1-1 0 0,0 0 1 0 0,0 0 0 0 0,-1-1 0 0 0,1 1-1 0 0,0 0 1 0 0,0 0 0 0 0,-1 0-1 0 0,1 0 1 0 0,0 0 0 0 0,0 0-1 0 0,0 0 1 0 0,-1 0 0 0 0,1 0-1 0 0,0 0 1 0 0,0 0 0 0 0,-1 1-1 0 0,1-1 1 0 0,0 0 0 0 0,-1 0-1 0 0,1 1 1 0 0,0-1 0 0 0,0 1-1 0 0,-1-1 1 0 0,1 0 0 0 0,-1 1 0 0 0,1-1-1 0 0,0 1 1 0 0,-1-1 0 0 0,1 1-1 0 0,-1 0 1 0 0,1-1 0 0 0,0 2-1 0 0,19 19-14 0 0,0 2 0 0 0,-1-1 0 0 0,-1 2 0 0 0,16 29 0 0 0,-2-5 14 0 0,17 22 1 0 0,-18-28 17 0 0,-1 1 0 0 0,-3 1 0 0 0,44 95 0 0 0,-69-134-68 0 0,-1-2-4 0 0,-1 0 1 0 0,1-1 0 0 0,0 1 0 0 0,0 0 0 0 0,0-1-1 0 0,1 0 1 0 0,-1 1 0 0 0,1-1 0 0 0,-1 0 0 0 0,1 1-1 0 0,3 2 1 0 0,5-25-2532 0 0,-1 6 1241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7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13 134 4208 0 0,'0'0'-154'0'0,"-11"1"-234"0"0,11-1 382 0 0,0 0 0 0 0,0 0 0 0 0,0 0 0 0 0,0-1 0 0 0,0 1 0 0 0,0 0 0 0 0,0 0 0 0 0,0 0 0 0 0,0 0 0 0 0,0 0-1 0 0,0 0 1 0 0,0-1 0 0 0,0 1 0 0 0,0 0 0 0 0,0 0 0 0 0,0 0 0 0 0,0 0 0 0 0,0 0 0 0 0,0 0 0 0 0,0 0 0 0 0,0-1 0 0 0,0 1 0 0 0,0 0 0 0 0,0 0 0 0 0,0 0 0 0 0,0 0-1 0 0,-1 0 1 0 0,1 0 0 0 0,0 0 0 0 0,0 0 0 0 0,0-1 0 0 0,0 1 0 0 0,0 0 0 0 0,0 0 0 0 0,0 0 0 0 0,0 0 0 0 0,0 0 0 0 0,-1 0 0 0 0,1 0 0 0 0,0 0 0 0 0,51-22 93 0 0,1 2 0 0 0,1 2 1 0 0,88-16-1 0 0,-56 14 22 0 0,-71 17-159 0 0,-12 4-68 0 0,-1-1 0 0 0,1 0 1 0 0,-1-1-1 0 0,1 1 0 0 0,-1 0 0 0 0,1 0 0 0 0,0-1 1 0 0,-1 1-1 0 0,1-1 0 0 0,-1 1 0 0 0,0-1 0 0 0,1 1 1 0 0,-1-1-1 0 0,1 0 0 0 0,-1 0 0 0 0,0 0 0 0 0,0 0 1 0 0,0 0-1 0 0,3-2 0 0 0,-4 2-412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7.8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352 24 1884 0 0,'0'-1'-16'0'0,"0"0"0"0"0,-1-1 0 0 0,1 1 0 0 0,-1 0 0 0 0,0 0 0 0 0,1 0 0 0 0,-1-1-1 0 0,0 1 1 0 0,0 0 0 0 0,0 0 0 0 0,0 0 0 0 0,0 0 0 0 0,0 0 0 0 0,0 0 0 0 0,0 1 0 0 0,0-1 0 0 0,0 0 0 0 0,0 0 0 0 0,0 1-1 0 0,-1-1 1 0 0,1 1 0 0 0,0-1 0 0 0,-1 1 0 0 0,1 0 0 0 0,0-1 0 0 0,-1 1 0 0 0,1 0 0 0 0,0 0 0 0 0,-1 0 0 0 0,1 0-1 0 0,0 0 1 0 0,-1 0 0 0 0,1 0 0 0 0,-2 1 0 0 0,-53 4-93 0 0,-75 27-65 0 0,117-28 155 0 0,1 1 0 0 0,-1 0-1 0 0,1 1 1 0 0,0 1-1 0 0,1 0 1 0 0,-1 1-1 0 0,-13 11 1 0 0,25-19 20 0 0,0 1-1 0 0,1-1 1 0 0,-1 1 0 0 0,1-1 0 0 0,-1 1 0 0 0,1-1-1 0 0,-1 1 1 0 0,1-1 0 0 0,0 1 0 0 0,-1-1 0 0 0,1 1 0 0 0,-1 0-1 0 0,1-1 1 0 0,0 1 0 0 0,0 0 0 0 0,-1-1 0 0 0,1 1 0 0 0,0 0-1 0 0,0-1 1 0 0,0 1 0 0 0,0 0 0 0 0,0-1 0 0 0,0 1-1 0 0,0 0 1 0 0,0 0 0 0 0,0-1 0 0 0,0 1 0 0 0,0 0 0 0 0,0-1-1 0 0,1 2 1 0 0,19 14 58 0 0,42 2 57 0 0,-53-16-107 0 0,113 24 42 0 0,-63-15-5 0 0,113 38 0 0 0,-171-49-30 0 0,0 0 1 0 0,0 0 0 0 0,1 1-1 0 0,-1-1 1 0 0,0 0-1 0 0,0 1 1 0 0,0-1 0 0 0,0 1-1 0 0,0-1 1 0 0,0 1 0 0 0,0-1-1 0 0,0 1 1 0 0,0 0-1 0 0,-1-1 1 0 0,1 1 0 0 0,0 0-1 0 0,0 0 1 0 0,-1 0 0 0 0,1-1-1 0 0,0 1 1 0 0,-1 0-1 0 0,1 0 1 0 0,-1 0 0 0 0,1 0-1 0 0,-1 0 1 0 0,1 0-1 0 0,-1 1 1 0 0,0-1 0 0 0,1 0-1 0 0,-1 0 1 0 0,0 0 0 0 0,0 0-1 0 0,0 1 1 0 0,-1 1 5 0 0,0-1 0 0 0,-1 0 1 0 0,1 0-1 0 0,-1 0 0 0 0,1 0 0 0 0,-1 0 1 0 0,0 0-1 0 0,1 0 0 0 0,-1 0 0 0 0,0-1 1 0 0,0 1-1 0 0,-1-1 0 0 0,-2 3 0 0 0,-11 5 52 0 0,-1-1 0 0 0,0 0 0 0 0,-18 5-1 0 0,-46 10 822 0 0,-126 18 0 0 0,183-45-620 0 0,23 4-322 0 0,1-1 0 0 0,-1 1 0 0 0,1 0 1 0 0,-1 0-1 0 0,1-1 0 0 0,-1 1 0 0 0,1-1 1 0 0,0 1-1 0 0,-1 0 0 0 0,1-1 0 0 0,0 1 0 0 0,-1-1 1 0 0,1 1-1 0 0,0-1 0 0 0,-1 1 0 0 0,1-1 1 0 0,0 1-1 0 0,0-1 0 0 0,0 1 0 0 0,0-1 0 0 0,-1 0 1 0 0,1 1-1 0 0,0-1 0 0 0,0 1 0 0 0,0-1 1 0 0,0 1-1 0 0,0-1 0 0 0,0 1 0 0 0,0-1 0 0 0,1 0 1 0 0,-1 1-1 0 0,0-1 0 0 0,0 1 0 0 0,0-1 1 0 0,0 1-1 0 0,1-1 0 0 0,-1 1 0 0 0,0-1 0 0 0,1 1 1 0 0,0-1-1 0 0,8-14-650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8.2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275 29 3260 0 0,'-3'-14'-492'0'0,"-3"11"466"0"0,-2 1 0 0 0,1 0 0 0 0,0 0-1 0 0,0 0 1 0 0,-1 1 0 0 0,1 0 0 0 0,-1 0-1 0 0,1 1 1 0 0,-1 0 0 0 0,1 0 0 0 0,0 1-1 0 0,-1 0 1 0 0,1 0 0 0 0,-1 1 0 0 0,1 0-1 0 0,0 0 1 0 0,0 0 0 0 0,0 1 0 0 0,-9 5 0 0 0,7-3 32 0 0,0 0 1 0 0,0 0 0 0 0,0 1 0 0 0,1 0 0 0 0,0 0-1 0 0,0 1 1 0 0,0 0 0 0 0,1 0 0 0 0,0 1 0 0 0,1 0-1 0 0,0 0 1 0 0,0 1 0 0 0,-8 16 0 0 0,13-22 10 0 0,0 0 1 0 0,0 0 0 0 0,1 0-1 0 0,-1 0 1 0 0,1 1 0 0 0,0-1-1 0 0,0 0 1 0 0,0 0-1 0 0,1 0 1 0 0,-1 0 0 0 0,1 0-1 0 0,-1 1 1 0 0,1-1-1 0 0,0 0 1 0 0,0 0 0 0 0,1-1-1 0 0,-1 1 1 0 0,0 0-1 0 0,1 0 1 0 0,0-1 0 0 0,0 1-1 0 0,0-1 1 0 0,0 1-1 0 0,0-1 1 0 0,0 0 0 0 0,0 1-1 0 0,5 2 1 0 0,1 1 23 0 0,0 0 0 0 0,1 0 0 0 0,-1-1 0 0 0,1 0 0 0 0,0 0 0 0 0,0-1 0 0 0,15 4 0 0 0,-10-5-33 0 0,0-1 0 0 0,0 0-1 0 0,0-1 1 0 0,0-1-1 0 0,0 0 1 0 0,0-1 0 0 0,0 0-1 0 0,25-7 1 0 0,5-3-892 0 0,57-23 0 0 0,-55 17 359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09.3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192 150 1776 0 0,'-8'8'-556'0'0,"10"-6"471"0"0,17-11 419 0 0,-11 4-416 0 0,-4 4 120 0 0,-1-1 0 0 0,0 1 0 0 0,1-1 0 0 0,-1 0 0 0 0,0 0-1 0 0,0-1 1 0 0,0 1 0 0 0,-1-1 0 0 0,1 1 0 0 0,-1-1 0 0 0,1 0 0 0 0,-1 0-1 0 0,0 0 1 0 0,0 0 0 0 0,0 0 0 0 0,0-1 0 0 0,-1 1 0 0 0,1 0-1 0 0,-1-1 1 0 0,0 1 0 0 0,0-1 0 0 0,0 0 0 0 0,-1 1 0 0 0,1-1-1 0 0,-1 0 1 0 0,0 1 0 0 0,0-8 0 0 0,-1 10-23 0 0,1-1 0 0 0,-1 0 0 0 0,0 0 0 0 0,0 0 0 0 0,0 1 0 0 0,0-1 0 0 0,0 1 0 0 0,0-1 0 0 0,-1 1 0 0 0,1-1 0 0 0,0 1 0 0 0,-1 0 0 0 0,1-1 0 0 0,-1 1 0 0 0,1 0 1 0 0,-1 0-1 0 0,0 0 0 0 0,0 0 0 0 0,1 0 0 0 0,-1 1 0 0 0,0-1 0 0 0,0 0 0 0 0,0 1 0 0 0,0 0 0 0 0,0-1 0 0 0,1 1 0 0 0,-1 0 0 0 0,0 0 0 0 0,0 0 0 0 0,0 0 0 0 0,-2 0 0 0 0,-8 1 5 0 0,0 0 0 0 0,1 0 0 0 0,-20 6 0 0 0,21-4-14 0 0,0 0-1 0 0,0 1 1 0 0,1 0-1 0 0,0 1 1 0 0,0 0-1 0 0,0 1 1 0 0,0 0-1 0 0,-10 10 1 0 0,14-12-1 0 0,0 0 1 0 0,0 1-1 0 0,0 0 1 0 0,1 0-1 0 0,0 1 1 0 0,0-1-1 0 0,0 1 1 0 0,0 0-1 0 0,1 0 1 0 0,0 0-1 0 0,1 0 1 0 0,-1 0-1 0 0,1 1 1 0 0,-1 7-1 0 0,3-10 0 0 0,0-1 0 0 0,0 1-1 0 0,1 0 1 0 0,0 0 0 0 0,0-1-1 0 0,0 1 1 0 0,0 0 0 0 0,0-1 0 0 0,1 1-1 0 0,0-1 1 0 0,-1 1 0 0 0,1-1-1 0 0,0 0 1 0 0,1 0 0 0 0,-1 0-1 0 0,1 0 1 0 0,-1 0 0 0 0,1-1-1 0 0,0 1 1 0 0,0-1 0 0 0,0 1-1 0 0,0-1 1 0 0,0 0 0 0 0,1 0 0 0 0,3 1-1 0 0,6 4 4 0 0,1-1-1 0 0,-1 0 1 0 0,1-1-1 0 0,0 0 1 0 0,16 2-1 0 0,-6-2 30 0 0,1-1 1 0 0,-1-1-1 0 0,1-2 0 0 0,0 0 1 0 0,0-2-1 0 0,-1-1 1 0 0,28-5-1 0 0,-44 6-8 0 0,1-1 0 0 0,-1 0 1 0 0,0 0-1 0 0,1-1 0 0 0,-1 0 0 0 0,-1-1 0 0 0,1 1 1 0 0,0-1-1 0 0,-1-1 0 0 0,0 0 0 0 0,0 0 1 0 0,0 0-1 0 0,-1-1 0 0 0,0 0 0 0 0,0 0 0 0 0,0-1 1 0 0,-1 1-1 0 0,0-1 0 0 0,0 0 0 0 0,0-1 0 0 0,-1 1 1 0 0,-1-1-1 0 0,6-14 0 0 0,3-47 475 0 0,-10 54-301 0 0,0 0 1 0 0,1 1-1 0 0,5-17 1 0 0,-8 29-173 0 0,0-12 35 0 0,0 8-56 0 0,1 8-9 0 0,1 29 10 0 0,2 0 0 0 0,1 0 0 0 0,1-1 0 0 0,14 40 0 0 0,-18-65 121 0 0,3 7 381 0 0,-1 0 1 0 0,0 0 0 0 0,4 24 0 0 0,-13-39-347 0 0,1 0-139 0 0,1 0-1 0 0,0-1 1 0 0,0 1 0 0 0,0-1-1 0 0,0 1 1 0 0,1-1 0 0 0,0 0 0 0 0,-1 0-1 0 0,1 0 1 0 0,1 0 0 0 0,-1 0-1 0 0,1-1 1 0 0,-1 1 0 0 0,1-1-1 0 0,0 1 1 0 0,1 0 0 0 0,-1-1-1 0 0,1 0 1 0 0,0 1 0 0 0,0-1-1 0 0,0 1 1 0 0,1-1 0 0 0,0 1-1 0 0,0-1 1 0 0,0 1 0 0 0,2-6-1 0 0,-2 7-31 0 0,1-1 0 0 0,0 1-1 0 0,0-1 1 0 0,0 1 0 0 0,0 0-1 0 0,0 0 1 0 0,1 0 0 0 0,-1 0-1 0 0,1 0 1 0 0,0 1 0 0 0,0-1-1 0 0,0 1 1 0 0,0 0 0 0 0,0 0-1 0 0,0 0 1 0 0,1 0 0 0 0,-1 0-1 0 0,1 1 1 0 0,-1 0-1 0 0,1 0 1 0 0,0 0 0 0 0,-1 0-1 0 0,1 0 1 0 0,0 1 0 0 0,0-1-1 0 0,0 1 1 0 0,-1 0 0 0 0,1 0-1 0 0,0 0 1 0 0,0 1 0 0 0,0 0-1 0 0,-1-1 1 0 0,1 1 0 0 0,0 1-1 0 0,-1-1 1 0 0,7 3 0 0 0,4 2-19 0 0,-1 1 0 0 0,1 0 1 0 0,-1 1-1 0 0,-1 0 0 0 0,0 1 1 0 0,0 0-1 0 0,0 1 0 0 0,9 11 1 0 0,11 27-344 0 0,-27-39-61 0 0,-4-7-24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0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326 334 4572 0 0,'0'0'-222'0'0,"-9"-1"-812"0"0,-7 0 962 0 0,0 0 0 0 0,0 1-1 0 0,0 1 1 0 0,0 0-1 0 0,0 2 1 0 0,0-1 0 0 0,1 2-1 0 0,-31 10 1 0 0,32-6 63 0 0,1-1 0 0 0,-1 2 0 0 0,1 0 1 0 0,1 0-1 0 0,0 1 0 0 0,0 1 0 0 0,-16 19 0 0 0,25-27 13 0 0,1-1 0 0 0,0 1 0 0 0,-1 0 0 0 0,1 0 0 0 0,1 0 0 0 0,-1 0 0 0 0,0 0-1 0 0,1 0 1 0 0,-1 1 0 0 0,1-1 0 0 0,0 0 0 0 0,0 1 0 0 0,0-1 0 0 0,1 1 0 0 0,-1-1-1 0 0,1 1 1 0 0,0 0 0 0 0,0-1 0 0 0,0 1 0 0 0,0-1 0 0 0,1 1 0 0 0,-1-1 0 0 0,1 1 0 0 0,0-1-1 0 0,0 1 1 0 0,0-1 0 0 0,1 0 0 0 0,-1 1 0 0 0,1-1 0 0 0,0 0 0 0 0,0 0 0 0 0,0 0-1 0 0,0 0 1 0 0,0-1 0 0 0,1 1 0 0 0,-1 0 0 0 0,1-1 0 0 0,0 0 0 0 0,3 3 0 0 0,1 0 57 0 0,0 0 1 0 0,1-1-1 0 0,0 1 1 0 0,0-1 0 0 0,0-1-1 0 0,1 0 1 0 0,-1 0-1 0 0,1 0 1 0 0,-1-1 0 0 0,1 0-1 0 0,0-1 1 0 0,0 0-1 0 0,0-1 1 0 0,0 1 0 0 0,0-2-1 0 0,0 1 1 0 0,0-1-1 0 0,-1-1 1 0 0,1 0-1 0 0,0 0 1 0 0,-1 0 0 0 0,1-1-1 0 0,-1 0 1 0 0,0-1-1 0 0,0 0 1 0 0,0 0 0 0 0,0-1-1 0 0,-1 0 1 0 0,1 0-1 0 0,-1-1 1 0 0,-1 0 0 0 0,1 0-1 0 0,-1-1 1 0 0,0 1-1 0 0,-1-1 1 0 0,1-1 0 0 0,-2 1-1 0 0,8-14 1 0 0,-1-5 36 0 0,-1 1-1 0 0,-2-1 1 0 0,0-1 0 0 0,-2 0 0 0 0,5-49 0 0 0,-4-138 739 0 0,-7 178-582 0 0,-2 25-197 0 0,2 9-54 0 0,-1 0 0 0 0,1 1 0 0 0,0-1-1 0 0,-1 0 1 0 0,1 0 0 0 0,0 0 0 0 0,0 1-1 0 0,0-1 1 0 0,1 0 0 0 0,-1 0-1 0 0,0 0 1 0 0,1 1 0 0 0,-1-1 0 0 0,2-2-1 0 0,-3 0-22 0 0,-5 8 18 0 0,-6 19 15 0 0,8-4-12 0 0,1-1 0 0 0,1 0 0 0 0,1 1 0 0 0,0 0 0 0 0,2-1 0 0 0,0 1 0 0 0,1-1 0 0 0,0 0 0 0 0,2 1-1 0 0,0-1 1 0 0,13 31 0 0 0,-12-36 2 0 0,0 1 0 0 0,2-2 0 0 0,-1 1 0 0 0,2-1 0 0 0,0 0 0 0 0,0 0 0 0 0,1-1 0 0 0,0 0 0 0 0,1-1 0 0 0,0 0 0 0 0,1 0 0 0 0,0-1 0 0 0,1-1 0 0 0,0 1 0 0 0,21 9 0 0 0,-20-12 10 0 0,1 0-1 0 0,-1-1 1 0 0,1-1 0 0 0,1 0 0 0 0,-1-1 0 0 0,1-1-1 0 0,28 2 1 0 0,-37-4-8 0 0,-1-1 1 0 0,0 1-1 0 0,0-1 1 0 0,0 0-1 0 0,0 0 0 0 0,0 0 1 0 0,0 0-1 0 0,0-1 0 0 0,0 0 1 0 0,0 0-1 0 0,-1-1 1 0 0,1 1-1 0 0,-1-1 0 0 0,1 0 1 0 0,-1 0-1 0 0,0 0 1 0 0,0-1-1 0 0,-1 1 0 0 0,1-1 1 0 0,-1 0-1 0 0,0 0 0 0 0,0 0 1 0 0,0-1-1 0 0,0 1 1 0 0,3-8-1 0 0,-3 4 13 0 0,0-1-1 0 0,-1 1 1 0 0,0-1-1 0 0,0 0 1 0 0,1-17-1 0 0,9-41 59 0 0,-12 65-93 0 0,-3 7-42 0 0,2-1 57 0 0,-1 0 0 0 0,1 0 0 0 0,0 0 0 0 0,0 0 0 0 0,0 0 0 0 0,1 0 0 0 0,0 0 0 0 0,-1 1 0 0 0,1-1 0 0 0,1 0 0 0 0,-1 0 0 0 0,1 0 0 0 0,-1 0 0 0 0,1 0 0 0 0,0 0-1 0 0,1 0 1 0 0,-1 0 0 0 0,1 0 0 0 0,-1 0 0 0 0,1-1 0 0 0,0 1 0 0 0,1 0 0 0 0,-1-1 0 0 0,1 0 0 0 0,-1 0 0 0 0,1 0 0 0 0,0 0 0 0 0,0 0 0 0 0,0 0 0 0 0,6 3 0 0 0,0 1-56 0 0,0-1-1 0 0,1 0 1 0 0,-1 0 0 0 0,1-1 0 0 0,1 0-1 0 0,14 5 1 0 0,-18-9-375 0 0,-1 1 0 0 0,1-1 0 0 0,-1 0 0 0 0,1-1 0 0 0,-1 1 0 0 0,1-1 0 0 0,11-2 0 0 0,-1 0-1239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0.4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15 4976 0 0,'-71'-15'-959'0'0,"52"23"-829"0"0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0.9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0 3132 0 0,'-8'13'13'0'0,"1"0"0"0"0,0 0 0 0 0,1 0 0 0 0,0 1 0 0 0,1-1 0 0 0,1 2-1 0 0,0-1 1 0 0,1 0 0 0 0,0 1 0 0 0,1-1 0 0 0,1 1 0 0 0,0 14 0 0 0,3-11 72 0 0,0 0 1 0 0,1 0 0 0 0,6 24 3193 0 0,-10-56-3184 0 0,2 0 0 0 0,0 0 0 0 0,1 0-1 0 0,0 0 1 0 0,1 0 0 0 0,1 1 0 0 0,10-26 0 0 0,-11 31-89 0 0,0 0 1 0 0,1 0 0 0 0,0 0-1 0 0,0 1 1 0 0,1-1-1 0 0,0 1 1 0 0,0 0 0 0 0,1 0-1 0 0,0 1 1 0 0,0-1 0 0 0,0 1-1 0 0,1 1 1 0 0,0-1-1 0 0,11-6 1 0 0,-14 11-14 0 0,0 0 0 0 0,0 0-1 0 0,0 0 1 0 0,1 1 0 0 0,-1-1 0 0 0,0 1 0 0 0,0 0-1 0 0,0 0 1 0 0,1 0 0 0 0,-1 1 0 0 0,0 0 0 0 0,0 0 0 0 0,0 0-1 0 0,0 0 1 0 0,0 0 0 0 0,0 1 0 0 0,0 0 0 0 0,-1 0-1 0 0,1 0 1 0 0,0 0 0 0 0,-1 0 0 0 0,0 1 0 0 0,1 0-1 0 0,-1-1 1 0 0,4 6 0 0 0,10 9-20 0 0,-1 1-1 0 0,-1 0 1 0 0,16 25-1 0 0,-23-32 12 0 0,63 82-178 0 0,-71-93-134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1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212 0 4164 0 0,'-4'3'-276'0'0,"-7"3"77"0"0,-14 8-17 0 0,1 1 1 0 0,1 1 0 0 0,1 0-1 0 0,0 2 1 0 0,-26 27-1 0 0,39-35 188 0 0,7-8 27 0 0,0-1-1 0 0,0 1 1 0 0,0-1-1 0 0,1 1 0 0 0,-1 0 1 0 0,1-1-1 0 0,-1 1 0 0 0,1 0 1 0 0,0 0-1 0 0,0 0 0 0 0,0 0 1 0 0,0 0-1 0 0,0 1 0 0 0,0-1 1 0 0,0 0-1 0 0,1 0 0 0 0,-1 0 1 0 0,1 1-1 0 0,0-1 1 0 0,-1 0-1 0 0,1 5 0 0 0,3-6 8 0 0,0 0 0 0 0,-1 0 1 0 0,1 0-1 0 0,0-1 0 0 0,-1 1 0 0 0,1-1 0 0 0,0 0 0 0 0,0 1 0 0 0,-1-1 1 0 0,1-1-1 0 0,0 1 0 0 0,0 0 0 0 0,0-1 0 0 0,3 0 0 0 0,12-4 129 0 0,0-1 0 0 0,-1-1 0 0 0,0 0 0 0 0,-1-1 0 0 0,1-1 0 0 0,-1 0 0 0 0,21-18 980 0 0,-39 28-1113 0 0,1 1 0 0 0,-1-1 0 0 0,0 0 0 0 0,0 1 0 0 0,1-1 0 0 0,-1 1 0 0 0,1-1-1 0 0,0 1 1 0 0,-1 0 0 0 0,0 2 0 0 0,2-3 0 0 0,0 1 1 0 0,1-1-1 0 0,-1 1 0 0 0,1 0 0 0 0,-1-1 1 0 0,1 0-1 0 0,0 1 0 0 0,-1-1 1 0 0,1 1-1 0 0,0-1 0 0 0,0 0 0 0 0,0 1 1 0 0,0-1-1 0 0,0 0 0 0 0,0 0 0 0 0,0 0 1 0 0,1 0-1 0 0,1 2 0 0 0,-1-1 2 0 0,106 99 58 0 0,-67-65-41 0 0,-1 2 1 0 0,-2 2-1 0 0,60 80 1 0 0,-96-117-19 0 0,0 1-1 0 0,1-1 1 0 0,-1 1 0 0 0,-1 0 0 0 0,1 0 0 0 0,-1 0-1 0 0,1 0 1 0 0,-1 0 0 0 0,0 0 0 0 0,0 1-1 0 0,-1-1 1 0 0,0 0 0 0 0,1 0 0 0 0,-1 1 0 0 0,-1-1-1 0 0,1 0 1 0 0,0 1 0 0 0,-3 6 0 0 0,1-5 1 0 0,-1 0 0 0 0,0 0 0 0 0,0 0-1 0 0,0 0 1 0 0,-1-1 0 0 0,0 1 0 0 0,0-1 0 0 0,0 0 0 0 0,-1 0 0 0 0,-9 8 0 0 0,-5 2 8 0 0,-1-2 0 0 0,0 0 0 0 0,-1-1 0 0 0,-1-1 0 0 0,-34 13 0 0 0,35-15 19 0 0,-1-1 1 0 0,0 0 0 0 0,-1-2 0 0 0,0-1-1 0 0,0-1 1 0 0,0 0 0 0 0,0-2-1 0 0,-37-1 1 0 0,58-1-20 0 0,0 0 0 0 0,0 0 0 0 0,0-1 0 0 0,0 1 0 0 0,0 0 0 0 0,0-1 1 0 0,1 1-1 0 0,-1-1 0 0 0,0 0 0 0 0,0 0 0 0 0,0 0 0 0 0,1 0 0 0 0,-1 0 0 0 0,0 0 0 0 0,1 0 0 0 0,-1 0 0 0 0,1 0 0 0 0,-1-1 0 0 0,1 1 0 0 0,-2-4 0 0 0,2 4-2 0 0,1-1 0 0 0,-1 0 0 0 0,1 1 0 0 0,0-1-1 0 0,0 0 1 0 0,0 1 0 0 0,-1-1 0 0 0,2 0 0 0 0,-1 0-1 0 0,0 1 1 0 0,0-1 0 0 0,1 0 0 0 0,-1 1 0 0 0,0-1-1 0 0,1 0 1 0 0,0 1 0 0 0,-1-1 0 0 0,2-2 0 0 0,4-5 13 0 0,0 0 1 0 0,1 0 0 0 0,-1 0-1 0 0,2 1 1 0 0,14-14 0 0 0,3 3 24 0 0,1 0 1 0 0,1 2 0 0 0,1 1-1 0 0,0 2 1 0 0,1 0 0 0 0,32-9-1 0 0,-24 9-920 0 0,-1-2-1 0 0,-1-1 1 0 0,39-26 0 0 0,-65 35 142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1.9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796 0 3284 0 0,'0'0'-190'0'0,"1"1"4"0"0,0-1 165 0 0,0 1-1 0 0,-1 0 1 0 0,1-1-1 0 0,0 1 1 0 0,0 0-1 0 0,0 0 1 0 0,0 0-1 0 0,-1-1 1 0 0,1 1-1 0 0,0 0 1 0 0,-1 0-1 0 0,1 0 1 0 0,-1 0-1 0 0,1 1 1 0 0,-22 25 6 0 0,0-2 0 0 0,-40 37 0 0 0,8-10 68 0 0,-379 389 425 0 0,230-238-178 0 0,184-180-2190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2.8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173 122 2388 0 0,'-54'-82'2081'0'0,"53"80"-1959"0"0,-1 0-6 0 0,2 1-94 0 0,0 1 0 0 0,-1-1 0 0 0,1 0 0 0 0,0 1 1 0 0,-1-1-1 0 0,1 0 0 0 0,-1 1 0 0 0,1-1 0 0 0,-1 1 1 0 0,1-1-1 0 0,-1 1 0 0 0,1-1 0 0 0,-1 1 0 0 0,1 0 0 0 0,-1-1 1 0 0,0 1-1 0 0,1 0 0 0 0,-1-1 0 0 0,0 1 0 0 0,1 0 1 0 0,-1 0-1 0 0,0-1 0 0 0,0 1 0 0 0,-3 13-5 0 0,0 0-1 0 0,1 0 1 0 0,1 1-1 0 0,0-1 1 0 0,0 0-1 0 0,2 1 1 0 0,0 0-1 0 0,3 24 1 0 0,0-9 5 0 0,1-1 1 0 0,2 0-1 0 0,12 36 1 0 0,32 50 39 0 0,-25-59 2031 0 0,-26-57-2060 0 0,0 0 1 0 0,0 0 0 0 0,0 1-1 0 0,-1-1 1 0 0,1 0-1 0 0,0 1 1 0 0,-1-1 0 0 0,1 1-1 0 0,-1 0 1 0 0,0-1 0 0 0,-2 0-1 0 0,1-1 32 0 0,-12-16 92 0 0,1 0 0 0 0,0-1 0 0 0,2 0 0 0 0,0-1-1 0 0,-12-33 1 0 0,-32-110 227 0 0,31 61-325 0 0,25 101-62 0 0,0 1-1 0 0,0 0 1 0 0,0 0 0 0 0,0 0-1 0 0,0 0 1 0 0,0 0 0 0 0,0 0-1 0 0,1 0 1 0 0,-1 0 0 0 0,0 0 0 0 0,1 0-1 0 0,-1 0 1 0 0,1 0 0 0 0,-1 0-1 0 0,1 0 1 0 0,-1 1 0 0 0,1-1 0 0 0,0 0-1 0 0,-1 0 1 0 0,1 0 0 0 0,0 1-1 0 0,0-1 1 0 0,0 0 0 0 0,0 1-1 0 0,-1-1 1 0 0,1 1 0 0 0,0-1 0 0 0,0 1-1 0 0,0-1 1 0 0,0 1 0 0 0,2-1-1 0 0,30-10-55 0 0,-14 8 42 0 0,0 1 1 0 0,0 1-1 0 0,0 1 0 0 0,0 0 0 0 0,-1 2 1 0 0,32 5-1 0 0,108 34-16 0 0,-100-23 8 0 0,64 29 0 0 0,-100-37-4 0 0,-1 1 0 0 0,1 1-1 0 0,-2 1 1 0 0,0 1 0 0 0,34 31 0 0 0,-52-43 22 0 0,1 1 0 0 0,0-1 0 0 0,-1 1 0 0 0,1 0 0 0 0,-1 0 0 0 0,0 0 0 0 0,0 0 0 0 0,0 0 0 0 0,0 0 0 0 0,0 1 0 0 0,-1-1 0 0 0,1 1 0 0 0,-1-1 0 0 0,0 1 0 0 0,0-1 0 0 0,-1 1 0 0 0,1 0 0 0 0,-1-1 0 0 0,0 1 0 0 0,0 0 0 0 0,0 5 0 0 0,-2-4 1 0 0,1 0 1 0 0,-1 0-1 0 0,0 0 1 0 0,-1-1-1 0 0,1 1 1 0 0,-1-1-1 0 0,0 0 1 0 0,0 1-1 0 0,0-1 1 0 0,0-1-1 0 0,-1 1 1 0 0,0 0 0 0 0,-7 5-1 0 0,-9 5 1 0 0,-1-1-1 0 0,0 0 0 0 0,-1-2 1 0 0,-1 0-1 0 0,-29 8 1 0 0,-10 1 92 0 0,-2-4 0 0 0,-108 15 1 0 0,169-31-28 0 0,3 0-67 0 0,-1 0 0 0 0,1 0 0 0 0,-1 0 0 0 0,1 0 0 0 0,-1 0-1 0 0,1 0 1 0 0,-1 0 0 0 0,1 0 0 0 0,0 0 0 0 0,-1-1-1 0 0,1 1 1 0 0,-1 0 0 0 0,1 0 0 0 0,0 0 0 0 0,-1-1-1 0 0,1 1 1 0 0,-1 0 0 0 0,1-1 0 0 0,0 1 0 0 0,-1 0-1 0 0,1-1 1 0 0,0 1 0 0 0,0 0 0 0 0,-1-1 0 0 0,1 1-1 0 0,0-1 1 0 0,0 1 0 0 0,0 0 0 0 0,-1-1 0 0 0,1 1-1 0 0,0-1 1 0 0,0 1 0 0 0,0-1 0 0 0,0 1 0 0 0,0-1 0 0 0,0 1-1 0 0,0-1 1 0 0,8-9-687 0 0,1 0 0 0 0,0 1-1 0 0,0 0 1 0 0,1 1 0 0 0,17-11-1 0 0,0 2-2013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3.4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47 195 5745 0 0,'0'0'-517'0'0,"17"13"-2131"0"0,-14-11 2640 0 0,32-3-9 0 0,-23-1 64 0 0,0 0-1 0 0,0-1 1 0 0,0 0 0 0 0,0-1 0 0 0,-1 0-1 0 0,0-1 1 0 0,0-1 0 0 0,0 1 0 0 0,14-12-1 0 0,-19 14 2 0 0,-1-1 0 0 0,0 0-1 0 0,0 0 1 0 0,-1 0 0 0 0,1-1-1 0 0,-1 0 1 0 0,0 0 0 0 0,0 0-1 0 0,-1 0 1 0 0,0 0 0 0 0,1-1-1 0 0,-2 0 1 0 0,1 1 0 0 0,-1-1-1 0 0,0 0 1 0 0,0 0 0 0 0,0-1-1 0 0,-1 1 1 0 0,1-11 0 0 0,-2 15-34 0 0,0 0 1 0 0,0 1 0 0 0,0-1-1 0 0,0 0 1 0 0,0 1-1 0 0,0-1 1 0 0,-1 1 0 0 0,1-1-1 0 0,-1 0 1 0 0,1 1-1 0 0,-1-1 1 0 0,1 1 0 0 0,-1-1-1 0 0,0 1 1 0 0,0 0-1 0 0,0-1 1 0 0,0 1 0 0 0,0 0-1 0 0,0 0 1 0 0,0-1-1 0 0,0 1 1 0 0,0 0 0 0 0,-1 0-1 0 0,1 0 1 0 0,0 0-1 0 0,-3-1 1 0 0,0 1-4 0 0,1 0 1 0 0,-1 0-1 0 0,1 1 0 0 0,-1-1 1 0 0,0 1-1 0 0,0 0 1 0 0,1 0-1 0 0,-1 0 0 0 0,0 0 1 0 0,1 1-1 0 0,-6 0 0 0 0,-6 3 8 0 0,1 0-1 0 0,-1 1 1 0 0,1 1-1 0 0,-22 12 0 0 0,23-10-7 0 0,1 0-1 0 0,0 1 1 0 0,0 0-1 0 0,1 1 1 0 0,-16 18-1 0 0,21-22-5 0 0,1 0-1 0 0,1 1 1 0 0,-1-1-1 0 0,1 1 1 0 0,0 0-1 0 0,0 1 1 0 0,1-1-1 0 0,0 1 1 0 0,1-1-1 0 0,-1 1 1 0 0,-1 15-1 0 0,4-18-1 0 0,0-1 0 0 0,1 0-1 0 0,0 0 1 0 0,0 0 0 0 0,0 1 0 0 0,0-1 0 0 0,1 0-1 0 0,-1-1 1 0 0,1 1 0 0 0,0 0 0 0 0,0 0-1 0 0,1-1 1 0 0,-1 1 0 0 0,1-1 0 0 0,0 0 0 0 0,0 1-1 0 0,0-1 1 0 0,0-1 0 0 0,0 1 0 0 0,1 0 0 0 0,-1-1-1 0 0,1 0 1 0 0,0 0 0 0 0,6 3 0 0 0,7 4 12 0 0,0-2-1 0 0,0 0 1 0 0,1-1 0 0 0,24 6 0 0 0,-27-9-208 0 0,0 0 0 0 0,0 0 0 0 0,1-1 0 0 0,-1-1 0 0 0,0-1 1 0 0,1 0-1 0 0,-1-1 0 0 0,1-1 0 0 0,-1 0 0 0 0,21-6 0 0 0,-4-4-688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4.8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346 4 3352 0 0,'0'0'-80'0'0,"-7"-1"115"0"0,-14-1-19 0 0,-1 2 1 0 0,1 0-1 0 0,-1 1 1 0 0,1 1-1 0 0,0 1 1 0 0,0 1-1 0 0,0 1 1 0 0,0 1-1 0 0,-38 16 1 0 0,56-20-22 0 0,1-1 7 0 0,0-1-1 0 0,0 1 1 0 0,0 0 0 0 0,0 0 0 0 0,1 0 0 0 0,-1 0 0 0 0,0 0 0 0 0,0 0-1 0 0,1 0 1 0 0,-1 1 0 0 0,1-1 0 0 0,-1 1 0 0 0,1-1 0 0 0,0 1 0 0 0,0-1 0 0 0,-1 1-1 0 0,1 0 1 0 0,0 0 0 0 0,0 0 0 0 0,1-1 0 0 0,-1 1 0 0 0,-1 4 0 0 0,3-4 2 0 0,-1 0 0 0 0,1 0 0 0 0,0 1 0 0 0,0-1 0 0 0,-1 0 0 0 0,1 0 0 0 0,1 0 0 0 0,-1-1 0 0 0,0 1 0 0 0,0 0 0 0 0,1 0 0 0 0,-1 0 0 0 0,1-1 0 0 0,-1 1 0 0 0,5 2 0 0 0,29 21 23 0 0,-31-22-21 0 0,155 86 24 0 0,10 7-17 0 0,-168-96-9 0 0,0 1 0 0 0,0 0 0 0 0,0-1 0 0 0,0 1 0 0 0,0 0 0 0 0,0-1 0 0 0,0 1 0 0 0,0 0 0 0 0,0 0 0 0 0,0 0 0 0 0,0 0 0 0 0,-1 0 0 0 0,1 0 0 0 0,0 0 0 0 0,-1 0 0 0 0,1 0 0 0 0,-1 0 0 0 0,1 1 0 0 0,-1-1 0 0 0,1 0 0 0 0,-1 0 0 0 0,0 0 0 0 0,0 1 0 0 0,0-1 0 0 0,1 0 0 0 0,-1 0 0 0 0,-1 2 0 0 0,1-1 1 0 0,-1 0 0 0 0,0 0 0 0 0,0 0 0 0 0,-1-1 0 0 0,1 1 0 0 0,0 0 0 0 0,0-1-1 0 0,-1 1 1 0 0,1-1 0 0 0,-1 0 0 0 0,1 1 0 0 0,-1-1 0 0 0,0 0 0 0 0,-3 2 0 0 0,-8 4 14 0 0,-1-1 0 0 0,0 0 0 0 0,-19 4 1 0 0,31-9-18 0 0,-49 11 271 0 0,-1-2 0 0 0,-1-2 0 0 0,1-2 0 0 0,-81-3 0 0 0,129-3-144 0 0,4 0-145 0 0,1 0 1 0 0,-1-1-1 0 0,0 1 0 0 0,1 0 1 0 0,-1-1-1 0 0,0 1 0 0 0,0-1 1 0 0,1 1-1 0 0,-1 0 0 0 0,0-1 0 0 0,0 1 1 0 0,0-1-1 0 0,0 1 0 0 0,1-1 1 0 0,-1 1-1 0 0,0-1 0 0 0,0 1 0 0 0,0-1 1 0 0,0 1-1 0 0,0-1 0 0 0,0 1 1 0 0,0-1-1 0 0,0 1 0 0 0,0 0 0 0 0,-1-1 1 0 0,1 1-1 0 0,0-1 0 0 0,0 1 1 0 0,0-1-1 0 0,-1 1 0 0 0,1-1 1 0 0,0 1-1 0 0,0 0 0 0 0,-1-1 0 0 0,1 1 1 0 0,0-1-1 0 0,-1 1 0 0 0,1 0 1 0 0,0-1-1 0 0,-1 1 0 0 0,1 0 0 0 0,0 0 1 0 0,-1-1-1 0 0,1 1 0 0 0,-1 0 1 0 0,1 0-1 0 0,-1 0 0 0 0,1-1 0 0 0,-1 1 1 0 0,1 0-1 0 0,0 0 0 0 0,-1 0 1 0 0,1 0-1 0 0,-1 0 0 0 0,1 0 1 0 0,-1 0-1 0 0,1 0 0 0 0,-1 0 0 0 0,1 0 1 0 0,-1 0-1 0 0,1 0 0 0 0,-1 0 1 0 0,1 1-1 0 0,-1-1 0 0 0,1 0 0 0 0,0 0 1 0 0,-1 1-1 0 0,15-14-1290 0 0,-1 4 127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5.3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293 34 3968 0 0,'1'-1'-7'0'0,"-1"0"1"0"0,1 1-1 0 0,-1-1 0 0 0,1 0 0 0 0,-1 0 0 0 0,1 0 0 0 0,-1 0 0 0 0,1 1 0 0 0,-1-1 0 0 0,0 0 1 0 0,1 0-1 0 0,-1 0 0 0 0,0 0 0 0 0,0 0 0 0 0,0 0 0 0 0,0 0 0 0 0,0-1 0 0 0,-1 0 12 0 0,0 1 0 0 0,-1 0-1 0 0,1-1 1 0 0,0 1 0 0 0,-1 0-1 0 0,1 0 1 0 0,-1 0 0 0 0,0 0-1 0 0,1 0 1 0 0,-1 0 0 0 0,0 1 0 0 0,1-1-1 0 0,-1 1 1 0 0,0-1 0 0 0,0 1-1 0 0,0-1 1 0 0,1 1 0 0 0,-1 0-1 0 0,0 0 1 0 0,0 0 0 0 0,-2 0-1 0 0,-4 1 9 0 0,1 0 0 0 0,1 1 0 0 0,-1-1 0 0 0,0 1 0 0 0,-12 6 0 0 0,-4 3 28 0 0,2 1 0 0 0,-30 20 0 0 0,38-22-24 0 0,0 0-1 0 0,1 0 1 0 0,0 1-1 0 0,1 0 0 0 0,0 1 1 0 0,-11 16-1 0 0,20-25-11 0 0,0-1 0 0 0,0 0 0 0 0,1 1 0 0 0,-1-1 0 0 0,1 1 0 0 0,-1 0 0 0 0,1 0 0 0 0,0-1 0 0 0,0 1 0 0 0,1 0 0 0 0,-1 0 0 0 0,0 0 0 0 0,1 0-1 0 0,0 0 1 0 0,-1 0 0 0 0,1 0 0 0 0,0 0 0 0 0,1 0 0 0 0,-1 0 0 0 0,1 0 0 0 0,-1 0 0 0 0,1 0 0 0 0,0 0 0 0 0,0-1 0 0 0,0 1 0 0 0,0 0 0 0 0,1 0 0 0 0,-1-1 0 0 0,1 1 0 0 0,-1-1 0 0 0,1 1 0 0 0,0-1 0 0 0,0 0 0 0 0,0 0 0 0 0,0 0 0 0 0,1 0 0 0 0,-1 0 0 0 0,0 0-1 0 0,1 0 1 0 0,2 1 0 0 0,25 11 29 0 0,0-1-1 0 0,0-1 0 0 0,1-1 0 0 0,1-2 0 0 0,-1-2 0 0 0,40 6 0 0 0,-60-11-127 0 0,14 3-167 0 0,0-1 0 0 0,-1-1 0 0 0,1 0 0 0 0,0-2 0 0 0,36-3 0 0 0,-55 0-625 0 0,3-2 590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5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3396 0 0,'1'12'2478'0'0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8.7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10 4744 0 0,'6'-5'-496'0'0,"-2"1"480"0"0,-3 4 12 0 0,-5 2-97 0 0,-11 12 101 0 0,-16 13 1 0 0,1 2 1 0 0,1 1-1 0 0,-32 43 0 0 0,53-61-4 0 0,-10 13 3 0 0,-23 43-1 0 0,37-60 1 0 0,0-1 0 0 0,1 1 0 0 0,0 0 0 0 0,1 0 0 0 0,0 0 0 0 0,0 0 0 0 0,0 0-1 0 0,1 0 1 0 0,1 1 0 0 0,0 16 0 0 0,1-22 2 0 0,0 1 0 0 0,0 0 1 0 0,1-1-1 0 0,-1 1 0 0 0,1-1 0 0 0,0 0 0 0 0,0 0 1 0 0,1 1-1 0 0,-1-1 0 0 0,0-1 0 0 0,1 1 0 0 0,0 0 1 0 0,0-1-1 0 0,0 1 0 0 0,0-1 0 0 0,0 0 0 0 0,0 0 1 0 0,0 0-1 0 0,1 0 0 0 0,-1 0 0 0 0,1-1 0 0 0,0 0 1 0 0,-1 0-1 0 0,8 2 0 0 0,9 2 10 0 0,0-1 0 0 0,0-1 0 0 0,25 1 0 0 0,-32-4 23 0 0,1 1-1 0 0,-1-2 0 0 0,1 0 0 0 0,-1-1 0 0 0,0 0 0 0 0,16-5 0 0 0,-24 6 9 0 0,0 0 0 0 0,-1-1 1 0 0,1 0-1 0 0,-1 0 0 0 0,1 0 0 0 0,-1-1 0 0 0,0 0 0 0 0,0 0 0 0 0,0 0 1 0 0,0 0-1 0 0,0 0 0 0 0,-1-1 0 0 0,0 1 0 0 0,1-1 0 0 0,-1 0 0 0 0,-1 0 0 0 0,1 0 1 0 0,0-1-1 0 0,1-5 0 0 0,-3 9-34 0 0,-1 0 0 0 0,1-1 0 0 0,-1 1 0 0 0,0 0 1 0 0,0-1-1 0 0,0 1 0 0 0,0-1 0 0 0,0 1 0 0 0,0-1 0 0 0,0 1 0 0 0,0 0 1 0 0,-1-1-1 0 0,1 1 0 0 0,0 0 0 0 0,-1-1 0 0 0,1 1 0 0 0,-1 0 0 0 0,0-1 1 0 0,1 1-1 0 0,-1 0 0 0 0,0 0 0 0 0,0 0 0 0 0,0-1 0 0 0,1 1 1 0 0,-1 0-1 0 0,0 0 0 0 0,-1 1 0 0 0,1-1 0 0 0,0 0 0 0 0,0 0 0 0 0,0 0 1 0 0,0 1-1 0 0,-1-1 0 0 0,1 0 0 0 0,0 1 0 0 0,-1 0 0 0 0,-2-1 0 0 0,-54-12 67 0 0,54 13-68 0 0,-18-1 14 0 0,1 1 1 0 0,-1 1-1 0 0,1 1 1 0 0,-1 1 0 0 0,1 0-1 0 0,-28 10 1 0 0,-20 2-767 0 0,67-14 289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8:19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608 23 3448 0 0,'-19'-6'-125'0'0,"1"1"0"0"0,-1 1-1 0 0,0 1 1 0 0,-22-1 0 0 0,5 4 126 0 0,1 1 0 0 0,-43 8 0 0 0,64-6-3 0 0,-1 0 0 0 0,1 1 0 0 0,0 1 0 0 0,1 0 0 0 0,-1 1 0 0 0,1 0-1 0 0,0 1 1 0 0,-18 12 0 0 0,15-8 2 0 0,0 1 0 0 0,0 1 0 0 0,1 0 1 0 0,0 1-1 0 0,1 0 0 0 0,1 1 0 0 0,1 0 0 0 0,-19 30 0 0 0,23-30 16 0 0,0 1-1 0 0,1 0 1 0 0,1 0 0 0 0,0 1 0 0 0,1-1-1 0 0,1 1 1 0 0,0 1 0 0 0,2-1-1 0 0,-2 27 1 0 0,4-37-5 0 0,0 0-1 0 0,1 0 0 0 0,0 1 1 0 0,0-1-1 0 0,0 0 1 0 0,1 0-1 0 0,0 0 1 0 0,0-1-1 0 0,1 1 1 0 0,0 0-1 0 0,0-1 0 0 0,1 0 1 0 0,-1 0-1 0 0,1 0 1 0 0,1 0-1 0 0,-1 0 1 0 0,1-1-1 0 0,0 0 1 0 0,0 0-1 0 0,1 0 0 0 0,-1-1 1 0 0,1 0-1 0 0,0 0 1 0 0,0 0-1 0 0,11 4 1 0 0,17 6 65 0 0,1-2 1 0 0,0-1-1 0 0,0-2 0 0 0,1-2 1 0 0,62 6-1 0 0,-41-10 71 0 0,1-2 1 0 0,108-14-1 0 0,-135 10-6 0 0,0-2 1 0 0,-1-2-1 0 0,0 0 1 0 0,0-2-1 0 0,-1-2 1 0 0,32-15-1 0 0,-52 22-90 0 0,-1-1-1 0 0,0 0 0 0 0,0 0 0 0 0,0-1 1 0 0,-1 0-1 0 0,0 0 0 0 0,0-1 0 0 0,0 0 1 0 0,-1 0-1 0 0,0-1 0 0 0,-1 1 0 0 0,1-1 1 0 0,-1 0-1 0 0,-1-1 0 0 0,0 1 0 0 0,0-1 1 0 0,-1 0-1 0 0,0 0 0 0 0,0 0 0 0 0,-1 0 1 0 0,0-1-1 0 0,-1 1 0 0 0,0-1 0 0 0,0-10 1 0 0,-1 10-16 0 0,-1 0 0 0 0,0 0 1 0 0,0 0-1 0 0,-1 0 1 0 0,0 0-1 0 0,-1 0 0 0 0,0 1 1 0 0,-1-1-1 0 0,0 1 1 0 0,0 0-1 0 0,-1 0 1 0 0,-10-15-1 0 0,6 13-10 0 0,-1 0 0 0 0,0 0 0 0 0,-1 1 1 0 0,0 0-1 0 0,-1 1 0 0 0,0 0 0 0 0,-25-14 0 0 0,5 8-11 0 0,-1 1-1 0 0,-1 1 1 0 0,0 2 0 0 0,-1 1 0 0 0,0 2-1 0 0,-47-5 1 0 0,25 7 19 0 0,-1 2 0 0 0,-111 7 0 0 0,50 15-3678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46.2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1133 59 5148 0 0,'0'0'-154'0'0,"-20"2"-35"0"0,-14-5 277 0 0,1-2-1 0 0,-60-17 1 0 0,59 13-62 0 0,-6 1-19 0 0,-1 2-1 0 0,0 1 1 0 0,0 2-1 0 0,-51 3 1 0 0,24 5-6 0 0,-120 22 1 0 0,153-20-7 0 0,0 2 0 0 0,1 2 0 0 0,0 1 0 0 0,-55 28-1 0 0,71-31-2 0 0,0 1 0 0 0,1 1 0 0 0,0 0 0 0 0,1 2 0 0 0,1-1 0 0 0,-21 23 0 0 0,31-29 9 0 0,0 0 0 0 0,1 0 0 0 0,0 1 0 0 0,0-1 0 0 0,0 1 0 0 0,1 0 1 0 0,0 0-1 0 0,1 0 0 0 0,-1 0 0 0 0,1 1 0 0 0,1-1 0 0 0,-1 1 1 0 0,1-1-1 0 0,1 1 0 0 0,-1-1 0 0 0,1 1 0 0 0,0 0 0 0 0,1-1 0 0 0,0 1 1 0 0,2 8-1 0 0,1 2 4 0 0,0-1 0 0 0,1 0 0 0 0,1 0 0 0 0,1 0 0 0 0,0-1 0 0 0,1 1 1 0 0,1-2-1 0 0,0 1 0 0 0,2-1 0 0 0,-1-1 0 0 0,2 0 0 0 0,0-1 0 0 0,0 0 0 0 0,1 0 0 0 0,1-1 0 0 0,0-1 1 0 0,0-1-1 0 0,1 0 0 0 0,1-1 0 0 0,0 0 0 0 0,0-1 0 0 0,0-1 0 0 0,1-1 0 0 0,0 0 0 0 0,26 5 0 0 0,595 80 145 0 0,-538-82-125 0 0,1-5 0 0 0,-1-4 0 0 0,1-5 0 0 0,134-23 0 0 0,-203 22 18 0 0,-1-1 0 0 0,1-2 1 0 0,-1-1-1 0 0,0-2 1 0 0,44-22-1 0 0,-63 27 30 0 0,0 0-1 0 0,0-1 1 0 0,0 0-1 0 0,-1-1 1 0 0,0 0-1 0 0,-1-1 1 0 0,0 0 0 0 0,-1-1-1 0 0,0 0 1 0 0,0 0-1 0 0,-1-1 1 0 0,-1 0-1 0 0,0 0 1 0 0,-1-1-1 0 0,6-15 1 0 0,-9 18-41 0 0,-1-1 0 0 0,0 0 0 0 0,0 1 0 0 0,-1-1 0 0 0,-1 0 1 0 0,0 0-1 0 0,0 0 0 0 0,-1 0 0 0 0,0 0 0 0 0,-1 0 0 0 0,-1 0 0 0 0,1 1 0 0 0,-2-1 0 0 0,1 1 0 0 0,-1 0 0 0 0,-1 0 1 0 0,0 0-1 0 0,0 1 0 0 0,-1-1 0 0 0,-1 1 0 0 0,1 1 0 0 0,-1-1 0 0 0,-1 1 0 0 0,1 0 0 0 0,-1 1 0 0 0,-1 0 1 0 0,1 0-1 0 0,-18-10 0 0 0,-1 2-30 0 0,-1 1 1 0 0,0 0-1 0 0,-1 3 1 0 0,-47-14 0 0 0,-128-18 9 0 0,44 10-7 0 0,41 11-26 0 0,0 5-1 0 0,-158-2 1 0 0,264 18 21 0 0,-63 0-20 0 0,-75-6-14 0 0,83 12-2631 0 0,76-4 1063 0 0,31 3-18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47.3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30 4796 0 0,'-1'-2'-76'0'0,"-2"-7"33"0"0,2 7 78 0 0,-8-9 846 0 0,7 6-848 0 0,2 4-20 0 0,-1 6-120 0 0,0 0 102 0 0,0 1 1 0 0,1-1-1 0 0,0 0 0 0 0,0 1 0 0 0,0-1 0 0 0,2 8 0 0 0,-1-1-8 0 0,20 237 30 0 0,-20-234-10 0 0,1-3-27 0 0,-1-8 10 0 0,0-1-1 0 0,0 1 1 0 0,-1-1-1 0 0,1 0 1 0 0,-1 1-1 0 0,0-1 1 0 0,0 1-1 0 0,0-1 1 0 0,0 1-1 0 0,-1-1 1 0 0,0 1-1 0 0,1-1 1 0 0,-3 5-1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48.3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683 82 3420 0 0,'0'0'-48'0'0,"-3"-2"8"0"0,-5-3 116 0 0,0 0 0 0 0,-1 1 0 0 0,0 1 0 0 0,1-1 0 0 0,-1 1-1 0 0,0 1 1 0 0,-1-1 0 0 0,1 2 0 0 0,0-1 0 0 0,0 1 0 0 0,-17 1 0 0 0,9 1-37 0 0,1 0 0 0 0,-1 2 0 0 0,1 0 0 0 0,-1 1 0 0 0,1 1 0 0 0,-17 7 0 0 0,-2 3-32 0 0,0 3 0 0 0,2 1 0 0 0,0 1 0 0 0,1 1 0 0 0,-33 31 0 0 0,40-31 0 0 0,0 2-1 0 0,2 1 1 0 0,-39 52-1 0 0,55-67-2 0 0,0 0-1 0 0,1 1 0 0 0,1 0 0 0 0,-1 0 1 0 0,2 1-1 0 0,-1-1 0 0 0,1 1 0 0 0,1 0 1 0 0,0 0-1 0 0,1 1 0 0 0,0-1 0 0 0,1 0 1 0 0,0 1-1 0 0,0-1 0 0 0,2 14 0 0 0,1-19 3 0 0,0 1 0 0 0,0-1 0 0 0,0 0 0 0 0,1 0-1 0 0,0 0 1 0 0,0 0 0 0 0,1-1 0 0 0,-1 1 0 0 0,1-1-1 0 0,1 0 1 0 0,-1 0 0 0 0,1 0 0 0 0,0-1 0 0 0,0 1 0 0 0,0-1-1 0 0,0-1 1 0 0,1 1 0 0 0,-1-1 0 0 0,10 5 0 0 0,7 2 7 0 0,0 0 0 0 0,1-2 0 0 0,0-1 1 0 0,24 5-1 0 0,-4-3 9 0 0,1-3 0 0 0,0-1 0 0 0,78-1 0 0 0,-90-6 67 0 0,0-1-1 0 0,-1-1 0 0 0,1-1 1 0 0,-1-2-1 0 0,58-21 0 0 0,-75 22-38 0 0,1-1-1 0 0,-2-1 1 0 0,1-1 0 0 0,-1 0-1 0 0,-1 0 1 0 0,0-1 0 0 0,0-1-1 0 0,-1 0 1 0 0,0-1 0 0 0,-1 0-1 0 0,0 0 1 0 0,-1-1 0 0 0,0-1-1 0 0,-1 1 1 0 0,-1-1 0 0 0,0-1-1 0 0,9-28 1 0 0,-10 25 8 0 0,-1-1 1 0 0,-1 0 0 0 0,0 0-1 0 0,-2-1 1 0 0,0 1 0 0 0,-1-1-1 0 0,-1 1 1 0 0,-1-1-1 0 0,-1 1 1 0 0,0 0 0 0 0,-2 0-1 0 0,0 0 1 0 0,-1 0-1 0 0,-9-22 1 0 0,10 33-42 0 0,1 1 0 0 0,-1 0-1 0 0,-1 0 1 0 0,1 0 0 0 0,-1 0 0 0 0,0 1 0 0 0,-1-1-1 0 0,0 1 1 0 0,0 1 0 0 0,0-1 0 0 0,0 1 0 0 0,-1 0 0 0 0,0 0-1 0 0,0 1 1 0 0,0 0 0 0 0,-1 1 0 0 0,0-1 0 0 0,1 1-1 0 0,-13-3 1 0 0,-11 0-109 0 0,1 1 0 0 0,-1 1 0 0 0,-61 1-1 0 0,56 2-1844 0 0,-54-6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49.7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571 93 4368 0 0,'-38'-18'-803'0'0,"9"11"772"0"0,19 5 63 0 0,0 1 0 0 0,-1 0 1 0 0,0 0-1 0 0,1 1 0 0 0,-1 0 1 0 0,1 1-1 0 0,-1 0 0 0 0,1 0 1 0 0,0 1-1 0 0,-20 7 0 0 0,14-2-23 0 0,0 0-1 0 0,1 1 1 0 0,0 1-1 0 0,1 0 1 0 0,0 1-1 0 0,-14 12 0 0 0,-3 4-1 0 0,2 1-1 0 0,1 1 0 0 0,1 2 1 0 0,1 0-1 0 0,2 2 0 0 0,1 1 1 0 0,-19 36-1 0 0,39-63-3 0 0,0 1 0 0 0,0-1 0 0 0,0 1 0 0 0,1 0 0 0 0,0 0 0 0 0,0 0 0 0 0,1 0 0 0 0,0 0 0 0 0,0 1 0 0 0,1-1 0 0 0,0 0-1 0 0,0 0 1 0 0,0 1 0 0 0,1-1 0 0 0,0 0 0 0 0,1 0 0 0 0,-1 0 0 0 0,1 0 0 0 0,1 0 0 0 0,-1 0 0 0 0,1-1 0 0 0,1 1 0 0 0,-1-1 0 0 0,1 0 0 0 0,0 0 0 0 0,7 9 0 0 0,-1-5 11 0 0,1 1-1 0 0,0-1 1 0 0,0-1 0 0 0,1 0 0 0 0,0 0 0 0 0,0-1-1 0 0,1-1 1 0 0,0 0 0 0 0,1-1 0 0 0,-1-1 0 0 0,1 0 0 0 0,18 4-1 0 0,-2-1 52 0 0,1-2 0 0 0,0-2 0 0 0,0-1 0 0 0,0-1 0 0 0,1-1 0 0 0,-1-2 0 0 0,0-1 0 0 0,0-2 0 0 0,60-14 0 0 0,-74 13-13 0 0,-1 0 0 0 0,-1-1-1 0 0,1-1 1 0 0,-1-1-1 0 0,-1 0 1 0 0,1 0 0 0 0,-1-2-1 0 0,-1 0 1 0 0,1 0 0 0 0,-2-2-1 0 0,0 1 1 0 0,0-1-1 0 0,-1-1 1 0 0,0 0 0 0 0,-1-1-1 0 0,-1 0 1 0 0,0 0-1 0 0,-1-1 1 0 0,12-30 0 0 0,-14 27 7 0 0,0 0 0 0 0,-1 0 0 0 0,-1 0 1 0 0,-1 0-1 0 0,0-1 0 0 0,-2 0 0 0 0,0 1 1 0 0,-1-1-1 0 0,-3-26 0 0 0,1 32-22 0 0,-1 1-1 0 0,0 0 0 0 0,0-1 1 0 0,-1 1-1 0 0,-1 1 0 0 0,0-1 1 0 0,-1 1-1 0 0,0 0 0 0 0,-1 0 1 0 0,0 0-1 0 0,-1 1 1 0 0,0 0-1 0 0,0 1 0 0 0,-17-16 1 0 0,11 15-9 0 0,0 0 0 0 0,0 1 1 0 0,0 0-1 0 0,-1 2 0 0 0,-1-1 1 0 0,1 2-1 0 0,-1 0 0 0 0,0 0 1 0 0,-1 2-1 0 0,1 0 0 0 0,-1 1 1 0 0,-26-1-1 0 0,13 2-334 0 0,1 2 0 0 0,-1 2-1 0 0,0 0 1 0 0,1 2 0 0 0,0 2 0 0 0,-37 10 0 0 0,62-5-3142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0.5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7 3940 0 0,'-3'-1'10'0'0,"1"0"0"0"0,0 0-1 0 0,-1 0 1 0 0,0 1-1 0 0,1-1 1 0 0,-1 0-1 0 0,0 1 1 0 0,1 0 0 0 0,-1 0-1 0 0,0 0 1 0 0,-3 0-1 0 0,3 8 115 0 0,11 12-272 0 0,0-9 149 0 0,1-1 1 0 0,1 0-1 0 0,0 0 0 0 0,0-1 0 0 0,1 0 0 0 0,0-1 1 0 0,0 0-1 0 0,1-1 0 0 0,13 6 0 0 0,-9-3 12 0 0,56 28 6 0 0,139 54 0 0 0,4-1 108 0 0,-111-46-586 0 0,-102-48-665 0 0,7-11 342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1.3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71 3592 0 0,'-30'-14'878'0'0,"31"11"-873"0"0,1 1 0 0 0,-1-1 1 0 0,1 1-1 0 0,0 0 0 0 0,0 0 1 0 0,0 0-1 0 0,0 0 0 0 0,0 0 1 0 0,0 0-1 0 0,0 1 0 0 0,1-1 1 0 0,-1 1-1 0 0,1-1 0 0 0,-1 1 1 0 0,1 0-1 0 0,-1 0 0 0 0,1 0 1 0 0,0 0-1 0 0,5 0 0 0 0,60-18 78 0 0,-63 18-86 0 0,0 0-1 0 0,0 1 0 0 0,0-1 1 0 0,-1 1-1 0 0,1 0 1 0 0,0 0-1 0 0,0 1 1 0 0,0-1-1 0 0,0 1 0 0 0,-1 0 1 0 0,1 0-1 0 0,0 1 1 0 0,-1-1-1 0 0,1 1 1 0 0,-1 0-1 0 0,1 0 0 0 0,5 5 1 0 0,-7-5 1 0 0,-1 0 0 0 0,0 0-1 0 0,0 1 1 0 0,0-1 0 0 0,-1 0 0 0 0,1 1 0 0 0,0 0-1 0 0,-1-1 1 0 0,0 1 0 0 0,0 0 0 0 0,1 0 0 0 0,-2 0 0 0 0,1 0-1 0 0,0 0 1 0 0,0 0 0 0 0,-1 0 0 0 0,0 0 0 0 0,0 0 0 0 0,0 0-1 0 0,0 0 1 0 0,0 0 0 0 0,0 0 0 0 0,-1 0 0 0 0,0 0-1 0 0,1 0 1 0 0,-1 0 0 0 0,0 0 0 0 0,-2 4 0 0 0,-7 15 20 0 0,-1 0-1 0 0,0-1 1 0 0,-2 0 0 0 0,0-1 0 0 0,-2-1 0 0 0,0 0 0 0 0,-20 19-1 0 0,33-35-15 0 0,-1-1 0 0 0,1 0 0 0 0,0 1 0 0 0,0-1-1 0 0,1 1 1 0 0,-1 0 0 0 0,1-1 0 0 0,-1 1 0 0 0,-1 5-1 0 0,3-7 9 0 0,115 7 79 0 0,-16-12-79 0 0,-59 1-1 0 0,-1 2 1 0 0,0 2 0 0 0,44 5-1 0 0,-43-8-2096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2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740 73 3496 0 0,'-7'-7'-25'0'0,"0"1"0"0"0,0 0-1 0 0,-1 0 1 0 0,0 0 0 0 0,0 1-1 0 0,-1 0 1 0 0,1 1 0 0 0,-1 0-1 0 0,0 0 1 0 0,0 1 0 0 0,0 0-1 0 0,-1 1 1 0 0,-15-3 0 0 0,6 2 93 0 0,-1 1 1 0 0,0 1-1 0 0,1 0 1 0 0,-1 2-1 0 0,-35 5 1 0 0,33-1-25 0 0,-1 1-1 0 0,1 1 1 0 0,0 1 0 0 0,1 1-1 0 0,0 1 1 0 0,1 1 0 0 0,-33 22-1 0 0,19-8 11 0 0,1 2-1 0 0,1 1 1 0 0,-37 42-1 0 0,60-60-42 0 0,0 1 0 0 0,0 0 0 0 0,1 1 1 0 0,0-1-1 0 0,1 2 0 0 0,1-1 0 0 0,0 1 0 0 0,-7 20 0 0 0,11-26-6 0 0,1 0-1 0 0,-1 0 1 0 0,2 1 0 0 0,-1-1 0 0 0,1 0 0 0 0,0 0-1 0 0,0 0 1 0 0,1 0 0 0 0,0 0 0 0 0,0 1 0 0 0,0-1-1 0 0,1-1 1 0 0,0 1 0 0 0,1 0 0 0 0,0 0 0 0 0,0-1-1 0 0,0 1 1 0 0,6 7 0 0 0,1 1 7 0 0,2-1-1 0 0,-1 0 0 0 0,2-1 1 0 0,-1 0-1 0 0,2-1 1 0 0,0 0-1 0 0,0-1 1 0 0,25 14-1 0 0,-15-12 28 0 0,1-2 0 0 0,0 0 0 0 0,0-2 0 0 0,1 0 0 0 0,32 5 0 0 0,-9-6 29 0 0,0-1 0 0 0,1-3-1 0 0,-1-3 1 0 0,1-1-1 0 0,90-13 1 0 0,-117 9 49 0 0,0-1 1 0 0,-1 0 0 0 0,0-2 0 0 0,-1-1-1 0 0,1-1 1 0 0,-2 0 0 0 0,1-2-1 0 0,-1 0 1 0 0,-1-1 0 0 0,30-25 0 0 0,-39 29-76 0 0,0-1 1 0 0,0-1 0 0 0,-1 0 0 0 0,0 0 0 0 0,-1 0-1 0 0,0-1 1 0 0,-1-1 0 0 0,0 1 0 0 0,-1-1 0 0 0,0 0-1 0 0,-1-1 1 0 0,0 0 0 0 0,-1 1 0 0 0,0-1 0 0 0,-1-1-1 0 0,-1 1 1 0 0,0 0 0 0 0,-1-1 0 0 0,0-18 0 0 0,-1 24-31 0 0,-1 1-1 0 0,0-1 1 0 0,-1 1 0 0 0,0-1 0 0 0,0 1 0 0 0,0 0 0 0 0,-1 0-1 0 0,0 0 1 0 0,0 0 0 0 0,-1 0 0 0 0,0 1 0 0 0,0-1 0 0 0,0 1-1 0 0,-9-8 1 0 0,5 5 0 0 0,-2 1-1 0 0,1 1 1 0 0,-1-1 0 0 0,0 2-1 0 0,-1-1 1 0 0,0 1-1 0 0,0 1 1 0 0,-14-5-1 0 0,-12-2-51 0 0,-1 2-1 0 0,-1 2 1 0 0,1 1-1 0 0,-63-2 1 0 0,-81 4-3801 0 0,167 5 2258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2.8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21 4716 0 0,'0'0'-9'0'0,"-11"-14"822"0"0,5 7-87 0 0,6 9-597 0 0,19 35-126 0 0,1-1-1 0 0,42 55 0 0 0,-29-44 10 0 0,-31-44-8 0 0,0-1 0 0 0,-1 0 0 0 0,1 1 0 0 0,0-1 0 0 0,-1 1 0 0 0,1 0 0 0 0,-1 0 0 0 0,0-1 0 0 0,0 1 0 0 0,0 0 0 0 0,0 0 0 0 0,0 0 0 0 0,-1 0 0 0 0,0 0 0 0 0,1 0 0 0 0,-1 0 0 0 0,0 0 0 0 0,0 1 0 0 0,-1-1 0 0 0,1 0 0 0 0,-1 0-1 0 0,1 0 1 0 0,-1 0 0 0 0,0 0 0 0 0,0-1 0 0 0,0 1 0 0 0,-1 0 0 0 0,1 0 0 0 0,-1-1 0 0 0,1 1 0 0 0,-1-1 0 0 0,0 1 0 0 0,0-1 0 0 0,-2 3 0 0 0,-7 3 11 0 0,0 1 0 0 0,-1-2 0 0 0,0 1 0 0 0,0-2 0 0 0,0 1 0 0 0,-15 4 0 0 0,26-11-15 0 0,-49 22-300 0 0,-2-1-1 0 0,-1-3 1 0 0,-58 12-1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4.5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42 130 3876 0 0,'-24'-39'-54'0'0,"23"38"221"0"0,-2-3 92 0 0,-5-2 833 0 0,5 37-1075 0 0,1 1-1 0 0,2 0 0 0 0,1 0 0 0 0,2-1 1 0 0,8 43-1 0 0,0 3 21 0 0,15 73 98 0 0,-2-24-47 0 0,-15-66 2244 0 0,-11-65-2123 0 0,-7-16-30 0 0,0 0 0 0 0,2-1 0 0 0,1 1 0 0 0,-7-44 1 0 0,-4-101-87 0 0,14 136-64 0 0,-5-266-31 0 0,8 293-17 0 0,0 0 0 0 0,0 0 1 0 0,0 0-1 0 0,0 0 0 0 0,1 0 0 0 0,-1 0 1 0 0,1 0-1 0 0,0 0 0 0 0,0 0 0 0 0,0 0 1 0 0,0 1-1 0 0,1-1 0 0 0,-1 0 0 0 0,1 1 1 0 0,0-1-1 0 0,-1 1 0 0 0,1-1 0 0 0,0 1 1 0 0,1 0-1 0 0,2-3 0 0 0,-1 2-1 0 0,0 1 0 0 0,1 0 0 0 0,-1 0 0 0 0,0 0 0 0 0,1 1 0 0 0,-1-1 0 0 0,1 1 0 0 0,-1 0 0 0 0,1 1 0 0 0,-1-1 0 0 0,1 1 0 0 0,5 0 0 0 0,10 1-15 0 0,0 1 0 0 0,0 2 1 0 0,-1-1-1 0 0,1 2 0 0 0,18 7 0 0 0,-2 2-71 0 0,-1 1 0 0 0,59 35-1 0 0,-94-50 106 0 0,1 0-1 0 0,0 0 0 0 0,-1 1 1 0 0,1-1-1 0 0,-1 0 1 0 0,1 1-1 0 0,-1-1 0 0 0,1 1 1 0 0,-1-1-1 0 0,1 1 0 0 0,-1-1 1 0 0,1 1-1 0 0,-1-1 0 0 0,0 1 1 0 0,1-1-1 0 0,-1 1 0 0 0,0 0 1 0 0,1-1-1 0 0,-1 1 0 0 0,0-1 1 0 0,0 1-1 0 0,1 0 1 0 0,-1-1-1 0 0,0 1 0 0 0,0 0 1 0 0,0-1-1 0 0,0 1 0 0 0,0 0 1 0 0,0-1-1 0 0,0 1 0 0 0,0 0 1 0 0,-1-1-1 0 0,1 1 0 0 0,0 0 1 0 0,0-1-1 0 0,0 1 0 0 0,-1-1 1 0 0,1 1-1 0 0,0 0 1 0 0,-1-1-1 0 0,1 1 0 0 0,0-1 1 0 0,-1 1-1 0 0,1-1 0 0 0,-1 1 1 0 0,1-1-1 0 0,-1 1 0 0 0,1-1 1 0 0,-2 1-1 0 0,-29 20-21 0 0,28-19 20 0 0,-49 22 0 0 0,0-2 0 0 0,-91 25 1 0 0,143-47-82 0 0,-1 1 1 0 0,0-1-1 0 0,1 0 1 0 0,-1 0-1 0 0,0 1 1 0 0,1-1-1 0 0,-1 0 1 0 0,0 0-1 0 0,0 0 0 0 0,0 0 1 0 0,1 0-1 0 0,-1 0 1 0 0,0 0-1 0 0,0 0 1 0 0,1 0-1 0 0,-1 0 1 0 0,0 0-1 0 0,0-1 1 0 0,1 1-1 0 0,-1 0 1 0 0,0 0-1 0 0,1-1 1 0 0,-1 1-1 0 0,0-1 1 0 0,1 1-1 0 0,-1 0 1 0 0,1-1-1 0 0,-1 1 0 0 0,0-1 1 0 0,1 1-1 0 0,-1-1 1 0 0,1 0-1 0 0,-1 1 1 0 0,0-2-1 0 0,0 0 107 0 0,1 2-50 0 0,0 0 1 0 0,0 0-1 0 0,-1-1 1 0 0,1 1-1 0 0,0 0 0 0 0,0 0 1 0 0,0 0-1 0 0,0 0 1 0 0,0 0-1 0 0,0 0 1 0 0,0 0-1 0 0,0 0 1 0 0,0-1-1 0 0,0 1 0 0 0,0 0 1 0 0,0 0-1 0 0,0 0 1 0 0,0 0-1 0 0,0 0 1 0 0,0 0-1 0 0,0-1 0 0 0,0 1 1 0 0,0 0-1 0 0,0 0 1 0 0,0 0-1 0 0,0 0 1 0 0,0 0-1 0 0,0 0 1 0 0,0-1-1 0 0,0 1 0 0 0,0 0 1 0 0,0 0-1 0 0,0 0 1 0 0,0 0-1 0 0,0 0 1 0 0,0 0-1 0 0,0 0 1 0 0,1 0-1 0 0,-1 0 0 0 0,0-1 1 0 0,0 1-1 0 0,0 0 1 0 0,0 0-1 0 0,0 0 1 0 0,0 0-1 0 0,0 0 0 0 0,0 0 1 0 0,1 0-1 0 0,-1 0 1 0 0,0 0-1 0 0,0 0 1 0 0,0 0-1 0 0,0 0 1 0 0,0 0-1 0 0,0 0 0 0 0,1 0 1 0 0,-1 0-1 0 0,0 0 1 0 0,0 0-1 0 0,0 0 1 0 0,21-13-1554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5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12 121 4468 0 0,'0'0'-148'0'0,"-4"-3"-64"0"0,-4-4-207 0 0,13 9 171 0 0,28 20 104 0 0,50 37 139 0 0,-30-21-32 0 0,-36-27 43 0 0,-1 1-1 0 0,0 0 0 0 0,0 1 0 0 0,-1 0 0 0 0,-1 2 1 0 0,-1-1-1 0 0,19 27 0 0 0,-31-40 20 0 0,0 0 0 0 0,0 0 0 0 0,-1 0 0 0 0,1 0-1 0 0,-1 0 1 0 0,1 0 0 0 0,-1 0 0 0 0,1 0 0 0 0,-1 0 0 0 0,0 0 0 0 0,0 0 0 0 0,1 0 0 0 0,-1 1 0 0 0,0-1-1 0 0,0 0 1 0 0,0 0 0 0 0,0 0 0 0 0,0 0 0 0 0,0 0 0 0 0,-1 1 0 0 0,1-1 0 0 0,0 0 0 0 0,0 0 0 0 0,-1 0-1 0 0,1 0 1 0 0,-1 0 0 0 0,1 0 0 0 0,-1 0 0 0 0,1 0 0 0 0,-1 0 0 0 0,0 0 0 0 0,0 0 0 0 0,1 0 0 0 0,-1-1-1 0 0,0 1 1 0 0,0 0 0 0 0,0 0 0 0 0,0-1 0 0 0,0 1 0 0 0,0 0 0 0 0,0-1 0 0 0,0 1 0 0 0,0-1 0 0 0,0 0-1 0 0,0 1 1 0 0,0-1 0 0 0,0 0 0 0 0,0 0 0 0 0,0 1 0 0 0,-1-1 0 0 0,1 0 0 0 0,0 0 0 0 0,-1 0 0 0 0,-2 0 36 0 0,0 0 1 0 0,-1 0 0 0 0,1 0 0 0 0,0 0 0 0 0,0 0 0 0 0,0-1-1 0 0,0 0 1 0 0,0 1 0 0 0,1-2 0 0 0,-1 1 0 0 0,0 0 0 0 0,0-1-1 0 0,1 0 1 0 0,-7-3 0 0 0,6 1-30 0 0,1 1-1 0 0,0-1 1 0 0,-1 0-1 0 0,2 0 1 0 0,-1 0-1 0 0,0 0 1 0 0,1 0-1 0 0,0-1 1 0 0,0 1-1 0 0,0-1 1 0 0,0 1-1 0 0,1-1 1 0 0,-2-9-1 0 0,2 4-12 0 0,1 0 0 0 0,-1 0-1 0 0,2 0 1 0 0,-1 0 0 0 0,1 0-1 0 0,4-13 1 0 0,4-9-34 0 0,1 0 0 0 0,2 1 0 0 0,16-31 0 0 0,-23 54-6 0 0,-1 0 0 0 0,1 0 0 0 0,0 0 1 0 0,1 1-1 0 0,0 0 0 0 0,0 0 0 0 0,0 0 1 0 0,15-11-1 0 0,-20 17 28 0 0,8-3 33 0 0,10 18-4125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5.6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66 112 3544 0 0,'0'0'-196'0'0,"38"9"-604"0"0,-30-10 846 0 0,0-1 1 0 0,0 0 0 0 0,0 0-1 0 0,0-1 1 0 0,0 0 0 0 0,-1 0 0 0 0,14-9-1 0 0,-19 11 1 0 0,1-1-1 0 0,-1 0 1 0 0,0 0 0 0 0,0 0-1 0 0,0 0 1 0 0,0 0-1 0 0,0 0 1 0 0,0 0-1 0 0,0-1 1 0 0,-1 1-1 0 0,0-1 1 0 0,1 1-1 0 0,-1-1 1 0 0,0 0-1 0 0,0 1 1 0 0,0-1-1 0 0,0 0 1 0 0,-1 0 0 0 0,1 0-1 0 0,-1 1 1 0 0,0-1-1 0 0,0 0 1 0 0,0 0-1 0 0,0 0 1 0 0,0 0-1 0 0,0 0 1 0 0,-2-3-1 0 0,2 5-32 0 0,-1 0 0 0 0,1 0 0 0 0,-1 0 0 0 0,0-1 0 0 0,0 1 0 0 0,0 0 0 0 0,0 0 0 0 0,1 0 0 0 0,-1 0 0 0 0,-1 0 0 0 0,1 0 0 0 0,0 1 0 0 0,0-1 0 0 0,0 0 0 0 0,0 0 0 0 0,-1 1 0 0 0,1-1 0 0 0,0 1 0 0 0,0-1 0 0 0,-1 1 0 0 0,1 0 0 0 0,0-1 1 0 0,-1 1-1 0 0,1 0 0 0 0,-1 0 0 0 0,1 0 0 0 0,0 0 0 0 0,-3 0 0 0 0,-37 6 102 0 0,32-1-116 0 0,0-1 1 0 0,0 2-1 0 0,0-1 0 0 0,1 1 0 0 0,-1 1 0 0 0,1-1 1 0 0,1 1-1 0 0,-1 1 0 0 0,-8 11 0 0 0,12-14 0 0 0,-1 0 0 0 0,1 1 0 0 0,0 0 1 0 0,1 0-1 0 0,-1 1 0 0 0,1-1 0 0 0,0 0 0 0 0,1 1 0 0 0,0 0 0 0 0,0 0 0 0 0,0-1 1 0 0,1 1-1 0 0,0 0 0 0 0,0 0 0 0 0,1 10 0 0 0,1-11 4 0 0,1 0 0 0 0,0 0 0 0 0,0 0-1 0 0,0-1 1 0 0,1 1 0 0 0,-1 0 0 0 0,1-1 0 0 0,1 1 0 0 0,-1-1-1 0 0,1 0 1 0 0,0 0 0 0 0,0-1 0 0 0,1 1 0 0 0,-1-1 0 0 0,1 0-1 0 0,0 0 1 0 0,0 0 0 0 0,0-1 0 0 0,0 0 0 0 0,1 0-1 0 0,0 0 1 0 0,-1-1 0 0 0,1 0 0 0 0,7 2 0 0 0,5 2-2 0 0,1 0 1 0 0,-1-2-1 0 0,1-1 1 0 0,0 0-1 0 0,0-1 1 0 0,34-1-1 0 0,-41-2-419 0 0,1-1 0 0 0,-1 0-1 0 0,0-1 1 0 0,18-6 0 0 0,-2-1-505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6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272 45 3600 0 0,'-10'-12'-296'0'0,"5"8"290"0"0,-1 1 0 0 0,0-1 0 0 0,1 1 0 0 0,-1 0 0 0 0,0 0 0 0 0,-1 1 0 0 0,1-1 0 0 0,0 1 0 0 0,-1 1 0 0 0,1-1 0 0 0,-1 1 0 0 0,0 1 0 0 0,1-1 0 0 0,-1 1 0 0 0,-12 1 0 0 0,3 0 16 0 0,0 2-1 0 0,0 0 0 0 0,0 0 0 0 0,0 1 1 0 0,1 1-1 0 0,-18 9 0 0 0,31-14-9 0 0,1 0 1 0 0,0 0 0 0 0,0 1-1 0 0,0-1 1 0 0,0 1-1 0 0,0-1 1 0 0,0 1-1 0 0,0-1 1 0 0,0 1-1 0 0,0 0 1 0 0,1-1-1 0 0,-1 1 1 0 0,0 0-1 0 0,0 0 1 0 0,0 0-1 0 0,1-1 1 0 0,-1 1-1 0 0,1 0 1 0 0,-1 0-1 0 0,0 0 1 0 0,1 0-1 0 0,0 0 1 0 0,-1 0-1 0 0,1 0 1 0 0,-1 0 0 0 0,1 3-1 0 0,0-3 1 0 0,1 0 0 0 0,0 1 0 0 0,-1-1 1 0 0,1 1-1 0 0,0-1 0 0 0,0 0 0 0 0,0 1 0 0 0,0-1 0 0 0,0 0 0 0 0,0 0 1 0 0,0 1-1 0 0,0-1 0 0 0,0 0 0 0 0,0 0 0 0 0,1-1 0 0 0,1 3 0 0 0,13 5 7 0 0,0 0 0 0 0,29 10 0 0 0,-30-12-13 0 0,124 44 30 0 0,-88-33-10 0 0,-1 1-1 0 0,62 33 1 0 0,-110-50-8 0 0,0 0 0 0 0,0 0 0 0 0,0 1 0 0 0,0-1 0 0 0,0 0 0 0 0,0 1 0 0 0,-1-1 1 0 0,1 1-1 0 0,-1-1 0 0 0,1 1 0 0 0,-1 0 0 0 0,1 0 0 0 0,0 2 0 0 0,-1-3 5 0 0,-1 0 0 0 0,0 0-1 0 0,0-1 1 0 0,0 1 0 0 0,0 0-1 0 0,0 0 1 0 0,0 0 0 0 0,0-1-1 0 0,0 1 1 0 0,0 0 0 0 0,0 0 0 0 0,0-1-1 0 0,0 1 1 0 0,-1 0 0 0 0,1 0-1 0 0,0-1 1 0 0,-1 1 0 0 0,1 0-1 0 0,0-1 1 0 0,-1 1 0 0 0,1 0-1 0 0,-1-1 1 0 0,1 1 0 0 0,-1 0-1 0 0,0 0 1 0 0,-4 2 35 0 0,0 1-1 0 0,1-1 0 0 0,-2 0 1 0 0,1-1-1 0 0,0 1 1 0 0,-1-1-1 0 0,1 0 1 0 0,-9 2-1 0 0,-27 6 126 0 0,0-1 0 0 0,-46 3 1 0 0,66-10-99 0 0,1-1 0 0 0,0-1 0 0 0,-1-1 0 0 0,1-1 0 0 0,0 0 0 0 0,-26-7 0 0 0,45 9-92 0 0,0 0-1 0 0,0-1 0 0 0,0 1 0 0 0,0 0 0 0 0,0 0 0 0 0,1 0 0 0 0,-1-1 0 0 0,0 1 0 0 0,0 0 0 0 0,0-1 0 0 0,0 1 0 0 0,0-1 0 0 0,1 1 0 0 0,-1-1 0 0 0,0 0 0 0 0,0 1 0 0 0,1-1 0 0 0,-1 0 0 0 0,1 1 0 0 0,-1-1 0 0 0,0 0 0 0 0,1 0 0 0 0,-1 1 0 0 0,1-1 0 0 0,0 0 0 0 0,-1 0 0 0 0,1 0 0 0 0,0 0 0 0 0,-1 0 0 0 0,1 0 0 0 0,0 1 0 0 0,0-1 0 0 0,0 0 0 0 0,0 0 0 0 0,0 0 0 0 0,0-1 0 0 0,1-1-201 0 0,0 0-1 0 0,0 0 0 0 0,0 1 0 0 0,1-1 0 0 0,0 1 0 0 0,-1-1 0 0 0,1 1 0 0 0,0 0 0 0 0,3-4 1 0 0,3-3-264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7.4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129 169 2888 0 0,'0'0'-179'0'0,"5"0"18"0"0,14-2-25 0 0,2 1 40 0 0,-1-1-1 0 0,34-7 1 0 0,-50 8 146 0 0,1 0 0 0 0,-1-1-1 0 0,1 1 1 0 0,-1-1 0 0 0,0 0 0 0 0,1 0 0 0 0,-1 0 0 0 0,0-1 0 0 0,-1 1-1 0 0,1-1 1 0 0,0 0 0 0 0,-1 0 0 0 0,1 0 0 0 0,-1-1 0 0 0,0 1-1 0 0,0-1 1 0 0,4-7 0 0 0,-6 9 10 0 0,0 1-1 0 0,0-1 0 0 0,0 1 1 0 0,-1-1-1 0 0,1 0 1 0 0,0 0-1 0 0,-1 1 0 0 0,0-1 1 0 0,1 0-1 0 0,-1 0 1 0 0,0 1-1 0 0,0-1 0 0 0,0 0 1 0 0,0 0-1 0 0,0 1 1 0 0,0-1-1 0 0,-1 0 0 0 0,1 0 1 0 0,-1 1-1 0 0,1-1 1 0 0,-1 0-1 0 0,1 1 1 0 0,-3-4-1 0 0,2 3 8 0 0,-1 0 0 0 0,0 1 0 0 0,0-1 0 0 0,0 1 0 0 0,0-1 0 0 0,-1 1 1 0 0,1-1-1 0 0,0 1 0 0 0,0 0 0 0 0,-1 0 0 0 0,1 0 0 0 0,-1 1 0 0 0,1-1 0 0 0,-4 0 0 0 0,-6-1 64 0 0,0 1-1 0 0,0 1 1 0 0,0 0 0 0 0,0 0-1 0 0,-19 4 1 0 0,17-1-23 0 0,1 0 1 0 0,-1 2 0 0 0,1 0-1 0 0,1 0 1 0 0,-1 1 0 0 0,1 1 0 0 0,-12 7-1 0 0,17-10-39 0 0,1 1 0 0 0,0-1 0 0 0,0 1-1 0 0,0 0 1 0 0,1 1 0 0 0,-1-1 0 0 0,1 1 0 0 0,1 0-1 0 0,-1 0 1 0 0,1 1 0 0 0,0-1 0 0 0,1 1-1 0 0,-1 0 1 0 0,-2 9 0 0 0,5-13-10 0 0,1 0-1 0 0,-1-1 1 0 0,1 1 0 0 0,0 0-1 0 0,0-1 1 0 0,0 1 0 0 0,0 0-1 0 0,0 0 1 0 0,1-1 0 0 0,-1 1-1 0 0,1 0 1 0 0,0-1 0 0 0,0 1-1 0 0,0-1 1 0 0,0 1 0 0 0,0-1-1 0 0,0 1 1 0 0,1-1 0 0 0,2 4-1 0 0,1-1 6 0 0,-1 0-1 0 0,1-1 0 0 0,0 0 1 0 0,0 0-1 0 0,1 0 0 0 0,-1 0 1 0 0,1-1-1 0 0,6 3 0 0 0,9 3 19 0 0,1-1-1 0 0,0-1 1 0 0,37 8-1 0 0,-46-13-21 0 0,30 7 48 0 0,66 4 0 0 0,-98-12-45 0 0,0-1 0 0 0,0 0 0 0 0,0-1 0 0 0,0 0 0 0 0,-1 0 0 0 0,1-1 0 0 0,0-1 0 0 0,-1 0 0 0 0,1 0 0 0 0,-1-1 0 0 0,16-8 0 0 0,-23 10-8 0 0,1-1 1 0 0,-1 1-1 0 0,0-1 1 0 0,0 1-1 0 0,0-1 0 0 0,0 0 1 0 0,0 0-1 0 0,-1 0 1 0 0,0-1-1 0 0,1 1 1 0 0,-1-1-1 0 0,0 1 1 0 0,-1-1-1 0 0,1 1 0 0 0,-1-1 1 0 0,1 0-1 0 0,-1 0 1 0 0,1-6-1 0 0,-1-2 74 0 0,-1 0-1 0 0,0 0 0 0 0,0 0 1 0 0,-5-21-1 0 0,1-18 469 0 0,4 49-511 0 0,-5-25-98 0 0,7 40 59 0 0,0 3 1 0 0,1 0 1 0 0,1 0-1 0 0,0-1 0 0 0,1 1 1 0 0,1-1-1 0 0,0 0 0 0 0,1 0 1 0 0,10 16-1 0 0,18 27 313 0 0,-34-57-91 0 0,-22-15 1762 0 0,19 11-1962 0 0,0 0 1 0 0,-1 0-1 0 0,1 0 0 0 0,0-1 1 0 0,1 1-1 0 0,-1 0 1 0 0,1-1-1 0 0,-1 1 0 0 0,1-1 1 0 0,0 0-1 0 0,0 1 0 0 0,1-1 1 0 0,-1 0-1 0 0,1 1 1 0 0,0-1-1 0 0,0 0 0 0 0,0 0 1 0 0,0 1-1 0 0,1-1 1 0 0,-1 0-1 0 0,1 0 0 0 0,0 1 1 0 0,2-6-1 0 0,1-3-26 0 0,1 0-1 0 0,0 0 0 0 0,1 1 0 0 0,0-1 1 0 0,11-14-1 0 0,-8 15-20 0 0,0-1 0 0 0,1 2 0 0 0,0-1 0 0 0,0 1 0 0 0,1 1-1 0 0,1 0 1 0 0,-1 0 0 0 0,2 1 0 0 0,19-10 0 0 0,-26 15 11 0 0,0 1-1 0 0,-1 0 1 0 0,1 0 0 0 0,0 0-1 0 0,1 0 1 0 0,-1 1 0 0 0,0 0-1 0 0,0 1 1 0 0,0-1-1 0 0,1 1 1 0 0,-1 0 0 0 0,0 1-1 0 0,0 0 1 0 0,1-1 0 0 0,-1 2-1 0 0,0-1 1 0 0,0 1 0 0 0,0 0-1 0 0,-1 0 1 0 0,1 1-1 0 0,0 0 1 0 0,-1 0 0 0 0,1 0-1 0 0,8 7 1 0 0,-2 2-7 0 0,-1 0 0 0 0,0 0-1 0 0,0 1 1 0 0,-1 0 0 0 0,11 21 0 0 0,-10-17 0 0 0,0 0 0 0 0,1-1 0 0 0,16 16 0 0 0,-17-22-282 0 0,1-1 0 0 0,0 0-1 0 0,0-1 1 0 0,1-1 0 0 0,0 0-1 0 0,1 0 1 0 0,0-1-1 0 0,0-1 1 0 0,0 0 0 0 0,0-1-1 0 0,1-1 1 0 0,0 0 0 0 0,18 0-1 0 0,-16-3-950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7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51 114 4428 0 0,'-8'-23'-77'0'0,"-24"-54"2006"0"0,31 76-1816 0 0,0-11 124 0 0,-3 16-185 0 0,-1 18-61 0 0,19 162 73 0 0,-1-7 22 0 0,-14-138-74 0 0,1 52 15 0 0,1-82-19 0 0,0 0 1 0 0,0 0 0 0 0,1 0 0 0 0,0-1 0 0 0,0 1 0 0 0,1-1 0 0 0,6 13 0 0 0,-5-15-1 0 0,0-1 1 0 0,0-1 0 0 0,0 1 0 0 0,1-1 0 0 0,0 1 0 0 0,-1-1-1 0 0,2-1 1 0 0,-1 1 0 0 0,0-1 0 0 0,1 0 0 0 0,-1 0 0 0 0,1 0-1 0 0,0-1 1 0 0,0 0 0 0 0,0 0 0 0 0,0 0 0 0 0,12 1-1 0 0,12 1-54 0 0,0-1 0 0 0,42-2 0 0 0,-62-1 3 0 0,37-1-924 0 0,0-3 0 0 0,0-2 0 0 0,86-21 0 0 0,-96 17-219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8.2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45 3992 0 0,'-41'1'727'0'0,"266"-41"-2978"0"0,-189 34 1639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8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294 76 3196 0 0,'14'-35'-162'0'0,"-14"33"179"0"0,0 1 1 0 0,1 0-1 0 0,-1-1 0 0 0,0 1 1 0 0,0 0-1 0 0,0-1 1 0 0,0 1-1 0 0,0 0 1 0 0,0-1-1 0 0,0 1 1 0 0,-1 0-1 0 0,1 0 1 0 0,0-1-1 0 0,-1 1 1 0 0,1 0-1 0 0,-1 0 0 0 0,1-1 1 0 0,-1 1-1 0 0,0 0 1 0 0,1 0-1 0 0,-1 0 1 0 0,0 0-1 0 0,0 0 1 0 0,0 0-1 0 0,0 0 1 0 0,0 0-1 0 0,0 0 0 0 0,0 0 1 0 0,0 1-1 0 0,0-1 1 0 0,0 0-1 0 0,0 1 1 0 0,-1-1-1 0 0,1 1 1 0 0,0-1-1 0 0,0 1 1 0 0,-1 0-1 0 0,1-1 1 0 0,0 1-1 0 0,-1 0 0 0 0,1 0 1 0 0,0 0-1 0 0,-1 0 1 0 0,1 0-1 0 0,0 0 1 0 0,-1 0-1 0 0,0 1 1 0 0,-17 1-6 0 0,1 1 0 0 0,0 0 0 0 0,0 2 0 0 0,1 0 0 0 0,-1 1 0 0 0,1 0 0 0 0,0 2 0 0 0,1 0 0 0 0,0 1 0 0 0,0 0 0 0 0,1 1 0 0 0,-25 22 0 0 0,37-29-12 0 0,0-1 0 0 0,1 0 1 0 0,0 1-1 0 0,0-1 0 0 0,-1 1 1 0 0,2 0-1 0 0,-1-1 0 0 0,0 1 0 0 0,0 0 1 0 0,-1 4-1 0 0,3-6 3 0 0,0 0 0 0 0,0 0 0 0 0,-1 0 0 0 0,1 0 0 0 0,0 0 0 0 0,0 0 1 0 0,0 0-1 0 0,0 0 0 0 0,0 0 0 0 0,0 0 0 0 0,1 0 0 0 0,-1 0 0 0 0,0 0 0 0 0,0 0 0 0 0,1 0 0 0 0,-1 0 0 0 0,1 0 0 0 0,-1 0 0 0 0,1 0 0 0 0,-1 0 0 0 0,2 2 0 0 0,1-1 6 0 0,0 1-1 0 0,1-1 0 0 0,-1 0 0 0 0,1 0 0 0 0,-1 0 0 0 0,1-1 1 0 0,0 1-1 0 0,0-1 0 0 0,0 0 0 0 0,0 0 0 0 0,0 0 1 0 0,0 0-1 0 0,0-1 0 0 0,7 1 0 0 0,1-1 4 0 0,-1 0-1 0 0,1-1 1 0 0,0 0 0 0 0,0-1-1 0 0,-1 0 1 0 0,1-1 0 0 0,-1 0 0 0 0,0-1-1 0 0,14-7 1 0 0,8-5 249 0 0,49-34 1 0 0,-28 15 854 0 0,-53 35-793 0 0,-3 5-302 0 0,1-4-19 0 0,0 1-1 0 0,0 0 1 0 0,0 0-1 0 0,1 0 1 0 0,-1 0-1 0 0,0 0 1 0 0,1 0-1 0 0,0 0 1 0 0,-1 0-1 0 0,1 0 0 0 0,0 0 1 0 0,0 0-1 0 0,0 0 1 0 0,0 0-1 0 0,0 0 1 0 0,1 0-1 0 0,-1 0 1 0 0,1 0-1 0 0,-1 0 1 0 0,1 0-1 0 0,0 0 1 0 0,-1 0-1 0 0,1-1 1 0 0,0 1-1 0 0,0 0 1 0 0,1 0-1 0 0,-1-1 1 0 0,0 1-1 0 0,0-1 0 0 0,1 1 1 0 0,-1-1-1 0 0,1 0 1 0 0,-1 1-1 0 0,1-1 1 0 0,0 0-1 0 0,0 0 1 0 0,-1 0-1 0 0,1 0 1 0 0,0 0-1 0 0,0 0 1 0 0,0-1-1 0 0,0 1 1 0 0,0-1-1 0 0,0 1 1 0 0,0-1-1 0 0,0 0 1 0 0,2 0-1 0 0,5 3 10 0 0,14 5-477 0 0,1-1 0 0 0,0-1 0 0 0,0 0 0 0 0,1-2 1 0 0,-1-1-1 0 0,29 0 0 0 0,-28-3-820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9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59 4496 0 0,'-29'-43'667'0'0,"28"42"-429"0"0,-5-8 112 0 0,2 4-340 0 0,3 4-16 0 0,2 6-170 0 0,0 1 172 0 0,0-1 0 0 0,1 0 0 0 0,0 0 0 0 0,0 0 0 0 0,4 7 0 0 0,7 22-21 0 0,9 76 82 0 0,14 197 1 0 0,-36-293-47 0 0,1 0 0 0 0,1-1 1 0 0,1 1-1 0 0,0-1 1 0 0,0 1-1 0 0,1-1 1 0 0,1 0-1 0 0,0-1 0 0 0,1 1 1 0 0,1-1-1 0 0,13 20 1 0 0,-14-24 1 0 0,2 0 1 0 0,-1 0 0 0 0,1-1-1 0 0,0 0 1 0 0,1 0-1 0 0,-1-1 1 0 0,1 0 0 0 0,1 0-1 0 0,-1-1 1 0 0,1-1-1 0 0,0 1 1 0 0,0-2-1 0 0,0 1 1 0 0,1-1 0 0 0,16 2-1 0 0,-5-2-417 0 0,0-2-1 0 0,1 0 0 0 0,-1-1 1 0 0,0-2-1 0 0,1 0 1 0 0,26-6-1 0 0,1-2-906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9.6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55 4084 0 0,'-11'0'-215'0'0,"6"0"95"0"0,11-2-615 0 0,142-15 525 0 0,76-11-1285 0 0,-174 20 1022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39:59.8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1 2088 0 0,'0'0'1237'0'0,"-5"2"-1142"0"0,1 0-78 0 0,1-1 0 0 0,0 1 0 0 0,0 0-1 0 0,1 0 1 0 0,-1 1 0 0 0,0-1 0 0 0,1 1-1 0 0,-1-1 1 0 0,1 1 0 0 0,0 0 0 0 0,0 0-1 0 0,0 0 1 0 0,0 0 0 0 0,0 0-1 0 0,1 0 1 0 0,-1 0 0 0 0,1 1 0 0 0,0-1-1 0 0,0 0 1 0 0,0 1 0 0 0,1-1 0 0 0,-1 1-1 0 0,1-1 1 0 0,0 1 0 0 0,0 4 0 0 0,-2 13-170 0 0,1-1-1 0 0,1 1 1 0 0,1 0 0 0 0,1-1 0 0 0,0 1 0 0 0,2-1 0 0 0,0 0-1 0 0,2 0 1 0 0,0-1 0 0 0,16 35 0 0 0,-17-47-162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0.0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77 3208 0 0,'-6'-17'288'0'0,"4"5"-24"0"0,-1 4 4 0 0,0-2 316 0 0,0 1 108 0 0,1-4-411 0 0,-1 6-414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1.1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241 15 3504 0 0,'-18'6'-52'0'0,"0"0"0"0"0,0 1 0 0 0,1 1-1 0 0,0 0 1 0 0,1 1 0 0 0,0 1 0 0 0,1 1 0 0 0,-1 0-1 0 0,2 1 1 0 0,0 1 0 0 0,-24 27 0 0 0,35-36 57 0 0,0 0 1 0 0,0 1 0 0 0,1-1 0 0 0,-1 0 0 0 0,1 1 0 0 0,0 0 0 0 0,1-1 0 0 0,-1 1 0 0 0,0 6-1 0 0,1-9-1 0 0,1 0 0 0 0,0 0-1 0 0,0 0 1 0 0,0 0 0 0 0,0-1-1 0 0,1 1 1 0 0,-1 0 0 0 0,0 0-1 0 0,1 0 1 0 0,-1-1 0 0 0,1 1-1 0 0,0 0 1 0 0,-1-1 0 0 0,1 1-1 0 0,0 0 1 0 0,0-1 0 0 0,0 1-1 0 0,0-1 1 0 0,0 0 0 0 0,1 1-1 0 0,-1-1 1 0 0,0 0 0 0 0,1 1-1 0 0,-1-1 1 0 0,1 0 0 0 0,-1 0-1 0 0,4 1 1 0 0,10 6 40 0 0,1-1-1 0 0,0-1 1 0 0,0 0 0 0 0,0-1 0 0 0,27 4-1 0 0,-38-8-36 0 0,0 0 0 0 0,0 0 0 0 0,1 0 0 0 0,-1-1 1 0 0,0 0-1 0 0,0 0 0 0 0,0 0 0 0 0,1-1 0 0 0,-1 0 0 0 0,0 0 0 0 0,0 0 0 0 0,0-1 0 0 0,0 1 0 0 0,0-1 0 0 0,0 0 0 0 0,-1-1 0 0 0,1 1 0 0 0,-1-1 0 0 0,1 0 0 0 0,-1 0 0 0 0,7-7 0 0 0,-10 9-11 0 0,0-1 0 0 0,0 0 0 0 0,0 0 0 0 0,0 0 0 0 0,-1 1 1 0 0,1-1-1 0 0,0 0 0 0 0,-1 0 0 0 0,0 0 0 0 0,1 0 0 0 0,-1 0 0 0 0,0 0 1 0 0,0 0-1 0 0,0 0 0 0 0,0 0 0 0 0,-1 0 0 0 0,1 0 0 0 0,-1 0 0 0 0,1 0 1 0 0,-1 0-1 0 0,1 0 0 0 0,-1 0 0 0 0,0 0 0 0 0,0 0 0 0 0,0 1 0 0 0,-2-3 1 0 0,0-2-5 0 0,-1 1 1 0 0,1 0 0 0 0,-2 0 0 0 0,1 0-1 0 0,0 1 1 0 0,-1-1 0 0 0,-6-3 0 0 0,-2-2 60 0 0,-1 0 1 0 0,-1 1-1 0 0,0 1 1 0 0,0 1-1 0 0,-1 0 1 0 0,-20-6-1 0 0,35 13-25 0 0,0 0-1 0 0,-1-1 0 0 0,1 1 1 0 0,0 0-1 0 0,0-1 0 0 0,0 1 0 0 0,0-1 1 0 0,-1 1-1 0 0,1-1 0 0 0,0 0 1 0 0,0 1-1 0 0,0-1 0 0 0,0 0 1 0 0,0 0-1 0 0,0 0 0 0 0,1 0 1 0 0,-1 0-1 0 0,0 0 0 0 0,0 0 0 0 0,0-1 1 0 0,1 2-23 0 0,0-1 0 0 0,0 0 0 0 0,0 1 0 0 0,0-1 0 0 0,1 1 0 0 0,-1-1 0 0 0,0 0 0 0 0,0 1 0 0 0,1-1 0 0 0,-1 1 0 0 0,0-1 0 0 0,1 1 0 0 0,-1-1 0 0 0,0 1 1 0 0,1-1-1 0 0,-1 1 0 0 0,1-1 0 0 0,-1 1 0 0 0,1-1 0 0 0,-1 1 0 0 0,1 0 0 0 0,-1-1 0 0 0,1 1 0 0 0,-1 0 0 0 0,1-1 0 0 0,-1 1 0 0 0,1 0 0 0 0,0 0 0 0 0,-1 0 0 0 0,1 0 0 0 0,-1-1 0 0 0,1 1 0 0 0,0 0 0 0 0,-1 0 1 0 0,1 0-1 0 0,-1 0 0 0 0,1 0 0 0 0,0 1 0 0 0,0-1 0 0 0,146-9-297 0 0,15-1 140 0 0,-155 9 162 0 0,-6 1 17 0 0,0 0 0 0 0,0 0 0 0 0,1 0 1 0 0,-1 0-1 0 0,0 0 0 0 0,1 0 0 0 0,-1 0 0 0 0,0-1 0 0 0,0 1 0 0 0,1 0 0 0 0,-1-1 0 0 0,0 1 0 0 0,0-1 0 0 0,0 1 1 0 0,0-1-1 0 0,1 0 0 0 0,-1 0 0 0 0,0 1 0 0 0,0-1 0 0 0,0 0 0 0 0,-1 0 0 0 0,1 0 0 0 0,1-2 0 0 0,-1 2 457 0 0,2-5 406 0 0,0 52-917 0 0,-2-29 9 0 0,0-1 1 0 0,1 1-1 0 0,0 0 1 0 0,6 16-1 0 0,21 70 158 0 0,-29-102-44 0 0,2 7 91 0 0,-1-5-26 0 0,-2-7 743 0 0,1-2-888 0 0,1-1-1 0 0,-1 1 1 0 0,1 0-1 0 0,1-1 1 0 0,-1 1-1 0 0,1 0 1 0 0,0 0-1 0 0,0 0 1 0 0,1 0-1 0 0,-1 0 1 0 0,1 1 0 0 0,1-1-1 0 0,-1 1 1 0 0,1 0-1 0 0,0 0 1 0 0,6-6-1 0 0,4-6-10 0 0,1 1 1 0 0,1 1-1 0 0,31-24 0 0 0,-38 33-4 0 0,17-13-15 0 0,1 1 1 0 0,33-15 0 0 0,-54 29-2 0 0,1 1 0 0 0,0 0 1 0 0,0 0-1 0 0,0 1 0 0 0,0 0 0 0 0,0 0 0 0 0,1 1 0 0 0,-1 0 1 0 0,0 0-1 0 0,1 1 0 0 0,-1-1 0 0 0,1 2 0 0 0,-1-1 1 0 0,1 1-1 0 0,8 2 0 0 0,-12-1 5 0 0,1-1-1 0 0,-1 1 1 0 0,0 0-1 0 0,0 1 1 0 0,0-1-1 0 0,0 1 1 0 0,-1-1 0 0 0,1 1-1 0 0,-1 0 1 0 0,1 0-1 0 0,-1 1 1 0 0,0-1-1 0 0,0 1 1 0 0,4 6 0 0 0,-1 3-10 0 0,0 0 1 0 0,0 0-1 0 0,5 20 1 0 0,-9-25 22 0 0,0 0-1 0 0,0 0 1 0 0,1-1 0 0 0,0 1-1 0 0,1-1 1 0 0,-1 1 0 0 0,2-1-1 0 0,-1 0 1 0 0,1 0 0 0 0,0-1-1 0 0,0 1 1 0 0,1-1 0 0 0,6 5-1 0 0,8 2-427 0 0,0-2 0 0 0,1-1-1 0 0,0-1 1 0 0,0 0-1 0 0,1-2 1 0 0,0 0 0 0 0,0-2-1 0 0,44 6 1 0 0,-24-8-1110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2.2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6 166 4972 0 0,'-6'-122'1171'0'0,"6"120"-1136"0"0,1-10 25 0 0,-1 12-63 0 0,0 0 0 0 0,-1 0 0 0 0,1-1 0 0 0,0 1-1 0 0,0 0 1 0 0,0 0 0 0 0,0-1 0 0 0,0 1 0 0 0,0 0 0 0 0,0 0 0 0 0,0-1 0 0 0,0 1 0 0 0,0 0 0 0 0,0 0 0 0 0,1-1 0 0 0,-1 1 0 0 0,0 0 0 0 0,0 0 0 0 0,0-1 0 0 0,0 1 0 0 0,0 0 0 0 0,0 0 0 0 0,0 0-1 0 0,1-1 1 0 0,-1 1 0 0 0,0 0 0 0 0,0 0 0 0 0,0 0 0 0 0,1-1 0 0 0,-1 1 0 0 0,0 0 0 0 0,0 0 0 0 0,0 0 0 0 0,1 0 0 0 0,-1 0 0 0 0,0 0 0 0 0,0 0 0 0 0,1-1 0 0 0,-1 1 0 0 0,0 0 0 0 0,0 0 0 0 0,1 0-1 0 0,-1 0 1 0 0,0 0 0 0 0,0 0 0 0 0,1 0 0 0 0,-1 0 0 0 0,11 10-2 0 0,0-1 0 0 0,0 1 0 0 0,-2 1 0 0 0,1 0 0 0 0,-1 0 0 0 0,14 25 0 0 0,13 14-1 0 0,-13-19 29 0 0,2-2-1 0 0,2-1 1 0 0,0-1 0 0 0,42 31-1 0 0,-41-36 2 0 0,-21-15 80 0 0,1 0 0 0 0,0-1 0 0 0,1 0 0 0 0,10 5 0 0 0,-17-10 321 0 0,17-15-213 0 0,-16 10-189 0 0,-1 1 0 0 0,0-1 0 0 0,0 0 0 0 0,0 0 0 0 0,-1 0 0 0 0,1 0 1 0 0,-1 0-1 0 0,0 0 0 0 0,0 0 0 0 0,0 0 0 0 0,-1 0 0 0 0,1-9 0 0 0,2-8 24 0 0,46-235 186 0 0,-35 205-403 0 0,-14 50 127 0 0,-9 24-4325 0 0,7-19 2881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2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4696 0 0,'0'0'-39'0'0,"-3"2"-204"0"0,1 1 221 0 0,0 0 0 0 0,-1 0 1 0 0,1 0-1 0 0,0 1 0 0 0,1-1 0 0 0,-1 0 1 0 0,0 1-1 0 0,1-1 0 0 0,0 1 0 0 0,0 0 1 0 0,0-1-1 0 0,0 1 0 0 0,1 0 1 0 0,-1 0-1 0 0,1-1 0 0 0,0 1 0 0 0,1 5 1 0 0,10 78-69 0 0,-3-34 27 0 0,7 16 224 0 0,-11-57-585 0 0,-1 0 0 0 0,0 0 0 0 0,-1 1 0 0 0,1 15 0 0 0,-3-26-263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2.7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67 3016 0 0,'-11'-65'2250'0'0,"11"64"-1687"0"0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0:04.4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168 289 3176 0 0,'-7'3'-232'0'0,"7"-3"223"0"0,0 0 0 0 0,0 0 0 0 0,0 0 0 0 0,0 0 0 0 0,0 0-1 0 0,0 0 1 0 0,0 0 0 0 0,1 0 0 0 0,-1 0 0 0 0,0 0 0 0 0,0 0 0 0 0,0 0 0 0 0,0 0 0 0 0,0 0 0 0 0,0 0-1 0 0,0 0 1 0 0,0 0 0 0 0,0 0 0 0 0,0 0 0 0 0,0 1 0 0 0,1-1 0 0 0,-1 0 0 0 0,0 0 0 0 0,0 0-1 0 0,0 0 1 0 0,0 0 0 0 0,0 0 0 0 0,0 0 0 0 0,0 0 0 0 0,0 0 0 0 0,0 1 0 0 0,0-1 0 0 0,0 0 0 0 0,0 0-1 0 0,0 0 1 0 0,0 0 0 0 0,0 0 0 0 0,0 0 0 0 0,0 0 0 0 0,0 0 0 0 0,0 1 0 0 0,0-1 0 0 0,0 0 0 0 0,0 0-1 0 0,0 0 1 0 0,0 0 0 0 0,8 1 39 0 0,0 0-1 0 0,0-1 1 0 0,1 0 0 0 0,-1-1-1 0 0,0 0 1 0 0,1 0-1 0 0,-1-1 1 0 0,0 0-1 0 0,15-5 1 0 0,-19 5 7 0 0,-1 1 0 0 0,0-1 0 0 0,1 0 0 0 0,-1 0 0 0 0,0 0 0 0 0,0 0 0 0 0,0 0 0 0 0,-1-1 0 0 0,1 1 0 0 0,0-1 0 0 0,-1 0 0 0 0,0 0 0 0 0,1 0 0 0 0,-1 0 0 0 0,0 0 0 0 0,-1 0 0 0 0,1 0 0 0 0,-1-1 0 0 0,1 1 0 0 0,-1-1 0 0 0,0 1 0 0 0,0-1 0 0 0,-1 1 0 0 0,1-1 0 0 0,-1 0 0 0 0,1-4 0 0 0,-1 6-11 0 0,0-1 0 0 0,-1 1 1 0 0,1-1-1 0 0,0 1 0 0 0,-1 0 0 0 0,0-1 0 0 0,1 1 1 0 0,-1 0-1 0 0,0 0 0 0 0,0-1 0 0 0,0 1 0 0 0,0 0 1 0 0,-1 0-1 0 0,1 0 0 0 0,-1 0 0 0 0,1 0 0 0 0,-1 1 1 0 0,-3-4-1 0 0,1 2 3 0 0,0 0-1 0 0,-1 0 1 0 0,1 1 0 0 0,-1-1 0 0 0,0 1 0 0 0,0 0-1 0 0,0 1 1 0 0,-6-2 0 0 0,-9-1 35 0 0,1 1 0 0 0,0 1 0 0 0,-29 1 0 0 0,43 1-37 0 0,-2 1-21 0 0,1-1 0 0 0,0 1-1 0 0,0 0 1 0 0,0 0 0 0 0,0 1-1 0 0,0 0 1 0 0,0 0 0 0 0,0 0-1 0 0,0 1 1 0 0,1 0 0 0 0,0 0 0 0 0,-1 0-1 0 0,1 1 1 0 0,0-1 0 0 0,0 1-1 0 0,1 1 1 0 0,-1-1 0 0 0,1 0 0 0 0,0 1-1 0 0,-6 9 1 0 0,8-10-4 0 0,-1 0 0 0 0,1-1 1 0 0,1 1-1 0 0,-1 0 0 0 0,0 0 0 0 0,1 0 1 0 0,0 0-1 0 0,0 1 0 0 0,0-1 0 0 0,1 0 0 0 0,-1 0 1 0 0,1 1-1 0 0,0-1 0 0 0,0 0 0 0 0,1 0 1 0 0,-1 1-1 0 0,1-1 0 0 0,0 0 0 0 0,0 0 0 0 0,0 0 1 0 0,0 0-1 0 0,1 0 0 0 0,0 0 0 0 0,0 0 0 0 0,0 0 1 0 0,0-1-1 0 0,0 1 0 0 0,1-1 0 0 0,0 0 1 0 0,3 4-1 0 0,7 5 7 0 0,1-2 0 0 0,0 0 0 0 0,0 0 0 0 0,0-1 1 0 0,2-1-1 0 0,-1 0 0 0 0,1-1 0 0 0,0-1 0 0 0,0-1 1 0 0,0 0-1 0 0,1-1 0 0 0,29 3 0 0 0,-22-4 12 0 0,0-1 0 0 0,-1-1 1 0 0,1-1-1 0 0,0-2 0 0 0,0 0 0 0 0,-1-1 0 0 0,1-2 1 0 0,36-11-1 0 0,-52 13-12 0 0,-1 0 0 0 0,1-1 0 0 0,-1 0 0 0 0,0 0-1 0 0,-1 0 1 0 0,1-1 0 0 0,-1 0 0 0 0,0-1 0 0 0,0 1 0 0 0,0-1 0 0 0,-1 0 0 0 0,5-7 0 0 0,2-5 18 0 0,-2 0 0 0 0,0 0-1 0 0,10-28 1 0 0,-17 40-7 0 0,-1 1 70 0 0,0 0 0 0 0,0 0 1 0 0,0 0-1 0 0,-1 0 0 0 0,0 0 0 0 0,0 0 1 0 0,0-1-1 0 0,0-5 0 0 0,-1 10-20 0 0,-13-40 344 0 0,12 40-382 0 0,1 1-37 0 0,0 0-1 0 0,-1-1 0 0 0,1 1 1 0 0,0 0-1 0 0,-1 0 0 0 0,1 0 1 0 0,-1 0-1 0 0,1 0 0 0 0,0 0 0 0 0,-1 0 1 0 0,1 0-1 0 0,-1 0 0 0 0,1 0 1 0 0,0 0-1 0 0,-1 0 0 0 0,1 0 1 0 0,0 0-1 0 0,-1 0 0 0 0,1 1 1 0 0,-1-1-1 0 0,1 0 0 0 0,0 0 1 0 0,-1 0-1 0 0,1 0 0 0 0,0 1 1 0 0,0-1-1 0 0,-1 0 0 0 0,1 0 1 0 0,0 1-1 0 0,-1-1 0 0 0,1 0 1 0 0,0 1-1 0 0,0-1 0 0 0,0 0 0 0 0,-1 1 1 0 0,1-1-1 0 0,0 0 0 0 0,0 1 1 0 0,0-1-1 0 0,0 1 0 0 0,-6 25-71 0 0,10 31 31 0 0,-2-51 48 0 0,1 0 0 0 0,0-1-1 0 0,0 1 1 0 0,0 0 0 0 0,1-1 0 0 0,0 0-1 0 0,0 0 1 0 0,0 0 0 0 0,1 0-1 0 0,0-1 1 0 0,0 0 0 0 0,0 0 0 0 0,0 0-1 0 0,1 0 1 0 0,-1-1 0 0 0,1 0 0 0 0,0 0-1 0 0,0-1 1 0 0,0 0 0 0 0,0 0-1 0 0,0 0 1 0 0,11 1 0 0 0,12 3-3 0 0,1-1 1 0 0,-1-2 0 0 0,47-1-1 0 0,-62-2-4 0 0,1-1 0 0 0,0 0 0 0 0,0-1 0 0 0,-1 0 1 0 0,1-1-1 0 0,25-10 0 0 0,-30 9 19 0 0,-2 0 1 0 0,1-1-1 0 0,0 0 1 0 0,-1 0-1 0 0,0-1 1 0 0,0 0-1 0 0,-1-1 0 0 0,0 0 1 0 0,0 0-1 0 0,11-14 1 0 0,-18 17 0 0 0,1 1 0 0 0,-1-1 1 0 0,0 0-1 0 0,0 1 0 0 0,0-1 0 0 0,-1 0 1 0 0,1 1-1 0 0,-1-1 0 0 0,0 0 1 0 0,0 1-1 0 0,0-1 0 0 0,0 1 0 0 0,-1 0 1 0 0,1-1-1 0 0,-1 1 0 0 0,-3-4 0 0 0,4 5-4 0 0,-4-14 3 0 0,5 15-21 0 0,2 6-181 0 0,1 5 191 0 0,1 0 0 0 0,0-1-1 0 0,0 0 1 0 0,1 0-1 0 0,1 0 1 0 0,-1 0 0 0 0,2-1-1 0 0,-1 0 1 0 0,1 0-1 0 0,0-1 1 0 0,0 0 0 0 0,1 0-1 0 0,0 0 1 0 0,0-1-1 0 0,1-1 1 0 0,0 1 0 0 0,0-1-1 0 0,0-1 1 0 0,1 0-1 0 0,-1 0 1 0 0,12 3 0 0 0,9 1 7 0 0,1 0 0 0 0,0-3 0 0 0,0 0 0 0 0,1-2 0 0 0,-1-1 1 0 0,45-3-1 0 0,-57 0 4 0 0,1-1 1 0 0,-1-1-1 0 0,0-1 0 0 0,0-1 1 0 0,0 0-1 0 0,0-1 1 0 0,-1-1-1 0 0,0-1 0 0 0,-1 0 1 0 0,1-2-1 0 0,22-15 1 0 0,-34 19-6 0 0,1 0 1 0 0,-1 0-1 0 0,0 0 0 0 0,0-1 1 0 0,0 0-1 0 0,-1 0 1 0 0,0-1-1 0 0,-1 1 1 0 0,0-1-1 0 0,0 0 1 0 0,3-9-1 0 0,-6 14-6 0 0,0 0-1 0 0,0-1 1 0 0,0 1-1 0 0,-1-1 1 0 0,1 1 0 0 0,-1-1-1 0 0,1 1 1 0 0,-1-1-1 0 0,-1 1 1 0 0,1-1 0 0 0,0 1-1 0 0,-1-1 1 0 0,0 1-1 0 0,1 0 1 0 0,-1-1 0 0 0,-1 1-1 0 0,1 0 1 0 0,0 0-1 0 0,-1-1 1 0 0,0 1 0 0 0,0 0-1 0 0,0 1 1 0 0,0-1-1 0 0,0 0 1 0 0,0 0 0 0 0,-1 1-1 0 0,1 0 1 0 0,-1-1-1 0 0,-5-2 1 0 0,-4-3-41 0 0,-2 1 0 0 0,1 0 0 0 0,-1 1 1 0 0,-27-8-1 0 0,38 14 9 0 0,-4-2-5 0 0,7 2 31 0 0,0 0-1 0 0,0 0 0 0 0,0 0 1 0 0,0 0-1 0 0,0 0 0 0 0,1 0 1 0 0,-1 0-1 0 0,0 0 0 0 0,0 0 1 0 0,0 0-1 0 0,0 0 1 0 0,0-1-1 0 0,0 1 0 0 0,0 0 1 0 0,0 0-1 0 0,0 0 0 0 0,0 0 1 0 0,1 0-1 0 0,-1 0 0 0 0,0 0 1 0 0,0 0-1 0 0,0 0 0 0 0,0 0 1 0 0,0 0-1 0 0,0 0 1 0 0,0 0-1 0 0,0 0 0 0 0,0 0 1 0 0,0 0-1 0 0,0 0 0 0 0,0-1 1 0 0,0 1-1 0 0,0 0 0 0 0,0 0 1 0 0,0 0-1 0 0,0 0 0 0 0,0 0 1 0 0,0 0-1 0 0,0 0 0 0 0,0 0 1 0 0,0 0-1 0 0,0-1 1 0 0,0 1-1 0 0,0 0 0 0 0,0 0 1 0 0,124 3-1896 0 0,159-17 1 0 0,-227 7 660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2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13 888 1508 0 0,'-1'2'519'0'0,"1"-2"-445"0"0,-1 0 1 0 0,1 0-1 0 0,0 0 0 0 0,0 0 0 0 0,0 0 0 0 0,-1 0 0 0 0,1 0 0 0 0,0 1 1 0 0,0-1-1 0 0,0 0 0 0 0,-1 0 0 0 0,1 0 0 0 0,0 0 0 0 0,0 0 1 0 0,0 0-1 0 0,-1 0 0 0 0,1 0 0 0 0,0 0 0 0 0,0 0 0 0 0,-1 0 1 0 0,1 0-1 0 0,0 0 0 0 0,0 0 0 0 0,0-1 0 0 0,-1 1 0 0 0,1 0 0 0 0,0 0 1 0 0,0 0-1 0 0,-1-1 445 0 0,0 1-445 0 0,1 0 0 0 0,0 0 0 0 0,0-1 1 0 0,0 1-1 0 0,0 0 0 0 0,0-1 0 0 0,-4-17 858 0 0,4 14-933 0 0,0 0 1 0 0,1 0 0 0 0,-1 0 0 0 0,1 0-1 0 0,-1 1 1 0 0,1-1 0 0 0,1 0-1 0 0,2-7 1 0 0,13-18 93 0 0,21-48 0 0 0,-16 30 71 0 0,24-42 52 0 0,46-104 221 0 0,17-65 9 0 0,-76 179-203 0 0,-32 78-219 0 0,3-8 50 0 0,-4 9-61 0 0,0 0 0 0 0,0-1-1 0 0,0 1 1 0 0,1 0 0 0 0,-1 0 0 0 0,0 0 0 0 0,0-1 0 0 0,0 1-1 0 0,0 0 1 0 0,0 0 0 0 0,0 0 0 0 0,0-1 0 0 0,0 1 0 0 0,0 0-1 0 0,0 0 1 0 0,0 0 0 0 0,0-1 0 0 0,0 1 0 0 0,0 0 0 0 0,0 0 0 0 0,0 0-1 0 0,0-1 1 0 0,0 1 0 0 0,0 0 0 0 0,0 0 0 0 0,-1 0 0 0 0,1-1-1 0 0,0 1 1 0 0,0 0 0 0 0,0 0 0 0 0,0 0 0 0 0,0 0 0 0 0,0-1-1 0 0,-1 1 1 0 0,1 0 0 0 0,0 0 0 0 0,0 0 0 0 0,0 0 0 0 0,0 0-1 0 0,-1 0 1 0 0,1-1 0 0 0,0 1 0 0 0,0 0 0 0 0,0 0 0 0 0,-1 0-1 0 0,1 0 1 0 0,0 0 0 0 0,0 0 0 0 0,0 0 0 0 0,-1 0 0 0 0,1 0-1 0 0,0 0 1 0 0,0 0 0 0 0,0 0 0 0 0,-1 0 0 0 0,1 0 0 0 0,0 0-1 0 0,-24 6 9 0 0,1 1-1 0 0,0 1 1 0 0,0 1-1 0 0,-31 17 0 0 0,7-2 2 0 0,29-19-39 0 0,37-20-24 0 0,43-23-25 0 0,-22 20 22 0 0,2 2-1 0 0,63-17 0 0 0,-94 32 26 0 0,0 1 0 0 0,-1 0 0 0 0,1 0 0 0 0,0 1 0 0 0,-1 1 1 0 0,1-1-1 0 0,-1 2 0 0 0,1 0 0 0 0,-1 0 0 0 0,0 0 0 0 0,0 1 0 0 0,16 10 0 0 0,-25-14 19 0 0,6 3 1 0 0,-1 1 0 0 0,1-1 1 0 0,-1 1-1 0 0,0 1 0 0 0,0-1 0 0 0,0 1 0 0 0,0 0 0 0 0,8 10 0 0 0,-9-7-299 0 0,0 2 734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4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153 63 5657 0 0,'0'0'-274'0'0,"-2"0"301"0"0,2 0 0 0 0,-1-1 0 0 0,0 0 0 0 0,0 1 0 0 0,0-1 0 0 0,0 1 0 0 0,0-1 0 0 0,0 0 0 0 0,0 0-1 0 0,1 1 1 0 0,-1-1 0 0 0,0 0 0 0 0,1 0 0 0 0,-1 0 0 0 0,1 0 0 0 0,-1 0 0 0 0,0-1 0 0 0,5-2-26 0 0,-1 1 0 0 0,1-1 0 0 0,1 1 0 0 0,-1 0 0 0 0,0 1 0 0 0,1-1 0 0 0,-1 1 0 0 0,1 0 0 0 0,0 0 0 0 0,5-1 0 0 0,55-13-75 0 0,-62 16 66 0 0,12 0-8 0 0,-14 0 14 0 0,1-1-1 0 0,0 1 0 0 0,-1 0 1 0 0,1 0-1 0 0,0 0 1 0 0,-1-1-1 0 0,1 2 1 0 0,0-1-1 0 0,-1 0 0 0 0,1 0 1 0 0,0 0-1 0 0,-1 1 1 0 0,1-1-1 0 0,-1 1 1 0 0,1-1-1 0 0,-1 1 0 0 0,1 0 1 0 0,-1 0-1 0 0,1-1 1 0 0,-1 1-1 0 0,2 1 1 0 0,-2-1 0 0 0,1 0 0 0 0,0 0 1 0 0,-1 0-1 0 0,1 0 0 0 0,-1 0 1 0 0,1 0-1 0 0,-1 0 0 0 0,1 0 1 0 0,-1 1-1 0 0,0-1 0 0 0,0 1 1 0 0,0-1-1 0 0,1 1 0 0 0,-1-1 1 0 0,-1 1-1 0 0,1-1 0 0 0,0 1 1 0 0,0 0-1 0 0,-1 0 0 0 0,1-1 1 0 0,-1 1-1 0 0,1 0 0 0 0,-1 2 1 0 0,0-3 9 0 0,-16 24-2 0 0,-13-5 39 0 0,-44 22-1 0 0,17-10-7 0 0,29-18-33 0 0,25-14-4 0 0,1 1-1 0 0,1-1-1 0 0,0 0 0 0 0,0 0 1 0 0,0 0-1 0 0,0 0 1 0 0,0 1-1 0 0,0-1 1 0 0,0 0-1 0 0,0 0 1 0 0,0 0-1 0 0,0 0 1 0 0,0 0-1 0 0,0 0 0 0 0,0 1 1 0 0,0-1-1 0 0,0 0 1 0 0,0 0-1 0 0,0 0 1 0 0,0 0-1 0 0,0 0 1 0 0,0 0-1 0 0,0 0 1 0 0,0 1-1 0 0,-1-1 0 0 0,1 0 1 0 0,0 0-1 0 0,0 0 1 0 0,0 0-1 0 0,0 0 1 0 0,0 0-1 0 0,0 0 1 0 0,0 0-1 0 0,0 1 1 0 0,0-1-1 0 0,0 0 0 0 0,-1 0 1 0 0,1 0-1 0 0,0 0 1 0 0,0 0-1 0 0,0 0 1 0 0,0 0-1 0 0,0 0 1 0 0,0 0-1 0 0,-1 0 1 0 0,1 0-1 0 0,0 0 1 0 0,0 0-1 0 0,0 0 0 0 0,0 0 1 0 0,0 0-1 0 0,0 0 1 0 0,-1 0-1 0 0,1 0 1 0 0,0 0-1 0 0,0 0 1 0 0,0 0-1 0 0,0 0 1 0 0,0 0-1 0 0,0 0 0 0 0,0 0 1 0 0,-1 0-1 0 0,1 0 1 0 0,0-1-1 0 0,0 1 1 0 0,0 0-1 0 0,26 6-3 0 0,46 4-1 0 0,-53-9-8 0 0,-1 1-1 0 0,0 1 1 0 0,0 0 0 0 0,0 2-1 0 0,28 10 1 0 0,-45-15 15 0 0,0 1-1 0 0,0-1 1 0 0,0 1 0 0 0,0-1-1 0 0,0 1 1 0 0,0-1 0 0 0,0 1-1 0 0,0 0 1 0 0,0-1 0 0 0,0 1-1 0 0,0 0 1 0 0,0 0 0 0 0,-1 0-1 0 0,1 0 1 0 0,0-1 0 0 0,-1 1-1 0 0,1 0 1 0 0,0 0 0 0 0,-1 0-1 0 0,0 1 1 0 0,1-1 0 0 0,-1 0 0 0 0,1 0-1 0 0,-1 0 1 0 0,0 0 0 0 0,0 2-1 0 0,0-1 3 0 0,0 0 0 0 0,-1 0 0 0 0,1 0 0 0 0,-1 0 0 0 0,0 0 0 0 0,1 0 0 0 0,-1 0-1 0 0,0-1 1 0 0,0 1 0 0 0,-1 0 0 0 0,1 0 0 0 0,0-1 0 0 0,-2 3 0 0 0,-4 3 21 0 0,-1 0 0 0 0,1 0 0 0 0,-1-1 0 0 0,-15 9 0 0 0,-7 0 209 0 0,-1-2 0 0 0,-1-1 0 0 0,0-1 0 0 0,0-2 0 0 0,0-1 1 0 0,-59 6-1 0 0,90-14-249 0 0,0 1 0 0 0,0-1 0 0 0,0 0 0 0 0,0 1 0 0 0,0-1 0 0 0,0 0 0 0 0,-1 0 0 0 0,1 0 0 0 0,0 0 0 0 0,0 0 0 0 0,0 0 0 0 0,0 0 0 0 0,0 0 0 0 0,0 0 0 0 0,-1 0 0 0 0,1-1 0 0 0,0 1 0 0 0,0 0 0 0 0,0-1 0 0 0,0 1 0 0 0,0-1 0 0 0,0 1 0 0 0,0-1 0 0 0,0 0 0 0 0,0 1 1 0 0,1-1-1 0 0,-1 0 0 0 0,0 0 0 0 0,0 0 0 0 0,0 1 0 0 0,1-1 0 0 0,-2-2 0 0 0,2 1-209 0 0,0 0 0 0 0,0 0 0 0 0,0 0 0 0 0,1 0-1 0 0,-1-1 1 0 0,0 1 0 0 0,1 0 0 0 0,0 0 0 0 0,-1 0 0 0 0,1 1 0 0 0,0-1 0 0 0,0 0 0 0 0,1-2 0 0 0,7-12-1682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5.4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538 78 5056 0 0,'3'-22'-564'0'0,"-5"19"595"0"0,1-1 1 0 0,-1 1 0 0 0,0 0-1 0 0,0 0 1 0 0,0 0 0 0 0,0 0-1 0 0,0 0 1 0 0,-1 0 0 0 0,1 0-1 0 0,-1 1 1 0 0,0 0 0 0 0,1-1-1 0 0,-1 1 1 0 0,0 0 0 0 0,-1 0-1 0 0,1 0 1 0 0,0 1 0 0 0,0-1-1 0 0,-1 1 1 0 0,1 0 0 0 0,-1 0-1 0 0,0 0 1 0 0,1 0 0 0 0,-1 1-1 0 0,1-1 1 0 0,-1 1 0 0 0,0 0-1 0 0,-4 0 1 0 0,5 0 16 0 0,3 1-45 0 0,0-1 0 0 0,-1 0 0 0 0,0 1-1 0 0,1-1 1 0 0,-1 0 0 0 0,1 0 0 0 0,-1 1 0 0 0,1-1 0 0 0,-1 0 0 0 0,1 0 0 0 0,-1 0 0 0 0,0 0 0 0 0,1 0 0 0 0,-1 0-1 0 0,1 0 1 0 0,-1 0 0 0 0,0 0 0 0 0,1 0 0 0 0,-1 0 0 0 0,1 0 0 0 0,-1 0 0 0 0,1-1 0 0 0,-2 1 0 0 0,-17-1 44 0 0,1 6-31 0 0,1 0 0 0 0,0 1 1 0 0,0 1-1 0 0,0 0 0 0 0,1 1 1 0 0,0 1-1 0 0,0 1 0 0 0,1 0 1 0 0,0 1-1 0 0,1 1 0 0 0,0 0 1 0 0,1 1-1 0 0,-12 15 0 0 0,-12 19-2 0 0,17-25-10 0 0,2 1-1 0 0,0 0 1 0 0,2 2 0 0 0,1 0-1 0 0,1 1 1 0 0,-18 45 0 0 0,28-60-8 0 0,1 1 1 0 0,0-1 0 0 0,0 1 0 0 0,2 0-1 0 0,-1 0 1 0 0,2 22 0 0 0,0-29 2 0 0,1 1 1 0 0,1-1-1 0 0,-1 1 0 0 0,1-1 1 0 0,-1 0-1 0 0,2 1 1 0 0,-1-1-1 0 0,1 0 1 0 0,-1 0-1 0 0,1 0 0 0 0,0-1 1 0 0,1 1-1 0 0,-1-1 1 0 0,1 0-1 0 0,0 0 0 0 0,0 0 1 0 0,6 4-1 0 0,5 4 15 0 0,1-1 1 0 0,1 0-1 0 0,-1-2 0 0 0,2 1 0 0 0,-1-2 1 0 0,1-1-1 0 0,1 0 0 0 0,-1-1 0 0 0,1-1 0 0 0,0 0 1 0 0,0-2-1 0 0,1 0 0 0 0,-1-1 0 0 0,0-1 1 0 0,1-1-1 0 0,-1-1 0 0 0,31-5 0 0 0,-33 3 45 0 0,0-1-1 0 0,-1-1 0 0 0,0 0 1 0 0,0-1-1 0 0,0-1 1 0 0,-1 0-1 0 0,0-1 0 0 0,0-1 1 0 0,-1 0-1 0 0,0-1 0 0 0,0-1 1 0 0,-1 0-1 0 0,-1-1 1 0 0,0 0-1 0 0,-1-1 0 0 0,0 0 1 0 0,-1-1-1 0 0,0 0 1 0 0,-1 0-1 0 0,9-21 0 0 0,-14 26-4 0 0,0 0 0 0 0,0 0-1 0 0,-1-1 1 0 0,0 0 0 0 0,-1 0 0 0 0,0 0-1 0 0,-1 0 1 0 0,0 0 0 0 0,0 0-1 0 0,-1 0 1 0 0,-1 0 0 0 0,1 0-1 0 0,-2 0 1 0 0,1 0 0 0 0,-1 0-1 0 0,-1 0 1 0 0,0 1 0 0 0,-5-13 0 0 0,2 11-21 0 0,0 1 0 0 0,0-1 0 0 0,-1 2 0 0 0,0-1 0 0 0,-1 1 1 0 0,0 0-1 0 0,0 1 0 0 0,-1-1 0 0 0,0 2 0 0 0,-1-1 0 0 0,0 1 1 0 0,0 1-1 0 0,0 0 0 0 0,-1 0 0 0 0,-11-4 0 0 0,-6 1 31 0 0,0 0 0 0 0,0 2 0 0 0,-31-4 0 0 0,-39-11-1654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6.2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24 4956 0 0,'8'-23'-105'0'0,"-15"34"581"0"0,-10 16-516 0 0,-166 230 324 0 0,155-219-204 0 0,26-31 2 0 0,42-25-3959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6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29 3544 0 0,'-22'-23'1066'0'0,"19"17"317"0"0,8 21-1159 0 0,16 29-328 0 0,140 207 210 0 0,-155-241-250 0 0,6 11 448 0 0,-8-10-3763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7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59 3692 0 0,'-8'4'-58'0'0,"14"-5"33"0"0,34-8 36 0 0,38-7 24 0 0,223-21 125 0 0,-282 39-1947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7.6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247 11 2468 0 0,'-13'-7'-141'0'0,"7"5"139"0"0,-1 1 1 0 0,0 1-1 0 0,1-1 1 0 0,-1 1-1 0 0,1 0 1 0 0,-1 1-1 0 0,1 0 1 0 0,-1 0-1 0 0,0 0 1 0 0,1 1-1 0 0,0 0 1 0 0,0 0-1 0 0,-1 0 1 0 0,1 1-1 0 0,0 0 1 0 0,1 0-1 0 0,-11 8 1 0 0,5-4 27 0 0,-1 2 0 0 0,2-1 1 0 0,-1 2-1 0 0,1-1 1 0 0,1 1-1 0 0,-11 14 1 0 0,17-21-4 0 0,1 0 0 0 0,-1 1 0 0 0,0 0 0 0 0,1 0 0 0 0,0 0 1 0 0,0 0-1 0 0,0 0 0 0 0,1 0 0 0 0,-1 0 0 0 0,1 0 0 0 0,0 1 0 0 0,0-1 0 0 0,0 1 0 0 0,1-1 1 0 0,-1 0-1 0 0,1 1 0 0 0,0-1 0 0 0,1 1 0 0 0,-1-1 0 0 0,1 1 0 0 0,0-1 0 0 0,0 1 0 0 0,2 4 1 0 0,0-5 6 0 0,-1 0 1 0 0,1 0 0 0 0,0 0 0 0 0,1-1-1 0 0,-1 1 1 0 0,0-1 0 0 0,1 0 0 0 0,0 0 0 0 0,0-1-1 0 0,0 1 1 0 0,0-1 0 0 0,0 1 0 0 0,1-1-1 0 0,-1-1 1 0 0,1 1 0 0 0,-1 0 0 0 0,8 0-1 0 0,11 3 57 0 0,1-1-1 0 0,29 1 0 0 0,-29-4-36 0 0,145 3 521 0 0,-102-5-132 0 0,-61-6-2567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8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119 33 3528 0 0,'-34'2'-150'0'0,"27"-2"14"0"0,-49 31-276 0 0,54-30 422 0 0,1 0 0 0 0,-1 0 0 0 0,1 1 0 0 0,-1-1 0 0 0,1 0 0 0 0,0 1 0 0 0,0-1 0 0 0,-1 0 0 0 0,1 1 0 0 0,0-1 0 0 0,0 1 0 0 0,1 0 0 0 0,-1-1 0 0 0,0 1 0 0 0,0 0 0 0 0,1 0 0 0 0,-1-1 0 0 0,1 1 0 0 0,-1 0 0 0 0,1 0 0 0 0,0 0 0 0 0,0 0 0 0 0,0-1 0 0 0,0 1 0 0 0,0 0 0 0 0,0 0 0 0 0,0 0 0 0 0,1 0 1 0 0,-1-1-1 0 0,1 1 0 0 0,-1 0 0 0 0,1 0 0 0 0,0-1 0 0 0,0 1 0 0 0,0 0 0 0 0,0-1 0 0 0,0 1 0 0 0,0-1 0 0 0,0 1 0 0 0,0-1 0 0 0,0 1 0 0 0,1-1 0 0 0,-1 0 0 0 0,1 0 0 0 0,-1 0 0 0 0,4 2 0 0 0,1 1 35 0 0,1 0-1 0 0,0 0 1 0 0,0-1 0 0 0,0 0-1 0 0,0 0 1 0 0,1-1 0 0 0,-1 0-1 0 0,1 0 1 0 0,-1-1 0 0 0,1 0-1 0 0,8 0 1 0 0,-16-1-41 0 0,10 1 98 0 0,0-1 0 0 0,1-1 0 0 0,-1 0 0 0 0,0 0-1 0 0,13-4 1 0 0,-20 3-65 0 0,1 1 0 0 0,-2 0-1 0 0,1-1 1 0 0,0 1 0 0 0,0-1-1 0 0,0 0 1 0 0,-1 0 0 0 0,1 0-1 0 0,-1 0 1 0 0,0-1 0 0 0,1 1-1 0 0,-1 0 1 0 0,0-1 0 0 0,0 0-1 0 0,-1 1 1 0 0,1-1 0 0 0,0 0-1 0 0,-1 0 1 0 0,0 0 0 0 0,0 0-1 0 0,1-4 1 0 0,-1 5-11 0 0,0-1 1 0 0,0 1-1 0 0,0-1 0 0 0,0 0 0 0 0,-1 1 1 0 0,0-1-1 0 0,1 1 0 0 0,-1-1 0 0 0,0 0 1 0 0,0 1-1 0 0,0-1 0 0 0,0 0 1 0 0,-1 1-1 0 0,1-1 0 0 0,-1 0 0 0 0,0 1 1 0 0,0-1-1 0 0,0 1 0 0 0,0-1 0 0 0,0 1 1 0 0,0 0-1 0 0,0 0 0 0 0,-1-1 0 0 0,1 1 1 0 0,-1 0-1 0 0,0 0 0 0 0,0 0 0 0 0,0 0 1 0 0,0 1-1 0 0,0-1 0 0 0,0 0 0 0 0,0 1 1 0 0,0-1-1 0 0,-4 0 0 0 0,-7-3 12 0 0,0 0 1 0 0,-1 2-1 0 0,1-1 0 0 0,-1 2 0 0 0,0 0 1 0 0,0 0-1 0 0,-17 1 0 0 0,-29-3-3252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8.6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66 4560 0 0,'-3'-58'1061'0'0,"3"56"-819"0"0,-1-4-159 0 0,1 6-76 0 0,0 0 0 0 0,0 0 0 0 0,0 1 1 0 0,0-1-1 0 0,0 0 0 0 0,0 0 0 0 0,0 0 0 0 0,0 0 0 0 0,0 0 0 0 0,0 0 1 0 0,0 0-1 0 0,-1 0 0 0 0,1 0 0 0 0,0 0 0 0 0,0 0 0 0 0,0 1 0 0 0,0-1 1 0 0,0 0-1 0 0,0 0 0 0 0,0 0 0 0 0,0 0 0 0 0,0 0 0 0 0,0 0 0 0 0,0 0 0 0 0,0 0 1 0 0,-1 0-1 0 0,1 0 0 0 0,0 0 0 0 0,0 0 0 0 0,0 0 0 0 0,0 0 0 0 0,0 0 1 0 0,0 0-1 0 0,0 0 0 0 0,0 0 0 0 0,0 0 0 0 0,-1 0 0 0 0,-1 32 3 0 0,2 0 0 0 0,0 0 0 0 0,2 0 0 0 0,13 61 0 0 0,-12-70 4 0 0,52 223 91 0 0,-42-190-205 0 0,-13-54-483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9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0 3876 0 0,'0'0'-210'0'0,"-6"2"-466"0"0,3-1 666 0 0,-3 1-3 0 0,0 0-1 0 0,1 0 1 0 0,-1 0-1 0 0,1 1 0 0 0,-1 0 1 0 0,1 0-1 0 0,0 0 0 0 0,0 1 1 0 0,0 0-1 0 0,0 0 0 0 0,1 0 1 0 0,0 0-1 0 0,-6 8 1 0 0,8-9 31 0 0,0 0-1 0 0,1 0 1 0 0,0 0 0 0 0,-1 0 0 0 0,1 0 0 0 0,0 0 0 0 0,1 1 0 0 0,-1-1 0 0 0,1 1 0 0 0,-1-1 0 0 0,1 0 0 0 0,0 1 0 0 0,0-1-1 0 0,0 1 1 0 0,1-1 0 0 0,-1 0 0 0 0,1 1 0 0 0,0-1 0 0 0,0 0 0 0 0,0 0 0 0 0,0 1 0 0 0,1-1 0 0 0,-1 0 0 0 0,1 0 0 0 0,0 0-1 0 0,0-1 1 0 0,0 1 0 0 0,0 0 0 0 0,0-1 0 0 0,1 1 0 0 0,-1-1 0 0 0,1 0 0 0 0,-1 0 0 0 0,1 0 0 0 0,0 0 0 0 0,0 0 0 0 0,0 0-1 0 0,0-1 1 0 0,5 2 0 0 0,2 1 149 0 0,-1 0-1 0 0,1-1 0 0 0,-1 0 1 0 0,1-1-1 0 0,11 2 0 0 0,-19-4-133 0 0,0 0 0 0 0,0 0 0 0 0,0 0 0 0 0,0 0 0 0 0,0 0 0 0 0,0 0 0 0 0,0-1 0 0 0,0 1 0 0 0,0-1 0 0 0,0 1 0 0 0,0-1 0 0 0,0 0 0 0 0,-1 0 0 0 0,1 0 0 0 0,0 0 0 0 0,0 0 0 0 0,-1 0 0 0 0,1 0 0 0 0,-1-1 0 0 0,1 1 0 0 0,-1-1 0 0 0,1 1 0 0 0,-1-1 0 0 0,0 1 0 0 0,0-1 0 0 0,0 0 0 0 0,0 1 0 0 0,0-1 0 0 0,0 0 0 0 0,0 0 0 0 0,-1 0 0 0 0,1 0 0 0 0,0 0 0 0 0,-1-3 0 0 0,1 1 4 0 0,0 0 1 0 0,0 0-1 0 0,0 0 0 0 0,-1-1 1 0 0,0 1-1 0 0,0 0 1 0 0,0 0-1 0 0,0-1 0 0 0,-1 1 1 0 0,0 0-1 0 0,0 0 1 0 0,0 0-1 0 0,0-1 0 0 0,-3-5 1 0 0,0 5-15 0 0,0 1 0 0 0,-1 0 0 0 0,1 0 0 0 0,0 0 0 0 0,-1 1 0 0 0,0-1 0 0 0,0 1 0 0 0,0 1 0 0 0,0-1 0 0 0,-1 0 1 0 0,1 1-1 0 0,-1 0 0 0 0,1 1 0 0 0,-1-1 0 0 0,0 1 0 0 0,0 0 0 0 0,1 0 0 0 0,-10 1 0 0 0,-39-13-3305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2:29.7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4248 0 0,'0'0'-309'0'0,"35"25"-1040"0"0,35 18 1643 0 0,35 22-61 0 0,-94-56-195 0 0,0-1 0 0 0,0 2 0 0 0,-1-1-1 0 0,0 2 1 0 0,-1-1 0 0 0,12 18 0 0 0,-20-26-20 0 0,0-1 1 0 0,0 1 0 0 0,0-1 0 0 0,0 1 0 0 0,-1 0-1 0 0,1-1 1 0 0,-1 1 0 0 0,1 0 0 0 0,-1 0-1 0 0,0-1 1 0 0,1 1 0 0 0,-1 0 0 0 0,0 0-1 0 0,0 0 1 0 0,0-1 0 0 0,-1 1 0 0 0,1 0 0 0 0,0 0-1 0 0,-1-1 1 0 0,1 1 0 0 0,-1 0 0 0 0,1-1-1 0 0,-1 1 1 0 0,0 0 0 0 0,0-1 0 0 0,0 1 0 0 0,0-1-1 0 0,0 1 1 0 0,0-1 0 0 0,0 1 0 0 0,-3 1-1 0 0,-3 4 99 0 0,-1-1 0 0 0,0 0-1 0 0,0-1 1 0 0,-15 8 0 0 0,9-5 129 0 0,12-7-197 0 0,0-1-1 0 0,0 1 0 0 0,0-1 1 0 0,0 1-1 0 0,0-1 0 0 0,0 0 1 0 0,0 0-1 0 0,0 0 0 0 0,0 0 1 0 0,0 0-1 0 0,0 0 0 0 0,0-1 1 0 0,0 1-1 0 0,0-1 0 0 0,0 1 1 0 0,0-1-1 0 0,0 0 0 0 0,0 1 1 0 0,0-1-1 0 0,0 0 0 0 0,1-1 1 0 0,-1 1-1 0 0,0 0 0 0 0,-1-2 1 0 0,3-2-31 0 0,0 1 0 0 0,1 0 1 0 0,0 0-1 0 0,0-1 1 0 0,0 1-1 0 0,0 0 1 0 0,1 0-1 0 0,0 0 1 0 0,0 0-1 0 0,0 0 1 0 0,4-5-1 0 0,-3 3-17 0 0,12-18-60 0 0,2 0 1 0 0,0 1 0 0 0,1 1 0 0 0,2 0 0 0 0,0 2 0 0 0,1 0 0 0 0,31-22 0 0 0,-51 42 53 0 0,2-3-28 0 0,1 1 1 0 0,-1-1 0 0 0,1 0-1 0 0,-1 0 1 0 0,0 0-1 0 0,0 0 1 0 0,0 0-1 0 0,-1-1 1 0 0,4-5-1 0 0,-5 8-205 0 0,-12-12-3116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3.2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284 8 4052 0 0,'0'-1'36'0'0,"1"1"-1"0"0,-1-1 0 0 0,0 1 0 0 0,1-1 1 0 0,-1 1-1 0 0,1-1 0 0 0,-1 1 1 0 0,1 0-1 0 0,-1-1 0 0 0,1 1 0 0 0,-1 0 1 0 0,1-1-1 0 0,-1 1 0 0 0,1 0 0 0 0,-1 0 1 0 0,1-1-1 0 0,-1 1 0 0 0,1 0 1 0 0,-1 0-1 0 0,1 0 0 0 0,0 0 0 0 0,-1 0 1 0 0,1 0-1 0 0,-1 0 0 0 0,2 0 0 0 0,1 13 226 0 0,-6-9-217 0 0,1-1 0 0 0,0 1 0 0 0,-1-1 0 0 0,0 0 0 0 0,0 0 0 0 0,0 0 0 0 0,0 0 0 0 0,0 0 0 0 0,-1 0 0 0 0,-6 3 1 0 0,-23 14-177 0 0,0-1 0 0 0,-2-1 1 0 0,0-2-1 0 0,0-2 1 0 0,-55 15-1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4.3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6 4648 0 0,'0'0'-120'0'0,"-4"-2"-328"0"0,2 2 440 0 0,0-1 0 0 0,0 0 0 0 0,0 1 0 0 0,-1-1 1 0 0,1 1-1 0 0,0 0 0 0 0,0 0 0 0 0,-1 0 0 0 0,1 0 1 0 0,0 0-1 0 0,-1 0 0 0 0,1 1 0 0 0,0-1 0 0 0,0 1 1 0 0,0-1-1 0 0,-1 1 0 0 0,1 0 0 0 0,0 0 0 0 0,0 0 1 0 0,0 0-1 0 0,0 0 0 0 0,-2 2 0 0 0,1 0 19 0 0,0 0-1 0 0,0 0 1 0 0,0 1 0 0 0,1-1 0 0 0,-1 1-1 0 0,1 0 1 0 0,-1 0 0 0 0,1-1-1 0 0,1 1 1 0 0,-1 1 0 0 0,-1 4-1 0 0,0-1 34 0 0,1-1 0 0 0,1 1-1 0 0,-1 0 1 0 0,1 0-1 0 0,1 0 1 0 0,-1 1-1 0 0,1-1 1 0 0,1 0 0 0 0,-1 0-1 0 0,1 0 1 0 0,1 0-1 0 0,0 0 1 0 0,4 11-1 0 0,-4-15-10 0 0,0 0 0 0 0,0 0 0 0 0,1 1-1 0 0,-1-2 1 0 0,1 1 0 0 0,0 0 0 0 0,1-1-1 0 0,-1 1 1 0 0,0-1 0 0 0,1 0 0 0 0,0 0-1 0 0,0 0 1 0 0,0-1 0 0 0,0 1 0 0 0,0-1-1 0 0,0 0 1 0 0,1 0 0 0 0,-1-1 0 0 0,1 1-1 0 0,-1-1 1 0 0,1 0 0 0 0,0 0 0 0 0,-1 0-1 0 0,1-1 1 0 0,0 0 0 0 0,0 0 0 0 0,-1 0-1 0 0,1 0 1 0 0,0-1 0 0 0,0 0 0 0 0,-1 0-1 0 0,1 0 1 0 0,-1 0 0 0 0,1-1 0 0 0,-1 0-1 0 0,1 0 1 0 0,-1 0 0 0 0,0 0 0 0 0,0-1-1 0 0,0 0 1 0 0,4-3 0 0 0,6-5 35 0 0,0 0 0 0 0,0-2 0 0 0,19-22 0 0 0,-29 30-11 0 0,0 0 0 0 0,0 0 0 0 0,-1-1 0 0 0,1 1 0 0 0,-1-1-1 0 0,-1 0 1 0 0,1 0 0 0 0,-1 0 0 0 0,0 0 0 0 0,0-1-1 0 0,-1 1 1 0 0,1 0 0 0 0,-1-11 0 0 0,-1 15-37 0 0,0 0 1 0 0,0 0-1 0 0,0 0 1 0 0,0 0-1 0 0,-1 0 1 0 0,1 0-1 0 0,-1 0 1 0 0,1 1-1 0 0,-1-1 1 0 0,0 0-1 0 0,0 0 1 0 0,0 0-1 0 0,0 0 1 0 0,0 1-1 0 0,0-1 1 0 0,-1 1-1 0 0,1-1 1 0 0,0 1-1 0 0,-1-1 1 0 0,-2-1-1 0 0,0 0 3 0 0,0 1 0 0 0,0 0-1 0 0,0 0 1 0 0,0 1 0 0 0,0-1-1 0 0,-1 1 1 0 0,1 0-1 0 0,0 0 1 0 0,-6 0 0 0 0,-6 0 19 0 0,1 1 0 0 0,-1 0 0 0 0,0 1 0 0 0,-20 4 0 0 0,-42 3 38 0 0,44-8-4391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5.2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0 130 4948 0 0,'20'156'713'0'0,"-2"-69"-659"0"0,18 104 168 0 0,-36-188-314 0 0,3 34 997 0 0,-8-34 19 0 0,-6-16-705 0 0,4-3-168 0 0,0 0 0 0 0,1 0 0 0 0,1 0 0 0 0,1 0 0 0 0,0-1 1 0 0,1 0-1 0 0,1 1 0 0 0,-1-26 0 0 0,3 39-45 0 0,-6-65 66 0 0,3-1 0 0 0,9-119 0 0 0,-6 185-77 0 0,0-2-8 0 0,1 0 1 0 0,-1 0-1 0 0,1 0 1 0 0,0 0-1 0 0,0 0 1 0 0,1 0-1 0 0,0 1 1 0 0,-1-1-1 0 0,2 0 1 0 0,-1 1-1 0 0,0-1 1 0 0,4-4-1 0 0,-2 6 6 0 0,1 0-1 0 0,-1 1 0 0 0,1-1 1 0 0,0 1-1 0 0,0 0 1 0 0,0 0-1 0 0,0 0 0 0 0,0 1 1 0 0,0 0-1 0 0,0 0 1 0 0,0 0-1 0 0,1 0 0 0 0,-1 1 1 0 0,0 0-1 0 0,0 0 1 0 0,6 1-1 0 0,1 1 1 0 0,0 0 0 0 0,0 0 0 0 0,0 1 0 0 0,-1 0 0 0 0,0 1 0 0 0,1 1 0 0 0,-1-1 0 0 0,-1 2 0 0 0,1 0 0 0 0,11 8 0 0 0,2 2 2 0 0,0 2-1 0 0,-1 1 1 0 0,22 22-1 0 0,-43-39 8 0 0,0 0-1 0 0,-1-1 0 0 0,1 1 0 0 0,0 0 0 0 0,-1 0 0 0 0,1 0 0 0 0,-1 0 0 0 0,1 0 0 0 0,-1 1 0 0 0,0-1 0 0 0,0 0 1 0 0,0 1-1 0 0,0-1 0 0 0,-1 1 0 0 0,1-1 0 0 0,-1 1 0 0 0,1-1 0 0 0,-1 1 0 0 0,0-1 0 0 0,0 1 0 0 0,0-1 1 0 0,0 1-1 0 0,-1-1 0 0 0,0 6 0 0 0,-1-5 2 0 0,0 1 1 0 0,0-1-1 0 0,0 0 0 0 0,-1 0 0 0 0,1 0 1 0 0,-1 0-1 0 0,1 0 0 0 0,-1-1 1 0 0,0 1-1 0 0,0-1 0 0 0,-1 0 1 0 0,1 0-1 0 0,0 0 0 0 0,-1 0 1 0 0,1 0-1 0 0,-6 1 0 0 0,-17 7 45 0 0,-1-2-1 0 0,0 0 0 0 0,-1-2 0 0 0,1-1 0 0 0,-54 3 0 0 0,78-8-46 0 0,-4-2-105 0 0,6 2 88 0 0,1 0 1 0 0,-1 0-1 0 0,1 0 1 0 0,-1 0-1 0 0,1 0 0 0 0,-1 0 1 0 0,1 0-1 0 0,-1 0 0 0 0,1 0 1 0 0,-1-1-1 0 0,1 1 1 0 0,-1 0-1 0 0,1 0 0 0 0,-1 0 1 0 0,1 0-1 0 0,-1-1 0 0 0,1 1 1 0 0,-1 0-1 0 0,1 0 1 0 0,0-1-1 0 0,-1 1 0 0 0,1 0 1 0 0,0-1-1 0 0,-1 1 0 0 0,0-1 1 0 0,1-1-190 0 0,0 0 1 0 0,0 0 0 0 0,0 1-1 0 0,0-1 1 0 0,0 0 0 0 0,0 0-1 0 0,1 1 1 0 0,-1-1 0 0 0,1 0-1 0 0,-1 0 1 0 0,1 1 0 0 0,-1-1-1 0 0,1 1 1 0 0,0-1-1 0 0,0 0 1 0 0,0 1 0 0 0,0 0-1 0 0,0-1 1 0 0,2-1 0 0 0,5-5-1890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5.9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55 5160 0 0,'0'0'-228'0'0,"1"-12"-248"0"0,-2 9 515 0 0,0 0-1 0 0,-1 1 1 0 0,1-1-1 0 0,-1 1 1 0 0,1 0-1 0 0,-1-1 1 0 0,0 1-1 0 0,0 0 1 0 0,0 0-1 0 0,0 0 0 0 0,0 0 1 0 0,-1 0-1 0 0,1 1 1 0 0,-1-1-1 0 0,1 1 1 0 0,-1-1-1 0 0,1 1 1 0 0,-1 0-1 0 0,0 0 1 0 0,1 0-1 0 0,-6-1 0 0 0,6 2 54 0 0,-46 3 303 0 0,38 3-355 0 0,-1-1-1 0 0,1 1 1 0 0,0 0-1 0 0,1 1 1 0 0,-1 1-1 0 0,1-1 1 0 0,1 1 0 0 0,-11 13-1 0 0,15-17-28 0 0,0 1 0 0 0,1 0 0 0 0,0 0-1 0 0,0 0 1 0 0,0 0 0 0 0,1 0 0 0 0,-1 1 0 0 0,-2 10-1 0 0,5-13-5 0 0,-1-1 0 0 0,1 1 0 0 0,0 0-1 0 0,-1 0 1 0 0,1 0 0 0 0,1 0 0 0 0,-1 0-1 0 0,0 0 1 0 0,1 0 0 0 0,0 0 0 0 0,-1 0-1 0 0,1 0 1 0 0,0 0 0 0 0,1 0 0 0 0,-1-1-1 0 0,0 1 1 0 0,1 0 0 0 0,2 2 0 0 0,-2-2 2 0 0,1-1 1 0 0,0 1-1 0 0,-1-1 1 0 0,1 1-1 0 0,1-1 1 0 0,-1 0-1 0 0,0 0 1 0 0,0 0-1 0 0,1-1 1 0 0,-1 1-1 0 0,1-1 1 0 0,-1 0-1 0 0,1 0 1 0 0,0 0 0 0 0,-1-1-1 0 0,1 1 1 0 0,0-1-1 0 0,0 1 1 0 0,-1-1-1 0 0,1-1 1 0 0,0 1-1 0 0,0 0 1 0 0,-1-1-1 0 0,6-1 1 0 0,1 0 4 0 0,0-1 0 0 0,0 0 0 0 0,0-1 0 0 0,-1 0 0 0 0,1 0 0 0 0,-1-1 0 0 0,15-11 0 0 0,1-3 281 0 0,-1 0 1 0 0,0-2-1 0 0,-2-1 1 0 0,25-31-1 0 0,-46 51 106 0 0,-5 5-393 0 0,1 0 0 0 0,-1 0 0 0 0,1 0 0 0 0,0 0 0 0 0,0 0 0 0 0,0 1 0 0 0,0-1 0 0 0,-2 6 0 0 0,2-6 5 0 0,1 1 0 0 0,0 0 0 0 0,1 0 0 0 0,-1 0 0 0 0,1 0 0 0 0,0 0 1 0 0,0 0-1 0 0,0 0 0 0 0,0 1 0 0 0,1-1 0 0 0,-1 0 0 0 0,1 1 0 0 0,0-1 0 0 0,1 0 0 0 0,-1 0 1 0 0,1 1-1 0 0,0-1 0 0 0,0 0 0 0 0,0 0 0 0 0,0 0 0 0 0,1 0 0 0 0,0 0 0 0 0,0 0 1 0 0,0 0-1 0 0,3 3 0 0 0,-3-3-268 0 0,1 0 1 0 0,0 0 0 0 0,1 0 0 0 0,-1-1-1 0 0,1 1 1 0 0,0-1 0 0 0,0 0 0 0 0,0 0-1 0 0,0 0 1 0 0,0-1 0 0 0,1 1-1 0 0,-1-1 1 0 0,1 0 0 0 0,-1 0 0 0 0,1-1-1 0 0,0 1 1 0 0,0-1 0 0 0,0 0 0 0 0,9 0-1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6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176 20 4832 0 0,'0'0'-115'0'0,"-7"-16"280"0"0,6 15-46 0 0,-1 1-95 0 0,1-1-1 0 0,0 1 1 0 0,-1-1-1 0 0,1 1 0 0 0,-1 0 1 0 0,1 0-1 0 0,0-1 1 0 0,-1 1-1 0 0,1 0 1 0 0,-1 0-1 0 0,1 0 1 0 0,0 1-1 0 0,-1-1 1 0 0,1 0-1 0 0,-1 0 1 0 0,1 1-1 0 0,0-1 1 0 0,-1 1-1 0 0,1-1 0 0 0,-2 2 1 0 0,-28 8 227 0 0,23-6-201 0 0,0 1 0 0 0,1 0-1 0 0,0 0 1 0 0,-1 0 0 0 0,2 1-1 0 0,-1 0 1 0 0,1 0 0 0 0,-1 1 0 0 0,-8 13-1 0 0,12-16-34 0 0,0 0-1 0 0,0 1 0 0 0,0-1 0 0 0,1 1 1 0 0,0-1-1 0 0,0 1 0 0 0,0 0 0 0 0,1 0 0 0 0,-1 0 1 0 0,1 0-1 0 0,0 0 0 0 0,1 0 0 0 0,-1 1 1 0 0,1-1-1 0 0,0 0 0 0 0,0 0 0 0 0,2 9 1 0 0,0-10-3 0 0,0 0 1 0 0,0 0 0 0 0,0 0 0 0 0,0 0 0 0 0,1 0 0 0 0,-1 0-1 0 0,1-1 1 0 0,0 0 0 0 0,0 1 0 0 0,1-1 0 0 0,-1 0-1 0 0,1-1 1 0 0,-1 1 0 0 0,1-1 0 0 0,0 1 0 0 0,0-1 0 0 0,6 2-1 0 0,-1 0-68 0 0,-1-1 0 0 0,1 0 0 0 0,0 0 0 0 0,0-1 0 0 0,0 0 0 0 0,0-1 0 0 0,12 1 0 0 0,12-9-1973 0 0,-23 4 1055 0 0,7-2-448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6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29 4828 0 0,'-2'-19'560'0'0,"1"9"499"0"0,3 52-1044 0 0,12 71 0 0 0,-13-91-3387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6.7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55 4472 0 0,'0'0'68'0'0,"-6"-12"44"0"0,3 2 32 0 0,1 3-16 0 0,2-3-124 0 0,2 0-952 0 0,9 5-1176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7.1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42 3784 0 0,'-2'-42'3355'0'0,"36"311"-2983"0"0,-30-95-324 0 0,-4-173-315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7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77 5609 0 0,'-53'2'679'0'0,"53"-2"-669"0"0,0 0-1 0 0,0 0 1 0 0,0 1-1 0 0,-1-1 0 0 0,1 0 1 0 0,0 0-1 0 0,0 0 1 0 0,0 0-1 0 0,0 0 0 0 0,0 0 1 0 0,-1 0-1 0 0,1 0 1 0 0,0 0-1 0 0,0 0 0 0 0,0 0 1 0 0,0 0-1 0 0,-1 0 1 0 0,1 0-1 0 0,0 0 0 0 0,0 0 1 0 0,0 0-1 0 0,0 0 1 0 0,0 0-1 0 0,-1 0 0 0 0,1 0 1 0 0,0-1-1 0 0,0 1 1 0 0,0 0-1 0 0,0 0 0 0 0,0 0 1 0 0,-1 0-1 0 0,1 0 1 0 0,0 0-1 0 0,0 0 0 0 0,0 0 1 0 0,0-1-1 0 0,0 1 1 0 0,0 0-1 0 0,0 0 0 0 0,0 0 1 0 0,0 0-1 0 0,0 0 1 0 0,-1-1-1 0 0,1 1 0 0 0,0 0 1 0 0,0 0-1 0 0,0 0 1 0 0,0 0-1 0 0,0-1 0 0 0,0 1 1 0 0,0 0-1 0 0,0 0 1 0 0,0 0-1 0 0,0 0 0 0 0,0 0 1 0 0,0-1-1 0 0,0 1 1 0 0,1 0-1 0 0,21-10 1 0 0,131-42-3857 0 0,-116 39 2697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7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201 0 4024 0 0,'-14'8'-217'0'0,"13"-7"220"0"0,-1-1 0 0 0,1 1-1 0 0,0-1 1 0 0,-1 1 0 0 0,1 0 0 0 0,0-1-1 0 0,-1 1 1 0 0,1 0 0 0 0,0 0 0 0 0,0 0 0 0 0,0 0-1 0 0,0 0 1 0 0,0 0 0 0 0,0 0 0 0 0,0 0 0 0 0,0 1-1 0 0,0-1 1 0 0,1 0 0 0 0,-1 1 0 0 0,0-1-1 0 0,1 0 1 0 0,-1 3 0 0 0,1-2 80 0 0,3-1-33 0 0,12 3-8 0 0,1-1-1 0 0,-1 0 0 0 0,1-1 1 0 0,0-1-1 0 0,0-1 0 0 0,16-1 1 0 0,55 5 1133 0 0,-86-4-1159 0 0,-1 0 1 0 0,1 0-1 0 0,-1 0 0 0 0,1 0 0 0 0,-1 1 0 0 0,1-1 1 0 0,-1 0-1 0 0,1 1 0 0 0,-1-1 0 0 0,1 0 1 0 0,-1 1-1 0 0,1-1 0 0 0,-1 0 0 0 0,0 1 0 0 0,1-1 1 0 0,-1 1-1 0 0,0-1 0 0 0,1 0 0 0 0,-1 1 0 0 0,0-1 1 0 0,0 1-1 0 0,1-1 0 0 0,-1 1 0 0 0,0-1 1 0 0,0 1-1 0 0,0 0 0 0 0,0-1 0 0 0,0 1 0 0 0,0-1 1 0 0,0 1-1 0 0,0-1 0 0 0,0 1 0 0 0,0-1 0 0 0,0 1 1 0 0,0-1-1 0 0,0 1 0 0 0,0 0 0 0 0,0-1 1 0 0,0 1-1 0 0,-1-1 0 0 0,1 1 0 0 0,0-1 0 0 0,0 1 1 0 0,-1-1-1 0 0,-13 27 130 0 0,12-23-64 0 0,-19 30 69 0 0,-1 0 1 0 0,-2-2-1 0 0,-1-1 0 0 0,-42 41 0 0 0,45-48-105 0 0,-69 66 346 0 0,-3 2-4162 0 0,90-84 1775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8.2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387 0 5352 0 0,'-6'28'-297'0'0,"-2"-9"386"0"0,-2-1 0 0 0,-1 0 0 0 0,0 0 0 0 0,-1-1 0 0 0,-1 0 0 0 0,0-1 0 0 0,-1-1 0 0 0,-26 22 0 0 0,4-9 5 0 0,-58 35 1 0 0,73-52-1177 0 0,0 0 0 0 0,-34 11 0 0 0,33-16 139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39.7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80 171 3856 0 0,'-10'-18'303'0'0,"1"1"0"0"0,-10-30 0 0 0,-8-15 1637 0 0,13 37-1218 0 0,13 23-692 0 0,1 8-14 0 0,4 34 5 0 0,2 0 1 0 0,17 65-1 0 0,-1-40 23 0 0,32 62 0 0 0,-40-97 23 0 0,-14-29-40 0 0,1-1 0 0 0,-1 1 0 0 0,1 0 0 0 0,-1 0 1 0 0,0-1-1 0 0,1 1 0 0 0,-1 0 0 0 0,0 0 0 0 0,1-1 0 0 0,-1 1 0 0 0,0 0 0 0 0,0 0 0 0 0,0 0 0 0 0,0-1 0 0 0,0 1 1 0 0,0 0-1 0 0,0 0 0 0 0,0 0 0 0 0,0 0 0 0 0,0-1 0 0 0,0 1 0 0 0,0 0 0 0 0,-1 0 0 0 0,1 0 0 0 0,0-1 1 0 0,-1 1-1 0 0,1 0 0 0 0,0 0 0 0 0,-1-1 0 0 0,1 1 0 0 0,-1 0 0 0 0,1-1 0 0 0,-1 1 0 0 0,1 0 0 0 0,-2 0 0 0 0,0 0 219 0 0,-3-3-143 0 0,-1 0-68 0 0,1-1 0 0 0,-1 0-1 0 0,0 0 1 0 0,1-1 0 0 0,0 1-1 0 0,0-1 1 0 0,0 0 0 0 0,0-1 0 0 0,1 1-1 0 0,-1-1 1 0 0,1 0 0 0 0,0 0-1 0 0,-3-7 1 0 0,4 5-27 0 0,0 0 0 0 0,0 0-1 0 0,1 0 1 0 0,0 0 0 0 0,1-1-1 0 0,-2-10 1 0 0,3 16-12 0 0,0 0-1 0 0,1 0 0 0 0,-1 0 1 0 0,0 0-1 0 0,0 1 1 0 0,1-1-1 0 0,-1 0 1 0 0,1 0-1 0 0,0 0 1 0 0,-1 0-1 0 0,1 0 1 0 0,0 1-1 0 0,0-1 0 0 0,0 0 1 0 0,0 1-1 0 0,1-1 1 0 0,-1 0-1 0 0,0 1 1 0 0,1 0-1 0 0,-1-1 1 0 0,1 1-1 0 0,-1 0 1 0 0,1 0-1 0 0,0 0 1 0 0,-1 0-1 0 0,1 0 0 0 0,0 0 1 0 0,0 0-1 0 0,0 0 1 0 0,0 1-1 0 0,-1-1 1 0 0,4 1-1 0 0,20-6-17 0 0,1 2 0 0 0,0 1-1 0 0,1 1 1 0 0,46 3-1 0 0,105 20-77 0 0,-167-20 72 0 0,-1 1-1 0 0,0 0 1 0 0,0 1 0 0 0,0 0-1 0 0,0 1 1 0 0,13 7-1 0 0,-22-10 28 0 0,-1-1 0 0 0,0 0-1 0 0,1 1 1 0 0,-1-1 0 0 0,0 1-1 0 0,1-1 1 0 0,-1 1 0 0 0,0-1-1 0 0,0 1 1 0 0,1-1-1 0 0,-1 1 1 0 0,0-1 0 0 0,0 1-1 0 0,0-1 1 0 0,0 1 0 0 0,0-1-1 0 0,0 1 1 0 0,0 0 0 0 0,0-1-1 0 0,0 1 1 0 0,0-1-1 0 0,0 1 1 0 0,0-1 0 0 0,0 1-1 0 0,0-1 1 0 0,0 1 0 0 0,0-1-1 0 0,-1 1 1 0 0,1-1 0 0 0,0 1-1 0 0,0-1 1 0 0,-1 1-1 0 0,1-1 1 0 0,-1 1 0 0 0,-13 17-13 0 0,3-11 10 0 0,0 0 0 0 0,0-1-1 0 0,0-1 1 0 0,-1 1 0 0 0,0-2-1 0 0,-18 6 1 0 0,-77 13 28 0 0,97-21-21 0 0,-15 2-288 0 0,0 0 0 0 0,-27-1-1 0 0,50-6-1202 0 0,2 2 1376 0 0,0 1 1 0 0,0-1-1 0 0,0 1 1 0 0,0-1-1 0 0,0 1 1 0 0,0-1-1 0 0,0 1 1 0 0,0-1-1 0 0,0 1 1 0 0,0-1-1 0 0,0 1 1 0 0,0-1 0 0 0,0 1-1 0 0,0-1 1 0 0,0 1-1 0 0,0-1 1 0 0,1 1-1 0 0,-1-1 1 0 0,0 1-1 0 0,0-1 1 0 0,1 0-1 0 0,13-11-2166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40.1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3 5477 0 0,'2'2'-81'0'0,"0"0"0"0"0,-1 1 0 0 0,1-1 0 0 0,-1 1 0 0 0,0-1 0 0 0,0 1 0 0 0,0 0 0 0 0,0-1 0 0 0,0 1 0 0 0,-1 0 0 0 0,1 0 0 0 0,-1 0 0 0 0,1-1 0 0 0,-1 4 0 0 0,0-2 77 0 0,0-1-1 0 0,0 0 1 0 0,1 1-1 0 0,-1-1 1 0 0,1 0-1 0 0,0 0 1 0 0,0 1-1 0 0,0-1 0 0 0,0 0 1 0 0,1 0-1 0 0,-1 0 1 0 0,1 0-1 0 0,0-1 1 0 0,3 5-1 0 0,1-2 33 0 0,0-1 0 0 0,0 0-1 0 0,0-1 1 0 0,1 0 0 0 0,-1 0 0 0 0,1 0-1 0 0,0 0 1 0 0,-1-1 0 0 0,1-1-1 0 0,0 1 1 0 0,1-1 0 0 0,9 1-1 0 0,-13-2 22 0 0,-1 1-1 0 0,0-1 0 0 0,0 0 0 0 0,1 0 0 0 0,-1 0 0 0 0,0-1 1 0 0,1 1-1 0 0,-1-1 0 0 0,0 0 0 0 0,0 0 0 0 0,0 0 1 0 0,1 0-1 0 0,-1 0 0 0 0,0-1 0 0 0,0 1 0 0 0,-1-1 1 0 0,1 0-1 0 0,0 0 0 0 0,-1 0 0 0 0,1 0 0 0 0,-1 0 1 0 0,1-1-1 0 0,-1 1 0 0 0,0-1 0 0 0,0 1 0 0 0,0-1 1 0 0,2-5-1 0 0,-3 7-17 0 0,-1-1 0 0 0,1 1 0 0 0,-1-1 0 0 0,0 1-1 0 0,1-1 1 0 0,-1 1 0 0 0,0-1 0 0 0,0 1 0 0 0,0-1 0 0 0,0 1 0 0 0,0-1 0 0 0,0 1 0 0 0,-1-1 0 0 0,1 1 0 0 0,0-1-1 0 0,-1 1 1 0 0,1-1 0 0 0,-1 1 0 0 0,0-1 0 0 0,1 1 0 0 0,-1 0 0 0 0,0-1 0 0 0,-2-1 0 0 0,0 0 1 0 0,1 0 0 0 0,-2 1 1 0 0,1-1-1 0 0,0 1 0 0 0,0 0 0 0 0,-1 0 1 0 0,1 0-1 0 0,-1 1 0 0 0,-5-3 1 0 0,-8-1 21 0 0,-1 1 0 0 0,0 0 0 0 0,-21-1 0 0 0,35 4-26 0 0,-2 0-210 0 0,-88-8 500 0 0,52 9-4411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40.7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4272 0 0,'118'30'148'0'0,"-84"-18"-89"0"0,0 1 0 0 0,0 1 0 0 0,-2 2 0 0 0,0 2-1 0 0,32 22 1 0 0,-63-39-51 0 0,1 0 0 0 0,-1 0 0 0 0,0 0 0 0 0,0 0 0 0 0,1 0 0 0 0,-1 0-1 0 0,0 0 1 0 0,0 0 0 0 0,0 1 0 0 0,0-1 0 0 0,0 0 0 0 0,-1 1 0 0 0,1-1 0 0 0,0 1 0 0 0,0-1 0 0 0,-1 1-1 0 0,1-1 1 0 0,-1 1 0 0 0,0-1 0 0 0,1 1 0 0 0,-1 1 0 0 0,0-2 14 0 0,-1 1 1 0 0,1-1-1 0 0,0 0 0 0 0,-1 1 1 0 0,0-1-1 0 0,1 0 1 0 0,-1 0-1 0 0,0 0 0 0 0,1 0 1 0 0,-1 0-1 0 0,0 0 0 0 0,0 0 1 0 0,0 0-1 0 0,0 0 1 0 0,0 0-1 0 0,0 0 0 0 0,0 0 1 0 0,0-1-1 0 0,-2 2 0 0 0,-2 0 73 0 0,1 0 0 0 0,0 0 0 0 0,-1 0 0 0 0,1-1 0 0 0,-1 0-1 0 0,0 0 1 0 0,1 0 0 0 0,-1 0 0 0 0,0-1 0 0 0,0 0-1 0 0,1 0 1 0 0,-1 0 0 0 0,-6-2 0 0 0,9 2-64 0 0,0 0 0 0 0,0-1 0 0 0,0 1 0 0 0,0-1 1 0 0,0 0-1 0 0,0 0 0 0 0,0 1 0 0 0,1-1 0 0 0,-1 0 0 0 0,0-1 0 0 0,1 1 0 0 0,-1 0 1 0 0,1 0-1 0 0,-1-1 0 0 0,1 1 0 0 0,-1-1 0 0 0,1 1 0 0 0,0-1 0 0 0,0 0 0 0 0,0 1 1 0 0,0-1-1 0 0,0 0 0 0 0,0 0 0 0 0,-1-3 0 0 0,2 1-9 0 0,0 0-1 0 0,0 1 1 0 0,0-1-1 0 0,0 0 1 0 0,0 1-1 0 0,1-1 1 0 0,0 0-1 0 0,-1 1 1 0 0,1-1-1 0 0,1 1 1 0 0,-1-1 0 0 0,3-5-1 0 0,2-1-30 0 0,-1 0 1 0 0,1 1-1 0 0,1 0 0 0 0,0 0 0 0 0,0 0 1 0 0,1 1-1 0 0,0 0 0 0 0,12-9 0 0 0,-4 9-354 0 0,-5 7-3396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41.5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168 435 4676 0 0,'0'0'-71'0'0,"-7"0"118"0"0,-4 0 19 0 0,0 1 0 0 0,0 0 0 0 0,0 1 0 0 0,0 0-1 0 0,1 0 1 0 0,-1 1 0 0 0,1 1 0 0 0,-1 0-1 0 0,1 0 1 0 0,1 1 0 0 0,-12 7 0 0 0,20-11-59 0 0,-1 0 1 0 0,0 0-1 0 0,1 0 0 0 0,-1 0 1 0 0,1 0-1 0 0,0 1 1 0 0,-1-1-1 0 0,1 0 1 0 0,0 1-1 0 0,-1-1 0 0 0,1 1 1 0 0,0 0-1 0 0,0-1 1 0 0,1 1-1 0 0,-1 0 0 0 0,0 0 1 0 0,0-1-1 0 0,1 1 1 0 0,-1 0-1 0 0,1 0 0 0 0,0 0 1 0 0,-1 0-1 0 0,1 0 1 0 0,0 2-1 0 0,1-1 0 0 0,0-1 0 0 0,0 1 0 0 0,0-1 0 0 0,0 0 0 0 0,0 1 0 0 0,1-1 0 0 0,-1 0 0 0 0,1 0 0 0 0,-1 0 1 0 0,1 0-1 0 0,0 0 0 0 0,0 0 0 0 0,0-1 0 0 0,0 1 0 0 0,3 2 0 0 0,3 1 10 0 0,-1-1 1 0 0,1 0 0 0 0,0 0-1 0 0,0-1 1 0 0,0 0-1 0 0,0 0 1 0 0,1-1 0 0 0,-1 0-1 0 0,15 2 1 0 0,-16-4-18 0 0,2 0 56 0 0,0 0 0 0 0,-1 0 0 0 0,1-1 0 0 0,0 0 1 0 0,15-4-1 0 0,-21 4-34 0 0,-1 0 0 0 0,1-1 0 0 0,0 1 0 0 0,-1-1 0 0 0,0 1 0 0 0,1-1 1 0 0,-1 0-1 0 0,0 0 0 0 0,1 0 0 0 0,-1 0 0 0 0,-1-1 0 0 0,1 1 0 0 0,0-1 0 0 0,0 1 1 0 0,-1-1-1 0 0,1 1 0 0 0,-1-1 0 0 0,0 0 0 0 0,0 1 0 0 0,1-6 0 0 0,3-12 69 0 0,-1 0-1 0 0,0-1 0 0 0,-2 1 0 0 0,-1 0 1 0 0,-1-26-1 0 0,-13-107 425 0 0,7 102-244 0 0,-4-17 171 0 0,5 40-92 0 0,-2-54 0 0 0,14 166-368 0 0,3 0-1 0 0,31 116 1 0 0,-39-192 31 0 0,1 1-1 0 0,0-1 0 0 0,1 0 1 0 0,-1-1-1 0 0,2 1 0 0 0,-1 0 1 0 0,1-1-1 0 0,0 0 0 0 0,0 0 1 0 0,1-1-1 0 0,0 0 0 0 0,0 0 1 0 0,1 0-1 0 0,0 0 0 0 0,0-1 1 0 0,0 0-1 0 0,0-1 1 0 0,1 0-1 0 0,15 7 0 0 0,-10-7-191 0 0,0 1 0 0 0,0-2 0 0 0,1 0-1 0 0,-1 0 1 0 0,15 0 0 0 0,-12-2-922 0 0,0 0-1 0 0,0-2 1 0 0,31-4 0 0 0,-19 0-942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42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120 119 5136 0 0,'0'0'-266'0'0,"6"-2"-263"0"0,-3 1 584 0 0,0 0 0 0 0,1-1-1 0 0,-2 1 1 0 0,1-1 0 0 0,0 0 0 0 0,0 0-1 0 0,0 0 1 0 0,-1 0 0 0 0,1 0 0 0 0,-1-1-1 0 0,0 1 1 0 0,0-1 0 0 0,0 1 0 0 0,0-1 0 0 0,0 0-1 0 0,0 0 1 0 0,-1 0 0 0 0,1 0 0 0 0,-1 0-1 0 0,0 0 1 0 0,0 0 0 0 0,0 0 0 0 0,0-1-1 0 0,-1 1 1 0 0,1 0 0 0 0,-1-1 0 0 0,0-4 0 0 0,0 6-28 0 0,0 0 1 0 0,0 1-1 0 0,-1-1 1 0 0,1 0-1 0 0,-1 0 1 0 0,1 1-1 0 0,-1-1 1 0 0,1 1-1 0 0,-1-1 1 0 0,0 0-1 0 0,0 1 1 0 0,0-1 0 0 0,0 1-1 0 0,0 0 1 0 0,0-1-1 0 0,0 1 1 0 0,0 0-1 0 0,0-1 1 0 0,-1 1-1 0 0,1 0 1 0 0,-1 0-1 0 0,1 0 1 0 0,-1 0-1 0 0,1 1 1 0 0,-1-1-1 0 0,1 0 1 0 0,-1 0 0 0 0,0 1-1 0 0,-2-1 1 0 0,1 0 78 0 0,-22 5-37 0 0,18-1-58 0 0,-1-1 0 0 0,1 2-1 0 0,0-1 1 0 0,0 1 0 0 0,0 0 0 0 0,1 0 0 0 0,0 1 0 0 0,-1 0-1 0 0,2 0 1 0 0,-1 1 0 0 0,0-1 0 0 0,1 1 0 0 0,0 0 0 0 0,1 1-1 0 0,-1-1 1 0 0,-6 14 0 0 0,10-18-11 0 0,0 0 0 0 0,0 0 1 0 0,0 0-1 0 0,0 1 0 0 0,1-1 0 0 0,-1 0 1 0 0,1 0-1 0 0,-1 0 0 0 0,1 1 0 0 0,0-1 0 0 0,0 0 1 0 0,0 1-1 0 0,0-1 0 0 0,0 0 0 0 0,0 1 1 0 0,1-1-1 0 0,-1 0 0 0 0,1 0 0 0 0,-1 1 0 0 0,1-1 1 0 0,0 0-1 0 0,0 0 0 0 0,0 0 0 0 0,1 2 1 0 0,1-1 10 0 0,0 0 1 0 0,0 0 0 0 0,0 0-1 0 0,0-1 1 0 0,1 1 0 0 0,-1-1-1 0 0,1 0 1 0 0,0 0 0 0 0,-1 0 0 0 0,1 0-1 0 0,0-1 1 0 0,6 2 0 0 0,1 0-68 0 0,0 0 1 0 0,1-1 0 0 0,-1-1-1 0 0,1 0 1 0 0,-1 0-1 0 0,1-1 1 0 0,-1-1 0 0 0,1 0-1 0 0,11-2 1 0 0,35-22-3067 0 0,-36 15 1436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43:42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88 4764 0 0,'0'0'46'0'0,"-11"-11"260"0"0,6 4 42 0 0,9 5-53 0 0,32 14-282 0 0,62 28-1 0 0,-53-19-6 0 0,27 14 20 0 0,-67-32-22 0 0,1 1 0 0 0,-1-1-1 0 0,1 1 1 0 0,-1 0-1 0 0,-1 1 1 0 0,1-1 0 0 0,0 1-1 0 0,-1 0 1 0 0,0 0-1 0 0,4 7 1 0 0,-7-11 4 0 0,0 1 1 0 0,-1-1-1 0 0,1 1 0 0 0,-1-1 1 0 0,0 1-1 0 0,1 0 0 0 0,-1-1 1 0 0,0 1-1 0 0,0 0 0 0 0,0-1 1 0 0,0 1-1 0 0,0 0 0 0 0,0-1 1 0 0,0 1-1 0 0,-1 0 0 0 0,1-1 1 0 0,-1 1-1 0 0,1 0 0 0 0,-1-1 1 0 0,1 1-1 0 0,-1-1 0 0 0,0 1 1 0 0,-1 1-1 0 0,-1 1-4 0 0,0-1 0 0 0,-1 1 0 0 0,1-1 0 0 0,0 0 0 0 0,-1 0 0 0 0,0 0-1 0 0,0-1 1 0 0,-6 4 0 0 0,1-1 117 0 0,-1-1-1 0 0,1 0 0 0 0,-1-1 1 0 0,1 0-1 0 0,-1 0 0 0 0,0-1 1 0 0,-13 1-1 0 0,20-3 24 0 0,3-4-87 0 0,0 0-26 0 0,0 1 0 0 0,0-1-1 0 0,0 0 1 0 0,0 0 0 0 0,1 0 0 0 0,0 0 0 0 0,-1 1-1 0 0,1-1 1 0 0,1 0 0 0 0,-1 1 0 0 0,0-1-1 0 0,1 1 1 0 0,4-7 0 0 0,14-21-90 0 0,2 1 1 0 0,1 1-1 0 0,2 1 1 0 0,0 1-1 0 0,2 2 1 0 0,1 0-1 0 0,55-37 0 0 0,-77 58 40 0 0,-1 0-417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39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6033 1300 0 0,'0'0'4771'0'0,"8"0"-4757"0"0,83-4 18 0 0,-1-5-1 0 0,-1-4 1 0 0,0-3 0 0 0,161-53-1 0 0,-238 66-24 0 0,166-59 9 0 0,-147 49 23 0 0,0-1-1 0 0,0-2 1 0 0,42-29 0 0 0,-47 26 76 0 0,-1-1-1 0 0,0-1 1 0 0,-1-1 0 0 0,-2-1 0 0 0,0-1 0 0 0,-1-1 0 0 0,-2-1 0 0 0,-1 0 0 0 0,0-2 0 0 0,-2 0 0 0 0,15-38 0 0 0,25-70 150 0 0,60-171 9 0 0,-44 8 75 0 0,-50 198-172 0 0,5-32 44 0 0,15-195-1 0 0,-41 310-196 0 0,8-111 219 0 0,-8-149 0 0 0,-11-202 442 0 0,11 358-626 0 0,11-75-34 0 0,1-1 101 0 0,-14 144-68 0 0,0-19-37 0 0,2 1-1 0 0,4 0 1 0 0,21-111 0 0 0,-17 132-26 0 0,-1-1 1 0 0,0-75-1 0 0,3-16 19 0 0,10-129 79 0 0,14-36 107 0 0,-30 271-169 0 0,1-10-10 0 0,2-1 1 0 0,2 1-1 0 0,30-86 1 0 0,-35 122-21 0 0,15-38-20 0 0,1 2 1 0 0,3 0 0 0 0,44-63 0 0 0,-10 23-25 0 0,-35 51 10 0 0,1 2 0 0 0,30-33 0 0 0,102-114-157 0 0,-148 170 182 0 0,-6 8 6 0 0,0 1 0 0 0,0 0 0 0 0,0-1-1 0 0,0 1 1 0 0,0 0 0 0 0,0 0 0 0 0,1 0-1 0 0,-1 1 1 0 0,1-1 0 0 0,4-2 0 0 0,-6 3-6 0 0,31-30-85 0 0,-16 20 19 0 0,0 0 0 0 0,1 1-1 0 0,32-15 1 0 0,-47 24 51 0 0,4-2-10 0 0,-1 0 0 0 0,1 0 0 0 0,0 0 0 0 0,0 1 1 0 0,10-3-1 0 0,-11 3 19 0 0,10-4-49 0 0,0 2 0 0 0,0-1 1 0 0,0 2-1 0 0,20-3 0 0 0,-12 2-14 0 0,-21 4 59 0 0,47-8-103 0 0,26-1-37 0 0,-73 9 136 0 0,29 0-48 0 0,37 0-43 0 0,-65 0 108 0 0,0 0 9 0 0,8 2-2 0 0,-9-2 66 0 0,5 2-95 0 0,-7-2 43 0 0,0 0 0 0 0,0-1 0 0 0,0 1 0 0 0,0 0-1 0 0,0 0 1 0 0,0 0 0 0 0,0 0 0 0 0,0 0 0 0 0,0 0 0 0 0,0 0 0 0 0,0 0 0 0 0,0 0-1 0 0,0 0 1 0 0,0 0 0 0 0,0-1 0 0 0,0 1 0 0 0,0 0 0 0 0,0 0 0 0 0,0 0 0 0 0,0 0-1 0 0,0 0 1 0 0,0 0 0 0 0,0 0 0 0 0,0 0 0 0 0,0 0 0 0 0,0 0 0 0 0,0 0 0 0 0,0 0-1 0 0,0-1 1 0 0,0 1 0 0 0,1 0 0 0 0,-1 0 0 0 0,0 0 0 0 0,0 0 0 0 0,0 0 0 0 0,0 0-1 0 0,0 0 1 0 0,0 0 0 0 0,0 0 0 0 0,0 0 0 0 0,0 0 0 0 0,0 0 0 0 0,0 0 0 0 0,-43-26 1 0 0,-1 2 1 0 0,-78-30 0 0 0,70 30-35 0 0,50 22 19 0 0,-12-4-752 0 0,377 76 489 0 0,-313-53 233 0 0,-48-16 30 0 0,-1 0-4 0 0,1 7 2 0 0,-9 7 0 0 0,-4-1 3 0 0,-1 0 1 0 0,0 0-1 0 0,-2-1 1 0 0,1-1-1 0 0,-1-1 0 0 0,-1 0 1 0 0,-17 10-1 0 0,-9 8 2 0 0,-59 51-61 0 0,70-43-4389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0.8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66 6285 0 0,'-6'-47'-6'0'0,"6"45"166"0"0,0-9 46 0 0,0 6-136 0 0,0 7-27 0 0,-1 63-49 0 0,-14 103-1 0 0,13-158 341 0 0,1-2-3753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1.6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469 97 4700 0 0,'0'-3'-7'0'0,"0"0"0"0"0,0 0-1 0 0,0 0 1 0 0,0 0 0 0 0,-1 0 0 0 0,1 0-1 0 0,-1 0 1 0 0,0 0 0 0 0,0 0-1 0 0,0 0 1 0 0,0 0 0 0 0,0 0-1 0 0,0 0 1 0 0,-1 1 0 0 0,0-1-1 0 0,1 1 1 0 0,-1-1 0 0 0,0 1-1 0 0,0-1 1 0 0,0 1 0 0 0,-1 0-1 0 0,1 0 1 0 0,0 0 0 0 0,-1 1 0 0 0,0-1-1 0 0,1 0 1 0 0,-1 1 0 0 0,0 0-1 0 0,0-1 1 0 0,1 1 0 0 0,-1 0-1 0 0,0 1 1 0 0,0-1 0 0 0,0 0-1 0 0,-4 1 1 0 0,4-1 30 0 0,-35 1 25 0 0,17 3-42 0 0,1 2-1 0 0,0 0 1 0 0,0 2-1 0 0,0 0 0 0 0,0 1 1 0 0,1 1-1 0 0,1 1 0 0 0,0 0 1 0 0,0 1-1 0 0,1 1 1 0 0,0 1-1 0 0,1 1 0 0 0,0 0 1 0 0,2 1-1 0 0,-25 30 0 0 0,34-37-4 0 0,-1 0 0 0 0,1 0 0 0 0,0 0-1 0 0,0 1 1 0 0,1 0 0 0 0,0 0-1 0 0,1 0 1 0 0,0 0 0 0 0,1 1 0 0 0,0-1-1 0 0,0 1 1 0 0,1-1 0 0 0,0 1 0 0 0,0 0-1 0 0,1 0 1 0 0,1-1 0 0 0,0 1-1 0 0,0 0 1 0 0,1-1 0 0 0,0 1 0 0 0,0-1-1 0 0,1 1 1 0 0,0-1 0 0 0,1 0-1 0 0,0 0 1 0 0,1-1 0 0 0,0 1 0 0 0,0-1-1 0 0,1 0 1 0 0,0 0 0 0 0,0-1 0 0 0,0 0-1 0 0,1 0 1 0 0,0 0 0 0 0,13 8-1 0 0,-6-6 20 0 0,1-1 0 0 0,0 0 0 0 0,1-1 0 0 0,-1-1 0 0 0,1 0 0 0 0,0-1 0 0 0,1-1 0 0 0,-1-1 0 0 0,1 0 0 0 0,0-1 0 0 0,0-1 0 0 0,0 0 0 0 0,-1-2 0 0 0,1 0 0 0 0,0 0 0 0 0,0-2 0 0 0,-1 0 0 0 0,1-1 0 0 0,-1 0 0 0 0,0-2 0 0 0,0 0 0 0 0,15-8 0 0 0,-15 6 53 0 0,0 0 0 0 0,-1-1 0 0 0,0 0-1 0 0,0-1 1 0 0,-1-1 0 0 0,0 0-1 0 0,-1-1 1 0 0,-1-1 0 0 0,0 0 0 0 0,-1 0-1 0 0,0-1 1 0 0,-1-1 0 0 0,0 0-1 0 0,-1 0 1 0 0,-1-1 0 0 0,-1 0-1 0 0,0 0 1 0 0,-1-1 0 0 0,0 1 0 0 0,5-35-1 0 0,-10 43-16 0 0,0 0-1 0 0,-1 0 1 0 0,1 0 0 0 0,-2 0-1 0 0,1 0 1 0 0,-1 0-1 0 0,-1 0 1 0 0,1 0-1 0 0,-1 0 1 0 0,-1 0-1 0 0,1 0 1 0 0,-1 1 0 0 0,-1-1-1 0 0,1 1 1 0 0,-1 0-1 0 0,-1 0 1 0 0,1 0-1 0 0,-1 1 1 0 0,0 0-1 0 0,0 0 1 0 0,-1 0 0 0 0,0 0-1 0 0,0 1 1 0 0,-1 0-1 0 0,1 0 1 0 0,-1 1-1 0 0,0 0 1 0 0,-11-5-1 0 0,0 1-20 0 0,0 1-1 0 0,-1 1 0 0 0,0 1 1 0 0,0 1-1 0 0,0 0 0 0 0,-1 1 1 0 0,1 1-1 0 0,-1 1 0 0 0,1 1 1 0 0,-37 5-1 0 0,-101 23-652 0 0,54 4-3278 0 0,83-25 1670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2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94 5332 0 0,'0'0'-308'0'0,"5"-1"-1418"0"0,32-6 1764 0 0,0 3-1 0 0,41-1 0 0 0,7 0 2 0 0,-15-2 41 0 0,224-14 405 0 0,-214 9 1275 0 0,-79-6-4348 0 0,1 4 1258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4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69 166 4320 0 0,'-5'-39'648'0'0,"-1"59"-645"0"0,2 0-1 0 0,0 1 1 0 0,1-1 0 0 0,1 1-1 0 0,1 0 1 0 0,1 0-1 0 0,1 0 1 0 0,4 28-1 0 0,-5 6 2930 0 0,-14-74-2818 0 0,8 3-12 0 0,1-1-1 0 0,1 1 0 0 0,0-1 0 0 0,1 0 1 0 0,1 0-1 0 0,1 0 0 0 0,0 0 0 0 0,2-20 1 0 0,-3-42 121 0 0,-4-21-84 0 0,6 98-152 0 0,0 1-23 0 0,0-1 0 0 0,-1 1-1 0 0,1-1 1 0 0,0 1 0 0 0,0-1 0 0 0,0 1-1 0 0,1-1 1 0 0,-1 1 0 0 0,0-1 0 0 0,1 1 0 0 0,-1-1-1 0 0,0 1 1 0 0,2-3 0 0 0,25 2-128 0 0,-24 2 122 0 0,2 1-8 0 0,27 3-18 0 0,1 1-1 0 0,-2 2 1 0 0,1 1-1 0 0,-1 2 1 0 0,57 25-1 0 0,-84-34 62 0 0,0 1 1 0 0,0 0-1 0 0,0 1 1 0 0,-1-1-1 0 0,1 1 0 0 0,-1 0 1 0 0,1-1-1 0 0,-1 2 1 0 0,0-1-1 0 0,0 0 0 0 0,0 1 1 0 0,-1-1-1 0 0,1 1 1 0 0,-1 0-1 0 0,0-1 0 0 0,0 1 1 0 0,0 0-1 0 0,0 1 0 0 0,-1-1 1 0 0,0 0-1 0 0,1 0 1 0 0,-2 1-1 0 0,1-1 0 0 0,0 0 1 0 0,-1 9-1 0 0,-1-6 6 0 0,0-1 0 0 0,0 1-1 0 0,-1 0 1 0 0,0-1 0 0 0,-1 1 0 0 0,1-1-1 0 0,-1 1 1 0 0,0-1 0 0 0,-1 0 0 0 0,1 0-1 0 0,-1-1 1 0 0,0 1 0 0 0,-1-1 0 0 0,1 0-1 0 0,-10 8 1 0 0,5-5 6 0 0,0 0 1 0 0,0 0-1 0 0,-1-1 0 0 0,0 0 0 0 0,-1-1 1 0 0,1 0-1 0 0,-1 0 0 0 0,-1-2 0 0 0,1 1 1 0 0,0-1-1 0 0,-1-1 0 0 0,0 0 0 0 0,0 0 1 0 0,0-2-1 0 0,0 1 0 0 0,0-1 0 0 0,-13-1 1 0 0,-21 0 41 0 0,43 0-52 0 0,-33-5-4665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5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22 120 4464 0 0,'-22'-17'334'0'0,"36"19"-196"0"0,48 25-127 0 0,-52-22-4 0 0,46 23-56 0 0,94 62 1 0 0,-149-89 39 0 0,-22 30 173 0 0,19-30-121 0 0,0 0 0 0 0,-1 0 0 0 0,1 1 0 0 0,0-2 0 0 0,0 1 0 0 0,-1 0 0 0 0,1 0 0 0 0,-1-1-1 0 0,1 0 1 0 0,0 1 0 0 0,-1-1 0 0 0,1 0 0 0 0,-1 0 0 0 0,1 0 0 0 0,-1-1 0 0 0,1 1-1 0 0,0 0 1 0 0,-1-1 0 0 0,1 0 0 0 0,0 1 0 0 0,-1-1 0 0 0,1 0 0 0 0,0 0 0 0 0,0 0-1 0 0,0-1 1 0 0,-4-1 0 0 0,4 1-20 0 0,0-1 1 0 0,0 1-1 0 0,0 0 0 0 0,1-1 0 0 0,-1 1 0 0 0,1-1 1 0 0,-1 1-1 0 0,1-1 0 0 0,0 0 0 0 0,0 0 0 0 0,0 1 1 0 0,0-1-1 0 0,0 0 0 0 0,1 0 0 0 0,-1 0 0 0 0,1 0 1 0 0,0 0-1 0 0,0 0 0 0 0,0 0 0 0 0,0 0 0 0 0,1-5 1 0 0,2-2-34 0 0,0 0 1 0 0,1 0-1 0 0,0 1 1 0 0,0-1-1 0 0,1 1 1 0 0,0 0-1 0 0,0 1 1 0 0,1-1-1 0 0,8-8 1 0 0,7-8-142 0 0,38-33 1 0 0,-39 37 297 0 0,-6 7-3750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6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35 3648 0 0,'0'0'-25'0'0,"-2"-12"240"0"0,0 9-192 0 0,0 1 1 0 0,-1 0-1 0 0,1 0 1 0 0,-1 0-1 0 0,1 0 0 0 0,-1 0 1 0 0,0 1-1 0 0,1-1 1 0 0,-7-2-1 0 0,6 4-5 0 0,-1 0-5 0 0,-7 0-1 0 0,0 1-1 0 0,-1 1 1 0 0,1 0-1 0 0,0 0 1 0 0,0 2-1 0 0,0-1 1 0 0,0 1-1 0 0,-16 9 1 0 0,19-9-16 0 0,0 0 0 0 0,1 1 0 0 0,-1 0 0 0 0,1 0 0 0 0,1 0 0 0 0,-1 1 0 0 0,1 0 0 0 0,0 1 0 0 0,0-1 0 0 0,1 1-1 0 0,0 0 1 0 0,-5 9 0 0 0,9-14 6 0 0,1-1 0 0 0,-1 0-1 0 0,1 0 1 0 0,-1 0-1 0 0,1 1 1 0 0,0-1 0 0 0,-1 0-1 0 0,1 0 1 0 0,0 1-1 0 0,0-1 1 0 0,0 0 0 0 0,0 1-1 0 0,0-1 1 0 0,0 0-1 0 0,0 0 1 0 0,1 1-1 0 0,-1-1 1 0 0,0 0 0 0 0,1 0-1 0 0,-1 1 1 0 0,1-1-1 0 0,-1 0 1 0 0,1 0 0 0 0,0 0-1 0 0,-1 0 1 0 0,1 0-1 0 0,0 0 1 0 0,0 0 0 0 0,0 0-1 0 0,0 0 1 0 0,-1 0-1 0 0,1 0 1 0 0,1 0 0 0 0,-1-1-1 0 0,0 1 1 0 0,0 0-1 0 0,0-1 1 0 0,0 1 0 0 0,0-1-1 0 0,3 1 1 0 0,0 1 7 0 0,0-1 0 0 0,1 0 1 0 0,-1 0-1 0 0,0 0 0 0 0,1-1 1 0 0,-1 1-1 0 0,0-1 0 0 0,1 0 1 0 0,-1 0-1 0 0,1-1 0 0 0,-1 1 1 0 0,7-3-1 0 0,4-3 37 0 0,0-1 0 0 0,0 0 0 0 0,-1-1 0 0 0,0-1 1 0 0,-1 0-1 0 0,1-1 0 0 0,-2-1 0 0 0,0 0 0 0 0,18-20 0 0 0,16-13 1201 0 0,-46 44-1238 0 0,0 0 1 0 0,0 0 0 0 0,0-1 0 0 0,1 1 0 0 0,-1 0 0 0 0,0 0 0 0 0,0 0 0 0 0,0-1 0 0 0,1 1-1 0 0,-1 0 1 0 0,0 0 0 0 0,0 0 0 0 0,0 0 0 0 0,1-1 0 0 0,-1 1 0 0 0,0 0 0 0 0,0 0 0 0 0,1 0-1 0 0,-1 0 1 0 0,0 0 0 0 0,1 0 0 0 0,-1 0 0 0 0,0 0 0 0 0,0 0 0 0 0,1 0 0 0 0,-1 0 0 0 0,0 0-1 0 0,0 0 1 0 0,1 0 0 0 0,-1 0 0 0 0,0 0 0 0 0,1 0 0 0 0,-1 0 0 0 0,0 0 0 0 0,0 0 0 0 0,1 1 0 0 0,-1-1-1 0 0,0 0 1 0 0,0 0 0 0 0,0 0 0 0 0,1 0 0 0 0,-1 1 0 0 0,0-1 0 0 0,0 0 0 0 0,0 0 0 0 0,1 0-1 0 0,-1 1 1 0 0,0-1 0 0 0,0 0 0 0 0,0 0 0 0 0,0 1 0 0 0,0-1 0 0 0,0 0 0 0 0,1 0 0 0 0,-1 1-1 0 0,0-1 1 0 0,0 0 0 0 0,0 0 0 0 0,0 1 0 0 0,0-1 0 0 0,0 0 0 0 0,0 1 0 0 0,0-1 0 0 0,1 35 63 0 0,-1-27-83 0 0,0 0 1 0 0,0 1-1 0 0,1-1 1 0 0,0 1-1 0 0,4 13 1 0 0,-3-18-4 0 0,0 1 1 0 0,0-1-1 0 0,1 0 1 0 0,-1 0-1 0 0,1 0 1 0 0,0 0-1 0 0,0-1 1 0 0,1 1-1 0 0,-1-1 0 0 0,1 1 1 0 0,-1-1-1 0 0,1 0 1 0 0,0-1-1 0 0,0 1 1 0 0,7 3-1 0 0,22 0-2942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6.9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311 16 4844 0 0,'0'0'-163'0'0,"-20"-15"-527"0"0,6 15 637 0 0,10 0-8 0 0,-2 1 7 0 0,-10 2 26 0 0,0 1 1 0 0,0 0-1 0 0,0 2 1 0 0,0 0-1 0 0,1 0 1 0 0,0 1-1 0 0,0 1 1 0 0,1 1-1 0 0,-26 19 1 0 0,40-27 28 0 0,-1-1-1 0 0,0 1 1 0 0,1 0 0 0 0,-1-1 0 0 0,0 1 0 0 0,1 0 0 0 0,-1-1-1 0 0,1 1 1 0 0,-1 0 0 0 0,1-1 0 0 0,-1 1 0 0 0,1 0 0 0 0,0 0-1 0 0,-1 0 1 0 0,1 0 0 0 0,0-1 0 0 0,0 1 0 0 0,0 0 0 0 0,-1 0 0 0 0,1 0-1 0 0,0 0 1 0 0,0 0 0 0 0,0-1 0 0 0,0 1 0 0 0,1 0 0 0 0,-1 0-1 0 0,0 0 1 0 0,0 0 0 0 0,0 0 0 0 0,1-1 0 0 0,-1 1 0 0 0,0 0-1 0 0,1 0 1 0 0,0 1 0 0 0,1 0 6 0 0,0 0 0 0 0,1-1-1 0 0,-1 1 1 0 0,0 0 0 0 0,1-1-1 0 0,-1 1 1 0 0,1-1 0 0 0,0 0-1 0 0,0 0 1 0 0,4 2 0 0 0,6 0 26 0 0,0 0 0 0 0,1-1 1 0 0,19 1-1 0 0,-22-2 0 0 0,0-2-1 0 0,1 0 0 0 0,-1 0 0 0 0,15-4 0 0 0,-24 4 31 0 0,1 0 0 0 0,0 0 0 0 0,0 0 0 0 0,-1 0 0 0 0,1 0 0 0 0,-1 0 0 0 0,1-1 0 0 0,-1 1 0 0 0,1-1 0 0 0,-1 0 0 0 0,0 0 0 0 0,0 0 0 0 0,0 0 0 0 0,0 0 0 0 0,0 0 0 0 0,0 0 0 0 0,-1-1 0 0 0,1 1 0 0 0,1-5 0 0 0,-2 6 105 0 0,1-2 15 0 0,-2 2-110 0 0,0-1 0 0 0,1 1-1 0 0,0 0 1 0 0,-1 0-1 0 0,1-1 1 0 0,0 1 0 0 0,0 0-1 0 0,0 0 1 0 0,-1 0 0 0 0,1 0-1 0 0,0 0 1 0 0,0 0 0 0 0,1 0-1 0 0,-1 1 1 0 0,0-1 0 0 0,2-1-1 0 0,11 47-122 0 0,-10-31 38 0 0,1 0 1 0 0,0 0 0 0 0,12 22-1 0 0,4-2-8 0 0,38 72 4 0 0,-54-95 17 0 0,0 0-1 0 0,-1 0 1 0 0,0 0 0 0 0,-1 1-1 0 0,0-1 1 0 0,-1 1 0 0 0,2 21 0 0 0,-5-26 0 0 0,-1 0 1 0 0,1 0 0 0 0,-1 0-1 0 0,0 0 1 0 0,-1 0 0 0 0,1-1-1 0 0,-1 1 1 0 0,-1-1 0 0 0,1 1-1 0 0,-1-1 1 0 0,0 0 0 0 0,0-1-1 0 0,-1 1 1 0 0,0-1 0 0 0,0 0-1 0 0,0 0 1 0 0,-1 0 0 0 0,-11 7-1 0 0,-9 6 6 0 0,-1-1 1 0 0,-54 24-1 0 0,-29 4 2 0 0,99-41 27 0 0,0-1-1 0 0,0 0 0 0 0,0-1 0 0 0,0 0 0 0 0,0-1 0 0 0,-1 0 1 0 0,1-1-1 0 0,-18-2 0 0 0,27 2-26 0 0,1 0 0 0 0,-1-1 0 0 0,0 1 1 0 0,0 0-1 0 0,0-1 0 0 0,1 1 0 0 0,-1-1 0 0 0,0 0 0 0 0,1 0 1 0 0,-1 0-1 0 0,0 0 0 0 0,1 0 0 0 0,-1 0 0 0 0,1 0 0 0 0,0 0 0 0 0,-1 0 1 0 0,1-1-1 0 0,0 1 0 0 0,0-1 0 0 0,0 1 0 0 0,0-1 0 0 0,0 1 1 0 0,-1-3-1 0 0,1 2-3 0 0,0-1 1 0 0,1 0-1 0 0,-1 0 1 0 0,1 0 0 0 0,0 0-1 0 0,0 0 1 0 0,0 0-1 0 0,0 0 1 0 0,1 0-1 0 0,-1 0 1 0 0,1 0-1 0 0,2-6 1 0 0,2-4-13 0 0,0 0 1 0 0,2 1-1 0 0,-1-1 1 0 0,2 1-1 0 0,8-11 0 0 0,-1 4-6 0 0,0 1 0 0 0,2 1-1 0 0,0 0 1 0 0,36-27 0 0 0,85-44-865 0 0,-108 70 259 0 0,-28 17 106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48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206 296 3948 0 0,'-2'1'57'0'0,"0"0"0"0"0,0 0 0 0 0,0 0-1 0 0,0 0 1 0 0,0-1 0 0 0,0 1-1 0 0,0-1 1 0 0,0 1 0 0 0,0-1 0 0 0,0 0-1 0 0,-1 0 1 0 0,1 0 0 0 0,0 0-1 0 0,0 0 1 0 0,0 0 0 0 0,-1-1 0 0 0,1 1-1 0 0,0-1 1 0 0,0 0 0 0 0,0 1 0 0 0,0-1-1 0 0,0 0 1 0 0,0 0 0 0 0,0 0-1 0 0,1 0 1 0 0,-1-1 0 0 0,0 1 0 0 0,0 0-1 0 0,-2-3 1 0 0,-10-8 148 0 0,0 0 0 0 0,-17-20-1 0 0,22 23-24 0 0,3 2-130 0 0,0 0 1 0 0,0 0-1 0 0,1 0 0 0 0,0-1 1 0 0,0 0-1 0 0,1 0 0 0 0,0 0 0 0 0,0-1 1 0 0,1 1-1 0 0,0-1 0 0 0,-3-16 1 0 0,6 21-49 0 0,-1 0-1 0 0,1 0 1 0 0,-1 0 0 0 0,1 0 0 0 0,0 0-1 0 0,1 0 1 0 0,-1 0 0 0 0,1 0 0 0 0,0 0 0 0 0,0 1-1 0 0,0-1 1 0 0,0 0 0 0 0,1 0 0 0 0,-1 1-1 0 0,1-1 1 0 0,0 0 0 0 0,0 1 0 0 0,1 0 0 0 0,-1 0-1 0 0,1-1 1 0 0,-1 2 0 0 0,1-1 0 0 0,0 0-1 0 0,0 0 1 0 0,0 1 0 0 0,1-1 0 0 0,-1 1 0 0 0,6-2-1 0 0,-7 2-12 0 0,1 1 0 0 0,0-1-1 0 0,1 1 1 0 0,-1 0-1 0 0,0 0 1 0 0,0 1-1 0 0,0-1 1 0 0,0 1 0 0 0,1-1-1 0 0,-1 1 1 0 0,0 0-1 0 0,1 0 1 0 0,-1 1 0 0 0,0-1-1 0 0,0 0 1 0 0,1 1-1 0 0,-1 0 1 0 0,6 2 0 0 0,-8-2 8 0 0,-1-1 1 0 0,1 0-1 0 0,0 0 1 0 0,0 1-1 0 0,-1-1 1 0 0,1 1-1 0 0,0-1 0 0 0,-1 0 1 0 0,1 1-1 0 0,0-1 1 0 0,-1 1-1 0 0,1 0 1 0 0,-1-1-1 0 0,1 1 1 0 0,-1 0-1 0 0,1-1 1 0 0,-1 1-1 0 0,1 0 1 0 0,-1-1-1 0 0,0 1 1 0 0,1 0-1 0 0,-1 0 1 0 0,0-1-1 0 0,0 1 1 0 0,0 0-1 0 0,1 0 1 0 0,-1 0-1 0 0,0-1 1 0 0,0 1-1 0 0,0 0 0 0 0,0 0 1 0 0,0 0-1 0 0,0-1 1 0 0,-1 1-1 0 0,1 0 1 0 0,0 0-1 0 0,0 0 1 0 0,-1-1-1 0 0,1 1 1 0 0,0 0-1 0 0,-1 0 1 0 0,1-1-1 0 0,-1 1 1 0 0,1 0-1 0 0,0-1 1 0 0,-2 1-1 0 0,-24 34-28 0 0,24-32 27 0 0,-19 18-8 0 0,-1 0 0 0 0,0-1 0 0 0,-26 17 0 0 0,46-36 18 0 0,11-2-34 0 0,355-45-21 0 0,-303 42 40 0 0,-34 3-3866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0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146 549 3488 0 0,'0'0'1340'0'0,"2"-5"-1240"0"0,-2 4-75 0 0,1-1 0 0 0,-1 1 0 0 0,1-1 0 0 0,-1 0 0 0 0,0 0 0 0 0,0 1 0 0 0,0-1 0 0 0,1 0 0 0 0,-2 1-1 0 0,1-1 1 0 0,0 0 0 0 0,0 0 0 0 0,0 1 0 0 0,-1-1 0 0 0,1 0 0 0 0,-1 1 0 0 0,1-1 0 0 0,-1 1 0 0 0,0-1 0 0 0,0 0 0 0 0,0 1 0 0 0,0 0 0 0 0,0-1 0 0 0,0 1 0 0 0,0-1 0 0 0,0 1 0 0 0,0 0 0 0 0,-1 0 0 0 0,1 0 0 0 0,-3-2 0 0 0,3 2 128 0 0,-15 0-37 0 0,8 5-117 0 0,0 0 0 0 0,0 0 1 0 0,0 1-1 0 0,1 0 1 0 0,0 1-1 0 0,0-1 0 0 0,0 1 1 0 0,1 0-1 0 0,0 1 1 0 0,0 0-1 0 0,0 0 0 0 0,1 0 1 0 0,0 1-1 0 0,0-1 1 0 0,1 1-1 0 0,-6 15 1 0 0,10-22-3 0 0,0 1 0 0 0,-1 0 0 0 0,1 0 0 0 0,0 0 0 0 0,0-1 0 0 0,0 1 1 0 0,0 0-1 0 0,1 0 0 0 0,-1 0 0 0 0,0-1 0 0 0,1 1 0 0 0,-1 0 0 0 0,1 0 1 0 0,0-1-1 0 0,0 1 0 0 0,-1 0 0 0 0,1-1 0 0 0,0 1 0 0 0,0-1 0 0 0,0 1 1 0 0,1-1-1 0 0,-1 0 0 0 0,0 1 0 0 0,1-1 0 0 0,-1 0 0 0 0,0 0 0 0 0,1 0 1 0 0,-1 0-1 0 0,4 1 0 0 0,1 2-2 0 0,1 0-1 0 0,-1-1 1 0 0,1 0 0 0 0,0 0-1 0 0,11 3 1 0 0,-11-5 11 0 0,0 1 0 0 0,-1-1 0 0 0,2-1 0 0 0,-1 1 0 0 0,0-1 0 0 0,0 0 0 0 0,0 0 0 0 0,0-1 0 0 0,0 0 0 0 0,0-1 0 0 0,0 1 0 0 0,-1-1 0 0 0,1 0 0 0 0,0-1 0 0 0,-1 0 0 0 0,0 0 0 0 0,1 0 0 0 0,8-7 0 0 0,-8 4 7 0 0,0-1 0 0 0,-1 1 0 0 0,0-1 0 0 0,0 0-1 0 0,-1 0 1 0 0,0 0 0 0 0,0-1 0 0 0,-1 0 0 0 0,0 0 0 0 0,0 0 0 0 0,-1 0-1 0 0,0-1 1 0 0,0 1 0 0 0,1-10 0 0 0,5-41 206 0 0,-2-1-1 0 0,-3 0 1 0 0,-2 0 0 0 0,-3 0-1 0 0,-12-81 1 0 0,11 117 43 0 0,1 12-137 0 0,0 0 1 0 0,-1 0-1 0 0,-5-20 1 0 0,7 30-117 0 0,-3 7-11 0 0,-6 15 2 0 0,1-1-1 0 0,1 1 1 0 0,0 0-1 0 0,2 1 1 0 0,1 0-1 0 0,-4 40 0 0 0,4-3-23 0 0,4 81 0 0 0,0-138 24 0 0,2 42 0 0 0,9 49-1 0 0,-9-81-8 0 0,0 1 0 0 0,1-2-1 0 0,1 1 1 0 0,-1 0 0 0 0,2-1 0 0 0,-1 1-1 0 0,1-1 1 0 0,1 0 0 0 0,12 16-1 0 0,-16-24-164 0 0,1 0-1 0 0,-1 0 1 0 0,1 0-1 0 0,-1 0 0 0 0,1 0 1 0 0,0-1-1 0 0,0 1 1 0 0,-1-1-1 0 0,1 0 0 0 0,0 0 1 0 0,0 0-1 0 0,0 0 0 0 0,1 0 1 0 0,-1-1-1 0 0,0 0 1 0 0,0 1-1 0 0,0-1 0 0 0,0 0 1 0 0,0 0-1 0 0,1-1 1 0 0,-1 1-1 0 0,0-1 0 0 0,0 0 1 0 0,0 1-1 0 0,0-1 1 0 0,4-2-1 0 0,12-4-1342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1.0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72 4416 0 0,'0'0'-110'0'0,"-11"-7"41"0"0,6 3 96 0 0,7 5-154 0 0,198 124 126 0 0,-164-99-9 0 0,39 34 0 0 0,-74-60 12 0 0,-1 1 1 0 0,0-1 0 0 0,1 0-1 0 0,-1 1 1 0 0,0-1 0 0 0,1 1-1 0 0,-1 0 1 0 0,0-1-1 0 0,1 1 1 0 0,-1-1 0 0 0,0 1-1 0 0,0-1 1 0 0,0 1 0 0 0,0 0-1 0 0,1-1 1 0 0,-1 1 0 0 0,0-1-1 0 0,0 1 1 0 0,0 0 0 0 0,0-1-1 0 0,0 1 1 0 0,-1-1-1 0 0,1 1 1 0 0,0 0 0 0 0,0-1-1 0 0,0 1 1 0 0,0-1 0 0 0,-1 1-1 0 0,1 0 1 0 0,0-1 0 0 0,-1 1-1 0 0,1-1 1 0 0,0 1 0 0 0,-1-1-1 0 0,1 1 1 0 0,0-1-1 0 0,-1 0 1 0 0,1 1 0 0 0,-1-1-1 0 0,1 1 1 0 0,-1-1 0 0 0,1 0-1 0 0,-1 1 1 0 0,1-1 0 0 0,-2 0-1 0 0,-25 14 95 0 0,24-12-53 0 0,-1-1 0 0 0,0 0 0 0 0,1 0 1 0 0,-1 0-1 0 0,0 0 0 0 0,1-1 0 0 0,-1 1 0 0 0,0-1 1 0 0,0 0-1 0 0,1 0 0 0 0,-1 0 0 0 0,0-1 1 0 0,0 1-1 0 0,1-1 0 0 0,-1 0 0 0 0,0 0 0 0 0,1 0 1 0 0,-1-1-1 0 0,1 1 0 0 0,-1-1 0 0 0,-4-3 0 0 0,7 3-34 0 0,0 1-1 0 0,0-1 0 0 0,0 1 1 0 0,0-1-1 0 0,1 0 0 0 0,-1 1 0 0 0,0-1 1 0 0,1 0-1 0 0,0 1 0 0 0,-1-1 0 0 0,1 0 1 0 0,0 1-1 0 0,0-1 0 0 0,0 0 0 0 0,0 0 1 0 0,0 1-1 0 0,0-1 0 0 0,1 0 1 0 0,-1 0-1 0 0,1 1 0 0 0,0-4 0 0 0,15-33 140 0 0,-4 18-190 0 0,1 1 1 0 0,0 1-1 0 0,2 1 0 0 0,0 0 0 0 0,1 1 1 0 0,20-16-1 0 0,37-39-93 0 0,-66 60-43 0 0,-10 7-540 0 0,-16 7-813 0 0,11-2 1462 0 0,1 0-824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1.4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 3760 0 0,'-30'19'-245'0'0,"25"-16"231"0"0,0 1 1 0 0,0 0-1 0 0,1 1 1 0 0,-1-1-1 0 0,1 1 1 0 0,0 0-1 0 0,0 0 1 0 0,1 1-1 0 0,-1-1 1 0 0,1 1-1 0 0,1-1 0 0 0,-1 1 1 0 0,1 0-1 0 0,0 0 1 0 0,-2 7-1 0 0,3-9 20 0 0,1-1 0 0 0,0 1 0 0 0,0-1 0 0 0,0 0 0 0 0,0 1 0 0 0,1-1 0 0 0,-1 1 0 0 0,1-1 0 0 0,0 0 0 0 0,0 1 0 0 0,0-1 0 0 0,0 0 0 0 0,1 0 0 0 0,-1 0 0 0 0,1 0 0 0 0,0 0 0 0 0,0 0 0 0 0,0 0 0 0 0,0-1 0 0 0,0 1 0 0 0,1-1 0 0 0,-1 1 0 0 0,1-1 0 0 0,-1 0 0 0 0,1 0 0 0 0,0 0 0 0 0,0-1 0 0 0,0 1 0 0 0,0 0 0 0 0,5 1 0 0 0,4 2 42 0 0,1-1 0 0 0,-1 0 0 0 0,0 0 1 0 0,1-2-1 0 0,0 1 0 0 0,0-2 0 0 0,19 1 0 0 0,-29-1-31 0 0,-1-1-1 0 0,1 0 1 0 0,0 0-1 0 0,0 0 1 0 0,-1-1-1 0 0,1 1 1 0 0,0 0-1 0 0,-1-1 0 0 0,1 0 1 0 0,-1 0-1 0 0,1 0 1 0 0,-1 0-1 0 0,1 0 1 0 0,-1 0-1 0 0,1-1 1 0 0,-1 1-1 0 0,0-1 1 0 0,0 1-1 0 0,0-1 1 0 0,0 0-1 0 0,0 0 0 0 0,0 0 1 0 0,0 0-1 0 0,-1 0 1 0 0,1 0-1 0 0,-1-1 1 0 0,0 1-1 0 0,1-1 1 0 0,-1 1-1 0 0,0-1 1 0 0,0 1-1 0 0,-1-1 0 0 0,1 1 1 0 0,0-1-1 0 0,-1 0 1 0 0,0 1-1 0 0,1-1 1 0 0,-1 0-1 0 0,0 1 1 0 0,-1-1-1 0 0,1 0 1 0 0,-1-3-1 0 0,1 2 9 0 0,-1 0 0 0 0,0-1 1 0 0,0 1-1 0 0,0 0 0 0 0,0 0 0 0 0,-1-1 0 0 0,0 1 1 0 0,0 0-1 0 0,0 1 0 0 0,0-1 0 0 0,0 0 0 0 0,-1 1 0 0 0,0-1 1 0 0,0 1-1 0 0,0 0 0 0 0,0 0 0 0 0,0 0 0 0 0,-1 0 1 0 0,1 0-1 0 0,-1 1 0 0 0,-5-3 0 0 0,-1 0-29 0 0,-1 1-1 0 0,0 0 1 0 0,0 1 0 0 0,0 0-1 0 0,-1 1 1 0 0,1 0-1 0 0,0 1 1 0 0,-1 0 0 0 0,-12 1-1 0 0,20 0-287 0 0,-12 0-1568 0 0,13 0 781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2.1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84 4080 0 0,'0'0'798'0'0,"0"-1"-764"0"0,0 1-1 0 0,0 0 0 0 0,0-1 0 0 0,0 1 0 0 0,0 0 0 0 0,0-1 1 0 0,0 1-1 0 0,0 0 0 0 0,0 0 0 0 0,0-1 0 0 0,0 1 0 0 0,1 0 1 0 0,-1-1-1 0 0,0 1 0 0 0,0 0 0 0 0,0 0 0 0 0,1-1 1 0 0,-1 1-1 0 0,0 0 0 0 0,0 0 0 0 0,0 0 0 0 0,1-1 0 0 0,-1 1 1 0 0,0 0-1 0 0,0 0 0 0 0,1 0 0 0 0,-1 0 0 0 0,0 0 0 0 0,1 0 1 0 0,-1-1-1 0 0,0 1 0 0 0,1 0 0 0 0,-1 0 0 0 0,0 0 0 0 0,1 0 1 0 0,3 8-18 0 0,-1 0 1 0 0,0 0 0 0 0,-1 0 0 0 0,0 1 0 0 0,0-1 0 0 0,-1 1-1 0 0,0-1 1 0 0,0 1 0 0 0,-1 16 0 0 0,4 29 3 0 0,3-13 4 0 0,-2-2-7 0 0,3-1-1 0 0,1 0 1 0 0,14 37 0 0 0,-17-56 25 0 0,0 1 0 0 0,0-1 0 0 0,-2 1 0 0 0,-1 0 0 0 0,2 38 0 0 0,-5-57-25 0 0,0 0 0 0 0,0 0 0 0 0,0 0-1 0 0,-1 0 1 0 0,1 0 0 0 0,0 0 0 0 0,0-1 0 0 0,-1 1 0 0 0,1 0 0 0 0,-1 0 0 0 0,1 0 0 0 0,-1 0-1 0 0,1-1 1 0 0,-1 1 0 0 0,1 0 0 0 0,-1-1 0 0 0,0 1 0 0 0,1 0 0 0 0,-1-1 0 0 0,0 1 0 0 0,0-1-1 0 0,1 1 1 0 0,-1-1 0 0 0,0 0 0 0 0,0 1 0 0 0,0-1 0 0 0,0 0 0 0 0,0 1 0 0 0,1-1 0 0 0,-1 0 0 0 0,0 0-1 0 0,0 0 1 0 0,0 0 0 0 0,0 0 0 0 0,0 0 0 0 0,0 0 0 0 0,0 0 0 0 0,0 0 0 0 0,-1 0 0 0 0,2 0-15 0 0,-3 0 105 0 0,-3-2 0 0 0,-1-2-74 0 0,0 1-1 0 0,1-1 1 0 0,-1 0 0 0 0,1 0 0 0 0,-1-1-1 0 0,1 0 1 0 0,1 0 0 0 0,-1-1 0 0 0,1 1-1 0 0,0-1 1 0 0,0-1 0 0 0,0 1 0 0 0,1 0-1 0 0,0-1 1 0 0,0 0 0 0 0,1 0-1 0 0,0 0 1 0 0,0 0 0 0 0,1-1 0 0 0,0 1-1 0 0,-2-10 1 0 0,1-1-7 0 0,0 0-1 0 0,1 0 1 0 0,1 0-1 0 0,1-1 1 0 0,0 1-1 0 0,1-1 1 0 0,5-20-1 0 0,1-1-4 0 0,3 1-1 0 0,16-44 0 0 0,-22 69-24 0 0,2 0-1 0 0,0 0 0 0 0,1 1 0 0 0,0 0 0 0 0,0 0 0 0 0,2 1 1 0 0,17-22-1 0 0,-22 30-10 0 0,1 0 0 0 0,-1 0-1 0 0,1 1 1 0 0,-1-1 0 0 0,1 1 0 0 0,0 0 0 0 0,0 1 0 0 0,0-1 0 0 0,0 1 0 0 0,1 0 0 0 0,-1 0 0 0 0,1 0 0 0 0,-1 1 0 0 0,1 0-1 0 0,0 0 1 0 0,0 1 0 0 0,-1-1 0 0 0,1 1 0 0 0,0 0 0 0 0,0 1 0 0 0,-1-1 0 0 0,1 1 0 0 0,7 2 0 0 0,-11-2 12 0 0,0-1-3 0 0,-1 0-1 0 0,1 1 1 0 0,0-1-1 0 0,0 0 1 0 0,0 1 0 0 0,0 0-1 0 0,0-1 1 0 0,-1 1 0 0 0,1 0-1 0 0,0 0 1 0 0,0 0 0 0 0,-1 0-1 0 0,1 0 1 0 0,-1 1 0 0 0,1-1-1 0 0,-1 0 1 0 0,0 1 0 0 0,1-1-1 0 0,-1 1 1 0 0,2 2 0 0 0,-3-3-16 0 0,-45 28-3 0 0,-49-2 141 0 0,85-25-331 0 0,-1-1 0 0 0,1 1 0 0 0,0-2 1 0 0,0 1-1 0 0,-1-1 0 0 0,1-1 0 0 0,0 0 0 0 0,-10-2 1 0 0,9-2-1740 0 0,5-2-317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5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954 47 5204 0 0,'-23'-1'-1464'0'0,"-106"-21"296"0"0,101 15 1206 0 0,-1 1 0 0 0,0 1 1 0 0,0 2-1 0 0,0 1 0 0 0,0 1 0 0 0,-52 6 1 0 0,34 4-10 0 0,0 1 0 0 0,-53 21 0 0 0,75-22-20 0 0,-1 2 0 0 0,1 1 0 0 0,1 0 0 0 0,0 2-1 0 0,-27 21 1 0 0,34-21-10 0 0,0 1-1 0 0,2 1 0 0 0,0 0 1 0 0,0 1-1 0 0,2 0 0 0 0,0 2 1 0 0,-16 31-1 0 0,21-35 11 0 0,1 0 0 0 0,1 1 0 0 0,0 0 0 0 0,1 0 0 0 0,1 1 0 0 0,1-1 0 0 0,0 1 0 0 0,1 0 0 0 0,1 0 0 0 0,1 27 0 0 0,2-33 0 0 0,1 0 1 0 0,0 0-1 0 0,0 0 0 0 0,1-1 0 0 0,0 0 0 0 0,1 0 0 0 0,0 0 0 0 0,1 0 0 0 0,0-1 0 0 0,0 0 1 0 0,1 0-1 0 0,0 0 0 0 0,1-1 0 0 0,0 0 0 0 0,16 12 0 0 0,5 3 13 0 0,1-2 0 0 0,1-1-1 0 0,50 24 1 0 0,-30-18 8 0 0,1-2 0 0 0,1-2 0 0 0,1-2 0 0 0,1-3 0 0 0,0-3 0 0 0,1-2 0 0 0,67 6 0 0 0,-60-15 57 0 0,1-4 0 0 0,-1-2 0 0 0,1-3-1 0 0,-1-3 1 0 0,-1-2 0 0 0,109-35 0 0 0,-120 30-60 0 0,1 1 132 0 0,58-26 0 0 0,-97 35-34 0 0,0 0 1 0 0,-1-1 0 0 0,1 0-1 0 0,-1-1 1 0 0,-1 0 0 0 0,0-1-1 0 0,0 0 1 0 0,0-1 0 0 0,13-17 0 0 0,-19 20-44 0 0,-1 1 0 0 0,0-1 0 0 0,0 0 0 0 0,-1-1 0 0 0,0 1 1 0 0,0-1-1 0 0,0 1 0 0 0,-1-1 0 0 0,0 0 0 0 0,-1 0 0 0 0,1-9 1 0 0,-1-5 69 0 0,-2-1 0 0 0,-5-38 0 0 0,4 45-122 0 0,-1-1-1 0 0,0 1 1 0 0,-2 0 0 0 0,0 1 0 0 0,0-1 0 0 0,-2 1 0 0 0,0 0 0 0 0,0 1 0 0 0,-2-1 0 0 0,1 1-1 0 0,-2 1 1 0 0,0 0 0 0 0,-1 0 0 0 0,0 1 0 0 0,0 1 0 0 0,-2-1 0 0 0,-19-13 0 0 0,5 7-28 0 0,0 0 0 0 0,-2 2 1 0 0,0 1-1 0 0,-1 1 1 0 0,0 1-1 0 0,-1 2 0 0 0,0 1 1 0 0,-43-7-1 0 0,14 7-4 0 0,-1 2-1 0 0,0 3 1 0 0,-94 5 0 0 0,-155 0-18 0 0,298-1-159 0 0,-16-2-103 0 0,15-9-3157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6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92 4976 0 0,'0'0'-154'0'0,"-2"1"-13"0"0,-5 0 81 0 0,7-1 93 0 0,0 0 0 0 0,0 0 0 0 0,0 0 0 0 0,0 0 0 0 0,0-1 0 0 0,0 1 0 0 0,0 0 0 0 0,1 0 0 0 0,-1 0 0 0 0,0 0 1 0 0,0 0-1 0 0,0 0 0 0 0,0-1 0 0 0,0 1 0 0 0,0 0 0 0 0,0 0 0 0 0,0 0 0 0 0,0 0 0 0 0,0 0 0 0 0,0 0 0 0 0,0-1 0 0 0,-1 1 0 0 0,1 0 0 0 0,0 0 0 0 0,0 0 0 0 0,0 0 0 0 0,0 0 0 0 0,0 0 0 0 0,0-1 0 0 0,0 1 1 0 0,0 0-1 0 0,0 0 0 0 0,0 0 0 0 0,0 0 0 0 0,-1 0 0 0 0,1 0 0 0 0,0 0 0 0 0,0 0 0 0 0,0 0 0 0 0,0-1 0 0 0,0 1 0 0 0,0 0 0 0 0,0 0 0 0 0,-1 0 0 0 0,1 0 0 0 0,0 0 0 0 0,0 0 0 0 0,0 0 0 0 0,0 0 0 0 0,0 0 1 0 0,-1 0-1 0 0,1 0 0 0 0,0 0 0 0 0,0 0 0 0 0,0 0 0 0 0,0 0 0 0 0,0 0 0 0 0,0 0 0 0 0,-1 0 0 0 0,1 0 0 0 0,0 0 0 0 0,0 1 0 0 0,0-1 0 0 0,0 0 0 0 0,0 0 0 0 0,0 0 0 0 0,-1 0 0 0 0,1 0 0 0 0,0 0 0 0 0,6-6 6 0 0,-1-1-1 0 0,1 1 1 0 0,0 0-1 0 0,1 1 0 0 0,0-1 1 0 0,-1 1-1 0 0,2 0 1 0 0,-1 1-1 0 0,0 0 0 0 0,1 0 1 0 0,11-3-1 0 0,-5 1-26 0 0,1 2-1 0 0,0 0 1 0 0,-1 0-1 0 0,1 2 1 0 0,0 0-1 0 0,20 0 1 0 0,-28 1 5 0 0,-1 1-1 0 0,1 0 1 0 0,-1 1 0 0 0,1 0 0 0 0,-1 0-1 0 0,0 0 1 0 0,0 1 0 0 0,11 4 0 0 0,-15-5 6 0 0,-1 0-1 0 0,1 0 1 0 0,0 0 0 0 0,0 1 0 0 0,-1-1 0 0 0,1 1 0 0 0,-1-1 0 0 0,1 1 0 0 0,-1 0 0 0 0,0-1-1 0 0,1 1 1 0 0,-1 0 0 0 0,0 0 0 0 0,0 0 0 0 0,-1 0 0 0 0,2 2 0 0 0,-2-1 4 0 0,1 0 0 0 0,-1-1 0 0 0,0 1 0 0 0,0 0-1 0 0,0-1 1 0 0,0 1 0 0 0,-1 0 0 0 0,1-1 0 0 0,-1 1 0 0 0,1 0 0 0 0,-1-1 0 0 0,0 1 0 0 0,0-1 0 0 0,0 1 0 0 0,-1-1 0 0 0,1 1 0 0 0,0-1 0 0 0,-1 0-1 0 0,0 0 1 0 0,1 0 0 0 0,-5 4 0 0 0,-46 42 44 0 0,44-42-37 0 0,-68 48 15 0 0,46-35 36 0 0,-46 40 0 0 0,75-58 27 0 0,9-2-67 0 0,178-22 46 0 0,93-9 342 0 0,-253 25-119 0 0,-24 6-275 0 0,0 1 1 0 0,0-1-1 0 0,0 0 1 0 0,1 1-1 0 0,-1-1 0 0 0,0 1 1 0 0,1-1-1 0 0,-1 1 0 0 0,0 0 1 0 0,0 0-1 0 0,1 0 0 0 0,3 1 1 0 0,-13-15-2843 0 0,0 4 1287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2:57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685 77 4288 0 0,'-24'-26'-1170'0'0,"16"19"1134"0"0,-1 1-1 0 0,0 0 0 0 0,0 1 1 0 0,-1 0-1 0 0,1 1 1 0 0,-1 0-1 0 0,0 0 0 0 0,0 1 1 0 0,-20-4-1 0 0,9 8 35 0 0,1 1 0 0 0,-1 1 1 0 0,1 0-1 0 0,0 2 0 0 0,0 0 0 0 0,0 1 0 0 0,1 2 0 0 0,-34 16 0 0 0,25-9 2 0 0,1 1-1 0 0,1 2 1 0 0,1 1 0 0 0,0 0-1 0 0,-22 25 1 0 0,26-24 11 0 0,1 0-1 0 0,1 2 1 0 0,1 0-1 0 0,1 1 1 0 0,-21 37-1 0 0,35-53-1 0 0,-1 0-1 0 0,1 0 1 0 0,1 0-1 0 0,-1 1 1 0 0,1-1-1 0 0,1 1 0 0 0,-1-1 1 0 0,1 1-1 0 0,1 0 1 0 0,-1-1-1 0 0,1 1 1 0 0,1 0-1 0 0,-1-1 0 0 0,2 1 1 0 0,-1 0-1 0 0,1-1 1 0 0,0 1-1 0 0,0-1 1 0 0,0 0-1 0 0,1 0 0 0 0,1 0 1 0 0,-1 0-1 0 0,1 0 1 0 0,0-1-1 0 0,7 9 1 0 0,5 4 42 0 0,1-1 0 0 0,1-1 0 0 0,1 0 0 0 0,0-1 0 0 0,1-2 0 0 0,0 0 0 0 0,1-1 0 0 0,1 0 0 0 0,0-2 0 0 0,1-1 0 0 0,0-1 1 0 0,31 8-1 0 0,-19-7 93 0 0,1-2 1 0 0,1-1-1 0 0,0-3 1 0 0,-1 0-1 0 0,1-3 1 0 0,0-1-1 0 0,61-7 1 0 0,-69 2 24 0 0,1-1 1 0 0,-1-1 0 0 0,0-2-1 0 0,-1 0 1 0 0,53-27 0 0 0,-66 28-78 0 0,0-1 1 0 0,-1 0-1 0 0,0-1 1 0 0,0-1-1 0 0,-1 0 1 0 0,0 0-1 0 0,-1-2 1 0 0,-1 1-1 0 0,0-2 1 0 0,0 1-1 0 0,14-28 1 0 0,-21 34-41 0 0,0 0 1 0 0,-1-1-1 0 0,-1 0 0 0 0,1 1 0 0 0,-1-1 1 0 0,-1 0-1 0 0,1 0 0 0 0,-1 0 0 0 0,-1 0 1 0 0,1 0-1 0 0,-1 0 0 0 0,-1 0 0 0 0,1 0 1 0 0,-1 0-1 0 0,-3-8 0 0 0,1 4-12 0 0,-1 0-1 0 0,-1 1 0 0 0,0-1 0 0 0,-1 1 1 0 0,0 1-1 0 0,0-1 0 0 0,-1 1 1 0 0,-1 0-1 0 0,-9-10 0 0 0,-1 2-16 0 0,0 1 0 0 0,-2 0-1 0 0,0 2 1 0 0,0 0 0 0 0,-2 1 0 0 0,1 2 0 0 0,-2 0-1 0 0,0 1 1 0 0,-25-8 0 0 0,27 12-61 0 0,-1 1 0 0 0,0 2 0 0 0,0 0 0 0 0,0 1 0 0 0,0 1 1 0 0,0 1-1 0 0,-37 4 0 0 0,-32 13-4240 0 0,77-11 2294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09.7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110 137 2628 0 0,'-3'-1'186'0'0,"0"-1"-1"0"0,0 1 1 0 0,0-1 0 0 0,0 1-1 0 0,0 0 1 0 0,0 0-1 0 0,0 1 1 0 0,0-1-1 0 0,0 0 1 0 0,-1 1-1 0 0,1 0 1 0 0,0 0 0 0 0,-4 0-1 0 0,7 1-172 0 0,-1-1 1 0 0,0 0-1 0 0,1 1 0 0 0,-1-1 1 0 0,0 0-1 0 0,1 1 0 0 0,-1-1 0 0 0,1 1 1 0 0,-1-1-1 0 0,1 1 0 0 0,-1 0 1 0 0,1-1-1 0 0,-1 1 0 0 0,1-1 0 0 0,0 1 1 0 0,-1 0-1 0 0,1-1 0 0 0,0 1 1 0 0,-1 0-1 0 0,1 0 0 0 0,0 0 0 0 0,-1 29-40 0 0,23 160 41 0 0,-20-179-14 0 0,31 136 98 0 0,-27-130 1071 0 0,-11-38-876 0 0,-11-49-211 0 0,-35-185 241 0 0,31 168-36 0 0,-2 4-208 0 0,21 81-86 0 0,24 7-90 0 0,-20-2 94 0 0,0-1-1 0 0,0 1 1 0 0,0 0 0 0 0,0 0-1 0 0,0 0 1 0 0,-1 0-1 0 0,1 0 1 0 0,-1 1 0 0 0,0-1-1 0 0,0 1 1 0 0,3 6 0 0 0,4 7 3 0 0,7 7-11 0 0,0-1 1 0 0,2-1-1 0 0,0-1 1 0 0,2-1-1 0 0,0 0 0 0 0,1-2 1 0 0,1 0-1 0 0,33 20 1 0 0,141 53-52 0 0,-105-51 124 0 0,-80-36 235 0 0,6 6 841 0 0,-25-50-826 0 0,-8 3-178 0 0,1-2 0 0 0,2 0 0 0 0,-10-54 0 0 0,-11-36-2 0 0,15 81-192 0 0,18 46 44 0 0,-5-2 56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0.2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10 5809 0 0,'0'0'-13'0'0,"0"0"1"0"0,0-1 0 0 0,0 1 0 0 0,0 0 0 0 0,0-1 0 0 0,0 1 0 0 0,0 0 0 0 0,0-1 0 0 0,0 1-1 0 0,0 0 1 0 0,-1-1 0 0 0,1 1 0 0 0,0 0 0 0 0,0-1 0 0 0,0 1 0 0 0,0 0 0 0 0,-1-1 0 0 0,1 1 0 0 0,0 0-1 0 0,0 0 1 0 0,0-1 0 0 0,-1 1 0 0 0,1 0 0 0 0,0 0 0 0 0,-1 0 0 0 0,1-1 0 0 0,0 1 0 0 0,0 0-1 0 0,-1 0 1 0 0,1 0 0 0 0,0 0 0 0 0,-1 0 0 0 0,1-1 0 0 0,0 1 0 0 0,-1 0 0 0 0,0 0 0 0 0,-16 5-70 0 0,-19 19 81 0 0,30-16-5 0 0,0 0 1 0 0,0 0-1 0 0,0 1 0 0 0,1-1 1 0 0,1 1-1 0 0,0 0 0 0 0,0 0 1 0 0,0 1-1 0 0,1-1 0 0 0,1 1 1 0 0,-3 18-1 0 0,4-24 10 0 0,1 0 0 0 0,0-1 0 0 0,0 1-1 0 0,0 0 1 0 0,1-1 0 0 0,-1 1 0 0 0,1 0 0 0 0,0-1 0 0 0,0 1-1 0 0,0-1 1 0 0,1 1 0 0 0,-1-1 0 0 0,1 0 0 0 0,0 0 0 0 0,0 1-1 0 0,0-1 1 0 0,0-1 0 0 0,0 1 0 0 0,1 0 0 0 0,-1 0 0 0 0,1-1 0 0 0,0 1-1 0 0,0-1 1 0 0,-1 0 0 0 0,2 0 0 0 0,-1 0 0 0 0,0 0 0 0 0,0-1-1 0 0,1 1 1 0 0,-1-1 0 0 0,1 0 0 0 0,-1 0 0 0 0,1 0 0 0 0,5 0-1 0 0,0 1 11 0 0,-1-1 0 0 0,0-1 0 0 0,1 0-1 0 0,-1 0 1 0 0,0-1 0 0 0,1 0 0 0 0,-1 0-1 0 0,0-1 1 0 0,0 0 0 0 0,1 0-1 0 0,-2-1 1 0 0,1 0 0 0 0,0 0 0 0 0,9-6-1 0 0,-12 6 33 0 0,0 0 0 0 0,0 0-1 0 0,-1-1 1 0 0,1 1-1 0 0,-1-1 1 0 0,0 0 0 0 0,0 0-1 0 0,0 0 1 0 0,-1-1 0 0 0,0 1-1 0 0,1-1 1 0 0,-2 0 0 0 0,1 0-1 0 0,0 0 1 0 0,-1 0-1 0 0,0 0 1 0 0,0 0 0 0 0,-1-1-1 0 0,1 1 1 0 0,-1-1 0 0 0,0 1-1 0 0,0-8 1 0 0,-1 9 0 0 0,-1-1 0 0 0,1 1 0 0 0,-1-1 0 0 0,0 1 0 0 0,0-1 0 0 0,-1 1 0 0 0,1 0-1 0 0,-1 0 1 0 0,0-1 0 0 0,0 1 0 0 0,0 0 0 0 0,-1 1 0 0 0,1-1 0 0 0,-1 0 0 0 0,0 1 0 0 0,0-1 0 0 0,0 1 0 0 0,-1 0 0 0 0,1 0 0 0 0,-1 0 0 0 0,1 1 0 0 0,-1-1 0 0 0,0 1 0 0 0,0 0 0 0 0,0 0-1 0 0,-1 0 1 0 0,1 0 0 0 0,0 1 0 0 0,-1 0 0 0 0,-4-1 0 0 0,-10-2 17 0 0,0 0 0 0 0,0 2 0 0 0,0 0 0 0 0,0 2 0 0 0,-31 2-1 0 0,28 2-325 0 0,-7 2-3711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1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52 302 5645 0 0,'0'-33'-481'0'0,"1"4"916"0"0,-2-1 0 0 0,-7-54 0 0 0,8 84-420 0 0,0-1 1 0 0,0 1-1 0 0,0 0 0 0 0,0 0 0 0 0,0-1 0 0 0,0 1 0 0 0,0 0 0 0 0,0 0 1 0 0,0-1-1 0 0,0 1 0 0 0,0 0 0 0 0,-1 0 0 0 0,1 0 0 0 0,0-1 0 0 0,0 1 0 0 0,0 0 1 0 0,0 0-1 0 0,0-1 0 0 0,-1 1 0 0 0,1 0 0 0 0,0 0 0 0 0,0 0 0 0 0,0 0 1 0 0,-1-1-1 0 0,1 1 0 0 0,0 0 0 0 0,0 0 0 0 0,0 0 0 0 0,-1 0 0 0 0,1 0 1 0 0,0 0-1 0 0,0 0 0 0 0,-1 0 0 0 0,1 0 0 0 0,0 0 0 0 0,0 0 0 0 0,-1 0 1 0 0,1 0-1 0 0,0 0 0 0 0,-1 0 0 0 0,-9 8 119 0 0,-6 15-47 0 0,14-19-74 0 0,0 0 0 0 0,1 0 1 0 0,0 0-1 0 0,-1 0 0 0 0,1 1 0 0 0,1-1 1 0 0,-1 0-1 0 0,0 1 0 0 0,1-1 1 0 0,0 0-1 0 0,0 1 0 0 0,1-1 0 0 0,-1 0 1 0 0,1 1-1 0 0,0-1 0 0 0,0 0 1 0 0,0 1-1 0 0,0-1 0 0 0,3 4 1 0 0,-2-5-13 0 0,0 0 0 0 0,1 0 1 0 0,-1-1-1 0 0,1 1 1 0 0,0-1-1 0 0,-1 1 1 0 0,1-1-1 0 0,0 0 0 0 0,1 0 1 0 0,-1 0-1 0 0,0 0 1 0 0,0-1-1 0 0,1 1 1 0 0,-1-1-1 0 0,1 0 0 0 0,-1 0 1 0 0,1 0-1 0 0,0-1 1 0 0,-1 1-1 0 0,1-1 1 0 0,0 0-1 0 0,6 0 0 0 0,9-1 11 0 0,1 0-1 0 0,-1-1 1 0 0,0-2 0 0 0,0 0-1 0 0,0 0 1 0 0,0-2-1 0 0,-1 0 1 0 0,0-2-1 0 0,0 0 1 0 0,-1 0 0 0 0,0-2-1 0 0,-1 0 1 0 0,1-1-1 0 0,-2-1 1 0 0,0 0-1 0 0,0-1 1 0 0,-2-1 0 0 0,1 0-1 0 0,14-20 1 0 0,-28 33 9 0 0,1 1 1 0 0,0-1-1 0 0,0 0 0 0 0,-1 0 1 0 0,1 0-1 0 0,0 0 0 0 0,-1 1 1 0 0,1-1-1 0 0,-1 0 1 0 0,1 0-1 0 0,-1 0 0 0 0,0 0 1 0 0,1 0-1 0 0,-1 0 1 0 0,0-1-1 0 0,0 1 0 0 0,1 0 1 0 0,-1 0-1 0 0,0 0 1 0 0,0 0-1 0 0,0 0 0 0 0,0 0 1 0 0,-1 0-1 0 0,1 0 1 0 0,0 0-1 0 0,0 0 0 0 0,-1 0 1 0 0,1 0-1 0 0,0 0 0 0 0,-1 0 1 0 0,1 0-1 0 0,-1 0 1 0 0,0 0-1 0 0,0-1 0 0 0,-3 5 24 0 0,-1 3-33 0 0,0 0 0 0 0,0-1-1 0 0,1 1 1 0 0,-1 1 0 0 0,2-1 0 0 0,-1 1 0 0 0,1-1-1 0 0,0 1 1 0 0,0 0 0 0 0,1 0 0 0 0,0 1-1 0 0,0-1 1 0 0,1 0 0 0 0,-1 8 0 0 0,1-12-12 0 0,1 1 0 0 0,0-1-1 0 0,0 0 1 0 0,0 1 0 0 0,0-1 0 0 0,1 0 0 0 0,-1 0 0 0 0,1 1 0 0 0,0-1 0 0 0,0 0 0 0 0,0 0 0 0 0,0 0 0 0 0,1 0 0 0 0,-1 0 0 0 0,1 0 0 0 0,0 0-1 0 0,-1-1 1 0 0,1 1 0 0 0,1 0 0 0 0,-1-1 0 0 0,0 0 0 0 0,1 1 0 0 0,-1-1 0 0 0,1 0 0 0 0,-1 0 0 0 0,1-1 0 0 0,0 1 0 0 0,0 0 0 0 0,0-1 0 0 0,0 0 0 0 0,0 0-1 0 0,0 0 1 0 0,0 0 0 0 0,1 0 0 0 0,-1-1 0 0 0,4 1 0 0 0,6 0 5 0 0,-1 0 0 0 0,1-1-1 0 0,-1 0 1 0 0,1-1 0 0 0,-1-1-1 0 0,1 0 1 0 0,-1-1 0 0 0,0 0 0 0 0,0-1-1 0 0,0 0 1 0 0,0-1 0 0 0,13-7 0 0 0,-18 8 18 0 0,0 0 1 0 0,0 0 0 0 0,0 0 0 0 0,-1-1-1 0 0,0 0 1 0 0,0 0 0 0 0,0-1 0 0 0,-1 0-1 0 0,1 0 1 0 0,-1 0 0 0 0,-1-1-1 0 0,1 1 1 0 0,-1-1 0 0 0,0 0 0 0 0,-1 0-1 0 0,0-1 1 0 0,0 1 0 0 0,0-1 0 0 0,-1 1-1 0 0,2-12 1 0 0,-4 16-3 0 0,0 0-1 0 0,1 0 1 0 0,-1 1-1 0 0,-1-1 0 0 0,1 0 1 0 0,0 0-1 0 0,-1 0 1 0 0,1 1-1 0 0,-1-1 1 0 0,0 0-1 0 0,0 1 0 0 0,0-1 1 0 0,0 1-1 0 0,0-1 1 0 0,-1 1-1 0 0,1-1 1 0 0,-1 1-1 0 0,1 0 1 0 0,-1 0-1 0 0,0-1 0 0 0,0 2 1 0 0,0-1-1 0 0,0 0 1 0 0,0 0-1 0 0,-1 0 1 0 0,1 1-1 0 0,-1 0 0 0 0,1-1 1 0 0,-1 1-1 0 0,-2-1 1 0 0,-4-1-86 0 0,-1 0 0 0 0,1 1 0 0 0,-1 0 0 0 0,0 0 0 0 0,1 1 0 0 0,-19 0 0 0 0,25 1-431 0 0,-17 3-3935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1.9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59 204 6201 0 0,'-1'-3'-296'0'0,"-34"-189"1571"0"0,31 184-930 0 0,1 9-138 0 0,-5 19-76 0 0,1 39-67 0 0,8-42-50 0 0,2 0 1 0 0,0 0 0 0 0,1 0 0 0 0,1 0-1 0 0,0-1 1 0 0,1 1 0 0 0,1-1-1 0 0,0-1 1 0 0,2 1 0 0 0,16 24-1 0 0,-19-32-11 0 0,0 0 0 0 0,1-1-1 0 0,0 1 1 0 0,0-1-1 0 0,1 0 1 0 0,0-1-1 0 0,0 0 1 0 0,0 0-1 0 0,1-1 1 0 0,0 0-1 0 0,0-1 1 0 0,0 1 0 0 0,1-2-1 0 0,-1 1 1 0 0,1-1-1 0 0,0-1 1 0 0,0 0-1 0 0,0 0 1 0 0,18 0-1 0 0,-21-3 6 0 0,-1 0-1 0 0,0-1 0 0 0,1 1 0 0 0,-1-1 0 0 0,0 0 0 0 0,0-1 0 0 0,0 1 0 0 0,0-1 0 0 0,-1-1 0 0 0,1 1 0 0 0,-1-1 1 0 0,0 0-1 0 0,0 0 0 0 0,0 0 0 0 0,0-1 0 0 0,-1 0 0 0 0,0 0 0 0 0,0 0 0 0 0,0 0 0 0 0,-1 0 0 0 0,1-1 0 0 0,-1 0 1 0 0,-1 0-1 0 0,1 0 0 0 0,-1 0 0 0 0,2-7 0 0 0,-2 8 15 0 0,0 0-1 0 0,0 0 1 0 0,-1-1 0 0 0,1 1 0 0 0,-1-1 0 0 0,-1 0-1 0 0,1 1 1 0 0,-1-1 0 0 0,0 0 0 0 0,0 1 0 0 0,-1-1-1 0 0,1 1 1 0 0,-1-1 0 0 0,-1 1 0 0 0,1-1-1 0 0,-1 1 1 0 0,0-1 0 0 0,0 1 0 0 0,0 0 0 0 0,-1 0-1 0 0,0 0 1 0 0,0 0 0 0 0,0 1 0 0 0,0-1-1 0 0,-1 1 1 0 0,0 0 0 0 0,0 0 0 0 0,0 0 0 0 0,0 0-1 0 0,-6-3 1 0 0,4 5-111 0 0,0 0 0 0 0,1 1 0 0 0,-1-1 0 0 0,0 1-1 0 0,0 0 1 0 0,0 1 0 0 0,0 0 0 0 0,-1 0 0 0 0,-5 1 0 0 0,8-1-469 0 0,-8 4-2556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2.6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226 46 5877 0 0,'-5'-14'-521'0'0,"-3"10"550"0"0,1-1 0 0 0,-1 2 0 0 0,0-1 0 0 0,0 1 0 0 0,0 0 0 0 0,-1 1 0 0 0,1 0 1 0 0,-1 0-1 0 0,-12 0 0 0 0,15 1-2 0 0,-1 1 0 0 0,0 0 0 0 0,0 0 0 0 0,0 0 0 0 0,0 1 0 0 0,0 0 0 0 0,0 0 0 0 0,1 1 0 0 0,-1 0 0 0 0,0 0 0 0 0,1 0 0 0 0,-13 7 0 0 0,18-8-24 0 0,-1 0 0 0 0,0 0 0 0 0,1 0 1 0 0,-1 0-1 0 0,1 1 0 0 0,0-1 0 0 0,-1 0 0 0 0,1 1 1 0 0,0-1-1 0 0,-1 1 0 0 0,1-1 0 0 0,0 1 0 0 0,0 0 1 0 0,0-1-1 0 0,1 1 0 0 0,-1 0 0 0 0,0 0 0 0 0,1-1 1 0 0,-1 4-1 0 0,1-3-1 0 0,0 0 0 0 0,0-1 0 0 0,0 1 0 0 0,1-1 0 0 0,-1 1 1 0 0,1-1-1 0 0,0 1 0 0 0,-1-1 0 0 0,1 1 0 0 0,0-1 0 0 0,0 0 0 0 0,-1 1 0 0 0,1-1 0 0 0,0 0 1 0 0,1 0-1 0 0,-1 1 0 0 0,0-1 0 0 0,1 1 0 0 0,7 4 7 0 0,-1 0 0 0 0,1-1 0 0 0,0 0 0 0 0,0-1 0 0 0,12 5-1 0 0,-16-7 1 0 0,48 17 10 0 0,85 20 0 0 0,-94-29-46 0 0,0 2 0 0 0,0 2 0 0 0,57 27 1 0 0,-101-40 27 0 0,1-1 1 0 0,0 0 0 0 0,-1 0 0 0 0,1 0 0 0 0,0 1 0 0 0,0-1 0 0 0,-1 0-1 0 0,1 1 1 0 0,0-1 0 0 0,-1 1 0 0 0,1-1 0 0 0,-1 1 0 0 0,1-1 0 0 0,-1 1-1 0 0,1-1 1 0 0,-1 1 0 0 0,1-1 0 0 0,-1 1 0 0 0,1 0 0 0 0,-1-1 0 0 0,0 1-1 0 0,1 0 1 0 0,-1 0 0 0 0,0-1 0 0 0,0 1 0 0 0,1 0 0 0 0,-1-1 0 0 0,0 1-1 0 0,0 0 1 0 0,0 0 0 0 0,0 0 0 0 0,0-1 0 0 0,0 1 0 0 0,0 0 0 0 0,0 0 0 0 0,0-1-1 0 0,0 1 1 0 0,-1 0 0 0 0,1-1 0 0 0,0 1 0 0 0,0 0 0 0 0,-1 0 0 0 0,1-1-1 0 0,-1 1 1 0 0,1 0 0 0 0,0-1 0 0 0,-1 1 0 0 0,1-1 0 0 0,-1 1 0 0 0,1-1-1 0 0,-1 1 1 0 0,0-1 0 0 0,1 1 0 0 0,-1-1 0 0 0,1 1 0 0 0,-1-1 0 0 0,0 0-1 0 0,0 1 1 0 0,1-1 0 0 0,-1 0 0 0 0,0 1 0 0 0,-1-1 0 0 0,-4 4 38 0 0,-1-1 0 0 0,0 0 0 0 0,0 0 1 0 0,-1-1-1 0 0,-6 2 0 0 0,-41 4 262 0 0,-1-3-1 0 0,0-2 1 0 0,1-3-1 0 0,-1-2 1 0 0,-80-13-1 0 0,129 14-238 0 0,4 1-43 0 0,0-1-1 0 0,0 1 0 0 0,0-1 1 0 0,0 1-1 0 0,0-1 1 0 0,0 0-1 0 0,0 0 1 0 0,1 0-1 0 0,-1-1 0 0 0,0 1 1 0 0,-4-4-1 0 0,6 4-18 0 0,9-15-380 0 0,53-17-3637 0 0,-42 23 1708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3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0 319 5489 0 0,'0'0'-319'0'0,"5"-1"33"0"0,17-3 92 0 0,1-2 1 0 0,-1 0-1 0 0,-1-2 1 0 0,27-13-1 0 0,-39 17 295 0 0,0 0-1 0 0,0-1 0 0 0,-1-1 1 0 0,1 1-1 0 0,-2-1 0 0 0,1-1 1 0 0,0 1-1 0 0,-1-1 1 0 0,0-1-1 0 0,-1 1 0 0 0,0-1 1 0 0,9-16-1 0 0,-13 23-45 0 0,-1-1 0 0 0,0 0 0 0 0,0 0-1 0 0,0 0 1 0 0,0 0 0 0 0,-1 0 0 0 0,1 0 0 0 0,0 0 0 0 0,-1 0-1 0 0,0 0 1 0 0,1-1 0 0 0,-1 1 0 0 0,0 0 0 0 0,0 0 0 0 0,0 0-1 0 0,0 0 1 0 0,-1-1 0 0 0,1 1 0 0 0,0 0 0 0 0,-1 0 0 0 0,0 0-1 0 0,1 0 1 0 0,-1 0 0 0 0,0 0 0 0 0,0 0 0 0 0,0 0-1 0 0,0 0 1 0 0,-1 0 0 0 0,1 1 0 0 0,0-1 0 0 0,-1 0 0 0 0,1 1-1 0 0,-1-1 1 0 0,0 1 0 0 0,1 0 0 0 0,-1 0 0 0 0,0-1 0 0 0,0 1-1 0 0,0 0 1 0 0,0 0 0 0 0,0 1 0 0 0,0-1 0 0 0,0 0 0 0 0,0 1-1 0 0,0-1 1 0 0,-3 0 0 0 0,2 1 21 0 0,1-1-65 0 0,0 1 0 0 0,0-1 0 0 0,0 1 0 0 0,0 0 0 0 0,0 0 1 0 0,0 0-1 0 0,0 0 0 0 0,0 0 0 0 0,0 0 0 0 0,0 0 0 0 0,0 1 0 0 0,0-1 0 0 0,0 1 0 0 0,0-1 0 0 0,0 1 0 0 0,0 0 0 0 0,0 0 0 0 0,0 0 1 0 0,0 0-1 0 0,-2 2 0 0 0,-40 24 146 0 0,39-23-150 0 0,-1 1 0 0 0,1 0 1 0 0,0 1-1 0 0,0-1 0 0 0,1 1 0 0 0,0 0 0 0 0,0 0 0 0 0,0 0 0 0 0,1 1 1 0 0,0-1-1 0 0,0 1 0 0 0,0 0 0 0 0,-2 11 0 0 0,4-15-10 0 0,1 0-1 0 0,-1 1 1 0 0,1-1-1 0 0,0 0 1 0 0,0 1 0 0 0,0-1-1 0 0,0 0 1 0 0,0 0-1 0 0,1 1 1 0 0,-1-1-1 0 0,1 0 1 0 0,0 0-1 0 0,0 1 1 0 0,0-1 0 0 0,1 0-1 0 0,-1 0 1 0 0,1 0-1 0 0,0-1 1 0 0,0 1-1 0 0,-1 0 1 0 0,2-1 0 0 0,-1 1-1 0 0,0-1 1 0 0,0 1-1 0 0,1-1 1 0 0,0 0-1 0 0,-1 0 1 0 0,1 0-1 0 0,0-1 1 0 0,0 1 0 0 0,4 1-1 0 0,2 0 4 0 0,0 0 1 0 0,1-1-1 0 0,-1 0 0 0 0,1 0 0 0 0,0-1 1 0 0,-1 0-1 0 0,1-1 0 0 0,0 0 0 0 0,-1-1 1 0 0,1 0-1 0 0,-1-1 0 0 0,1 0 0 0 0,-1 0 1 0 0,1-1-1 0 0,-1 0 0 0 0,12-6 0 0 0,17-8 13 0 0,-2-2-1 0 0,50-33 0 0 0,-81 49-12 0 0,52-34 51 0 0,142-99 550 0 0,-195 132-459 0 0,0 0 0 0 0,0 1 0 0 0,0-1 0 0 0,-1-1 0 0 0,1 1 0 0 0,-1 0 0 0 0,5-9 0 0 0,-8 12 199 0 0,-10 6-283 0 0,-9 4 52 0 0,1 1 0 0 0,-27 19 0 0 0,41-27-100 0 0,1 1 0 0 0,-1-1 1 0 0,1 1-1 0 0,0 0 0 0 0,0 0 0 0 0,0 1 1 0 0,0-1-1 0 0,0 1 0 0 0,1-1 1 0 0,-1 1-1 0 0,1 0 0 0 0,0 0 0 0 0,1 0 1 0 0,-1 0-1 0 0,1 0 0 0 0,-1 1 0 0 0,1-1 1 0 0,-1 9-1 0 0,2-11-5 0 0,1 0-1 0 0,-1 1 1 0 0,1-1 0 0 0,0 1-1 0 0,0-1 1 0 0,0 1 0 0 0,0-1 0 0 0,0 0-1 0 0,0 0 1 0 0,1 0 0 0 0,-1 0-1 0 0,1 0 1 0 0,-1 0 0 0 0,1 0-1 0 0,0 0 1 0 0,0 0 0 0 0,-1-1-1 0 0,1 1 1 0 0,1-1 0 0 0,-1 1 0 0 0,0-1-1 0 0,0 0 1 0 0,0 0 0 0 0,1 0-1 0 0,-1 0 1 0 0,3 1 0 0 0,10 3 2 0 0,0-1 1 0 0,0-1 0 0 0,16 3-1 0 0,-27-6-3 0 0,88 12-206 0 0,147-1 1 0 0,-17-19-5897 0 0,-189 6 3287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5.0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28 121 6017 0 0,'0'0'-358'0'0,"-9"-30"-1453"0"0,10 28 1703 0 0,28-31-268 0 0,-26 29 393 0 0,0 2-13 0 0,-1 0 0 0 0,0 1 0 0 0,1-1 1 0 0,0 0-1 0 0,-1 1 0 0 0,1 0 0 0 0,0-1 1 0 0,0 1-1 0 0,0 0 0 0 0,0 1 0 0 0,0-1 0 0 0,3 0 1 0 0,28-9 10 0 0,62-11 0 0 0,-87 20-4 0 0,0 0 0 0 0,1 0-1 0 0,-1 1 1 0 0,1 0 0 0 0,-1 1-1 0 0,0 0 1 0 0,1 0 0 0 0,-1 1-1 0 0,0 0 1 0 0,0 1 0 0 0,15 6-1 0 0,-23-8 0 0 0,0-1 0 0 0,0 1 0 0 0,0-1 0 0 0,0 1 0 0 0,0 0 0 0 0,0 0 1 0 0,0-1-1 0 0,0 1 0 0 0,0 0 0 0 0,0 0 0 0 0,-1 0 0 0 0,1 0 0 0 0,0 0 0 0 0,0 0 0 0 0,-1 0 0 0 0,1 0 0 0 0,-1 1 0 0 0,1-1 0 0 0,-1 0 0 0 0,0 0 0 0 0,1 0 0 0 0,-1 0 0 0 0,0 1 0 0 0,0-1 0 0 0,0 2 0 0 0,0 0 4 0 0,-1 1 0 0 0,1-1 0 0 0,-1 0 0 0 0,0 0 1 0 0,0 0-1 0 0,0 0 0 0 0,-1 0 0 0 0,1 0 0 0 0,-4 5 0 0 0,-3 3 35 0 0,0-1 1 0 0,-1 1-1 0 0,-17 15 0 0 0,3-8 142 0 0,0-1 1 0 0,-1-2-1 0 0,-1 0 0 0 0,-46 20 0 0 0,-25 15 547 0 0,94-49-604 0 0,7 0-106 0 0,146 25 94 0 0,-93-18-128 0 0,69 18 0 0 0,-102-19 3 0 0,-13-4 11 0 0,-1-1-1 0 0,1 2 1 0 0,0 0-1 0 0,-1 0 0 0 0,0 1 1 0 0,0 0-1 0 0,0 1 1 0 0,-1 0-1 0 0,16 13 1 0 0,-25-18-3 0 0,0-1 0 0 0,-1 1 0 0 0,1 0 1 0 0,-1 0-1 0 0,1-1 0 0 0,0 1 0 0 0,-1 0 1 0 0,1 0-1 0 0,-1 0 0 0 0,0 0 0 0 0,1 0 1 0 0,-1 0-1 0 0,0-1 0 0 0,1 1 0 0 0,-1 0 1 0 0,0 0-1 0 0,0 0 0 0 0,0 0 0 0 0,0 0 1 0 0,0 0-1 0 0,0 0 0 0 0,0 0 0 0 0,0 0 1 0 0,-1 0-1 0 0,1 0 0 0 0,0 0 0 0 0,0 0 1 0 0,-1 1-1 0 0,-1 1 10 0 0,0-1-1 0 0,1 1 1 0 0,-1-1-1 0 0,0 0 1 0 0,0 0 0 0 0,-1 0-1 0 0,1 0 1 0 0,0 0 0 0 0,-5 2-1 0 0,-5 3 66 0 0,0 0-1 0 0,-1-2 0 0 0,-16 6 1 0 0,-25 4 159 0 0,-1-3 0 0 0,0-2 0 0 0,0-3 1 0 0,-1-2-1 0 0,-64-2 0 0 0,120-3-241 0 0,-36-3 116 0 0,35 3-152 0 0,1 0 0 0 0,-1 0-1 0 0,1 0 1 0 0,-1 0 0 0 0,1 0 0 0 0,-1-1-1 0 0,1 1 1 0 0,-1 0 0 0 0,1 0-1 0 0,-1 0 1 0 0,1 0 0 0 0,-1-1 0 0 0,1 1-1 0 0,-1 0 1 0 0,1 0 0 0 0,0-1-1 0 0,-1 1 1 0 0,1 0 0 0 0,-1-1-1 0 0,1 1 1 0 0,0-1 0 0 0,-1 1 0 0 0,1 0-1 0 0,0-1 1 0 0,0 1 0 0 0,-1-1-1 0 0,1 1 1 0 0,0-1 0 0 0,0 1 0 0 0,0-1-1 0 0,-1 1 1 0 0,1-1 0 0 0,0 1-1 0 0,0-1 1 0 0,0 1 0 0 0,0-1 0 0 0,0 1-1 0 0,0-1 1 0 0,0 1 0 0 0,0-1-1 0 0,0 1 1 0 0,0-1 0 0 0,0 1-1 0 0,1-1 1 0 0,-1 1 0 0 0,0-1 0 0 0,0 1-1 0 0,0-1 1 0 0,1 1 0 0 0,-1-1-1 0 0,0 1 1 0 0,0 0 0 0 0,1-1 0 0 0,-1 1-1 0 0,1-1 1 0 0,-1 1 0 0 0,0 0-1 0 0,1-1 1 0 0,-1 1 0 0 0,1 0-1 0 0,-1 0 1 0 0,1-1 0 0 0,16-16-1872 0 0,-2 3-306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8.2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13 353 5320 0 0,'0'0'-231'0'0,"-4"1"-308"0"0,-5-1 1014 0 0,10-4-199 0 0,20-8-125 0 0,41-14-117 0 0,-58 25-32 0 0,10-4 21 0 0,0 0-1 0 0,0 0 1 0 0,-1-1 0 0 0,0-1 0 0 0,16-10 0 0 0,-26 14-16 0 0,0 1 0 0 0,-1-1 0 0 0,1 1 1 0 0,0-1-1 0 0,-1 0 0 0 0,1 0 0 0 0,-1 0 0 0 0,0 0 0 0 0,0 0 0 0 0,0-1 1 0 0,-1 1-1 0 0,1-1 0 0 0,-1 1 0 0 0,0-1 0 0 0,0 1 0 0 0,0-1 0 0 0,0 0 0 0 0,-1 0 1 0 0,1 1-1 0 0,-1-1 0 0 0,0 0 0 0 0,0 0 0 0 0,0 1 0 0 0,-1-1 0 0 0,-1-6 1 0 0,-1-1 75 0 0,0 0 0 0 0,-2 1 0 0 0,1 0 1 0 0,-1-1-1 0 0,0 2 0 0 0,-1-1 0 0 0,0 1 1 0 0,-14-15-1 0 0,7 6 163 0 0,-20-25 233 0 0,32 41-451 0 0,0 1-3 0 0,1 0-23 0 0,0 1 0 0 0,0 0 0 0 0,0 0-1 0 0,0 0 1 0 0,0 0 0 0 0,0 0 0 0 0,0 0 0 0 0,0-1-1 0 0,0 1 1 0 0,0 0 0 0 0,0 0 0 0 0,0 0 0 0 0,-1 0 0 0 0,1 0-1 0 0,0 0 1 0 0,0-1 0 0 0,0 1 0 0 0,0 0 0 0 0,0 0 0 0 0,0 0-1 0 0,0 0 1 0 0,0 0 0 0 0,0 0 0 0 0,0 0 0 0 0,-1 0-1 0 0,1-1 1 0 0,0 1 0 0 0,0 0 0 0 0,0 0 0 0 0,0 0 0 0 0,0 0-1 0 0,0 0 1 0 0,-1 0 0 0 0,1 0 0 0 0,0 0 0 0 0,0 0-1 0 0,0 0 1 0 0,0 0 0 0 0,0 0 0 0 0,-1 0 0 0 0,1 0 0 0 0,0 0-1 0 0,0 0 1 0 0,0 0 0 0 0,0 0 0 0 0,0 0 0 0 0,-1 0 0 0 0,1 0-1 0 0,0 0 1 0 0,0 0 0 0 0,0 1 0 0 0,0-1 0 0 0,0 0-1 0 0,0 0 1 0 0,0 0 0 0 0,-1 0 0 0 0,1 0 0 0 0,0 0 0 0 0,0 0-1 0 0,0 0 1 0 0,0 1 0 0 0,0-1 0 0 0,0 0 0 0 0,-2 5 2 0 0,1 1 0 0 0,0 0 0 0 0,0-1 0 0 0,0 1 0 0 0,1 0 0 0 0,0-1 0 0 0,0 1 0 0 0,0 0 0 0 0,1-1 0 0 0,1 7 1 0 0,16 70 68 0 0,-9-48-45 0 0,60 186 102 0 0,-6-29-24 0 0,-55-159-68 0 0,-1 1 0 0 0,-1-1 1 0 0,1 66-1 0 0,-6-77 60 0 0,-1 0 83 0 0,0-1 1 0 0,0 1 0 0 0,-2-1 0 0 0,-1 1-1 0 0,-8 30 1 0 0,2-39-401 0 0,2-21-168 0 0,7 6 154 0 0,-1 0 1 0 0,0 1-1 0 0,1-1 0 0 0,0 0 0 0 0,0 0 1 0 0,0 0-1 0 0,0 0 0 0 0,0 0 0 0 0,0 0 1 0 0,2-5-1 0 0,5-11-1773 0 0,-1-1-144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8.6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97 5348 0 0,'-49'-11'-852'0'0,"49"11"853"0"0,0 0 0 0 0,1 0 0 0 0,-1 0 0 0 0,0 0-1 0 0,0 0 1 0 0,0 0 0 0 0,1 0 0 0 0,-1 0 0 0 0,0 0-1 0 0,0 0 1 0 0,0 0 0 0 0,1-1 0 0 0,-1 1-1 0 0,0 0 1 0 0,0 0 0 0 0,0 0 0 0 0,0 0 0 0 0,1 0-1 0 0,-1 0 1 0 0,0-1 0 0 0,0 1 0 0 0,0 0 0 0 0,0 0-1 0 0,0 0 1 0 0,0 0 0 0 0,1-1 0 0 0,-1 1 0 0 0,0 0-1 0 0,0 0 1 0 0,0 0 0 0 0,0-1 0 0 0,0 1-1 0 0,0 0 1 0 0,0 0 0 0 0,0 0 0 0 0,0-1 0 0 0,0 1-1 0 0,0 0 1 0 0,0 0 0 0 0,0 0 0 0 0,0-1 0 0 0,0 1-1 0 0,0 0 1 0 0,0 0 0 0 0,0 0 0 0 0,0-1-1 0 0,0 1 1 0 0,0 0 0 0 0,0 0 0 0 0,-1 0 0 0 0,1 0-1 0 0,0-1 1 0 0,0 1 0 0 0,0 0 0 0 0,0 0 0 0 0,0 0-1 0 0,0 0 1 0 0,-1-1 0 0 0,1 1 0 0 0,0 0 0 0 0,0 0-1 0 0,0 0 1 0 0,-1 0 0 0 0,1 0 0 0 0,0 0-1 0 0,0 0 1 0 0,0 0 0 0 0,0 0 0 0 0,-1-1 0 0 0,30-10 22 0 0,36-7-1 0 0,231-28 455 0 0,-293 45-374 0 0,19 7 235 0 0,-16-4-2711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9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10 150 4248 0 0,'-1'1'0'0'0,"0"0"-1"0"0,0 0 0 0 0,0 0 0 0 0,1 0 1 0 0,-1 0-1 0 0,0 0 0 0 0,1 0 1 0 0,-1 0-1 0 0,1 0 0 0 0,-1 0 0 0 0,1 0 1 0 0,-1 0-1 0 0,1 0 0 0 0,0 0 0 0 0,0 0 1 0 0,-1 1-1 0 0,1-1 0 0 0,0 0 1 0 0,0 0-1 0 0,0 0 0 0 0,0 0 0 0 0,0 1 1 0 0,1-1-1 0 0,-1 0 0 0 0,0 0 0 0 0,1 1 1 0 0,0 0 15 0 0,0-1 0 0 0,0-1 0 0 0,0 1 0 0 0,1 0 1 0 0,-1 0-1 0 0,0 0 0 0 0,1-1 0 0 0,-1 1 0 0 0,0 0 1 0 0,1-1-1 0 0,-1 0 0 0 0,0 1 0 0 0,1-1 0 0 0,-1 0 1 0 0,1 1-1 0 0,-1-1 0 0 0,3 0 0 0 0,5 0 52 0 0,0 0 0 0 0,0-1 0 0 0,1 0 0 0 0,-1 0 0 0 0,12-4 0 0 0,-10 1 4 0 0,0 0-1 0 0,-1 0 1 0 0,1-1-1 0 0,-1-1 1 0 0,-1 0-1 0 0,1 0 1 0 0,13-11-1 0 0,-20 14-8 0 0,0 1 0 0 0,-1-1 0 0 0,1 0-1 0 0,-1 0 1 0 0,1 0 0 0 0,-1 0 0 0 0,0 0 0 0 0,0-1 0 0 0,0 1 0 0 0,-1-1 0 0 0,1 1-1 0 0,-1-1 1 0 0,0 1 0 0 0,0-1 0 0 0,0 0 0 0 0,0 0 0 0 0,-1 1 0 0 0,0-1 0 0 0,0 0 0 0 0,0 0-1 0 0,0 0 1 0 0,0 0 0 0 0,-1 1 0 0 0,1-1 0 0 0,-1 0 0 0 0,-1-3 0 0 0,1 5-36 0 0,1 0 1 0 0,-1 0 0 0 0,0 0 0 0 0,1 1 0 0 0,-1-1 0 0 0,0 0 0 0 0,0 0-1 0 0,0 1 1 0 0,-1-1 0 0 0,1 1 0 0 0,0-1 0 0 0,0 1 0 0 0,-1 0-1 0 0,1-1 1 0 0,-1 1 0 0 0,1 0 0 0 0,-1 0 0 0 0,0 0 0 0 0,1 0-1 0 0,-1 0 1 0 0,0 1 0 0 0,-2-2 0 0 0,1 2 0 0 0,0-1 0 0 0,0 1 0 0 0,0 0 0 0 0,-1 0-1 0 0,1 0 1 0 0,0 1 0 0 0,0-1 0 0 0,0 1 0 0 0,0 0 0 0 0,0-1 0 0 0,0 1 0 0 0,-4 2 0 0 0,-3 2 11 0 0,1 0 0 0 0,0 0 0 0 0,0 1 0 0 0,1 0 0 0 0,0 1-1 0 0,0 0 1 0 0,-9 9 0 0 0,14-12-28 0 0,0-1 0 0 0,0 1 0 0 0,0 0 0 0 0,1-1 0 0 0,0 1 0 0 0,0 0 0 0 0,0 0 0 0 0,0 1 0 0 0,0-1 0 0 0,1 0 0 0 0,-1 1 0 0 0,1-1 0 0 0,1 0 0 0 0,-1 1 0 0 0,1-1-1 0 0,-1 1 1 0 0,1 0 0 0 0,0-1 0 0 0,1 1 0 0 0,-1-1 0 0 0,1 1 0 0 0,0-1 0 0 0,0 0 0 0 0,0 1 0 0 0,1-1 0 0 0,0 0 0 0 0,-1 1 0 0 0,1-1 0 0 0,1 0 0 0 0,-1-1 0 0 0,1 1 0 0 0,-1 0-1 0 0,1-1 1 0 0,0 1 0 0 0,0-1 0 0 0,1 0 0 0 0,-1 0 0 0 0,1 0 0 0 0,0 0 0 0 0,-1-1 0 0 0,1 0 0 0 0,0 0 0 0 0,0 0 0 0 0,8 3 0 0 0,3 0-21 0 0,-1 0 0 0 0,1-2 0 0 0,1 1 0 0 0,16 0 0 0 0,-24-4-430 0 0,0 0 1 0 0,0-1 0 0 0,0 0-1 0 0,0 0 1 0 0,0-1 0 0 0,0 0-1 0 0,0 0 1 0 0,-1-1 0 0 0,15-6-1 0 0,-1-1-2101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19.7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286 13 5933 0 0,'0'0'-186'0'0,"-1"-1"14"0"0,1 0 181 0 0,0 0 1 0 0,-1 1-1 0 0,1-1 1 0 0,-1 0-1 0 0,0 0 1 0 0,1 1-1 0 0,-1-1 1 0 0,1 1-1 0 0,-1-1 1 0 0,0 0-1 0 0,0 1 1 0 0,1-1 0 0 0,-1 1-1 0 0,0 0 1 0 0,0-1-1 0 0,0 1 1 0 0,1 0-1 0 0,-1-1 1 0 0,-2 1-1 0 0,-14 3 110 0 0,-1 1 0 0 0,1 1 0 0 0,0 1 0 0 0,0 1 0 0 0,0 0 0 0 0,1 1 0 0 0,0 1 0 0 0,1 0 0 0 0,0 1-1 0 0,0 1 1 0 0,1 0 0 0 0,1 1 0 0 0,0 0 0 0 0,0 1 0 0 0,-12 17 0 0 0,24-28-109 0 0,0-1-1 0 0,-1 1 0 0 0,1 0 1 0 0,0-1-1 0 0,0 1 1 0 0,1 0-1 0 0,-1 0 1 0 0,0 0-1 0 0,1 0 1 0 0,-1-1-1 0 0,1 1 1 0 0,-1 0-1 0 0,1 0 1 0 0,0 0-1 0 0,0 0 1 0 0,0 0-1 0 0,0 0 1 0 0,0 0-1 0 0,0 0 0 0 0,1 0 1 0 0,0 4-1 0 0,0-5-3 0 0,1 1-1 0 0,-1-1 0 0 0,0 0 0 0 0,1 1 0 0 0,-1-1 1 0 0,0 0-1 0 0,1 0 0 0 0,0 0 0 0 0,-1 0 0 0 0,1 0 1 0 0,0 0-1 0 0,-1 0 0 0 0,1-1 0 0 0,0 1 0 0 0,0 0 0 0 0,0-1 1 0 0,0 0-1 0 0,0 1 0 0 0,-1-1 0 0 0,1 0 0 0 0,0 0 1 0 0,0 0-1 0 0,0 0 0 0 0,0 0 0 0 0,3-1 0 0 0,4-1 4 0 0,1 1 0 0 0,-1-2-1 0 0,0 1 1 0 0,1-1 0 0 0,-2-1 0 0 0,1 1-1 0 0,0-2 1 0 0,-1 1 0 0 0,15-11-1 0 0,7-7 579 0 0,31-30 0 0 0,-57 48-465 0 0,-3 3 266 0 0,1 4-336 0 0,16 34 80 0 0,-16-32-125 0 0,-1-1 0 0 0,1 1 1 0 0,0-1-1 0 0,0 1 0 0 0,0-1 1 0 0,1 0-1 0 0,-1 0 0 0 0,1 0 1 0 0,0 0-1 0 0,1 0 0 0 0,-1-1 1 0 0,0 0-1 0 0,1 1 0 0 0,6 3 1 0 0,-4-4-163 0 0,0 1 0 0 0,0-1 1 0 0,0 0-1 0 0,1 0 0 0 0,0-1 1 0 0,-1 0-1 0 0,12 2 0 0 0,27-6-3807 0 0,-26-3 942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0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61 6465 0 0,'-15'-45'-594'0'0,"14"44"748"0"0,1 0-75 0 0,-1 0 1 0 0,1 0-1 0 0,0 0 0 0 0,-1 0 0 0 0,1 1 0 0 0,-1-1 1 0 0,1 0-1 0 0,-1 1 0 0 0,1-1 0 0 0,-1 0 1 0 0,0 1-1 0 0,1-1 0 0 0,-1 0 0 0 0,0 1 0 0 0,1-1 1 0 0,-1 1-1 0 0,0-1 0 0 0,0 1 0 0 0,1 0 0 0 0,-1-1 1 0 0,0 1-1 0 0,0 0 0 0 0,0 0 0 0 0,0-1 1 0 0,0 1-1 0 0,-2 3-39 0 0,1-1-1 0 0,-1 1 1 0 0,1-1 0 0 0,0 1 0 0 0,0 0 0 0 0,1 0 0 0 0,-1 0 0 0 0,1 0 0 0 0,-1 0 0 0 0,1 0-1 0 0,-2 6 1 0 0,1-1 54 0 0,1-7 8 0 0,2 2-56 0 0,-1 0 0 0 0,1 1 0 0 0,-1-1-1 0 0,1 0 1 0 0,-1 0 0 0 0,0 0-1 0 0,-1 1 1 0 0,1-1 0 0 0,-1 5-1 0 0,0-2 71 0 0,1-4-86 0 0,3 49 129 0 0,0-39-135 0 0,-1 0 17 0 0,0-1 0 0 0,1 0-1 0 0,0 0 1 0 0,1 0-1 0 0,0 0 1 0 0,1-1 0 0 0,9 16-1 0 0,-11-23-35 0 0,1-1-1 0 0,1 1 0 0 0,-1-1 1 0 0,0 0-1 0 0,0 0 1 0 0,1 0-1 0 0,-1 0 0 0 0,1-1 1 0 0,6 2-1 0 0,92 16 10 0 0,-100-19-6 0 0,35 5 60 0 0,-27-5-64 0 0,-8 0 10 0 0,-1 0-7 0 0,7 2-3 0 0,-7-2 13 0 0,7 3 400 0 0,-8-3-717 0 0,0-1-1 0 0,0 1 0 0 0,-1-1 1 0 0,1 1-1 0 0,2-3-901 0 0,-3 2 901 0 0,1 0 0 0 0,-1 0 1 0 0,0 1-1 0 0,1-1 0 0 0,-1 0 1 0 0,1 0-1 0 0,-1 0 0 0 0,0 0 1 0 0,1-1-1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1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6 186 6369 0 0,'-3'-24'-76'0'0,"1"1"1"0"0,2 0-1 0 0,1-28 1 0 0,0 3 954 0 0,-1 46-790 0 0,3-8 68 0 0,-4 10-148 0 0,1 0 0 0 0,0 0-1 0 0,0 0 1 0 0,0 0 0 0 0,0 0 0 0 0,0-1-1 0 0,0 1 1 0 0,0 0 0 0 0,0 0-1 0 0,0 0 1 0 0,0 0 0 0 0,0-1 0 0 0,0 1-1 0 0,0 0 1 0 0,0 0 0 0 0,0 0 0 0 0,0 0-1 0 0,1 0 1 0 0,-1-1 0 0 0,0 1-1 0 0,0 0 1 0 0,0 0 0 0 0,0 0 0 0 0,0 0-1 0 0,0 0 1 0 0,0 0 0 0 0,0-1-1 0 0,0 1 1 0 0,1 0 0 0 0,-1 0 0 0 0,0 0-1 0 0,0 0 1 0 0,0 0 0 0 0,0 0 0 0 0,0 0-1 0 0,1 0 1 0 0,-1 0 0 0 0,0 0-1 0 0,0 0 1 0 0,0 0 0 0 0,0 0 0 0 0,0 0-1 0 0,1-1 1 0 0,-1 1 0 0 0,0 0 0 0 0,0 0-1 0 0,0 1 1 0 0,0-1 0 0 0,1 0-1 0 0,-1 0 1 0 0,0 0 0 0 0,0 0 0 0 0,0 0-1 0 0,0 0 1 0 0,0 0 0 0 0,1 0 0 0 0,-1 0-1 0 0,0 0 1 0 0,0 0 0 0 0,0 0-1 0 0,0 0 1 0 0,0 0 0 0 0,0 1 0 0 0,1-1-1 0 0,-1 0 1 0 0,18 30 245 0 0,-2 1-1 0 0,0 0 1 0 0,-3 1 0 0 0,19 60-1 0 0,24 148 343 0 0,-46-190-464 0 0,-2-8-36 0 0,-6-24-1 0 0,2-1 1 0 0,0 0-1 0 0,0 0 1 0 0,11 24-1 0 0,-12-36-73 0 0,-1 0 1 0 0,1 0-1 0 0,1 0 0 0 0,-1-1 0 0 0,1 1 1 0 0,-1-1-1 0 0,1 0 0 0 0,1 0 0 0 0,-1 0 1 0 0,0 0-1 0 0,1-1 0 0 0,0 0 0 0 0,0 0 1 0 0,0 0-1 0 0,0-1 0 0 0,0 1 0 0 0,11 2 1 0 0,0-1 18 0 0,-1 0 1 0 0,1-1 0 0 0,0-1-1 0 0,-1 0 1 0 0,1-1-1 0 0,0-1 1 0 0,25-3 0 0 0,-30 2-271 0 0,0-2 0 0 0,-1 1 0 0 0,0-1 0 0 0,1 0 0 0 0,10-6 0 0 0,-14 5-454 0 0,0 0-1 0 0,0 0 1 0 0,-1 0-1 0 0,1-1 1 0 0,-1 0 0 0 0,0 0-1 0 0,8-10 1 0 0,-4 5-1691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1.5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84 5829 0 0,'-3'0'-13'0'0,"1"1"1"0"0,0-1 0 0 0,0 0 0 0 0,0 0 0 0 0,-1 0 0 0 0,1 0-1 0 0,0 0 1 0 0,0-1 0 0 0,-1 1 0 0 0,1-1 0 0 0,0 1 0 0 0,0-1-1 0 0,0 0 1 0 0,0 0 0 0 0,-3-2 0 0 0,5 2 23 0 0,1 1 1 0 0,-1-1-1 0 0,1 0 1 0 0,-1 0-1 0 0,1 0 0 0 0,0 0 1 0 0,0 0-1 0 0,-1 0 1 0 0,1 1-1 0 0,0-1 0 0 0,0 0 1 0 0,0 1-1 0 0,0-1 1 0 0,0 0-1 0 0,0 1 0 0 0,0-1 1 0 0,0 1-1 0 0,0 0 1 0 0,0-1-1 0 0,2 1 0 0 0,77-28 233 0 0,23 6-706 0 0,-51 14-2129 0 0,-32 3 1383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2.2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14 174 3940 0 0,'3'-24'317'0'0,"-2"1"-1"0"0,-3-45 0 0 0,0 10 2671 0 0,-12 103-2575 0 0,14-33-322 0 0,0-1 1 0 0,1 1-1 0 0,0 0 0 0 0,1-1 1 0 0,0 1-1 0 0,1-1 0 0 0,7 21 1 0 0,-7-27-74 0 0,0 0 0 0 0,0 0 0 0 0,0 0 0 0 0,1-1 0 0 0,-1 1 0 0 0,1-1 0 0 0,0 1 0 0 0,0-1 0 0 0,1-1 0 0 0,-1 1 1 0 0,1 0-1 0 0,0-1 0 0 0,0 0 0 0 0,0 0 0 0 0,0-1 0 0 0,1 1 0 0 0,6 1 0 0 0,-5-1-8 0 0,1-1 0 0 0,-1 0 0 0 0,0 0 0 0 0,1-1 0 0 0,-1 0-1 0 0,1 0 1 0 0,-1 0 0 0 0,1-1 0 0 0,-1-1 0 0 0,1 1 0 0 0,-1-1 0 0 0,1 0 0 0 0,-1-1-1 0 0,0 0 1 0 0,1 0 0 0 0,-1 0 0 0 0,0-1 0 0 0,0 0 0 0 0,-1-1 0 0 0,1 1 0 0 0,-1-1-1 0 0,1 0 1 0 0,-1-1 0 0 0,-1 0 0 0 0,1 0 0 0 0,-1 0 0 0 0,1 0 0 0 0,-1-1 0 0 0,-1 0 0 0 0,1 0-1 0 0,-1-1 1 0 0,0 1 0 0 0,-1-1 0 0 0,1 1 0 0 0,-2-1 0 0 0,1 0 0 0 0,3-12 0 0 0,-6 18-9 0 0,2-7 79 0 0,1-1-1 0 0,-1 0 0 0 0,-1 0 1 0 0,0 0-1 0 0,0-1 0 0 0,-1 1 0 0 0,0 0 1 0 0,-2-17-1 0 0,1 24-22 0 0,-26 13 171 0 0,23-7-212 0 0,1 0-1 0 0,0 0 1 0 0,0 1 0 0 0,0-1 0 0 0,1 1 0 0 0,-1 0 0 0 0,1-1 0 0 0,0 1 0 0 0,1 0 0 0 0,-1 0 0 0 0,1 0 0 0 0,0 0-1 0 0,0 1 1 0 0,0-1 0 0 0,1 0 0 0 0,0 0 0 0 0,0 0 0 0 0,0 1 0 0 0,2 7 0 0 0,-1-9-12 0 0,0 0 0 0 0,0 1 0 0 0,0-1 0 0 0,0 0 0 0 0,1 1 0 0 0,0-1 0 0 0,0 0 0 0 0,0 0 0 0 0,0-1 1 0 0,0 1-1 0 0,1 0 0 0 0,0-1 0 0 0,0 1 0 0 0,0-1 0 0 0,0 0 0 0 0,0 0 0 0 0,1 0 0 0 0,-1-1 0 0 0,1 1 0 0 0,0-1 0 0 0,0 1 0 0 0,5 1 0 0 0,-4-3-156 0 0,1 1 0 0 0,0-1-1 0 0,-1 0 1 0 0,1 0 0 0 0,0 0 0 0 0,0-1-1 0 0,0 0 1 0 0,0 0 0 0 0,-1-1-1 0 0,1 0 1 0 0,8-1 0 0 0,38-17-3993 0 0,-28 5 975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2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44 6713 0 0,'-65'-31'-1609'0'0,"64"30"1668"0"0,-1 0 84 0 0,-8-6-27 0 0,11 7-105 0 0,-1 0 0 0 0,0 0 1 0 0,0 0-1 0 0,0 0 0 0 0,0 0 1 0 0,0 0-1 0 0,0 0 1 0 0,0 0-1 0 0,0 0 0 0 0,0 0 1 0 0,1 0-1 0 0,-1 0 0 0 0,0 0 1 0 0,0 0-1 0 0,0 0 1 0 0,0-1-1 0 0,0 1 0 0 0,0 0 1 0 0,0 0-1 0 0,0 0 0 0 0,0 0 1 0 0,0 0-1 0 0,0 0 1 0 0,0 0-1 0 0,0 0 0 0 0,0 0 1 0 0,1 0-1 0 0,-1 0 0 0 0,0-1 1 0 0,0 1-1 0 0,0 0 1 0 0,0 0-1 0 0,0 0 0 0 0,0 0 1 0 0,0 0-1 0 0,0 0 0 0 0,0 0 1 0 0,0 0-1 0 0,0-1 1 0 0,0 1-1 0 0,0 0 0 0 0,0 0 1 0 0,0 0-1 0 0,-1 0 0 0 0,1 0 1 0 0,0 0-1 0 0,0 0 1 0 0,0 0-1 0 0,0 0 0 0 0,0 0 1 0 0,0-1-1 0 0,0 1 0 0 0,0 0 1 0 0,0 0-1 0 0,30 3 88 0 0,1 2 0 0 0,-1 0 0 0 0,0 2 0 0 0,0 2 0 0 0,-1 0 0 0 0,0 2 0 0 0,-1 1 0 0 0,0 2 0 0 0,-1 0 0 0 0,-1 2 0 0 0,45 34 0 0 0,-64-44-87 0 0,0 0 0 0 0,0 1-1 0 0,-1-1 1 0 0,0 1 0 0 0,0 0 0 0 0,0 1-1 0 0,-1 0 1 0 0,5 10 0 0 0,-9-16-3 0 0,0 0 1 0 0,0-1 0 0 0,-1 1-1 0 0,1 0 1 0 0,-1 0-1 0 0,0 0 1 0 0,1 0 0 0 0,-1 0-1 0 0,0 0 1 0 0,0 1-1 0 0,0-1 1 0 0,0 0 0 0 0,-1 0-1 0 0,1 0 1 0 0,0 0 0 0 0,-1 0-1 0 0,-1 2 1 0 0,1-1 9 0 0,-1-1 0 0 0,1 0 0 0 0,-1 0 0 0 0,0 0 0 0 0,0 0 0 0 0,0 0-1 0 0,0 0 1 0 0,0 0 0 0 0,0-1 0 0 0,-1 1 0 0 0,1-1 0 0 0,0 0 0 0 0,-1 1 0 0 0,1-1 0 0 0,-1 0 0 0 0,-4 1 0 0 0,3-1 19 0 0,0 1 0 0 0,0-1-1 0 0,0 0 1 0 0,0 0 0 0 0,0 0-1 0 0,0 0 1 0 0,0-1 0 0 0,-1 0 0 0 0,1 0-1 0 0,0 0 1 0 0,0 0 0 0 0,-1-1 0 0 0,1 1-1 0 0,0-1 1 0 0,0 0 0 0 0,0-1-1 0 0,0 1 1 0 0,0 0 0 0 0,0-1 0 0 0,0 0-1 0 0,1 0 1 0 0,-1 0 0 0 0,1-1 0 0 0,-1 1-1 0 0,1-1 1 0 0,0 0 0 0 0,-4-4-1 0 0,5 3-22 0 0,-1 0 0 0 0,1 0 0 0 0,-1-1-1 0 0,1 1 1 0 0,0-1 0 0 0,1 0 0 0 0,-1 1-1 0 0,1-1 1 0 0,0 0 0 0 0,0 0 0 0 0,1 0-1 0 0,-1 0 1 0 0,1 0 0 0 0,0 0 0 0 0,1 0-1 0 0,-1 0 1 0 0,1 0 0 0 0,0 0 0 0 0,0 0-1 0 0,0 0 1 0 0,1 1 0 0 0,3-8 0 0 0,1-2-19 0 0,1 0 0 0 0,1 1 0 0 0,0 0 0 0 0,0 0 0 0 0,2 0 0 0 0,-1 1 1 0 0,2 1-1 0 0,21-21 0 0 0,-31 32-25 0 0,3-2 219 0 0,8-10-5234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3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9 237 5753 0 0,'-9'8'-603'0'0,"9"-8"591"0"0,0 0 0 0 0,1 0 0 0 0,-1 0 0 0 0,0 0 0 0 0,0 0 1 0 0,0 0-1 0 0,0 0 0 0 0,1 0 0 0 0,-1 0 0 0 0,0 0 0 0 0,0 0 0 0 0,0 0 0 0 0,0 0 1 0 0,0 0-1 0 0,1 0 0 0 0,-1 0 0 0 0,0 0 0 0 0,0 1 0 0 0,0-1 0 0 0,0 0 0 0 0,0 0 1 0 0,0 0-1 0 0,1 0 0 0 0,-1 0 0 0 0,0 0 0 0 0,0 0 0 0 0,0 1 0 0 0,0-1 0 0 0,0 0 1 0 0,0 0-1 0 0,0 0 0 0 0,0 0 0 0 0,0 1 0 0 0,0-1 0 0 0,0 0 0 0 0,0 0 0 0 0,0 0 1 0 0,0 0-1 0 0,0 0 0 0 0,0 1 0 0 0,0-1 0 0 0,0 0 0 0 0,0 0 0 0 0,0 0 0 0 0,0 0 0 0 0,0 1 1 0 0,0-1-1 0 0,0 0 0 0 0,0 0 0 0 0,0 0 0 0 0,0 0 0 0 0,0 0 0 0 0,0 1 0 0 0,0-1 1 0 0,-1 0-1 0 0,1 0 0 0 0,0 0 0 0 0,0 0 0 0 0,15-2 43 0 0,1-1 1 0 0,-1 0-1 0 0,0-2 0 0 0,-1 1 0 0 0,1-2 1 0 0,-1 0-1 0 0,0-1 0 0 0,21-13 1 0 0,-28 16 57 0 0,0-1 0 0 0,0 0 1 0 0,0-1-1 0 0,-1 1 1 0 0,0-2-1 0 0,0 1 0 0 0,0 0 1 0 0,-1-1-1 0 0,0 0 1 0 0,0-1-1 0 0,-1 1 0 0 0,0-1 1 0 0,0 1-1 0 0,-1-1 1 0 0,0-1-1 0 0,0 1 1 0 0,3-17-1 0 0,-6 23-61 0 0,1 0 1 0 0,-1 1-1 0 0,0-1 0 0 0,0 0 0 0 0,0 0 1 0 0,0 0-1 0 0,0 0 0 0 0,-1 0 1 0 0,1 0-1 0 0,0 0 0 0 0,-1 0 1 0 0,0 0-1 0 0,1 0 0 0 0,-1 0 0 0 0,0 0 1 0 0,0 1-1 0 0,0-1 0 0 0,0 0 1 0 0,0 1-1 0 0,0-1 0 0 0,-1 1 1 0 0,1-1-1 0 0,0 1 0 0 0,-1 0 0 0 0,1-1 1 0 0,-1 1-1 0 0,0 0 0 0 0,1 0 1 0 0,-1 0-1 0 0,0 0 0 0 0,0 0 1 0 0,1 0-1 0 0,-1 1 0 0 0,0-1 0 0 0,0 1 1 0 0,0-1-1 0 0,-3 1 0 0 0,1-1-5 0 0,0 1 0 0 0,0 0 0 0 0,-1 0 0 0 0,1 0 0 0 0,0 0 0 0 0,0 1-1 0 0,0 0 1 0 0,0 0 0 0 0,0 0 0 0 0,0 0 0 0 0,0 1 0 0 0,0-1 0 0 0,0 1-1 0 0,1 0 1 0 0,-1 0 0 0 0,-6 5 0 0 0,2 1 0 0 0,0 0 0 0 0,0 1-1 0 0,1-1 1 0 0,0 1 0 0 0,0 1 0 0 0,1-1-1 0 0,0 1 1 0 0,1 0 0 0 0,0 1-1 0 0,-6 18 1 0 0,10-25-10 0 0,0 0 0 0 0,0 0 1 0 0,0 0-1 0 0,1 0 0 0 0,0 0 0 0 0,0 1 0 0 0,0-1 0 0 0,0 0 0 0 0,0 0 1 0 0,1 0-1 0 0,0 0 0 0 0,0 0 0 0 0,0 0 0 0 0,0 0 0 0 0,1-1 0 0 0,-1 1 0 0 0,1 0 1 0 0,0-1-1 0 0,0 1 0 0 0,0-1 0 0 0,1 0 0 0 0,-1 1 0 0 0,1-1 0 0 0,0 0 0 0 0,0 0 1 0 0,0-1-1 0 0,0 1 0 0 0,0-1 0 0 0,1 0 0 0 0,-1 1 0 0 0,1-1 0 0 0,6 2 0 0 0,14 6-90 0 0,0-2-1 0 0,1 0 0 0 0,0-2 0 0 0,52 7 1 0 0,-63-11-242 0 0,-11-2 138 0 0,-1 0 0 0 0,1 0 0 0 0,-1 0-1 0 0,1 0 1 0 0,-1 0 0 0 0,1-1 0 0 0,-1 1 0 0 0,1-1 0 0 0,-1 0-1 0 0,1 0 1 0 0,2-1 0 0 0,4-2-1177 0 0,4 0-1034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3:24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 32 5769 0 0,'0'0'-13'0'0,"0"-1"0"0"0,1 0 0 0 0,-1 0 0 0 0,0 0 1 0 0,0 0-1 0 0,0 0 0 0 0,0 0 0 0 0,0 0 1 0 0,-1 0-1 0 0,1 0 0 0 0,0 0 0 0 0,0 0 1 0 0,-1 0-1 0 0,1 0 0 0 0,0 0 0 0 0,-1 0 1 0 0,1 0-1 0 0,-1 0 0 0 0,1 0 0 0 0,-1 1 1 0 0,0-1-1 0 0,1 0 0 0 0,-1 0 0 0 0,0 1 1 0 0,1-1-1 0 0,-1 0 0 0 0,0 1 0 0 0,0-1 1 0 0,0 1-1 0 0,1-1 0 0 0,-1 1 0 0 0,0-1 1 0 0,0 1-1 0 0,0 0 0 0 0,0-1 0 0 0,0 1 0 0 0,0 0 1 0 0,0 0-1 0 0,0 0 0 0 0,-2 0 0 0 0,-51-4 647 0 0,44 4-530 0 0,2 0-26 0 0,-1 0 0 0 0,1 1 0 0 0,0 0 1 0 0,0 0-1 0 0,0 1 0 0 0,1 0 1 0 0,-1 0-1 0 0,0 1 0 0 0,1 0 0 0 0,-1 0 1 0 0,-12 8-1 0 0,19-10-70 0 0,1 0 0 0 0,-1 0-1 0 0,0 0 1 0 0,1 0 0 0 0,-1 0 0 0 0,1 0-1 0 0,-1 0 1 0 0,1 0 0 0 0,0 0 0 0 0,-1 0-1 0 0,1 0 1 0 0,0 0 0 0 0,0 0 0 0 0,-1 0 0 0 0,1 0-1 0 0,0 1 1 0 0,0-1 0 0 0,0 0 0 0 0,0 0-1 0 0,1 0 1 0 0,-1 0 0 0 0,0 0 0 0 0,0 0-1 0 0,1 0 1 0 0,-1 0 0 0 0,1 0 0 0 0,-1 0 0 0 0,1 0-1 0 0,-1 0 1 0 0,1 0 0 0 0,0 0 0 0 0,-1 0-1 0 0,1 0 1 0 0,0 0 0 0 0,0 0 0 0 0,-1-1 0 0 0,1 1-1 0 0,0 0 1 0 0,0-1 0 0 0,1 1 0 0 0,43 31 78 0 0,-40-28-66 0 0,82 42 80 0 0,-65-36-78 0 0,0 1 1 0 0,0 0-1 0 0,-2 2 1 0 0,1 1-1 0 0,28 26 1 0 0,-48-39-16 0 0,0-1 0 0 0,0 1 0 0 0,0 0 0 0 0,0 0 0 0 0,0 0-1 0 0,0 0 1 0 0,-1 0 0 0 0,1 0 0 0 0,0 0 0 0 0,-1 0 0 0 0,1 1 0 0 0,-1-1 0 0 0,1 0 0 0 0,-1 0-1 0 0,0 0 1 0 0,0 1 0 0 0,1-1 0 0 0,-1 0 0 0 0,0 0 0 0 0,0 1 0 0 0,0-1 0 0 0,0 0 0 0 0,0 1 0 0 0,0-1-1 0 0,-1 0 1 0 0,1 0 0 0 0,0 0 0 0 0,-1 1 0 0 0,0 0 0 0 0,-1 1 15 0 0,0 0 0 0 0,0-1 0 0 0,0 0 0 0 0,0 1 0 0 0,0-1 0 0 0,-1 0 0 0 0,0 0 0 0 0,1 0 0 0 0,-1 0 0 0 0,0-1 0 0 0,-3 3 0 0 0,-8 2 59 0 0,0 0 0 0 0,0-1-1 0 0,-1-1 1 0 0,-15 3 0 0 0,-91 8 250 0 0,106-14-323 0 0,0-1 0 0 0,0 0 0 0 0,0-1 1 0 0,0-1-1 0 0,1-1 0 0 0,-18-4 0 0 0,28 6-97 0 0,1 0 0 0 0,0-1 0 0 0,0 1 0 0 0,1 0 1 0 0,-1-1-1 0 0,0 0 0 0 0,0 0 0 0 0,1 0 0 0 0,-1 0 1 0 0,-2-3-1 0 0,4 4-106 0 0,0 0 0 0 0,0 0 0 0 0,1 0 1 0 0,-1 0-1 0 0,0-1 0 0 0,1 1 1 0 0,-1 0-1 0 0,1 0 0 0 0,-1-1 0 0 0,1 1 1 0 0,0 0-1 0 0,0-1 0 0 0,-1 1 0 0 0,1 0 1 0 0,0-1-1 0 0,0 1 0 0 0,0-2 0 0 0,3-9-2311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2.2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85 2684 0 0,'-22'2'1708'0'0,"20"-2"-1587"0"0,0-1 0 0 0,0 1 0 0 0,0 0 0 0 0,0 1 0 0 0,-1-1 1 0 0,1 0-1 0 0,0 1 0 0 0,0-1 0 0 0,0 1 0 0 0,0 0 0 0 0,0 0 0 0 0,0-1 1 0 0,0 1-1 0 0,0 1 0 0 0,0-1 0 0 0,0 0 0 0 0,1 0 0 0 0,-3 3 0 0 0,3-3 303 0 0,61 7-398 0 0,-25-6-38 0 0,17 2 26 0 0,193 15-1 0 0,-99-11-8 0 0,259 5 116 0 0,-295-15 1516 0 0,-107 2-1602 0 0,11-6-17 0 0,-3 5-15 0 0,96-29 60 0 0,-105 30-50 0 0,33-14 93 0 0,-34 13-55 0 0,1 0-37 0 0,5-2-5 0 0,-5 2 52 0 0,-15-3-69 0 0,0-1 11 0 0,0 0 1 0 0,1 0-1 0 0,-1-1 1 0 0,-12-9 0 0 0,-26-11-14 0 0,-35 3-17 0 0,84 23 32 0 0,0-1-1 0 0,-7-2-2 0 0,6 2 8 0 0,1 1-11 0 0,-7-2 7 0 0,7 2-1 0 0,48 0-78 0 0,0 3 67 0 0,0 2 0 0 0,55 12 0 0 0,-59-3 6 0 0,-40-13 1 0 0,0 0 0 0 0,0 1 0 0 0,0-1 0 0 0,0 0 0 0 0,-1 1 0 0 0,1-1-1 0 0,0 1 1 0 0,-1-1 0 0 0,1 1 0 0 0,-1 0 0 0 0,0 0 0 0 0,0 0 0 0 0,1-1 0 0 0,-1 1 0 0 0,-1 0 0 0 0,1 0 0 0 0,0 1-1 0 0,0-1 1 0 0,-1 0 0 0 0,1 0 0 0 0,-1 0 0 0 0,0 0 0 0 0,1 4 0 0 0,-3-1 6 0 0,0 0 1 0 0,0 0-1 0 0,0 0 1 0 0,0 0-1 0 0,-1 0 1 0 0,0-1-1 0 0,0 1 0 0 0,0-1 1 0 0,0 0-1 0 0,-1 0 1 0 0,-5 5-1 0 0,0 1 14 0 0,-10 11 24 0 0,-1-2 0 0 0,-28 21 0 0 0,8-5-440 0 0,38-34 92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3.6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14 166 5557 0 0,'-14'-38'887'0'0,"28"63"395"0"0,3 6-1175 0 0,1 0-1 0 0,1-2 1 0 0,45 53 0 0 0,-47-47 1874 0 0,-24-44-1937 0 0,0-2-1 0 0,0 1 1 0 0,1-1-1 0 0,0 0 1 0 0,1 0-1 0 0,0 0 1 0 0,1-1-1 0 0,0 0 1 0 0,1 0-1 0 0,0 0 1 0 0,-1-13-1 0 0,-18-59 43 0 0,20 77-111 0 0,1-1 0 0 0,0 1 1 0 0,0 0-1 0 0,0-1 0 0 0,1 1 1 0 0,0-1-1 0 0,3-14 0 0 0,-3 20 21 0 0,1 0-1 0 0,0 1 1 0 0,1-1-1 0 0,-1 0 1 0 0,0 0-1 0 0,1 0 1 0 0,-1 1-1 0 0,1-1 1 0 0,-1 1-1 0 0,1-1 1 0 0,-1 1 0 0 0,1-1-1 0 0,0 1 1 0 0,0 0-1 0 0,0 0 1 0 0,3-1-1 0 0,31-12-69 0 0,-34 14 54 0 0,36-1-237 0 0,-23 10 228 0 0,0 2 1 0 0,0 0-1 0 0,-1 0 1 0 0,-1 1-1 0 0,0 1 1 0 0,-1 0-1 0 0,0 1 1 0 0,15 24-1 0 0,21 21 5 0 0,-22-24 43 0 0,-25-35 5 0 0,-1 1 0 0 0,0 0 0 0 0,1 0 0 0 0,-1-1 0 0 0,0 1 0 0 0,1 0 0 0 0,-1 0 0 0 0,1-1 0 0 0,-1 1 0 0 0,1 0 0 0 0,-1-1 0 0 0,1 1 1 0 0,-1-1-1 0 0,1 1 0 0 0,0-1 0 0 0,-1 1 0 0 0,1-1 0 0 0,0 1 0 0 0,-1-1 0 0 0,1 0 0 0 0,0 1 0 0 0,0-1 0 0 0,-1 0 0 0 0,1 1 0 0 0,1-1 0 0 0,-4-21 749 0 0,-2-12-730 0 0,4 20-56 0 0,1-1 1 0 0,0 1 0 0 0,1 0 0 0 0,1 0 0 0 0,0 1-1 0 0,0-1 1 0 0,2 1 0 0 0,-1-1 0 0 0,2 1-1 0 0,0 1 1 0 0,0-1 0 0 0,1 1 0 0 0,8-11-1 0 0,-14 21 0 0 0,1-1-1 0 0,-1 1 1 0 0,1 0-1 0 0,-1-1 0 0 0,1 1 1 0 0,0 0-1 0 0,-1 0 0 0 0,1 0 1 0 0,0 1-1 0 0,0-1 1 0 0,0 0-1 0 0,0 0 0 0 0,0 1 1 0 0,0 0-1 0 0,-1-1 0 0 0,1 1 1 0 0,0 0-1 0 0,0 0 1 0 0,0 0-1 0 0,1 0 0 0 0,-1 0 1 0 0,-1 0-1 0 0,1 1 1 0 0,0-1-1 0 0,0 1 0 0 0,0-1 1 0 0,0 1-1 0 0,3 1 0 0 0,3 1-19 0 0,0 1-1 0 0,-1 0 0 0 0,1 0 1 0 0,13 11-1 0 0,-5-2 14 0 0,-1 0-1 0 0,0 2 1 0 0,-1 0-1 0 0,-1 0 1 0 0,-1 1-1 0 0,0 1 1 0 0,16 29 0 0 0,-26-38 527 0 0,-1-5-1496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4.4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85 6549 0 0,'1'0'-16'0'0,"0"0"1"0"0,0-1 0 0 0,0 1 0 0 0,0 0-1 0 0,0-1 1 0 0,0 1 0 0 0,-1-1 0 0 0,1 1-1 0 0,0-1 1 0 0,0 1 0 0 0,-1-1 0 0 0,1 0 0 0 0,0 1-1 0 0,-1-1 1 0 0,1 0 0 0 0,-1 0 0 0 0,1 1-1 0 0,-1-1 1 0 0,1 0 0 0 0,-1 0 0 0 0,1 0-1 0 0,-1 0 1 0 0,0 0 0 0 0,1 1 0 0 0,-1-1 0 0 0,0 0-1 0 0,0 0 1 0 0,0 0 0 0 0,0 0 0 0 0,0 0-1 0 0,0 0 1 0 0,0 0 0 0 0,0-1 0 0 0,0-3 64 0 0,0 3 92 0 0,-1-2-20 0 0,1 1 1 0 0,-1-1 0 0 0,0 1-1 0 0,0-1 1 0 0,0 1 0 0 0,0-1 0 0 0,-1 1-1 0 0,0 0 1 0 0,1 0 0 0 0,-6-6-1 0 0,6 8-108 0 0,0 0 1 0 0,0 0-1 0 0,0 0 0 0 0,0 0 0 0 0,-1 1 0 0 0,1-1 0 0 0,0 0 0 0 0,-1 1 0 0 0,1-1 0 0 0,0 1 0 0 0,-1 0 0 0 0,1-1 0 0 0,-1 1 0 0 0,1 0 0 0 0,-1 0 1 0 0,1 0-1 0 0,-1 0 0 0 0,1 0 0 0 0,0 0 0 0 0,-1 0 0 0 0,1 0 0 0 0,-1 1 0 0 0,1-1 0 0 0,-1 1 0 0 0,1-1 0 0 0,0 1 0 0 0,-1-1 0 0 0,-1 2 1 0 0,-39 25 12 0 0,37-23-30 0 0,0 0 0 0 0,0 0 1 0 0,1 1-1 0 0,0-1 0 0 0,0 1 1 0 0,0 0-1 0 0,1 1 1 0 0,-1-1-1 0 0,1 1 0 0 0,0-1 1 0 0,1 1-1 0 0,-1 0 0 0 0,1 0 1 0 0,0 0-1 0 0,1 0 0 0 0,0 0 1 0 0,0 1-1 0 0,0-1 0 0 0,0 0 1 0 0,1 0-1 0 0,0 1 0 0 0,2 11 1 0 0,-2-17 6 0 0,1 0 0 0 0,-1 1 0 0 0,1-1 0 0 0,-1 0 0 0 0,1 0 0 0 0,0 0 0 0 0,-1 0 0 0 0,1 0 1 0 0,0 0-1 0 0,0 0 0 0 0,0 0 0 0 0,0 0 0 0 0,0 0 0 0 0,0 0 0 0 0,0 0 0 0 0,0-1 0 0 0,0 1 0 0 0,0 0 0 0 0,0-1 1 0 0,1 1-1 0 0,-1-1 0 0 0,0 1 0 0 0,0-1 0 0 0,1 0 0 0 0,-1 1 0 0 0,0-1 0 0 0,0 0 0 0 0,1 0 0 0 0,-1 0 1 0 0,0 0-1 0 0,2 0 0 0 0,2 0 8 0 0,-1-1 0 0 0,0 1 0 0 0,1-1 0 0 0,-1 0 0 0 0,0 0 0 0 0,0 0 0 0 0,8-4 0 0 0,-6 1 18 0 0,0-1 1 0 0,-1 0-1 0 0,1 0 0 0 0,-1 0 0 0 0,0 0 0 0 0,-1-1 1 0 0,1 0-1 0 0,-1 0 0 0 0,0 0 0 0 0,-1 0 1 0 0,0-1-1 0 0,0 1 0 0 0,0-1 0 0 0,2-9 0 0 0,0 5 164 0 0,0 0 0 0 0,0 0-1 0 0,10-15 1 0 0,-14 24-166 0 0,-1 2-28 0 0,0 0 0 0 0,0 0 1 0 0,0 0-1 0 0,0-1 0 0 0,0 1 1 0 0,0 0-1 0 0,0 0 0 0 0,0 0 1 0 0,0-1-1 0 0,0 1 0 0 0,0 0 1 0 0,0 0-1 0 0,0-1 1 0 0,0 1-1 0 0,0 0 0 0 0,0 0 1 0 0,0 0-1 0 0,0-1 0 0 0,0 1 1 0 0,0 0-1 0 0,0 0 0 0 0,0 0 1 0 0,0-1-1 0 0,0 1 0 0 0,1 0 1 0 0,-1 0-1 0 0,0 0 1 0 0,0 0-1 0 0,0-1 0 0 0,0 1 1 0 0,0 0-1 0 0,1 0 0 0 0,-1 0 1 0 0,0 0-1 0 0,0 0 0 0 0,0 0 1 0 0,0-1-1 0 0,1 1 0 0 0,-1 0 1 0 0,0 0-1 0 0,0 0 1 0 0,1 0-1 0 0,-1 0 0 0 0,0 0 1 0 0,0 0-1 0 0,0 0 0 0 0,1 0 1 0 0,-1 0-1 0 0,0 0 0 0 0,0 0 1 0 0,0 0-1 0 0,1 0 0 0 0,-1 0 1 0 0,0 0-1 0 0,9 10 8 0 0,-1 0-1 0 0,0 0 0 0 0,-1 0 1 0 0,8 16-1 0 0,14 19-119 0 0,-27-40-177 0 0,2 3-189 0 0,13-4-6083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4.9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 5873 0 0,'0'0'-117'0'0,"2"-15"469"0"0,-2 14-321 0 0,0 1 0 0 0,0-1-1 0 0,0 1 1 0 0,0-1 0 0 0,0 1-1 0 0,0-1 1 0 0,1 1 0 0 0,-1-1-1 0 0,0 1 1 0 0,0 0-1 0 0,0-1 1 0 0,1 1 0 0 0,-1-1-1 0 0,0 1 1 0 0,0-1 0 0 0,1 1-1 0 0,-1 0 1 0 0,0-1 0 0 0,1 1-1 0 0,-1-1 1 0 0,1 1-1 0 0,-1 0 1 0 0,0 0 0 0 0,1-1-1 0 0,-1 1 1 0 0,1 0 0 0 0,-1 0-1 0 0,1-1 1 0 0,-1 1 0 0 0,1 0-1 0 0,-1 0 1 0 0,1 0-1 0 0,-1 0 1 0 0,1 0 0 0 0,0 0-1 0 0,33 15-30 0 0,-1 3 0 0 0,0 0 0 0 0,-1 2 0 0 0,41 35 0 0 0,5 1 128 0 0,-78-56-196 0 0,0 0 0 0 0,1 0 0 0 0,-1 0 0 0 0,1 1-1 0 0,-1-1 1 0 0,0 0 0 0 0,1 0 0 0 0,-1 0 0 0 0,1 0 0 0 0,-1 0 0 0 0,1 0 0 0 0,-1 0 0 0 0,1 0 0 0 0,-1 0 0 0 0,0 0 0 0 0,1 0 0 0 0,-1 0 0 0 0,1 0 0 0 0,-1 0 0 0 0,1 0 0 0 0,-1 0 0 0 0,0-1 0 0 0,1 1 0 0 0,-1 0 0 0 0,1 0 0 0 0,-1 0 0 0 0,0-1-1 0 0,1 1 1 0 0,-1 0 0 0 0,0-1 0 0 0,1 1 0 0 0,-1 0 0 0 0,0-1 0 0 0,1 1 0 0 0,-1 0 0 0 0,0-1 0 0 0,0 1 0 0 0,0 0 0 0 0,1-1 0 0 0,-1 1 0 0 0,0-1 0 0 0,0 1 0 0 0,0-1 0 0 0,0 1 0 0 0,0 0 0 0 0,0-1 0 0 0,0 1 0 0 0,0-1 0 0 0,0 1 0 0 0,0-2 0 0 0,2-1-480 0 0,2-7-917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5.2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503 1 4444 0 0,'0'0'-62'0'0,"-6"3"106"0"0,-17 11 153 0 0,0 0 0 0 0,1 2 0 0 0,1 1 0 0 0,1 0 0 0 0,1 2 0 0 0,-24 28 0 0 0,-51 45 502 0 0,57-60-352 0 0,-2-2-1 0 0,-52 31 1 0 0,76-52-522 0 0,-14 6 117 0 0,9-9-4093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6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92 127 4532 0 0,'-42'-60'1310'0'0,"0"0"1449"0"0,41 59-2494 0 0,0-4-49 0 0,-1 10-43 0 0,-2 10-112 0 0,7 31-43 0 0,1-1 0 0 0,21 86 0 0 0,-16-87-18 0 0,16 71 35 0 0,24 123 140 0 0,-43-209-313 0 0,1-41-3388 0 0,-4 3 2601 0 0,8-11-2210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6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0 7077 0 0,'0'0'-181'0'0,"-21"13"-945"0"0,19-8 1115 0 0,0 0 0 0 0,0 1 1 0 0,1-1-1 0 0,-1 1 0 0 0,1-1 0 0 0,1 1 0 0 0,-1 0 1 0 0,1-1-1 0 0,0 1 0 0 0,0-1 0 0 0,1 1 0 0 0,0 0 1 0 0,0-1-1 0 0,0 1 0 0 0,0-1 0 0 0,1 0 1 0 0,0 1-1 0 0,0-1 0 0 0,1 0 0 0 0,-1 0 0 0 0,1 0 1 0 0,0 0-1 0 0,1-1 0 0 0,-1 1 0 0 0,1-1 0 0 0,0 0 1 0 0,0 0-1 0 0,0 0 0 0 0,5 3 0 0 0,0 0 38 0 0,0 0 0 0 0,1 0 1 0 0,0-1-1 0 0,0 0 0 0 0,0-1 0 0 0,1 0 0 0 0,0-1 0 0 0,0 0 0 0 0,0-1 0 0 0,0 0 0 0 0,0-1 0 0 0,1 0 0 0 0,13 0 0 0 0,-22-2-16 0 0,0 0 1 0 0,0 0-1 0 0,0-1 0 0 0,0 1 0 0 0,0-1 1 0 0,0 0-1 0 0,0 0 0 0 0,0 0 0 0 0,0 0 1 0 0,0-1-1 0 0,-1 1 0 0 0,1-1 0 0 0,-1 1 1 0 0,1-1-1 0 0,-1 0 0 0 0,0 0 0 0 0,1 0 1 0 0,-1 0-1 0 0,0-1 0 0 0,0 1 0 0 0,-1-1 1 0 0,1 1-1 0 0,0-1 0 0 0,-1 1 0 0 0,0-1 1 0 0,1 0-1 0 0,-1 0 0 0 0,0 0 0 0 0,0 1 1 0 0,-1-1-1 0 0,1-5 0 0 0,0 4 9 0 0,0 0 0 0 0,-1 0 0 0 0,1 0 1 0 0,-1 0-1 0 0,0 0 0 0 0,-1-1 0 0 0,1 1 0 0 0,-1 0 0 0 0,1 0 0 0 0,-1 0 0 0 0,-1 0 0 0 0,1 0 0 0 0,0 1 0 0 0,-1-1 1 0 0,0 0-1 0 0,0 1 0 0 0,0-1 0 0 0,0 1 0 0 0,-1-1 0 0 0,1 1 0 0 0,-1 0 0 0 0,-4-4 0 0 0,-7-1 51 0 0,1 2-1 0 0,-1-1 0 0 0,0 2 0 0 0,-1 0 1 0 0,1 1-1 0 0,-1 0 0 0 0,-28-3 1 0 0,27 4-34 0 0,14 3-59 0 0,-3-2-89 0 0,-2 0-197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7.2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165 19 4168 0 0,'0'0'159'0'0,"-30"-17"919"0"0,21 16-1022 0 0,0 0-1 0 0,1 1 0 0 0,-1 0 1 0 0,0 1-1 0 0,1 0 1 0 0,-1 0-1 0 0,0 1 0 0 0,1 0 1 0 0,0 1-1 0 0,-1 0 0 0 0,-9 5 1 0 0,17-8-54 0 0,0 0 0 0 0,0 0-1 0 0,0 1 1 0 0,1-1 0 0 0,-1 0 0 0 0,0 1 0 0 0,0-1 0 0 0,0 1 0 0 0,1-1-1 0 0,-1 1 1 0 0,0-1 0 0 0,1 1 0 0 0,-1-1 0 0 0,0 1 0 0 0,1 0 0 0 0,-1-1-1 0 0,1 1 1 0 0,-1 0 0 0 0,1-1 0 0 0,-1 1 0 0 0,1 0 0 0 0,-1 0 0 0 0,1 0 0 0 0,0 0-1 0 0,0-1 1 0 0,-1 1 0 0 0,1 0 0 0 0,0 1 0 0 0,0 0 0 0 0,1 0 0 0 0,-1 0 0 0 0,0-1 1 0 0,1 1-1 0 0,0 0 0 0 0,-1-1 0 0 0,1 1 1 0 0,0 0-1 0 0,0-1 0 0 0,0 1 0 0 0,0-1 1 0 0,2 3-1 0 0,38 31 18 0 0,-12-17-5 0 0,2-2 0 0 0,1 0 0 0 0,47 15 0 0 0,6 3-17 0 0,-83-33 7 0 0,1 0 0 0 0,-1 0 0 0 0,0 0 0 0 0,0 1 0 0 0,0-1 1 0 0,1 0-1 0 0,-1 1 0 0 0,-1-1 0 0 0,1 1 0 0 0,0 0 0 0 0,3 3 1 0 0,-5-4 5 0 0,0-1 0 0 0,1 1 0 0 0,-1-1 0 0 0,0 1 0 0 0,0-1 0 0 0,0 1 0 0 0,0 0 0 0 0,0-1 1 0 0,0 1-1 0 0,0-1 0 0 0,0 1 0 0 0,0-1 0 0 0,0 1 0 0 0,0-1 0 0 0,0 1 0 0 0,0-1 0 0 0,-1 1 1 0 0,1-1-1 0 0,0 1 0 0 0,0-1 0 0 0,-1 1 0 0 0,1-1 0 0 0,0 0 0 0 0,0 1 0 0 0,-1-1 0 0 0,1 1 1 0 0,0-1-1 0 0,-1 0 0 0 0,1 1 0 0 0,-1-1 0 0 0,1 0 0 0 0,-1 1 0 0 0,1-1 0 0 0,-7 4 71 0 0,1-1 0 0 0,-1 0 0 0 0,1-1 0 0 0,-1 0 0 0 0,0 0-1 0 0,-12 2 1 0 0,-27 2 303 0 0,0-2-1 0 0,-61-2 1 0 0,84-2-185 0 0,18 0-195 0 0,1 0-1 0 0,-1 0 1 0 0,1-1 0 0 0,-1 1 0 0 0,1-1 0 0 0,0 0-1 0 0,-1 0 1 0 0,-5-3 0 0 0,10 4-94 0 0,-1-1 0 0 0,1 1 0 0 0,-1-1 0 0 0,0 1 0 0 0,1-1 0 0 0,-1 1 0 0 0,1-1 0 0 0,-1 1 0 0 0,1-1 0 0 0,-1 0 0 0 0,1 1 0 0 0,0-1 0 0 0,-1 0 0 0 0,1 1 0 0 0,0-1-1 0 0,0 0 1 0 0,-1 0 0 0 0,1 1 0 0 0,0-1 0 0 0,0 0 0 0 0,0 0 0 0 0,0 1 0 0 0,0-1 0 0 0,0 0 0 0 0,0 0 0 0 0,0 1 0 0 0,0-1 0 0 0,0 0 0 0 0,0 0 0 0 0,0 1 0 0 0,1-1 0 0 0,-1 0 0 0 0,0 1 0 0 0,1-1 0 0 0,-1 0 0 0 0,0 1 0 0 0,1-1 0 0 0,-1 0 0 0 0,1 1 0 0 0,-1-1 0 0 0,1 1 0 0 0,-1-1 0 0 0,1 1 0 0 0,-1-1 0 0 0,1 1 0 0 0,0-1 0 0 0,-1 1 0 0 0,2-1 0 0 0,6-7-2333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17.8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190 43 5713 0 0,'1'-4'-143'0'0,"2"-21"-118"0"0,-4 24 276 0 0,1 1-1 0 0,-1-1 1 0 0,1 0-1 0 0,-1 0 1 0 0,1 1-1 0 0,-1-1 0 0 0,1 0 1 0 0,-1 0-1 0 0,0 1 1 0 0,1-1-1 0 0,-1 1 1 0 0,0-1-1 0 0,0 1 1 0 0,1-1-1 0 0,-1 1 1 0 0,0-1-1 0 0,0 1 1 0 0,0 0-1 0 0,0-1 0 0 0,1 1 1 0 0,-1 0-1 0 0,-2 0 1 0 0,1-1 76 0 0,-27 1 202 0 0,24 1-262 0 0,0-1-1 0 0,0 1 1 0 0,0 0 0 0 0,0 0-1 0 0,1 1 1 0 0,-1-1 0 0 0,0 1 0 0 0,0 0-1 0 0,1 1 1 0 0,-1-1 0 0 0,1 1-1 0 0,0 0 1 0 0,-6 5 0 0 0,9-7-29 0 0,1 0 1 0 0,0 0-1 0 0,-1-1 1 0 0,1 1-1 0 0,0 0 1 0 0,0 0-1 0 0,-1 0 0 0 0,1 0 1 0 0,0 0-1 0 0,0-1 1 0 0,0 1-1 0 0,0 0 1 0 0,0 0-1 0 0,0 0 0 0 0,1 0 1 0 0,-1 0-1 0 0,0 0 1 0 0,0-1-1 0 0,1 1 1 0 0,-1 0-1 0 0,0 0 0 0 0,1 0 1 0 0,-1-1-1 0 0,1 1 1 0 0,-1 0-1 0 0,1 0 1 0 0,-1-1-1 0 0,1 1 0 0 0,-1 0 1 0 0,1-1-1 0 0,1 1 1 0 0,23 22 23 0 0,-21-20-16 0 0,18 12 23 0 0,0 0-1 0 0,48 23 1 0 0,-40-23-9 0 0,37 24 0 0 0,-65-38 3 0 0,0 1-1 0 0,0-1 1 0 0,1 1 0 0 0,-1-1 0 0 0,0 1-1 0 0,0 0 1 0 0,0-1 0 0 0,-1 1-1 0 0,1 0 1 0 0,0 0 0 0 0,-1 0-1 0 0,1 1 1 0 0,-1-1 0 0 0,0 0 0 0 0,2 5-1 0 0,-3-7-7 0 0,0 1 0 0 0,0 0 0 0 0,0 0-1 0 0,0-1 1 0 0,-1 1 0 0 0,1 0-1 0 0,0-1 1 0 0,0 1 0 0 0,-1 0 0 0 0,1-1-1 0 0,0 1 1 0 0,-1-1 0 0 0,1 1 0 0 0,-1 0-1 0 0,1-1 1 0 0,-1 1 0 0 0,1-1 0 0 0,-1 1-1 0 0,1-1 1 0 0,-1 0 0 0 0,0 1-1 0 0,-28 12 182 0 0,-1-5-123 0 0,0-1 0 0 0,0-1-1 0 0,-1-1 1 0 0,1-2 0 0 0,-1-1-1 0 0,-52-4 1 0 0,53-5-773 0 0,29 7 499 0 0,0 0 0 0 0,0-1 1 0 0,1 1-1 0 0,-1 0 1 0 0,0-1-1 0 0,0 1 0 0 0,0-1 1 0 0,0 1-1 0 0,1-1 1 0 0,-1 1-1 0 0,0-1 0 0 0,1 0 1 0 0,-1 1-1 0 0,0-1 1 0 0,1 0-1 0 0,-1 1 0 0 0,1-1 1 0 0,-1 0-1 0 0,0-1 1 0 0,-1-8-1612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4:20.3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535 12 4972 0 0,'0'0'-170'0'0,"-5"-1"-584"0"0,-15-2 712 0 0,15 2-5 0 0,-18-3-10 0 0,10 3 67 0 0,0 0 1 0 0,0 1 0 0 0,0 0 0 0 0,1 1 0 0 0,-1 0 0 0 0,0 1-1 0 0,1 1 1 0 0,-1 0 0 0 0,1 0 0 0 0,0 1 0 0 0,0 1-1 0 0,0 0 1 0 0,0 1 0 0 0,1 0 0 0 0,0 1 0 0 0,0 0-1 0 0,-19 17 1 0 0,2 1 25 0 0,2 1 0 0 0,0 1 0 0 0,1 1-1 0 0,-37 58 1 0 0,51-70-29 0 0,1 1-1 0 0,1 1 1 0 0,0 0 0 0 0,1 0 0 0 0,1 1-1 0 0,1 0 1 0 0,-6 29 0 0 0,11-39-1 0 0,-1 1 1 0 0,1 0 0 0 0,1-1-1 0 0,0 1 1 0 0,0 0 0 0 0,1 0-1 0 0,0-1 1 0 0,0 1-1 0 0,1-1 1 0 0,1 1 0 0 0,0-1-1 0 0,0 0 1 0 0,0 0 0 0 0,1 0-1 0 0,1 0 1 0 0,0-1 0 0 0,6 10-1 0 0,1-4 15 0 0,-1-1 0 0 0,2-1 0 0 0,0 0 0 0 0,0 0 1 0 0,1-1-1 0 0,0-1 0 0 0,1-1 0 0 0,0 0 0 0 0,1 0 0 0 0,0-2 0 0 0,0 0 0 0 0,0-1 0 0 0,25 6 0 0 0,-30-9 20 0 0,-1-1 1 0 0,0-1 0 0 0,0 1 0 0 0,1-2-1 0 0,-1 1 1 0 0,1-2 0 0 0,-1 1 0 0 0,0-1-1 0 0,1-1 1 0 0,-1 0 0 0 0,0 0 0 0 0,0-1-1 0 0,0-1 1 0 0,0 1 0 0 0,-1-1 0 0 0,1-1-1 0 0,-1 0 1 0 0,0 0 0 0 0,0-1 0 0 0,-1 0-1 0 0,0-1 1 0 0,0 0 0 0 0,12-14 0 0 0,-7 7 6 0 0,-2-1 0 0 0,1-1 0 0 0,-2 0 0 0 0,0-1 0 0 0,-2 0 1 0 0,1 0-1 0 0,-2-1 0 0 0,0 0 0 0 0,-2 0 0 0 0,1 0 0 0 0,2-25 0 0 0,-7 31 0 0 0,0 0 0 0 0,-1-1 0 0 0,0 1 0 0 0,-1 0-1 0 0,0 0 1 0 0,-1 0 0 0 0,0 0 0 0 0,-1 0-1 0 0,-1 0 1 0 0,0 1 0 0 0,0-1 0 0 0,-1 1-1 0 0,0 0 1 0 0,-1 1 0 0 0,-1-1 0 0 0,1 1-1 0 0,-2 0 1 0 0,-14-15 0 0 0,5 6-36 0 0,-1 2 0 0 0,-1 0 0 0 0,-1 1 0 0 0,0 1 0 0 0,-1 1 0 0 0,-1 1 0 0 0,0 1 0 0 0,-1 1 0 0 0,0 0 0 0 0,0 2 0 0 0,-1 1-1 0 0,-1 1 1 0 0,1 1 0 0 0,-31-4 0 0 0,11 8-3688 0 0,30-1 1799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22.8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769 137 2256 0 0,'0'0'1754'0'0,"-41"-21"-1504"0"0,1 13-208 0 0,-1 3-1 0 0,0 0 1 0 0,1 3 0 0 0,-43 3 0 0 0,40-1-22 0 0,26 2-17 0 0,-1 0-1 0 0,1 1 1 0 0,0 1-1 0 0,0 1 1 0 0,-29 12-1 0 0,23-6 1 0 0,1 1-1 0 0,1 2 1 0 0,0 0-1 0 0,0 1 1 0 0,2 1-1 0 0,0 1 1 0 0,0 1-1 0 0,2 1 1 0 0,0 0-1 0 0,2 1 1 0 0,0 1-1 0 0,1 0 1 0 0,1 1-1 0 0,1 0 1 0 0,-18 47-1 0 0,28-61 0 0 0,-1 0 0 0 0,2 0-1 0 0,-1 1 1 0 0,1-1 0 0 0,0 0-1 0 0,1 1 1 0 0,0-1 0 0 0,1 0-1 0 0,-1 1 1 0 0,1-1 0 0 0,1 0-1 0 0,0 0 1 0 0,0 0 0 0 0,1 0-1 0 0,-1 0 1 0 0,2 0-1 0 0,-1 0 1 0 0,1-1 0 0 0,0 0-1 0 0,1 0 1 0 0,0 0 0 0 0,0 0-1 0 0,0-1 1 0 0,12 11 0 0 0,-3-5 7 0 0,1 0 1 0 0,0 0-1 0 0,0-1 1 0 0,1-1-1 0 0,1-1 1 0 0,0 0-1 0 0,0-1 0 0 0,1-1 1 0 0,35 9-1 0 0,-2-4 12 0 0,95 9 1 0 0,-121-19 75 0 0,1-2 0 0 0,0 0 0 0 0,-1-2 0 0 0,1 0 1 0 0,43-12-1 0 0,-54 9 7 0 0,0 0 0 0 0,0-2 0 0 0,-1 0 0 0 0,-1-1 0 0 0,1 0 0 0 0,-1-1 1 0 0,0 0-1 0 0,-1-1 0 0 0,0 0 0 0 0,20-24 0 0 0,4-10 100 0 0,51-80-1 0 0,-62 86-146 0 0,-19 29 16 0 0,0-1-1 0 0,0 1 1 0 0,-1-2-1 0 0,0 1 1 0 0,-1 0-1 0 0,0-1 1 0 0,0 0-1 0 0,-1 0 1 0 0,-1 0-1 0 0,0 0 1 0 0,-1 0 0 0 0,1-13-1 0 0,-3 16-38 0 0,0 0 0 0 0,0 0 0 0 0,0 0 1 0 0,-1 0-1 0 0,-1 1 0 0 0,1-1 0 0 0,-1 1 0 0 0,-1-1 0 0 0,1 1 0 0 0,-1 0 0 0 0,0 0 0 0 0,-1 0 1 0 0,0 1-1 0 0,0 0 0 0 0,0 0 0 0 0,-1 0 0 0 0,-12-10 0 0 0,-9-6-261 0 0,-2 1 0 0 0,-1 2-1 0 0,0 1 1 0 0,-1 1 0 0 0,-1 2 0 0 0,-1 1 0 0 0,0 1-1 0 0,0 2 1 0 0,-46-9 0 0 0,57 15-1758 0 0,5-2-374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4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112 22 5657 0 0,'0'0'-254'0'0,"0"-1"269"0"0,0 0 0 0 0,0 0 1 0 0,0 0-1 0 0,1 0 0 0 0,-1-1 0 0 0,0 1 0 0 0,1 0 1 0 0,-1 0-1 0 0,1 0 0 0 0,-1 0 0 0 0,1 0 0 0 0,-1 0 0 0 0,1 0 1 0 0,0 0-1 0 0,-1 0 0 0 0,1 0 0 0 0,0 0 0 0 0,0 0 0 0 0,1-1 1 0 0,7 10-17 0 0,-1 0 1 0 0,0 1 0 0 0,0 0 0 0 0,-1 0 0 0 0,0 0 0 0 0,8 16 0 0 0,34 73 14 0 0,-29-57 16 0 0,-6-7-3 0 0,-1 1-1 0 0,14 63 1 0 0,-20-69-16 0 0,-1 2-1 0 0,-2-1 1 0 0,-1 1 0 0 0,-1-1-1 0 0,-2 1 1 0 0,-4 36 0 0 0,-2-16 37 0 0,-21 86 1 0 0,16-91-10 0 0,8-29-28 0 0,-1 0 0 0 0,0-1 0 0 0,-1 0 0 0 0,-15 30 0 0 0,6-20-17 0 0,1 0 0 0 0,-16 49 0 0 0,-5 8 35 0 0,26-61-18 0 0,4-12-5 0 0,0 0 1 0 0,0 1-1 0 0,-11 16 0 0 0,-4 5 137 0 0,18-30 7 0 0,-2-3-69 0 0,1 1 0 0 0,0-1 1 0 0,-1 0-1 0 0,1 1 0 0 0,0-1 0 0 0,-1 0 0 0 0,1 0 1 0 0,0 0-1 0 0,0-1 0 0 0,0 1 0 0 0,0 0 0 0 0,0-1 1 0 0,0 0-1 0 0,0 1 0 0 0,0-1 0 0 0,1 0 0 0 0,-1 0 1 0 0,0 0-1 0 0,1 0 0 0 0,0 0 0 0 0,0 0 0 0 0,-1 0 1 0 0,0-3-1 0 0,-2-4-44 0 0,0-1 1 0 0,0 0-1 0 0,1 0 1 0 0,-4-20-1 0 0,-15-95 256 0 0,14 89-302 0 0,7 27-156 0 0,9 25 111 0 0,0 3 33 0 0,33 57 5 0 0,-38-71 18 0 0,1 1 0 0 0,0-1 0 0 0,1 0 0 0 0,-1-1 0 0 0,1 1 0 0 0,0-1 0 0 0,0 0 0 0 0,0 0 0 0 0,1 0 0 0 0,9 5 0 0 0,-10-7 1 0 0,-1-1-1 0 0,1 1 1 0 0,0-1-1 0 0,0 0 1 0 0,-1 0-1 0 0,1 0 1 0 0,0 0 0 0 0,0-1-1 0 0,0 0 1 0 0,0 0-1 0 0,0-1 1 0 0,0 1-1 0 0,0-1 1 0 0,0 0-1 0 0,8-3 1 0 0,11-1 14 0 0,54-11 70 0 0,-76 15-95 0 0,49-12-512 0 0,-51 12 356 0 0,1 0 0 0 0,-1 0 0 0 0,1 1-1 0 0,-1-1 1 0 0,0 0 0 0 0,1 0 0 0 0,-1 1 0 0 0,0-1 0 0 0,0 0 0 0 0,1 0 0 0 0,-1 0 0 0 0,0 0 0 0 0,0 1 0 0 0,0-1 0 0 0,0 0 0 0 0,0 0-1 0 0,0 0 1 0 0,0 0 0 0 0,0 0 0 0 0,-1 1 0 0 0,1-1 0 0 0,0 0 0 0 0,-1-1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5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14 142 5669 0 0,'16'-131'948'0'0,"-16"129"-805"0"0,1-5-74 0 0,-2 5-40 0 0,-1 6 161 0 0,-4 15-177 0 0,0 1 1 0 0,2-1-1 0 0,0 1 0 0 0,1 0 1 0 0,-1 39-1 0 0,4-52-11 0 0,1-1 0 0 0,-1 1 1 0 0,1-1-1 0 0,1 1 0 0 0,-1-1 0 0 0,1 1 0 0 0,0-1 1 0 0,1 0-1 0 0,5 11 0 0 0,-5-13 1 0 0,-1-1 0 0 0,1 0 0 0 0,0 1 1 0 0,0-1-1 0 0,0 0 0 0 0,0 0 0 0 0,0-1 0 0 0,1 1 0 0 0,-1-1 0 0 0,1 0 1 0 0,0 0-1 0 0,0 0 0 0 0,0 0 0 0 0,0 0 0 0 0,0-1 0 0 0,7 2 0 0 0,-7-3 2 0 0,0 1 1 0 0,1-1-1 0 0,-1 0 0 0 0,0 0 0 0 0,0 0 0 0 0,0-1 0 0 0,0 0 1 0 0,1 0-1 0 0,-1 0 0 0 0,0 0 0 0 0,0 0 0 0 0,-1-1 0 0 0,1 0 1 0 0,0 0-1 0 0,0 0 0 0 0,-1 0 0 0 0,1 0 0 0 0,-1-1 0 0 0,0 1 1 0 0,0-1-1 0 0,0 0 0 0 0,0 0 0 0 0,5-7 0 0 0,3-5 87 0 0,0-1 0 0 0,0-1 0 0 0,12-28 0 0 0,-21 41-50 0 0,43-76 822 0 0,-44 79-845 0 0,3 8-87 0 0,-5 20 71 0 0,-48 281 33 0 0,30-227 4 0 0,19-80-224 0 0,-6-28-6407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6.8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407 77 5356 0 0,'-13'-31'-994'0'0,"8"26"1048"0"0,0 0-1 0 0,-1 1 1 0 0,1-1-1 0 0,-1 1 1 0 0,0 1-1 0 0,0-1 1 0 0,0 1-1 0 0,-1 0 1 0 0,1 0-1 0 0,-1 1 1 0 0,-9-3-1 0 0,14 5-7 0 0,-3 0-2 0 0,-2 0-25 0 0,-1 1 1 0 0,0 0 0 0 0,1 0-1 0 0,-1 1 1 0 0,0 0-1 0 0,1 0 1 0 0,0 1-1 0 0,-1 0 1 0 0,1 0 0 0 0,0 1-1 0 0,-10 7 1 0 0,5-2-5 0 0,0 0 1 0 0,0 1-1 0 0,1 1 1 0 0,1 0-1 0 0,-15 19 0 0 0,7-4-9 0 0,1 1-1 0 0,1 1 1 0 0,1 0-1 0 0,2 1 0 0 0,-13 38 1 0 0,21-51 0 0 0,1 1 0 0 0,0-1 0 0 0,1 1 0 0 0,1 0 0 0 0,1 0 0 0 0,0 0 0 0 0,1 0 0 0 0,1 0 0 0 0,6 32 0 0 0,-5-39 5 0 0,0-1 0 0 0,1 0 0 0 0,0 1 0 0 0,1-1 0 0 0,0 0 0 0 0,0-1 0 0 0,1 1 1 0 0,0-1-1 0 0,0 0 0 0 0,1 0 0 0 0,0-1 0 0 0,1 1 0 0 0,-1-1 0 0 0,2-1 0 0 0,-1 1 0 0 0,1-1 0 0 0,-1-1 0 0 0,13 8 1 0 0,-2-4 48 0 0,-1 0 0 0 0,1-2 0 0 0,1 0 1 0 0,-1-1-1 0 0,1 0 0 0 0,0-2 1 0 0,34 4-1 0 0,-43-7 11 0 0,0-1 0 0 0,0-1 1 0 0,0 0-1 0 0,0 0 0 0 0,0-1 1 0 0,0 0-1 0 0,0 0 0 0 0,-1-1 0 0 0,0-1 1 0 0,1 1-1 0 0,-1-2 0 0 0,0 1 1 0 0,-1-1-1 0 0,1-1 0 0 0,-1 1 0 0 0,13-12 1 0 0,-6 2 9 0 0,-1 0 0 0 0,-1 0 0 0 0,0-1 1 0 0,-1-1-1 0 0,-1 0 0 0 0,0 0 1 0 0,-1-1-1 0 0,-1-1 0 0 0,9-25 0 0 0,-14 32-30 0 0,0 0 0 0 0,-1-1-1 0 0,0 1 1 0 0,-1-1-1 0 0,0 1 1 0 0,-1-1 0 0 0,-1 0-1 0 0,0 1 1 0 0,0-1-1 0 0,-1 0 1 0 0,-1 1 0 0 0,0-1-1 0 0,-1 1 1 0 0,0 0-1 0 0,-1 0 1 0 0,-6-14 0 0 0,6 18-34 0 0,-1 1 1 0 0,1 0 0 0 0,-1 0 0 0 0,0 0-1 0 0,0 1 1 0 0,-1 0 0 0 0,0 0 0 0 0,0 0-1 0 0,-1 1 1 0 0,1 0 0 0 0,-9-5 0 0 0,-7-1-20 0 0,0 0 1 0 0,-36-12-1 0 0,-19-7-1113 0 0,75 29 570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8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98 128 5452 0 0,'-24'-57'331'0'0,"23"55"-10"0"0,1 2-312 0 0,0-1-1 0 0,0 1 1 0 0,0 0 0 0 0,0 0-1 0 0,0 0 1 0 0,-1 0 0 0 0,1 0-1 0 0,0 0 1 0 0,0 0 0 0 0,0 0-1 0 0,0 0 1 0 0,0 0 0 0 0,-1 0-1 0 0,1-1 1 0 0,0 1 0 0 0,0 0-1 0 0,0 0 1 0 0,0 0 0 0 0,-1 0-1 0 0,1 0 1 0 0,0 0 0 0 0,0 0-1 0 0,0 0 1 0 0,0 0 0 0 0,0 0-1 0 0,-1 0 1 0 0,1 1 0 0 0,0-1-1 0 0,0 0 1 0 0,0 0 0 0 0,0 0-1 0 0,0 0 1 0 0,-1 0 0 0 0,1 0-1 0 0,0 0 1 0 0,0 0 0 0 0,0 0-1 0 0,0 0 1 0 0,0 1 0 0 0,0-1-1 0 0,0 0 1 0 0,-1 0 0 0 0,1 0-1 0 0,0 0 1 0 0,0 0 0 0 0,0 0-1 0 0,0 1 1 0 0,0-1 0 0 0,0 0-1 0 0,0 0 1 0 0,0 0 0 0 0,0 0-1 0 0,0 0 1 0 0,0 1 0 0 0,0-1 0 0 0,0 0-1 0 0,0 0 1 0 0,0 0 0 0 0,0 0-1 0 0,0 1 1 0 0,0-1 0 0 0,0 0-1 0 0,0 0 1 0 0,0 0 0 0 0,0 1-1 0 0,-6 22 87 0 0,-1 26-133 0 0,18 87 62 0 0,0-7 173 0 0,-11-127-100 0 0,-2 9 1794 0 0,-6-27-1791 0 0,2 0 0 0 0,0 0 0 0 0,1 0 0 0 0,1-1 0 0 0,0 1 0 0 0,1-1-1 0 0,-1-32 1 0 0,3 7-43 0 0,1 0-1 0 0,8-48 1 0 0,-1 25-420 0 0,-7 63 309 0 0,0 2 43 0 0,0-1 1 0 0,0 0 0 0 0,0 1 0 0 0,0-1 0 0 0,0 0 0 0 0,0 1 0 0 0,1-1 0 0 0,-1 0 0 0 0,0 1 0 0 0,0-1 0 0 0,0 0 0 0 0,1 1 0 0 0,-1-1 0 0 0,0 0 0 0 0,0 1 0 0 0,1-1 0 0 0,-1 1 0 0 0,1-1 0 0 0,-1 1 0 0 0,0-1-1 0 0,1 1 1 0 0,-1-1 0 0 0,1 1 0 0 0,0-1 0 0 0,-1 1 0 0 0,1 0 0 0 0,-1-1 0 0 0,1 1 0 0 0,-1 0 0 0 0,1-1 0 0 0,0 1 0 0 0,-1 0 0 0 0,1 0 0 0 0,0 0 0 0 0,-1-1 0 0 0,1 1 0 0 0,0 0 0 0 0,-1 0 0 0 0,1 0 0 0 0,0 0-1 0 0,-1 0 1 0 0,2 1 0 0 0,32-3-165 0 0,-18 8 152 0 0,0 0 0 0 0,-1 1 0 0 0,1 0 0 0 0,-2 2 0 0 0,1-1 0 0 0,-1 2 0 0 0,0 0 0 0 0,-1 0 0 0 0,0 2 0 0 0,-1-1 0 0 0,0 2 0 0 0,0 0 0 0 0,-2 0 0 0 0,0 1-1 0 0,12 19 1 0 0,-20-26 21 0 0,1 0 0 0 0,-1 1-1 0 0,0-1 1 0 0,0 0-1 0 0,-1 1 1 0 0,0-1-1 0 0,0 0 1 0 0,-1 1-1 0 0,0 0 1 0 0,0-1 0 0 0,-1 1-1 0 0,0-1 1 0 0,0 0-1 0 0,-1 1 1 0 0,0-1-1 0 0,0 0 1 0 0,-1 0-1 0 0,0 0 1 0 0,0 0 0 0 0,0 0-1 0 0,-1-1 1 0 0,0 1-1 0 0,0-1 1 0 0,-1 0-1 0 0,0-1 1 0 0,-5 6-1 0 0,1-2 10 0 0,1-1-1 0 0,-2 0 0 0 0,1-1 0 0 0,-1 0 0 0 0,0-1 0 0 0,0 0 0 0 0,-1 0 0 0 0,0-1 0 0 0,0-1 0 0 0,0 1 0 0 0,0-2 0 0 0,-1 0 0 0 0,1 0 0 0 0,-1-1 0 0 0,0 0 0 0 0,-12-1 0 0 0,-64-8-9 0 0,88 7-29 0 0,0 0 0 0 0,-1 0-1 0 0,1 0 1 0 0,0 0-1 0 0,0 0 1 0 0,-1 0-1 0 0,1-1 1 0 0,0 1-1 0 0,-1 0 1 0 0,1 0-1 0 0,0 0 1 0 0,0-1 0 0 0,-1 1-1 0 0,1 0 1 0 0,0 0-1 0 0,0-1 1 0 0,0 1-1 0 0,-1 0 1 0 0,1 0-1 0 0,0-1 1 0 0,0 1-1 0 0,0 0 1 0 0,0-1 0 0 0,0 1-1 0 0,-1 0 1 0 0,1-1-1 0 0,0 1 1 0 0,0 0-1 0 0,0-1 1 0 0,0 1-1 0 0,0 0 1 0 0,0-1-1 0 0,0 1 1 0 0,0 0 0 0 0,0-1-1 0 0,0 1 1 0 0,0 0-1 0 0,1 0 1 0 0,-1-1-1 0 0,0 1 1 0 0,0 0-1 0 0,0-1 1 0 0,0 1-1 0 0,0 0 1 0 0,1-1-1 0 0,-1 1 1 0 0,0 0 0 0 0,0 0-1 0 0,0-1 1 0 0,1 1-1 0 0,9-12-1095 0 0,-10 12 1133 0 0,14-10-1861 0 0,-1 3-205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8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82 5100 0 0,'-23'-24'-1080'0'0,"3"7"1625"0"0,19 16-494 0 0,6 2-49 0 0,-1 1 0 0 0,1-1 0 0 0,-1 1 1 0 0,0 0-1 0 0,0 1 0 0 0,0-1 0 0 0,0 1 1 0 0,7 5-1 0 0,-2-2-1 0 0,37 25 50 0 0,-1 1 0 0 0,-2 2 1 0 0,64 66-1 0 0,-82-64 199 0 0,-24-35-79 0 0,-12 12 291 0 0,8-12-403 0 0,0-1-1 0 0,0 1 0 0 0,0-1 1 0 0,-1 0-1 0 0,1 0 0 0 0,0 0 1 0 0,0 0-1 0 0,0 0 0 0 0,0-1 1 0 0,0 1-1 0 0,0-1 0 0 0,0 0 1 0 0,0 0-1 0 0,0 0 0 0 0,0 0 1 0 0,0-1-1 0 0,0 1 1 0 0,1-1-1 0 0,-1 0 0 0 0,1 1 1 0 0,-1-1-1 0 0,-2-3 0 0 0,3 3-37 0 0,1 0 0 0 0,0-1 0 0 0,-1 1 0 0 0,1-1 0 0 0,0 1 0 0 0,0 0 0 0 0,0-1 0 0 0,1 0 0 0 0,-1 1 0 0 0,1-1 0 0 0,-1 1 0 0 0,1-1 0 0 0,0 0 0 0 0,0 1 0 0 0,0-1 0 0 0,0 0 0 0 0,0 1 0 0 0,2-6 0 0 0,13-44 96 0 0,-2 28-105 0 0,1 0-1 0 0,1 0 0 0 0,1 1 0 0 0,2 1 0 0 0,28-29 1 0 0,-21 30-123 0 0,-14 17-3788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39.5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206 78 4824 0 0,'0'0'-134'0'0,"2"-40"570"0"0,-3 38-395 0 0,0 0 0 0 0,0 0 0 0 0,1 0 0 0 0,-2 0-1 0 0,1 0 1 0 0,0 0 0 0 0,0 0 0 0 0,-1 0-1 0 0,1 0 1 0 0,-1 1 0 0 0,1-1 0 0 0,-1 0-1 0 0,0 1 1 0 0,0-1 0 0 0,0 1 0 0 0,0 0-1 0 0,0 0 1 0 0,0 0 0 0 0,0 0 0 0 0,0 0-1 0 0,-4-1 1 0 0,3 1 21 0 0,-2 2-14 0 0,-6 3-18 0 0,0 0 1 0 0,0 0-1 0 0,1 1 0 0 0,0 0 0 0 0,-1 1 1 0 0,2 0-1 0 0,-1 0 0 0 0,-17 16 0 0 0,23-18-25 0 0,-1 1-1 0 0,1-1 0 0 0,0 0 1 0 0,0 1-1 0 0,0 0 0 0 0,1 0 0 0 0,-1 0 1 0 0,1 0-1 0 0,1 1 0 0 0,-1-1 1 0 0,1 1-1 0 0,0 0 0 0 0,0 0 1 0 0,0 0-1 0 0,1 0 0 0 0,0 0 0 0 0,0 0 1 0 0,0 0-1 0 0,1 10 0 0 0,1-13-1 0 0,0-1-1 0 0,-1 1 0 0 0,1 0 1 0 0,0 0-1 0 0,0-1 0 0 0,0 1 1 0 0,1-1-1 0 0,-1 1 1 0 0,1-1-1 0 0,-1 1 0 0 0,1-1 1 0 0,0 0-1 0 0,0 0 0 0 0,0 0 1 0 0,0 0-1 0 0,0 0 0 0 0,1 0 1 0 0,-1-1-1 0 0,1 1 0 0 0,-1-1 1 0 0,1 1-1 0 0,-1-1 1 0 0,1 0-1 0 0,0 0 0 0 0,-1 0 1 0 0,1-1-1 0 0,0 1 0 0 0,0-1 1 0 0,0 1-1 0 0,-1-1 0 0 0,1 0 1 0 0,0 0-1 0 0,4 0 1 0 0,5-1 8 0 0,1 1 1 0 0,0-2 0 0 0,-1 1-1 0 0,1-2 1 0 0,-1 0 0 0 0,14-5-1 0 0,-14 3 10 0 0,-1 0 0 0 0,0-1 0 0 0,0-1 0 0 0,0 0-1 0 0,-1 0 1 0 0,0-1 0 0 0,-1-1 0 0 0,16-16 0 0 0,-11 9 281 0 0,-1 0 1 0 0,-1-1 0 0 0,-1 0 0 0 0,15-30 0 0 0,-22 35 6 0 0,-9 13-129 0 0,-18 22-94 0 0,19-20-92 0 0,1 0 1 0 0,0 1-1 0 0,0-1 0 0 0,1 1 1 0 0,-1 0-1 0 0,1 0 0 0 0,-1 0 1 0 0,1 0-1 0 0,1 0 0 0 0,-1 0 1 0 0,0 1-1 0 0,1-1 0 0 0,0 1 0 0 0,0-1 1 0 0,0 1-1 0 0,1-1 0 0 0,0 1 1 0 0,-1-1-1 0 0,1 1 0 0 0,1-1 1 0 0,-1 1-1 0 0,1 0 0 0 0,0-1 0 0 0,0 1 1 0 0,0-1-1 0 0,1 0 0 0 0,-1 1 1 0 0,1-1-1 0 0,0 0 0 0 0,0 0 1 0 0,1 0-1 0 0,-1 0 0 0 0,1-1 1 0 0,5 7-1 0 0,-6-8-265 0 0,1 0 1 0 0,0 0 0 0 0,0 0-1 0 0,0 0 1 0 0,0-1-1 0 0,0 1 1 0 0,1-1-1 0 0,-1 0 1 0 0,0 0 0 0 0,1 0-1 0 0,-1 0 1 0 0,1 0-1 0 0,-1-1 1 0 0,1 1 0 0 0,-1-1-1 0 0,7-1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0.5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279 56 5621 0 0,'1'-1'0'0'0,"0"0"1"0"0,0 1 0 0 0,1-1 0 0 0,-1 0 0 0 0,0 0 0 0 0,0 0 0 0 0,-1 0 0 0 0,1 0 0 0 0,0 0 0 0 0,0 0 0 0 0,0-1 0 0 0,-1 1 0 0 0,1 0 0 0 0,-1 0 0 0 0,1 0 0 0 0,-1-1 0 0 0,1 1 0 0 0,-1 0 0 0 0,0-1 0 0 0,1 1 0 0 0,-1 0 0 0 0,0-1 0 0 0,0 1 0 0 0,0-1 0 0 0,0 1 0 0 0,0 0 0 0 0,-1-1 0 0 0,1 1 0 0 0,0 0 0 0 0,-1-2 0 0 0,-1 1 31 0 0,1 1 1 0 0,-1-1-1 0 0,1 1 1 0 0,-1 0-1 0 0,0-1 0 0 0,0 1 1 0 0,0 0-1 0 0,0 0 1 0 0,0 0-1 0 0,0 0 1 0 0,0 1-1 0 0,0-1 0 0 0,0 0 1 0 0,-1 1-1 0 0,1-1 1 0 0,0 1-1 0 0,0 0 1 0 0,0 0-1 0 0,-1 0 0 0 0,-2 0 1 0 0,-6 1 8 0 0,0 0 0 0 0,0 1-1 0 0,1 0 1 0 0,-1 0 0 0 0,1 1 0 0 0,-1 0 0 0 0,-9 5-1 0 0,13-5-31 0 0,0 0 0 0 0,1 1-1 0 0,0-1 1 0 0,0 1 0 0 0,0 0-1 0 0,0 1 1 0 0,1-1-1 0 0,0 1 1 0 0,0 0 0 0 0,0 0-1 0 0,0 1 1 0 0,-5 8 0 0 0,9-13-8 0 0,1 1 1 0 0,-1-1 0 0 0,1 0 0 0 0,-1 1 0 0 0,1-1 0 0 0,-1 1-1 0 0,1-1 1 0 0,-1 1 0 0 0,1 0 0 0 0,0-1 0 0 0,0 1-1 0 0,0-1 1 0 0,0 1 0 0 0,0-1 0 0 0,0 1 0 0 0,1-1 0 0 0,-1 1-1 0 0,0-1 1 0 0,1 1 0 0 0,-1-1 0 0 0,1 1 0 0 0,0-1-1 0 0,-1 1 1 0 0,1-1 0 0 0,0 0 0 0 0,0 1 0 0 0,2 1 0 0 0,25 20 32 0 0,-26-22-31 0 0,10 5-14 0 0,0 0 0 0 0,0-1-1 0 0,0 0 1 0 0,1-1 0 0 0,-1 0-1 0 0,1-1 1 0 0,0 0 0 0 0,0-1-1 0 0,21 0 1 0 0,-25-1 3 0 0,0-1 1 0 0,0-1-1 0 0,0 0 1 0 0,-1 0-1 0 0,1 0 1 0 0,0-1-1 0 0,-1-1 0 0 0,0 1 1 0 0,1-1-1 0 0,-1-1 1 0 0,0 0-1 0 0,0 0 0 0 0,-1 0 1 0 0,1-1-1 0 0,7-6 1 0 0,-12 8 45 0 0,0-1 1 0 0,0 1 0 0 0,0-1 0 0 0,0 0 0 0 0,-1 1 0 0 0,1-1 0 0 0,-1-1 0 0 0,0 1 0 0 0,0 0 0 0 0,0 0-1 0 0,-1-1 1 0 0,0 1 0 0 0,1-1 0 0 0,-2 1 0 0 0,1-1 0 0 0,0 0 0 0 0,-1 1 0 0 0,0-1 0 0 0,0 0-1 0 0,0 1 1 0 0,-1-1 0 0 0,0 0 0 0 0,-2-7 0 0 0,2 11 15 0 0,0 5-59 0 0,0 1 0 0 0,-1 1 0 0 0,2-1 0 0 0,-1 0 1 0 0,0 0-1 0 0,1 0 0 0 0,0 0 0 0 0,1 6 0 0 0,6 13 2 0 0,0 0-1 0 0,2 0 1 0 0,1-1 0 0 0,0-1 0 0 0,2 1-1 0 0,1-2 1 0 0,0 0 0 0 0,30 34 0 0 0,-23-28 2 0 0,0 0 0 0 0,-2 2 1 0 0,26 53-1 0 0,-42-77 4 0 0,0-1 1 0 0,0 1-1 0 0,-1 0 0 0 0,0-1 1 0 0,0 1-1 0 0,0 0 0 0 0,0 0 1 0 0,-1 0-1 0 0,0 0 0 0 0,0 0 1 0 0,0 0-1 0 0,-1-1 0 0 0,1 1 1 0 0,-1 0-1 0 0,-1 0 0 0 0,1-1 1 0 0,0 1-1 0 0,-4 7 0 0 0,1-6 0 0 0,0 1-1 0 0,-1-1 0 0 0,0 0 1 0 0,0 0-1 0 0,0-1 0 0 0,-1 1 0 0 0,0-1 1 0 0,0 0-1 0 0,0-1 0 0 0,-12 7 1 0 0,-12 4 3 0 0,0-1 1 0 0,-1-2 0 0 0,-1-1 0 0 0,-41 9 0 0 0,71-20-6 0 0,-38 10 9 0 0,-1-2-1 0 0,-42 3 1 0 0,67-10 0 0 0,-1 0-1 0 0,0-1 1 0 0,1-1-1 0 0,-1 0 1 0 0,0-2 0 0 0,1 0-1 0 0,0 0 1 0 0,-16-7-1 0 0,29 9-7 0 0,0 0 0 0 0,0 0 0 0 0,0 0 0 0 0,1 0 0 0 0,-1-1 0 0 0,1 1 0 0 0,-1-1 0 0 0,1 0 0 0 0,0 0 0 0 0,-1 0 0 0 0,1 0 0 0 0,0 0 0 0 0,0 0 0 0 0,0-1 0 0 0,1 1 0 0 0,-1-1 0 0 0,0 1 0 0 0,1-1 0 0 0,0 0 0 0 0,-2-3 0 0 0,3 2-1 0 0,-1 0-1 0 0,1 0 0 0 0,0 0 0 0 0,0 0 0 0 0,0 0 0 0 0,0 0 0 0 0,1 0 0 0 0,0 0 1 0 0,-1 1-1 0 0,1-1 0 0 0,1 0 0 0 0,-1 0 0 0 0,3-5 0 0 0,4-4-6 0 0,0-1 0 0 0,1 2 0 0 0,0-1 0 0 0,1 1-1 0 0,0 1 1 0 0,20-19 0 0 0,-7 12-18 0 0,0 0 0 0 0,1 2-1 0 0,0 1 1 0 0,2 0 0 0 0,-1 2 0 0 0,2 1-1 0 0,0 1 1 0 0,0 2 0 0 0,1 0 0 0 0,0 2-1 0 0,0 1 1 0 0,1 1 0 0 0,46-2 0 0 0,-40 12-408 0 0,-34-5 75 0 0,10 3-2907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1.1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0 156 4764 0 0,'3'-22'119'0'0,"2"-20"844"0"0,11-48 1 0 0,-15 88-874 0 0,-10 149 295 0 0,21 190-309 0 0,1-72 248 0 0,-13-263-319 0 0,33-29-5839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1.8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27 5316 0 0,'0'0'-182'0'0,"-1"0"-6"0"0,1 1 176 0 0,0-1 0 0 0,0 0 1 0 0,-1 0-1 0 0,1 0 1 0 0,0 0-1 0 0,0 0 0 0 0,0 0 1 0 0,0 0-1 0 0,-1 0 1 0 0,1 0-1 0 0,0 0 0 0 0,0-1 1 0 0,0 1-1 0 0,0 0 0 0 0,-1 0 1 0 0,1 0-1 0 0,0 0 1 0 0,0 0-1 0 0,0 0 0 0 0,0 0 1 0 0,-1 0-1 0 0,1 0 1 0 0,0 0-1 0 0,0-1 0 0 0,0 1 1 0 0,0 0-1 0 0,0 0 1 0 0,0 0-1 0 0,0 0 0 0 0,0 0 1 0 0,-1-1-1 0 0,1 1 1 0 0,0 0-1 0 0,0 0 0 0 0,0 0 1 0 0,0 0-1 0 0,0-1 0 0 0,0 1 1 0 0,0 0-1 0 0,0 0 1 0 0,0 0-1 0 0,0 0 0 0 0,0-1 1 0 0,0 1-1 0 0,0 0 1 0 0,0 0-1 0 0,0 0 0 0 0,0 0 1 0 0,0-1-1 0 0,0 1 1 0 0,0 0-1 0 0,0 0 0 0 0,1 0 1 0 0,-1 0-1 0 0,0-1 0 0 0,0 1 1 0 0,0 0-1 0 0,0 0 1 0 0,0 0-1 0 0,16-5-1 0 0,-1 1 1 0 0,1 0-1 0 0,0 1 0 0 0,-1 1 1 0 0,31 0-1 0 0,91 6-54 0 0,-89-1 64 0 0,-6-2 9 0 0,-22-1 3 0 0,0 0-1 0 0,0 2 1 0 0,38 7 0 0 0,-57-8 2 0 0,0-1 0 0 0,0 0 0 0 0,0 1 0 0 0,0-1 1 0 0,0 0-1 0 0,0 1 0 0 0,0-1 0 0 0,0 1 0 0 0,-1 0 0 0 0,1-1 1 0 0,0 1-1 0 0,0 0 0 0 0,0 0 0 0 0,0-1 0 0 0,-1 1 0 0 0,1 0 1 0 0,0 0-1 0 0,-1 0 0 0 0,1 0 0 0 0,-1 0 0 0 0,1 0 0 0 0,-1 0 1 0 0,1 0-1 0 0,-1 0 0 0 0,0 0 0 0 0,0 0 0 0 0,1 0 0 0 0,-1 0 1 0 0,0 0-1 0 0,0 2 0 0 0,-9 35 153 0 0,2-16-92 0 0,1 11 13 0 0,4-29-79 0 0,1-1 0 0 0,0 0 0 0 0,0 1 0 0 0,0-1 0 0 0,0 1 0 0 0,1-1 0 0 0,0 1 0 0 0,-1 0 0 0 0,1-1-1 0 0,0 1 1 0 0,1-1 0 0 0,-1 1 0 0 0,1-1 0 0 0,0 1 0 0 0,-1-1 0 0 0,1 1 0 0 0,1-1 0 0 0,-1 0 0 0 0,0 1 0 0 0,1-1 0 0 0,0 0 0 0 0,0 0-1 0 0,0 0 1 0 0,0 0 0 0 0,0 0 0 0 0,1-1 0 0 0,2 3 0 0 0,1 0 24 0 0,0-1-1 0 0,0-1 1 0 0,1 1 0 0 0,0-1-1 0 0,0 0 1 0 0,0-1-1 0 0,0 1 1 0 0,0-1-1 0 0,0-1 1 0 0,0 1 0 0 0,1-1-1 0 0,-1-1 1 0 0,0 1-1 0 0,1-1 1 0 0,-1-1 0 0 0,1 1-1 0 0,-1-1 1 0 0,0-1-1 0 0,0 1 1 0 0,10-4 0 0 0,-11 4 10 0 0,0-1 0 0 0,0 0 1 0 0,-1 0-1 0 0,1 0 0 0 0,-1-1 0 0 0,1 0 1 0 0,-1 0-1 0 0,0 0 0 0 0,0 0 1 0 0,0-1-1 0 0,-1 0 0 0 0,1 0 1 0 0,-1 0-1 0 0,0-1 0 0 0,0 0 1 0 0,0 1-1 0 0,-1-1 0 0 0,0-1 0 0 0,0 1 1 0 0,0 0-1 0 0,0-1 0 0 0,-1 1 1 0 0,0-1-1 0 0,0 0 0 0 0,1-6 1 0 0,-3 9-22 0 0,0 0 1 0 0,0 0-1 0 0,0 0 1 0 0,0 0 0 0 0,0 1-1 0 0,-1-1 1 0 0,0 0-1 0 0,1 0 1 0 0,-1 0-1 0 0,0 1 1 0 0,0-1 0 0 0,0 0-1 0 0,-1 1 1 0 0,1-1-1 0 0,-1 1 1 0 0,1-1 0 0 0,-1 1-1 0 0,-3-3 1 0 0,1 1-1 0 0,-1 0 1 0 0,0 0-1 0 0,0 0 0 0 0,0 1 1 0 0,-1 0-1 0 0,1 0 1 0 0,-1 0-1 0 0,-7-2 1 0 0,-1 0-3 0 0,-1 1 1 0 0,1 1 0 0 0,0 0 0 0 0,-1 1 0 0 0,0 1 0 0 0,-24 1 0 0 0,-6 2-6 0 0,15 0-3871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2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99 4668 0 0,'-13'-8'-482'0'0,"-41"-20"1046"0"0,52 27 49 0 0,10 4-586 0 0,57 26 18 0 0,-1 3 1 0 0,-1 2 0 0 0,-2 3-1 0 0,59 48 1 0 0,-111-79-37 0 0,-1 0-1 0 0,0 1 1 0 0,-1 0 0 0 0,1 0 0 0 0,-1 0 0 0 0,-1 1-1 0 0,1 0 1 0 0,-1 1 0 0 0,-1-1 0 0 0,9 19 0 0 0,-14-26-5 0 0,0 0 1 0 0,0 1 0 0 0,1-1 0 0 0,-2 0 0 0 0,1 0 0 0 0,0 0 0 0 0,0 1 0 0 0,0-1 0 0 0,0 0 0 0 0,-1 0 0 0 0,1 0 0 0 0,0 1 0 0 0,-1-1 0 0 0,1 0 0 0 0,-1 0 0 0 0,0 0 0 0 0,1 0 0 0 0,-1 0 0 0 0,0 0 0 0 0,0 0 0 0 0,1 0 0 0 0,-1 0 0 0 0,0-1 0 0 0,0 1 0 0 0,0 0 0 0 0,0 0 0 0 0,0-1 0 0 0,0 1-1 0 0,0-1 1 0 0,0 1 0 0 0,-3 0 0 0 0,-33 13 117 0 0,22-12-18 0 0,1 0 0 0 0,-1-1-1 0 0,1 0 1 0 0,-19-2 0 0 0,29 1-69 0 0,0 0 0 0 0,1-1 0 0 0,-1 1 1 0 0,0-1-1 0 0,0 0 0 0 0,1 0 0 0 0,-1 0 0 0 0,0-1 0 0 0,1 1 1 0 0,-1-1-1 0 0,1 0 0 0 0,0 0 0 0 0,-1 0 0 0 0,1 0 0 0 0,0-1 0 0 0,0 1 1 0 0,1-1-1 0 0,-1 0 0 0 0,0 0 0 0 0,1 0 0 0 0,-4-5 0 0 0,6 6-27 0 0,-1-1-1 0 0,0 0 1 0 0,1 1 0 0 0,-1-1-1 0 0,1 1 1 0 0,0-1-1 0 0,0 0 1 0 0,0 1-1 0 0,0-1 1 0 0,0 0 0 0 0,0 1-1 0 0,1-1 1 0 0,0 0-1 0 0,-1 1 1 0 0,1-1-1 0 0,0 1 1 0 0,0-1-1 0 0,0 1 1 0 0,3-4 0 0 0,33-47 128 0 0,-30 44-130 0 0,22-23-19 0 0,1 1-1 0 0,1 1 1 0 0,2 2 0 0 0,1 1 0 0 0,1 2 0 0 0,67-38 0 0 0,-38 27-186 0 0,-62 35 180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3.0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78 186 4604 0 0,'0'0'-244'0'0,"8"-2"-504"0"0,11-2 741 0 0,70-21 331 0 0,-83 22-250 0 0,0 1-1 0 0,0-1 1 0 0,0 0 0 0 0,0 0-1 0 0,0-1 1 0 0,0 0-1 0 0,-1 0 1 0 0,0 0 0 0 0,0-1-1 0 0,0 1 1 0 0,8-12-1 0 0,-12 15-44 0 0,1-1-1 0 0,-1 0 0 0 0,0 0 0 0 0,0 0 1 0 0,0 0-1 0 0,0 0 0 0 0,0 0 0 0 0,-1 0 0 0 0,1-1 1 0 0,-1 1-1 0 0,1 0 0 0 0,-1 0 0 0 0,0-1 0 0 0,0 1 1 0 0,0 0-1 0 0,0 0 0 0 0,0-1 0 0 0,0 1 0 0 0,-1 0 1 0 0,1 0-1 0 0,-1 0 0 0 0,0 0 0 0 0,1-1 1 0 0,-1 1-1 0 0,0 0 0 0 0,0 0 0 0 0,-1 0 0 0 0,1 0 1 0 0,0 1-1 0 0,0-1 0 0 0,-1 0 0 0 0,1 1 0 0 0,-1-1 1 0 0,0 0-1 0 0,1 1 0 0 0,-1 0 0 0 0,0-1 1 0 0,0 1-1 0 0,0 0 0 0 0,0 0 0 0 0,0 0 0 0 0,0 0 1 0 0,0 1-1 0 0,-3-2 0 0 0,-3-1 13 0 0,-1 0-1 0 0,0 0 1 0 0,0 1 0 0 0,0 0 0 0 0,0 0-1 0 0,0 1 1 0 0,0 0 0 0 0,0 1 0 0 0,-13 1-1 0 0,14 1-29 0 0,-1 0 0 0 0,0 1-1 0 0,1 0 1 0 0,-1 0 0 0 0,1 1 0 0 0,0 0-1 0 0,0 0 1 0 0,0 1 0 0 0,1 0-1 0 0,0 1 1 0 0,0 0 0 0 0,-12 12-1 0 0,17-16-8 0 0,0 0-1 0 0,0 0 0 0 0,0 1 0 0 0,0-1 1 0 0,1 1-1 0 0,-1-1 0 0 0,1 1 0 0 0,-1-1 0 0 0,1 1 1 0 0,0 0-1 0 0,0 0 0 0 0,0-1 0 0 0,1 1 1 0 0,-1 0-1 0 0,0 0 0 0 0,1 0 0 0 0,0 0 1 0 0,0 0-1 0 0,0 0 0 0 0,0 0 0 0 0,0 0 0 0 0,1 0 1 0 0,-1 0-1 0 0,1 0 0 0 0,0 0 0 0 0,0-1 1 0 0,0 1-1 0 0,0 0 0 0 0,0 0 0 0 0,1-1 0 0 0,-1 1 1 0 0,1-1-1 0 0,0 1 0 0 0,0-1 0 0 0,0 0 1 0 0,0 0-1 0 0,0 1 0 0 0,0-2 0 0 0,0 1 0 0 0,1 0 1 0 0,2 2-1 0 0,14 9-11 0 0,1-1 0 0 0,0-1 1 0 0,0 0-1 0 0,1-1 0 0 0,0-2 0 0 0,1 0 0 0 0,0-1 1 0 0,44 7-1 0 0,-47-11-744 0 0,0-1-1 0 0,0-1 1 0 0,30-3 0 0 0,-22 0-965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4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97 4748 0 0,'-24'-22'-676'0'0,"23"22"707"0"0,-9-13 139 0 0,6 5-112 0 0,7 6-127 0 0,42 24 89 0 0,-30-5-8 0 0,-6-3-19 0 0,24 24 125 0 0,52 78 0 0 0,-53-68-78 0 0,7 23 1843 0 0,-45-73-1734 0 0,0-1-113 0 0,1 0 1 0 0,0 0 0 0 0,-1 0 0 0 0,1-1 0 0 0,1 0 0 0 0,-1 0 0 0 0,0 0-1 0 0,1-1 1 0 0,0 1 0 0 0,0-1 0 0 0,0 0 0 0 0,1 0 0 0 0,0 0-1 0 0,0-1 1 0 0,0 1 0 0 0,0-1 0 0 0,1 0 0 0 0,0 1 0 0 0,0-1-1 0 0,1 0 1 0 0,0 0 0 0 0,-1-12 0 0 0,1-9 29 0 0,1-1-1 0 0,2 1 1 0 0,8-46 0 0 0,-2 25-49 0 0,0 14-89 0 0,-7 33 69 0 0,0 0-1 0 0,-1 0 0 0 0,1 0 1 0 0,0 0-1 0 0,0 0 0 0 0,-1 0 0 0 0,1 0 1 0 0,0 0-1 0 0,0 0 0 0 0,0 0 0 0 0,0 0 1 0 0,0 1-1 0 0,0-1 0 0 0,0 0 0 0 0,1 1 1 0 0,-1-1-1 0 0,0 1 0 0 0,0-1 0 0 0,0 1 1 0 0,1-1-1 0 0,-1 1 0 0 0,0 0 1 0 0,1 0-1 0 0,-1 0 0 0 0,2-1 0 0 0,4 2-1 0 0,0-1-1 0 0,0 1 1 0 0,1 0 0 0 0,-1 1-1 0 0,0-1 1 0 0,0 1-1 0 0,0 1 1 0 0,-1-1-1 0 0,1 1 1 0 0,-1 0-1 0 0,1 1 1 0 0,-1 0-1 0 0,0 0 1 0 0,0 0-1 0 0,-1 1 1 0 0,1-1 0 0 0,-1 1-1 0 0,0 1 1 0 0,0-1-1 0 0,7 12 1 0 0,-2 0-8 0 0,-1 1 1 0 0,0 0-1 0 0,-1 0 1 0 0,-1 0-1 0 0,4 21 1 0 0,11 27-10 0 0,-15-35 264 0 0,-7-31-231 0 0,-1 0 0 0 0,1 0 0 0 0,0 1 0 0 0,0-1 0 0 0,-1 0 0 0 0,1 0 0 0 0,0 0 0 0 0,0 0 1 0 0,-1 0-1 0 0,1 0 0 0 0,0 0 0 0 0,0 1 0 0 0,-1-1 0 0 0,1 0 0 0 0,0 0 0 0 0,0 0 0 0 0,-1 0 1 0 0,1 0-1 0 0,0 0 0 0 0,0 0 0 0 0,-1 0 0 0 0,1 0 0 0 0,0 0 0 0 0,-1-1 0 0 0,1 1 1 0 0,0 0-1 0 0,0 0 0 0 0,-1 0 0 0 0,1 0 0 0 0,0 0 0 0 0,0 0 0 0 0,-1-1 0 0 0,1 1 0 0 0,0 0 1 0 0,0 0-1 0 0,0 0 0 0 0,-1 0 0 0 0,1-1 0 0 0,0 1 0 0 0,0 0 0 0 0,0 0 0 0 0,0-1 0 0 0,0 1 1 0 0,-1 0-1 0 0,1 0 0 0 0,0-1 0 0 0,0 1 0 0 0,-3-3 55 0 0,0-1 1 0 0,1 1-1 0 0,-1-1 1 0 0,1 0-1 0 0,-1 0 1 0 0,1 0-1 0 0,1 0 0 0 0,-1 0 1 0 0,0 0-1 0 0,1 0 1 0 0,-1-6-1 0 0,2 0-70 0 0,0 0-1 0 0,1-1 1 0 0,1 1-1 0 0,0 0 1 0 0,0 0 0 0 0,1 0-1 0 0,0 1 1 0 0,0-1-1 0 0,1 1 1 0 0,1-1-1 0 0,0 1 1 0 0,0 1-1 0 0,0-1 1 0 0,1 1 0 0 0,0 0-1 0 0,1 0 1 0 0,0 0-1 0 0,0 1 1 0 0,1 0-1 0 0,0 1 1 0 0,0 0 0 0 0,12-7-1 0 0,-19 12-1 0 0,1 0-1 0 0,0 0 1 0 0,-1 0-1 0 0,1 1 1 0 0,-1-1-1 0 0,1 1 1 0 0,0-1-1 0 0,0 1 0 0 0,-1-1 1 0 0,1 1-1 0 0,0 0 1 0 0,0 0-1 0 0,-1 0 1 0 0,1 0-1 0 0,0 0 1 0 0,0 0-1 0 0,0 1 1 0 0,-1-1-1 0 0,1 1 1 0 0,0-1-1 0 0,1 1 1 0 0,1 1-4 0 0,-1 0 0 0 0,0 0 1 0 0,0 1-1 0 0,0-1 0 0 0,0 1 0 0 0,0-1 1 0 0,0 1-1 0 0,-1 0 0 0 0,4 5 1 0 0,5 8-16 0 0,-1 1 1 0 0,-1 0-1 0 0,8 22 1 0 0,-9-21 11 0 0,49 98-39 0 0,-51-94 33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4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37 5821 0 0,'-11'37'-1147'0'0,"12"-32"1144"0"0,0 0 0 0 0,1 0 0 0 0,-1-1 0 0 0,1 1 0 0 0,0-1-1 0 0,0 1 1 0 0,0-1 0 0 0,1 0 0 0 0,0 0 0 0 0,0 0 0 0 0,0 0 0 0 0,0 0 0 0 0,0-1 0 0 0,1 1 0 0 0,-1-1 0 0 0,1 0 0 0 0,0 0 0 0 0,8 4 0 0 0,-5-2 41 0 0,0-1 1 0 0,0 1 0 0 0,1-1-1 0 0,0-1 1 0 0,0 0-1 0 0,0 0 1 0 0,0 0 0 0 0,0-1-1 0 0,0 0 1 0 0,11 1-1 0 0,-16-3-5 0 0,-1 0-1 0 0,1 0 1 0 0,-1 0 0 0 0,1 0-1 0 0,-1 0 1 0 0,1 0-1 0 0,-1-1 1 0 0,1 1-1 0 0,-1-1 1 0 0,1 0-1 0 0,-1 0 1 0 0,0 0-1 0 0,1 0 1 0 0,-1 0-1 0 0,0 0 1 0 0,0-1-1 0 0,0 1 1 0 0,0-1-1 0 0,0 1 1 0 0,0-1-1 0 0,0 0 1 0 0,0 0-1 0 0,-1 1 1 0 0,1-1-1 0 0,-1-1 1 0 0,2-1-1 0 0,-2 1-9 0 0,0 0 0 0 0,-1 0 0 0 0,0 0 0 0 0,1 0-1 0 0,-1 0 1 0 0,0 0 0 0 0,-1 0 0 0 0,1 0 0 0 0,0 0 0 0 0,-1 0 0 0 0,0 0-1 0 0,0 0 1 0 0,0 0 0 0 0,0 0 0 0 0,0 1 0 0 0,0-1 0 0 0,-1 0-1 0 0,1 1 1 0 0,-1-1 0 0 0,-3-4 0 0 0,-3-2-81 0 0,1 0 1 0 0,-1 0-1 0 0,-1 1 1 0 0,0 0-1 0 0,0 0 1 0 0,0 1-1 0 0,-1 0 1 0 0,0 0-1 0 0,0 1 1 0 0,-1 1-1 0 0,-16-7 1 0 0,24 11-835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5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57 4716 0 0,'-1'-31'1400'0'0,"34"132"-467"0"0,-22-78-918 0 0,1 0-1 0 0,1-2 1 0 0,1 1 0 0 0,32 36-1 0 0,-8-9 533 0 0,-37-48-261 0 0,2-2-208 0 0,-1 1 0 0 0,1-1 0 0 0,-1 0 0 0 0,1 0 0 0 0,-1 0 0 0 0,1 0 0 0 0,-1-1 0 0 0,0 1-1 0 0,0-1 1 0 0,0 1 0 0 0,0-1 0 0 0,0 0 0 0 0,0 0 0 0 0,0 0 0 0 0,0 0 0 0 0,-1 0 0 0 0,1 0 0 0 0,-1 0 0 0 0,0-1 0 0 0,2-3 0 0 0,29-64 47 0 0,-20 42-11 0 0,64-158 10 0 0,-75 184-233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45.5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1 132 6217 0 0,'0'0'-329'0'0,"0"0"313"0"0,0 0 1 0 0,0 0-1 0 0,0 0 1 0 0,0 0-1 0 0,1 0 1 0 0,-1 0-1 0 0,0 0 0 0 0,0 0 1 0 0,0 0-1 0 0,0 0 1 0 0,0 0-1 0 0,1 0 1 0 0,-1 0-1 0 0,0 1 1 0 0,0-1-1 0 0,0 0 0 0 0,0 0 1 0 0,0 0-1 0 0,0 0 1 0 0,0 0-1 0 0,1 0 1 0 0,-1 1-1 0 0,0-1 1 0 0,0 0-1 0 0,0 0 0 0 0,0 0 1 0 0,0 0-1 0 0,0 1 1 0 0,0-1-1 0 0,0 0 1 0 0,0 0-1 0 0,0 0 0 0 0,0 0 1 0 0,0 1-1 0 0,0-1 1 0 0,0 0-1 0 0,0 0 1 0 0,0 0-1 0 0,0 0 1 0 0,0 0-1 0 0,0 1 0 0 0,0-1 1 0 0,0 0-1 0 0,0 0 1 0 0,-1 0-1 0 0,1 0 1 0 0,0 0-1 0 0,0 1 1 0 0,0-1-1 0 0,0 0 0 0 0,0 0 1 0 0,0 0-1 0 0,0 0 1 0 0,-1 0-1 0 0,1 0 1 0 0,0 0-1 0 0,0 1 1 0 0,0-1-1 0 0,0 0 0 0 0,0 0 1 0 0,-1 0-1 0 0,1 0 1 0 0,0 0-1 0 0,0 0 1 0 0,0 0-1 0 0,10-1-3 0 0,-1 0 1 0 0,1 0-1 0 0,0-1 0 0 0,0-1 1 0 0,-1 0-1 0 0,1 0 0 0 0,-1-1 1 0 0,0 0-1 0 0,0 0 1 0 0,9-7-1 0 0,5-4 671 0 0,0-1 1 0 0,31-29-1 0 0,-54 45-628 0 0,0-1 0 0 0,1 1-1 0 0,-1-1 1 0 0,0 1 0 0 0,1-1 0 0 0,-1 1-1 0 0,0-1 1 0 0,1 1 0 0 0,-1-1-1 0 0,0 1 1 0 0,0-1 0 0 0,0 0 0 0 0,0 1-1 0 0,0-1 1 0 0,0 1 0 0 0,0-1-1 0 0,0 0 1 0 0,0 1 0 0 0,0-1-1 0 0,0 1 1 0 0,0-1 0 0 0,0 0 0 0 0,0 1-1 0 0,0-1 1 0 0,0 1 0 0 0,-1-1-1 0 0,1 1 1 0 0,0-1 0 0 0,-1 1 0 0 0,1-1-1 0 0,0 1 1 0 0,-1-1 0 0 0,1 1-1 0 0,0-1 1 0 0,-1 1 0 0 0,1-1 0 0 0,-1 1-1 0 0,1 0 1 0 0,-1-1 0 0 0,1 1-1 0 0,-1 0 1 0 0,1-1 0 0 0,-1 1 0 0 0,1 0-1 0 0,-2-1 1 0 0,1 1-70 0 0,-1-2 163 0 0,-4 3-13 0 0,-9 3-46 0 0,1 0 0 0 0,1 1 0 0 0,-1 0 0 0 0,1 1 0 0 0,-21 12 0 0 0,29-15-51 0 0,0 0 0 0 0,0 0 0 0 0,1 0 0 0 0,-1 1 0 0 0,1 0 0 0 0,-1 0 0 0 0,1 0-1 0 0,0 0 1 0 0,1 1 0 0 0,-1 0 0 0 0,1-1 0 0 0,0 1 0 0 0,0 0 0 0 0,1 1 0 0 0,-1-1-1 0 0,1 0 1 0 0,0 1 0 0 0,-1 6 0 0 0,3-9-5 0 0,0 0 1 0 0,0 0-1 0 0,1-1 0 0 0,-1 1 0 0 0,1 0 0 0 0,0 0 1 0 0,0-1-1 0 0,0 1 0 0 0,0 0 0 0 0,0-1 0 0 0,1 1 1 0 0,-1-1-1 0 0,1 0 0 0 0,-1 1 0 0 0,1-1 1 0 0,0 0-1 0 0,0 0 0 0 0,0 0 0 0 0,0 0 0 0 0,1 0 1 0 0,-1-1-1 0 0,0 1 0 0 0,1-1 0 0 0,-1 1 1 0 0,1-1-1 0 0,3 2 0 0 0,10 3 14 0 0,-1 0 0 0 0,1 0 1 0 0,18 3-1 0 0,-33-9-16 0 0,52 13-98 0 0,102 8-1 0 0,-17-18-4468 0 0,-117-5 2704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1:54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840 84 2392 0 0,'0'-2'48'0'0,"0"0"0"0"0,-1-1-1 0 0,1 1 1 0 0,-1 0 0 0 0,0-1-1 0 0,0 1 1 0 0,0 0 0 0 0,0 0-1 0 0,0 0 1 0 0,0 0 0 0 0,0 0-1 0 0,-1 0 1 0 0,1 0 0 0 0,-1 1-1 0 0,1-1 1 0 0,-1 0 0 0 0,0 1-1 0 0,1-1 1 0 0,-1 1 0 0 0,0 0-1 0 0,0-1 1 0 0,0 1 0 0 0,0 0-1 0 0,-1 0 1 0 0,1 0 0 0 0,-4 0-1 0 0,-8-4 1 0 0,0 1 0 0 0,-1 1-1 0 0,-17-2 1 0 0,7 0 37 0 0,-7 1-61 0 0,0 1 1 0 0,-1 2-1 0 0,0 1 0 0 0,1 1 1 0 0,-1 2-1 0 0,1 1 0 0 0,-38 11 1 0 0,47-10-30 0 0,0 2 0 0 0,1 1 0 0 0,0 0 0 0 0,1 2 0 0 0,0 0 0 0 0,0 1 0 0 0,1 1 0 0 0,-22 18 0 0 0,18-9-11 0 0,0 1 1 0 0,1 1-1 0 0,-39 52 0 0 0,50-60-3 0 0,7-7 18 0 0,0 0 0 0 0,0 0 0 0 0,1 1 0 0 0,0-1 0 0 0,0 1 0 0 0,1 0 0 0 0,0 0 0 0 0,1 0 0 0 0,0 0 0 0 0,0 1 0 0 0,0 14 0 0 0,1 4-21 0 0,1 0-1 0 0,7 45 1 0 0,0-36 44 0 0,1 1 1 0 0,2-1-1 0 0,2-1 1 0 0,1 0-1 0 0,2-1 1 0 0,1 0-1 0 0,31 47 1 0 0,-32-59-18 0 0,1-1 1 0 0,2-1 0 0 0,0-1-1 0 0,1 0 1 0 0,1-2 0 0 0,0 0-1 0 0,2-1 1 0 0,0-1 0 0 0,30 16-1 0 0,-37-24 17 0 0,-1-1 0 0 0,1-1-1 0 0,0 0 1 0 0,1-1 0 0 0,0 0-1 0 0,-1-2 1 0 0,1 0 0 0 0,0 0-1 0 0,30-1 1 0 0,-25-2 51 0 0,0-1-1 0 0,0-1 1 0 0,0 0-1 0 0,-1-2 1 0 0,1-1 0 0 0,-1 0-1 0 0,21-9 1 0 0,-3-2 229 0 0,66-38 0 0 0,-88 44-191 0 0,-1-1 0 0 0,1 0 0 0 0,-2-2 0 0 0,0 1 0 0 0,0-2 0 0 0,14-18 0 0 0,-17 19-27 0 0,0-1 1 0 0,-1 0-1 0 0,-1 0 0 0 0,-1-1 0 0 0,0 0 0 0 0,0-1 0 0 0,-2 1 1 0 0,0-2-1 0 0,0 1 0 0 0,-2-1 0 0 0,5-30 0 0 0,-8 36-40 0 0,4-27 112 0 0,-2 0 0 0 0,-2 0 1 0 0,-6-58-1 0 0,2 71-109 0 0,2 13-11 0 0,0 1 0 0 0,-1-1 0 0 0,0 1 0 0 0,-8-20 0 0 0,-25-62 169 0 0,21 68-168 0 0,0 2 1 0 0,-2 0-1 0 0,0 0 0 0 0,-26-25 0 0 0,30 36-37 0 0,-1 1 0 0 0,1 1 1 0 0,-2-1-1 0 0,0 2 0 0 0,0 0 0 0 0,-1 1 0 0 0,0 0 0 0 0,-21-7 0 0 0,17 8-245 0 0,-14-5 424 0 0,-1 0 0 0 0,-56-9 0 0 0,80 19-491 0 0,0 1 0 0 0,0 0 0 0 0,0 0 0 0 0,0 1 0 0 0,0 1 0 0 0,0 0 0 0 0,0 0 0 0 0,0 1 0 0 0,0 0 1 0 0,0 1-1 0 0,1 0 0 0 0,-1 0 0 0 0,1 1 0 0 0,-10 6 0 0 0,6-3-2102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55.3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2632 5056 0 0,'1'-8'-801'0'0,"15"9"869"0"0,18 2-5 0 0,26-3 17 0 0,0-1 0 0 0,-1-4 0 0 0,1-2 0 0 0,-2-2 0 0 0,90-27 0 0 0,-109 23 53 0 0,0-2 0 0 0,-2-2 1 0 0,1-1-1 0 0,43-30 0 0 0,127-108 233 0 0,-172 125-236 0 0,-2-3-1 0 0,-1 0 1 0 0,-1-2 0 0 0,-2-2 0 0 0,42-70 0 0 0,-26 31-5 0 0,63-141 0 0 0,-90 169-80 0 0,-2-1-1 0 0,-2 0 0 0 0,-2-1 1 0 0,8-71-1 0 0,10-98 44 0 0,-25 169-73 0 0,2-1 1 0 0,2 1-1 0 0,3 1 1 0 0,22-60-1 0 0,95-185 12 0 0,-115 263-37 0 0,1 1-1 0 0,2 1 0 0 0,1 0 1 0 0,36-42-1 0 0,-27 41 3 0 0,-17 17-4 0 0,2 1 1 0 0,-1 0 0 0 0,2 1 0 0 0,0 0-1 0 0,0 1 1 0 0,1 1 0 0 0,32-18-1 0 0,86-36-27 0 0,-105 52 19 0 0,1 0 1 0 0,0 2-1 0 0,39-8 0 0 0,-48 13 28 0 0,-10 1 4 0 0,-6 3-6 0 0,5-1 3 0 0,-7 2 20 0 0,3-1 48 0 0,10-3 43 0 0,-15 4-113 0 0,0 0-1 0 0,0 0 0 0 0,0 0 1 0 0,0 0-1 0 0,1 0 1 0 0,-1 0-1 0 0,0 0 1 0 0,0 0-1 0 0,0 0 0 0 0,0 0 1 0 0,1 0-1 0 0,-1 0 1 0 0,0 0-1 0 0,0 0 0 0 0,0 0 1 0 0,0 0-1 0 0,1 0 1 0 0,-1 0-1 0 0,0 0 0 0 0,0 0 1 0 0,0 0-1 0 0,0 0 1 0 0,0-1-1 0 0,1 1 1 0 0,-1 0-1 0 0,0 0 0 0 0,0 0 1 0 0,0 0-1 0 0,0 0 1 0 0,0 0-1 0 0,0-1 0 0 0,0 1 1 0 0,0 0-1 0 0,0 0 1 0 0,1 0-1 0 0,-1 0 0 0 0,0 0 1 0 0,0-1-1 0 0,0 1 1 0 0,0 0-1 0 0,0 0 0 0 0,0 0 1 0 0,0 0-1 0 0,0-1 1 0 0,0 1-1 0 0,0 0 1 0 0,0 0-1 0 0,0 0 0 0 0,0 0 1 0 0,0-1-1 0 0,0 1 1 0 0,-1 0-1 0 0,1 0 0 0 0,0 0 1 0 0,0 0-1 0 0,0 0 1 0 0,0-1-1 0 0,-20-12-7 0 0,-1 1 0 0 0,0 1-1 0 0,-1 1 1 0 0,0 1 0 0 0,-1 0 0 0 0,1 2 0 0 0,-2 1 0 0 0,-28-5-1 0 0,50 11-10 0 0,-33-10-543 0 0,446 49 337 0 0,-403-39 199 0 0,-6 0 19 0 0,-1 0-1 0 0,0-1 1 0 0,0 1-1 0 0,0 0 0 0 0,0 0 1 0 0,1 0-1 0 0,-1 0 1 0 0,0 0-1 0 0,0 1 1 0 0,0-1-1 0 0,1 0 0 0 0,-1 0 1 0 0,0 1-1 0 0,0-1 1 0 0,0 1-1 0 0,0-1 0 0 0,0 1 1 0 0,0-1-1 0 0,0 1 1 0 0,0 0-1 0 0,0-1 1 0 0,1 2-1 0 0,-1 0 0 0 0,-1 0-1 0 0,0 0 1 0 0,0 0 0 0 0,0 0-1 0 0,0 0 1 0 0,0 0 0 0 0,-1 0 0 0 0,1 0-1 0 0,-1 0 1 0 0,1 0 0 0 0,-1 0-1 0 0,1-1 1 0 0,-1 1 0 0 0,0 0-1 0 0,0 0 1 0 0,0-1 0 0 0,0 1 0 0 0,0-1-1 0 0,-1 1 1 0 0,1-1 0 0 0,0 1-1 0 0,-3 1 1 0 0,0 2 4 0 0,-27 28-3 0 0,-1-2 0 0 0,-70 52-1 0 0,1-1-330 0 0,66-52-2585 0 0,27-23 1171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57.5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50 4684 0 0,'5'-33'-72'0'0,"-5"32"200"0"0,4-14 671 0 0,12 319-721 0 0,-18-276 55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7:58.3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464 143 3360 0 0,'0'-7'26'0'0,"-1"1"0"0"0,-1-1 1 0 0,1 0-1 0 0,-1 1 0 0 0,0-1 0 0 0,-1 1 0 0 0,1 0 0 0 0,-1 0 0 0 0,0 0 0 0 0,-1 0 0 0 0,0 0 0 0 0,0 1 1 0 0,0-1-1 0 0,0 1 0 0 0,-1 0 0 0 0,0 1 0 0 0,0-1 0 0 0,0 1 0 0 0,-1 0 0 0 0,1 0 0 0 0,-1 0 0 0 0,0 1 0 0 0,0 0 1 0 0,0 0-1 0 0,0 1 0 0 0,-1-1 0 0 0,1 1 0 0 0,-8-1 0 0 0,3 2-8 0 0,-1 1 0 0 0,1 0 0 0 0,-1 0 0 0 0,1 1 0 0 0,-1 1-1 0 0,1 0 1 0 0,-1 0 0 0 0,1 1 0 0 0,0 1 0 0 0,0 0 0 0 0,1 0 0 0 0,-1 1 0 0 0,1 1 0 0 0,0-1-1 0 0,0 2 1 0 0,1-1 0 0 0,0 1 0 0 0,0 1 0 0 0,0-1 0 0 0,-9 13 0 0 0,7-7-15 0 0,0 0 1 0 0,0 0-1 0 0,2 1 1 0 0,0 1 0 0 0,0-1-1 0 0,1 2 1 0 0,1-1-1 0 0,1 1 1 0 0,0 0-1 0 0,1 0 1 0 0,0 1-1 0 0,2-1 1 0 0,-3 23-1 0 0,6-29 4 0 0,-1 0 0 0 0,2 1-1 0 0,0-1 1 0 0,0 0-1 0 0,0 0 1 0 0,1 0-1 0 0,1 0 1 0 0,0 0 0 0 0,0-1-1 0 0,1 1 1 0 0,0-1-1 0 0,1 0 1 0 0,11 17 0 0 0,-6-13 3 0 0,0-1 1 0 0,1-1-1 0 0,0 0 1 0 0,0-1-1 0 0,2 0 1 0 0,-1 0-1 0 0,1-1 1 0 0,20 10-1 0 0,-1-4 19 0 0,2 0-1 0 0,0-2 1 0 0,1-2-1 0 0,0-1 1 0 0,1-2-1 0 0,0-1 1 0 0,41 2-1 0 0,-59-7 44 0 0,1-2 1 0 0,0 0-1 0 0,-1 0 1 0 0,1-2-1 0 0,0 0 0 0 0,-1-2 1 0 0,0 0-1 0 0,0-1 0 0 0,28-11 1 0 0,-38 13-29 0 0,-1-1 0 0 0,1 0 0 0 0,-1-1 1 0 0,0 0-1 0 0,0 0 0 0 0,-1-1 0 0 0,0 0 1 0 0,0 0-1 0 0,0 0 0 0 0,0-1 0 0 0,-1 1 1 0 0,0-1-1 0 0,-1-1 0 0 0,1 1 1 0 0,-1-1-1 0 0,-1 1 0 0 0,0-1 0 0 0,0 0 1 0 0,0-1-1 0 0,-1 1 0 0 0,0 0 0 0 0,1-18 1 0 0,-2 12 9 0 0,0-1 0 0 0,-1 1 0 0 0,-1-1 0 0 0,-1 1 0 0 0,0-1 0 0 0,-1 1 0 0 0,0 0 0 0 0,-1-1 0 0 0,-1 2 0 0 0,0-1 0 0 0,-1 1 1 0 0,-11-20-1 0 0,12 24-33 0 0,-1 0 0 0 0,-1 0 0 0 0,1 1 1 0 0,-1 0-1 0 0,-1 0 0 0 0,0 0 0 0 0,0 1 1 0 0,0 0-1 0 0,-1 1 0 0 0,0 0 0 0 0,0 0 1 0 0,0 1-1 0 0,-1 0 0 0 0,0 0 0 0 0,0 1 1 0 0,0 1-1 0 0,-16-4 0 0 0,-10 1-210 0 0,1 2-1 0 0,-1 1 1 0 0,0 2 0 0 0,0 1-1 0 0,0 2 1 0 0,1 2 0 0 0,-53 11-1 0 0,72-7-2820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1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 4128 0 0,'0'0'-257'0'0,"1"0"-156"0"0,-1 0 417 0 0,0 0-1 0 0,0 0 1 0 0,0 0 0 0 0,0 0-1 0 0,0 0 1 0 0,1 1-1 0 0,-1-1 1 0 0,0 0-1 0 0,0 0 1 0 0,0 0 0 0 0,0 0-1 0 0,0 0 1 0 0,0 0-1 0 0,0 1 1 0 0,1-1-1 0 0,-1 0 1 0 0,0 0-1 0 0,0 0 1 0 0,0 0 0 0 0,0 0-1 0 0,0 1 1 0 0,0-1-1 0 0,0 0 1 0 0,0 0-1 0 0,0 0 1 0 0,0 0 0 0 0,0 0-1 0 0,0 1 1 0 0,0-1-1 0 0,0 0 1 0 0,0 0-1 0 0,0 0 1 0 0,0 0-1 0 0,0 1 1 0 0,0-1 0 0 0,0 0-1 0 0,0 0 1 0 0,0 0-1 0 0,0 0 1 0 0,0 0-1 0 0,-1 1 1 0 0,1-1 0 0 0,0 0-1 0 0,0 0 1 0 0,0 0-1 0 0,0 0 1 0 0,0 0-1 0 0,0 0 1 0 0,0 1-1 0 0,-1-1 1 0 0,1 0 0 0 0,0 0-1 0 0,0 0 1 0 0,0 0-1 0 0,0 0 1 0 0,0 0-1 0 0,-1 0 1 0 0,1 0 0 0 0,0 0-1 0 0,0 0 1 0 0,0 0-1 0 0,0 0 1 0 0,-1 0-1 0 0,398-7 677 0 0,-156-3-560 0 0,73-2 17 0 0,-260 10-56 0 0,-50 1-52 0 0,19 1 130 0 0,-9 0-115 0 0,-10 0 14 0 0,12 1 360 0 0,-7 0-303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2.6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211 452 3528 0 0,'0'0'1332'0'0,"-3"-4"-1253"0"0,2 1-61 0 0,-1 0 0 0 0,0 0 0 0 0,0 0 0 0 0,0 1 0 0 0,0-1 0 0 0,0 1 1 0 0,-1-1-1 0 0,1 1 0 0 0,-1 0 0 0 0,0 0 0 0 0,1 0 0 0 0,-1 0 0 0 0,0 0 0 0 0,0 1 0 0 0,0-1 0 0 0,-1 1 0 0 0,1 0 0 0 0,0 0 0 0 0,0 0 0 0 0,-1 0 0 0 0,1 1 0 0 0,-5-1 0 0 0,1 1-12 0 0,0 1 0 0 0,0-1 0 0 0,0 1 0 0 0,1 0 0 0 0,-1 1 0 0 0,0 0 0 0 0,1 0 0 0 0,-1 0 0 0 0,1 1 0 0 0,0 0 0 0 0,0 0 0 0 0,0 1 0 0 0,0-1 0 0 0,0 1 0 0 0,1 1 0 0 0,0-1 0 0 0,0 1 0 0 0,0 0 0 0 0,0 0 0 0 0,-6 10 0 0 0,10-13-8 0 0,0 0-1 0 0,0-1 1 0 0,0 1 0 0 0,0 0 0 0 0,0 0 0 0 0,1 0-1 0 0,-1-1 1 0 0,1 1 0 0 0,0 0 0 0 0,-1 0 0 0 0,1 0-1 0 0,0 0 1 0 0,0 0 0 0 0,0 0 0 0 0,0 0 0 0 0,0 0-1 0 0,1-1 1 0 0,-1 1 0 0 0,1 0 0 0 0,-1 0 0 0 0,1 0-1 0 0,0 0 1 0 0,-1-1 0 0 0,2 3 0 0 0,1-1 0 0 0,-1 1 0 0 0,1-2 0 0 0,0 1 0 0 0,0 0 1 0 0,0 0-1 0 0,0-1 0 0 0,1 0 0 0 0,-1 0 0 0 0,1 0 0 0 0,7 3 1 0 0,5 2 3 0 0,1-2 0 0 0,0 0 1 0 0,32 4-1 0 0,-45-8 33 0 0,1 0 0 0 0,0-1-1 0 0,-1 1 1 0 0,1-1 0 0 0,0-1 0 0 0,0 1 0 0 0,-1-1 0 0 0,1 1 0 0 0,0-1 0 0 0,-1-1-1 0 0,1 1 1 0 0,-1-1 0 0 0,1 1 0 0 0,-1-1 0 0 0,0-1 0 0 0,0 1 0 0 0,6-4 0 0 0,-5 1 4 0 0,0 0 1 0 0,-1 0-1 0 0,1 0 1 0 0,-1 0-1 0 0,0-1 1 0 0,0 0 0 0 0,-1 0-1 0 0,0 0 1 0 0,0 0-1 0 0,4-12 1 0 0,1-9 64 0 0,-2-1 1 0 0,-1-1 0 0 0,-1 1-1 0 0,0-43 1 0 0,-4 66-92 0 0,3-54 472 0 0,-3 0 0 0 0,-8-66-1 0 0,3 69-246 0 0,-12 95-278 0 0,11 14 18 0 0,3 96 0 0 0,5-126 15 0 0,0 0 1 0 0,1 0-1 0 0,2 0 0 0 0,0 0 1 0 0,2 0-1 0 0,14 35 0 0 0,-18-52 7 0 0,0 0 0 0 0,0 0 0 0 0,0-1 1 0 0,1 1-1 0 0,0-1 0 0 0,0 0 0 0 0,1 0 0 0 0,-1 0 0 0 0,1 0 0 0 0,0-1 0 0 0,0 0 0 0 0,0 0 1 0 0,8 5-1 0 0,-8-7-221 0 0,-1-1 1 0 0,1 1 0 0 0,-1-1 0 0 0,1 1-1 0 0,0-1 1 0 0,-1-1 0 0 0,1 1 0 0 0,0-1-1 0 0,0 0 1 0 0,0 0 0 0 0,-1 0-1 0 0,1 0 1 0 0,0-1 0 0 0,0 0 0 0 0,-1 0-1 0 0,1 0 1 0 0,-1-1 0 0 0,1 0 0 0 0,4-2-1 0 0,10-5-2093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3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31 5541 0 0,'-21'-19'-989'0'0,"21"19"1121"0"0,-13-9 115 0 0,16 6 28 0 0,19 12 53 0 0,-6-1-330 0 0,-2 1 0 0 0,1 1-1 0 0,-1 1 1 0 0,-1 0 0 0 0,0 0 0 0 0,0 1 0 0 0,11 14 0 0 0,23 22-10 0 0,-38-40 18 0 0,-1 1 1 0 0,0 0-1 0 0,0 1 0 0 0,9 14 1 0 0,-15-22 2 0 0,-1 0 1 0 0,1 1 0 0 0,-1-1 0 0 0,1 0-1 0 0,-1 1 1 0 0,0-1 0 0 0,0 1-1 0 0,0 0 1 0 0,0-1 0 0 0,-1 1-1 0 0,1 0 1 0 0,-1-1 0 0 0,1 1 0 0 0,-1 0-1 0 0,0 0 1 0 0,0 0 0 0 0,0-1-1 0 0,-1 1 1 0 0,1 0 0 0 0,-1-1-1 0 0,1 1 1 0 0,-1 0 0 0 0,0-1-1 0 0,-2 5 1 0 0,2-5 6 0 0,1-1-1 0 0,-1 1 0 0 0,0-1 1 0 0,0 0-1 0 0,0 1 0 0 0,0-1 1 0 0,0 0-1 0 0,0 0 0 0 0,0 0 1 0 0,0 0-1 0 0,-1 0 0 0 0,1 0 0 0 0,0 0 1 0 0,-1 0-1 0 0,1 0 0 0 0,0 0 1 0 0,-1-1-1 0 0,1 1 0 0 0,-1-1 1 0 0,1 1-1 0 0,-1-1 0 0 0,0 0 1 0 0,1 1-1 0 0,-1-1 0 0 0,1 0 1 0 0,-1 0-1 0 0,1 0 0 0 0,-1 0 1 0 0,0 0-1 0 0,1-1 0 0 0,-1 1 1 0 0,1 0-1 0 0,-1-1 0 0 0,1 1 1 0 0,-1-1-1 0 0,1 1 0 0 0,-1-1 1 0 0,1 0-1 0 0,-1 0 0 0 0,1 0 1 0 0,0 0-1 0 0,0 0 0 0 0,-2-1 1 0 0,1 0 4 0 0,0-1 0 0 0,0 0 0 0 0,0 0 1 0 0,0 0-1 0 0,0 0 0 0 0,1 0 0 0 0,-1 0 0 0 0,1 0 1 0 0,0 0-1 0 0,0 0 0 0 0,0-1 0 0 0,0 1 0 0 0,1-1 1 0 0,-1 1-1 0 0,1 0 0 0 0,0-1 0 0 0,0 1 1 0 0,0-1-1 0 0,1-4 0 0 0,5-13-23 0 0,2 0-1 0 0,0 0 1 0 0,1 1-1 0 0,1 0 1 0 0,1 1 0 0 0,1 0-1 0 0,0 0 1 0 0,20-21-1 0 0,-31 38-32 0 0,-20 10-3945 0 0,14-6 3027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4.0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248 75 3692 0 0,'-7'-39'-131'0'0,"4"36"159"0"0,1 0-1 0 0,-1 0 1 0 0,0 1 0 0 0,1-1-1 0 0,-1 1 1 0 0,0-1 0 0 0,-1 1-1 0 0,1 0 1 0 0,0 0 0 0 0,-1 0-1 0 0,1 1 1 0 0,-1-1-1 0 0,1 1 1 0 0,-1 0 0 0 0,0 0-1 0 0,0 0 1 0 0,1 1 0 0 0,-1-1-1 0 0,0 1 1 0 0,0 0 0 0 0,0 0-1 0 0,0 0 1 0 0,0 0 0 0 0,1 1-1 0 0,-1 0 1 0 0,0-1 0 0 0,0 1-1 0 0,1 1 1 0 0,-1-1 0 0 0,1 1-1 0 0,-6 2 1 0 0,-1 0 1 0 0,1 1 0 0 0,0 0 0 0 0,0 0 0 0 0,0 1 0 0 0,1 0 0 0 0,0 1 1 0 0,0 0-1 0 0,1 0 0 0 0,-1 1 0 0 0,2-1 0 0 0,-8 11 0 0 0,12-14-23 0 0,-1 1-1 0 0,0 0 1 0 0,1 0-1 0 0,0 0 1 0 0,0 0-1 0 0,1 0 1 0 0,-1 1-1 0 0,1-1 1 0 0,0 0-1 0 0,1 1 1 0 0,-1-1-1 0 0,1 9 1 0 0,0-12-3 0 0,1 0 0 0 0,-1 0 1 0 0,1 0-1 0 0,-1 0 0 0 0,1 0 1 0 0,0 0-1 0 0,0 0 0 0 0,0 0 1 0 0,0 0-1 0 0,0 0 0 0 0,0 0 1 0 0,0 0-1 0 0,1-1 0 0 0,-1 1 1 0 0,1 0-1 0 0,-1-1 0 0 0,1 0 0 0 0,0 1 1 0 0,0-1-1 0 0,-1 0 0 0 0,1 0 1 0 0,0 0-1 0 0,0 0 0 0 0,0 0 1 0 0,0 0-1 0 0,0 0 0 0 0,0-1 1 0 0,1 1-1 0 0,-1-1 0 0 0,0 1 1 0 0,0-1-1 0 0,4 0 0 0 0,3 0 26 0 0,0 0 0 0 0,-1 0 0 0 0,1-1 0 0 0,-1 0 0 0 0,1 0 0 0 0,-1-1 0 0 0,0 0 0 0 0,0-1 0 0 0,0 0 0 0 0,0 0 0 0 0,0 0 0 0 0,0-1 0 0 0,-1-1 0 0 0,0 1 0 0 0,9-8 0 0 0,6-7 255 0 0,-1 0-1 0 0,0-2 1 0 0,19-27 0 0 0,-7 10 643 0 0,-19 23-90 0 0,-17 21-541 0 0,1-1-295 0 0,-1 0 0 0 0,0 0-1 0 0,1 0 1 0 0,0 0 0 0 0,0 1-1 0 0,1-1 1 0 0,-1 1 0 0 0,1-1-1 0 0,0 1 1 0 0,1-1 0 0 0,0 1-1 0 0,0 10 1 0 0,1-11-29 0 0,1 0 1 0 0,0-1-1 0 0,0 1 0 0 0,0-1 0 0 0,1 0 1 0 0,0 1-1 0 0,-1-1 0 0 0,2 0 0 0 0,-1-1 1 0 0,0 1-1 0 0,1-1 0 0 0,-1 1 0 0 0,1-1 1 0 0,0 0-1 0 0,0 0 0 0 0,0 0 0 0 0,1-1 1 0 0,-1 0-1 0 0,0 0 0 0 0,1 0 0 0 0,5 2 1 0 0,-4-3-514 0 0,-1 1 0 0 0,1-1 0 0 0,0 0 1 0 0,0-1-1 0 0,0 1 0 0 0,-1-1 0 0 0,8-1 1 0 0,10-1-1312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4.9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242 47 5064 0 0,'0'-2'-12'0'0,"0"0"0"0"0,-1 0 0 0 0,1 0 0 0 0,-1-1 0 0 0,1 1 0 0 0,-1 0 0 0 0,0 0-1 0 0,0 0 1 0 0,0 0 0 0 0,0 0 0 0 0,0 1 0 0 0,-1-1 0 0 0,1 0 0 0 0,0 0-1 0 0,-1 1 1 0 0,1-1 0 0 0,-1 1 0 0 0,0-1 0 0 0,1 1 0 0 0,-1 0 0 0 0,0 0 0 0 0,0 0-1 0 0,0 0 1 0 0,0 0 0 0 0,0 0 0 0 0,0 0 0 0 0,0 0 0 0 0,0 1 0 0 0,0-1-1 0 0,0 1 1 0 0,-1 0 0 0 0,1 0 0 0 0,0 0 0 0 0,-4 0 0 0 0,-2-1 39 0 0,0 1-1 0 0,0 1 1 0 0,1-1 0 0 0,-1 1 0 0 0,0 1 0 0 0,1-1-1 0 0,-1 1 1 0 0,1 0 0 0 0,-9 4 0 0 0,5 0-8 0 0,-31 16 43 0 0,40-21-59 0 0,0 0 0 0 0,1 0 0 0 0,-1 0 0 0 0,1 0 0 0 0,-1 1 0 0 0,1-1-1 0 0,0 0 1 0 0,-1 1 0 0 0,1-1 0 0 0,0 1 0 0 0,0 0 0 0 0,0-1 0 0 0,0 1 0 0 0,0 0 0 0 0,0-1 0 0 0,1 1-1 0 0,-1 0 1 0 0,1 0 0 0 0,-1 3 0 0 0,1-3 2 0 0,1 0-1 0 0,-1 0 0 0 0,1 0 1 0 0,0 0-1 0 0,0 0 1 0 0,0 0-1 0 0,0 0 0 0 0,0-1 1 0 0,1 1-1 0 0,-1 0 1 0 0,0-1-1 0 0,1 1 0 0 0,-1-1 1 0 0,1 1-1 0 0,0-1 1 0 0,0 0-1 0 0,-1 1 0 0 0,1-1 1 0 0,0 0-1 0 0,0 0 1 0 0,0 0-1 0 0,0-1 0 0 0,0 1 1 0 0,0 0-1 0 0,0-1 1 0 0,0 1-1 0 0,0-1 1 0 0,3 0-1 0 0,67 9 20 0 0,-67-9-25 0 0,6 1 1 0 0,0-1-1 0 0,1 0 1 0 0,-1-1-1 0 0,0-1 1 0 0,0 1-1 0 0,0-2 1 0 0,17-5-1 0 0,-24 7 29 0 0,-1 0 0 0 0,0-1 1 0 0,1 1-1 0 0,-1-1 0 0 0,0 0 0 0 0,0 0 0 0 0,0 0 0 0 0,0 0 1 0 0,-1-1-1 0 0,1 1 0 0 0,0-1 0 0 0,-1 0 0 0 0,0 1 1 0 0,0-1-1 0 0,0 0 0 0 0,0 0 0 0 0,0-1 0 0 0,0 1 1 0 0,-1 0-1 0 0,0-1 0 0 0,1 1 0 0 0,-1 0 0 0 0,0-1 0 0 0,-1 0 1 0 0,1 1-1 0 0,-1-1 0 0 0,1-4 0 0 0,-1 6 30 0 0,0-12 229 0 0,2 39-284 0 0,1 1 0 0 0,1 0 0 0 0,2-1 0 0 0,0 0 0 0 0,2 0 0 0 0,1 0 0 0 0,0-1 0 0 0,18 29 0 0 0,0-10 5 0 0,-17-28-2 0 0,0 0 0 0 0,0 0 0 0 0,-2 1 1 0 0,0 0-1 0 0,-1 1 0 0 0,9 29 0 0 0,-16-43-5 0 0,0 1 1 0 0,0 0-1 0 0,-1-1 1 0 0,1 1-1 0 0,-1-1 1 0 0,0 1-1 0 0,0 0 1 0 0,0-1-1 0 0,0 1 1 0 0,0-1-1 0 0,-1 0 1 0 0,1 0-1 0 0,-1 1 1 0 0,0-1-1 0 0,0 0 1 0 0,-1 0-1 0 0,1-1 1 0 0,0 1-1 0 0,-1 0 1 0 0,0-1-1 0 0,1 1 1 0 0,-1-1-1 0 0,0 0 1 0 0,0 0-1 0 0,-1 0 1 0 0,1-1-1 0 0,-5 3 1 0 0,-9 4 0 0 0,0 0 1 0 0,0-1 0 0 0,-1-1 0 0 0,-18 4-1 0 0,1-2 7 0 0,1-2 1 0 0,-38 2-1 0 0,57-7 18 0 0,1 0 0 0 0,-1-2 0 0 0,0 0 0 0 0,1 0 1 0 0,-1-2-1 0 0,1 1 0 0 0,-23-9 0 0 0,34 10-20 0 0,1 1-1 0 0,0-1 1 0 0,-1 0-1 0 0,1 0 1 0 0,0 0 0 0 0,0 0-1 0 0,0-1 1 0 0,0 1-1 0 0,0-1 1 0 0,0 1 0 0 0,0-1-1 0 0,0 0 1 0 0,0 1-1 0 0,1-1 1 0 0,-1 0 0 0 0,1 0-1 0 0,-1 0 1 0 0,1-1-1 0 0,0 1 1 0 0,0 0 0 0 0,0 0-1 0 0,0-1 1 0 0,-1-4-1 0 0,2 4-1 0 0,0-1-1 0 0,0 0 0 0 0,1 1 1 0 0,-1-1-1 0 0,1 0 0 0 0,0 1 1 0 0,0-1-1 0 0,1 1 0 0 0,-1-1 1 0 0,1 1-1 0 0,-1-1 0 0 0,1 1 0 0 0,0 0 1 0 0,3-3-1 0 0,5-8-17 0 0,1 1 0 0 0,1 1 1 0 0,0 0-1 0 0,1 1 0 0 0,25-18 0 0 0,-23 19-258 0 0,38-22 208 0 0,-17 22-3332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8:09.5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1816 108 4184 0 0,'-5'-3'-89'0'0,"1"1"0"0"0,-1 0 0 0 0,0 0 0 0 0,0 0 0 0 0,0 0 0 0 0,0 1 0 0 0,-1 0 0 0 0,-7-1 0 0 0,0 0-23 0 0,10 1 74 0 0,-13-2 170 0 0,-161-34 186 0 0,112 21-290 0 0,0 3 0 0 0,-72-5 1 0 0,92 17-20 0 0,0 3 0 0 0,0 1 0 0 0,0 2 0 0 0,1 2 1 0 0,0 1-1 0 0,0 3 0 0 0,1 2 0 0 0,1 1 0 0 0,0 3 0 0 0,1 1 1 0 0,0 2-1 0 0,-72 49 0 0 0,65-37 20 0 0,1 2 0 0 0,2 2-1 0 0,1 2 1 0 0,2 2 0 0 0,2 1 0 0 0,1 3 0 0 0,3 1-1 0 0,2 1 1 0 0,-49 87 0 0 0,43-54-21 0 0,-50 143-1 0 0,74-171 11 0 0,2 1 0 0 0,3 0-1 0 0,1 1 1 0 0,-1 60 0 0 0,9-65 6 0 0,2 0 1 0 0,2-1-1 0 0,2 0 0 0 0,2 1 0 0 0,2-2 1 0 0,2 1-1 0 0,3-1 0 0 0,1-1 0 0 0,2 0 0 0 0,2-1 1 0 0,2-1-1 0 0,2-1 0 0 0,39 56 0 0 0,-36-64 20 0 0,0-1 0 0 0,3-2 0 0 0,0-1 0 0 0,2 0 0 0 0,2-3 0 0 0,0-1 0 0 0,1-1 0 0 0,2-1 0 0 0,0-2 0 0 0,2-2 0 0 0,0-2 0 0 0,1-1 0 0 0,1-1 0 0 0,45 11 0 0 0,95 21 98 0 0,2-8 1 0 0,191 18 0 0 0,18-38 73 0 0,-296-22 20 0 0,0-4 0 0 0,106-21 1 0 0,-144 14-120 0 0,-1-1 1 0 0,-1-4 0 0 0,-1-1 0 0 0,0-3-1 0 0,64-38 1 0 0,-55 24 108 0 0,-2-3 0 0 0,-1-3 0 0 0,94-88 0 0 0,-113 91-72 0 0,-1-2 1 0 0,-2-2-1 0 0,53-79 1 0 0,-72 93-71 0 0,-2-2 0 0 0,0 0 0 0 0,-3 0 0 0 0,0-1 0 0 0,-2-1 0 0 0,-2 0 0 0 0,8-45 0 0 0,-12 35-48 0 0,-3 0 1 0 0,-1 0 0 0 0,-2 0-1 0 0,-1 0 1 0 0,-3 0 0 0 0,-2 0-1 0 0,-1 1 1 0 0,-2 0-1 0 0,-2 1 1 0 0,-2 0 0 0 0,-2 1-1 0 0,-32-60 1 0 0,-65-90-36 0 0,93 162-5 0 0,-2 1 0 0 0,-1 0 0 0 0,-1 2 0 0 0,-35-29 0 0 0,-127-88-39 0 0,148 117 27 0 0,-1 2 1 0 0,0 2-1 0 0,-52-20 0 0 0,-235-67-10 0 0,150 53 35 0 0,112 37-26 0 0,0 2 1 0 0,-1 2-1 0 0,-104-6 0 0 0,103 19-553 0 0,36 1-4362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2.9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672 108 3508 0 0,'0'0'3105'0'0,"-3"-3"-2971"0"0,-4-5 2 0 0,-1 0 0 0 0,0 1 0 0 0,-1 0 1 0 0,1 0-1 0 0,-1 0 0 0 0,-1 2 0 0 0,1-1 0 0 0,-1 1 0 0 0,0 0 0 0 0,-1 1 0 0 0,1 0 0 0 0,-1 1 0 0 0,1 0 0 0 0,-16-2 0 0 0,9 3-111 0 0,-1-1-1 0 0,0 2 0 0 0,1 0 1 0 0,-1 1-1 0 0,0 1 1 0 0,1 1-1 0 0,-1 1 1 0 0,1 0-1 0 0,0 1 1 0 0,0 0-1 0 0,0 2 0 0 0,0 0 1 0 0,1 1-1 0 0,0 1 1 0 0,0 0-1 0 0,1 1 1 0 0,-28 21-1 0 0,27-16-20 0 0,0 0 0 0 0,1 0 0 0 0,1 2 1 0 0,0 0-1 0 0,1 0 0 0 0,1 1 0 0 0,0 1 0 0 0,1 0 0 0 0,1 0 0 0 0,1 1 0 0 0,1 1 0 0 0,-6 20 1 0 0,9-21-3 0 0,1 0 1 0 0,1 1-1 0 0,1-1 1 0 0,0 1 0 0 0,2 0-1 0 0,0-1 1 0 0,2 1-1 0 0,0 0 1 0 0,1-1 0 0 0,0 1-1 0 0,10 25 1 0 0,-9-34-2 0 0,0 1 0 0 0,1-1 0 0 0,0 0 0 0 0,1 0-1 0 0,0 0 1 0 0,1-1 0 0 0,0 0 0 0 0,0 0 0 0 0,1-1 0 0 0,0 0 0 0 0,1-1 0 0 0,0 1 0 0 0,1-2 0 0 0,0 1 0 0 0,0-1 0 0 0,0-1 0 0 0,1 0 0 0 0,0 0 0 0 0,19 6 0 0 0,-4-3 3 0 0,0-2 0 0 0,0 0 0 0 0,1-2 0 0 0,0-1 0 0 0,0-2 0 0 0,0 0 0 0 0,0-2 0 0 0,1 0 0 0 0,-1-2 0 0 0,42-9 0 0 0,-25 2 52 0 0,0-3 0 0 0,76-30 0 0 0,-103 34-13 0 0,1 0 1 0 0,-2-1-1 0 0,1-1 0 0 0,-1-1 1 0 0,0 0-1 0 0,-1-1 1 0 0,-1-1-1 0 0,0 0 0 0 0,16-20 1 0 0,-24 25-25 0 0,0-1 1 0 0,-1-1 0 0 0,0 1-1 0 0,0-1 1 0 0,-1 0 0 0 0,0 0-1 0 0,-1 0 1 0 0,0 0 0 0 0,-1-1-1 0 0,0 1 1 0 0,0-1 0 0 0,-1 1-1 0 0,0-1 1 0 0,-1 0 0 0 0,-1 0-1 0 0,-1-14 1 0 0,-2 3-6 0 0,-1 0 0 0 0,-1 0 0 0 0,0 0 0 0 0,-2 1 0 0 0,-1 0 0 0 0,-18-33 0 0 0,18 40-14 0 0,0 0 1 0 0,-2 0-1 0 0,1 1 1 0 0,-2 0 0 0 0,0 1-1 0 0,0 1 1 0 0,-1 0-1 0 0,-1 0 1 0 0,0 1 0 0 0,0 1-1 0 0,-1 0 1 0 0,-25-10-1 0 0,-1 2-12 0 0,0 3 0 0 0,0 1 1 0 0,-74-12-1 0 0,96 21 11 0 0,-49-2 0 0 0,55 6-80 0 0,-21-1-836 0 0,33 0 728 0 0,0 1 0 0 0,1 0-1 0 0,-1 0 1 0 0,0 0 0 0 0,1 0 0 0 0,-1-1 0 0 0,1 1 0 0 0,-1 0 0 0 0,0-1 0 0 0,1 1 0 0 0,-1 0 0 0 0,1-1-1 0 0,-1 1 1 0 0,1-1 0 0 0,-1 1 0 0 0,1-1 0 0 0,-1 1 0 0 0,1-1 0 0 0,-1 1 0 0 0,1-1 0 0 0,0 1 0 0 0,-1-2-1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3.9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35 785 6813 0 0,'0'0'-260'0'0,"-19"1"-734"0"0,18-2 992 0 0,0 0 0 0 0,0 1 0 0 0,0-1 1 0 0,0 0-1 0 0,0 0 0 0 0,0 0 1 0 0,0 0-1 0 0,0 0 0 0 0,0 0 0 0 0,1 0 1 0 0,-1 0-1 0 0,0 0 0 0 0,1-1 1 0 0,-1 1-1 0 0,1 0 0 0 0,-1 0 0 0 0,1-1 1 0 0,-1 1-1 0 0,1 0 0 0 0,0-1 1 0 0,0 1-1 0 0,0 0 0 0 0,0-1 0 0 0,0 1 1 0 0,0 0-1 0 0,0-1 0 0 0,0 1 1 0 0,0 0-1 0 0,1 0 0 0 0,-1-1 0 0 0,0 1 1 0 0,1 0-1 0 0,-1 0 0 0 0,1-1 1 0 0,0 1-1 0 0,-1 0 0 0 0,1 0 0 0 0,1-2 1 0 0,39-59 226 0 0,-23 36-91 0 0,270-421 735 0 0,-249 392-827 0 0,-27 41-19 0 0,-1-1 0 0 0,0-1-1 0 0,-1 0 1 0 0,12-27 0 0 0,-14 26 133 0 0,-7 16-132 0 0,-1 0 0 0 0,1 0 0 0 0,-1 0-1 0 0,1 0 1 0 0,0 0 0 0 0,-1 0 0 0 0,0 0-1 0 0,1 0 1 0 0,-1 0 0 0 0,0-1 0 0 0,1 1 0 0 0,-1 0-1 0 0,0 0 1 0 0,0 0 0 0 0,0 0 0 0 0,0-1-1 0 0,0 1 1 0 0,0-2 0 0 0,-2 2-18 0 0,0 1 0 0 0,0-1 0 0 0,0 0 1 0 0,0 1-1 0 0,0 0 0 0 0,0-1 0 0 0,0 1 0 0 0,-1 0 1 0 0,1 0-1 0 0,0 0 0 0 0,0 0 0 0 0,0 0 0 0 0,0 1 1 0 0,0-1-1 0 0,0 1 0 0 0,0-1 0 0 0,-2 2 0 0 0,-99 22 126 0 0,10-9 164 0 0,90-15-174 0 0,8-4-114 0 0,4-1-7 0 0,0 0 0 0 0,0 0-1 0 0,1 1 1 0 0,0 0 0 0 0,0 1 0 0 0,0 0 0 0 0,0 0 0 0 0,1 1 0 0 0,-1 1 0 0 0,1-1 0 0 0,15 2-1 0 0,-2 0-5 0 0,-1 1-1 0 0,1 1 1 0 0,-1 1-1 0 0,32 9 0 0 0,-53-12 11 0 0,0 1-1 0 0,0-1 0 0 0,-1 0 0 0 0,1 1 0 0 0,-1-1 0 0 0,1 1 0 0 0,0 0 0 0 0,-1 0 0 0 0,1-1 0 0 0,-1 1 1 0 0,0 0-1 0 0,1 0 0 0 0,-1 0 0 0 0,0 1 0 0 0,1-1 0 0 0,-1 0 0 0 0,0 0 0 0 0,0 1 0 0 0,0-1 0 0 0,0 0 1 0 0,0 1-1 0 0,0-1 0 0 0,-1 1 0 0 0,1-1 0 0 0,0 1 0 0 0,-1 0 0 0 0,1-1 0 0 0,-1 1 0 0 0,1 2 0 0 0,-2-1 11 0 0,1 1 0 0 0,-1-1-1 0 0,1 0 1 0 0,-1 0 0 0 0,0 1 0 0 0,-1-1-1 0 0,1 0 1 0 0,0 0 0 0 0,-1-1-1 0 0,0 1 1 0 0,1 0 0 0 0,-1 0-1 0 0,0-1 1 0 0,-5 6 0 0 0,-9 6 55 0 0,-5 5-472 0 0,12-6-4317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4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77 4476 0 0,'0'0'-152'0'0,"-18"-14"-536"0"0,19 10 716 0 0,1 1 1 0 0,0 0 0 0 0,0 0-1 0 0,0 0 1 0 0,0 0-1 0 0,0 0 1 0 0,1 1 0 0 0,-1-1-1 0 0,1 1 1 0 0,0 0 0 0 0,0-1-1 0 0,0 1 1 0 0,0 0 0 0 0,0 1-1 0 0,0-1 1 0 0,0 1-1 0 0,1-1 1 0 0,-1 1 0 0 0,7-2-1 0 0,3 0 71 0 0,-1-1-1 0 0,1 2 1 0 0,0-1-1 0 0,25 0 0 0 0,-31 3-50 0 0,0 1-1 0 0,0-1 0 0 0,0 1 1 0 0,0 1-1 0 0,0-1 0 0 0,0 1 0 0 0,-1 0 1 0 0,1 1-1 0 0,0 0 0 0 0,-1 0 0 0 0,11 7 1 0 0,-15-9-30 0 0,1 1 1 0 0,-1 0 0 0 0,0 0-1 0 0,-1 0 1 0 0,1 0 0 0 0,0 0-1 0 0,-1 0 1 0 0,1 1 0 0 0,-1-1-1 0 0,1 0 1 0 0,-1 1 0 0 0,0-1-1 0 0,0 1 1 0 0,0 0 0 0 0,-1-1-1 0 0,1 1 1 0 0,0 0-1 0 0,-1-1 1 0 0,0 1 0 0 0,0 0-1 0 0,0-1 1 0 0,0 1 0 0 0,0 0-1 0 0,0 0 1 0 0,-1-1 0 0 0,1 1-1 0 0,-1 0 1 0 0,0-1 0 0 0,0 1-1 0 0,0 0 1 0 0,0-1 0 0 0,0 0-1 0 0,0 1 1 0 0,-4 3 0 0 0,-15 24 147 0 0,-1-1 0 0 0,-1-1 0 0 0,-51 50 0 0 0,23-26 74 0 0,41-45-183 0 0,7-5-33 0 0,-1 0 1 0 0,0 0 0 0 0,1 1-1 0 0,-1-1 1 0 0,1 0 0 0 0,0 1 0 0 0,0 0-1 0 0,0-1 1 0 0,-3 7 0 0 0,28-5 21 0 0,-9-3-34 0 0,-1 0 1 0 0,1-1-1 0 0,0-1 1 0 0,23-3-1 0 0,4 0 11 0 0,165-11 83 0 0,-203 15-121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5.9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536 47 4268 0 0,'1'-21'-204'0'0,"-6"17"224"0"0,0 1 1 0 0,-1 0-1 0 0,1 1 1 0 0,-1-1-1 0 0,0 1 1 0 0,1 0-1 0 0,-1 0 1 0 0,0 1-1 0 0,0 0 1 0 0,0 0-1 0 0,-1 0 1 0 0,1 1-1 0 0,0-1 1 0 0,0 2-1 0 0,0-1 1 0 0,0 1 0 0 0,0 0-1 0 0,-1 0 1 0 0,-9 4-1 0 0,-6 1 12 0 0,1 1 0 0 0,0 1 0 0 0,0 1 0 0 0,-24 14 0 0 0,21-7-10 0 0,1 1 0 0 0,1 1 0 0 0,0 1 0 0 0,2 0 0 0 0,0 2 0 0 0,1 0 1 0 0,2 1-1 0 0,0 1 0 0 0,1 1 0 0 0,1 0 0 0 0,-14 33 0 0 0,23-43-13 0 0,0-1-1 0 0,1 1 1 0 0,1 1-1 0 0,0-1 1 0 0,1 1-1 0 0,0-1 1 0 0,1 1-1 0 0,1 0 1 0 0,0 0-1 0 0,2 16 1 0 0,0-20-8 0 0,1 0 0 0 0,1 0 0 0 0,-1-1 0 0 0,1 0 0 0 0,1 1 0 0 0,0-1 0 0 0,1 0 0 0 0,0-1 0 0 0,0 1 0 0 0,1-1 0 0 0,0 0 0 0 0,0 0 0 0 0,1-1 0 0 0,12 11 0 0 0,-3-5 12 0 0,0-1 0 0 0,2 0 0 0 0,-1-2 0 0 0,2 0 0 0 0,-1-1 0 0 0,1-1 0 0 0,1-1 0 0 0,-1 0 0 0 0,2-1 0 0 0,23 4 0 0 0,-14-5 59 0 0,1-1-1 0 0,0-1 1 0 0,0-1-1 0 0,0-2 1 0 0,1-2-1 0 0,39-5 1 0 0,-49 2 3 0 0,-1 0 0 0 0,0-2 0 0 0,0-1 0 0 0,0 0 0 0 0,-1-2 0 0 0,0 0 0 0 0,-1-1 0 0 0,0-2 0 0 0,0 1 0 0 0,-1-2 0 0 0,-1 0 0 0 0,0-2 0 0 0,23-24 0 0 0,-31 28-20 0 0,0 1 1 0 0,0-1-1 0 0,-1-1 0 0 0,0 1 1 0 0,-1-2-1 0 0,0 1 1 0 0,-1-1-1 0 0,-1 1 0 0 0,0-2 1 0 0,-1 1-1 0 0,0 0 0 0 0,-1-1 1 0 0,0 0-1 0 0,-1 0 0 0 0,-1 0 1 0 0,0 0-1 0 0,-1 0 1 0 0,0 0-1 0 0,-2 0 0 0 0,1 0 1 0 0,-2 1-1 0 0,-4-17 0 0 0,2 16-21 0 0,0 1 0 0 0,-1 0 0 0 0,-1 1-1 0 0,0-1 1 0 0,-1 1 0 0 0,-1 1 0 0 0,1-1 0 0 0,-2 1-1 0 0,1 1 1 0 0,-2 0 0 0 0,1 0 0 0 0,-1 1-1 0 0,-1 1 1 0 0,0-1 0 0 0,-23-11 0 0 0,-1 2-223 0 0,-1 2 0 0 0,-1 2 0 0 0,0 1 0 0 0,-54-10 0 0 0,90 22-294 0 0,-14-1-2901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6.5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354 50 5268 0 0,'1'-15'-113'0'0,"-1"13"135"0"0,0 0 0 0 0,1 0 0 0 0,-1 0 0 0 0,0 0 0 0 0,0 0-1 0 0,0 0 1 0 0,-1 0 0 0 0,1 0 0 0 0,0 0 0 0 0,-1 0-1 0 0,1 0 1 0 0,-1 0 0 0 0,0 0 0 0 0,1 1 0 0 0,-3-4 0 0 0,2 4 1 0 0,-5 4-28 0 0,-5 2 4 0 0,1 1 0 0 0,-1 0 0 0 0,1 1 0 0 0,0 0 0 0 0,0 1 0 0 0,1 0 0 0 0,-13 13 0 0 0,-58 78-15 0 0,21-24 34 0 0,-47 64 34 0 0,103-133 177 0 0,32-18-4171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6.9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25 3876 0 0,'-7'-16'82'0'0,"2"7"122"0"0,3 11-2 0 0,3 15-206 0 0,2 0 0 0 0,-1 0 0 0 0,2 0 0 0 0,0 0-1 0 0,1 0 1 0 0,1-1 0 0 0,11 22 0 0 0,68 120 45 0 0,-53-101 16 0 0,-22-42-137 0 0,-7-10-171 0 0,0-1-1 0 0,0 0 0 0 0,0 1 1 0 0,-1-1-1 0 0,1 1 0 0 0,-1 0 0 0 0,2 8 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7.3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48 2948 0 0,'0'0'-101'0'0,"40"-7"28"0"0,241-33 833 0 0,-278 40-745 0 0,18 0-1507 0 0,-9 2 1291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8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389 10 2544 0 0,'-24'-4'86'0'0,"-1"1"0"0"0,0 1 0 0 0,1 1 0 0 0,-1 1-1 0 0,0 2 1 0 0,0 0 0 0 0,1 1 0 0 0,-1 2 0 0 0,1 0 0 0 0,0 2-1 0 0,-33 13 1 0 0,43-14-44 0 0,11-6-35 0 0,1 1 0 0 0,-1 0 0 0 0,1-1 1 0 0,-1 1-1 0 0,1 0 0 0 0,-1 1 0 0 0,1-1 1 0 0,0 0-1 0 0,-1 1 0 0 0,1-1 0 0 0,0 1 0 0 0,0 0 1 0 0,0-1-1 0 0,0 1 0 0 0,1 0 0 0 0,-1 0 0 0 0,0 0 1 0 0,1 1-1 0 0,-1-1 0 0 0,1 0 0 0 0,0 1 0 0 0,-2 3 1 0 0,3-4-6 0 0,0-1 1 0 0,0 0 0 0 0,0 1 0 0 0,1-1 0 0 0,-1 0-1 0 0,0 1 1 0 0,1-1 0 0 0,-1 0 0 0 0,1 0-1 0 0,-1 1 1 0 0,1-1 0 0 0,-1 0 0 0 0,1 0 0 0 0,0 0-1 0 0,0 0 1 0 0,0 1 0 0 0,-1-1 0 0 0,1 0-1 0 0,0-1 1 0 0,0 1 0 0 0,0 0 0 0 0,1 0 0 0 0,-1 0-1 0 0,0-1 1 0 0,0 1 0 0 0,0 0 0 0 0,1-1-1 0 0,-1 1 1 0 0,0-1 0 0 0,2 1 0 0 0,47 16 66 0 0,-40-15-64 0 0,126 28 61 0 0,-88-22-78 0 0,55 18 0 0 0,-88-21 14 0 0,61 23-19 0 0,-71-25 20 0 0,0-1-1 0 0,0 1 1 0 0,-1 0-1 0 0,1 0 1 0 0,0 0 0 0 0,-1 0-1 0 0,0 1 1 0 0,0 0 0 0 0,0 0-1 0 0,0 0 1 0 0,4 8-1 0 0,-7-11 0 0 0,-1 0 0 0 0,1 0 0 0 0,-1-1-1 0 0,0 1 1 0 0,1 0 0 0 0,-1 0-1 0 0,0 0 1 0 0,0 0 0 0 0,0 0 0 0 0,1 0-1 0 0,-1 0 1 0 0,0 0 0 0 0,0 0-1 0 0,-1 0 1 0 0,1 0 0 0 0,0-1 0 0 0,0 1-1 0 0,0 0 1 0 0,-1 0 0 0 0,1 0-1 0 0,0 0 1 0 0,-1 0 0 0 0,1 0 0 0 0,-1-1-1 0 0,0 3 1 0 0,-23 16 52 0 0,-33 2 85 0 0,24-12-9 0 0,-43 7 0 0 0,64-15-46 0 0,1 0 1 0 0,-1 0 0 0 0,1-1 0 0 0,-1-1 0 0 0,1 0-1 0 0,-1-1 1 0 0,-18-4 0 0 0,29 6-82 0 0,0 0 1 0 0,1-1-1 0 0,-1 1 1 0 0,0 0 0 0 0,1 0-1 0 0,-1 0 1 0 0,0-1-1 0 0,1 1 1 0 0,-1 0-1 0 0,1-1 1 0 0,-1 1 0 0 0,1 0-1 0 0,-1-1 1 0 0,0 1-1 0 0,1-1 1 0 0,-1 1-1 0 0,1-1 1 0 0,0 1-1 0 0,-1-1 1 0 0,1 1 0 0 0,-1-1-1 0 0,1 0 1 0 0,0 1-1 0 0,-1-1 1 0 0,1 1-1 0 0,0-1 1 0 0,0 0-1 0 0,0 1 1 0 0,-1-1 0 0 0,1 0-1 0 0,0 1 1 0 0,0-1-1 0 0,0 0 1 0 0,0 0-1 0 0,0 1 1 0 0,0-1-1 0 0,0 0 1 0 0,1 1 0 0 0,-1-1-1 0 0,0 0 1 0 0,0 1-1 0 0,0-1 1 0 0,1 0-1 0 0,-1 1 1 0 0,0-1 0 0 0,1 1-1 0 0,-1-1 1 0 0,0 0-1 0 0,1 1 1 0 0,-1-1-1 0 0,1 1 1 0 0,0-1-1 0 0,1-2 2 0 0,1 0 0 0 0,0 0-1 0 0,-1 0 1 0 0,1 1 0 0 0,0-1-1 0 0,1 1 1 0 0,-1 0 0 0 0,5-3-1 0 0,31-10-3 0 0,1 2 0 0 0,67-13-1 0 0,-51 13-13 0 0,-39 10 28 0 0,1-2 0 0 0,-1 0 0 0 0,-1-1 0 0 0,1-1 0 0 0,-1 0 0 0 0,15-10 0 0 0,-25 13 41 0 0,0-1 1 0 0,0 0-1 0 0,0 0 0 0 0,-1 0 0 0 0,0 0 0 0 0,0-1 0 0 0,-1 0 0 0 0,1 0 0 0 0,-1-1 0 0 0,-1 1 0 0 0,1-1 0 0 0,-1 1 1 0 0,0-1-1 0 0,-1 0 0 0 0,1 0 0 0 0,1-11 0 0 0,4-19 519 0 0,-8 35-579 0 0,-1 7-19 0 0,0 5 22 0 0,1 0 1 0 0,-1-1-1 0 0,2 1 0 0 0,-1-1 0 0 0,1 1 1 0 0,0 0-1 0 0,1-1 0 0 0,0 1 1 0 0,1-1-1 0 0,0 0 0 0 0,1 0 0 0 0,-1 0 1 0 0,11 16-1 0 0,-11-20-17 0 0,0 1-1 0 0,1-1 1 0 0,0 1-1 0 0,0-1 1 0 0,0 0 0 0 0,1-1-1 0 0,0 1 1 0 0,0-1-1 0 0,0 0 1 0 0,0 0 0 0 0,1 0-1 0 0,-1-1 1 0 0,1 0-1 0 0,0 0 1 0 0,0 0 0 0 0,0-1-1 0 0,0 0 1 0 0,0 0-1 0 0,1-1 1 0 0,-1 0 0 0 0,13 1-1 0 0,-15-2-224 0 0,0 0 0 0 0,0 0-1 0 0,0-1 1 0 0,0 0 0 0 0,1 0 0 0 0,-1 0-1 0 0,0-1 1 0 0,-1 1 0 0 0,1-1 0 0 0,0 0-1 0 0,0 0 1 0 0,-1 0 0 0 0,7-5 0 0 0,3-3-1083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8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20 4528 0 0,'-14'-2'48'0'0,"-5"-1"120"0"0,6-2 12 0 0,2 3-224 0 0,5-5-1248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39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20 3136 0 0,'0'0'-76'0'0,"-19"0"-21"0"0,10 0 270 0 0,12-2 562 0 0,29-4-730 0 0,1 1 0 0 0,-1 1 0 0 0,1 2-1 0 0,-1 2 1 0 0,1 0 0 0 0,47 8 0 0 0,-77-7-4 0 0,-1-1 0 0 0,0 0 1 0 0,0 1-1 0 0,0-1 0 0 0,0 1 0 0 0,0 0 0 0 0,0 0 1 0 0,0-1-1 0 0,0 1 0 0 0,0 1 0 0 0,-1-1 0 0 0,1 0 1 0 0,0 0-1 0 0,-1 1 0 0 0,1-1 0 0 0,-1 1 0 0 0,1-1 1 0 0,-1 1-1 0 0,0 0 0 0 0,1-1 0 0 0,-1 1 0 0 0,0 0 1 0 0,0 0-1 0 0,0 0 0 0 0,1 3 0 0 0,-2-1 4 0 0,0 0 0 0 0,0 0 0 0 0,0-1 0 0 0,0 1-1 0 0,-1 0 1 0 0,1 0 0 0 0,-1-1 0 0 0,0 1 0 0 0,0 0 0 0 0,-1-1-1 0 0,1 1 1 0 0,-1-1 0 0 0,-2 5 0 0 0,-6 8 41 0 0,0 0-1 0 0,-1-1 1 0 0,-1 0 0 0 0,-21 21-1 0 0,0-5 52 0 0,3-3 99 0 0,-48 58 0 0 0,68-76-121 0 0,9-10-71 0 0,1 1-1 0 0,-1-1 1 0 0,1 1-1 0 0,-1-1 1 0 0,1 0-1 0 0,0 1 1 0 0,-1-1-1 0 0,1 1 1 0 0,-1-1 0 0 0,1 1-1 0 0,0-1 1 0 0,-1 1-1 0 0,1 0 1 0 0,0-1-1 0 0,-1 1 1 0 0,1-1-1 0 0,0 1 1 0 0,0 0-1 0 0,0-1 1 0 0,0 1-1 0 0,0 0 1 0 0,0 1-1 0 0,0-1 52 0 0,64 6 80 0 0,-45-8-121 0 0,34-1 44 0 0,94-17-1 0 0,-119 7-2517 0 0,-21 7 1580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8:59:40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4 166 3412 0 0,'0'0'-153'0'0,"8"-3"-374"0"0,6-1 584 0 0,0 0 0 0 0,-1-2 0 0 0,1 0 0 0 0,-1 0 0 0 0,14-10 0 0 0,-23 13 35 0 0,0 1 0 0 0,0-1 0 0 0,0 0 0 0 0,0 0 0 0 0,-1-1-1 0 0,1 1 1 0 0,-1-1 0 0 0,0 0 0 0 0,0 0 0 0 0,-1 0 0 0 0,1 0-1 0 0,-1 0 1 0 0,0-1 0 0 0,0 1 0 0 0,0-1 0 0 0,0 1 0 0 0,-1-1 0 0 0,0 0-1 0 0,0 0 1 0 0,1-8 0 0 0,-3 11-72 0 0,0 0 0 0 0,1 1 1 0 0,-1-1-1 0 0,0 0 0 0 0,0 1 0 0 0,0-1 0 0 0,0 1 0 0 0,-1-1 0 0 0,1 1 1 0 0,0 0-1 0 0,-1-1 0 0 0,1 1 0 0 0,0 0 0 0 0,-1 0 0 0 0,0 0 0 0 0,1 0 0 0 0,-1 0 1 0 0,0 0-1 0 0,1 1 0 0 0,-1-1 0 0 0,0 1 0 0 0,0-1 0 0 0,1 1 0 0 0,-1-1 1 0 0,-3 1-1 0 0,5 0-8 0 0,-2-1 12 0 0,-10 5-3 0 0,-7-1 16 0 0,12 1-30 0 0,-1 0-1 0 0,1 1 1 0 0,0 0 0 0 0,1 0-1 0 0,-1 1 1 0 0,1 0 0 0 0,0 0-1 0 0,1 0 1 0 0,0 1 0 0 0,0 0-1 0 0,-6 10 1 0 0,9-14-6 0 0,1 0 0 0 0,-1 0 0 0 0,1 0-1 0 0,0-1 1 0 0,0 2 0 0 0,1-1 0 0 0,-1 0 0 0 0,1 0-1 0 0,-1 0 1 0 0,1 0 0 0 0,0 0 0 0 0,0 0 0 0 0,0 0 0 0 0,0 0-1 0 0,1 1 1 0 0,-1-1 0 0 0,1 0 0 0 0,0 0 0 0 0,0 0-1 0 0,0 0 1 0 0,0 0 0 0 0,1-1 0 0 0,-1 1 0 0 0,1 0 0 0 0,0-1-1 0 0,0 1 1 0 0,-1-1 0 0 0,2 1 0 0 0,-1-1 0 0 0,0 0-1 0 0,0 0 1 0 0,1 0 0 0 0,-1 0 0 0 0,1 0 0 0 0,2 1 0 0 0,7 4 8 0 0,1 0 1 0 0,-1-2-1 0 0,1 1 1 0 0,0-1-1 0 0,1-1 1 0 0,-1-1-1 0 0,1 1 1 0 0,13 0 0 0 0,116 6 57 0 0,-128-10-60 0 0,15 1-753 0 0,1-2 1 0 0,-1-1 0 0 0,53-11 0 0 0,-60 8-309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1:42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6720 3956 0 0,'0'0'1718'0'0,"7"1"-1825"0"0,56 8 174 0 0,0-3-1 0 0,0-2 1 0 0,75-6-1 0 0,200-45 332 0 0,-136-6-104 0 0,-119 28-218 0 0,-29 10 137 0 0,102-45 0 0 0,-133 49-104 0 0,0-1 1 0 0,-1-2-1 0 0,-1 0 1 0 0,0-1-1 0 0,-1-1 0 0 0,30-31 1 0 0,397-494 668 0 0,-393 461-621 0 0,-3-3 0 0 0,60-133 1 0 0,-81 155-128 0 0,-8 9 1 0 0,-2-1-1 0 0,-3 0 1 0 0,-2-1 0 0 0,-2-1 0 0 0,7-77 0 0 0,-3-4 115 0 0,-11-259 642 0 0,-44 40 25 0 0,-1-19-486 0 0,-13-258-275 0 0,31 482-63 0 0,1 17-15 0 0,-3-176-1 0 0,-14-167-47 0 0,14 273 52 0 0,-4-299-136 0 0,26 463 142 0 0,2-1 0 0 0,2 1-1 0 0,1 0 1 0 0,13-50-1 0 0,-3 39-16 0 0,-6 21 3 0 0,1-1 1 0 0,24-51-1 0 0,117-231-108 0 0,-124 262 109 0 0,2 2 1 0 0,3 1-1 0 0,2 1 1 0 0,1 2-1 0 0,2 1 1 0 0,53-47-1 0 0,-36 39-22 0 0,-39 35 32 0 0,1 1 0 0 0,0 0 0 0 0,1 1-1 0 0,1 1 1 0 0,0 0 0 0 0,1 2-1 0 0,33-18 1 0 0,-11 15-14 0 0,-6 0-4 0 0,2 3-1 0 0,54-11 1 0 0,-53 17-42 0 0,0 2 1 0 0,0 1-1 0 0,1 2 1 0 0,-1 2-1 0 0,0 1 1 0 0,0 2-1 0 0,0 2 1 0 0,0 1-1 0 0,54 20 1 0 0,78 19-7 0 0,-44-7 54 0 0,-61-21-7 0 0,-6 0-458 0 0,-56-18 402 0 0,45 18-373 0 0,-32-11 437 0 0,3 1-42 0 0,1 0 0 0 0,38 11-1 0 0,-50-17 69 0 0,-4-1 6 0 0,1 0 1 0 0,-1 0 0 0 0,0-1-1 0 0,1 1 1 0 0,-1-1-1 0 0,1 0 1 0 0,0 0 0 0 0,3 0-1 0 0,4 2 33 0 0,-9-3-39 0 0,2 2-82 0 0,-1 0 72 0 0,1 0 0 0 0,0 0 0 0 0,0-1 0 0 0,0 1 0 0 0,0-1 0 0 0,0 0 0 0 0,6 1 0 0 0,4 1-19 0 0,53 23 119 0 0,-65-25-66 0 0,0-1-130 0 0,1 0-1 0 0,-1 1 1 0 0,0 0-1 0 0,1 0 1 0 0,-1 0-1 0 0,0 0 1 0 0,1 0-1 0 0,-1 0 1 0 0,0 0-1 0 0,0 1 1 0 0,0-1-1 0 0,0 1 1 0 0,0-1-1 0 0,1 3 1 0 0,-2-3 57 0 0,37 22-228 0 0,-21-17 930 0 0,-15-6 123 0 0,-4-2-43 0 0,-16-22-649 0 0,-42-68 169 0 0,49 71-348 0 0,18 31-684 0 0,26 34 244 0 0,75 60 537 0 0,-106-102 23 0 0,19 17 94 0 0,-20-19-74 0 0,-2 2-36 0 0,0-1 1 0 0,1 0-1 0 0,-1 1 1 0 0,1-1-1 0 0,-1 0 1 0 0,0 0-1 0 0,0 0 1 0 0,0 1-1 0 0,0-1 1 0 0,0 0-1 0 0,0 0 1 0 0,0 0-1 0 0,0-1 0 0 0,0 1 1 0 0,-1 0-1 0 0,1 0 1 0 0,0-1-1 0 0,0 1 1 0 0,-1 0-1 0 0,1-1 1 0 0,0 0-1 0 0,-1 1 1 0 0,1-1-1 0 0,-1 0 1 0 0,1 1-1 0 0,-2-1 0 0 0,-58 9-1 0 0,31-6 1 0 0,-178 34-64 0 0,206-37 52 0 0,-32 7-413 0 0,21-4-3071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1:43.7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27 4468 0 0,'0'0'-34'0'0,"-12"4"-72"0"0,6-2 215 0 0,9-1 386 0 0,350-18-452 0 0,-75 2-7 0 0,-211 16-3 0 0,86-4 119 0 0,-86 5 433 0 0,-65-2-611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1:46.9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618 22 3224 0 0,'0'0'-83'0'0,"-39"-5"91"0"0,14 1 510 0 0,23 3-431 0 0,-14-4 271 0 0,-8 2-295 0 0,0 1 0 0 0,0 1-1 0 0,0 1 1 0 0,1 1 0 0 0,-1 1-1 0 0,0 1 1 0 0,1 1-1 0 0,-40 13 1 0 0,48-12-70 0 0,0 1-1 0 0,0 0 0 0 0,0 1 1 0 0,1 1-1 0 0,1 0 0 0 0,-1 1 1 0 0,1 0-1 0 0,1 1 1 0 0,0 1-1 0 0,0 0 0 0 0,1 1 1 0 0,0 0-1 0 0,1 0 0 0 0,-8 15 1 0 0,5-6 1 0 0,2 0 0 0 0,1 1 0 0 0,0 0 0 0 0,2 1-1 0 0,0 0 1 0 0,2 0 0 0 0,1 1 0 0 0,0 0 0 0 0,2 0 0 0 0,1 0 0 0 0,1 35 0 0 0,1-35 11 0 0,1-1 0 0 0,1 1-1 0 0,1-1 1 0 0,1 0 0 0 0,12 41 0 0 0,-12-54-1 0 0,0 0 0 0 0,0 0 0 0 0,1 0 0 0 0,0-1 0 0 0,1 0 0 0 0,0 0 0 0 0,1 0 0 0 0,0-1 0 0 0,0 0 1 0 0,0 0-1 0 0,1-1 0 0 0,0 0 0 0 0,1 0 0 0 0,17 10 0 0 0,85 40 10 0 0,30 17 3 0 0,-125-66-6 0 0,0 0 0 0 0,1-1-1 0 0,0-1 1 0 0,0 0-1 0 0,30 5 1 0 0,-33-9 16 0 0,1-1 1 0 0,-1-1 0 0 0,0 0-1 0 0,1-1 1 0 0,-1 0 0 0 0,0-1-1 0 0,0-1 1 0 0,0 0-1 0 0,-1-1 1 0 0,1-1 0 0 0,22-10-1 0 0,-1-2 123 0 0,-2-2 0 0 0,0-2 0 0 0,30-24 0 0 0,-44 32-29 0 0,-2-2 1 0 0,0-1-1 0 0,-1 0 0 0 0,0-1 1 0 0,20-29-1 0 0,-29 36-59 0 0,0-1 0 0 0,-1 0 0 0 0,0 0 0 0 0,-1-1 0 0 0,-1 1 0 0 0,0-1 0 0 0,0 0 0 0 0,-1 0 0 0 0,0 0 0 0 0,-1-1 0 0 0,0-20 0 0 0,-3 4 36 0 0,-1 0 0 0 0,-1 0 0 0 0,-2 0 1 0 0,-1 1-1 0 0,-1-1 0 0 0,-1 2 0 0 0,-18-40 1 0 0,19 53-82 0 0,0 0 0 0 0,-1 1 0 0 0,-1 0 0 0 0,0 1 0 0 0,-1 0 1 0 0,0 0-1 0 0,-1 1 0 0 0,-1 1 0 0 0,1-1 0 0 0,-20-11 0 0 0,0 1 2 0 0,-1 1-1 0 0,-1 2 1 0 0,-42-16-1 0 0,49 24-25 0 0,0 1 0 0 0,0 1 0 0 0,-1 1 0 0 0,0 1 0 0 0,0 2 0 0 0,0 1 0 0 0,-43 0 0 0 0,48 4-1301 0 0,-1 1 0 0 0,-43 10 0 0 0,52-9-981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0.6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35 5332 0 0,'0'0'-108'0'0,"1"-5"-80"0"0,2-12 1003 0 0,-2 7 16 0 0,0 8-327 0 0,-1 8-509 0 0,5 72 44 0 0,-8 144 1 0 0,-15-127-249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1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529 127 4192 0 0,'-11'-65'361'0'0,"9"62"-274"0"0,-1 0 0 0 0,1 0 1 0 0,-1 0-1 0 0,1 0 0 0 0,-1 1 0 0 0,0-1 0 0 0,0 1 1 0 0,-5-4-1 0 0,-5 0 27 0 0,1 1 0 0 0,-1 0 0 0 0,0 0 0 0 0,-1 1 0 0 0,1 1 0 0 0,-17-2 1 0 0,27 5-118 0 0,-1 0 11 0 0,-10 0-16 0 0,10 0 15 0 0,0 0 6 0 0,-8 1-19 0 0,1 1 0 0 0,0 0 0 0 0,-1 1 0 0 0,1 0 1 0 0,0 1-1 0 0,0 0 0 0 0,1 1 0 0 0,-1 0 0 0 0,1 0 0 0 0,-15 12 0 0 0,7-2-7 0 0,1 0-1 0 0,0 2 0 0 0,-20 24 0 0 0,11-10 2 0 0,14-19 2 0 0,1 1 0 0 0,1 1 1 0 0,0 0-1 0 0,1 0 0 0 0,0 1 1 0 0,1 0-1 0 0,1 0 0 0 0,1 1 0 0 0,-6 17 1 0 0,10-24 3 0 0,0 0 0 0 0,1-1 1 0 0,0 1-1 0 0,0 0 0 0 0,1 0 0 0 0,0 0 1 0 0,1 0-1 0 0,0 0 0 0 0,0-1 0 0 0,0 1 1 0 0,2 0-1 0 0,-1-1 0 0 0,1 1 1 0 0,0-1-1 0 0,0 0 0 0 0,1 0 0 0 0,1 0 1 0 0,7 12-1 0 0,1-4 23 0 0,0-1 0 0 0,0-1 0 0 0,2 0 0 0 0,0 0 0 0 0,0-2 0 0 0,1 0 0 0 0,1 0 0 0 0,0-2 0 0 0,0 0 0 0 0,1-1 0 0 0,0-1 0 0 0,1 0 0 0 0,0-2 0 0 0,0 0 0 0 0,0-1 0 0 0,1-1 0 0 0,0-1 0 0 0,0-1 0 0 0,0 0 0 0 0,0-1 0 0 0,0-2-1 0 0,0 0 1 0 0,0-1 0 0 0,-1-1 0 0 0,1 0 0 0 0,0-2 0 0 0,-1 0 0 0 0,0-2 0 0 0,0 0 0 0 0,-1-1 0 0 0,0 0 0 0 0,0-2 0 0 0,-1 0 0 0 0,0-1 0 0 0,24-21 0 0 0,-21 13 80 0 0,0 0-1 0 0,-2-2 1 0 0,0 0-1 0 0,-1-1 1 0 0,-2 0-1 0 0,17-31 1 0 0,-27 43-18 0 0,0-1 1 0 0,-1 1-1 0 0,-1-1 1 0 0,1 0-1 0 0,-2 1 0 0 0,1-1 1 0 0,0-22-1 0 0,-3 26-38 0 0,0 0 0 0 0,0 1-1 0 0,-1-1 1 0 0,0 0 0 0 0,-1 0-1 0 0,0 1 1 0 0,0-1 0 0 0,0 1-1 0 0,0-1 1 0 0,-1 1-1 0 0,0 0 1 0 0,-1 0 0 0 0,-7-11-1 0 0,3 8-18 0 0,-1 1-1 0 0,1 0 1 0 0,-1 0-1 0 0,-1 0 1 0 0,0 2-1 0 0,0-1 1 0 0,0 1-1 0 0,-1 0 1 0 0,1 1-1 0 0,-1 0 1 0 0,-22-5-1 0 0,-8-1-9 0 0,-80-11-1 0 0,49 12-3040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2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93 5356 0 0,'-3'-36'-18'0'0,"1"31"12"0"0,2 4-13 0 0,0 6-181 0 0,5 61 171 0 0,20 151-33 0 0,-17-148 896 0 0,-8-62 58 0 0,-3-9-78 0 0,-8-35-120 0 0,5-2-580 0 0,1-1 0 0 0,2 1-1 0 0,3-72 1 0 0,1 46-158 0 0,-1 61 27 0 0,1 1 0 0 0,-1 0-1 0 0,1-1 1 0 0,0 1 0 0 0,0 0-1 0 0,1 0 1 0 0,-1 0-1 0 0,0 0 1 0 0,1 0 0 0 0,0 0-1 0 0,0 0 1 0 0,0 1 0 0 0,0-1-1 0 0,0 0 1 0 0,0 1-1 0 0,1 0 1 0 0,-1-1 0 0 0,1 1-1 0 0,0 0 1 0 0,-1 1-1 0 0,1-1 1 0 0,0 0 0 0 0,0 1-1 0 0,0-1 1 0 0,1 1 0 0 0,-1 0-1 0 0,6-1 1 0 0,1-1-29 0 0,2 0 0 0 0,-1 1 0 0 0,0 0 0 0 0,1 1 0 0 0,-1 0 0 0 0,0 1 0 0 0,16 1 0 0 0,-18 1 19 0 0,1 0 0 0 0,-1 0-1 0 0,0 1 1 0 0,-1 1 0 0 0,1 0 0 0 0,-1 0 0 0 0,1 0 0 0 0,-1 1 0 0 0,0 0 0 0 0,-1 1 0 0 0,1 0 0 0 0,-1 0 0 0 0,0 0 0 0 0,-1 1-1 0 0,1 0 1 0 0,7 13 0 0 0,-2-4 12 0 0,-1 2 0 0 0,0 0 0 0 0,-2 0 0 0 0,0 1 0 0 0,-1 0 0 0 0,10 37 0 0 0,-17-52 16 0 0,0 1 1 0 0,0-1-1 0 0,0 1 0 0 0,-1-1 1 0 0,0 1-1 0 0,0 0 1 0 0,0-1-1 0 0,0 1 1 0 0,-1-1-1 0 0,1 1 0 0 0,-1 0 1 0 0,0-1-1 0 0,-1 0 1 0 0,1 1-1 0 0,-1-1 1 0 0,0 0-1 0 0,-3 6 0 0 0,0-4 2 0 0,1 0-1 0 0,-1-1 1 0 0,0 0 0 0 0,0 0-1 0 0,0-1 1 0 0,0 1-1 0 0,-1-1 1 0 0,0 0-1 0 0,0 0 1 0 0,-9 3-1 0 0,-6 2 19 0 0,-1-1-1 0 0,1-1 1 0 0,-1-2-1 0 0,-1 0 1 0 0,1-1-1 0 0,-26 1 1 0 0,-21-2 226 0 0,66-3-213 0 0,1 0-70 0 0,-1 0 0 0 0,1 0-1 0 0,-1 0 1 0 0,1 0-1 0 0,-1 0 1 0 0,1 0-1 0 0,0-1 1 0 0,-1 0 0 0 0,1 1-1 0 0,0-1 1 0 0,-1 0-1 0 0,-2-1 1 0 0,5 1-89 0 0,-1 1 1 0 0,0 0-1 0 0,0-1 1 0 0,1 1-1 0 0,-1 0 1 0 0,0-1-1 0 0,1 1 1 0 0,-1-1-1 0 0,0 1 1 0 0,1-1-1 0 0,-1 0 1 0 0,1 1-1 0 0,-1-1 1 0 0,1 1-1 0 0,-1-1 1 0 0,1 0-1 0 0,0 0 1 0 0,-1 1-1 0 0,1-1 1 0 0,0 0-1 0 0,-1 0 1 0 0,1 1-1 0 0,0-1 1 0 0,0 0-1 0 0,0 0 1 0 0,0 1-1 0 0,0-1 1 0 0,0-1-1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3.4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14 4796 0 0,'-16'-13'-1344'0'0,"37"18"1105"0"0,45 23 257 0 0,-12 1-116 0 0,-39-23 92 0 0,0 1 0 0 0,-1 0 1 0 0,0 1-1 0 0,-1 1 0 0 0,1 0 0 0 0,-2 1 0 0 0,1 1 0 0 0,-2 0 0 0 0,14 15 0 0 0,-22-22 61 0 0,-1 0 0 0 0,1 0 0 0 0,-1 1 0 0 0,0-1 1 0 0,-1 0-1 0 0,1 1 0 0 0,-1-1 0 0 0,0 1 0 0 0,0-1 0 0 0,0 1 0 0 0,0 0 0 0 0,-1-1 0 0 0,0 1 0 0 0,0 0 0 0 0,0-1 0 0 0,-1 1 0 0 0,0 0 0 0 0,0-1 0 0 0,0 1 0 0 0,0-1 0 0 0,0 1 0 0 0,-1-1 0 0 0,0 0 0 0 0,0 1 0 0 0,0-1 0 0 0,-1 0 0 0 0,1 0 1 0 0,-1 0-1 0 0,0-1 0 0 0,0 1 0 0 0,0-1 0 0 0,-1 0 0 0 0,-6 6 0 0 0,9-9-5 0 0,1 1 0 0 0,-1 0 1 0 0,0-1-1 0 0,0 1 0 0 0,1 0 1 0 0,-1-1-1 0 0,0 1 0 0 0,0-1 1 0 0,0 1-1 0 0,0-1 0 0 0,0 0 1 0 0,0 1-1 0 0,0-1 0 0 0,0 0 0 0 0,0 0 1 0 0,0 0-1 0 0,0 1 0 0 0,0-1 1 0 0,0 0-1 0 0,0-1 0 0 0,0 1 1 0 0,0 0-1 0 0,0 0 0 0 0,0 0 1 0 0,0 0-1 0 0,0-1 0 0 0,0 1 0 0 0,0 0 1 0 0,0-1-1 0 0,0 1 0 0 0,0-1 1 0 0,0 0-1 0 0,-1-1-22 0 0,1 0 0 0 0,0 0 0 0 0,0 0-1 0 0,0-1 1 0 0,0 1 0 0 0,0 0 0 0 0,0 0 0 0 0,0-1 0 0 0,1 1-1 0 0,0-1 1 0 0,-1 1 0 0 0,1 0 0 0 0,0-4 0 0 0,0-5-41 0 0,0 0-1 0 0,1 0 1 0 0,0 0 0 0 0,1 0 0 0 0,4-14 0 0 0,57-130-355 0 0,-63 154 351 0 0,7-18-246 0 0,-3 8-3056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4.1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205 50 4048 0 0,'0'0'-58'0'0,"-4"-15"181"0"0,2 12-96 0 0,1 1 1 0 0,-1-1-1 0 0,0 1 1 0 0,0-1-1 0 0,-1 1 0 0 0,1 0 1 0 0,0-1-1 0 0,-1 1 0 0 0,1 0 1 0 0,-1 1-1 0 0,0-1 1 0 0,0 0-1 0 0,0 1 0 0 0,1 0 1 0 0,-6-2-1 0 0,6 2-16 0 0,-2 2 3 0 0,-2-1-15 0 0,-1 1 0 0 0,1 0-1 0 0,0 1 1 0 0,-1 0 0 0 0,1 0-1 0 0,0 0 1 0 0,0 1 0 0 0,0-1-1 0 0,0 1 1 0 0,1 1 0 0 0,-1-1-1 0 0,1 1 1 0 0,0 0 0 0 0,0 0-1 0 0,0 1 1 0 0,0 0 0 0 0,-7 10-1 0 0,10-13 2 0 0,-2 3 0 0 0,-1 1-1 0 0,1 0 0 0 0,1 0 0 0 0,-1 0 0 0 0,1 0 0 0 0,0 0 0 0 0,0 1 1 0 0,1-1-1 0 0,-1 1 0 0 0,2 0 0 0 0,-3 9 0 0 0,4-13 1 0 0,0 1 0 0 0,-1 0 0 0 0,1 0-1 0 0,1-1 1 0 0,-1 1 0 0 0,0 0 0 0 0,1-1 0 0 0,0 1-1 0 0,0-1 1 0 0,0 1 0 0 0,0-1 0 0 0,1 1 0 0 0,-1-1 0 0 0,1 1-1 0 0,0-1 1 0 0,0 0 0 0 0,0 0 0 0 0,0 0 0 0 0,1 0-1 0 0,-1-1 1 0 0,1 1 0 0 0,-1 0 0 0 0,4 1 0 0 0,-4-2 8 0 0,1-1 0 0 0,-1 1 1 0 0,0-1-1 0 0,0 0 0 0 0,1 0 0 0 0,-1 0 1 0 0,1 0-1 0 0,-1 0 0 0 0,1-1 1 0 0,-1 1-1 0 0,1-1 0 0 0,0 1 1 0 0,-1-1-1 0 0,1 0 0 0 0,0 0 0 0 0,-1 0 1 0 0,1-1-1 0 0,-1 1 0 0 0,5-1 1 0 0,-2-1 1 0 0,1 0 0 0 0,0-1 0 0 0,-1 1 0 0 0,1-1 0 0 0,-1 0 0 0 0,0-1 0 0 0,0 1 0 0 0,5-6 0 0 0,5-5 119 0 0,-1-1-1 0 0,0 0 0 0 0,23-35 1 0 0,14-18 1184 0 0,-50 67-1274 0 0,1 16 46 0 0,0 0 1 0 0,1 0-1 0 0,10 27 0 0 0,-10-32-388 0 0,1 0 0 0 0,0-1 0 0 0,0 1 0 0 0,1-1 0 0 0,0 0-1 0 0,1 0 1 0 0,0 0 0 0 0,8 8 0 0 0,-9-14-1028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4.9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206 50 3804 0 0,'1'-2'58'0'0,"0"0"0"0"0,0 0 0 0 0,0 0 0 0 0,0 0 0 0 0,0 0 0 0 0,0 0 0 0 0,-1 0 0 0 0,1-1 0 0 0,-1 1 0 0 0,1 0 0 0 0,-1 0 0 0 0,0-1 0 0 0,0 1 0 0 0,0 0 0 0 0,0 0 0 0 0,0-1 0 0 0,-1 1 0 0 0,1 0 0 0 0,-1 0 0 0 0,0-3 0 0 0,0 4 104 0 0,-9 2-135 0 0,0 0 1 0 0,0 1-1 0 0,1 1 1 0 0,-1-1-1 0 0,1 2 1 0 0,-1-1-1 0 0,1 1 1 0 0,0 1-1 0 0,0-1 0 0 0,-14 12 1 0 0,-27 12 19 0 0,49-28-48 0 0,0 0 1 0 0,1 0 0 0 0,-1 0-1 0 0,0 0 1 0 0,0 0 0 0 0,1 1 0 0 0,-1-1-1 0 0,0 0 1 0 0,1 1 0 0 0,-1-1 0 0 0,0 0-1 0 0,1 1 1 0 0,-1-1 0 0 0,0 0 0 0 0,1 1-1 0 0,-1-1 1 0 0,1 1 0 0 0,-1 0 0 0 0,1-1-1 0 0,-1 1 1 0 0,1-1 0 0 0,-1 1 0 0 0,1 0-1 0 0,0-1 1 0 0,-1 1 0 0 0,1 0 0 0 0,0-1-1 0 0,0 1 1 0 0,-1 0 0 0 0,1 0 0 0 0,0-1-1 0 0,0 1 1 0 0,0 0 0 0 0,0-1 0 0 0,0 1-1 0 0,0 0 1 0 0,0 0 0 0 0,0 0 0 0 0,0-1-1 0 0,0 1 1 0 0,0 0 0 0 0,1-1 0 0 0,-1 1-1 0 0,0 0 1 0 0,0 0 0 0 0,1-1 0 0 0,-1 1-1 0 0,1 0 1 0 0,-1-1 0 0 0,0 1-1 0 0,1-1 1 0 0,-1 1 0 0 0,1-1 0 0 0,-1 1-1 0 0,1-1 1 0 0,0 1 0 0 0,-1-1 0 0 0,1 1-1 0 0,-1-1 1 0 0,1 1 0 0 0,0-1 0 0 0,0 0-1 0 0,-1 0 1 0 0,1 1 0 0 0,0-1 0 0 0,1 0-1 0 0,45 19 31 0 0,-38-16-30 0 0,1-1 0 0 0,-1 0 0 0 0,1-1 0 0 0,0 0 1 0 0,0-1-1 0 0,0 1 0 0 0,0-2 0 0 0,-1 0 0 0 0,1 0 1 0 0,0 0-1 0 0,-1-1 0 0 0,1-1 0 0 0,-1 0 0 0 0,1 0 1 0 0,16-9-1 0 0,-24 11 10 0 0,-1 0 1 0 0,1-1-1 0 0,-1 1 1 0 0,0 0 0 0 0,0-1-1 0 0,1 1 1 0 0,-1-1-1 0 0,0 1 1 0 0,0-1-1 0 0,-1 0 1 0 0,1 1-1 0 0,0-1 1 0 0,0 0-1 0 0,-1 0 1 0 0,1 1-1 0 0,-1-1 1 0 0,0 0 0 0 0,1 0-1 0 0,-1 0 1 0 0,0-2-1 0 0,0 2 8 0 0,-10-18 58 0 0,9 18-82 0 0,-4 19-246 0 0,7-3 246 0 0,0-1 0 0 0,1 1 0 0 0,0 0 0 0 0,1-1 0 0 0,0 0 0 0 0,1 0 0 0 0,1 0 1 0 0,9 16-1 0 0,4 11-29 0 0,18 29 28 0 0,-29-58 15 0 0,0 2 1 0 0,-1-1-1 0 0,-1 1 1 0 0,0 0-1 0 0,0 0 1 0 0,-1 1-1 0 0,-1 0 1 0 0,0 0 0 0 0,2 25-1 0 0,-6-35-3 0 0,-1 0 0 0 0,0 0-1 0 0,0 0 1 0 0,-1 0 0 0 0,1 0-1 0 0,-1 0 1 0 0,0 0 0 0 0,0-1-1 0 0,0 1 1 0 0,0-1 0 0 0,-1 1 0 0 0,1-1-1 0 0,-1 0 1 0 0,0 0 0 0 0,0 0-1 0 0,0 0 1 0 0,-1-1 0 0 0,1 1-1 0 0,0-1 1 0 0,-1 0 0 0 0,0 0 0 0 0,0 0-1 0 0,-5 2 1 0 0,-11 5 9 0 0,0-2 0 0 0,-1 0-1 0 0,-23 5 1 0 0,22-7 8 0 0,-1-1-1 0 0,1-1 0 0 0,-26 0 0 0 0,39-3 4 0 0,-1 0-1 0 0,1-1 0 0 0,-1 0 1 0 0,1-1-1 0 0,-1 1 0 0 0,1-2 1 0 0,0 1-1 0 0,0-1 0 0 0,0-1 1 0 0,-10-5-1 0 0,17 8-20 0 0,1 1 0 0 0,-1-1 0 0 0,1 0 1 0 0,-1 0-1 0 0,1 0 0 0 0,-1-1 0 0 0,1 1 0 0 0,0 0 1 0 0,0 0-1 0 0,-1-1 0 0 0,1 1 0 0 0,0-1 0 0 0,0 1 1 0 0,0-1-1 0 0,0 1 0 0 0,1-1 0 0 0,-1 0 0 0 0,0 0 1 0 0,1 1-1 0 0,-1-1 0 0 0,1 0 0 0 0,0 0 0 0 0,-1 1 1 0 0,1-5-1 0 0,1 3-2 0 0,-1 0 0 0 0,1-1 0 0 0,0 1 0 0 0,1 0 0 0 0,-1 0 0 0 0,0 0 0 0 0,1 0 0 0 0,0 0 0 0 0,0 0 0 0 0,0 1 0 0 0,0-1 0 0 0,3-3 1 0 0,8-7-22 0 0,1 1 1 0 0,0 1 0 0 0,27-17 0 0 0,-41 28 18 0 0,88-46-144 0 0,-33 19-2996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5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61 3780 0 0,'-11'-55'1048'0'0,"11"54"-819"0"0,0-3-132 0 0,3 11 66 0 0,11 32 268 0 0,16 54 151 0 0,-23-68-560 0 0,-1 0 1 0 0,-2 0-1 0 0,3 42 1 0 0,-7-65 16 0 0,0 2 262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5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47 4592 0 0,'-16'0'-159'0'0,"13"0"34"0"0,-7 0 10 0 0,10 0 104 0 0,0 0-1 0 0,0 0 1 0 0,0-1-1 0 0,0 1 1 0 0,0 0-1 0 0,0 0 1 0 0,1 0-1 0 0,-1 0 1 0 0,0 0-1 0 0,0 0 1 0 0,0 0 0 0 0,0 0-1 0 0,0 0 1 0 0,0-1-1 0 0,0 1 1 0 0,0 0-1 0 0,0 0 1 0 0,0 0-1 0 0,0 0 1 0 0,0 0-1 0 0,0 0 1 0 0,0 0 0 0 0,0-1-1 0 0,0 1 1 0 0,0 0-1 0 0,0 0 1 0 0,0 0-1 0 0,0 0 1 0 0,0 0-1 0 0,0 0 1 0 0,0 0-1 0 0,0-1 1 0 0,0 1 0 0 0,0 0-1 0 0,-1 0 1 0 0,1 0-1 0 0,0 0 1 0 0,0 0-1 0 0,0 0 1 0 0,0 0-1 0 0,0 0 1 0 0,0 0-1 0 0,0-1 1 0 0,27-7-27 0 0,0 0 1 0 0,1 2-1 0 0,0 0 0 0 0,30 0 0 0 0,128-2-163 0 0,-127 16 112 0 0,-59 4-1284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7.0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50 121 2544 0 0,'0'-41'823'0'0,"-1"23"736"0"0,-2 48-1290 0 0,-1 56-352 0 0,3-45 122 0 0,0-16-41 0 0,0 0 1 0 0,2 1 0 0 0,1-1-1 0 0,1 0 1 0 0,12 48-1 0 0,-14-70 231 0 0,-1 0-1 0 0,0-1 0 0 0,1 1 0 0 0,-1 0 0 0 0,-1-1 0 0 0,1 1 0 0 0,0 0 1 0 0,-1-1-1 0 0,1 1 0 0 0,-2 4 0 0 0,-6-20-169 0 0,0-1-1 0 0,1 0 1 0 0,1-1 0 0 0,1 1-1 0 0,0-1 1 0 0,1 0-1 0 0,0 0 1 0 0,1-1 0 0 0,-1-16-1 0 0,2 9-74 0 0,1 0-1 0 0,1 0 0 0 0,1 1 0 0 0,1-1 1 0 0,9-43-1 0 0,-10 59-16 0 0,1 0 0 0 0,0 1 0 0 0,0-1 0 0 0,1 1 0 0 0,0-1 0 0 0,0 1 0 0 0,1 0 0 0 0,-1 0 0 0 0,1 1 0 0 0,1-1 0 0 0,-1 1 0 0 0,1 0 0 0 0,6-6 0 0 0,-7 8 9 0 0,0 1 0 0 0,0 0 0 0 0,0 0 0 0 0,0 0 0 0 0,0 0 0 0 0,0 1 0 0 0,0 0 0 0 0,1 0-1 0 0,-1 0 1 0 0,0 0 0 0 0,1 1 0 0 0,-1-1 0 0 0,1 1 0 0 0,-1 0 0 0 0,0 1 0 0 0,1-1 0 0 0,-1 1 0 0 0,0 0-1 0 0,1 0 1 0 0,-1 0 0 0 0,0 1 0 0 0,5 1 0 0 0,178 75-179 0 0,-158-64 178 0 0,-1 1-1 0 0,-1 1 1 0 0,-1 1 0 0 0,34 30 0 0 0,-54-42 20 0 0,-1 1 0 0 0,1-1 1 0 0,-1 1-1 0 0,-1 0 0 0 0,1 0 1 0 0,-1 0-1 0 0,0 1 0 0 0,0-1 1 0 0,-1 1-1 0 0,0 0 0 0 0,3 8 1 0 0,-6-11 4 0 0,1-1 0 0 0,-1 0 0 0 0,1 0 0 0 0,-1 0 0 0 0,0 1 0 0 0,0-1 1 0 0,0 0-1 0 0,-1 0 0 0 0,1 1 0 0 0,-1-1 0 0 0,0 0 0 0 0,1 0 0 0 0,-2 0 1 0 0,1 0-1 0 0,0 0 0 0 0,0 0 0 0 0,-1 0 0 0 0,0 0 0 0 0,0-1 0 0 0,0 1 1 0 0,0-1-1 0 0,0 1 0 0 0,0-1 0 0 0,0 0 0 0 0,-1 1 0 0 0,1-1 0 0 0,-6 3 1 0 0,-21 12 189 0 0,-1-1 0 0 0,-1-2 0 0 0,0 0 0 0 0,-1-2 0 0 0,0-2 0 0 0,-1-1 1 0 0,0-1-1 0 0,0-2 0 0 0,0-1 0 0 0,-1-2 0 0 0,-38-1 0 0 0,70-2-102 0 0,-3-3-273 0 0,5 3 163 0 0,0 0 0 0 0,-1 0-1 0 0,1 0 1 0 0,0 0 0 0 0,-1 0-1 0 0,1 0 1 0 0,0 0 0 0 0,-1 0-1 0 0,1-1 1 0 0,0 1 0 0 0,-1 0-1 0 0,1 0 1 0 0,0 0 0 0 0,0 0-1 0 0,-1-1 1 0 0,1 1 0 0 0,0 0-1 0 0,0 0 1 0 0,-1 0 0 0 0,1-1-1 0 0,0 1 1 0 0,0 0 0 0 0,0 0-1 0 0,-1-1 1 0 0,1 1 0 0 0,0 0-1 0 0,0-1 1 0 0,0 1 0 0 0,0 0-1 0 0,0-1 1 0 0,-1 1 0 0 0,1 0-1 0 0,0-1 1 0 0,2-2-275 0 0,0 0 1 0 0,-1 0-1 0 0,1 0 0 0 0,1 0 1 0 0,-1 1-1 0 0,0-1 1 0 0,1 1-1 0 0,-1-1 0 0 0,1 1 1 0 0,0 0-1 0 0,-1 0 0 0 0,1 0 1 0 0,6-3-1 0 0,9-4-1860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7.6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18 5196 0 0,'-13'-10'-504'0'0,"8"4"290"0"0,9 4-152 0 0,6 5 340 0 0,0 0-1 0 0,-1 0 1 0 0,0 1-1 0 0,0 0 0 0 0,0 1 1 0 0,0 0-1 0 0,-1 0 1 0 0,10 8-1 0 0,8 8-8 0 0,-1 1 0 0 0,-1 1 0 0 0,-1 1 0 0 0,29 38 0 0 0,-52-61 46 0 0,1 0 0 0 0,0 1 0 0 0,-1-1 0 0 0,1 0 0 0 0,-1 0-1 0 0,1 1 1 0 0,-1-1 0 0 0,0 0 0 0 0,1 1 0 0 0,-1-1 0 0 0,0 0-1 0 0,0 1 1 0 0,0-1 0 0 0,0 0 0 0 0,0 1 0 0 0,0-1 0 0 0,0 0 0 0 0,-1 0-1 0 0,1 1 1 0 0,0-1 0 0 0,-1 0 0 0 0,1 1 0 0 0,-1-1 0 0 0,1 0-1 0 0,-1 0 1 0 0,0 0 0 0 0,0 0 0 0 0,1 0 0 0 0,-1 0 0 0 0,0 0 0 0 0,0 0-1 0 0,0 0 1 0 0,0 0 0 0 0,0 0 0 0 0,0 0 0 0 0,0 0 0 0 0,0-1-1 0 0,-1 1 1 0 0,-1 0 0 0 0,-42 20 801 0 0,44-20-749 0 0,-1 0-1 0 0,0-1 1 0 0,0 1-1 0 0,0-1 0 0 0,0 1 1 0 0,0-1-1 0 0,1 0 0 0 0,-1 1 1 0 0,0-1-1 0 0,0 0 0 0 0,0-1 1 0 0,0 1-1 0 0,0 0 0 0 0,0 0 1 0 0,0-1-1 0 0,0 1 0 0 0,1-1 1 0 0,-4-1-1 0 0,4 1-38 0 0,1 1-1 0 0,-1-1 1 0 0,0 0 0 0 0,0 0-1 0 0,1 0 1 0 0,-1 0-1 0 0,1 0 1 0 0,-1 0 0 0 0,1 0-1 0 0,0 0 1 0 0,-1 0-1 0 0,1 0 1 0 0,0 0 0 0 0,0 0-1 0 0,-1 0 1 0 0,1-1-1 0 0,0 1 1 0 0,0 0 0 0 0,0 0-1 0 0,0 0 1 0 0,1 0-1 0 0,-1-2 1 0 0,2-5-2 0 0,0 0-1 0 0,1 0 1 0 0,0 0-1 0 0,0 1 1 0 0,1-1 0 0 0,6-9-1 0 0,3-1-91 0 0,0 2 0 0 0,1 0 0 0 0,1 0-1 0 0,0 1 1 0 0,1 1 0 0 0,1 1-1 0 0,23-15 1 0 0,-39 27-17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8.1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0 3876 0 0,'-18'22'-439'0'0,"7"-7"251"0"0,6-9 142 0 0,0 0 0 0 0,0 0-1 0 0,0 1 1 0 0,1-1 0 0 0,0 1-1 0 0,0 0 1 0 0,1 0 0 0 0,0 0-1 0 0,0 0 1 0 0,1 1 0 0 0,-3 13 0 0 0,5-18 44 0 0,0 0 1 0 0,1 1 0 0 0,-1-1-1 0 0,1 0 1 0 0,-1 0 0 0 0,1 0-1 0 0,0-1 1 0 0,0 1 0 0 0,1 0-1 0 0,-1 0 1 0 0,0 0 0 0 0,1-1-1 0 0,0 1 1 0 0,0-1 0 0 0,-1 1-1 0 0,2-1 1 0 0,-1 0 0 0 0,0 0-1 0 0,0 0 1 0 0,4 3 0 0 0,1-1 42 0 0,-1 0 0 0 0,1 0-1 0 0,0-1 1 0 0,0 0 0 0 0,0-1 0 0 0,11 4 0 0 0,-15-6 4 0 0,-1 1-1 0 0,1-1 1 0 0,-1 0-1 0 0,1 0 0 0 0,-1 0 1 0 0,1 0-1 0 0,0 0 1 0 0,-1 0-1 0 0,1-1 1 0 0,-1 1-1 0 0,1-1 0 0 0,-1 0 1 0 0,1 0-1 0 0,-1 0 1 0 0,1 0-1 0 0,-1 0 1 0 0,0 0-1 0 0,0-1 0 0 0,0 1 1 0 0,1-1-1 0 0,-1 1 1 0 0,-1-1-1 0 0,1 0 1 0 0,0 0-1 0 0,0 0 0 0 0,-1 0 1 0 0,1 0-1 0 0,-1 0 1 0 0,1-1-1 0 0,-1 1 1 0 0,0 0-1 0 0,0-1 0 0 0,0 1 1 0 0,0-1-1 0 0,-1 1 1 0 0,2-5-1 0 0,-1 3 14 0 0,0 0 0 0 0,0-1 0 0 0,0 1 0 0 0,-1 0 0 0 0,1 0 0 0 0,-1-1 0 0 0,0 1 0 0 0,0 0 0 0 0,-1-1 0 0 0,1 1 0 0 0,-1 0 0 0 0,0 0 0 0 0,0 0 0 0 0,0-1-1 0 0,-1 1 1 0 0,1 0 0 0 0,-1 0 0 0 0,0 1 0 0 0,0-1 0 0 0,-4-5 0 0 0,1 6-122 0 0,0 1 0 0 0,1-1-1 0 0,-1 1 1 0 0,0 0 0 0 0,0 1-1 0 0,0-1 1 0 0,0 1 0 0 0,-1 0-1 0 0,1 0 1 0 0,0 1 0 0 0,0-1-1 0 0,-1 1 1 0 0,-6 1 0 0 0,-11-2-1950 0 0,19 1 971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08.7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25 4252 0 0,'0'0'388'0'0,"-7"-2"-194"0"0,-25-3-14 0 0,25 4 417 0 0,7 1-594 0 0,0 0 0 0 0,0 0 0 0 0,0 0 0 0 0,0-1 0 0 0,0 1 0 0 0,0 0 0 0 0,0 0 0 0 0,0 0 0 0 0,0 0 0 0 0,0-1 0 0 0,0 1 0 0 0,0 0 0 0 0,0 0 0 0 0,-1 0 0 0 0,1 0 0 0 0,0-1 0 0 0,0 1 0 0 0,0 0 0 0 0,0 0 0 0 0,0 0 0 0 0,0 0 0 0 0,0 0-1 0 0,0-1 1 0 0,-1 1 0 0 0,1 0 0 0 0,0 0 0 0 0,0 0 0 0 0,0 0 0 0 0,0 0 0 0 0,0 0 0 0 0,-1 0 0 0 0,1 0 0 0 0,0 0 0 0 0,0-1 0 0 0,0 1 0 0 0,0 0 0 0 0,-1 0 0 0 0,1 0 0 0 0,0 0 0 0 0,0 0 0 0 0,0 0 0 0 0,0 0 0 0 0,-1 0 0 0 0,1 0 0 0 0,0 0 0 0 0,0 0 0 0 0,0 1 0 0 0,0-1 0 0 0,-1 0 0 0 0,1 0 0 0 0,0 0 0 0 0,0 0 0 0 0,0 0 0 0 0,0 0-1 0 0,-1 0 1 0 0,1 0 0 0 0,0 0 0 0 0,0 0 0 0 0,0 1 0 0 0,0-1 0 0 0,0 0 0 0 0,-12 9 107 0 0,10-7-128 0 0,-2 10 15 0 0,-1 0 0 0 0,2 0 1 0 0,0 1-1 0 0,0 0 0 0 0,2 0 1 0 0,-1-1-1 0 0,2 1 0 0 0,0 24 1 0 0,1-23 1 0 0,0 12 15 0 0,2 1 0 0 0,1-1 1 0 0,1 0-1 0 0,1 0 0 0 0,16 40 1 0 0,-12-26 1362 0 0,-10-40-1327 0 0,0 0 1 0 0,0 0-1 0 0,0 0 0 0 0,0 0 1 0 0,0 1-1 0 0,0-1 1 0 0,0 0-1 0 0,0 0 1 0 0,0 0-1 0 0,0 0 1 0 0,0 0-1 0 0,0 0 0 0 0,0 1 1 0 0,0-1-1 0 0,0 0 1 0 0,0 0-1 0 0,0 0 1 0 0,-14-18 535 0 0,-15-31-350 0 0,21 25-150 0 0,1-1 0 0 0,1 0 0 0 0,2-1-1 0 0,-3-29 1 0 0,6 46-122 0 0,1 0 1 0 0,0 0-1 0 0,0 0 0 0 0,1 0 0 0 0,0 0 1 0 0,0 0-1 0 0,1 0 0 0 0,0 0 0 0 0,1 0 1 0 0,-1 0-1 0 0,2 1 0 0 0,0 0 0 0 0,0-1 1 0 0,0 1-1 0 0,7-8 0 0 0,-6 11-23 0 0,1 0 0 0 0,0 1 1 0 0,0 0-1 0 0,0 0 0 0 0,0 1 0 0 0,1-1 0 0 0,-1 1 0 0 0,1 1 0 0 0,0-1 0 0 0,0 1 1 0 0,0 0-1 0 0,0 1 0 0 0,1 0 0 0 0,-1 0 0 0 0,0 0 0 0 0,0 1 0 0 0,14 1 0 0 0,1 1-86 0 0,0 0-1 0 0,0 1 0 0 0,0 1 0 0 0,33 12 0 0 0,-54-16 142 0 0,-1 0 0 0 0,1 0-1 0 0,-1 0 1 0 0,1 0 0 0 0,0 0-1 0 0,-1 0 1 0 0,1 0 0 0 0,-1 1-1 0 0,1-1 1 0 0,-1 0 0 0 0,1 0-1 0 0,-1 1 1 0 0,1-1-1 0 0,-1 0 1 0 0,0 1 0 0 0,1-1-1 0 0,-1 0 1 0 0,1 1 0 0 0,-1-1-1 0 0,0 1 1 0 0,1-1 0 0 0,-1 1-1 0 0,0-1 1 0 0,0 1 0 0 0,1-1-1 0 0,-1 1 1 0 0,0-1 0 0 0,0 1-1 0 0,0-1 1 0 0,1 1 0 0 0,-1-1-1 0 0,0 1 1 0 0,0-1 0 0 0,0 2-1 0 0,-14 13-39 0 0,-30 8 21 0 0,-45 7 131 0 0,79-28-409 0 0,1 1 1 0 0,-1-2-1 0 0,0 1 1 0 0,1-2-1 0 0,-1 1 1 0 0,0-1-1 0 0,-13-2 1 0 0,19 0-1170 0 0,-5-6 188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10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75 4180 0 0,'-44'-20'2448'0'0,"45"18"-2451"0"0,-1 1 1 0 0,1-1 0 0 0,0 1-1 0 0,0 0 1 0 0,0-1-1 0 0,0 1 1 0 0,0 0-1 0 0,0 0 1 0 0,0 0-1 0 0,1 0 1 0 0,-1 0-1 0 0,0 0 1 0 0,1 0-1 0 0,-1 0 1 0 0,0 0 0 0 0,1 0-1 0 0,-1 1 1 0 0,1-1-1 0 0,2 0 1 0 0,38-13-68 0 0,-40 13 66 0 0,17-4-37 0 0,0 1-1 0 0,29-4 1 0 0,-43 8 32 0 0,-1-1-1 0 0,0 1 1 0 0,1 0-1 0 0,-1 0 1 0 0,0 1 0 0 0,1-1-1 0 0,-1 1 1 0 0,0 0-1 0 0,1 0 1 0 0,-1 0 0 0 0,0 1-1 0 0,0-1 1 0 0,0 1 0 0 0,0 0-1 0 0,-1 0 1 0 0,1 1-1 0 0,0-1 1 0 0,3 4 0 0 0,-5-4 5 0 0,-1 1 1 0 0,0-1-1 0 0,0 0 1 0 0,0 1 0 0 0,0-1-1 0 0,0 0 1 0 0,0 1-1 0 0,-1-1 1 0 0,1 1 0 0 0,-1 0-1 0 0,1-1 1 0 0,-1 1 0 0 0,0-1-1 0 0,0 1 1 0 0,-1-1-1 0 0,1 1 1 0 0,0 0 0 0 0,-1-1-1 0 0,1 1 1 0 0,-1-1-1 0 0,0 1 1 0 0,0-1 0 0 0,0 0-1 0 0,0 1 1 0 0,0-1 0 0 0,-1 0-1 0 0,-2 4 1 0 0,-4 6 1 0 0,0-1 0 0 0,-1 1 0 0 0,-14 14 0 0 0,-13 8-14 0 0,-44 32 0 0 0,2-1 27 0 0,77-64-21 0 0,-5 3 2 0 0,17-3 0 0 0,371-48 32 0 0,-365 45-21 0 0,-5 1 213 0 0,-12 1-306 0 0,0 0 1 0 0,1 1-1 0 0,-1-1 1 0 0,1 0-1 0 0,-1 0 1 0 0,0 0-1 0 0,1 0 1 0 0,-1 0-1 0 0,1 0 1 0 0,-1 0-1 0 0,0 0 1 0 0,1-1-1 0 0,-1 1 1 0 0,0 0-1 0 0,1 0 1 0 0,-1 0-1 0 0,1 0 1 0 0,-1 0-1 0 0,0-1 1 0 0,1 1-1 0 0,-1 0 1 0 0,0 0-1 0 0,1-1 1 0 0,-1 1-1 0 0,0 0 1 0 0,0 0-1 0 0,1-1 1 0 0,-1 1 0 0 0,0 0-1 0 0,0-1 1 0 0,1 1-1 0 0,-1 0 1 0 0,0-1-1 0 0,0 0 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11.5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687 92 4148 0 0,'-6'-8'-18'0'0,"0"1"0"0"0,0 0-1 0 0,0 0 1 0 0,0 1 0 0 0,-1 0-1 0 0,0 0 1 0 0,-1 0 0 0 0,1 1 0 0 0,-1 0-1 0 0,0 1 1 0 0,0 0 0 0 0,-1 0-1 0 0,1 0 1 0 0,-1 1 0 0 0,0 1-1 0 0,0 0 1 0 0,0 0 0 0 0,0 0-1 0 0,0 1 1 0 0,-18 0 0 0 0,6 3 29 0 0,0 0 1 0 0,1 2-1 0 0,-1 0 1 0 0,1 1-1 0 0,0 1 1 0 0,0 1-1 0 0,1 1 1 0 0,-1 1-1 0 0,2 0 0 0 0,-1 1 1 0 0,2 1-1 0 0,-21 17 1 0 0,12-8-7 0 0,1 1 0 0 0,2 0 0 0 0,0 2 1 0 0,1 1-1 0 0,1 1 0 0 0,2 0 0 0 0,-25 42 0 0 0,40-59-6 0 0,0-1-1 0 0,0 1 0 0 0,1 0 0 0 0,0 0 1 0 0,0 1-1 0 0,1-1 0 0 0,0 0 1 0 0,1 1-1 0 0,0 0 0 0 0,0-1 0 0 0,1 1 1 0 0,0 0-1 0 0,0-1 0 0 0,1 1 0 0 0,4 16 1 0 0,-2-13 4 0 0,1-1 0 0 0,1 0 0 0 0,0 0 0 0 0,1 0 1 0 0,0-1-1 0 0,0 0 0 0 0,1 0 0 0 0,1 0 0 0 0,0-1 1 0 0,12 12-1 0 0,2-3 6 0 0,0 0 1 0 0,1-1 0 0 0,1-1-1 0 0,0-1 1 0 0,1-2 0 0 0,0 0-1 0 0,2-2 1 0 0,-1-1 0 0 0,28 7-1 0 0,1-3 49 0 0,0-3-1 0 0,0-3 1 0 0,1-2-1 0 0,0-2 0 0 0,62-4 1 0 0,-89-2 17 0 0,-1 0 0 0 0,1-2 1 0 0,-1-1-1 0 0,0-2 0 0 0,-1 0 0 0 0,1-2 1 0 0,-2-1-1 0 0,1-1 0 0 0,-1-1 0 0 0,-1-2 1 0 0,44-30-1 0 0,-56 34-1 0 0,-1-1-1 0 0,1-1 1 0 0,-2 0 0 0 0,0-1 0 0 0,0 0 0 0 0,-1-1 0 0 0,-1 0-1 0 0,0 0 1 0 0,-1-1 0 0 0,-1 0 0 0 0,11-29 0 0 0,-16 35-40 0 0,1 1 1 0 0,-2-1 0 0 0,1 1-1 0 0,-1-1 1 0 0,0 1 0 0 0,-1-1-1 0 0,0 1 1 0 0,-1-1 0 0 0,1 0-1 0 0,-2 1 1 0 0,1-1 0 0 0,-1 1-1 0 0,0 0 1 0 0,-1-1-1 0 0,0 1 1 0 0,-1 0 0 0 0,1 1-1 0 0,-1-1 1 0 0,-1 1 0 0 0,1-1-1 0 0,-1 1 1 0 0,-1 1 0 0 0,1-1-1 0 0,-10-8 1 0 0,1 4-13 0 0,-1 0 1 0 0,0 0-1 0 0,-1 2 1 0 0,0 0-1 0 0,0 1 1 0 0,-1 0-1 0 0,0 1 1 0 0,0 1-1 0 0,0 1 1 0 0,-1 1-1 0 0,0 0 1 0 0,0 1-1 0 0,-26-1 1 0 0,-15 2-74 0 0,0 2 0 0 0,-107 15 1 0 0,66 4-2007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12.7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44 144 4624 0 0,'-26'-36'756'0'0,"26"35"-729"0"0,0 1-1 0 0,0-1 1 0 0,0 1 0 0 0,-1-1-1 0 0,1 1 1 0 0,0-1 0 0 0,0 1 0 0 0,0-1-1 0 0,-1 1 1 0 0,1-1 0 0 0,0 1 0 0 0,0-1-1 0 0,-1 1 1 0 0,1 0 0 0 0,0-1-1 0 0,-1 1 1 0 0,1 0 0 0 0,-1-1 0 0 0,1 1-1 0 0,-1 0 1 0 0,1-1 0 0 0,0 1 0 0 0,-1 0-1 0 0,1 0 1 0 0,-1-1 0 0 0,1 1-1 0 0,-1 0 1 0 0,1 0 0 0 0,-1 0 0 0 0,1 0-1 0 0,-1 0 1 0 0,0 0 0 0 0,-4 16 116 0 0,6 35-215 0 0,5-12 77 0 0,3 0 0 0 0,0-1 0 0 0,28 66-1 0 0,-1 1 15 0 0,-12-48 1163 0 0,-29-59-1070 0 0,-1 0-101 0 0,1 0-1 0 0,0-1 1 0 0,1 0-1 0 0,-1 0 0 0 0,0 0 1 0 0,1-1-1 0 0,0 0 1 0 0,-1 1-1 0 0,1-1 1 0 0,1-1-1 0 0,-1 1 0 0 0,1-1 1 0 0,-5-6-1 0 0,2 0 33 0 0,0-1-1 0 0,1 0 1 0 0,0 0-1 0 0,1-1 0 0 0,-4-18 1 0 0,1-10 73 0 0,2 1 1 0 0,0-75-1 0 0,5 84-141 0 0,-1 16-9 0 0,1-1 0 0 0,0 0-1 0 0,1 1 1 0 0,1-1 0 0 0,0 1-1 0 0,5-16 1 0 0,-5 28 15 0 0,0 0 0 0 0,0 1 0 0 0,0-1 0 0 0,0 0 0 0 0,0 1 0 0 0,1-1 0 0 0,-1 1 0 0 0,1 0 0 0 0,-1 0 0 0 0,1 0 0 0 0,0 0 1 0 0,0 1-1 0 0,0-1 0 0 0,0 1 0 0 0,0-1 0 0 0,1 1 0 0 0,-1 0 0 0 0,0 0 0 0 0,0 1 0 0 0,7-2 0 0 0,63-3-193 0 0,-71 5 207 0 0,13 0-36 0 0,0 1-1 0 0,0 1 1 0 0,0 1 0 0 0,0 0 0 0 0,0 1 0 0 0,-1 0-1 0 0,1 1 1 0 0,-1 1 0 0 0,0 0 0 0 0,-1 1 0 0 0,0 1 0 0 0,0 0-1 0 0,0 1 1 0 0,-1 0 0 0 0,12 11 0 0 0,-23-18 37 0 0,0-1 0 0 0,1 0 0 0 0,-1 1 0 0 0,0-1 0 0 0,0 0 1 0 0,0 1-1 0 0,0-1 0 0 0,0 1 0 0 0,0 0 0 0 0,0-1 0 0 0,0 1 0 0 0,-1 0 0 0 0,1 0 0 0 0,0-1 0 0 0,-1 1 1 0 0,0 0-1 0 0,1 0 0 0 0,-1 0 0 0 0,0 0 0 0 0,0-1 0 0 0,0 1 0 0 0,0 0 0 0 0,-1 3 0 0 0,0-2 1 0 0,-1-1 0 0 0,1 1 0 0 0,-1-1 0 0 0,1 0 1 0 0,-1 0-1 0 0,0 0 0 0 0,0 0 0 0 0,1 0 0 0 0,-2 0 0 0 0,1 0 0 0 0,0 0 0 0 0,0-1 0 0 0,0 1 0 0 0,-4 1 0 0 0,-11 4 0 0 0,0 0 1 0 0,-1 0 0 0 0,-32 6-1 0 0,40-10 4 0 0,-26 4 94 0 0,0-1-1 0 0,0-1 0 0 0,-48-1 1 0 0,65-7 104 0 0,11-1-866 0 0,40-11-4116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13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25 4808 0 0,'0'0'-123'0'0,"-19"-8"84"0"0,8 4 322 0 0,11 4-230 0 0,57 28-69 0 0,87 59-1 0 0,-90-53 32 0 0,-44-28-14 0 0,1 1 0 0 0,-1 0-1 0 0,-1 1 1 0 0,1 0 0 0 0,-1 1 0 0 0,0 0 0 0 0,-1 0 0 0 0,11 17 0 0 0,-18-22 19 0 0,-2-2-13 0 0,0 0-1 0 0,1 0 0 0 0,-1 0 1 0 0,0-1-1 0 0,0 1 0 0 0,0 0 0 0 0,0 0 1 0 0,-1 0-1 0 0,1-1 0 0 0,0 1 1 0 0,-1-1-1 0 0,1 1 0 0 0,-1-1 1 0 0,1 0-1 0 0,-1 1 0 0 0,0-1 0 0 0,0 0 1 0 0,1 0-1 0 0,-1 0 0 0 0,0 0 1 0 0,-3 1-1 0 0,-35 6 218 0 0,35-8-193 0 0,0 1 35 0 0,0 0 1 0 0,0-1 0 0 0,-1 0-1 0 0,1 0 1 0 0,0 0-1 0 0,0 0 1 0 0,-1-1 0 0 0,1 0-1 0 0,0 0 1 0 0,0-1-1 0 0,0 1 1 0 0,0-1 0 0 0,0 0-1 0 0,-7-5 1 0 0,10 6-55 0 0,0-1 0 0 0,0 0 1 0 0,0 0-1 0 0,0 0 0 0 0,1 0 1 0 0,-1 0-1 0 0,1 0 0 0 0,-1-1 1 0 0,1 1-1 0 0,0 0 0 0 0,0-1 0 0 0,0 1 1 0 0,0-1-1 0 0,1 1 0 0 0,-1-1 1 0 0,1 0-1 0 0,-1 1 0 0 0,1-1 1 0 0,0 1-1 0 0,0-1 0 0 0,0 0 1 0 0,0 1-1 0 0,1-1 0 0 0,-1 0 0 0 0,1 1 1 0 0,0-1-1 0 0,-1 1 0 0 0,1-1 1 0 0,2-2-1 0 0,4-13-39 0 0,1 1-1 0 0,1 0 1 0 0,1 1 0 0 0,0 0-1 0 0,20-24 1 0 0,-10 14-22 0 0,-10 14 10 0 0,14-25-208 0 0,-23 36 201 0 0,-18-6-3179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3.1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72 3828 0 0,'0'0'135'0'0,"-14"-6"3401"0"0,3 11-3515 0 0,-1 0-1 0 0,1 1 1 0 0,0 0-1 0 0,1 1 1 0 0,-1 0-1 0 0,1 0 1 0 0,-13 14-1 0 0,19-18-24 0 0,0 1-1 0 0,0-1 0 0 0,0 1 0 0 0,1 0 1 0 0,0 0-1 0 0,0 1 0 0 0,0-1 0 0 0,0 1 1 0 0,1-1-1 0 0,-1 1 0 0 0,1 0 0 0 0,0 0 1 0 0,1 0-1 0 0,-1 0 0 0 0,1 0 0 0 0,0 0 1 0 0,0 0-1 0 0,1 1 0 0 0,0-1 0 0 0,0 0 0 0 0,1 9 1 0 0,0-9 1 0 0,1-1 0 0 0,1 1 0 0 0,-1-1 0 0 0,0 0 0 0 0,1 0 0 0 0,0 0 0 0 0,0 0 0 0 0,0 0 0 0 0,1-1 0 0 0,-1 1 0 0 0,1-1 0 0 0,0 0 0 0 0,0 0 0 0 0,0 0 0 0 0,0-1 0 0 0,0 1 0 0 0,1-1 0 0 0,-1 0 0 0 0,1 0 1 0 0,0-1-1 0 0,-1 1 0 0 0,1-1 0 0 0,8 1 0 0 0,-2 0 11 0 0,0 0-1 0 0,1-1 1 0 0,-1 0 0 0 0,1-1 0 0 0,-1 0 0 0 0,1-1 0 0 0,-1 0-1 0 0,0-1 1 0 0,14-3 0 0 0,-18 2 4 0 0,1 0 0 0 0,-1-1 1 0 0,0 1-1 0 0,0-2 0 0 0,0 1 0 0 0,-1-1 0 0 0,1 0 0 0 0,-1 0 1 0 0,0-1-1 0 0,-1 1 0 0 0,1-1 0 0 0,-1-1 0 0 0,0 1 1 0 0,-1-1-1 0 0,0 0 0 0 0,0 0 0 0 0,0 0 0 0 0,4-13 0 0 0,-6 15-7 0 0,0 0-1 0 0,-1 0 0 0 0,0 0 0 0 0,0 0 0 0 0,0 0 0 0 0,-1 0 0 0 0,0 0 0 0 0,0 0 0 0 0,0 0 0 0 0,0 0 0 0 0,-1 0 0 0 0,0 0 0 0 0,0 0 0 0 0,0 0 0 0 0,0 0 0 0 0,-1 0 1 0 0,0 0-1 0 0,0 1 0 0 0,-1-1 0 0 0,1 1 0 0 0,-1-1 0 0 0,0 1 0 0 0,0 0 0 0 0,0 0 0 0 0,0 0 0 0 0,-1 1 0 0 0,0-1 0 0 0,0 1 0 0 0,0 0 0 0 0,-5-3 0 0 0,-70-21-226 0 0,76 26 43 0 0,10-4-1558 0 0,-4 3 1399 0 0,0 0-1 0 0,1 0 0 0 0,-1 0 0 0 0,1 0 0 0 0,0 1 0 0 0,5-2 0 0 0,12-3-1218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4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0 324 4528 0 0,'24'-7'-455'0'0,"7"0"330"0"0,44-19-1 0 0,-68 24 170 0 0,-1-1 0 0 0,1 0 0 0 0,-1 0 0 0 0,0-1-1 0 0,0 0 1 0 0,0 0 0 0 0,0 0 0 0 0,0-1 0 0 0,-1 0 0 0 0,0 0-1 0 0,0 0 1 0 0,-1 0 0 0 0,7-10 0 0 0,-9 11-4 0 0,-1 0 0 0 0,1 0 0 0 0,-1 0 0 0 0,0 0 0 0 0,0 0 1 0 0,0 0-1 0 0,-1-1 0 0 0,1 1 0 0 0,-1 0 0 0 0,0 0 0 0 0,0-1 0 0 0,-1 1 0 0 0,-1-6 1 0 0,-19-52 451 0 0,3 17-131 0 0,17 40-330 0 0,-1 1 1 0 0,1-1 0 0 0,-2 0 0 0 0,1 1-1 0 0,0-1 1 0 0,-1 1 0 0 0,0 0 0 0 0,-4-5 0 0 0,6 8-28 0 0,-2 4-6 0 0,-3 2-2 0 0,1 1 0 0 0,0 0 1 0 0,0 0-1 0 0,0 0 0 0 0,1 1 0 0 0,0 0 0 0 0,0 0 0 0 0,1 0 0 0 0,0 0 1 0 0,0 0-1 0 0,0 1 0 0 0,1-1 0 0 0,0 1 0 0 0,1 0 0 0 0,0-1 0 0 0,0 1 0 0 0,0 0 1 0 0,2 11-1 0 0,0 18-23 0 0,1 0 0 0 0,12 56-1 0 0,-12-84 28 0 0,4 20 1 0 0,1 0-1 0 0,2-1 1 0 0,1 0-1 0 0,17 34 1 0 0,64 102-10 0 0,-60-114 29 0 0,-2 3 0 0 0,35 86 0 0 0,-61-130-12 0 0,0-1-1 0 0,-1 1 1 0 0,0 0 0 0 0,0 0 0 0 0,-1 0 0 0 0,0 0-1 0 0,-1 1 1 0 0,0-1 0 0 0,0 0 0 0 0,-1 0 0 0 0,0 0-1 0 0,0 0 1 0 0,-1 0 0 0 0,-1 0 0 0 0,-3 10 0 0 0,3-13-1 0 0,0 0 1 0 0,0-1 0 0 0,-1 1 0 0 0,0-1-1 0 0,0 0 1 0 0,0 0 0 0 0,-1 0 0 0 0,0-1-1 0 0,0 1 1 0 0,0-1 0 0 0,0 0 0 0 0,-1 0-1 0 0,1-1 1 0 0,-1 0 0 0 0,0 0 0 0 0,0 0-1 0 0,0-1 1 0 0,0 0 0 0 0,-1 0 0 0 0,1 0-1 0 0,-10 0 1 0 0,7 0 29 0 0,1-1 0 0 0,-1 0 0 0 0,0-1 1 0 0,1 0-1 0 0,-1 0 0 0 0,0-1 0 0 0,1 0 0 0 0,-1-1 0 0 0,1 0 0 0 0,0 0 0 0 0,-1-1 0 0 0,1 0 0 0 0,-11-6 0 0 0,16 7-27 0 0,0 0 0 0 0,0 0-1 0 0,0 0 1 0 0,0-1 0 0 0,0 1-1 0 0,1-1 1 0 0,-1 0 0 0 0,1 0-1 0 0,0 0 1 0 0,0 0 0 0 0,0-1-1 0 0,0 1 1 0 0,0 0 0 0 0,1-1-1 0 0,-1 1 1 0 0,1-1 0 0 0,0 0-1 0 0,0 1 1 0 0,0-1 0 0 0,1 0-1 0 0,-1 0 1 0 0,1 1 0 0 0,0-1-1 0 0,0 0 1 0 0,0 0 0 0 0,1 1-1 0 0,-1-1 1 0 0,1 0 0 0 0,0 0-1 0 0,0 1 1 0 0,0-1 0 0 0,3-5-1 0 0,3-6-3 0 0,0 0-1 0 0,1 0 1 0 0,0 0-1 0 0,1 1 0 0 0,1 1 1 0 0,21-24-1 0 0,78-68 14 0 0,-96 93-17 0 0,21-18 10 0 0,-2-1 0 0 0,44-55 1 0 0,-67 75 28 0 0,-1 0 1 0 0,-1-1 0 0 0,0 0-1 0 0,-1 0 1 0 0,0 0 0 0 0,-1-1-1 0 0,0 0 1 0 0,-1 0 0 0 0,0 0 0 0 0,-2-1-1 0 0,1 1 1 0 0,0-27 0 0 0,-3-13 49 0 0,0 51-110 0 0,3 8-71 0 0,2 6 84 0 0,2 0 1 0 0,-1 0-1 0 0,2 0 0 0 0,-1-1 1 0 0,2 0-1 0 0,9 11 1 0 0,-12-16-301 0 0,0-1 0 0 0,0 1 0 0 0,1-1 0 0 0,-1 0 0 0 0,1 0 0 0 0,0-1 0 0 0,0 0 0 0 0,1 0 0 0 0,-1-1 0 0 0,1 0 0 0 0,0 0 0 0 0,8 2 0 0 0,3-3-1612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4.2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70 5789 0 0,'-8'-15'32'0'0,"2"5"12"0"0,1 0 40 0 0,-1 3 216 0 0,1-3 100 0 0,-1 0-256 0 0,4 3-528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4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17 110 4272 0 0,'1'-40'278'0'0,"12"-23"1271"0"0,-11 57-1244 0 0,-1 7-103 0 0,-7 34-248 0 0,-7 46 76 0 0,5 1-1 0 0,2 120 1 0 0,6-193-29 0 0,0-1 0 0 0,0 1 0 0 0,1-1-1 0 0,0 1 1 0 0,1-1 0 0 0,0 1 0 0 0,0-1 0 0 0,6 14-1 0 0,-5-19 4 0 0,-1 1 1 0 0,0-1-1 0 0,1 1 0 0 0,-1-1 0 0 0,1 0 0 0 0,0 0 0 0 0,0 0 0 0 0,1 0 0 0 0,-1 0 0 0 0,0-1 1 0 0,1 1-1 0 0,0-1 0 0 0,-1 0 0 0 0,1 0 0 0 0,0-1 0 0 0,0 1 0 0 0,0-1 0 0 0,0 0 1 0 0,6 1-1 0 0,14 2-10 0 0,-1-1 0 0 0,1-1 1 0 0,-1-2-1 0 0,1 0 0 0 0,0-2 1 0 0,-1 0-1 0 0,37-9 1 0 0,-14 0-1129 0 0,-1-3 0 0 0,77-33 0 0 0,-88 32-302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5.0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22 116 4544 0 0,'-14'-4'281'0'0,"14"4"-270"0"0,0 0-1 0 0,-1 0 1 0 0,1 0 0 0 0,0 0-1 0 0,-1 0 1 0 0,1 0-1 0 0,0 0 1 0 0,-1 0 0 0 0,1 0-1 0 0,0 0 1 0 0,0 0 0 0 0,-1 0-1 0 0,1 0 1 0 0,0-1-1 0 0,-1 1 1 0 0,1 0 0 0 0,0 0-1 0 0,0 0 1 0 0,-1-1-1 0 0,1 1 1 0 0,0 0 0 0 0,0 0-1 0 0,0 0 1 0 0,-1-1-1 0 0,1 1 1 0 0,0 0 0 0 0,0-1-1 0 0,0 1 1 0 0,0 0-1 0 0,0 0 1 0 0,-1-1 0 0 0,1 1-1 0 0,0 0 1 0 0,0-1-1 0 0,0 1 1 0 0,0 0 0 0 0,0-1-1 0 0,0 1 1 0 0,0 0-1 0 0,0-1 1 0 0,0 1 0 0 0,0 0-1 0 0,0 0 1 0 0,0-1-1 0 0,9-6 4 0 0,-1 1 0 0 0,1 0-1 0 0,0 0 1 0 0,0 1 0 0 0,0 0 0 0 0,1 1-1 0 0,16-6 1 0 0,84-21-793 0 0,-82 24 129 0 0,4-1-537 0 0,-3 0 247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6.0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957 27 3848 0 0,'7'-27'600'0'0,"-26"43"-163"0"0,1 0-531 0 0,-27 25 142 0 0,-158 133 29 0 0,165-146-48 0 0,-1-2 0 0 0,-1-1-1 0 0,-76 34 1 0 0,70-40 25 0 0,-2-1 0 0 0,-50 10-1 0 0,80-23 64 0 0,-1-1 0 0 0,-1-2-1 0 0,1 0 1 0 0,0-1-1 0 0,-1 0 1 0 0,1-2 0 0 0,0 0-1 0 0,-29-7 1 0 0,45 8-92 0 0,0-1-1 0 0,0 1 1 0 0,0-1 0 0 0,0 0 0 0 0,0 0-1 0 0,1-1 1 0 0,-1 1 0 0 0,0-1 0 0 0,1 1-1 0 0,-1-1 1 0 0,1 0 0 0 0,0 0 0 0 0,-1 0-1 0 0,1 0 1 0 0,0 0 0 0 0,-3-4 0 0 0,4 4-12 0 0,0 0 1 0 0,1 0 0 0 0,-1 0-1 0 0,0 0 1 0 0,1 0 0 0 0,-1 0 0 0 0,1 0-1 0 0,0-1 1 0 0,0 1 0 0 0,0 0 0 0 0,0 0-1 0 0,0 0 1 0 0,0 0 0 0 0,0 0-1 0 0,1 0 1 0 0,-1-1 0 0 0,1 1 0 0 0,0-2-1 0 0,2-2-1 0 0,0 0-1 0 0,0 1 1 0 0,0-1-1 0 0,1 1 1 0 0,0 0-1 0 0,0 0 1 0 0,0 0-1 0 0,0 1 0 0 0,1-1 1 0 0,0 1-1 0 0,0 0 1 0 0,0 1-1 0 0,0-1 1 0 0,9-3-1 0 0,-4 2-15 0 0,0 1 0 0 0,0 1 0 0 0,1 0 0 0 0,-1 0 0 0 0,1 1 0 0 0,0 1 0 0 0,0 0 0 0 0,0 0 0 0 0,0 1 1 0 0,0 0-1 0 0,-1 1 0 0 0,1 0 0 0 0,0 1 0 0 0,0 0 0 0 0,17 6 0 0 0,10 6-5 0 0,0 3 0 0 0,70 40 0 0 0,-72-36 6 0 0,0-2-1 0 0,53 20 1 0 0,-35-22 106 0 0,69 13-1 0 0,-98-26-697 0 0,1 0 0 0 0,-1-2 0 0 0,1-1 0 0 0,0-1 0 0 0,29-4 0 0 0,-30-1-1179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7.2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495 36 4892 0 0,'0'0'-136'0'0,"-34"-10"-374"0"0,-7 1 316 0 0,-1 2 0 0 0,-76-2 1 0 0,92 9 175 0 0,1 1 0 0 0,0 1 0 0 0,-1 1 0 0 0,1 1-1 0 0,0 2 1 0 0,-26 8 0 0 0,12 5 0 0 0,38-18 17 0 0,0-1 0 0 0,0 1 0 0 0,0 0-1 0 0,0 0 1 0 0,0-1 0 0 0,0 1 0 0 0,0 0-1 0 0,0 0 1 0 0,0 0 0 0 0,0 0 0 0 0,0 0-1 0 0,0 1 1 0 0,1-1 0 0 0,-1 0 0 0 0,1 0-1 0 0,-1 0 1 0 0,1 1 0 0 0,-1-1-1 0 0,1 0 1 0 0,0 1 0 0 0,-1-1 0 0 0,1 0-1 0 0,0 1 1 0 0,0-1 0 0 0,0 0 0 0 0,0 2-1 0 0,1-1 4 0 0,0-1 0 0 0,0 1-1 0 0,0-1 1 0 0,0 1-1 0 0,0-1 1 0 0,0 0 0 0 0,0 0-1 0 0,1 1 1 0 0,-1-1 0 0 0,0 0-1 0 0,1 0 1 0 0,-1 0-1 0 0,1 0 1 0 0,-1-1 0 0 0,1 1-1 0 0,-1 0 1 0 0,3 0 0 0 0,35 12 10 0 0,-27-10-21 0 0,58 17 1 0 0,76 11 0 0 0,-99-24 3 0 0,0 3 0 0 0,-1 1 1 0 0,0 3-1 0 0,0 1 1 0 0,48 25-1 0 0,-90-38 6 0 0,0 0 1 0 0,-1 0-1 0 0,1 1 1 0 0,0-1-1 0 0,-1 1 0 0 0,0 0 1 0 0,1 0-1 0 0,-1 0 1 0 0,0 1-1 0 0,-1-1 0 0 0,1 1 1 0 0,-1-1-1 0 0,1 1 1 0 0,-1 0-1 0 0,0 0 0 0 0,0 0 1 0 0,-1 0-1 0 0,1 0 1 0 0,-1 1-1 0 0,1 6 0 0 0,-2-9 4 0 0,0 1 0 0 0,-1-1 0 0 0,1 0 0 0 0,-1 0 0 0 0,0 0 0 0 0,0-1-1 0 0,0 1 1 0 0,0 0 0 0 0,0 0 0 0 0,0 0 0 0 0,0-1 0 0 0,0 1 0 0 0,-1 0 0 0 0,1-1-1 0 0,-1 1 1 0 0,1-1 0 0 0,-1 0 0 0 0,0 1 0 0 0,-1 0 0 0 0,-40 22 84 0 0,34-20-60 0 0,-12 5 16 0 0,0 0-1 0 0,0-2 1 0 0,-1 0 0 0 0,-1-2-1 0 0,-38 6 1 0 0,-115-2 947 0 0,174-9-970 0 0,0 0 0 0 0,1 0 0 0 0,-1-1 0 0 0,0 1 0 0 0,0 0 0 0 0,0-1 0 0 0,0 1 0 0 0,1-1 0 0 0,-1 1 0 0 0,0-1-1 0 0,0 0 1 0 0,1 0 0 0 0,-1 1 0 0 0,1-1 0 0 0,-1-1 0 0 0,1 1 0 0 0,-1 0 0 0 0,1 0 0 0 0,-1 0 0 0 0,1-1-1 0 0,0 1 1 0 0,0-1 0 0 0,0 1 0 0 0,0-1 0 0 0,0 1 0 0 0,0-1 0 0 0,-1-2 0 0 0,2 2 41 0 0,1-1-51 0 0,1 1 0 0 0,0 0-1 0 0,0-1 1 0 0,0 1 0 0 0,1 0 0 0 0,-1 0-1 0 0,0 0 1 0 0,1 0 0 0 0,-1 0 0 0 0,1 1-1 0 0,0-1 1 0 0,3-1 0 0 0,52-16 59 0 0,0 1-1 0 0,83-12 1 0 0,61-18-28 0 0,-177 41 3 0 0,-1-2-1 0 0,-1-1 0 0 0,0-1 0 0 0,0-1 0 0 0,41-29 1 0 0,-54 34 58 0 0,-1-1 0 0 0,0 0 0 0 0,13-17 0 0 0,-19 22-67 0 0,0-1 0 0 0,-1 1 0 0 0,1-1 0 0 0,-1 0 0 0 0,0 0 0 0 0,0 0 0 0 0,-1 0 0 0 0,1 0 1 0 0,-1 0-1 0 0,0 0 0 0 0,0 0 0 0 0,0-1 0 0 0,0-3 0 0 0,-2 6-32 0 0,1 1-1 0 0,-1 0 1 0 0,1 0-1 0 0,-1-1 1 0 0,0 1 0 0 0,1 0-1 0 0,-1 0 1 0 0,0 0-1 0 0,0 0 1 0 0,0 0 0 0 0,0 0-1 0 0,0 0 1 0 0,0 0-1 0 0,0 0 1 0 0,0 1 0 0 0,0-1-1 0 0,0 0 1 0 0,0 1-1 0 0,0-1 1 0 0,-1 1 0 0 0,1-1-1 0 0,0 1 1 0 0,0-1-1 0 0,-1 1 1 0 0,1 0 0 0 0,0 0-1 0 0,-1-1 1 0 0,-1 1-1 0 0,3 0-4 0 0,-2 0 8 0 0,-3 1 0 0 0,0 0-10 0 0,1 1 0 0 0,-1-1 1 0 0,1 1-1 0 0,0 0 0 0 0,-1 0 0 0 0,1 0 1 0 0,0 1-1 0 0,0-1 0 0 0,1 1 0 0 0,-1 0 1 0 0,0 0-1 0 0,-3 5 0 0 0,5-6-1 0 0,1 0 0 0 0,0-1 0 0 0,1 1 1 0 0,-1 0-1 0 0,0 0 0 0 0,0 0 0 0 0,1 0 0 0 0,-1 0 0 0 0,1 0 0 0 0,0 0 0 0 0,-1 0 0 0 0,1 0 0 0 0,0 0 0 0 0,0 0 0 0 0,1 0 0 0 0,-1 0 0 0 0,0 0 1 0 0,1 0-1 0 0,-1 0 0 0 0,1 0 0 0 0,-1 0 0 0 0,1 0 0 0 0,0 0 0 0 0,0 0 0 0 0,0-1 0 0 0,0 1 0 0 0,0 0 0 0 0,0 0 0 0 0,1-1 0 0 0,-1 1 0 0 0,0-1 1 0 0,1 1-1 0 0,1 0 0 0 0,9 10 2 0 0,1-1 1 0 0,0 0 0 0 0,1-1 0 0 0,0 0-1 0 0,25 12 1 0 0,79 32-158 0 0,-94-45-1194 0 0,1-1 0 0 0,40 7-1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7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 69 4304 0 0,'-16'-12'120'0'0,"2"2"-12"0"0,0 3 12 0 0,3-1 60 0 0,6 4 268 0 0,-6-6-83 0 0,3 5-181 0 0,2-3-404 0 0,39 3-3533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8.0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18 3440 0 0,'0'0'62'0'0,"-18"2"634"0"0,-6-7-114 0 0,34 1-117 0 0,25 0-213 0 0,-11 2-354 0 0,6-1 87 0 0,1 1 0 0 0,-1 2 0 0 0,0 1 0 0 0,1 1 0 0 0,-1 2 0 0 0,0 1 0 0 0,32 9-1 0 0,-61-13 16 0 0,0-1 0 0 0,1 0 0 0 0,-1 1 0 0 0,1 0 0 0 0,-1-1 0 0 0,0 1 0 0 0,0 0 0 0 0,1 0 0 0 0,-1-1 0 0 0,0 1 0 0 0,0 0 0 0 0,0 0-1 0 0,0 0 1 0 0,0 1 0 0 0,0-1 0 0 0,0 0 0 0 0,-1 0 0 0 0,1 0 0 0 0,0 1 0 0 0,-1-1 0 0 0,2 3 0 0 0,-2-2 0 0 0,0 0 1 0 0,0 0-1 0 0,0 0 1 0 0,0 0-1 0 0,-1 0 0 0 0,1-1 1 0 0,0 1-1 0 0,-1 0 1 0 0,0 0-1 0 0,1 0 1 0 0,-1 0-1 0 0,0 0 0 0 0,0-1 1 0 0,0 1-1 0 0,0 0 1 0 0,0-1-1 0 0,0 1 1 0 0,-2 1-1 0 0,-18 17 8 0 0,0 0 0 0 0,-1-1 0 0 0,0-2 0 0 0,-2 0 0 0 0,0-2 0 0 0,-36 18 0 0 0,-22 15-15 0 0,69-40 7 0 0,-15 13-27 0 0,27-20 54 0 0,5 1-21 0 0,9 3 4 0 0,-1-1-1 0 0,1 0 0 0 0,0-1 1 0 0,0 0-1 0 0,0-1 0 0 0,0-1 1 0 0,0 0-1 0 0,1-1 0 0 0,-1 0 0 0 0,13-3 1 0 0,136-24-212 0 0,-160 27 195 0 0,145-39-2255 0 0,-102 24 1150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38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22 216 3860 0 0,'0'0'-116'0'0,"6"-2"-211"0"0,5-2 295 0 0,1-1 0 0 0,-2 0 1 0 0,1-1-1 0 0,0 0 0 0 0,-1-1 0 0 0,0 0 0 0 0,16-16 1 0 0,-5 2 182 0 0,-1 0 1 0 0,23-33 0 0 0,-43 54-128 0 0,17-25 481 0 0,-17 24-469 0 0,1 0 1 0 0,0 0-1 0 0,-1 0 0 0 0,1 0 0 0 0,0 0 0 0 0,-1 0 1 0 0,1 0-1 0 0,-1 0 0 0 0,0 0 0 0 0,1 0 0 0 0,-1-1 1 0 0,0 1-1 0 0,0 0 0 0 0,1 0 0 0 0,-1 0 1 0 0,0-1-1 0 0,0 1 0 0 0,-1 0 0 0 0,1 0 0 0 0,0 0 1 0 0,0-2-1 0 0,-2 2-23 0 0,1 1 0 0 0,0-1 1 0 0,-1 1-1 0 0,1-1 0 0 0,0 1 1 0 0,-1 0-1 0 0,1 0 0 0 0,-1-1 0 0 0,1 1 1 0 0,0 0-1 0 0,-1 0 0 0 0,1 0 1 0 0,-1 1-1 0 0,1-1 0 0 0,-1 0 0 0 0,1 0 1 0 0,0 1-1 0 0,-1-1 0 0 0,1 1 1 0 0,-2 0-1 0 0,-36 16 89 0 0,28-11-62 0 0,-8 2 6 0 0,0 2-1 0 0,1 0 1 0 0,-26 20-1 0 0,39-27-39 0 0,1 0-1 0 0,0 0 1 0 0,0 1-1 0 0,1-1 1 0 0,-1 1-1 0 0,1 0 1 0 0,-1 0-1 0 0,1 0 0 0 0,1 0 1 0 0,-1 1-1 0 0,0-1 1 0 0,1 1-1 0 0,0 0 1 0 0,0-1-1 0 0,1 1 1 0 0,-1 0-1 0 0,1 0 0 0 0,0 0 1 0 0,0 0-1 0 0,0 7 1 0 0,2-8-2 0 0,-1-1 1 0 0,1 0-1 0 0,0 0 1 0 0,1 0-1 0 0,-1 1 1 0 0,0-1-1 0 0,1-1 1 0 0,-1 1 0 0 0,1 0-1 0 0,0 0 1 0 0,0 0-1 0 0,0-1 1 0 0,1 1-1 0 0,-1-1 1 0 0,1 0-1 0 0,-1 0 1 0 0,1 0-1 0 0,0 0 1 0 0,-1 0-1 0 0,6 2 1 0 0,6 3 15 0 0,0-1 0 0 0,31 10 0 0 0,-38-14-16 0 0,45 12-22 0 0,0-2 1 0 0,103 10-1 0 0,19-13-2866 0 0,-139-9 1856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0.0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19 492 3812 0 0,'0'0'-16'0'0,"-15"-3"-47"0"0,14-1 56 0 0,0 0 0 0 0,1 0 0 0 0,-1 0 0 0 0,1 0 0 0 0,0 0 1 0 0,0 0-1 0 0,0 0 0 0 0,0 0 0 0 0,1 0 0 0 0,-1 0 0 0 0,1 0 0 0 0,0 0 0 0 0,0 0 0 0 0,1 0 0 0 0,-1 1 0 0 0,1-1 1 0 0,0 0-1 0 0,4-5 0 0 0,46-71-14 0 0,-47 72 15 0 0,11-13-6 0 0,0 1 0 0 0,2 1 0 0 0,1 0 0 0 0,0 1 0 0 0,1 1 0 0 0,1 1 0 0 0,32-20 0 0 0,-18 17-3 0 0,0 1 1 0 0,1 2 0 0 0,1 2-1 0 0,53-15 1 0 0,-6 11-16 0 0,0 4 0 0 0,1 3 0 0 0,162 0-1 0 0,14 19 439 0 0,-258-8-310 0 0,19 0 297 0 0,-17 0-549 0 0,-4 0 95 0 0,0 0 1 0 0,0 1-1 0 0,0-1 0 0 0,0 0 1 0 0,0 0-1 0 0,0 0 0 0 0,0 0 1 0 0,0 0-1 0 0,0 0 0 0 0,0 0 1 0 0,0 0-1 0 0,0-1 0 0 0,0 1 1 0 0,0 0-1 0 0,0-1 0 0 0,-1 1 1 0 0,1 0-1 0 0,0-1 0 0 0,0 1 1 0 0,0-1-1 0 0,0 1 0 0 0,-1-1 1 0 0,1 0-1 0 0,0 1 0 0 0,-1-1 1 0 0,1 0-1 0 0,0 0 0 0 0,-1 1 1 0 0,1-1-1 0 0,0-1 0 0 0,-1 0-299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37 3280 0 0,'-32'-25'721'0'0,"32"23"-679"0"0,2 1-39 0 0,1-1 0 0 0,0 1 0 0 0,0 0 0 0 0,0 0-1 0 0,0 0 1 0 0,0 0 0 0 0,0 0 0 0 0,0 1 0 0 0,0 0 0 0 0,0-1 0 0 0,0 1 0 0 0,5 1-1 0 0,35 3-17 0 0,-2 2-1 0 0,1 2 1 0 0,-1 1-1 0 0,0 3 1 0 0,-1 1-1 0 0,0 2 1 0 0,-1 2 0 0 0,54 31-1 0 0,-91-47 27 0 0,0 0-1 0 0,0 0 0 0 0,0 1 1 0 0,0-1-1 0 0,-1 0 1 0 0,1 1-1 0 0,0-1 1 0 0,0 1-1 0 0,-1 0 1 0 0,1-1-1 0 0,-1 1 1 0 0,0 0-1 0 0,1 0 1 0 0,-1 0-1 0 0,0 0 1 0 0,0 0-1 0 0,0 0 1 0 0,0 1-1 0 0,-1-1 1 0 0,1 0-1 0 0,-1 0 1 0 0,1 1-1 0 0,-1-1 1 0 0,0 3-1 0 0,0-2 8 0 0,-1 0-1 0 0,0 0 0 0 0,-1 0 1 0 0,1 0-1 0 0,0 0 0 0 0,-1 0 1 0 0,0 0-1 0 0,1 0 1 0 0,-1-1-1 0 0,0 1 0 0 0,0-1 1 0 0,-1 1-1 0 0,1-1 0 0 0,0 0 1 0 0,-1 0-1 0 0,0 0 0 0 0,-3 2 1 0 0,-51 30 107 0 0,-1-2-1 0 0,-1-3 1 0 0,-112 38 0 0 0,148-61-2226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1.0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71 131 4144 0 0,'-35'-124'2561'0'0,"34"122"-2318"0"0,1 3-239 0 0,0-1 1 0 0,0 0 0 0 0,0 0-1 0 0,0 0 1 0 0,-1 0-1 0 0,1 0 1 0 0,0 0-1 0 0,0 0 1 0 0,0 0-1 0 0,0 0 1 0 0,0 0-1 0 0,0 0 1 0 0,-1 0-1 0 0,1 0 1 0 0,0 0-1 0 0,0 0 1 0 0,0 0 0 0 0,0 0-1 0 0,0 0 1 0 0,0 0-1 0 0,-1 0 1 0 0,1 0-1 0 0,0 0 1 0 0,0 0-1 0 0,0 0 1 0 0,0 0-1 0 0,0 0 1 0 0,0 0-1 0 0,-1 0 1 0 0,1-1-1 0 0,0 1 1 0 0,0 0-1 0 0,0 0 1 0 0,0 0 0 0 0,0 0-1 0 0,0 0 1 0 0,0 0-1 0 0,0 0 1 0 0,0 0-1 0 0,-1-1 1 0 0,1 1-1 0 0,0 0 1 0 0,0 0-1 0 0,0 0 1 0 0,0 0-1 0 0,0 0 1 0 0,0 0-1 0 0,0-1 1 0 0,0 1-1 0 0,0 0 1 0 0,0 0 0 0 0,0 0-1 0 0,0 0 1 0 0,0 0-1 0 0,0-1 1 0 0,0 1-1 0 0,0 0 1 0 0,0 0-1 0 0,0 0 1 0 0,0 0-1 0 0,0 0 1 0 0,1 0-1 0 0,-1-1 1 0 0,0 1-1 0 0,0 0 1 0 0,0 0-1 0 0,0 0 1 0 0,-10 56 4 0 0,2 0 0 0 0,0 94 0 0 0,6-80-24 0 0,1-50 16 0 0,0 93-1 0 0,1-105-2 0 0,1 1 0 0 0,0-1 0 0 0,0 0 0 0 0,1 0 0 0 0,0 0 0 0 0,1 0 0 0 0,-1-1 0 0 0,2 1 0 0 0,-1-1 0 0 0,9 14 0 0 0,-7-16 7 0 0,0-1 0 0 0,0 1-1 0 0,0-1 1 0 0,1 0 0 0 0,-1 0 0 0 0,1-1-1 0 0,0 0 1 0 0,0 0 0 0 0,0 0-1 0 0,1-1 1 0 0,-1 0 0 0 0,1 0-1 0 0,-1 0 1 0 0,1-1 0 0 0,11 1-1 0 0,14 0 15 0 0,64-3-1 0 0,-83 0-26 0 0,42-3-827 0 0,0-3 1 0 0,-1-3-1 0 0,1-2 1 0 0,52-19-1 0 0,-62 16-487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1.6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29 192 3972 0 0,'0'0'-246'0'0,"-12"2"-33"0"0,8-2 215 0 0,7-2-325 0 0,22-5 432 0 0,10-3-67 0 0,58-25-1 0 0,-83 31 109 0 0,-1-1 0 0 0,1-1 0 0 0,-1 1 0 0 0,0-2 0 0 0,-1 1 0 0 0,1-1 0 0 0,-1 0 0 0 0,-1-1 0 0 0,1 0 0 0 0,11-16 0 0 0,-19 23-66 0 0,1 0 0 0 0,0 0-1 0 0,-1 0 1 0 0,1 0 0 0 0,0 0-1 0 0,-1 0 1 0 0,0-1 0 0 0,1 1 0 0 0,-1 0-1 0 0,0 0 1 0 0,1 0 0 0 0,-1-1-1 0 0,0 1 1 0 0,0 0 0 0 0,0 0-1 0 0,0-1 1 0 0,0 1 0 0 0,0 0-1 0 0,-1-1 1 0 0,1 1 0 0 0,0 0-1 0 0,-1 0 1 0 0,1 0 0 0 0,-1-1 0 0 0,1 1-1 0 0,-1 0 1 0 0,1 0 0 0 0,-1 0-1 0 0,0 0 1 0 0,0 0 0 0 0,1 0-1 0 0,-1 0 1 0 0,0 0 0 0 0,0 0-1 0 0,0 1 1 0 0,0-1 0 0 0,0 0-1 0 0,0 0 1 0 0,0 1 0 0 0,0-1 0 0 0,-1 1-1 0 0,1-1 1 0 0,0 1 0 0 0,0-1-1 0 0,0 1 1 0 0,-1 0 0 0 0,1 0-1 0 0,0-1 1 0 0,-2 1 0 0 0,-4-1 13 0 0,1-1 0 0 0,-1 1 0 0 0,0 0 0 0 0,0 1 0 0 0,0-1 1 0 0,0 2-1 0 0,-12 0 0 0 0,5 3-11 0 0,1 0 0 0 0,-1 1 0 0 0,1 0 0 0 0,0 1 0 0 0,1 0 0 0 0,-1 1 0 0 0,-21 16 0 0 0,30-20-21 0 0,-1 1 0 0 0,1 0-1 0 0,-1 0 1 0 0,1 0 0 0 0,0 0-1 0 0,1 1 1 0 0,-1-1 0 0 0,1 1 0 0 0,0 0-1 0 0,0 0 1 0 0,0 0 0 0 0,1 0-1 0 0,-1 1 1 0 0,1-1 0 0 0,1 1 0 0 0,-1 0-1 0 0,1-1 1 0 0,0 1 0 0 0,0 0-1 0 0,1 0 1 0 0,0 9 0 0 0,1-12 2 0 0,0 1 1 0 0,0-1-1 0 0,0 1 1 0 0,1-1-1 0 0,0 1 0 0 0,0-1 1 0 0,0 0-1 0 0,0 0 1 0 0,0 0-1 0 0,0 0 1 0 0,1 0-1 0 0,-1 0 0 0 0,1-1 1 0 0,0 1-1 0 0,0-1 1 0 0,0 0-1 0 0,0 0 1 0 0,0 0-1 0 0,1 0 1 0 0,5 2-1 0 0,10 4 10 0 0,-1-1 0 0 0,31 8 0 0 0,-41-13 3 0 0,8 3-296 0 0,0-2 0 0 0,1 0-1 0 0,0 0 1 0 0,-1-2 0 0 0,1 0 0 0 0,0-1-1 0 0,0-1 1 0 0,25-4 0 0 0,-16 0-577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2.2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293 30 3584 0 0,'0'-1'5'0'0,"0"0"0"0"0,0 0 0 0 0,0 0 0 0 0,0 0 0 0 0,0 0 0 0 0,0-1 0 0 0,0 1 0 0 0,-1 0 0 0 0,1 0 0 0 0,-1 0 0 0 0,1 0 0 0 0,-1 0 0 0 0,1 0 0 0 0,-1 0 0 0 0,1 0 0 0 0,-1 0 0 0 0,0 1 0 0 0,1-1 0 0 0,-1 0 0 0 0,0 0 0 0 0,0 0 0 0 0,0 1 0 0 0,0-1 0 0 0,0 1 0 0 0,1-1 0 0 0,-1 0 0 0 0,0 1 0 0 0,-2-1 0 0 0,0 0 12 0 0,-1 0-1 0 0,1 1 0 0 0,-1-1 1 0 0,1 1-1 0 0,-1 0 1 0 0,0 0-1 0 0,1 0 0 0 0,-1 0 1 0 0,-3 1-1 0 0,-8 2 29 0 0,1 0 0 0 0,1 1 0 0 0,-23 10 0 0 0,13-4 5 0 0,-39 25 1 0 0,54-30-47 0 0,1 0 0 0 0,0 1 0 0 0,0 0 0 0 0,0 0-1 0 0,1 0 1 0 0,0 1 0 0 0,0 0 0 0 0,-8 13 0 0 0,13-19-2 0 0,1 0-1 0 0,-1 1 1 0 0,0-1-1 0 0,1 0 1 0 0,-1 1-1 0 0,1-1 1 0 0,-1 1-1 0 0,1-1 1 0 0,0 1-1 0 0,0-1 1 0 0,-1 1 0 0 0,1-1-1 0 0,0 1 1 0 0,0-1-1 0 0,1 1 1 0 0,-1-1-1 0 0,0 0 1 0 0,0 1-1 0 0,1-1 1 0 0,-1 1-1 0 0,1-1 1 0 0,-1 1-1 0 0,1-1 1 0 0,0 2 0 0 0,1 0 3 0 0,1-1 1 0 0,-1 0 0 0 0,0 1 0 0 0,0-1-1 0 0,1 0 1 0 0,-1 0 0 0 0,1-1 0 0 0,0 1 0 0 0,-1 0-1 0 0,1-1 1 0 0,3 2 0 0 0,4 0 17 0 0,0 1 0 0 0,0-2 0 0 0,0 1 0 0 0,1-1 0 0 0,-1-1 0 0 0,12 1 0 0 0,-7-2 9 0 0,0-1-1 0 0,-1-1 0 0 0,1 0 0 0 0,-1-1 0 0 0,1 0 0 0 0,-1-1 0 0 0,0-1 0 0 0,18-9 0 0 0,-24 10 75 0 0,0 0 0 0 0,0 0 0 0 0,-1-1 0 0 0,0 0 0 0 0,0-1 0 0 0,-1 1 0 0 0,1-1 0 0 0,-1-1 0 0 0,0 1 0 0 0,-1-1 0 0 0,1 0-1 0 0,-2 0 1 0 0,1-1 0 0 0,-1 1 0 0 0,5-13 0 0 0,-5 9 177 0 0,-1 5 38 0 0,-5 8-134 0 0,-9 8-200 0 0,10-9 13 0 0,0 0 0 0 0,1 0 0 0 0,-1-1 0 0 0,0 1-1 0 0,1 0 1 0 0,-1 0 0 0 0,1 0 0 0 0,-1 0 0 0 0,1 0 0 0 0,-1 0-1 0 0,1 0 1 0 0,-1 0 0 0 0,1 0 0 0 0,0 0 0 0 0,0 0 0 0 0,-1 0-1 0 0,1 0 1 0 0,0 0 0 0 0,0 0 0 0 0,0 0 0 0 0,0 0 0 0 0,0 0-1 0 0,1 0 1 0 0,-1 0 0 0 0,0 0 0 0 0,0 0 0 0 0,1 0 0 0 0,-1 0-1 0 0,0 0 1 0 0,1 0 0 0 0,-1 0 0 0 0,2 1 0 0 0,16 23 11 0 0,-17-25-11 0 0,8 9-81 0 0,0-1 0 0 0,1 0 0 0 0,17 11 0 0 0,15 1-3338 0 0,-29-17 1781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2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31 4828 0 0,'-19'-21'-227'0'0,"6"18"237"0"0,1 1 1 0 0,-1 0-1 0 0,0 0 1 0 0,0 1-1 0 0,0 1 0 0 0,0 0 1 0 0,0 1-1 0 0,0 1 0 0 0,0 0 1 0 0,0 0-1 0 0,1 1 0 0 0,-21 8 1 0 0,32-11-12 0 0,0 0-1 0 0,0 1 1 0 0,0-1 0 0 0,0 0 0 0 0,0 1 0 0 0,0-1-1 0 0,0 1 1 0 0,0-1 0 0 0,0 1 0 0 0,1-1 0 0 0,-1 1 0 0 0,0 0-1 0 0,0-1 1 0 0,0 1 0 0 0,1 0 0 0 0,-1-1 0 0 0,0 1-1 0 0,1 0 1 0 0,-1 0 0 0 0,1 0 0 0 0,-1 0 0 0 0,1 0 0 0 0,-1 0-1 0 0,1 0 1 0 0,-1 1 0 0 0,2-1 1 0 0,-1 0-1 0 0,0 0 1 0 0,1 0-1 0 0,-1 0 1 0 0,1 0-1 0 0,0 0 1 0 0,-1 0 0 0 0,1 0-1 0 0,0 0 1 0 0,-1 0-1 0 0,1 0 1 0 0,0-1-1 0 0,0 1 1 0 0,0 0 0 0 0,0-1-1 0 0,0 1 1 0 0,-1 0-1 0 0,3 0 1 0 0,57 24 27 0 0,-53-23-18 0 0,93 31 2 0 0,-38-14-10 0 0,0 4-1 0 0,71 35 1 0 0,-132-57 0 0 0,1-1 1 0 0,-1 1 0 0 0,0-1-1 0 0,0 1 1 0 0,0-1 0 0 0,0 1 0 0 0,0 0-1 0 0,0 0 1 0 0,0 0 0 0 0,0 0-1 0 0,0 0 1 0 0,0-1 0 0 0,0 2-1 0 0,-1-1 1 0 0,1 0 0 0 0,0 0-1 0 0,-1 0 1 0 0,1 0 0 0 0,-1 0-1 0 0,1 3 1 0 0,-1-3 3 0 0,0-1 0 0 0,0 1-1 0 0,0 0 1 0 0,-1 0 0 0 0,1 0 0 0 0,0 0-1 0 0,-1 0 1 0 0,1 0 0 0 0,-1 0 0 0 0,1-1 0 0 0,-1 1-1 0 0,1 0 1 0 0,-1 0 0 0 0,1-1 0 0 0,-1 1-1 0 0,0 0 1 0 0,0-1 0 0 0,1 1 0 0 0,-1-1-1 0 0,-2 2 1 0 0,-5 3 38 0 0,-1-1-1 0 0,0 0 1 0 0,0-1-1 0 0,-10 3 1 0 0,15-4-30 0 0,-47 9 225 0 0,0-1 0 0 0,0-3 0 0 0,-1-2 0 0 0,-89-4 0 0 0,137 0-201 0 0,0-1 0 0 0,0-1-1 0 0,-1 1 1 0 0,1-1 0 0 0,0 1-1 0 0,0-1 1 0 0,0 0 0 0 0,0-1 0 0 0,0 1-1 0 0,-4-3 1 0 0,7 4-52 0 0,0-1-1 0 0,1 1 1 0 0,-1-1 0 0 0,0 1-1 0 0,1-1 1 0 0,-1 1 0 0 0,1-1-1 0 0,-1 0 1 0 0,1 1 0 0 0,-1-1-1 0 0,1 0 1 0 0,-1 1 0 0 0,1-1 0 0 0,0 0-1 0 0,-1 0 1 0 0,1 1 0 0 0,0-1-1 0 0,0 0 1 0 0,0 0 0 0 0,0 0-1 0 0,-1 1 1 0 0,1-2 0 0 0,1 0-82 0 0,-1 0 1 0 0,1 0-1 0 0,-1 0 1 0 0,1 0-1 0 0,0 0 1 0 0,-1 0-1 0 0,1 1 0 0 0,0-1 1 0 0,0 0-1 0 0,0 0 1 0 0,1 1-1 0 0,1-4 1 0 0,13-11-1489 0 0,1 1-68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3.2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60 5024 0 0,'1'-4'156'0'0,"0"0"0"0"0,0 0-1 0 0,-1-1 1 0 0,0 1-1 0 0,1 0 1 0 0,-2 0-1 0 0,1 0 1 0 0,0-1-1 0 0,-2-5 1 0 0,1 9 204 0 0,1-7-254 0 0,0 5-68 0 0,1 7 191 0 0,6 56-212 0 0,-2 1 0 0 0,-3 0 0 0 0,-11 114 0 0 0,3-134-11 0 0,-3 40-1 0 0,8-74-3 0 0,1 0-1 0 0,1 0 1 0 0,-1 0 0 0 0,1-1 0 0 0,0 1 0 0 0,1 0-1 0 0,-1-1 1 0 0,6 14 0 0 0,-4-16 3 0 0,0 0 1 0 0,0 0-1 0 0,1 0 0 0 0,-1-1 1 0 0,1 1-1 0 0,0-1 0 0 0,0 0 0 0 0,0 0 1 0 0,1 0-1 0 0,-1 0 0 0 0,1-1 1 0 0,-1 1-1 0 0,1-1 0 0 0,0-1 1 0 0,0 1-1 0 0,0-1 0 0 0,0 0 1 0 0,9 2-1 0 0,12 0-56 0 0,0 0 0 0 0,33-2 0 0 0,-56-1 36 0 0,29-2-854 0 0,0-1 1 0 0,0-2-1 0 0,32-9 1 0 0,-54 12 308 0 0,23-6-891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3.5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31 102 4812 0 0,'-2'0'44'0'0,"1"0"0"0"0,-1 0-1 0 0,0 0 1 0 0,1 0-1 0 0,-1-1 1 0 0,1 1-1 0 0,-1 0 1 0 0,0-1 0 0 0,1 1-1 0 0,-1-1 1 0 0,1 0-1 0 0,-1 1 1 0 0,1-1-1 0 0,0 0 1 0 0,-1 0 0 0 0,1 0-1 0 0,0 0 1 0 0,-2-2-1 0 0,3 2-32 0 0,1 0 0 0 0,-1 0 0 0 0,1 0 0 0 0,0 1 0 0 0,-1-1 0 0 0,1 0 0 0 0,0 0 0 0 0,-1 1 0 0 0,1-1 0 0 0,0 0 0 0 0,0 1 0 0 0,0-1 0 0 0,0 1 0 0 0,0-1 0 0 0,-1 1 0 0 0,1-1 0 0 0,0 1 0 0 0,0 0 0 0 0,0-1 0 0 0,2 1 0 0 0,82-20-71 0 0,-75 18 136 0 0,293-47-2991 0 0,-275 44 1799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4.7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29 134 4276 0 0,'-16'-43'778'0'0,"16"41"-622"0"0,-2-9 314 0 0,-3 14-301 0 0,1 26-162 0 0,15 34 5 0 0,3 0 0 0 0,3-1 1 0 0,42 103-1 0 0,4 14 54 0 0,-44-117 1747 0 0,-21-62-1792 0 0,-1-1 0 0 0,1 1 0 0 0,-1-1 0 0 0,1 1 0 0 0,-1-1-1 0 0,1 0 1 0 0,0 0 0 0 0,-1-1 0 0 0,1 1 0 0 0,0 0 0 0 0,0-1 0 0 0,-2-1 0 0 0,-2-1 24 0 0,0 0 0 0 0,0 0 1 0 0,0-1 0 0 0,1 1-1 0 0,0-1 1 0 0,0 0-1 0 0,0-1 1 0 0,1 1 0 0 0,-1-1-1 0 0,-5-11 1 0 0,-24-55 208 0 0,21 32-215 0 0,1-1 0 0 0,3 0 0 0 0,1 0 0 0 0,2-1 0 0 0,1 0 0 0 0,3 0 0 0 0,1-1 0 0 0,2 1 0 0 0,7-43 0 0 0,-7 81-64 0 0,-1 0-1 0 0,1 0 1 0 0,0 0 0 0 0,0 0-1 0 0,0 0 1 0 0,0 1 0 0 0,0-1-1 0 0,1 0 1 0 0,0 0 0 0 0,0 1-1 0 0,0-1 1 0 0,0 1 0 0 0,1 0-1 0 0,-1-1 1 0 0,1 1 0 0 0,0 0-1 0 0,0 1 1 0 0,0-1 0 0 0,0 0-1 0 0,0 1 1 0 0,5-3 0 0 0,-1 2-12 0 0,1 0 0 0 0,-1 0 1 0 0,1 1-1 0 0,-1 0 0 0 0,1 1 1 0 0,0 0-1 0 0,-1 0 0 0 0,1 0 0 0 0,0 1 1 0 0,9 1-1 0 0,5 1 3 0 0,1 2-1 0 0,-1 0 1 0 0,0 1 0 0 0,0 1 0 0 0,0 1-1 0 0,-1 1 1 0 0,0 1 0 0 0,0 1-1 0 0,-1 1 1 0 0,26 19 0 0 0,-42-27 28 0 0,1 0 1 0 0,-1 0 0 0 0,0 1 0 0 0,-1 0-1 0 0,1-1 1 0 0,-1 1 0 0 0,0 1-1 0 0,1-1 1 0 0,-2 0 0 0 0,1 1 0 0 0,3 8-1 0 0,-5-11 5 0 0,-1 0-1 0 0,0 0 1 0 0,0-1-1 0 0,0 1 1 0 0,0 0 0 0 0,0 0-1 0 0,0 0 1 0 0,0 0-1 0 0,-1 0 1 0 0,1 0-1 0 0,-1 0 1 0 0,1-1-1 0 0,-1 1 1 0 0,0 0 0 0 0,1 0-1 0 0,-1 0 1 0 0,0-1-1 0 0,0 1 1 0 0,0-1-1 0 0,-1 1 1 0 0,1-1-1 0 0,0 1 1 0 0,-1-1 0 0 0,1 0-1 0 0,-1 1 1 0 0,1-1-1 0 0,-1 0 1 0 0,1 0-1 0 0,-1 0 1 0 0,0 0-1 0 0,1-1 1 0 0,-1 1 0 0 0,0 0-1 0 0,-3 0 1 0 0,-15 7 36 0 0,-1-1 1 0 0,-1-1-1 0 0,1 0 1 0 0,-1-2-1 0 0,-31 2 1 0 0,-110-1 218 0 0,151-5-249 0 0,12 1-36 0 0,-1-1 0 0 0,0 0 0 0 0,1 0 0 0 0,-1 0 0 0 0,1 0 1 0 0,-1 0-1 0 0,1 0 0 0 0,-1 0 0 0 0,1 0 0 0 0,-1 0 0 0 0,1 0 0 0 0,-1 0 0 0 0,1 0 1 0 0,-1 0-1 0 0,1 0 0 0 0,-1-1 0 0 0,1 1 0 0 0,-1 0 0 0 0,1 0 0 0 0,-1-1 0 0 0,1 1 1 0 0,0 0-1 0 0,-1-1 0 0 0,1 1 0 0 0,-1 0 0 0 0,1-1 0 0 0,0 1 0 0 0,-1-1 0 0 0,10-10-861 0 0,24-6-1771 0 0,-8 10 749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5.4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54 4968 0 0,'-42'-23'2'0'0,"41"22"293"0"0,3 1-305 0 0,1 0 9 0 0,-1 1 0 0 0,1-1 0 0 0,0 1-1 0 0,-1-1 1 0 0,1 1 0 0 0,-1 0 0 0 0,1 0 0 0 0,-1 1 0 0 0,0-1 0 0 0,1 0 0 0 0,2 3 0 0 0,15 7-4 0 0,28 15-7 0 0,-1 2 1 0 0,-1 2-1 0 0,-1 2 0 0 0,-2 2 1 0 0,59 58-1 0 0,-101-90 14 0 0,1-1 1 0 0,0 0-1 0 0,-1 1 0 0 0,0-1 1 0 0,1 1-1 0 0,-1-1 0 0 0,0 1 0 0 0,0 0 1 0 0,0 0-1 0 0,0-1 0 0 0,0 1 1 0 0,0 0-1 0 0,0 0 0 0 0,0 0 0 0 0,-1 0 1 0 0,1 0-1 0 0,-1 0 0 0 0,0 0 1 0 0,0 0-1 0 0,1 0 0 0 0,-1 0 0 0 0,-1 3 1 0 0,0-3 5 0 0,0 0 0 0 0,-1 0 1 0 0,1 0-1 0 0,0-1 1 0 0,-1 1-1 0 0,0 0 0 0 0,1-1 1 0 0,-1 0-1 0 0,0 1 1 0 0,0-1-1 0 0,0 0 0 0 0,0 0 1 0 0,0 0-1 0 0,0 0 0 0 0,0 0 1 0 0,0 0-1 0 0,0-1 1 0 0,0 1-1 0 0,-1-1 0 0 0,-3 1 1 0 0,-6 1 60 0 0,-1 0 0 0 0,0 0 0 0 0,0-1 0 0 0,0-1 0 0 0,0-1 1 0 0,0 0-1 0 0,0 0 0 0 0,-20-5 0 0 0,30 5-67 0 0,0 0 0 0 0,0 1 1 0 0,0-1-1 0 0,0 0 0 0 0,0-1 0 0 0,0 1 1 0 0,0 0-1 0 0,0-1 0 0 0,1 0 0 0 0,-1 1 1 0 0,1-1-1 0 0,-1 0 0 0 0,1 0 0 0 0,0-1 1 0 0,0 1-1 0 0,0 0 0 0 0,0-1 0 0 0,0 1 1 0 0,0-1-1 0 0,1 0 0 0 0,-1 1 1 0 0,1-1-1 0 0,0 0 0 0 0,0 0 0 0 0,0 0 1 0 0,0 0-1 0 0,0 0 0 0 0,1 0 0 0 0,-1 0 1 0 0,1 0-1 0 0,0 0 0 0 0,0-1 0 0 0,0 1 1 0 0,0 0-1 0 0,0 0 0 0 0,1 0 0 0 0,0 0 1 0 0,-1 0-1 0 0,1 0 0 0 0,0 0 0 0 0,2-3 1 0 0,8-18-119 0 0,0 1 0 0 0,2 1 0 0 0,1 0 1 0 0,0 1-1 0 0,1 0 0 0 0,2 2 0 0 0,29-30 1 0 0,-4 4-92 0 0,-38 40 134 0 0,6-5-2307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6.5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105 273 3416 0 0,'-10'5'-10'0'0,"0"1"0"0"0,0 1-1 0 0,0 0 1 0 0,1 0-1 0 0,1 1 1 0 0,-1 0 0 0 0,1 0-1 0 0,-9 13 1 0 0,16-19 12 0 0,-1 0 0 0 0,1 0 1 0 0,-1 0-1 0 0,1 1 0 0 0,0-1 0 0 0,0 1 1 0 0,0-1-1 0 0,0 1 0 0 0,0-1 0 0 0,1 1 0 0 0,-1-1 1 0 0,1 1-1 0 0,-1 0 0 0 0,1-1 0 0 0,0 1 1 0 0,0 0-1 0 0,0-1 0 0 0,1 1 0 0 0,-1 0 0 0 0,1-1 1 0 0,-1 1-1 0 0,1-1 0 0 0,0 1 0 0 0,0-1 1 0 0,0 1-1 0 0,0-1 0 0 0,1 0 0 0 0,-1 1 0 0 0,0-1 1 0 0,1 0-1 0 0,0 0 0 0 0,-1 0 0 0 0,1 0 1 0 0,0 0-1 0 0,0 0 0 0 0,0-1 0 0 0,1 1 0 0 0,-1-1 1 0 0,0 1-1 0 0,0-1 0 0 0,4 2 0 0 0,1 0 20 0 0,-1 0-1 0 0,0 0 1 0 0,1 0-1 0 0,-1-1 0 0 0,1 0 1 0 0,0 0-1 0 0,0 0 1 0 0,0-1-1 0 0,0 0 1 0 0,0-1-1 0 0,0 1 0 0 0,0-1 1 0 0,0-1-1 0 0,0 1 1 0 0,0-1-1 0 0,0-1 1 0 0,10-2-1 0 0,-13 2-10 0 0,-1 1 0 0 0,1-1 0 0 0,-1 1 0 0 0,1-1 0 0 0,-1 0 0 0 0,0-1 0 0 0,0 1 0 0 0,0-1 0 0 0,0 1 0 0 0,-1-1 0 0 0,1 0 0 0 0,0 0 0 0 0,-1 0 0 0 0,0 0 0 0 0,0 0 0 0 0,0-1 0 0 0,0 1 0 0 0,0-1 0 0 0,-1 1 0 0 0,0-1 0 0 0,0 1 0 0 0,0-1 0 0 0,0 0 0 0 0,0 0 0 0 0,-1 0 0 0 0,1 1 0 0 0,-1-1 0 0 0,0 0 0 0 0,0 0 0 0 0,-1 0 0 0 0,1 0 0 0 0,-1 1 0 0 0,-1-5 0 0 0,1 3-3 0 0,0 0-1 0 0,-1 0 0 0 0,0 0 1 0 0,0 0-1 0 0,0 0 0 0 0,-1 1 1 0 0,1-1-1 0 0,-1 1 0 0 0,0 0 0 0 0,-1 0 1 0 0,1 0-1 0 0,-1 0 0 0 0,1 0 1 0 0,-1 1-1 0 0,0-1 0 0 0,0 1 1 0 0,-1 0-1 0 0,1 1 0 0 0,-1-1 0 0 0,1 1 1 0 0,-1 0-1 0 0,-9-3 0 0 0,13 4-9 0 0,0 1 0 0 0,0-1-1 0 0,0 1 1 0 0,0 0 0 0 0,0-1-1 0 0,0 1 1 0 0,0 0 0 0 0,0 0-1 0 0,0 0 1 0 0,0 0 0 0 0,0 0-1 0 0,0 0 1 0 0,0 0 0 0 0,0 0-1 0 0,0 0 1 0 0,0 0 0 0 0,0 0-1 0 0,0 1 1 0 0,0-1 0 0 0,0 0-1 0 0,0 1 1 0 0,1-1 0 0 0,-1 1-1 0 0,0-1 1 0 0,0 1 0 0 0,0-1-1 0 0,0 1 1 0 0,1-1 0 0 0,-2 2-1 0 0,0 0 1 0 0,8 0 0 0 0,10 4 7 0 0,1 0 1 0 0,1-2 0 0 0,-1 0 0 0 0,1-1-1 0 0,-1-1 1 0 0,1 0 0 0 0,0-2 0 0 0,0 0-1 0 0,0-1 1 0 0,-1 0 0 0 0,1-2 0 0 0,-1 0-1 0 0,1-1 1 0 0,-1-1 0 0 0,33-13 0 0 0,-44 15 10 0 0,-1 0 0 0 0,1-1 0 0 0,-1 0 0 0 0,0 0 1 0 0,0-1-1 0 0,0 1 0 0 0,0-1 0 0 0,-1 0 0 0 0,0 0 1 0 0,0 0-1 0 0,0-1 0 0 0,0 1 0 0 0,-1-1 0 0 0,0 0 0 0 0,0 0 1 0 0,-1 0-1 0 0,0-1 0 0 0,0 1 0 0 0,0 0 0 0 0,-1-1 0 0 0,0 0 1 0 0,0 1-1 0 0,-1-1 0 0 0,0 1 0 0 0,0-1 0 0 0,0 0 1 0 0,-1 1-1 0 0,0-1 0 0 0,0 1 0 0 0,-1-1 0 0 0,1 1 0 0 0,-1 0 1 0 0,-6-12-1 0 0,6 13-4 0 0,0 1 0 0 0,-1-1 0 0 0,0 1 0 0 0,1 0 0 0 0,-1 0 0 0 0,-1 0-1 0 0,1 0 1 0 0,-1 0 0 0 0,1 1 0 0 0,-1 0 0 0 0,0 0 0 0 0,0 0 0 0 0,-5-3 0 0 0,7 5-16 0 0,-18 0-53 0 0,18 3 53 0 0,0-1 1 0 0,-1 1 0 0 0,1-1-1 0 0,0 1 1 0 0,0 0-1 0 0,0 0 1 0 0,1 0 0 0 0,-1 0-1 0 0,0 0 1 0 0,1 0 0 0 0,-1 0-1 0 0,1 1 1 0 0,0-1-1 0 0,0 1 1 0 0,0-1 0 0 0,0 1-1 0 0,-1 4 1 0 0,0 0-4 0 0,1 1 1 0 0,0 0-1 0 0,1 0 0 0 0,0-1 1 0 0,0 1-1 0 0,1 9 1 0 0,3 4-3 0 0,0-1 1 0 0,1 0 0 0 0,0 0-1 0 0,11 22 1 0 0,9 6 9 0 0,2 0 1 0 0,1-3-1 0 0,3 0 0 0 0,51 57 0 0 0,-43-54 2 0 0,-35-43 1 0 0,0-1 0 0 0,0 1-1 0 0,-1 0 1 0 0,0 0 0 0 0,0 0 0 0 0,0 0 0 0 0,-1 1 0 0 0,0-1 0 0 0,0 1 0 0 0,0 0 0 0 0,0-1 0 0 0,-1 1 0 0 0,0 0-1 0 0,0 0 1 0 0,-1 0 0 0 0,0 7 0 0 0,-1-9 3 0 0,0 1 0 0 0,0 0 1 0 0,-1 0-1 0 0,0-1 0 0 0,0 1 0 0 0,0 0 0 0 0,-1-1 0 0 0,1 0 0 0 0,-1 0 0 0 0,0 0 0 0 0,0 0 1 0 0,0 0-1 0 0,-1 0 0 0 0,1-1 0 0 0,-1 0 0 0 0,0 0 0 0 0,0 0 0 0 0,0 0 0 0 0,-6 3 0 0 0,-23 11 108 0 0,-1 0-1 0 0,0-3 1 0 0,0-1-1 0 0,-2-1 0 0 0,0-2 1 0 0,-64 10-1 0 0,98-20-92 0 0,0 1-1 0 0,0-1 1 0 0,0 1-1 0 0,0-1 1 0 0,0 0 0 0 0,0 0-1 0 0,0 0 1 0 0,0 0-1 0 0,0 0 1 0 0,0-1-1 0 0,0 1 1 0 0,0 0 0 0 0,0-1-1 0 0,0 0 1 0 0,0 1-1 0 0,0-1 1 0 0,-3-2-1 0 0,5 3-8 0 0,-1-1 0 0 0,0 0 0 0 0,0 0-1 0 0,1 0 1 0 0,-1 0 0 0 0,1 0-1 0 0,-1 0 1 0 0,1 0 0 0 0,0 0-1 0 0,-1 0 1 0 0,1 0 0 0 0,0 0-1 0 0,0-1 1 0 0,-1 1 0 0 0,1 0 0 0 0,0 0-1 0 0,0 0 1 0 0,0 0 0 0 0,0 0-1 0 0,1 0 1 0 0,-1 0 0 0 0,1-2-1 0 0,1-4 14 0 0,0 0 0 0 0,1 0-1 0 0,0 0 1 0 0,0 1-1 0 0,1-1 1 0 0,0 1-1 0 0,6-9 1 0 0,110-120-211 0 0,-82 96 95 0 0,-2-2 0 0 0,-1-2 0 0 0,44-70 0 0 0,-76 107 118 0 0,0 0 1 0 0,0 0 0 0 0,-1-1-1 0 0,0 1 1 0 0,0 0 0 0 0,0-1-1 0 0,-1 1 1 0 0,0-1 0 0 0,0 0-1 0 0,-1 1 1 0 0,0-1 0 0 0,0 0-1 0 0,-2-11 1 0 0,2 17-30 0 0,0 1 0 0 0,0-1 0 0 0,0 1 0 0 0,-1-1 0 0 0,1 1 0 0 0,0 0 0 0 0,0-1 0 0 0,0 1 0 0 0,-1-1 0 0 0,1 1 0 0 0,0 0 0 0 0,-1-1 0 0 0,1 1 0 0 0,0 0 0 0 0,-1-1 0 0 0,1 1 0 0 0,0 0 0 0 0,-1 0 0 0 0,1-1 0 0 0,0 1 0 0 0,-1 0 0 0 0,1 0 0 0 0,-1 0 0 0 0,1 0 0 0 0,-1-1 0 0 0,1 1 0 0 0,0 0 0 0 0,-1 0 0 0 0,1 0 0 0 0,-1 0 0 0 0,1 0 0 0 0,-1 0 0 0 0,1 0 0 0 0,-1 0 0 0 0,1 0 0 0 0,-1 0 0 0 0,1 0 0 0 0,0 1 0 0 0,-1-1 0 0 0,1 0 0 0 0,-1 0 0 0 0,1 0 0 0 0,-1 1 0 0 0,-15 7-51 0 0,16-8 62 0 0,-2 1-12 0 0,1 1 1 0 0,-1-1-1 0 0,1 0 1 0 0,0 1-1 0 0,0-1 1 0 0,-1 1-1 0 0,1-1 0 0 0,0 1 1 0 0,0-1-1 0 0,1 1 1 0 0,-1 0-1 0 0,0 0 1 0 0,0-1-1 0 0,1 1 0 0 0,-1 0 1 0 0,1 0-1 0 0,0 0 1 0 0,0 0-1 0 0,-1-1 1 0 0,1 1-1 0 0,0 0 0 0 0,0 0 1 0 0,1 0-1 0 0,-1 0 1 0 0,0 0-1 0 0,1-1 1 0 0,-1 1-1 0 0,1 0 0 0 0,-1 0 1 0 0,1 0-1 0 0,0-1 1 0 0,0 1-1 0 0,0 0 1 0 0,0-1-1 0 0,1 2 0 0 0,5 9-2 0 0,0-1-1 0 0,0 0 0 0 0,13 13 0 0 0,-19-22 4 0 0,6 5-361 0 0,0 0 1 0 0,0 0-1 0 0,0-1 1 0 0,1 1-1 0 0,0-2 1 0 0,0 1-1 0 0,0-1 0 0 0,14 6 1 0 0,-5-5-994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6.6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60 4744 0 0,'-5'-15'184'0'0,"-1"5"-24"0"0,3 0 60 0 0,1 5 237 0 0,-7-7-85 0 0,7 5-136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7.0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62 4796 0 0,'6'-43'1269'0'0,"-6"41"-893"0"0,1-9 126 0 0,2 6-347 0 0,-1 6-106 0 0,2 39-17 0 0,13 212 21 0 0,-17-242-52 0 0,0 13 11 0 0,0-1 0 0 0,2 1 0 0 0,0 0 0 0 0,6 23 0 0 0,-6-39-6 0 0,0-1 0 0 0,0 1 0 0 0,1-1 0 0 0,0 0 1 0 0,0 0-1 0 0,0 0 0 0 0,1 0 0 0 0,0 0 0 0 0,0-1 0 0 0,0 1 0 0 0,1-1 0 0 0,0 0 0 0 0,0-1 0 0 0,0 1 0 0 0,1-1 0 0 0,-1 0 1 0 0,1 0-1 0 0,7 3 0 0 0,7 2-70 0 0,0 0 0 0 0,1-1 0 0 0,0-1 0 0 0,0-2 0 0 0,39 7 0 0 0,-35-9-971 0 0,0-2 0 0 0,44-2 0 0 0,-16-5-1029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47.2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80 5737 0 0,'-20'-3'156'0'0,"7"3"56"0"0,5-7-68 0 0,35-8-116 0 0,0 10 8 0 0,9-2-12 0 0,22 2 20 0 0,5 0-64 0 0,3 0-64 0 0,-3 0-80 0 0,2 0-140 0 0,1 0-225 0 0,-8 0-747 0 0,2 0-88 0 0,-16 3 580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50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621 34 3624 0 0,'0'0'950'0'0,"-3"-2"-864"0"0,-24-13 169 0 0,24 15-199 0 0,-36-8 106 0 0,13 5-134 0 0,-3-1 3 0 0,0 2-1 0 0,-51 2 1 0 0,58 2-40 0 0,-1 0-1 0 0,1 1 0 0 0,0 1 1 0 0,0 2-1 0 0,0 0 0 0 0,1 1 1 0 0,0 1-1 0 0,0 1 1 0 0,1 1-1 0 0,0 0 0 0 0,0 2 1 0 0,2 1-1 0 0,-1 0 0 0 0,2 1 1 0 0,-23 22-1 0 0,37-33 8 0 0,0 1 0 0 0,-1-1 0 0 0,1 1 0 0 0,1 0 1 0 0,-1 0-1 0 0,1 0 0 0 0,-1 0 0 0 0,1 0 0 0 0,0 1 0 0 0,1-1 0 0 0,-1 1 0 0 0,1-1 0 0 0,0 1 0 0 0,0 0 0 0 0,0-1 0 0 0,0 8 1 0 0,2-8-1 0 0,-1-1 1 0 0,1 0 0 0 0,0 1-1 0 0,0-1 1 0 0,0 0 0 0 0,0 0-1 0 0,1 0 1 0 0,-1 0 0 0 0,1 0-1 0 0,0 0 1 0 0,0 0-1 0 0,0 0 1 0 0,0-1 0 0 0,0 1-1 0 0,1-1 1 0 0,-1 1 0 0 0,1-1-1 0 0,0 0 1 0 0,-1 0 0 0 0,1 0-1 0 0,0 0 1 0 0,0-1 0 0 0,5 3-1 0 0,39 16 6 0 0,0-2 0 0 0,2-2-1 0 0,78 15 1 0 0,154 9 67 0 0,336-18-12 0 0,-428-24-56 0 0,-80 3-57 0 0,-9 1 84 0 0,0-4 1 0 0,137-21-1 0 0,-219 20 6 0 0,0-1 0 0 0,-1-1 0 0 0,1-1 0 0 0,31-15-1 0 0,-48 20-14 0 0,1 1-1 0 0,-1-1 0 0 0,1-1 0 0 0,-1 1 0 0 0,0 0 0 0 0,1 0 0 0 0,-1 0 0 0 0,0-1 0 0 0,0 1 0 0 0,0-1 0 0 0,0 1 0 0 0,0-1 0 0 0,0 1 0 0 0,0-1 0 0 0,-1 1 1 0 0,1-1-1 0 0,0 0 0 0 0,-1 0 0 0 0,0 1 0 0 0,1-1 0 0 0,-1-3 0 0 0,0 1 0 0 0,0 0-1 0 0,-1 1 1 0 0,1-1 0 0 0,-1 0-1 0 0,0 1 1 0 0,0-1 0 0 0,0 1-1 0 0,-1-1 1 0 0,1 1 0 0 0,-3-4 0 0 0,-1-1 0 0 0,0 0 1 0 0,-1 0-1 0 0,0 1 1 0 0,0 0-1 0 0,-1 0 1 0 0,1 0-1 0 0,-14-9 1 0 0,-19-5-12 0 0,-1 1 1 0 0,-1 2 0 0 0,-1 2-1 0 0,0 1 1 0 0,-1 3 0 0 0,-61-11 0 0 0,-50 1-11 0 0,-170-2 1 0 0,115 11 125 0 0,111 5-272 0 0,-140-9 756 0 0,188 16-1504 0 0,0 3 0 0 0,-83 12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2:52.6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595 23 3508 0 0,'-14'-6'-284'0'0,"-42"-10"-1068"0"0,52 16 1238 0 0,-23 3-163 0 0,-5 7 253 0 0,1 1-1 0 0,0 1 1 0 0,1 2 0 0 0,1 1-1 0 0,0 2 1 0 0,2 0 0 0 0,-1 2 0 0 0,2 1-1 0 0,1 1 1 0 0,0 1 0 0 0,-23 29-1 0 0,31-34 32 0 0,1 2 0 0 0,1 0 0 0 0,1 1 0 0 0,0 0 0 0 0,2 1 0 0 0,-18 39 0 0 0,27-53-3 0 0,0 0 0 0 0,1 1 1 0 0,0-1-1 0 0,0 1 1 0 0,1-1-1 0 0,0 1 0 0 0,1-1 1 0 0,-1 1-1 0 0,1 0 1 0 0,1-1-1 0 0,-1 1 0 0 0,1 0 1 0 0,1-1-1 0 0,-1 1 1 0 0,1-1-1 0 0,1 1 0 0 0,-1-1 1 0 0,1 0-1 0 0,1 0 1 0 0,-1 0-1 0 0,1-1 0 0 0,0 1 1 0 0,1-1-1 0 0,-1 0 1 0 0,9 8-1 0 0,2 0 12 0 0,1-1-1 0 0,1 0 1 0 0,1-1 0 0 0,0 0-1 0 0,0-2 1 0 0,1 0-1 0 0,0-1 1 0 0,36 11 0 0 0,14 1 35 0 0,88 14 0 0 0,-34-15 46 0 0,1-5-1 0 0,0-5 1 0 0,238-13 0 0 0,-337 1 21 0 0,-1-1 1 0 0,1-1-1 0 0,-1-1 0 0 0,0-1 0 0 0,0-1 1 0 0,0-1-1 0 0,33-17 0 0 0,-50 21-65 0 0,0 1-1 0 0,0-2 1 0 0,0 1-1 0 0,-1-1 1 0 0,1 0-1 0 0,-1-1 1 0 0,0 1-1 0 0,-1-1 1 0 0,0 0-1 0 0,0-1 1 0 0,0 1-1 0 0,0-1 1 0 0,-1 0-1 0 0,0 0 1 0 0,-1-1-1 0 0,1 1 1 0 0,-2-1-1 0 0,1 1 1 0 0,-1-1-1 0 0,0 0 1 0 0,0 0-1 0 0,-1 0 1 0 0,0 0-1 0 0,-1 0 1 0 0,0 0-1 0 0,-1-13 1 0 0,0 7-8 0 0,-2 0 0 0 0,1 0-1 0 0,-2 1 1 0 0,0-1 0 0 0,0 1 0 0 0,-1 0 0 0 0,-1 0 0 0 0,0 1 0 0 0,-1 0 0 0 0,0 0 0 0 0,-12-15 0 0 0,6 12-12 0 0,-1 0 1 0 0,0 1-1 0 0,-1 1 1 0 0,0 1-1 0 0,-1 0 0 0 0,0 1 1 0 0,-23-12-1 0 0,-10 0 1 0 0,-1 3-1 0 0,-1 1 1 0 0,0 3-1 0 0,-108-19 1 0 0,112 28-444 0 0,0 1-1 0 0,-1 3 1 0 0,0 2 0 0 0,1 2 0 0 0,-91 13-1 0 0,110-9-591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6:46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579 131 4236 0 0,'0'0'1709'0'0,"-5"-3"-1581"0"0,-15-8 2 0 0,15 8-6 0 0,-46-22 714 0 0,-13 8-422 0 0,61 17-393 0 0,-55-5 111 0 0,42 6-147 0 0,0 2 1 0 0,0 0-1 0 0,0 0 0 0 0,1 2 0 0 0,-1 0 0 0 0,1 0 1 0 0,0 2-1 0 0,-25 14 0 0 0,31-16 12 0 0,3-2-4 0 0,-3 0-8 0 0,0 2 0 0 0,1-1 0 0 0,-1 1 0 0 0,1 0 0 0 0,-11 10 0 0 0,13-8 10 0 0,-7 8-26 0 0,0 0 0 0 0,1 1-1 0 0,1 0 1 0 0,1 1 0 0 0,-16 35 0 0 0,17-29 12 0 0,2 1-1 0 0,0-1 1 0 0,2 2 0 0 0,0-1-1 0 0,2 1 1 0 0,0 49-1 0 0,2-62 16 0 0,2 1 0 0 0,0-1 0 0 0,0 1 0 0 0,1-1-1 0 0,0 0 1 0 0,1 1 0 0 0,1-1 0 0 0,0 0 0 0 0,1-1 0 0 0,0 1-1 0 0,0-1 1 0 0,1 0 0 0 0,1 0 0 0 0,0-1 0 0 0,0 0 0 0 0,1 0-1 0 0,0-1 1 0 0,1 0 0 0 0,0 0 0 0 0,1-1 0 0 0,-1 0-1 0 0,21 12 1 0 0,10-4 7 0 0,1-1 0 0 0,1-2-1 0 0,0-1 1 0 0,1-3 0 0 0,56 5-1 0 0,-74-10 6 0 0,-12-4 14 0 0,0-1-1 0 0,0 0 0 0 0,-1-1 0 0 0,1-1 1 0 0,-1 0-1 0 0,1 0 0 0 0,-1-1 1 0 0,0-1-1 0 0,0 0 0 0 0,20-12 0 0 0,-7 3 78 0 0,1-2 0 0 0,-2 0 0 0 0,0-2 0 0 0,-1 0 0 0 0,-1-2-1 0 0,-1-1 1 0 0,0 0 0 0 0,-2-1 0 0 0,0-1 0 0 0,-2-1-1 0 0,-1-1 1 0 0,22-43 0 0 0,-33 56-29 0 0,0 0 0 0 0,-1-1 1 0 0,0 1-1 0 0,-1-1 0 0 0,-1 1 0 0 0,0-1 0 0 0,-1 0 0 0 0,0 0 0 0 0,-1-15 1 0 0,-3 1 72 0 0,0-1 1 0 0,-2 2 0 0 0,-10-32-1 0 0,11 50-118 0 0,0 0 0 0 0,0 0 0 0 0,-1 0 0 0 0,-1 1 0 0 0,1 0 0 0 0,-1 0 0 0 0,0 0 0 0 0,-1 1 0 0 0,1-1 0 0 0,-1 2 0 0 0,0-1 0 0 0,-14-7 0 0 0,0-3 13 0 0,3 4-21 0 0,1 0 0 0 0,-1 1 0 0 0,-1 1 0 0 0,0 1 0 0 0,0 1 0 0 0,-1 0 0 0 0,-32-7 1 0 0,-12 1-19 0 0,-93-6 0 0 0,22 18-1782 0 0,132 2 529 0 0,-19 0-4503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6:55.7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6685 4120 0 0,'0'0'-166'0'0,"-8"-3"-368"0"0,7 2 447 0 0,7 0-454 0 0,124-6 756 0 0,0-5 1 0 0,155-36-1 0 0,-213 34 57 0 0,0-3 0 0 0,-2-4 0 0 0,0-2 0 0 0,121-60 0 0 0,-162 65-101 0 0,-2-1 0 0 0,0-1 0 0 0,-1-2 0 0 0,-2 0-1 0 0,0-2 1 0 0,-1-1 0 0 0,25-35 0 0 0,-6 3 131 0 0,-3-1-1 0 0,-2-1 1 0 0,-2-2 0 0 0,37-97-1 0 0,-26 52-144 0 0,9-26 5 0 0,-45 101-87 0 0,28-79 273 0 0,-5-2 0 0 0,35-220 1 0 0,-65 300-291 0 0,24-346 492 0 0,-8 69-18 0 0,-6 37-189 0 0,-4 119-252 0 0,0-59 35 0 0,-21-251 0 0 0,-24-149-122 0 0,28 442-5 0 0,-5-245 18 0 0,13 268-50 0 0,7 0 0 0 0,6 0 0 0 0,49-218 0 0 0,-33 247 0 0 0,5 2 1 0 0,61-140-1 0 0,69-57-122 0 0,-132 256 110 0 0,-24 44 30 0 0,1 1 0 0 0,1 0 1 0 0,0 1-1 0 0,0 0 0 0 0,1 0 1 0 0,0 1-1 0 0,1 1 1 0 0,0 0-1 0 0,1 1 0 0 0,16-9 1 0 0,24-10-95 0 0,65-24 1 0 0,-114 49 99 0 0,55-19-141 0 0,2 2 1 0 0,73-13-1 0 0,127-9-162 0 0,17 13 1 0 0,-178 25 214 0 0,0 5 1 0 0,138 19-1 0 0,-127-2 29 0 0,-2 5-1 0 0,189 67 0 0 0,-294-90 63 0 0,231 91-199 0 0,-166-62 176 0 0,69 34-40 0 0,-102-45 22 0 0,-35-18 42 0 0,27 11 7 0 0,-26-12-14 0 0,1 1 3 0 0,8 3 1147 0 0,-13-9-1112 0 0,0 1-1 0 0,0-1 1 0 0,0 1 0 0 0,0-1-1 0 0,-1 1 1 0 0,0 0 0 0 0,-6-7-1 0 0,-3-6 29 0 0,5 6-47 0 0,0 0 0 0 0,-1 1 0 0 0,-1-1 0 0 0,0 2 0 0 0,0-1 1 0 0,-18-12-1 0 0,-69-45-158 0 0,93 65 146 0 0,-63-32-171 0 0,64 33 156 0 0,1 0-88 0 0,0 0 22 0 0,-1 0 0 0 0,1 0 0 0 0,-1 0 0 0 0,1 0 0 0 0,-1 1 0 0 0,0-1 0 0 0,1 0 0 0 0,-1 1 0 0 0,0-1 0 0 0,1 1 0 0 0,-1 0 1 0 0,0-1-1 0 0,1 1 0 0 0,-4 0 0 0 0,9 9 69 0 0,1-1-1 0 0,0 0 1 0 0,0 0 0 0 0,1-1 0 0 0,0 1 0 0 0,1-1 0 0 0,-1-1 0 0 0,1 1-1 0 0,13 9 1 0 0,84 51-15 0 0,-73-48 28 0 0,23 13 8 0 0,-25-16 13 0 0,-1 2 0 0 0,47 37 0 0 0,-74-54 1 0 0,-4 1-13 0 0,1 0-1 0 0,-1 0 1 0 0,0 0-1 0 0,0 0 1 0 0,0-1 0 0 0,0 1-1 0 0,0-1 1 0 0,0 0-1 0 0,0 0 1 0 0,-1 0-1 0 0,1 0 1 0 0,-7 0 0 0 0,7 0-2 0 0,-346 105 43 0 0,336-101-79 0 0,0 1 0 0 0,0 0 0 0 0,1 1 0 0 0,-14 10 0 0 0,20-12-820 0 0,-1 0-1 0 0,1 1 0 0 0,0-1 0 0 0,-9 13 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6:50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37 6697 0 0,'0'0'-437'0'0,"-40"-21"-913"0"0,39 19 1664 0 0,-9-4 368 0 0,10 6-679 0 0,0 0-1 0 0,0 0 0 0 0,0 0 1 0 0,1 0-1 0 0,-1 0 0 0 0,0 0 0 0 0,0 0 1 0 0,0-1-1 0 0,0 1 0 0 0,0 0 0 0 0,0 0 1 0 0,0 0-1 0 0,0 0 0 0 0,0 0 1 0 0,1 0-1 0 0,-1 0 0 0 0,0-1 0 0 0,0 1 1 0 0,0 0-1 0 0,0 0 0 0 0,0 0 0 0 0,0 0 1 0 0,0 0-1 0 0,0-1 0 0 0,0 1 1 0 0,0 0-1 0 0,0 0 0 0 0,0 0 0 0 0,0 0 1 0 0,0 0-1 0 0,0-1 0 0 0,0 1 0 0 0,0 0 1 0 0,0 0-1 0 0,0 0 0 0 0,0 0 1 0 0,0 0-1 0 0,0 0 0 0 0,-1-1 0 0 0,1 1 1 0 0,0 0-1 0 0,0 0 0 0 0,0 0 0 0 0,0 0 1 0 0,0 0-1 0 0,0 0 0 0 0,0 0 1 0 0,0 0-1 0 0,-1-1 0 0 0,1 1 0 0 0,0 0 1 0 0,0 0-1 0 0,0 0 0 0 0,0 0 0 0 0,0 0 1 0 0,0 0-1 0 0,-1 0 0 0 0,1 0 1 0 0,24 0-9 0 0,298 5 0 0 0,-194-9 29 0 0,-73 2-3 0 0,89 6 1 0 0,-69 0-69 0 0,2 6 906 0 0,-74-10-819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6:51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45 4732 0 0,'-17'-6'-452'0'0,"17"6"451"0"0,0 0 0 0 0,0 0 0 0 0,0 0 0 0 0,0 0 0 0 0,0 1 0 0 0,1-1 0 0 0,-1 0 0 0 0,0 0 0 0 0,0 0 0 0 0,0 0 1 0 0,0 0-1 0 0,0 0 0 0 0,0 0 0 0 0,1 0 0 0 0,-1 0 0 0 0,0 0 0 0 0,0 0 0 0 0,0-1 0 0 0,0 1 0 0 0,0 0 0 0 0,0 0 0 0 0,1 0 0 0 0,-1 0 0 0 0,0 0 0 0 0,0 0 0 0 0,0 0 0 0 0,0 0 0 0 0,0 0 0 0 0,0 0 0 0 0,0 0 0 0 0,0 0 0 0 0,1 0 0 0 0,-1-1 0 0 0,0 1 0 0 0,0 0 0 0 0,0 0 0 0 0,0 0 0 0 0,0 0 0 0 0,0 0 0 0 0,0 0 0 0 0,0 0 0 0 0,0-1 0 0 0,0 1 0 0 0,0 0 0 0 0,0 0 0 0 0,0 0 0 0 0,0 0 0 0 0,0 0 0 0 0,0 0 0 0 0,0-1 0 0 0,0 1 0 0 0,0 0 0 0 0,0 0 0 0 0,0 0 0 0 0,0 0 0 0 0,0 0 0 0 0,0 0 1 0 0,0-1-1 0 0,0 1 0 0 0,0 0 0 0 0,0 0 0 0 0,0 0 0 0 0,-1 0 0 0 0,1 0 0 0 0,0 0 0 0 0,0 0 0 0 0,0-1 0 0 0,37-1 773 0 0,4 0-806 0 0,-16 0 39 0 0,-1 2 0 0 0,29 2 1 0 0,58 0 14 0 0,13-4-8 0 0,21-16-38 0 0,-142 18 26 0 0,1 0-8 0 0,12 0 5 0 0,-12 0-1 0 0,0 0 7 0 0,113-5 25 0 0,-57 1 235 0 0,1 1-2364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0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7223 4440 0 0,'0'0'-243'0'0,"6"2"-594"0"0,13 1 898 0 0,0-1 0 0 0,1 0 0 0 0,-1-2 0 0 0,0 0 1 0 0,0-1-1 0 0,24-4 0 0 0,126-29 407 0 0,-129 25-390 0 0,90-24 282 0 0,140-55 0 0 0,-185 51-68 0 0,113-66-1 0 0,-116 58-155 0 0,-43 21 1 0 0,-1-2 0 0 0,-1-2 0 0 0,-2-1 0 0 0,0-2 0 0 0,-3-1 1 0 0,0-2-1 0 0,30-43 0 0 0,159-171 266 0 0,-119 138-234 0 0,-58 62-98 0 0,107-125 364 0 0,-126 140-265 0 0,-1 0-1 0 0,-3-2 1 0 0,30-60 0 0 0,88-261 892 0 0,31-123-146 0 0,-46 111-547 0 0,-36 79-55 0 0,-42 119-121 0 0,31-220-1 0 0,-66 274-69 0 0,-5 0 0 0 0,-5-1 1 0 0,-16-117-1 0 0,-7-117-137 0 0,8 3-49 0 0,13 251 54 0 0,2-90-27 0 0,18-144 9 0 0,19 19-18 0 0,-37 306 45 0 0,43-271-62 0 0,0-14 136 0 0,-17 171-267 0 0,58-157 0 0 0,-67 224 125 0 0,4-14 34 0 0,35-72 0 0 0,-44 112-21 0 0,2 1 1 0 0,1 0-1 0 0,0 1 0 0 0,2 1 1 0 0,1 1-1 0 0,1 1 1 0 0,1 0-1 0 0,37-29 0 0 0,-46 42-6 0 0,0 2 0 0 0,0-1 0 0 0,1 2 0 0 0,0-1 0 0 0,0 2 0 0 0,1 0 0 0 0,24-6 0 0 0,2 4-200 0 0,56-3 1 0 0,-16 2 37 0 0,-77 8 211 0 0,26 0-25 0 0,163 19-159 0 0,42 28 89 0 0,-105-19 62 0 0,-57-9-81 0 0,-1 3-1 0 0,102 48 1 0 0,58 23 75 0 0,-177-68 48 0 0,-18-8-3 0 0,60 19 1 0 0,-22-7-42 0 0,-18-13 44 0 0,61 9-41 0 0,-115-24 46 0 0,1 0 1 0 0,6 2-2 0 0,-7-2 4 0 0,0-1 6 0 0,5 2 0 0 0,-5-2-2 0 0,3 4 125 0 0,-7-10 230 0 0,-8-9-178 0 0,-7-1-137 0 0,-1 2 0 0 0,-23-16 0 0 0,-39-32 23 0 0,39 37-58 0 0,39 24-10 0 0,-11-7-1569 0 0,32 31 1514 0 0,1-1 1 0 0,1-1 0 0 0,1-1-1 0 0,33 23 1 0 0,18 18 0 0 0,-72-61 50 0 0,0 1 0 0 0,0 0 0 0 0,0 0 0 0 0,-1 0-1 0 0,1 0 1 0 0,0 0 0 0 0,0 0 0 0 0,-1 0-1 0 0,1 0 1 0 0,-1 0 0 0 0,1 0 0 0 0,-1 0 0 0 0,1 0-1 0 0,-1 1 1 0 0,1-1 0 0 0,-1 0 0 0 0,0 0 0 0 0,0 0-1 0 0,0 1 1 0 0,0-1 0 0 0,0 0 0 0 0,0 0-1 0 0,0 1 1 0 0,0-1 0 0 0,0 0 0 0 0,-1 0 0 0 0,1 0-1 0 0,0 1 1 0 0,-1-1 0 0 0,1 0 0 0 0,-1 0 0 0 0,1 0-1 0 0,-1 0 1 0 0,0 0 0 0 0,1 0 0 0 0,-1 0-1 0 0,0 0 1 0 0,0 0 0 0 0,0 0 0 0 0,1 0 0 0 0,-1-1-1 0 0,0 1 1 0 0,0 0 0 0 0,-2 0 0 0 0,-6 6 5 0 0,0-1 1 0 0,0-1 0 0 0,0 1-1 0 0,-11 3 1 0 0,9-4 4 0 0,-68 33-91 0 0,48-24-394 0 0,0 1 1 0 0,0 2 0 0 0,2 0-1 0 0,-43 35 1 0 0,67-46-1282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2.1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89 5060 0 0,'-3'-15'-326'0'0,"3"-40"2068"0"0,0 53-1425 0 0,-1-9 116 0 0,0 5-182 0 0,-1 9-141 0 0,-6 42-118 0 0,2 1 0 0 0,2-1 0 0 0,4 71 0 0 0,0-77 7 0 0,-5 18 156 0 0,4-55-127 0 0,1 6-93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3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627 173 5264 0 0,'1'-3'21'0'0,"0"1"-1"0"0,-1-1 0 0 0,1 0 0 0 0,-1 0 0 0 0,0 1 0 0 0,1-1 0 0 0,-1 0 0 0 0,0 0 0 0 0,-1 1 1 0 0,1-1-1 0 0,0 0 0 0 0,-1 0 0 0 0,0 1 0 0 0,1-1 0 0 0,-1 0 0 0 0,0 1 0 0 0,0-1 0 0 0,-1 1 1 0 0,1-1-1 0 0,0 1 0 0 0,-1 0 0 0 0,0-1 0 0 0,1 1 0 0 0,-1 0 0 0 0,0 0 0 0 0,0 0 0 0 0,0 0 1 0 0,0 1-1 0 0,-1-1 0 0 0,1 0 0 0 0,-5-1 0 0 0,-6-3 175 0 0,0 0 0 0 0,-1 2 1 0 0,1-1-1 0 0,-1 2 0 0 0,-15-3 1 0 0,-1 0-80 0 0,21 4-97 0 0,1 0-1 0 0,-1 1 1 0 0,0 0-1 0 0,0 0 1 0 0,0 1-1 0 0,0 0 1 0 0,0 1 0 0 0,0 0-1 0 0,0 0 1 0 0,0 1-1 0 0,0 0 1 0 0,-11 5-1 0 0,7-1-19 0 0,0 0 0 0 0,1 1 0 0 0,-1 0-1 0 0,1 1 1 0 0,1 0 0 0 0,0 1-1 0 0,-11 11 1 0 0,-5 8-29 0 0,2 1-1 0 0,1 2 1 0 0,1 0 0 0 0,-31 60-1 0 0,41-68 15 0 0,2 0 0 0 0,0 1-1 0 0,2 0 1 0 0,0 1 0 0 0,2 0-1 0 0,0 1 1 0 0,2-1 0 0 0,-2 33-1 0 0,6-46 13 0 0,1-1-1 0 0,0 0 1 0 0,0 0-1 0 0,2 1 1 0 0,-1-1-1 0 0,1 0 1 0 0,1 0-1 0 0,0 0 1 0 0,1-1-1 0 0,0 1 0 0 0,0-1 1 0 0,1 0-1 0 0,0 0 1 0 0,1 0-1 0 0,0-1 1 0 0,1 0-1 0 0,0 0 1 0 0,0 0-1 0 0,1-1 1 0 0,0 0-1 0 0,12 9 1 0 0,-8-8 32 0 0,-1-1 1 0 0,2 0-1 0 0,-1 0 0 0 0,1-1 1 0 0,0-1-1 0 0,1 0 1 0 0,-1-1-1 0 0,1 0 1 0 0,0-1-1 0 0,1-1 1 0 0,-1 0-1 0 0,0-1 1 0 0,1-1-1 0 0,0 0 1 0 0,-1-1-1 0 0,1 0 1 0 0,-1-1-1 0 0,1-1 0 0 0,-1 0 1 0 0,1-1-1 0 0,-1-1 1 0 0,0 0-1 0 0,0-1 1 0 0,-1 0-1 0 0,0-1 1 0 0,1-1-1 0 0,-2 0 1 0 0,16-11-1 0 0,1-7 135 0 0,-1-1 0 0 0,-2-1 0 0 0,0-2 0 0 0,-2 0 0 0 0,-2-2 0 0 0,0 0 0 0 0,-2-1 0 0 0,17-37 1 0 0,-31 57-100 0 0,-1 1 0 0 0,0-1 1 0 0,0-1-1 0 0,-1 1 1 0 0,-1-1-1 0 0,0 1 0 0 0,0-1 1 0 0,-2 0-1 0 0,1 0 1 0 0,-2 0-1 0 0,0 0 1 0 0,0 0-1 0 0,-1 0 0 0 0,-1 0 1 0 0,0 0-1 0 0,-1 0 1 0 0,0 0-1 0 0,-1 1 0 0 0,0 0 1 0 0,-1-1-1 0 0,-1 2 1 0 0,0-1-1 0 0,0 1 1 0 0,-1 0-1 0 0,-1 0 0 0 0,0 0 1 0 0,0 1-1 0 0,-1 1 1 0 0,0-1-1 0 0,0 2 0 0 0,-1-1 1 0 0,-1 1-1 0 0,-18-11 1 0 0,-13-4-167 0 0,-1 2 0 0 0,0 2 1 0 0,-66-19-1 0 0,103 36-154 0 0,1 0-1 0 0,0 0 1 0 0,0 0 0 0 0,0-1 0 0 0,0 0-1 0 0,-8-5 1 0 0,1-6-4414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4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971 120 6209 0 0,'-16'-3'-1275'0'0,"-24"-14"922"0"0,27 11 386 0 0,-1 1 1 0 0,1 0-1 0 0,-1 0 0 0 0,-25-3 0 0 0,7 4 7 0 0,-1 1 0 0 0,0 2 0 0 0,1 1 0 0 0,-1 1 1 0 0,0 2-1 0 0,-41 10 0 0 0,50-7-11 0 0,0 1 0 0 0,1 1 0 0 0,-1 1 0 0 0,2 1 0 0 0,-1 1 0 0 0,1 1 0 0 0,1 1 0 0 0,-39 30-1 0 0,21-7-27 0 0,1 1 0 0 0,2 2 0 0 0,1 1 0 0 0,3 2-1 0 0,1 1 1 0 0,-34 63 0 0 0,60-98-1 0 0,1 1 1 0 0,0-1-1 0 0,0 1 1 0 0,1 0-1 0 0,0 0 1 0 0,0 0 0 0 0,1 0-1 0 0,0 0 1 0 0,1 0-1 0 0,0 1 1 0 0,0-1-1 0 0,1 0 1 0 0,2 20-1 0 0,0-22 2 0 0,0 1 0 0 0,1-1-1 0 0,0 1 1 0 0,0-1 0 0 0,1 0-1 0 0,-1 0 1 0 0,2 0 0 0 0,-1-1-1 0 0,1 1 1 0 0,0-1 0 0 0,0 0-1 0 0,1-1 1 0 0,-1 1-1 0 0,1-1 1 0 0,0 0 0 0 0,1 0-1 0 0,7 3 1 0 0,9 5 10 0 0,0-1-1 0 0,1-1 1 0 0,0-1-1 0 0,1-2 1 0 0,0 0-1 0 0,38 6 1 0 0,-18-7 46 0 0,0-1 1 0 0,89-2-1 0 0,-98-6 30 0 0,0-1 0 0 0,0-3 1 0 0,-1-1-1 0 0,0-1 0 0 0,0-2 0 0 0,-1-2 0 0 0,0 0 0 0 0,-1-3 1 0 0,0-1-1 0 0,58-39 0 0 0,-65 38-20 0 0,-2-2-1 0 0,-1 0 1 0 0,0-2 0 0 0,-2-1-1 0 0,0 0 1 0 0,-2-2 0 0 0,0 0-1 0 0,-1-1 1 0 0,-2-1 0 0 0,-1 0 0 0 0,-1-1-1 0 0,-1-1 1 0 0,12-36 0 0 0,-22 55-27 0 0,-1-1 1 0 0,1 0 0 0 0,-1 0-1 0 0,-1 0 1 0 0,0 0 0 0 0,0 0-1 0 0,-1-1 1 0 0,-1 1 0 0 0,1 0-1 0 0,-2 0 1 0 0,1 0 0 0 0,-1 0-1 0 0,-1 0 1 0 0,0 0 0 0 0,0 1-1 0 0,-1-1 1 0 0,0 1 0 0 0,-8-13-1 0 0,3 10-18 0 0,-1 0-1 0 0,0 0 1 0 0,0 1 0 0 0,-1 0-1 0 0,-1 0 1 0 0,0 2 0 0 0,0-1-1 0 0,-1 2 1 0 0,0-1 0 0 0,0 2-1 0 0,-20-9 1 0 0,0 4-34 0 0,0 1 1 0 0,-1 1-1 0 0,0 2 0 0 0,0 2 1 0 0,0 0-1 0 0,-1 3 0 0 0,0 1 1 0 0,-46 3-1 0 0,79-1-8 0 0,-3 0-129 0 0,0 0 0 0 0,-1 0 1 0 0,1 1-1 0 0,0-1 0 0 0,-1 1 1 0 0,1 1-1 0 0,0-1 0 0 0,0 1 0 0 0,0 0 1 0 0,0 0-1 0 0,0 0 0 0 0,-5 4 1 0 0,31 14-4530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5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996 148 5080 0 0,'-7'-10'-29'0'0,"-1"1"-1"0"0,-1 0 0 0 0,0 0 1 0 0,0 1-1 0 0,0 1 0 0 0,-1-1 1 0 0,0 1-1 0 0,-1 1 0 0 0,1 0 1 0 0,-1 0-1 0 0,-1 1 0 0 0,1 1 0 0 0,-1 0 1 0 0,1 0-1 0 0,-1 1 0 0 0,-22-3 1 0 0,7 3 100 0 0,0 1 1 0 0,0 1 0 0 0,1 1 0 0 0,-1 1-1 0 0,0 1 1 0 0,-44 11 0 0 0,31-3-50 0 0,0 2 0 0 0,1 2 0 0 0,1 1 1 0 0,0 3-1 0 0,1 0 0 0 0,-41 30 0 0 0,52-31-18 0 0,1 2-1 0 0,0 1 1 0 0,2 1-1 0 0,1 1 1 0 0,0 1-1 0 0,2 1 1 0 0,0 1 0 0 0,-27 46-1 0 0,43-63-1 0 0,0-1 0 0 0,0 1 0 0 0,1 0 0 0 0,0 0 0 0 0,0 0 0 0 0,1 0 0 0 0,0 1 0 0 0,0-1 0 0 0,1 0 0 0 0,0 1 0 0 0,1-1 0 0 0,0 1 0 0 0,0-1 0 0 0,1 1 0 0 0,3 15 0 0 0,0-13 0 0 0,0 0 0 0 0,0 0 0 0 0,1-1 0 0 0,1 0 0 0 0,-1 0 0 0 0,2 0 0 0 0,-1-1 0 0 0,1 1 0 0 0,1-2 0 0 0,0 1 0 0 0,9 7 0 0 0,5 3 5 0 0,2-1-1 0 0,0-1 1 0 0,0-1 0 0 0,2-2-1 0 0,-1 0 1 0 0,2-2 0 0 0,41 14-1 0 0,15 0 23 0 0,103 17 0 0 0,-107-28 33 0 0,1-4 0 0 0,102 2 0 0 0,-143-13 61 0 0,0-1 1 0 0,-1-2-1 0 0,1-2 0 0 0,-1-1 1 0 0,0-2-1 0 0,65-23 1 0 0,-86 24-65 0 0,-1-1 0 0 0,0 0 0 0 0,-1-1 0 0 0,0-1 0 0 0,0 0 0 0 0,-1-1-1 0 0,-1 0 1 0 0,0-2 0 0 0,0 1 0 0 0,-1-2 0 0 0,-1 1 0 0 0,0-1 0 0 0,-1-1 0 0 0,0 0 0 0 0,-1-1 0 0 0,-1 0 0 0 0,0 0 0 0 0,-2 0 0 0 0,0-1 0 0 0,0 0 0 0 0,3-23 0 0 0,-6 21-30 0 0,0 0 1 0 0,-2 0 0 0 0,0 0 0 0 0,-1 0 0 0 0,-1 0 0 0 0,-1 0 0 0 0,0 0 0 0 0,-2 0 0 0 0,0 1 0 0 0,-1-1 0 0 0,-1 1-1 0 0,0 0 1 0 0,-2 1 0 0 0,0 0 0 0 0,-1 0 0 0 0,0 0 0 0 0,-2 1 0 0 0,0 1 0 0 0,-25-28 0 0 0,16 24-11 0 0,-1 1 1 0 0,-1 1 0 0 0,0 0-1 0 0,-2 2 1 0 0,0 1-1 0 0,0 0 1 0 0,-1 2 0 0 0,-1 1-1 0 0,0 1 1 0 0,-1 1-1 0 0,1 2 1 0 0,-31-5 0 0 0,15 5-115 0 0,0 2 0 0 0,0 2 1 0 0,-1 2-1 0 0,0 1 1 0 0,1 3-1 0 0,-1 1 0 0 0,-52 12 1 0 0,25 5-3533 0 0,60-14 1235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20.9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39 3344 0 0,'0'0'-20'0'0,"-25"-3"1148"0"0,10 0 190 0 0,13-1-598 0 0,20-2-712 0 0,-1 1 0 0 0,1 0 0 0 0,1 1 0 0 0,-1 1-1 0 0,21-1 1 0 0,-31 3-11 0 0,0 0-1 0 0,0 1 1 0 0,-1 0-1 0 0,1 1 1 0 0,0 0 0 0 0,0 0-1 0 0,0 0 1 0 0,-1 1-1 0 0,1 0 1 0 0,-1 1-1 0 0,1 0 1 0 0,-1 0-1 0 0,0 0 1 0 0,0 1-1 0 0,8 6 1 0 0,-13-8 2 0 0,-1 0 0 0 0,1 0 0 0 0,-1 0 0 0 0,0 0 1 0 0,0 0-1 0 0,0 0 0 0 0,0 0 0 0 0,0 0 0 0 0,-1 0 0 0 0,1 1 0 0 0,-1-1 0 0 0,1 0 0 0 0,-1 1 1 0 0,0-1-1 0 0,0 0 0 0 0,0 1 0 0 0,0-1 0 0 0,0 0 0 0 0,0 1 0 0 0,-1-1 0 0 0,1 0 1 0 0,-1 1-1 0 0,0-1 0 0 0,1 0 0 0 0,-1 0 0 0 0,0 0 0 0 0,-1 0 0 0 0,1 0 0 0 0,0 0 1 0 0,0 0-1 0 0,-4 3 0 0 0,-5 10 1 0 0,-1 0 0 0 0,-26 25 0 0 0,26-29-3 0 0,-21 21-1 0 0,-41 33 1 0 0,-16 11 1 0 0,90-76 3 0 0,0 1-1 0 0,-1-1 1 0 0,1 1-1 0 0,0-1 1 0 0,0 1 0 0 0,-1-1-1 0 0,1 0 1 0 0,0 1 0 0 0,0-1-1 0 0,0 0 1 0 0,-1 0 0 0 0,1 0-1 0 0,0 1 1 0 0,0-1-1 0 0,0 0 1 0 0,0 0 0 0 0,0 0-1 0 0,0 0 1 0 0,-1-1 0 0 0,1 1-1 0 0,0 0 1 0 0,0 0 0 0 0,0 0-1 0 0,0-1 1 0 0,1 0-1 0 0,41-4 18 0 0,318-49 134 0 0,-352 53-260 0 0,-7 2 23 0 0,0-1 0 0 0,0 0 0 0 0,0 0 0 0 0,0 0 0 0 0,0 0 0 0 0,0-1 0 0 0,0 1 0 0 0,0-1 0 0 0,0 1 0 0 0,0-1 0 0 0,0 0 0 0 0,0 1 1 0 0,0-1-1 0 0,0 0 0 0 0,0 0 0 0 0,-1 0 0 0 0,1-1 0 0 0,0 1 0 0 0,-1 0 0 0 0,1-1 0 0 0,-1 1 0 0 0,0-1 0 0 0,3-2 0 0 0,-4 1-1336 0 0,0-8 217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21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796 58 3840 0 0,'-9'-7'-32'0'0,"-1"0"-1"0"0,0 1 0 0 0,0 0 0 0 0,-1 1 1 0 0,1 0-1 0 0,-1 1 0 0 0,0 0 0 0 0,0 0 1 0 0,-1 2-1 0 0,1-1 0 0 0,-1 1 0 0 0,1 1 1 0 0,-1 0-1 0 0,1 0 0 0 0,-17 2 0 0 0,3 1 105 0 0,0 1 0 0 0,0 0-1 0 0,0 2 1 0 0,1 1 0 0 0,0 1 0 0 0,-27 12-1 0 0,15-1-48 0 0,0 2 0 0 0,2 1 0 0 0,0 2 1 0 0,2 1-1 0 0,1 2 0 0 0,-53 56 0 0 0,69-67-15 0 0,0 1-1 0 0,2 0 1 0 0,0 1 0 0 0,1 1 0 0 0,0 0 0 0 0,-12 28-1 0 0,21-39-4 0 0,0 0 0 0 0,1 0 0 0 0,0 0 0 0 0,0 1 0 0 0,1-1 0 0 0,0 1 0 0 0,0-1 0 0 0,0 1 0 0 0,1 0 0 0 0,1-1 0 0 0,-1 1 0 0 0,1-1 0 0 0,0 1 0 0 0,1-1 0 0 0,0 1 0 0 0,0-1 0 0 0,0 0 0 0 0,1 0 0 0 0,0 0 0 0 0,1 0 0 0 0,5 8 0 0 0,3 1 6 0 0,1-1-1 0 0,0 0 1 0 0,1 0-1 0 0,1-2 0 0 0,0 0 1 0 0,1 0-1 0 0,0-2 0 0 0,1 0 1 0 0,1-1-1 0 0,-1 0 1 0 0,2-2-1 0 0,23 9 0 0 0,8 0 69 0 0,1-2-1 0 0,0-3 0 0 0,79 10 0 0 0,-92-17 49 0 0,1-2 1 0 0,-1-2-1 0 0,1-1 0 0 0,0-2 1 0 0,-1-1-1 0 0,1-3 0 0 0,55-14 1 0 0,-78 15-72 0 0,0 0 1 0 0,0-1 0 0 0,0-1-1 0 0,-1 0 1 0 0,0-1 0 0 0,-1-1-1 0 0,0 0 1 0 0,0-1-1 0 0,-1-1 1 0 0,0 0 0 0 0,-1-1-1 0 0,0 0 1 0 0,-1-1 0 0 0,0 0-1 0 0,-1 0 1 0 0,-1-1-1 0 0,0-1 1 0 0,-1 0 0 0 0,10-25-1 0 0,-11 20 30 0 0,0 0-1 0 0,-2 0 1 0 0,0-1-1 0 0,-2 0 1 0 0,0 0-1 0 0,-1 0 1 0 0,-2-1-1 0 0,0 1 1 0 0,-1 0-1 0 0,-1 0 1 0 0,-9-41 0 0 0,8 50-60 0 0,0 1 0 0 0,-1-1 0 0 0,-1 1 0 0 0,0-1 0 0 0,0 1 0 0 0,-1 1 0 0 0,-1-1 0 0 0,0 1 1 0 0,0 0-1 0 0,-1 1 0 0 0,0-1 0 0 0,0 2 0 0 0,-1-1 0 0 0,0 1 0 0 0,-1 1 0 0 0,0-1 0 0 0,0 2 1 0 0,-1-1-1 0 0,0 1 0 0 0,0 1 0 0 0,0 0 0 0 0,-12-3 0 0 0,-11-1 14 0 0,0 2-1 0 0,0 1 1 0 0,-1 2-1 0 0,1 2 1 0 0,-1 0 0 0 0,0 3-1 0 0,1 1 1 0 0,-45 8-1 0 0,16 1-836 0 0,0 4 0 0 0,1 2 0 0 0,-93 40 0 0 0,137-49-875 0 0,-1 1-104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8.9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 1236 0 0,'0'0'798'0'0,"-1"-13"-85"0"0,8 9 258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09.8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 2384 0 0,'1'-1'188'0'0,"0"-1"-1"0"0,0 1 0 0 0,0 0 1 0 0,0 0-1 0 0,0 0 1 0 0,0 0-1 0 0,0 0 0 0 0,0 0 1 0 0,0 0-1 0 0,1 0 1 0 0,-1 0-1 0 0,0 0 0 0 0,0 1 1 0 0,1-1-1 0 0,1 0 0 0 0,8 115-197 0 0,-4-38-18 0 0,17 83 1 0 0,-19-137 22 0 0,1 1 1 0 0,1-1-1 0 0,1 0 1 0 0,1 0-1 0 0,1-1 1 0 0,1 0-1 0 0,27 38 0 0 0,-17-31 17 0 0,-9-11 9 0 0,0-1 0 0 0,25 24 0 0 0,-15-4 105 0 0,-16-27-2811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0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92 3580 0 0,'8'-42'804'0'0,"7"3"995"0"0,65 116-1803 0 0,-16-13 35 0 0,-62-62-15 0 0,1 1 0 0 0,-1-1 0 0 0,1 0 0 0 0,0 1 0 0 0,0-1 0 0 0,0 0 0 0 0,0-1 0 0 0,0 1 0 0 0,0 0 0 0 0,0-1 0 0 0,1 0 0 0 0,-1 0 0 0 0,0 0 0 0 0,1 0 0 0 0,-1 0 0 0 0,1-1 0 0 0,-1 1 0 0 0,1-1 0 0 0,-1 0 0 0 0,1 0 0 0 0,6-1 0 0 0,-3-2 44 0 0,0 0 0 0 0,0-1 1 0 0,0 0-1 0 0,0 0 0 0 0,0 0 1 0 0,-1-1-1 0 0,11-9 0 0 0,-13 10-57 0 0,118-115 1427 0 0,-120 117-1414 0 0,-2 0-73 0 0,0 2 4 0 0,0 0 1 0 0,0 0-1 0 0,0 0 0 0 0,0-1 0 0 0,0 1 1 0 0,0 0-1 0 0,0 0 0 0 0,0 0 0 0 0,0 0 1 0 0,0-1-1 0 0,0 1 0 0 0,0 0 0 0 0,0 0 1 0 0,0 0-1 0 0,0-1 0 0 0,0 1 0 0 0,0 0 1 0 0,0 0-1 0 0,0 0 0 0 0,0 0 0 0 0,0-1 1 0 0,0 1-1 0 0,0 0 0 0 0,0 0 0 0 0,0 0 1 0 0,0 0-1 0 0,0 0 0 0 0,0-1 0 0 0,-1 1 1 0 0,1 0-1 0 0,0 0 0 0 0,0 0 0 0 0,0 0 1 0 0,0 0-1 0 0,0 0 0 0 0,0 0 1 0 0,-1-1-1 0 0,1 1 0 0 0,0 0 0 0 0,0 0 1 0 0,0 0-1 0 0,0 0 0 0 0,-1 0 0 0 0,1 0 1 0 0,0 0-1 0 0,0 0 0 0 0,0 0 0 0 0,0 0 1 0 0,-1 0-1 0 0,1 0 0 0 0,0 0 0 0 0,0 0 1 0 0,0 0-1 0 0,-1 0 0 0 0,-17-3-1727 0 0,13 2-119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2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277 57 5032 0 0,'35'-55'164'0'0,"-34"53"-44"0"0,-89 118 415 0 0,-121 141-400 0 0,194-239-54 0 0,41-38-4292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2.6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74 3872 0 0,'3'-8'60'0'0,"-1"3"184"0"0,0 0 0 0 0,0 0 0 0 0,-1 0 0 0 0,1-1 0 0 0,-1 1 0 0 0,0-7 0 0 0,-1 11 83 0 0,0 0-293 0 0,-1 1 0 0 0,1 0 0 0 0,0-1 0 0 0,0 1 0 0 0,0-1 0 0 0,0 1 0 0 0,0 0 0 0 0,-1-1 0 0 0,1 1 0 0 0,0-1 0 0 0,0 1 0 0 0,0-1 0 0 0,0 1 0 0 0,0 0 0 0 0,0-1 0 0 0,0 1 0 0 0,0-1 0 0 0,1 1 0 0 0,-1-1 0 0 0,0 1 0 0 0,0 0 0 0 0,0-1 0 0 0,0 1 0 0 0,0-1 0 0 0,1 1 0 0 0,-1 0 0 0 0,0-1 0 0 0,0 1 0 0 0,1 0 0 0 0,-1-1 0 0 0,0 1 0 0 0,1 0 0 0 0,-1-1 0 0 0,0 1-19 0 0,0 0 0 0 0,0-1 0 0 0,0 1 1 0 0,0 0-1 0 0,0-1 0 0 0,0 1 0 0 0,0 0 1 0 0,0 0-1 0 0,0-1 0 0 0,0 1 0 0 0,1 0 1 0 0,-1 0-1 0 0,0-1 0 0 0,0 1 0 0 0,0 0 1 0 0,0 0-1 0 0,0-1 0 0 0,0 1 0 0 0,0 0 1 0 0,1 0-1 0 0,-1 0 0 0 0,0-1 0 0 0,0 1 1 0 0,0 0-1 0 0,1 0 0 0 0,-1 0 0 0 0,0 0 0 0 0,0-1 1 0 0,0 1-1 0 0,1 0 0 0 0,-1 0 0 0 0,0 0 1 0 0,0 0-1 0 0,1 0 0 0 0,-1 0 0 0 0,0 0 1 0 0,0 0-1 0 0,1 0 0 0 0,-1 0 0 0 0,0 0 1 0 0,0 0-1 0 0,1 0 0 0 0,-1 0 0 0 0,0 0 1 0 0,0 0-1 0 0,1 0 0 0 0,-1 0 0 0 0,0 0 0 0 0,1 0 1 0 0,-1 12-15 0 0,1 0 0 0 0,1-1 0 0 0,0 1 0 0 0,1-1 0 0 0,0 1 0 0 0,0-1 0 0 0,1 0 0 0 0,7 14 0 0 0,8 10-15 0 0,27 38 0 0 0,15 28 77 0 0,-43-43 64 0 0,-13-40-184 0 0,-5-17-118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3.0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82 5601 0 0,'0'0'-293'0'0,"6"-3"-522"0"0,14-6 822 0 0,0 2 1 0 0,0 0-1 0 0,0 1 0 0 0,1 1 0 0 0,-1 1 1 0 0,24-2-1 0 0,142-3 159 0 0,-97 6-99 0 0,40 5 138 0 0,-125-2-198 0 0,-1 0-219 0 0,0-1-1 0 0,1 1 1 0 0,-1-1-1 0 0,0 0 1 0 0,0 0-1 0 0,0 0 1 0 0,0-1 0 0 0,0 1-1 0 0,0-1 1 0 0,4-2-1 0 0,7-6-583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4.1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12 274 3844 0 0,'0'0'83'0'0,"-9"-1"6"0"0,6 0-45 0 0,9-1 236 0 0,26-1-270 0 0,51-10 45 0 0,-76 11-27 0 0,0 0 0 0 0,1 0 0 0 0,-1 0 0 0 0,-1-1 1 0 0,1 0-1 0 0,0-1 0 0 0,-1 1 0 0 0,1-1 0 0 0,5-5 0 0 0,-10 6 9 0 0,1 0-1 0 0,-1-1 1 0 0,0 1 0 0 0,0-1 0 0 0,-1 1 0 0 0,1-1 0 0 0,-1 1 0 0 0,1-1-1 0 0,-1 0 1 0 0,0 0 0 0 0,-1 0 0 0 0,1 0 0 0 0,-1 0 0 0 0,1 1-1 0 0,-1-1 1 0 0,0 0 0 0 0,-1 0 0 0 0,1 0 0 0 0,-1 0 0 0 0,0 0 0 0 0,1 0-1 0 0,-2 0 1 0 0,-1-6 0 0 0,-2-4 89 0 0,-1 0 0 0 0,0 0 0 0 0,0 1 0 0 0,-16-23 0 0 0,1 4 44 0 0,20 31-177 0 0,-2 4-49 0 0,-3 2 47 0 0,1 1 1 0 0,1-1-1 0 0,-1 1 0 0 0,1 1 0 0 0,0-1 0 0 0,0 1 1 0 0,1-1-1 0 0,0 1 0 0 0,0 0 0 0 0,1 0 1 0 0,0 0-1 0 0,0 1 0 0 0,0-1 0 0 0,1 1 0 0 0,0-1 1 0 0,1 9-1 0 0,-2 19-43 0 0,2 0-1 0 0,5 39 1 0 0,28 120-39 0 0,-23-153 95 0 0,-1 0 0 0 0,-3 1 0 0 0,-1 0 0 0 0,-2 1 0 0 0,-4 72 0 0 0,-5-52 459 0 0,6-61-397 0 0,0 4 203 0 0,0-4-529 0 0,8-25-2956 0 0,1 6 1816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4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99 4212 0 0,'0'0'-74'0'0,"-10"-1"-33"0"0,10 1 103 0 0,0 0 0 0 0,1 0 0 0 0,-1 0 0 0 0,0 0 0 0 0,0 0 1 0 0,0 0-1 0 0,0 0 0 0 0,0 0 0 0 0,0-1 0 0 0,0 1 0 0 0,0 0 0 0 0,0 0 0 0 0,0 0 0 0 0,0 0 0 0 0,0 0 0 0 0,0 0 1 0 0,0-1-1 0 0,0 1 0 0 0,0 0 0 0 0,0 0 0 0 0,0 0 0 0 0,0 0 0 0 0,0 0 0 0 0,0 0 0 0 0,0-1 0 0 0,0 1 0 0 0,0 0 1 0 0,0 0-1 0 0,0 0 0 0 0,0 0 0 0 0,0 0 0 0 0,0 0 0 0 0,0 0 0 0 0,0-1 0 0 0,0 1 0 0 0,0 0 0 0 0,0 0 1 0 0,-1 0-1 0 0,1 0 0 0 0,0 0 0 0 0,0 0 0 0 0,0 0 0 0 0,0 0 0 0 0,0 0 0 0 0,0 0 0 0 0,0-1 0 0 0,-1 1 0 0 0,1 0 1 0 0,0 0-1 0 0,0 0 0 0 0,0 0 0 0 0,0 0 0 0 0,0 0 0 0 0,0 0 0 0 0,-1 0 0 0 0,1 0 0 0 0,0 0 0 0 0,0 0 0 0 0,0 0 1 0 0,0 0-1 0 0,0 0 0 0 0,0 0 0 0 0,-1 0 0 0 0,1 1 0 0 0,11-8-9 0 0,0 2 1 0 0,0 0-1 0 0,0 0 0 0 0,1 1 0 0 0,-1 0 1 0 0,1 1-1 0 0,15-2 0 0 0,95-11 22 0 0,-89 13-5 0 0,35-4 34 0 0,156-11 296 0 0,-221 18-166 0 0,16-2-1861 0 0,-19-8 1014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4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0 3304 0 0,'0'0'240'0'0,"-41"43"-112"0"0,36-35-127 0 0,-1 1 0 0 0,1 0 0 0 0,1 0-1 0 0,-1 0 1 0 0,2 0 0 0 0,-6 19 0 0 0,9-25-2 0 0,-1 0 1 0 0,1 0 0 0 0,0 1 0 0 0,0-1-1 0 0,0 0 1 0 0,1 1 0 0 0,-1-1 0 0 0,1 0-1 0 0,-1 0 1 0 0,1 0 0 0 0,0 1 0 0 0,0-1 0 0 0,1 0-1 0 0,-1 0 1 0 0,1-1 0 0 0,-1 1 0 0 0,1 0-1 0 0,0 0 1 0 0,0-1 0 0 0,0 1 0 0 0,0-1-1 0 0,1 0 1 0 0,-1 1 0 0 0,5 2 0 0 0,1 0 31 0 0,0 1 0 0 0,0-1 0 0 0,1-1 0 0 0,0 0 0 0 0,0 0 0 0 0,0 0 0 0 0,0-1 0 0 0,0-1 0 0 0,1 0 0 0 0,9 1 0 0 0,-15-2 49 0 0,-1 0 0 0 0,1-1 0 0 0,-1 0 0 0 0,1 1 0 0 0,0-2 1 0 0,-1 1-1 0 0,1 0 0 0 0,-1-1 0 0 0,1 1 0 0 0,-1-1 0 0 0,1 0 0 0 0,-1 0 0 0 0,0-1 0 0 0,1 1 0 0 0,-1-1 0 0 0,0 1 0 0 0,0-1 0 0 0,0 0 0 0 0,0 0 1 0 0,0 0-1 0 0,0-1 0 0 0,-1 1 0 0 0,1-1 0 0 0,-1 1 0 0 0,0-1 0 0 0,0 0 0 0 0,0 0 0 0 0,4-6 0 0 0,-5 6-29 0 0,0 0 0 0 0,0 0 0 0 0,0 0 0 0 0,0 0 0 0 0,-1 0 0 0 0,1 1 0 0 0,-1-1-1 0 0,0-1 1 0 0,0 1 0 0 0,0 0 0 0 0,0 0 0 0 0,0 0 0 0 0,-1 0 0 0 0,1 0 0 0 0,-1 1 0 0 0,0-1 0 0 0,0 0-1 0 0,-2-5 1 0 0,0 4 35 0 0,0-1 0 0 0,0 1 0 0 0,0 0 0 0 0,0 0 0 0 0,-1 0 0 0 0,0 1 0 0 0,0-1-1 0 0,0 1 1 0 0,0 0 0 0 0,-5-3 0 0 0,-12-5-544 0 0,0 1 0 0 0,-1 1 0 0 0,-42-12 0 0 0,53 18-231 0 0,0 0-1142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5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26 5493 0 0,'-4'-3'-96'0'0,"-24"-18"118"0"0,27 20 80 0 0,7 4-391 0 0,25 15 276 0 0,-1 1-1 0 0,-1 1 0 0 0,-1 1 0 0 0,-1 2 0 0 0,-1 1 0 0 0,-1 1 1 0 0,-1 1-1 0 0,26 37 0 0 0,-49-62 18 0 0,0-1 1 0 0,-1 1-1 0 0,1 0 1 0 0,0 0-1 0 0,-1 0 1 0 0,1 0-1 0 0,0 0 1 0 0,-1 0-1 0 0,1 0 1 0 0,-1 0-1 0 0,0 0 1 0 0,1 0-1 0 0,-1 0 1 0 0,0 0-1 0 0,1 0 1 0 0,-1 0-1 0 0,0 0 1 0 0,0 0-1 0 0,0 0 1 0 0,0 0-1 0 0,0 0 1 0 0,0 1-1 0 0,0-1 1 0 0,-1 0-1 0 0,1 0 0 0 0,0 0 1 0 0,-1 0-1 0 0,1 0 1 0 0,0 0-1 0 0,-2 1 1 0 0,0 0 16 0 0,0 0 0 0 0,1-1 0 0 0,-1 0 0 0 0,-1 0 0 0 0,1 1 0 0 0,0-1 0 0 0,0 0 0 0 0,0-1 0 0 0,0 1 0 0 0,-1 0 0 0 0,1-1 0 0 0,0 1 1 0 0,-4-1-1 0 0,-5 2 189 0 0,0-2 0 0 0,0 1 0 0 0,0-2 0 0 0,-22-2 0 0 0,32 3-181 0 0,-1-1 1 0 0,1 1-1 0 0,-1 0 1 0 0,1-1-1 0 0,0 1 1 0 0,-1-1-1 0 0,1 1 1 0 0,-1-1-1 0 0,1 1 1 0 0,0-1-1 0 0,-1 0 0 0 0,1 0 1 0 0,0 0-1 0 0,0 0 1 0 0,0 0-1 0 0,0 0 1 0 0,0 0-1 0 0,0 0 1 0 0,0 0-1 0 0,0-1 1 0 0,0 1-1 0 0,0 0 1 0 0,1-1-1 0 0,-1 1 1 0 0,1 0-1 0 0,-2-3 0 0 0,2 1-9 0 0,0 0 0 0 0,1 0-1 0 0,-1 1 1 0 0,0-1 0 0 0,1 0-1 0 0,0 1 1 0 0,-1-1 0 0 0,1 0-1 0 0,0 1 1 0 0,0-1-1 0 0,1 1 1 0 0,-1 0 0 0 0,3-4-1 0 0,5-7 3 0 0,1 0 0 0 0,1 1-1 0 0,20-18 1 0 0,4 1-56 0 0,45-27 0 0 0,-65 46-113 0 0,-13 9 13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6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20 119 4608 0 0,'0'0'1955'0'0,"-16"31"-1589"0"0,16-22-369 0 0,-1 10-10 0 0,1 1 0 0 0,1 0-1 0 0,1-1 1 0 0,1 1 0 0 0,6 22 0 0 0,-6-29 69 0 0,1 0 135 0 0,0 1 1 0 0,-1-1-1 0 0,2 21 1 0 0,-5-32 687 0 0,-2-7-718 0 0,-7-23-161 0 0,2-1 0 0 0,0 0 0 0 0,3 0 0 0 0,0-1 0 0 0,1 1 0 0 0,2-1-1 0 0,2 0 1 0 0,5-46 0 0 0,7 3-1494 0 0,-8 75 1461 0 0,2 1 14 0 0,-1 1 0 0 0,-1 0 0 0 0,1-1 0 0 0,0 2 0 0 0,-1-1 0 0 0,0 1 0 0 0,0 0 0 0 0,0 0 0 0 0,4 7 0 0 0,43 63-147 0 0,-11-14 117 0 0,-28-44 44 0 0,-1 0 0 0 0,19 38 0 0 0,-22-35 140 0 0,-4-10 1381 0 0,-15-24-1020 0 0,9 10-471 0 0,-1 0 0 0 0,1 0 0 0 0,0 0 0 0 0,1 0 0 0 0,-1-1 0 0 0,1 1-1 0 0,0 0 1 0 0,0 0 0 0 0,0-1 0 0 0,0 1 0 0 0,1 0 0 0 0,0 0 0 0 0,0 0 0 0 0,2-7 0 0 0,0-1 1 0 0,-2 6-41 0 0,0-1-1 0 0,0 0 1 0 0,1 1-1 0 0,0-1 1 0 0,1 1-1 0 0,-1-1 1 0 0,1 1-1 0 0,1 0 1 0 0,-1 0-1 0 0,1 0 1 0 0,0 1-1 0 0,0-1 1 0 0,0 1 0 0 0,1 0-1 0 0,0 0 1 0 0,10-7-1 0 0,-10 9-9 0 0,0 1 0 0 0,0-1 0 0 0,0 1 1 0 0,1 1-1 0 0,-1-1 0 0 0,1 1 0 0 0,-1 0 0 0 0,1 0 0 0 0,0 1 0 0 0,-1 0 1 0 0,1 0-1 0 0,-1 0 0 0 0,1 0 0 0 0,0 1 0 0 0,-1 0 0 0 0,1 0 0 0 0,-1 1 1 0 0,0-1-1 0 0,1 1 0 0 0,-1 0 0 0 0,7 4 0 0 0,2 0-6 0 0,-1 0 0 0 0,0 1 0 0 0,-1 0-1 0 0,1 1 1 0 0,-1 1 0 0 0,-1 0 0 0 0,0 0 0 0 0,0 1 0 0 0,0 0-1 0 0,-2 1 1 0 0,10 13 0 0 0,-18-22 38 0 0,0-1 0 0 0,0 0 0 0 0,-1 1 0 0 0,1-1 0 0 0,-1 0 1 0 0,1 1-1 0 0,-1-1 0 0 0,0 1 0 0 0,1-1 0 0 0,-1 1 0 0 0,0-1 0 0 0,0 1 0 0 0,0-1 0 0 0,0 1 0 0 0,0-1 0 0 0,0 1 1 0 0,-1-1-1 0 0,1 1 0 0 0,-1 1 0 0 0,-1 10-4010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7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187 475 5769 0 0,'0'0'-212'0'0,"6"-20"-341"0"0,-6 17 535 0 0,-14-4 69 0 0,6 6-51 0 0,0 2 1 0 0,0-1-1 0 0,0 1 1 0 0,0 0-1 0 0,0 1 0 0 0,1 0 1 0 0,-1 0-1 0 0,0 1 0 0 0,1 0 1 0 0,0 0-1 0 0,0 1 0 0 0,0-1 1 0 0,0 2-1 0 0,0-1 1 0 0,1 1-1 0 0,0 0 0 0 0,0 0 1 0 0,0 1-1 0 0,1-1 0 0 0,-1 1 1 0 0,1 1-1 0 0,1-1 0 0 0,-1 1 1 0 0,1-1-1 0 0,-5 13 0 0 0,8-17-1 0 0,1 0 0 0 0,-1 0 0 0 0,1-1-1 0 0,-1 1 1 0 0,1 0 0 0 0,0 0 0 0 0,0 0 0 0 0,0 0-1 0 0,0 0 1 0 0,0 0 0 0 0,0 0 0 0 0,1 0-1 0 0,-1 0 1 0 0,1 0 0 0 0,-1 0 0 0 0,1-1-1 0 0,0 1 1 0 0,-1 0 0 0 0,1 0 0 0 0,0 0-1 0 0,0-1 1 0 0,0 1 0 0 0,0-1 0 0 0,1 1-1 0 0,-1-1 1 0 0,0 1 0 0 0,1-1 0 0 0,-1 0-1 0 0,1 1 1 0 0,-1-1 0 0 0,1 0 0 0 0,0 0 0 0 0,0 0-1 0 0,-1 0 1 0 0,1-1 0 0 0,0 1 0 0 0,0 0-1 0 0,0-1 1 0 0,0 1 0 0 0,0-1 0 0 0,2 0-1 0 0,6 3 16 0 0,0-1 1 0 0,0-1-1 0 0,0 0 0 0 0,0 0 0 0 0,0-1 0 0 0,14-1 0 0 0,-5-3 97 0 0,-1 0 1 0 0,0-2-1 0 0,0 0 1 0 0,-1-1-1 0 0,26-13 0 0 0,28-11 2110 0 0,-69 30-2001 0 0,1-1-115 0 0,1 0-1 0 0,0 0 1 0 0,0 0-1 0 0,0 1 1 0 0,0-1 0 0 0,0 1-1 0 0,4 0 1 0 0,1 7-214 0 0,0 1 0 0 0,0 0-1 0 0,12 14 1 0 0,-14-13 74 0 0,1 0 0 0 0,1 0-1 0 0,-1-1 1 0 0,1 0-1 0 0,12 6 1 0 0,-3-3 4 0 0,-1-2 1 0 0,39 13-1 0 0,-52-20 40 0 0,0 0-1 0 0,0 0 1 0 0,0 0 0 0 0,0-1-1 0 0,1 1 1 0 0,-1-1-1 0 0,0 0 1 0 0,0 0 0 0 0,1-1-1 0 0,-1 1 1 0 0,0-1-1 0 0,0 0 1 0 0,0 0 0 0 0,1 0-1 0 0,-1-1 1 0 0,-1 1-1 0 0,1-1 1 0 0,0 0 0 0 0,0 0-1 0 0,-1 0 1 0 0,1-1-1 0 0,-1 0 1 0 0,1 1 0 0 0,-1-1-1 0 0,0 0 1 0 0,0 0-1 0 0,-1-1 1 0 0,1 1 0 0 0,-1-1-1 0 0,4-4 1 0 0,1-7 35 0 0,1-1 1 0 0,-2 0-1 0 0,0 0 0 0 0,-1 0 1 0 0,4-26-1 0 0,-7 35-41 0 0,6-43 140 0 0,-2-1 0 0 0,-1-59-1 0 0,-2 44 118 0 0,0-99 886 0 0,-6 122-1340 0 0,3 42 137 0 0,-4 29-152 0 0,0 20 108 0 0,4 78-1 0 0,1-2 39 0 0,-2-107 58 0 0,0 0 0 0 0,2 1 0 0 0,0-1 0 0 0,1 0 0 0 0,0 0 0 0 0,2 0 0 0 0,0 0 0 0 0,8 20 0 0 0,-9-30-2 0 0,0 0 0 0 0,0 0 0 0 0,1-1 0 0 0,0 0 0 0 0,0 0 0 0 0,1 0 1 0 0,0 0-1 0 0,0 0 0 0 0,0-1 0 0 0,0 0 0 0 0,1 0 0 0 0,0-1 0 0 0,0 0 1 0 0,0 0-1 0 0,1 0 0 0 0,-1 0 0 0 0,1-1 0 0 0,0 0 0 0 0,0-1 0 0 0,0 0 0 0 0,11 3 1 0 0,8-3-575 0 0,0 0 0 0 0,-1-2 0 0 0,1-1-1 0 0,0-1 1 0 0,-1-1 0 0 0,1-1 0 0 0,-1-1 0 0 0,46-16 0 0 0,-15 4-2079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17.9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72 6517 0 0,'-10'0'-72'0'0,"10"0"48"0"0,0 0 1 0 0,0 0-1 0 0,0 0 1 0 0,0 0 0 0 0,0 0-1 0 0,0-1 1 0 0,0 1 0 0 0,0 0-1 0 0,0 0 1 0 0,0 0-1 0 0,0 0 1 0 0,0 0 0 0 0,0 0-1 0 0,0 0 1 0 0,0 0-1 0 0,0 0 1 0 0,0-1 0 0 0,0 1-1 0 0,0 0 1 0 0,0 0 0 0 0,0 0-1 0 0,0 0 1 0 0,0 0-1 0 0,0 0 1 0 0,0 0 0 0 0,0 0-1 0 0,0 0 1 0 0,-1 0 0 0 0,43-12-94 0 0,1 3 0 0 0,81-7 0 0 0,-16 3-628 0 0,-33-2-1284 0 0,-45 10 1243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23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 17 4752 0 0,'-18'-2'221'0'0,"18"2"-215"0"0,0-1 0 0 0,0 1-1 0 0,1 0 1 0 0,-1 0 0 0 0,0 0 0 0 0,0 0 0 0 0,0 0 0 0 0,0 0 0 0 0,0 0-1 0 0,0 0 1 0 0,0 0 0 0 0,0 0 0 0 0,0 0 0 0 0,0-1 0 0 0,0 1 0 0 0,0 0 0 0 0,0 0-1 0 0,0 0 1 0 0,0 0 0 0 0,0 0 0 0 0,0 0 0 0 0,0 0 0 0 0,0 0 0 0 0,0 0-1 0 0,0 0 1 0 0,0-1 0 0 0,0 1 0 0 0,0 0 0 0 0,0 0 0 0 0,0 0 0 0 0,0 0 0 0 0,0 0-1 0 0,0 0 1 0 0,0 0 0 0 0,0 0 0 0 0,0 0 0 0 0,0 0 0 0 0,0-1 0 0 0,-1 1-1 0 0,1 0 1 0 0,0 0 0 0 0,0 0 0 0 0,0 0 0 0 0,0 0 0 0 0,0 0 0 0 0,0 0 0 0 0,0 0-1 0 0,0 0 1 0 0,0 0 0 0 0,0 0 0 0 0,0 0 0 0 0,-1 0 0 0 0,1 0 0 0 0,0 0-1 0 0,0 0 1 0 0,0 0 0 0 0,0 0 0 0 0,0 0 0 0 0,0 0 0 0 0,0 0 0 0 0,0 0 0 0 0,0 0-1 0 0,-1 0 1 0 0,1 0 0 0 0,25-5 643 0 0,-9 2-642 0 0,14 2 12 0 0,26 1-15 0 0,-44-1-10 0 0,-1 1 1 0 0,0 0 0 0 0,1 1 0 0 0,-1 0 0 0 0,0 1-1 0 0,1 0 1 0 0,-1 1 0 0 0,0 0 0 0 0,-1 1 0 0 0,1 0 0 0 0,0 0-1 0 0,13 9 1 0 0,-24-13 5 0 0,1 1 0 0 0,0-1 0 0 0,-1 0 0 0 0,1 1 0 0 0,-1-1 0 0 0,1 0 0 0 0,0 1 0 0 0,-1-1 0 0 0,1 1 0 0 0,-1-1 0 0 0,1 1 0 0 0,-1-1 0 0 0,1 1 0 0 0,-1-1 0 0 0,1 1 0 0 0,-1 0 0 0 0,0-1 0 0 0,1 1 0 0 0,-1 0 0 0 0,0-1 0 0 0,1 1 0 0 0,-1 0 0 0 0,0-1 0 0 0,0 1 0 0 0,0 0 0 0 0,0-1 0 0 0,0 1 0 0 0,0 0 0 0 0,0 0 0 0 0,0-1 0 0 0,0 1 0 0 0,0 0 0 0 0,0 1 0 0 0,-1 0 1 0 0,0-1-1 0 0,-1 1 0 0 0,1 0 1 0 0,0-1-1 0 0,-1 1 0 0 0,1-1 1 0 0,-1 0-1 0 0,0 1 0 0 0,1-1 1 0 0,-1 0-1 0 0,-3 2 0 0 0,-50 20 31 0 0,9-12 61 0 0,-52 5-1 0 0,39-7 123 0 0,56-8-174 0 0,1-1 9 0 0,-6 2-41 0 0,11-1 73 0 0,28 4-70 0 0,103 17-215 0 0,-115-17 141 0 0,0 0-1 0 0,-1 1 1 0 0,1 1-1 0 0,-1 0 1 0 0,18 12-1 0 0,-33-18 53 0 0,-1 1 0 0 0,0 0-1 0 0,1 0 1 0 0,-1 0 0 0 0,0 0 0 0 0,0 0-1 0 0,-1 0 1 0 0,1 0 0 0 0,2 5 0 0 0,-4-5 12 0 0,0 0 0 0 0,0 0 0 0 0,-1 0 0 0 0,1-1 0 0 0,-1 1 0 0 0,0 0 0 0 0,1 0 0 0 0,-1 0 0 0 0,0-1 0 0 0,0 1 0 0 0,0-1 0 0 0,0 1 0 0 0,0 0 0 0 0,0-1 0 0 0,-1 0 0 0 0,1 1 1 0 0,0-1-1 0 0,-1 0 0 0 0,1 0 0 0 0,-3 2 0 0 0,-27 12 98 0 0,-24 0 222 0 0,0-3 1 0 0,-1-2 0 0 0,0-3-1 0 0,0-2 1 0 0,-68-2-1 0 0,117-3-329 0 0,0 0 0 0 0,-1-1-1 0 0,1 0 1 0 0,0 0 0 0 0,-11-3-1 0 0,17 3-37 0 0,1 1 0 0 0,0 0 0 0 0,0 0 0 0 0,-1-1 0 0 0,1 1 0 0 0,0 0 0 0 0,0 0 1 0 0,0-1-1 0 0,-1 1 0 0 0,1 0 0 0 0,0-1 0 0 0,0 1 0 0 0,0 0 0 0 0,0-1 0 0 0,0 1 0 0 0,0 0 0 0 0,0-1 0 0 0,0 1 0 0 0,0 0 0 0 0,0-1 0 0 0,0 1 0 0 0,0-1 0 0 0,0 1 0 0 0,0 0 0 0 0,0-1 0 0 0,0 1 0 0 0,0 0 0 0 0,0-1 0 0 0,0 1 0 0 0,0 0 0 0 0,1-1 0 0 0,-1 1 0 0 0,0 0 0 0 0,0 0 0 0 0,0-1 0 0 0,1 1 0 0 0,-1 0 0 0 0,0 0 0 0 0,0-1 0 0 0,1 1 0 0 0,8-12-1859 0 0,2 2-338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07:24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548 99 5284 0 0,'1'-2'12'0'0,"0"0"0"0"0,0 0 0 0 0,0 0-1 0 0,0 1 1 0 0,0-1 0 0 0,-1 0-1 0 0,1 0 1 0 0,-1 0 0 0 0,0 0-1 0 0,1 0 1 0 0,-1 0 0 0 0,0 0-1 0 0,0 0 1 0 0,0 0 0 0 0,0 0-1 0 0,0 0 1 0 0,-1 0 0 0 0,1 0-1 0 0,-1 0 1 0 0,1 0 0 0 0,-1 0-1 0 0,0 0 1 0 0,0 0 0 0 0,-1-2 0 0 0,1 3 157 0 0,-37-30 1272 0 0,31 28-1412 0 0,-1 0 0 0 0,0 0 0 0 0,0 1 0 0 0,0 1 0 0 0,0-1-1 0 0,0 1 1 0 0,-1 0 0 0 0,1 1 0 0 0,0 0 0 0 0,0 1 0 0 0,-1-1 0 0 0,1 1-1 0 0,0 1 1 0 0,0 0 0 0 0,0 0 0 0 0,0 0 0 0 0,0 1 0 0 0,1 0 0 0 0,-9 5-1 0 0,-16 9-40 0 0,0 1 1 0 0,2 1-1 0 0,-29 24 0 0 0,39-28-5 0 0,0 1 0 0 0,1 1 0 0 0,1 0 0 0 0,0 2-1 0 0,2 0 1 0 0,-25 37 0 0 0,36-48 8 0 0,0 0-1 0 0,1 1 0 0 0,0-1 1 0 0,0 1-1 0 0,1 0 1 0 0,0 0-1 0 0,1 0 0 0 0,0 0 1 0 0,0 1-1 0 0,1-1 0 0 0,0 1 1 0 0,0-1-1 0 0,1 1 0 0 0,1-1 1 0 0,0 0-1 0 0,0 1 1 0 0,1-1-1 0 0,0 0 0 0 0,0 1 1 0 0,1-1-1 0 0,4 9 0 0 0,3 0 2 0 0,0 0 0 0 0,1-1 0 0 0,1-1 0 0 0,0 0-1 0 0,1 0 1 0 0,1-1 0 0 0,0-1 0 0 0,1 0 0 0 0,1-1 0 0 0,0-1-1 0 0,1 0 1 0 0,0-1 0 0 0,22 10 0 0 0,-9-7 11 0 0,0-1 1 0 0,0-2-1 0 0,1 0 0 0 0,1-3 1 0 0,-1 0-1 0 0,1-2 1 0 0,51 3-1 0 0,-70-9 41 0 0,-1-1 1 0 0,1 0-1 0 0,-1 0 1 0 0,1-2-1 0 0,-1 1 1 0 0,0-2-1 0 0,0 0 0 0 0,0 0 1 0 0,-1-1-1 0 0,1 0 1 0 0,-1-1-1 0 0,0 0 1 0 0,-1-1-1 0 0,1 0 0 0 0,-1-1 1 0 0,-1 0-1 0 0,0-1 1 0 0,0 0-1 0 0,0 0 1 0 0,10-15-1 0 0,-1-1 84 0 0,-1-1 1 0 0,-1-1-1 0 0,-1-1 0 0 0,-1 0 0 0 0,-2 0 0 0 0,-1-1 1 0 0,9-36-1 0 0,-18 57-75 0 0,0 0-1 0 0,-1 1 1 0 0,0-1 0 0 0,0 0 0 0 0,-1 0-1 0 0,0 0 1 0 0,-1 0 0 0 0,1 1 0 0 0,-1-1 0 0 0,-1 0-1 0 0,1 0 1 0 0,-1 1 0 0 0,-1-1 0 0 0,-5-12-1 0 0,2 9-6 0 0,0 1-1 0 0,-1 1 1 0 0,0-1-1 0 0,0 1 0 0 0,-1 0 1 0 0,0 1-1 0 0,0 0 0 0 0,-1 0 1 0 0,-11-7-1 0 0,-7-2 9 0 0,-1 1-1 0 0,0 1 0 0 0,-1 2 0 0 0,-1 0 0 0 0,0 2 1 0 0,-45-10-1 0 0,-82-4-2069 0 0,96 17-2529 0 0,45 4 2087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19:57.8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584 72 1932 0 0,'0'0'628'0'0,"5"-7"-48"0"0,1-2 81 0 0,-1 1 184 0 0,-4 6-194 0 0,-8-6-198 0 0,-23 2-224 0 0,-23 7-142 0 0,-16 10-24 0 0,-84 26 1 0 0,130-30-66 0 0,1 0 0 0 0,1 2-1 0 0,-1 1 1 0 0,1 1 0 0 0,1 1 0 0 0,0 0 0 0 0,-34 30 0 0 0,45-34-4 0 0,1 1-1 0 0,1 0 1 0 0,-1 0 0 0 0,1 1 0 0 0,1 0 0 0 0,0 0-1 0 0,1 0 1 0 0,0 1 0 0 0,0 0 0 0 0,1 0-1 0 0,0 1 1 0 0,1-1 0 0 0,-2 16 0 0 0,4-21-1 0 0,0 1 0 0 0,0 0 0 0 0,1 0 1 0 0,0 0-1 0 0,0 0 0 0 0,0-1 0 0 0,1 1 0 0 0,0 0 1 0 0,1 0-1 0 0,-1-1 0 0 0,1 1 0 0 0,1-1 0 0 0,-1 1 0 0 0,1-1 1 0 0,0 0-1 0 0,1 0 0 0 0,-1 0 0 0 0,1-1 0 0 0,0 1 1 0 0,1-1-1 0 0,-1 0 0 0 0,1 0 0 0 0,0 0 0 0 0,6 4 1 0 0,17 9-3 0 0,1-1 1 0 0,0-2 0 0 0,1-1 0 0 0,46 15 0 0 0,132 29 15 0 0,-205-57-6 0 0,24 4 7 0 0,0-1 0 0 0,1-1 0 0 0,-1-2 0 0 0,1 0 0 0 0,30-5 1 0 0,138-23 55 0 0,-152 19-68 0 0,-1 2 32 0 0,1-2-1 0 0,-2-2 1 0 0,1-2 0 0 0,70-30-1 0 0,-105 37 33 0 0,0 1-1 0 0,-1-1 1 0 0,1-1-1 0 0,-1 1 1 0 0,-1-1-1 0 0,1 0 1 0 0,-1-1 0 0 0,0 0-1 0 0,-1 1 1 0 0,1-2-1 0 0,-1 1 1 0 0,-1-1-1 0 0,1 0 1 0 0,-1 0-1 0 0,-1 0 1 0 0,1 0-1 0 0,-2-1 1 0 0,1 1-1 0 0,-1-1 1 0 0,0 0 0 0 0,0-11-1 0 0,-1 7-18 0 0,0 1 1 0 0,-1 0-1 0 0,-1 0 0 0 0,0-1 0 0 0,-1 1 1 0 0,0 0-1 0 0,-1 0 0 0 0,0 0 0 0 0,-1 1 1 0 0,-1-1-1 0 0,1 1 0 0 0,-2 0 1 0 0,0 0-1 0 0,0 1 0 0 0,-8-11 0 0 0,0 6-23 0 0,0 0-1 0 0,-1 0 0 0 0,0 2 1 0 0,-2 0-1 0 0,1 1 0 0 0,-2 0 1 0 0,1 1-1 0 0,-2 2 0 0 0,1-1 0 0 0,-1 2 1 0 0,-1 1-1 0 0,1 0 0 0 0,-29-5 1 0 0,-9 0-10 0 0,-1 3 0 0 0,1 2 0 0 0,-91 2 1 0 0,39 10-3 0 0,-161 29-1 0 0,120-12-224 0 0,140-21 29 0 0,28-28-5935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19:58.7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26 366 5092 0 0,'-19'0'-787'0'0,"19"0"786"0"0,0 0 1 0 0,0 0-1 0 0,0 0 1 0 0,0 0-1 0 0,0-1 1 0 0,0 1-1 0 0,0 0 0 0 0,0 0 1 0 0,0 0-1 0 0,0 0 1 0 0,0-1-1 0 0,0 1 0 0 0,0 0 1 0 0,0 0-1 0 0,0 0 1 0 0,0 0-1 0 0,0-1 0 0 0,0 1 1 0 0,0 0-1 0 0,0 0 1 0 0,0 0-1 0 0,0 0 0 0 0,0 0 1 0 0,0-1-1 0 0,0 1 1 0 0,0 0-1 0 0,0 0 1 0 0,-1 0-1 0 0,1 0 0 0 0,0 0 1 0 0,0 0-1 0 0,0 0 1 0 0,0-1-1 0 0,0 1 0 0 0,0 0 1 0 0,-1 0-1 0 0,1 0 1 0 0,0 0-1 0 0,0 0 0 0 0,0 0 1 0 0,0 0-1 0 0,0 0 1 0 0,-1 0-1 0 0,1 0 0 0 0,0 0 1 0 0,0 0-1 0 0,0 0 1 0 0,0 0-1 0 0,-1 0 1 0 0,1 0-1 0 0,0 0 0 0 0,0 0 1 0 0,0 0-1 0 0,0 0 1 0 0,0 0-1 0 0,-1 0 0 0 0,1 0 1 0 0,0 0-1 0 0,0 0 1 0 0,0 1-1 0 0,0-1 0 0 0,0 0 1 0 0,-1 0-1 0 0,1 0 1 0 0,0 0-1 0 0,0 0 1 0 0,16-13 0 0 0,30-15 22 0 0,62-14-17 0 0,122-33 0 0 0,-44 18-29 0 0,-133 40 38 0 0,-34 12 18 0 0,1-1-1 0 0,-1-1 1 0 0,0 0 0 0 0,-1-2 0 0 0,35-20 0 0 0,-51 28-12 0 0,-1-1 0 0 0,1 1 1 0 0,0 0-1 0 0,-1 0 0 0 0,1-1 0 0 0,-1 1 0 0 0,0-1 0 0 0,1 1 1 0 0,-1-1-1 0 0,0 0 0 0 0,0 1 0 0 0,0-1 0 0 0,0 0 1 0 0,0 0-1 0 0,0 0 0 0 0,-1 0 0 0 0,1 0 0 0 0,0-2 0 0 0,-1 3 32 0 0,-23-18 134 0 0,8 15-168 0 0,-1 1 1 0 0,0 0 0 0 0,0 1-1 0 0,0 1 1 0 0,0 1 0 0 0,-1 0-1 0 0,-31 5 1 0 0,-35-1-63 0 0,80-4 19 0 0,-1 0 2 0 0,1 0 43 0 0,9-1-10 0 0,26-3-13 0 0,49 0-16 0 0,-49 5 21 0 0,-1 1 0 0 0,1 1 0 0 0,-1 2 0 0 0,0 1 0 0 0,0 2 0 0 0,-1 1 0 0 0,32 13 0 0 0,-61-21 3 0 0,-1-1 0 0 0,1 0 0 0 0,0 1 0 0 0,0-1 0 0 0,0 1-1 0 0,-1-1 1 0 0,1 1 0 0 0,0-1 0 0 0,0 1 0 0 0,-1-1 0 0 0,1 1 0 0 0,-1 0 0 0 0,1 0 0 0 0,0-1-1 0 0,-1 1 1 0 0,1 0 0 0 0,-1 0 0 0 0,0-1 0 0 0,1 1 0 0 0,-1 0 0 0 0,0 0 0 0 0,1 0 0 0 0,-1 0 0 0 0,0 0-1 0 0,0 0 1 0 0,0 0 0 0 0,0 1 0 0 0,0 0 2 0 0,-1 0 0 0 0,1 0 0 0 0,-1 0-1 0 0,0-1 1 0 0,0 1 0 0 0,0 0 0 0 0,0 0 0 0 0,0-1-1 0 0,0 1 1 0 0,0-1 0 0 0,-1 1 0 0 0,-1 1 0 0 0,-8 7 18 0 0,0-2-1 0 0,0 0 1 0 0,-13 7 0 0 0,15-9-6 0 0,-34 20-1076 0 0,-60 26 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19:59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62 3140 0 0,'-19'-62'1391'0'0,"-2"76"-1251"0"0,15-8-121 0 0,0 1 0 0 0,1-1-1 0 0,0 2 1 0 0,0-1 0 0 0,1 0 0 0 0,0 1-1 0 0,0 0 1 0 0,1-1 0 0 0,0 1 0 0 0,0 1-1 0 0,1-1 1 0 0,0 0 0 0 0,1 1-1 0 0,-1-1 1 0 0,2 1 0 0 0,-1-1 0 0 0,2 13-1 0 0,0-17-15 0 0,0 0-1 0 0,0 0 1 0 0,1 0-1 0 0,0 0 0 0 0,-1 0 1 0 0,2 0-1 0 0,-1 0 1 0 0,0-1-1 0 0,1 1 1 0 0,-1-1-1 0 0,1 0 0 0 0,0 0 1 0 0,0 0-1 0 0,1 0 1 0 0,-1 0-1 0 0,0 0 0 0 0,1-1 1 0 0,0 0-1 0 0,-1 0 1 0 0,1 0-1 0 0,0 0 0 0 0,0 0 1 0 0,0-1-1 0 0,0 0 1 0 0,1 0-1 0 0,5 1 0 0 0,12 3 9 0 0,0-2 1 0 0,0 0-1 0 0,40-1 0 0 0,-53-1 23 0 0,1-1 0 0 0,-1 0-1 0 0,0-1 1 0 0,0 0 0 0 0,0-1 0 0 0,0 0 0 0 0,0 0 0 0 0,0-1 0 0 0,0 0-1 0 0,-1 0 1 0 0,1-1 0 0 0,-1 0 0 0 0,0-1 0 0 0,0 0 0 0 0,-1 0 0 0 0,1 0 0 0 0,-1-1-1 0 0,0 0 1 0 0,-1-1 0 0 0,1 0 0 0 0,-1 0 0 0 0,-1 0 0 0 0,1 0 0 0 0,-1-1-1 0 0,-1 0 1 0 0,1 0 0 0 0,-1 0 0 0 0,5-16 0 0 0,-2-19 679 0 0,-7 41-674 0 0,22 165 63 0 0,3-59-121 0 0,5 42-3 0 0,-25-122 156 0 0,0-2-522 0 0,-4-6-2983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0:00.3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753 161 4136 0 0,'-7'-11'-47'0'0,"-1"1"0"0"0,1 0-1 0 0,-1 0 1 0 0,-1 0 0 0 0,0 1-1 0 0,0 1 1 0 0,-1-1-1 0 0,0 2 1 0 0,-1-1 0 0 0,1 1-1 0 0,-2 1 1 0 0,1 0 0 0 0,-20-7-1 0 0,9 5 114 0 0,0 1 0 0 0,0 1 0 0 0,-1 1 0 0 0,0 1 0 0 0,0 1-1 0 0,-36 0 1 0 0,42 3-60 0 0,0 1 0 0 0,1 1 0 0 0,-1 0-1 0 0,0 1 1 0 0,0 1 0 0 0,1 1-1 0 0,0 0 1 0 0,0 1 0 0 0,0 1 0 0 0,1 0-1 0 0,0 2 1 0 0,1-1 0 0 0,-1 2-1 0 0,2 0 1 0 0,-1 0 0 0 0,1 1 0 0 0,1 1-1 0 0,0 0 1 0 0,1 1 0 0 0,0 0 0 0 0,1 1-1 0 0,0 0 1 0 0,1 0 0 0 0,1 1-1 0 0,-12 30 1 0 0,12-25-10 0 0,1 1-1 0 0,1 0 0 0 0,0 0 1 0 0,2 0-1 0 0,0 1 1 0 0,2 0-1 0 0,0-1 1 0 0,2 1-1 0 0,0 0 0 0 0,1 0 1 0 0,1 0-1 0 0,1-1 1 0 0,2 1-1 0 0,0-1 1 0 0,1 0-1 0 0,0 0 0 0 0,2 0 1 0 0,1-1-1 0 0,17 30 1 0 0,-10-29 5 0 0,0 0 1 0 0,1-1-1 0 0,1 0 0 0 0,0-2 1 0 0,2 0-1 0 0,0-1 1 0 0,1-1-1 0 0,1-1 0 0 0,0-1 1 0 0,1-1-1 0 0,0-1 1 0 0,50 18-1 0 0,-30-16 20 0 0,0-2 0 0 0,1-2-1 0 0,0-1 1 0 0,0-3 0 0 0,1-1-1 0 0,82-3 1 0 0,-109-2 55 0 0,-1-2 0 0 0,1 0 1 0 0,-1-1-1 0 0,0 0 0 0 0,0-2 0 0 0,0 0 0 0 0,-1 0 0 0 0,0-2 1 0 0,0 0-1 0 0,0-1 0 0 0,14-10 0 0 0,-17 8-4 0 0,-1 0-1 0 0,0 0 1 0 0,0-1 0 0 0,-1-1 0 0 0,-1 0-1 0 0,0 0 1 0 0,-1-1 0 0 0,0-1-1 0 0,-1 1 1 0 0,0-1 0 0 0,-1 0 0 0 0,6-21-1 0 0,0 0 62 0 0,-2-1 0 0 0,-2 0 0 0 0,-1-1 0 0 0,-2 0 0 0 0,3-63 0 0 0,-8 84-3 0 0,-1-1-1 0 0,-1 1 0 0 0,0-1 1 0 0,-2 1-1 0 0,0 0 0 0 0,0 0 1 0 0,-2 0-1 0 0,0 0 0 0 0,0 0 1 0 0,-2 1-1 0 0,0 0 0 0 0,0 1 1 0 0,-2-1-1 0 0,0 2 0 0 0,-14-19 1 0 0,13 23-69 0 0,-1-1 0 0 0,0 1 0 0 0,0 1 0 0 0,-1 0 0 0 0,0 1 0 0 0,-1 0 0 0 0,1 1 0 0 0,-1 0 0 0 0,-1 1 0 0 0,1 0-1 0 0,-26-5 1 0 0,-14 1-212 0 0,-95-5-1 0 0,105 11-210 0 0,-77 3-4152 0 0,96 2 1949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2:18.9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880 90 1468 0 0,'-6'-30'2534'0'0,"4"28"-2426"0"0,-36-29 611 0 0,29 27-699 0 0,-1-1 0 0 0,1 2 0 0 0,-1 0 0 0 0,0 0 0 0 0,0 0 0 0 0,0 1 0 0 0,-1 1 0 0 0,1 0 1 0 0,0 0-1 0 0,-1 1 0 0 0,1 0 0 0 0,0 1 0 0 0,-18 3 0 0 0,-12 4 0 0 0,1 2-1 0 0,-39 15 1 0 0,77-25-19 0 0,-46 17 2 0 0,1 1 0 0 0,0 3 1 0 0,2 2-1 0 0,-46 31 0 0 0,66-38 3 0 0,1 0-1 0 0,1 2 0 0 0,1 1 1 0 0,1 1-1 0 0,0 1 0 0 0,1 0 1 0 0,2 1-1 0 0,-26 42 0 0 0,38-54-1 0 0,-1 1-1 0 0,2-1 1 0 0,-1 1-1 0 0,2 0 1 0 0,-1 0-1 0 0,2 0 1 0 0,-1 1-1 0 0,1-1 0 0 0,1 1 1 0 0,0-1-1 0 0,1 1 1 0 0,0-1-1 0 0,1 1 1 0 0,0-1-1 0 0,1 1 1 0 0,0-1-1 0 0,1 1 0 0 0,0-1 1 0 0,1 0-1 0 0,9 20 1 0 0,-3-14 3 0 0,0 0-1 0 0,1-1 1 0 0,1-1 0 0 0,0 1 0 0 0,1-2 0 0 0,0 0 0 0 0,2 0 0 0 0,-1-1 0 0 0,2-1-1 0 0,-1-1 1 0 0,30 16 0 0 0,7 0 8 0 0,2-3-1 0 0,1-3 1 0 0,0-1-1 0 0,1-3 1 0 0,1-3-1 0 0,79 10 1 0 0,-2-10 28 0 0,223-4 0 0 0,-77-29-7 0 0,-239 14 19 0 0,-1-3-1 0 0,0-1 0 0 0,0-2 1 0 0,66-29-1 0 0,-93 34-33 0 0,0 0 0 0 0,0-1 0 0 0,-1-1 0 0 0,0 0 0 0 0,0 0 0 0 0,-1-1-1 0 0,0-1 1 0 0,-1 0 0 0 0,0 0 0 0 0,-1-1 0 0 0,0 0 0 0 0,0-1 0 0 0,-1 0 0 0 0,-1 0 0 0 0,0-1 0 0 0,-1 0-1 0 0,0 0 1 0 0,-1-1 0 0 0,0 1 0 0 0,-1-1 0 0 0,-1 0 0 0 0,0 0 0 0 0,-1-1 0 0 0,-1 1 0 0 0,0 0 0 0 0,-1-1-1 0 0,0 1 1 0 0,-1 0 0 0 0,-1-1 0 0 0,0 1 0 0 0,-1 0 0 0 0,0 0 0 0 0,-1 0 0 0 0,-10-21 0 0 0,7 20-8 0 0,-1 0 0 0 0,-1 0 1 0 0,0 0-1 0 0,-1 1 1 0 0,0 1-1 0 0,-1-1 0 0 0,-1 2 1 0 0,-25-22-1 0 0,17 18-6 0 0,-1 2 1 0 0,0 0-1 0 0,-1 2 0 0 0,-1 0 1 0 0,-33-12-1 0 0,-6 5 0 0 0,0 2-1 0 0,-1 3 1 0 0,-122-11-1 0 0,-36 11 44 0 0,190 14-149 0 0,0 2-1 0 0,0 1 1 0 0,0 1-1 0 0,1 2 1 0 0,-34 10 0 0 0,62-15-65 0 0,1-1 37 0 0,0 0-1 0 0,-1 0 0 0 0,1 1 1 0 0,0-1-1 0 0,0 0 0 0 0,0 1 0 0 0,0-1 1 0 0,0 1-1 0 0,0 0 0 0 0,0-1 1 0 0,0 1-1 0 0,0 0 0 0 0,0 0 0 0 0,0-1 1 0 0,0 1-1 0 0,0 0 0 0 0,0 0 1 0 0,1 0-1 0 0,-1 0 0 0 0,0 0 0 0 0,1 0 1 0 0,-1 0-1 0 0,1 0 0 0 0,-1 1 1 0 0,1 1-1 0 0,-3 7-793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2:20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637 15 3732 0 0,'3'-12'500'0'0,"-7"10"-215"0"0,-17 21-151 0 0,-28 38-146 0 0,-57 84 94 0 0,-75 98 43 0 0,139-187-83 0 0,12-12 192 0 0,-68 67 0 0 0,97-106-200 0 0,0-1 0 0 0,0 1 0 0 0,0 0 1 0 0,0 0-1 0 0,-1-1 0 0 0,1 1 0 0 0,0 0 0 0 0,0-1 1 0 0,-1 1-1 0 0,1-1 0 0 0,0 0 0 0 0,-1 0 0 0 0,1 1 1 0 0,-1-1-1 0 0,1 0 0 0 0,0 0 0 0 0,-1 0 0 0 0,1 0 0 0 0,-1 0 1 0 0,1-1-1 0 0,0 1 0 0 0,-1 0 0 0 0,1-1 0 0 0,0 1 1 0 0,-1-1-1 0 0,1 1 0 0 0,0-1 0 0 0,-1 0 0 0 0,1 1 1 0 0,0-1-1 0 0,0 0 0 0 0,0 0 0 0 0,0 0 0 0 0,0 0 1 0 0,0 0-1 0 0,0 0 0 0 0,0 0 0 0 0,0 0 0 0 0,0-2 1 0 0,-4-2 24 0 0,1-1 1 0 0,0 0 0 0 0,0 0 0 0 0,1-1 0 0 0,0 1 0 0 0,-3-8 0 0 0,-23-112 588 0 0,28 124-670 0 0,1 9-26 0 0,0 0 53 0 0,1 0 0 0 0,-1 0-1 0 0,1 0 1 0 0,1-1 0 0 0,-1 1-1 0 0,1 0 1 0 0,1-1 0 0 0,-1 1-1 0 0,1-1 1 0 0,0 0 0 0 0,0 0-1 0 0,1 0 1 0 0,0 0 0 0 0,0 0-1 0 0,0-1 1 0 0,1 0 0 0 0,0 0-1 0 0,0 0 1 0 0,0-1 0 0 0,0 1-1 0 0,1-1 1 0 0,0 0 0 0 0,0-1-1 0 0,0 1 1 0 0,0-1 0 0 0,0-1-1 0 0,1 1 1 0 0,-1-1 0 0 0,1 0-1 0 0,0 0 1 0 0,-1-1 0 0 0,1 0-1 0 0,0 0 1 0 0,0-1 0 0 0,0 0-1 0 0,0 0 1 0 0,0 0 0 0 0,0-1-1 0 0,0 0 1 0 0,-1-1 0 0 0,1 1-1 0 0,0-1 1 0 0,6-3 0 0 0,58-28-763 0 0,78-49 0 0 0,-147 81 222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2:20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156 40 4676 0 0,'0'0'272'0'0,"1"-5"-194"0"0,0 2-75 0 0,0 2 2 0 0,-1 1-1 0 0,0-1 0 0 0,1 1 1 0 0,-1-1-1 0 0,0 0 0 0 0,1 0 1 0 0,-1 1-1 0 0,0-1 1 0 0,0 0-1 0 0,0 1 0 0 0,0-1 1 0 0,1 0-1 0 0,-1 0 0 0 0,0 1 1 0 0,-1-1-1 0 0,1 0 0 0 0,0 0 1 0 0,0 1-1 0 0,0-1 1 0 0,0 0-1 0 0,0 0 0 0 0,-1 1 1 0 0,1-1-1 0 0,0 0 0 0 0,-1 1 1 0 0,1-1-1 0 0,0 0 1 0 0,-1 1-1 0 0,1-1 0 0 0,-1 1 1 0 0,1-1-1 0 0,-1 0 0 0 0,0 0 1 0 0,-1 1 31 0 0,-52-8 158 0 0,52 8-195 0 0,-6 0 7 0 0,1 0 1 0 0,-1 1-1 0 0,1 0 0 0 0,-1 0 1 0 0,1 0-1 0 0,0 1 1 0 0,-1 0-1 0 0,1 1 0 0 0,0-1 1 0 0,-10 7-1 0 0,16-9-14 0 0,-3 22 36 0 0,17-10-15 0 0,1-1 1 0 0,0 0-1 0 0,0 0 0 0 0,1-2 1 0 0,1 0-1 0 0,0 0 0 0 0,31 11 1 0 0,13 8 11 0 0,-24-11-30 0 0,-4-1-15 0 0,55 35 0 0 0,-81-46 18 0 0,1-1 1 0 0,-1 1-1 0 0,0 0 0 0 0,0 1 0 0 0,-1-1 0 0 0,0 1 0 0 0,0 0 1 0 0,0 1-1 0 0,0-1 0 0 0,-1 1 0 0 0,0 0 0 0 0,-1 0 0 0 0,6 15 1 0 0,-8-18 5 0 0,0 0 1 0 0,-1 0 0 0 0,0 0 0 0 0,0 0 0 0 0,0 0 0 0 0,0 0 0 0 0,0 0 0 0 0,-1 0 0 0 0,0 0 0 0 0,0 0 0 0 0,0-1 0 0 0,0 1 0 0 0,0 0 0 0 0,-1 0-1 0 0,0-1 1 0 0,0 1 0 0 0,0-1 0 0 0,0 0 0 0 0,0 1 0 0 0,-1-1 0 0 0,1 0 0 0 0,-1 0 0 0 0,0-1 0 0 0,0 1 0 0 0,0 0 0 0 0,0-1 0 0 0,0 0 0 0 0,-1 0-1 0 0,1 0 1 0 0,-1 0 0 0 0,-6 2 0 0 0,-10 4 91 0 0,0 0 0 0 0,-1-2-1 0 0,0 0 1 0 0,-32 4 0 0 0,32-7 180 0 0,0-1 1 0 0,-1-1 0 0 0,1-1-1 0 0,-1-1 1 0 0,-33-6 0 0 0,54 7-287 0 0,0 0 1 0 0,0 0 0 0 0,0 0-1 0 0,0-1 1 0 0,0 1-1 0 0,0-1 1 0 0,0 1-1 0 0,0 0 1 0 0,0-1 0 0 0,1 0-1 0 0,-1 1 1 0 0,0-1-1 0 0,0 1 1 0 0,0-1 0 0 0,1 0-1 0 0,-1 0 1 0 0,0 0-1 0 0,1 1 1 0 0,-1-1 0 0 0,1 0-1 0 0,-1 0 1 0 0,1 0-1 0 0,-1 0 1 0 0,1 0 0 0 0,0 0-1 0 0,-1 0 1 0 0,1 0-1 0 0,0 0 1 0 0,0 0 0 0 0,0 0-1 0 0,0 0 1 0 0,0 0-1 0 0,0 0 1 0 0,0 0 0 0 0,0 0-1 0 0,0 0 1 0 0,0 0-1 0 0,0 0 1 0 0,1 0-1 0 0,-1 0 1 0 0,1-1 0 0 0,18-38-1977 0 0,-7 22 238 0 0,6 0-122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2:21.2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70 4920 0 0,'-44'-17'15'0'0,"67"2"28"0"0,-8 9-35 0 0,1 1 0 0 0,-1 0 0 0 0,1 1-1 0 0,0 1 1 0 0,0 1 0 0 0,0 0-1 0 0,23 1 1 0 0,22-3 7 0 0,-35 1-22 0 0,0 1 0 0 0,32 1 0 0 0,-55 2 12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2:21.8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1004 171 3436 0 0,'0'0'-52'0'0,"-13"-11"-43"0"0,-8 3 84 0 0,0 1-1 0 0,-1 1 1 0 0,1 1 0 0 0,-1 1 0 0 0,0 1-1 0 0,0 1 1 0 0,-1 1 0 0 0,1 1-1 0 0,0 0 1 0 0,0 2 0 0 0,-32 7 0 0 0,-5 3 23 0 0,0 3 1 0 0,-113 46-1 0 0,147-50-4 0 0,0 2 0 0 0,1 1 0 0 0,0 1 0 0 0,2 0 0 0 0,0 2 0 0 0,-38 37 0 0 0,30-23 8 0 0,2 1 0 0 0,1 1-1 0 0,-39 66 1 0 0,58-86 1 0 0,0 1-1 0 0,2 0 0 0 0,0 0 1 0 0,0 1-1 0 0,2 0 0 0 0,0-1 1 0 0,0 2-1 0 0,1-1 0 0 0,1 0 1 0 0,1 1-1 0 0,0-1 0 0 0,1 1 1 0 0,0-1-1 0 0,5 28 0 0 0,-1-27 1 0 0,1 1-1 0 0,0-1 0 0 0,1 0 1 0 0,1 0-1 0 0,0-1 1 0 0,1 0-1 0 0,1 0 1 0 0,0-1-1 0 0,1 0 0 0 0,0-1 1 0 0,1 0-1 0 0,1 0 1 0 0,18 15-1 0 0,-5-9 29 0 0,0-1 0 0 0,1-2 0 0 0,1 0-1 0 0,0-1 1 0 0,1-2 0 0 0,1-1 0 0 0,0-1 0 0 0,0-2 0 0 0,1-1-1 0 0,0-1 1 0 0,1-1 0 0 0,53 2 0 0 0,-11-6 116 0 0,0-2 1 0 0,-1-4-1 0 0,1-3 1 0 0,92-22-1 0 0,-123 21 11 0 0,0-3 0 0 0,-1-1 1 0 0,0-2-1 0 0,-1-2 0 0 0,74-41 0 0 0,-96 45-101 0 0,0 1 0 0 0,-1-2 0 0 0,0-1 0 0 0,-1 0 0 0 0,-1-1 0 0 0,0 0 0 0 0,-1-2 0 0 0,0 1 0 0 0,-2-2 0 0 0,0 0 0 0 0,-1 0 0 0 0,-1-1 0 0 0,15-36 0 0 0,-16 27-18 0 0,-1 0-1 0 0,-1 0 1 0 0,-1 0-1 0 0,-1-1 1 0 0,-2 1 0 0 0,-1-1-1 0 0,-1 0 1 0 0,-2 0-1 0 0,-8-56 1 0 0,5 65-36 0 0,0 1-1 0 0,-2-1 1 0 0,0 1-1 0 0,-2 1 1 0 0,0-1-1 0 0,0 1 1 0 0,-2 1-1 0 0,0-1 1 0 0,-2 2-1 0 0,1-1 1 0 0,-2 2-1 0 0,0-1 1 0 0,-1 2-1 0 0,0 0 1 0 0,-19-13-1 0 0,7 8 8 0 0,-2 1 1 0 0,0 2-1 0 0,-1 1 0 0 0,0 1 0 0 0,-2 1 1 0 0,1 2-1 0 0,-1 1 0 0 0,-1 2 1 0 0,1 1-1 0 0,-1 1 0 0 0,-61-3 0 0 0,35 9-394 0 0,0 1 0 0 0,0 4 0 0 0,0 1-1 0 0,1 4 1 0 0,-102 29 0 0 0,132-27-2282 0 0,18-6 1098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38" Type="http://schemas.openxmlformats.org/officeDocument/2006/relationships/image" Target="../media/image70.png"/><Relationship Id="rId154" Type="http://schemas.openxmlformats.org/officeDocument/2006/relationships/image" Target="../media/image78.png"/><Relationship Id="rId159" Type="http://schemas.openxmlformats.org/officeDocument/2006/relationships/customXml" Target="../ink/ink79.xml"/><Relationship Id="rId175" Type="http://schemas.openxmlformats.org/officeDocument/2006/relationships/customXml" Target="../ink/ink87.xml"/><Relationship Id="rId170" Type="http://schemas.openxmlformats.org/officeDocument/2006/relationships/image" Target="../media/image86.png"/><Relationship Id="rId16" Type="http://schemas.openxmlformats.org/officeDocument/2006/relationships/image" Target="../media/image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28" Type="http://schemas.openxmlformats.org/officeDocument/2006/relationships/image" Target="../media/image65.png"/><Relationship Id="rId144" Type="http://schemas.openxmlformats.org/officeDocument/2006/relationships/image" Target="../media/image7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160" Type="http://schemas.openxmlformats.org/officeDocument/2006/relationships/image" Target="../media/image81.png"/><Relationship Id="rId165" Type="http://schemas.openxmlformats.org/officeDocument/2006/relationships/customXml" Target="../ink/ink82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9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55" Type="http://schemas.openxmlformats.org/officeDocument/2006/relationships/customXml" Target="../ink/ink77.xml"/><Relationship Id="rId171" Type="http://schemas.openxmlformats.org/officeDocument/2006/relationships/customXml" Target="../ink/ink85.xml"/><Relationship Id="rId176" Type="http://schemas.openxmlformats.org/officeDocument/2006/relationships/image" Target="../media/image89.png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2.xml"/><Relationship Id="rId161" Type="http://schemas.openxmlformats.org/officeDocument/2006/relationships/customXml" Target="../ink/ink80.xml"/><Relationship Id="rId16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30" Type="http://schemas.openxmlformats.org/officeDocument/2006/relationships/image" Target="../media/image66.png"/><Relationship Id="rId135" Type="http://schemas.openxmlformats.org/officeDocument/2006/relationships/customXml" Target="../ink/ink67.xml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151" Type="http://schemas.openxmlformats.org/officeDocument/2006/relationships/customXml" Target="../ink/ink75.xml"/><Relationship Id="rId156" Type="http://schemas.openxmlformats.org/officeDocument/2006/relationships/image" Target="../media/image79.png"/><Relationship Id="rId164" Type="http://schemas.openxmlformats.org/officeDocument/2006/relationships/image" Target="../media/image83.png"/><Relationship Id="rId169" Type="http://schemas.openxmlformats.org/officeDocument/2006/relationships/customXml" Target="../ink/ink84.xml"/><Relationship Id="rId177" Type="http://schemas.openxmlformats.org/officeDocument/2006/relationships/customXml" Target="../ink/ink88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72" Type="http://schemas.openxmlformats.org/officeDocument/2006/relationships/image" Target="../media/image87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4.png"/><Relationship Id="rId167" Type="http://schemas.openxmlformats.org/officeDocument/2006/relationships/customXml" Target="../ink/ink83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162" Type="http://schemas.openxmlformats.org/officeDocument/2006/relationships/image" Target="../media/image82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52" Type="http://schemas.openxmlformats.org/officeDocument/2006/relationships/image" Target="../media/image77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168" Type="http://schemas.openxmlformats.org/officeDocument/2006/relationships/image" Target="../media/image85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163" Type="http://schemas.openxmlformats.org/officeDocument/2006/relationships/customXml" Target="../ink/ink81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3.png"/><Relationship Id="rId21" Type="http://schemas.openxmlformats.org/officeDocument/2006/relationships/customXml" Target="../ink/ink98.xml"/><Relationship Id="rId42" Type="http://schemas.openxmlformats.org/officeDocument/2006/relationships/image" Target="../media/image111.png"/><Relationship Id="rId47" Type="http://schemas.openxmlformats.org/officeDocument/2006/relationships/customXml" Target="../ink/ink111.xml"/><Relationship Id="rId63" Type="http://schemas.openxmlformats.org/officeDocument/2006/relationships/customXml" Target="../ink/ink119.xml"/><Relationship Id="rId68" Type="http://schemas.openxmlformats.org/officeDocument/2006/relationships/image" Target="../media/image124.png"/><Relationship Id="rId84" Type="http://schemas.openxmlformats.org/officeDocument/2006/relationships/image" Target="../media/image132.png"/><Relationship Id="rId89" Type="http://schemas.openxmlformats.org/officeDocument/2006/relationships/customXml" Target="../ink/ink132.xml"/><Relationship Id="rId7" Type="http://schemas.openxmlformats.org/officeDocument/2006/relationships/customXml" Target="../ink/ink91.xml"/><Relationship Id="rId71" Type="http://schemas.openxmlformats.org/officeDocument/2006/relationships/customXml" Target="../ink/ink123.xml"/><Relationship Id="rId92" Type="http://schemas.openxmlformats.org/officeDocument/2006/relationships/image" Target="../media/image136.png"/><Relationship Id="rId2" Type="http://schemas.openxmlformats.org/officeDocument/2006/relationships/image" Target="../media/image91.png"/><Relationship Id="rId16" Type="http://schemas.openxmlformats.org/officeDocument/2006/relationships/image" Target="../media/image98.png"/><Relationship Id="rId29" Type="http://schemas.openxmlformats.org/officeDocument/2006/relationships/customXml" Target="../ink/ink102.xml"/><Relationship Id="rId107" Type="http://schemas.openxmlformats.org/officeDocument/2006/relationships/customXml" Target="../ink/ink141.xml"/><Relationship Id="rId11" Type="http://schemas.openxmlformats.org/officeDocument/2006/relationships/customXml" Target="../ink/ink93.xml"/><Relationship Id="rId24" Type="http://schemas.openxmlformats.org/officeDocument/2006/relationships/image" Target="../media/image102.png"/><Relationship Id="rId32" Type="http://schemas.openxmlformats.org/officeDocument/2006/relationships/image" Target="../media/image106.png"/><Relationship Id="rId37" Type="http://schemas.openxmlformats.org/officeDocument/2006/relationships/customXml" Target="../ink/ink106.xml"/><Relationship Id="rId40" Type="http://schemas.openxmlformats.org/officeDocument/2006/relationships/image" Target="../media/image110.png"/><Relationship Id="rId45" Type="http://schemas.openxmlformats.org/officeDocument/2006/relationships/customXml" Target="../ink/ink110.xml"/><Relationship Id="rId53" Type="http://schemas.openxmlformats.org/officeDocument/2006/relationships/customXml" Target="../ink/ink114.xml"/><Relationship Id="rId58" Type="http://schemas.openxmlformats.org/officeDocument/2006/relationships/image" Target="../media/image119.png"/><Relationship Id="rId66" Type="http://schemas.openxmlformats.org/officeDocument/2006/relationships/image" Target="../media/image123.png"/><Relationship Id="rId74" Type="http://schemas.openxmlformats.org/officeDocument/2006/relationships/image" Target="../media/image127.png"/><Relationship Id="rId79" Type="http://schemas.openxmlformats.org/officeDocument/2006/relationships/customXml" Target="../ink/ink127.xml"/><Relationship Id="rId87" Type="http://schemas.openxmlformats.org/officeDocument/2006/relationships/customXml" Target="../ink/ink131.xml"/><Relationship Id="rId102" Type="http://schemas.openxmlformats.org/officeDocument/2006/relationships/image" Target="../media/image141.png"/><Relationship Id="rId5" Type="http://schemas.openxmlformats.org/officeDocument/2006/relationships/customXml" Target="../ink/ink90.xml"/><Relationship Id="rId61" Type="http://schemas.openxmlformats.org/officeDocument/2006/relationships/customXml" Target="../ink/ink118.xml"/><Relationship Id="rId82" Type="http://schemas.openxmlformats.org/officeDocument/2006/relationships/image" Target="../media/image131.png"/><Relationship Id="rId90" Type="http://schemas.openxmlformats.org/officeDocument/2006/relationships/image" Target="../media/image135.png"/><Relationship Id="rId95" Type="http://schemas.openxmlformats.org/officeDocument/2006/relationships/customXml" Target="../ink/ink135.xml"/><Relationship Id="rId19" Type="http://schemas.openxmlformats.org/officeDocument/2006/relationships/customXml" Target="../ink/ink97.xml"/><Relationship Id="rId14" Type="http://schemas.openxmlformats.org/officeDocument/2006/relationships/image" Target="../media/image97.png"/><Relationship Id="rId22" Type="http://schemas.openxmlformats.org/officeDocument/2006/relationships/image" Target="../media/image101.png"/><Relationship Id="rId27" Type="http://schemas.openxmlformats.org/officeDocument/2006/relationships/customXml" Target="../ink/ink101.xml"/><Relationship Id="rId30" Type="http://schemas.openxmlformats.org/officeDocument/2006/relationships/image" Target="../media/image105.png"/><Relationship Id="rId35" Type="http://schemas.openxmlformats.org/officeDocument/2006/relationships/customXml" Target="../ink/ink105.xml"/><Relationship Id="rId43" Type="http://schemas.openxmlformats.org/officeDocument/2006/relationships/customXml" Target="../ink/ink109.xml"/><Relationship Id="rId48" Type="http://schemas.openxmlformats.org/officeDocument/2006/relationships/image" Target="../media/image114.png"/><Relationship Id="rId56" Type="http://schemas.openxmlformats.org/officeDocument/2006/relationships/image" Target="../media/image118.png"/><Relationship Id="rId64" Type="http://schemas.openxmlformats.org/officeDocument/2006/relationships/image" Target="../media/image122.png"/><Relationship Id="rId69" Type="http://schemas.openxmlformats.org/officeDocument/2006/relationships/customXml" Target="../ink/ink122.xml"/><Relationship Id="rId77" Type="http://schemas.openxmlformats.org/officeDocument/2006/relationships/customXml" Target="../ink/ink126.xml"/><Relationship Id="rId100" Type="http://schemas.openxmlformats.org/officeDocument/2006/relationships/image" Target="../media/image140.png"/><Relationship Id="rId105" Type="http://schemas.openxmlformats.org/officeDocument/2006/relationships/customXml" Target="../ink/ink140.xml"/><Relationship Id="rId8" Type="http://schemas.openxmlformats.org/officeDocument/2006/relationships/image" Target="../media/image94.png"/><Relationship Id="rId51" Type="http://schemas.openxmlformats.org/officeDocument/2006/relationships/customXml" Target="../ink/ink113.xml"/><Relationship Id="rId72" Type="http://schemas.openxmlformats.org/officeDocument/2006/relationships/image" Target="../media/image126.png"/><Relationship Id="rId80" Type="http://schemas.openxmlformats.org/officeDocument/2006/relationships/image" Target="../media/image130.png"/><Relationship Id="rId85" Type="http://schemas.openxmlformats.org/officeDocument/2006/relationships/customXml" Target="../ink/ink130.xml"/><Relationship Id="rId93" Type="http://schemas.openxmlformats.org/officeDocument/2006/relationships/customXml" Target="../ink/ink134.xml"/><Relationship Id="rId98" Type="http://schemas.openxmlformats.org/officeDocument/2006/relationships/image" Target="../media/image139.png"/><Relationship Id="rId3" Type="http://schemas.openxmlformats.org/officeDocument/2006/relationships/customXml" Target="../ink/ink89.xml"/><Relationship Id="rId12" Type="http://schemas.openxmlformats.org/officeDocument/2006/relationships/image" Target="../media/image96.png"/><Relationship Id="rId17" Type="http://schemas.openxmlformats.org/officeDocument/2006/relationships/customXml" Target="../ink/ink96.xml"/><Relationship Id="rId25" Type="http://schemas.openxmlformats.org/officeDocument/2006/relationships/customXml" Target="../ink/ink100.xml"/><Relationship Id="rId33" Type="http://schemas.openxmlformats.org/officeDocument/2006/relationships/customXml" Target="../ink/ink104.xml"/><Relationship Id="rId38" Type="http://schemas.openxmlformats.org/officeDocument/2006/relationships/image" Target="../media/image109.png"/><Relationship Id="rId46" Type="http://schemas.openxmlformats.org/officeDocument/2006/relationships/image" Target="../media/image113.png"/><Relationship Id="rId59" Type="http://schemas.openxmlformats.org/officeDocument/2006/relationships/customXml" Target="../ink/ink117.xml"/><Relationship Id="rId67" Type="http://schemas.openxmlformats.org/officeDocument/2006/relationships/customXml" Target="../ink/ink121.xml"/><Relationship Id="rId103" Type="http://schemas.openxmlformats.org/officeDocument/2006/relationships/customXml" Target="../ink/ink139.xml"/><Relationship Id="rId108" Type="http://schemas.openxmlformats.org/officeDocument/2006/relationships/image" Target="../media/image144.png"/><Relationship Id="rId20" Type="http://schemas.openxmlformats.org/officeDocument/2006/relationships/image" Target="../media/image100.png"/><Relationship Id="rId41" Type="http://schemas.openxmlformats.org/officeDocument/2006/relationships/customXml" Target="../ink/ink108.xml"/><Relationship Id="rId54" Type="http://schemas.openxmlformats.org/officeDocument/2006/relationships/image" Target="../media/image117.png"/><Relationship Id="rId62" Type="http://schemas.openxmlformats.org/officeDocument/2006/relationships/image" Target="../media/image121.png"/><Relationship Id="rId70" Type="http://schemas.openxmlformats.org/officeDocument/2006/relationships/image" Target="../media/image125.png"/><Relationship Id="rId75" Type="http://schemas.openxmlformats.org/officeDocument/2006/relationships/customXml" Target="../ink/ink125.xml"/><Relationship Id="rId83" Type="http://schemas.openxmlformats.org/officeDocument/2006/relationships/customXml" Target="../ink/ink129.xml"/><Relationship Id="rId88" Type="http://schemas.openxmlformats.org/officeDocument/2006/relationships/image" Target="../media/image134.png"/><Relationship Id="rId91" Type="http://schemas.openxmlformats.org/officeDocument/2006/relationships/customXml" Target="../ink/ink133.xml"/><Relationship Id="rId96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5" Type="http://schemas.openxmlformats.org/officeDocument/2006/relationships/customXml" Target="../ink/ink95.xml"/><Relationship Id="rId23" Type="http://schemas.openxmlformats.org/officeDocument/2006/relationships/customXml" Target="../ink/ink99.xml"/><Relationship Id="rId28" Type="http://schemas.openxmlformats.org/officeDocument/2006/relationships/image" Target="../media/image104.png"/><Relationship Id="rId36" Type="http://schemas.openxmlformats.org/officeDocument/2006/relationships/image" Target="../media/image108.png"/><Relationship Id="rId49" Type="http://schemas.openxmlformats.org/officeDocument/2006/relationships/customXml" Target="../ink/ink112.xml"/><Relationship Id="rId57" Type="http://schemas.openxmlformats.org/officeDocument/2006/relationships/customXml" Target="../ink/ink116.xml"/><Relationship Id="rId106" Type="http://schemas.openxmlformats.org/officeDocument/2006/relationships/image" Target="../media/image143.png"/><Relationship Id="rId10" Type="http://schemas.openxmlformats.org/officeDocument/2006/relationships/image" Target="../media/image95.png"/><Relationship Id="rId31" Type="http://schemas.openxmlformats.org/officeDocument/2006/relationships/customXml" Target="../ink/ink103.xml"/><Relationship Id="rId44" Type="http://schemas.openxmlformats.org/officeDocument/2006/relationships/image" Target="../media/image112.png"/><Relationship Id="rId52" Type="http://schemas.openxmlformats.org/officeDocument/2006/relationships/image" Target="../media/image116.png"/><Relationship Id="rId60" Type="http://schemas.openxmlformats.org/officeDocument/2006/relationships/image" Target="../media/image120.png"/><Relationship Id="rId65" Type="http://schemas.openxmlformats.org/officeDocument/2006/relationships/customXml" Target="../ink/ink120.xml"/><Relationship Id="rId73" Type="http://schemas.openxmlformats.org/officeDocument/2006/relationships/customXml" Target="../ink/ink124.xml"/><Relationship Id="rId78" Type="http://schemas.openxmlformats.org/officeDocument/2006/relationships/image" Target="../media/image129.png"/><Relationship Id="rId81" Type="http://schemas.openxmlformats.org/officeDocument/2006/relationships/customXml" Target="../ink/ink128.xml"/><Relationship Id="rId86" Type="http://schemas.openxmlformats.org/officeDocument/2006/relationships/image" Target="../media/image133.png"/><Relationship Id="rId94" Type="http://schemas.openxmlformats.org/officeDocument/2006/relationships/image" Target="../media/image137.png"/><Relationship Id="rId99" Type="http://schemas.openxmlformats.org/officeDocument/2006/relationships/customXml" Target="../ink/ink137.xml"/><Relationship Id="rId101" Type="http://schemas.openxmlformats.org/officeDocument/2006/relationships/customXml" Target="../ink/ink138.xml"/><Relationship Id="rId4" Type="http://schemas.openxmlformats.org/officeDocument/2006/relationships/image" Target="../media/image92.png"/><Relationship Id="rId9" Type="http://schemas.openxmlformats.org/officeDocument/2006/relationships/customXml" Target="../ink/ink92.xml"/><Relationship Id="rId13" Type="http://schemas.openxmlformats.org/officeDocument/2006/relationships/customXml" Target="../ink/ink94.xml"/><Relationship Id="rId18" Type="http://schemas.openxmlformats.org/officeDocument/2006/relationships/image" Target="../media/image99.png"/><Relationship Id="rId39" Type="http://schemas.openxmlformats.org/officeDocument/2006/relationships/customXml" Target="../ink/ink107.xml"/><Relationship Id="rId34" Type="http://schemas.openxmlformats.org/officeDocument/2006/relationships/image" Target="../media/image107.png"/><Relationship Id="rId50" Type="http://schemas.openxmlformats.org/officeDocument/2006/relationships/image" Target="../media/image115.png"/><Relationship Id="rId55" Type="http://schemas.openxmlformats.org/officeDocument/2006/relationships/customXml" Target="../ink/ink115.xml"/><Relationship Id="rId76" Type="http://schemas.openxmlformats.org/officeDocument/2006/relationships/image" Target="../media/image128.png"/><Relationship Id="rId97" Type="http://schemas.openxmlformats.org/officeDocument/2006/relationships/customXml" Target="../ink/ink136.xml"/><Relationship Id="rId104" Type="http://schemas.openxmlformats.org/officeDocument/2006/relationships/image" Target="../media/image14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7.png"/><Relationship Id="rId117" Type="http://schemas.openxmlformats.org/officeDocument/2006/relationships/customXml" Target="../ink/ink199.xml"/><Relationship Id="rId21" Type="http://schemas.openxmlformats.org/officeDocument/2006/relationships/customXml" Target="../ink/ink151.xml"/><Relationship Id="rId42" Type="http://schemas.openxmlformats.org/officeDocument/2006/relationships/image" Target="../media/image165.png"/><Relationship Id="rId47" Type="http://schemas.openxmlformats.org/officeDocument/2006/relationships/customXml" Target="../ink/ink164.xml"/><Relationship Id="rId63" Type="http://schemas.openxmlformats.org/officeDocument/2006/relationships/customXml" Target="../ink/ink172.xml"/><Relationship Id="rId68" Type="http://schemas.openxmlformats.org/officeDocument/2006/relationships/image" Target="../media/image178.png"/><Relationship Id="rId84" Type="http://schemas.openxmlformats.org/officeDocument/2006/relationships/image" Target="../media/image186.png"/><Relationship Id="rId89" Type="http://schemas.openxmlformats.org/officeDocument/2006/relationships/customXml" Target="../ink/ink185.xml"/><Relationship Id="rId112" Type="http://schemas.openxmlformats.org/officeDocument/2006/relationships/image" Target="../media/image200.png"/><Relationship Id="rId16" Type="http://schemas.openxmlformats.org/officeDocument/2006/relationships/image" Target="../media/image152.png"/><Relationship Id="rId107" Type="http://schemas.openxmlformats.org/officeDocument/2006/relationships/customXml" Target="../ink/ink194.xml"/><Relationship Id="rId11" Type="http://schemas.openxmlformats.org/officeDocument/2006/relationships/customXml" Target="../ink/ink146.xml"/><Relationship Id="rId32" Type="http://schemas.openxmlformats.org/officeDocument/2006/relationships/image" Target="../media/image160.png"/><Relationship Id="rId37" Type="http://schemas.openxmlformats.org/officeDocument/2006/relationships/customXml" Target="../ink/ink159.xml"/><Relationship Id="rId53" Type="http://schemas.openxmlformats.org/officeDocument/2006/relationships/customXml" Target="../ink/ink167.xml"/><Relationship Id="rId58" Type="http://schemas.openxmlformats.org/officeDocument/2006/relationships/image" Target="../media/image173.png"/><Relationship Id="rId74" Type="http://schemas.openxmlformats.org/officeDocument/2006/relationships/image" Target="../media/image181.png"/><Relationship Id="rId79" Type="http://schemas.openxmlformats.org/officeDocument/2006/relationships/customXml" Target="../ink/ink180.xml"/><Relationship Id="rId102" Type="http://schemas.openxmlformats.org/officeDocument/2006/relationships/image" Target="../media/image195.png"/><Relationship Id="rId123" Type="http://schemas.openxmlformats.org/officeDocument/2006/relationships/customXml" Target="../ink/ink202.xml"/><Relationship Id="rId5" Type="http://schemas.openxmlformats.org/officeDocument/2006/relationships/customXml" Target="../ink/ink143.xml"/><Relationship Id="rId61" Type="http://schemas.openxmlformats.org/officeDocument/2006/relationships/customXml" Target="../ink/ink171.xml"/><Relationship Id="rId82" Type="http://schemas.openxmlformats.org/officeDocument/2006/relationships/image" Target="../media/image185.png"/><Relationship Id="rId90" Type="http://schemas.openxmlformats.org/officeDocument/2006/relationships/image" Target="../media/image189.png"/><Relationship Id="rId95" Type="http://schemas.openxmlformats.org/officeDocument/2006/relationships/customXml" Target="../ink/ink188.xml"/><Relationship Id="rId19" Type="http://schemas.openxmlformats.org/officeDocument/2006/relationships/customXml" Target="../ink/ink150.xml"/><Relationship Id="rId14" Type="http://schemas.openxmlformats.org/officeDocument/2006/relationships/image" Target="../media/image151.png"/><Relationship Id="rId22" Type="http://schemas.openxmlformats.org/officeDocument/2006/relationships/image" Target="../media/image155.png"/><Relationship Id="rId27" Type="http://schemas.openxmlformats.org/officeDocument/2006/relationships/customXml" Target="../ink/ink154.xml"/><Relationship Id="rId30" Type="http://schemas.openxmlformats.org/officeDocument/2006/relationships/image" Target="../media/image159.png"/><Relationship Id="rId35" Type="http://schemas.openxmlformats.org/officeDocument/2006/relationships/customXml" Target="../ink/ink158.xml"/><Relationship Id="rId43" Type="http://schemas.openxmlformats.org/officeDocument/2006/relationships/customXml" Target="../ink/ink162.xml"/><Relationship Id="rId48" Type="http://schemas.openxmlformats.org/officeDocument/2006/relationships/image" Target="../media/image168.png"/><Relationship Id="rId56" Type="http://schemas.openxmlformats.org/officeDocument/2006/relationships/image" Target="../media/image172.png"/><Relationship Id="rId64" Type="http://schemas.openxmlformats.org/officeDocument/2006/relationships/image" Target="../media/image176.png"/><Relationship Id="rId69" Type="http://schemas.openxmlformats.org/officeDocument/2006/relationships/customXml" Target="../ink/ink175.xml"/><Relationship Id="rId77" Type="http://schemas.openxmlformats.org/officeDocument/2006/relationships/customXml" Target="../ink/ink179.xml"/><Relationship Id="rId100" Type="http://schemas.openxmlformats.org/officeDocument/2006/relationships/image" Target="../media/image194.png"/><Relationship Id="rId105" Type="http://schemas.openxmlformats.org/officeDocument/2006/relationships/customXml" Target="../ink/ink193.xml"/><Relationship Id="rId113" Type="http://schemas.openxmlformats.org/officeDocument/2006/relationships/customXml" Target="../ink/ink197.xml"/><Relationship Id="rId118" Type="http://schemas.openxmlformats.org/officeDocument/2006/relationships/image" Target="../media/image203.png"/><Relationship Id="rId8" Type="http://schemas.openxmlformats.org/officeDocument/2006/relationships/image" Target="../media/image148.png"/><Relationship Id="rId51" Type="http://schemas.openxmlformats.org/officeDocument/2006/relationships/customXml" Target="../ink/ink166.xml"/><Relationship Id="rId72" Type="http://schemas.openxmlformats.org/officeDocument/2006/relationships/image" Target="../media/image180.png"/><Relationship Id="rId80" Type="http://schemas.openxmlformats.org/officeDocument/2006/relationships/image" Target="../media/image184.png"/><Relationship Id="rId85" Type="http://schemas.openxmlformats.org/officeDocument/2006/relationships/customXml" Target="../ink/ink183.xml"/><Relationship Id="rId93" Type="http://schemas.openxmlformats.org/officeDocument/2006/relationships/customXml" Target="../ink/ink187.xml"/><Relationship Id="rId98" Type="http://schemas.openxmlformats.org/officeDocument/2006/relationships/image" Target="../media/image193.png"/><Relationship Id="rId121" Type="http://schemas.openxmlformats.org/officeDocument/2006/relationships/customXml" Target="../ink/ink201.xml"/><Relationship Id="rId3" Type="http://schemas.openxmlformats.org/officeDocument/2006/relationships/customXml" Target="../ink/ink142.xml"/><Relationship Id="rId12" Type="http://schemas.openxmlformats.org/officeDocument/2006/relationships/image" Target="../media/image150.png"/><Relationship Id="rId17" Type="http://schemas.openxmlformats.org/officeDocument/2006/relationships/customXml" Target="../ink/ink149.xml"/><Relationship Id="rId25" Type="http://schemas.openxmlformats.org/officeDocument/2006/relationships/customXml" Target="../ink/ink153.xml"/><Relationship Id="rId33" Type="http://schemas.openxmlformats.org/officeDocument/2006/relationships/customXml" Target="../ink/ink157.xml"/><Relationship Id="rId38" Type="http://schemas.openxmlformats.org/officeDocument/2006/relationships/image" Target="../media/image163.png"/><Relationship Id="rId46" Type="http://schemas.openxmlformats.org/officeDocument/2006/relationships/image" Target="../media/image167.png"/><Relationship Id="rId59" Type="http://schemas.openxmlformats.org/officeDocument/2006/relationships/customXml" Target="../ink/ink170.xml"/><Relationship Id="rId67" Type="http://schemas.openxmlformats.org/officeDocument/2006/relationships/customXml" Target="../ink/ink174.xml"/><Relationship Id="rId103" Type="http://schemas.openxmlformats.org/officeDocument/2006/relationships/customXml" Target="../ink/ink192.xml"/><Relationship Id="rId108" Type="http://schemas.openxmlformats.org/officeDocument/2006/relationships/image" Target="../media/image198.png"/><Relationship Id="rId116" Type="http://schemas.openxmlformats.org/officeDocument/2006/relationships/image" Target="../media/image202.png"/><Relationship Id="rId124" Type="http://schemas.openxmlformats.org/officeDocument/2006/relationships/image" Target="../media/image206.png"/><Relationship Id="rId20" Type="http://schemas.openxmlformats.org/officeDocument/2006/relationships/image" Target="../media/image154.png"/><Relationship Id="rId41" Type="http://schemas.openxmlformats.org/officeDocument/2006/relationships/customXml" Target="../ink/ink161.xml"/><Relationship Id="rId54" Type="http://schemas.openxmlformats.org/officeDocument/2006/relationships/image" Target="../media/image171.png"/><Relationship Id="rId62" Type="http://schemas.openxmlformats.org/officeDocument/2006/relationships/image" Target="../media/image175.png"/><Relationship Id="rId70" Type="http://schemas.openxmlformats.org/officeDocument/2006/relationships/image" Target="../media/image179.png"/><Relationship Id="rId75" Type="http://schemas.openxmlformats.org/officeDocument/2006/relationships/customXml" Target="../ink/ink178.xml"/><Relationship Id="rId83" Type="http://schemas.openxmlformats.org/officeDocument/2006/relationships/customXml" Target="../ink/ink182.xml"/><Relationship Id="rId88" Type="http://schemas.openxmlformats.org/officeDocument/2006/relationships/image" Target="../media/image188.png"/><Relationship Id="rId91" Type="http://schemas.openxmlformats.org/officeDocument/2006/relationships/customXml" Target="../ink/ink186.xml"/><Relationship Id="rId96" Type="http://schemas.openxmlformats.org/officeDocument/2006/relationships/image" Target="../media/image192.png"/><Relationship Id="rId111" Type="http://schemas.openxmlformats.org/officeDocument/2006/relationships/customXml" Target="../ink/ink1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5" Type="http://schemas.openxmlformats.org/officeDocument/2006/relationships/customXml" Target="../ink/ink148.xml"/><Relationship Id="rId23" Type="http://schemas.openxmlformats.org/officeDocument/2006/relationships/customXml" Target="../ink/ink152.xml"/><Relationship Id="rId28" Type="http://schemas.openxmlformats.org/officeDocument/2006/relationships/image" Target="../media/image158.png"/><Relationship Id="rId36" Type="http://schemas.openxmlformats.org/officeDocument/2006/relationships/image" Target="../media/image162.png"/><Relationship Id="rId49" Type="http://schemas.openxmlformats.org/officeDocument/2006/relationships/customXml" Target="../ink/ink165.xml"/><Relationship Id="rId57" Type="http://schemas.openxmlformats.org/officeDocument/2006/relationships/customXml" Target="../ink/ink169.xml"/><Relationship Id="rId106" Type="http://schemas.openxmlformats.org/officeDocument/2006/relationships/image" Target="../media/image197.png"/><Relationship Id="rId114" Type="http://schemas.openxmlformats.org/officeDocument/2006/relationships/image" Target="../media/image201.png"/><Relationship Id="rId119" Type="http://schemas.openxmlformats.org/officeDocument/2006/relationships/customXml" Target="../ink/ink200.xml"/><Relationship Id="rId10" Type="http://schemas.openxmlformats.org/officeDocument/2006/relationships/image" Target="../media/image149.png"/><Relationship Id="rId31" Type="http://schemas.openxmlformats.org/officeDocument/2006/relationships/customXml" Target="../ink/ink156.xml"/><Relationship Id="rId44" Type="http://schemas.openxmlformats.org/officeDocument/2006/relationships/image" Target="../media/image166.png"/><Relationship Id="rId52" Type="http://schemas.openxmlformats.org/officeDocument/2006/relationships/image" Target="../media/image170.png"/><Relationship Id="rId60" Type="http://schemas.openxmlformats.org/officeDocument/2006/relationships/image" Target="../media/image174.png"/><Relationship Id="rId65" Type="http://schemas.openxmlformats.org/officeDocument/2006/relationships/customXml" Target="../ink/ink173.xml"/><Relationship Id="rId73" Type="http://schemas.openxmlformats.org/officeDocument/2006/relationships/customXml" Target="../ink/ink177.xml"/><Relationship Id="rId78" Type="http://schemas.openxmlformats.org/officeDocument/2006/relationships/image" Target="../media/image183.png"/><Relationship Id="rId81" Type="http://schemas.openxmlformats.org/officeDocument/2006/relationships/customXml" Target="../ink/ink181.xml"/><Relationship Id="rId86" Type="http://schemas.openxmlformats.org/officeDocument/2006/relationships/image" Target="../media/image187.png"/><Relationship Id="rId94" Type="http://schemas.openxmlformats.org/officeDocument/2006/relationships/image" Target="../media/image191.png"/><Relationship Id="rId99" Type="http://schemas.openxmlformats.org/officeDocument/2006/relationships/customXml" Target="../ink/ink190.xml"/><Relationship Id="rId101" Type="http://schemas.openxmlformats.org/officeDocument/2006/relationships/customXml" Target="../ink/ink191.xml"/><Relationship Id="rId122" Type="http://schemas.openxmlformats.org/officeDocument/2006/relationships/image" Target="../media/image205.png"/><Relationship Id="rId4" Type="http://schemas.openxmlformats.org/officeDocument/2006/relationships/image" Target="../media/image146.png"/><Relationship Id="rId9" Type="http://schemas.openxmlformats.org/officeDocument/2006/relationships/customXml" Target="../ink/ink145.xml"/><Relationship Id="rId13" Type="http://schemas.openxmlformats.org/officeDocument/2006/relationships/customXml" Target="../ink/ink147.xml"/><Relationship Id="rId18" Type="http://schemas.openxmlformats.org/officeDocument/2006/relationships/image" Target="../media/image153.png"/><Relationship Id="rId39" Type="http://schemas.openxmlformats.org/officeDocument/2006/relationships/customXml" Target="../ink/ink160.xml"/><Relationship Id="rId109" Type="http://schemas.openxmlformats.org/officeDocument/2006/relationships/customXml" Target="../ink/ink195.xml"/><Relationship Id="rId34" Type="http://schemas.openxmlformats.org/officeDocument/2006/relationships/image" Target="../media/image161.png"/><Relationship Id="rId50" Type="http://schemas.openxmlformats.org/officeDocument/2006/relationships/image" Target="../media/image169.png"/><Relationship Id="rId55" Type="http://schemas.openxmlformats.org/officeDocument/2006/relationships/customXml" Target="../ink/ink168.xml"/><Relationship Id="rId76" Type="http://schemas.openxmlformats.org/officeDocument/2006/relationships/image" Target="../media/image182.png"/><Relationship Id="rId97" Type="http://schemas.openxmlformats.org/officeDocument/2006/relationships/customXml" Target="../ink/ink189.xml"/><Relationship Id="rId104" Type="http://schemas.openxmlformats.org/officeDocument/2006/relationships/image" Target="../media/image196.png"/><Relationship Id="rId120" Type="http://schemas.openxmlformats.org/officeDocument/2006/relationships/image" Target="../media/image204.png"/><Relationship Id="rId7" Type="http://schemas.openxmlformats.org/officeDocument/2006/relationships/customXml" Target="../ink/ink144.xml"/><Relationship Id="rId71" Type="http://schemas.openxmlformats.org/officeDocument/2006/relationships/customXml" Target="../ink/ink176.xml"/><Relationship Id="rId92" Type="http://schemas.openxmlformats.org/officeDocument/2006/relationships/image" Target="../media/image190.png"/><Relationship Id="rId2" Type="http://schemas.openxmlformats.org/officeDocument/2006/relationships/image" Target="../media/image145.png"/><Relationship Id="rId29" Type="http://schemas.openxmlformats.org/officeDocument/2006/relationships/customXml" Target="../ink/ink155.xml"/><Relationship Id="rId24" Type="http://schemas.openxmlformats.org/officeDocument/2006/relationships/image" Target="../media/image156.png"/><Relationship Id="rId40" Type="http://schemas.openxmlformats.org/officeDocument/2006/relationships/image" Target="../media/image164.png"/><Relationship Id="rId45" Type="http://schemas.openxmlformats.org/officeDocument/2006/relationships/customXml" Target="../ink/ink163.xml"/><Relationship Id="rId66" Type="http://schemas.openxmlformats.org/officeDocument/2006/relationships/image" Target="../media/image177.png"/><Relationship Id="rId87" Type="http://schemas.openxmlformats.org/officeDocument/2006/relationships/customXml" Target="../ink/ink184.xml"/><Relationship Id="rId110" Type="http://schemas.openxmlformats.org/officeDocument/2006/relationships/image" Target="../media/image199.png"/><Relationship Id="rId115" Type="http://schemas.openxmlformats.org/officeDocument/2006/relationships/customXml" Target="../ink/ink19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customXml" Target="../ink/ink208.xml"/><Relationship Id="rId18" Type="http://schemas.openxmlformats.org/officeDocument/2006/relationships/image" Target="../media/image215.png"/><Relationship Id="rId26" Type="http://schemas.openxmlformats.org/officeDocument/2006/relationships/image" Target="../media/image219.png"/><Relationship Id="rId39" Type="http://schemas.openxmlformats.org/officeDocument/2006/relationships/customXml" Target="../ink/ink221.xml"/><Relationship Id="rId3" Type="http://schemas.openxmlformats.org/officeDocument/2006/relationships/customXml" Target="../ink/ink203.xml"/><Relationship Id="rId21" Type="http://schemas.openxmlformats.org/officeDocument/2006/relationships/customXml" Target="../ink/ink212.xml"/><Relationship Id="rId34" Type="http://schemas.openxmlformats.org/officeDocument/2006/relationships/image" Target="../media/image223.png"/><Relationship Id="rId42" Type="http://schemas.openxmlformats.org/officeDocument/2006/relationships/image" Target="../media/image227.png"/><Relationship Id="rId7" Type="http://schemas.openxmlformats.org/officeDocument/2006/relationships/customXml" Target="../ink/ink205.xml"/><Relationship Id="rId12" Type="http://schemas.openxmlformats.org/officeDocument/2006/relationships/image" Target="../media/image212.png"/><Relationship Id="rId17" Type="http://schemas.openxmlformats.org/officeDocument/2006/relationships/customXml" Target="../ink/ink210.xml"/><Relationship Id="rId25" Type="http://schemas.openxmlformats.org/officeDocument/2006/relationships/customXml" Target="../ink/ink214.xml"/><Relationship Id="rId33" Type="http://schemas.openxmlformats.org/officeDocument/2006/relationships/customXml" Target="../ink/ink218.xml"/><Relationship Id="rId38" Type="http://schemas.openxmlformats.org/officeDocument/2006/relationships/image" Target="../media/image225.png"/><Relationship Id="rId2" Type="http://schemas.openxmlformats.org/officeDocument/2006/relationships/image" Target="../media/image207.png"/><Relationship Id="rId16" Type="http://schemas.openxmlformats.org/officeDocument/2006/relationships/image" Target="../media/image214.png"/><Relationship Id="rId20" Type="http://schemas.openxmlformats.org/officeDocument/2006/relationships/image" Target="../media/image216.png"/><Relationship Id="rId29" Type="http://schemas.openxmlformats.org/officeDocument/2006/relationships/customXml" Target="../ink/ink216.xml"/><Relationship Id="rId41" Type="http://schemas.openxmlformats.org/officeDocument/2006/relationships/customXml" Target="../ink/ink2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customXml" Target="../ink/ink207.xml"/><Relationship Id="rId24" Type="http://schemas.openxmlformats.org/officeDocument/2006/relationships/image" Target="../media/image218.png"/><Relationship Id="rId32" Type="http://schemas.openxmlformats.org/officeDocument/2006/relationships/image" Target="../media/image222.png"/><Relationship Id="rId37" Type="http://schemas.openxmlformats.org/officeDocument/2006/relationships/customXml" Target="../ink/ink220.xml"/><Relationship Id="rId40" Type="http://schemas.openxmlformats.org/officeDocument/2006/relationships/image" Target="../media/image226.png"/><Relationship Id="rId5" Type="http://schemas.openxmlformats.org/officeDocument/2006/relationships/customXml" Target="../ink/ink204.xml"/><Relationship Id="rId15" Type="http://schemas.openxmlformats.org/officeDocument/2006/relationships/customXml" Target="../ink/ink209.xml"/><Relationship Id="rId23" Type="http://schemas.openxmlformats.org/officeDocument/2006/relationships/customXml" Target="../ink/ink213.xml"/><Relationship Id="rId28" Type="http://schemas.openxmlformats.org/officeDocument/2006/relationships/image" Target="../media/image220.png"/><Relationship Id="rId36" Type="http://schemas.openxmlformats.org/officeDocument/2006/relationships/image" Target="../media/image224.png"/><Relationship Id="rId10" Type="http://schemas.openxmlformats.org/officeDocument/2006/relationships/image" Target="../media/image211.png"/><Relationship Id="rId19" Type="http://schemas.openxmlformats.org/officeDocument/2006/relationships/customXml" Target="../ink/ink211.xml"/><Relationship Id="rId31" Type="http://schemas.openxmlformats.org/officeDocument/2006/relationships/customXml" Target="../ink/ink217.xml"/><Relationship Id="rId4" Type="http://schemas.openxmlformats.org/officeDocument/2006/relationships/image" Target="../media/image208.png"/><Relationship Id="rId9" Type="http://schemas.openxmlformats.org/officeDocument/2006/relationships/customXml" Target="../ink/ink206.xml"/><Relationship Id="rId14" Type="http://schemas.openxmlformats.org/officeDocument/2006/relationships/image" Target="../media/image213.png"/><Relationship Id="rId22" Type="http://schemas.openxmlformats.org/officeDocument/2006/relationships/image" Target="../media/image217.png"/><Relationship Id="rId27" Type="http://schemas.openxmlformats.org/officeDocument/2006/relationships/customXml" Target="../ink/ink215.xml"/><Relationship Id="rId30" Type="http://schemas.openxmlformats.org/officeDocument/2006/relationships/image" Target="../media/image221.png"/><Relationship Id="rId35" Type="http://schemas.openxmlformats.org/officeDocument/2006/relationships/customXml" Target="../ink/ink219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8.xml"/><Relationship Id="rId18" Type="http://schemas.openxmlformats.org/officeDocument/2006/relationships/image" Target="../media/image236.png"/><Relationship Id="rId26" Type="http://schemas.openxmlformats.org/officeDocument/2006/relationships/image" Target="../media/image240.png"/><Relationship Id="rId39" Type="http://schemas.openxmlformats.org/officeDocument/2006/relationships/customXml" Target="../ink/ink241.xml"/><Relationship Id="rId21" Type="http://schemas.openxmlformats.org/officeDocument/2006/relationships/customXml" Target="../ink/ink232.xml"/><Relationship Id="rId34" Type="http://schemas.openxmlformats.org/officeDocument/2006/relationships/image" Target="../media/image244.png"/><Relationship Id="rId42" Type="http://schemas.openxmlformats.org/officeDocument/2006/relationships/image" Target="../media/image248.png"/><Relationship Id="rId47" Type="http://schemas.openxmlformats.org/officeDocument/2006/relationships/customXml" Target="../ink/ink245.xml"/><Relationship Id="rId50" Type="http://schemas.openxmlformats.org/officeDocument/2006/relationships/image" Target="../media/image252.png"/><Relationship Id="rId55" Type="http://schemas.openxmlformats.org/officeDocument/2006/relationships/customXml" Target="../ink/ink249.xml"/><Relationship Id="rId63" Type="http://schemas.openxmlformats.org/officeDocument/2006/relationships/customXml" Target="../ink/ink253.xml"/><Relationship Id="rId68" Type="http://schemas.openxmlformats.org/officeDocument/2006/relationships/image" Target="../media/image261.png"/><Relationship Id="rId76" Type="http://schemas.openxmlformats.org/officeDocument/2006/relationships/image" Target="../media/image265.png"/><Relationship Id="rId84" Type="http://schemas.openxmlformats.org/officeDocument/2006/relationships/image" Target="../media/image269.png"/><Relationship Id="rId89" Type="http://schemas.openxmlformats.org/officeDocument/2006/relationships/customXml" Target="../ink/ink266.xml"/><Relationship Id="rId7" Type="http://schemas.openxmlformats.org/officeDocument/2006/relationships/customXml" Target="../ink/ink225.xml"/><Relationship Id="rId71" Type="http://schemas.openxmlformats.org/officeDocument/2006/relationships/customXml" Target="../ink/ink257.xml"/><Relationship Id="rId92" Type="http://schemas.openxmlformats.org/officeDocument/2006/relationships/image" Target="../media/image273.png"/><Relationship Id="rId2" Type="http://schemas.openxmlformats.org/officeDocument/2006/relationships/image" Target="../media/image228.png"/><Relationship Id="rId16" Type="http://schemas.openxmlformats.org/officeDocument/2006/relationships/image" Target="../media/image235.png"/><Relationship Id="rId29" Type="http://schemas.openxmlformats.org/officeDocument/2006/relationships/customXml" Target="../ink/ink236.xml"/><Relationship Id="rId11" Type="http://schemas.openxmlformats.org/officeDocument/2006/relationships/customXml" Target="../ink/ink227.xml"/><Relationship Id="rId24" Type="http://schemas.openxmlformats.org/officeDocument/2006/relationships/image" Target="../media/image239.png"/><Relationship Id="rId32" Type="http://schemas.openxmlformats.org/officeDocument/2006/relationships/image" Target="../media/image243.png"/><Relationship Id="rId37" Type="http://schemas.openxmlformats.org/officeDocument/2006/relationships/customXml" Target="../ink/ink240.xml"/><Relationship Id="rId40" Type="http://schemas.openxmlformats.org/officeDocument/2006/relationships/image" Target="../media/image247.png"/><Relationship Id="rId45" Type="http://schemas.openxmlformats.org/officeDocument/2006/relationships/customXml" Target="../ink/ink244.xml"/><Relationship Id="rId53" Type="http://schemas.openxmlformats.org/officeDocument/2006/relationships/customXml" Target="../ink/ink248.xml"/><Relationship Id="rId58" Type="http://schemas.openxmlformats.org/officeDocument/2006/relationships/image" Target="../media/image256.png"/><Relationship Id="rId66" Type="http://schemas.openxmlformats.org/officeDocument/2006/relationships/image" Target="../media/image260.png"/><Relationship Id="rId74" Type="http://schemas.openxmlformats.org/officeDocument/2006/relationships/image" Target="../media/image264.png"/><Relationship Id="rId79" Type="http://schemas.openxmlformats.org/officeDocument/2006/relationships/customXml" Target="../ink/ink261.xml"/><Relationship Id="rId87" Type="http://schemas.openxmlformats.org/officeDocument/2006/relationships/customXml" Target="../ink/ink265.xml"/><Relationship Id="rId5" Type="http://schemas.openxmlformats.org/officeDocument/2006/relationships/customXml" Target="../ink/ink224.xml"/><Relationship Id="rId61" Type="http://schemas.openxmlformats.org/officeDocument/2006/relationships/customXml" Target="../ink/ink252.xml"/><Relationship Id="rId82" Type="http://schemas.openxmlformats.org/officeDocument/2006/relationships/image" Target="../media/image268.png"/><Relationship Id="rId90" Type="http://schemas.openxmlformats.org/officeDocument/2006/relationships/image" Target="../media/image272.png"/><Relationship Id="rId19" Type="http://schemas.openxmlformats.org/officeDocument/2006/relationships/customXml" Target="../ink/ink231.xml"/><Relationship Id="rId14" Type="http://schemas.openxmlformats.org/officeDocument/2006/relationships/image" Target="../media/image234.png"/><Relationship Id="rId22" Type="http://schemas.openxmlformats.org/officeDocument/2006/relationships/image" Target="../media/image238.png"/><Relationship Id="rId27" Type="http://schemas.openxmlformats.org/officeDocument/2006/relationships/customXml" Target="../ink/ink235.xml"/><Relationship Id="rId30" Type="http://schemas.openxmlformats.org/officeDocument/2006/relationships/image" Target="../media/image242.png"/><Relationship Id="rId35" Type="http://schemas.openxmlformats.org/officeDocument/2006/relationships/customXml" Target="../ink/ink239.xml"/><Relationship Id="rId43" Type="http://schemas.openxmlformats.org/officeDocument/2006/relationships/customXml" Target="../ink/ink243.xml"/><Relationship Id="rId48" Type="http://schemas.openxmlformats.org/officeDocument/2006/relationships/image" Target="../media/image251.png"/><Relationship Id="rId56" Type="http://schemas.openxmlformats.org/officeDocument/2006/relationships/image" Target="../media/image255.png"/><Relationship Id="rId64" Type="http://schemas.openxmlformats.org/officeDocument/2006/relationships/image" Target="../media/image259.png"/><Relationship Id="rId69" Type="http://schemas.openxmlformats.org/officeDocument/2006/relationships/customXml" Target="../ink/ink256.xml"/><Relationship Id="rId77" Type="http://schemas.openxmlformats.org/officeDocument/2006/relationships/customXml" Target="../ink/ink260.xml"/><Relationship Id="rId8" Type="http://schemas.openxmlformats.org/officeDocument/2006/relationships/image" Target="../media/image231.png"/><Relationship Id="rId51" Type="http://schemas.openxmlformats.org/officeDocument/2006/relationships/customXml" Target="../ink/ink247.xml"/><Relationship Id="rId72" Type="http://schemas.openxmlformats.org/officeDocument/2006/relationships/image" Target="../media/image263.png"/><Relationship Id="rId80" Type="http://schemas.openxmlformats.org/officeDocument/2006/relationships/image" Target="../media/image267.png"/><Relationship Id="rId85" Type="http://schemas.openxmlformats.org/officeDocument/2006/relationships/customXml" Target="../ink/ink264.xml"/><Relationship Id="rId3" Type="http://schemas.openxmlformats.org/officeDocument/2006/relationships/customXml" Target="../ink/ink223.xml"/><Relationship Id="rId12" Type="http://schemas.openxmlformats.org/officeDocument/2006/relationships/image" Target="../media/image233.png"/><Relationship Id="rId17" Type="http://schemas.openxmlformats.org/officeDocument/2006/relationships/customXml" Target="../ink/ink230.xml"/><Relationship Id="rId25" Type="http://schemas.openxmlformats.org/officeDocument/2006/relationships/customXml" Target="../ink/ink234.xml"/><Relationship Id="rId33" Type="http://schemas.openxmlformats.org/officeDocument/2006/relationships/customXml" Target="../ink/ink238.xml"/><Relationship Id="rId38" Type="http://schemas.openxmlformats.org/officeDocument/2006/relationships/image" Target="../media/image246.png"/><Relationship Id="rId46" Type="http://schemas.openxmlformats.org/officeDocument/2006/relationships/image" Target="../media/image250.png"/><Relationship Id="rId59" Type="http://schemas.openxmlformats.org/officeDocument/2006/relationships/customXml" Target="../ink/ink251.xml"/><Relationship Id="rId67" Type="http://schemas.openxmlformats.org/officeDocument/2006/relationships/customXml" Target="../ink/ink255.xml"/><Relationship Id="rId20" Type="http://schemas.openxmlformats.org/officeDocument/2006/relationships/image" Target="../media/image237.png"/><Relationship Id="rId41" Type="http://schemas.openxmlformats.org/officeDocument/2006/relationships/customXml" Target="../ink/ink242.xml"/><Relationship Id="rId54" Type="http://schemas.openxmlformats.org/officeDocument/2006/relationships/image" Target="../media/image254.png"/><Relationship Id="rId62" Type="http://schemas.openxmlformats.org/officeDocument/2006/relationships/image" Target="../media/image258.png"/><Relationship Id="rId70" Type="http://schemas.openxmlformats.org/officeDocument/2006/relationships/image" Target="../media/image262.png"/><Relationship Id="rId75" Type="http://schemas.openxmlformats.org/officeDocument/2006/relationships/customXml" Target="../ink/ink259.xml"/><Relationship Id="rId83" Type="http://schemas.openxmlformats.org/officeDocument/2006/relationships/customXml" Target="../ink/ink263.xml"/><Relationship Id="rId88" Type="http://schemas.openxmlformats.org/officeDocument/2006/relationships/image" Target="../media/image271.png"/><Relationship Id="rId91" Type="http://schemas.openxmlformats.org/officeDocument/2006/relationships/customXml" Target="../ink/ink2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15" Type="http://schemas.openxmlformats.org/officeDocument/2006/relationships/customXml" Target="../ink/ink229.xml"/><Relationship Id="rId23" Type="http://schemas.openxmlformats.org/officeDocument/2006/relationships/customXml" Target="../ink/ink233.xml"/><Relationship Id="rId28" Type="http://schemas.openxmlformats.org/officeDocument/2006/relationships/image" Target="../media/image241.png"/><Relationship Id="rId36" Type="http://schemas.openxmlformats.org/officeDocument/2006/relationships/image" Target="../media/image245.png"/><Relationship Id="rId49" Type="http://schemas.openxmlformats.org/officeDocument/2006/relationships/customXml" Target="../ink/ink246.xml"/><Relationship Id="rId57" Type="http://schemas.openxmlformats.org/officeDocument/2006/relationships/customXml" Target="../ink/ink250.xml"/><Relationship Id="rId10" Type="http://schemas.openxmlformats.org/officeDocument/2006/relationships/image" Target="../media/image232.png"/><Relationship Id="rId31" Type="http://schemas.openxmlformats.org/officeDocument/2006/relationships/customXml" Target="../ink/ink237.xml"/><Relationship Id="rId44" Type="http://schemas.openxmlformats.org/officeDocument/2006/relationships/image" Target="../media/image249.png"/><Relationship Id="rId52" Type="http://schemas.openxmlformats.org/officeDocument/2006/relationships/image" Target="../media/image253.png"/><Relationship Id="rId60" Type="http://schemas.openxmlformats.org/officeDocument/2006/relationships/image" Target="../media/image257.png"/><Relationship Id="rId65" Type="http://schemas.openxmlformats.org/officeDocument/2006/relationships/customXml" Target="../ink/ink254.xml"/><Relationship Id="rId73" Type="http://schemas.openxmlformats.org/officeDocument/2006/relationships/customXml" Target="../ink/ink258.xml"/><Relationship Id="rId78" Type="http://schemas.openxmlformats.org/officeDocument/2006/relationships/image" Target="../media/image266.png"/><Relationship Id="rId81" Type="http://schemas.openxmlformats.org/officeDocument/2006/relationships/customXml" Target="../ink/ink262.xml"/><Relationship Id="rId86" Type="http://schemas.openxmlformats.org/officeDocument/2006/relationships/image" Target="../media/image270.png"/><Relationship Id="rId4" Type="http://schemas.openxmlformats.org/officeDocument/2006/relationships/image" Target="../media/image229.png"/><Relationship Id="rId9" Type="http://schemas.openxmlformats.org/officeDocument/2006/relationships/customXml" Target="../ink/ink22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3.xml"/><Relationship Id="rId18" Type="http://schemas.openxmlformats.org/officeDocument/2006/relationships/image" Target="../media/image282.png"/><Relationship Id="rId26" Type="http://schemas.openxmlformats.org/officeDocument/2006/relationships/image" Target="../media/image286.png"/><Relationship Id="rId39" Type="http://schemas.openxmlformats.org/officeDocument/2006/relationships/customXml" Target="../ink/ink286.xml"/><Relationship Id="rId21" Type="http://schemas.openxmlformats.org/officeDocument/2006/relationships/customXml" Target="../ink/ink277.xml"/><Relationship Id="rId34" Type="http://schemas.openxmlformats.org/officeDocument/2006/relationships/image" Target="../media/image290.png"/><Relationship Id="rId42" Type="http://schemas.openxmlformats.org/officeDocument/2006/relationships/image" Target="../media/image294.png"/><Relationship Id="rId47" Type="http://schemas.openxmlformats.org/officeDocument/2006/relationships/customXml" Target="../ink/ink290.xml"/><Relationship Id="rId50" Type="http://schemas.openxmlformats.org/officeDocument/2006/relationships/image" Target="../media/image298.png"/><Relationship Id="rId55" Type="http://schemas.openxmlformats.org/officeDocument/2006/relationships/customXml" Target="../ink/ink294.xml"/><Relationship Id="rId63" Type="http://schemas.openxmlformats.org/officeDocument/2006/relationships/customXml" Target="../ink/ink298.xml"/><Relationship Id="rId68" Type="http://schemas.openxmlformats.org/officeDocument/2006/relationships/image" Target="../media/image307.png"/><Relationship Id="rId7" Type="http://schemas.openxmlformats.org/officeDocument/2006/relationships/customXml" Target="../ink/ink270.xml"/><Relationship Id="rId71" Type="http://schemas.openxmlformats.org/officeDocument/2006/relationships/customXml" Target="../ink/ink302.xml"/><Relationship Id="rId2" Type="http://schemas.openxmlformats.org/officeDocument/2006/relationships/image" Target="../media/image274.png"/><Relationship Id="rId16" Type="http://schemas.openxmlformats.org/officeDocument/2006/relationships/image" Target="../media/image281.png"/><Relationship Id="rId29" Type="http://schemas.openxmlformats.org/officeDocument/2006/relationships/customXml" Target="../ink/ink2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6.png"/><Relationship Id="rId11" Type="http://schemas.openxmlformats.org/officeDocument/2006/relationships/customXml" Target="../ink/ink272.xml"/><Relationship Id="rId24" Type="http://schemas.openxmlformats.org/officeDocument/2006/relationships/image" Target="../media/image285.png"/><Relationship Id="rId32" Type="http://schemas.openxmlformats.org/officeDocument/2006/relationships/image" Target="../media/image289.png"/><Relationship Id="rId37" Type="http://schemas.openxmlformats.org/officeDocument/2006/relationships/customXml" Target="../ink/ink285.xml"/><Relationship Id="rId40" Type="http://schemas.openxmlformats.org/officeDocument/2006/relationships/image" Target="../media/image293.png"/><Relationship Id="rId45" Type="http://schemas.openxmlformats.org/officeDocument/2006/relationships/customXml" Target="../ink/ink289.xml"/><Relationship Id="rId53" Type="http://schemas.openxmlformats.org/officeDocument/2006/relationships/customXml" Target="../ink/ink293.xml"/><Relationship Id="rId58" Type="http://schemas.openxmlformats.org/officeDocument/2006/relationships/image" Target="../media/image302.png"/><Relationship Id="rId66" Type="http://schemas.openxmlformats.org/officeDocument/2006/relationships/image" Target="../media/image306.png"/><Relationship Id="rId5" Type="http://schemas.openxmlformats.org/officeDocument/2006/relationships/customXml" Target="../ink/ink269.xml"/><Relationship Id="rId15" Type="http://schemas.openxmlformats.org/officeDocument/2006/relationships/customXml" Target="../ink/ink274.xml"/><Relationship Id="rId23" Type="http://schemas.openxmlformats.org/officeDocument/2006/relationships/customXml" Target="../ink/ink278.xml"/><Relationship Id="rId28" Type="http://schemas.openxmlformats.org/officeDocument/2006/relationships/image" Target="../media/image287.png"/><Relationship Id="rId36" Type="http://schemas.openxmlformats.org/officeDocument/2006/relationships/image" Target="../media/image291.png"/><Relationship Id="rId49" Type="http://schemas.openxmlformats.org/officeDocument/2006/relationships/customXml" Target="../ink/ink291.xml"/><Relationship Id="rId57" Type="http://schemas.openxmlformats.org/officeDocument/2006/relationships/customXml" Target="../ink/ink295.xml"/><Relationship Id="rId61" Type="http://schemas.openxmlformats.org/officeDocument/2006/relationships/customXml" Target="../ink/ink297.xml"/><Relationship Id="rId10" Type="http://schemas.openxmlformats.org/officeDocument/2006/relationships/image" Target="../media/image278.png"/><Relationship Id="rId19" Type="http://schemas.openxmlformats.org/officeDocument/2006/relationships/customXml" Target="../ink/ink276.xml"/><Relationship Id="rId31" Type="http://schemas.openxmlformats.org/officeDocument/2006/relationships/customXml" Target="../ink/ink282.xml"/><Relationship Id="rId44" Type="http://schemas.openxmlformats.org/officeDocument/2006/relationships/image" Target="../media/image295.png"/><Relationship Id="rId52" Type="http://schemas.openxmlformats.org/officeDocument/2006/relationships/image" Target="../media/image299.png"/><Relationship Id="rId60" Type="http://schemas.openxmlformats.org/officeDocument/2006/relationships/image" Target="../media/image303.png"/><Relationship Id="rId65" Type="http://schemas.openxmlformats.org/officeDocument/2006/relationships/customXml" Target="../ink/ink299.xml"/><Relationship Id="rId4" Type="http://schemas.openxmlformats.org/officeDocument/2006/relationships/image" Target="../media/image275.png"/><Relationship Id="rId9" Type="http://schemas.openxmlformats.org/officeDocument/2006/relationships/customXml" Target="../ink/ink271.xml"/><Relationship Id="rId14" Type="http://schemas.openxmlformats.org/officeDocument/2006/relationships/image" Target="../media/image280.png"/><Relationship Id="rId22" Type="http://schemas.openxmlformats.org/officeDocument/2006/relationships/image" Target="../media/image284.png"/><Relationship Id="rId27" Type="http://schemas.openxmlformats.org/officeDocument/2006/relationships/customXml" Target="../ink/ink280.xml"/><Relationship Id="rId30" Type="http://schemas.openxmlformats.org/officeDocument/2006/relationships/image" Target="../media/image288.png"/><Relationship Id="rId35" Type="http://schemas.openxmlformats.org/officeDocument/2006/relationships/customXml" Target="../ink/ink284.xml"/><Relationship Id="rId43" Type="http://schemas.openxmlformats.org/officeDocument/2006/relationships/customXml" Target="../ink/ink288.xml"/><Relationship Id="rId48" Type="http://schemas.openxmlformats.org/officeDocument/2006/relationships/image" Target="../media/image297.png"/><Relationship Id="rId56" Type="http://schemas.openxmlformats.org/officeDocument/2006/relationships/image" Target="../media/image301.png"/><Relationship Id="rId64" Type="http://schemas.openxmlformats.org/officeDocument/2006/relationships/image" Target="../media/image305.png"/><Relationship Id="rId69" Type="http://schemas.openxmlformats.org/officeDocument/2006/relationships/customXml" Target="../ink/ink301.xml"/><Relationship Id="rId8" Type="http://schemas.openxmlformats.org/officeDocument/2006/relationships/image" Target="../media/image277.png"/><Relationship Id="rId51" Type="http://schemas.openxmlformats.org/officeDocument/2006/relationships/customXml" Target="../ink/ink292.xml"/><Relationship Id="rId72" Type="http://schemas.openxmlformats.org/officeDocument/2006/relationships/image" Target="../media/image309.png"/><Relationship Id="rId3" Type="http://schemas.openxmlformats.org/officeDocument/2006/relationships/customXml" Target="../ink/ink268.xml"/><Relationship Id="rId12" Type="http://schemas.openxmlformats.org/officeDocument/2006/relationships/image" Target="../media/image279.png"/><Relationship Id="rId17" Type="http://schemas.openxmlformats.org/officeDocument/2006/relationships/customXml" Target="../ink/ink275.xml"/><Relationship Id="rId25" Type="http://schemas.openxmlformats.org/officeDocument/2006/relationships/customXml" Target="../ink/ink279.xml"/><Relationship Id="rId33" Type="http://schemas.openxmlformats.org/officeDocument/2006/relationships/customXml" Target="../ink/ink283.xml"/><Relationship Id="rId38" Type="http://schemas.openxmlformats.org/officeDocument/2006/relationships/image" Target="../media/image292.png"/><Relationship Id="rId46" Type="http://schemas.openxmlformats.org/officeDocument/2006/relationships/image" Target="../media/image296.png"/><Relationship Id="rId59" Type="http://schemas.openxmlformats.org/officeDocument/2006/relationships/customXml" Target="../ink/ink296.xml"/><Relationship Id="rId67" Type="http://schemas.openxmlformats.org/officeDocument/2006/relationships/customXml" Target="../ink/ink300.xml"/><Relationship Id="rId20" Type="http://schemas.openxmlformats.org/officeDocument/2006/relationships/image" Target="../media/image283.png"/><Relationship Id="rId41" Type="http://schemas.openxmlformats.org/officeDocument/2006/relationships/customXml" Target="../ink/ink287.xml"/><Relationship Id="rId54" Type="http://schemas.openxmlformats.org/officeDocument/2006/relationships/image" Target="../media/image300.png"/><Relationship Id="rId62" Type="http://schemas.openxmlformats.org/officeDocument/2006/relationships/image" Target="../media/image304.png"/><Relationship Id="rId70" Type="http://schemas.openxmlformats.org/officeDocument/2006/relationships/image" Target="../media/image30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4DDF8-F542-F348-F42D-038D424B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AC7EB-6CD9-92AB-EBFA-D46D6B85B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5" y="731794"/>
            <a:ext cx="9706291" cy="599819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1EB0967-C68A-E239-1C36-63B608A414AC}"/>
              </a:ext>
            </a:extLst>
          </p:cNvPr>
          <p:cNvGrpSpPr/>
          <p:nvPr/>
        </p:nvGrpSpPr>
        <p:grpSpPr>
          <a:xfrm>
            <a:off x="2790144" y="6064056"/>
            <a:ext cx="682920" cy="310680"/>
            <a:chOff x="2790144" y="6064056"/>
            <a:chExt cx="68292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946579-1CE9-0E3C-82AE-E1FB7B34A66B}"/>
                    </a:ext>
                  </a:extLst>
                </p14:cNvPr>
                <p14:cNvContentPartPr/>
                <p14:nvPr/>
              </p14:nvContentPartPr>
              <p14:xfrm>
                <a:off x="2790144" y="6225336"/>
                <a:ext cx="243720" cy="14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946579-1CE9-0E3C-82AE-E1FB7B34A66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72144" y="6207336"/>
                  <a:ext cx="279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54040C-459C-7475-D4D2-2CFDD82B2B9F}"/>
                    </a:ext>
                  </a:extLst>
                </p14:cNvPr>
                <p14:cNvContentPartPr/>
                <p14:nvPr/>
              </p14:nvContentPartPr>
              <p14:xfrm>
                <a:off x="3270024" y="6129576"/>
                <a:ext cx="23400" cy="150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54040C-459C-7475-D4D2-2CFDD82B2B9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52384" y="6111936"/>
                  <a:ext cx="590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A0B404-E35A-4ACE-5005-9AD1DC3BB0FA}"/>
                    </a:ext>
                  </a:extLst>
                </p14:cNvPr>
                <p14:cNvContentPartPr/>
                <p14:nvPr/>
              </p14:nvContentPartPr>
              <p14:xfrm>
                <a:off x="3121344" y="6064056"/>
                <a:ext cx="351720" cy="31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A0B404-E35A-4ACE-5005-9AD1DC3BB0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03344" y="6046056"/>
                  <a:ext cx="3873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8B6BBC-5D3A-8F8E-D942-C95EFEE2A5E9}"/>
              </a:ext>
            </a:extLst>
          </p:cNvPr>
          <p:cNvGrpSpPr/>
          <p:nvPr/>
        </p:nvGrpSpPr>
        <p:grpSpPr>
          <a:xfrm>
            <a:off x="2210544" y="1171656"/>
            <a:ext cx="2828880" cy="3964320"/>
            <a:chOff x="2210544" y="1171656"/>
            <a:chExt cx="2828880" cy="39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7FD2D0-E34A-8A60-0AC4-1D59448F8994}"/>
                    </a:ext>
                  </a:extLst>
                </p14:cNvPr>
                <p14:cNvContentPartPr/>
                <p14:nvPr/>
              </p14:nvContentPartPr>
              <p14:xfrm>
                <a:off x="2584944" y="1480896"/>
                <a:ext cx="2454480" cy="28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7FD2D0-E34A-8A60-0AC4-1D59448F899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7304" y="1462896"/>
                  <a:ext cx="2490120" cy="29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B90270-F874-7479-2469-CDB6CABBB6D9}"/>
                    </a:ext>
                  </a:extLst>
                </p14:cNvPr>
                <p14:cNvContentPartPr/>
                <p14:nvPr/>
              </p14:nvContentPartPr>
              <p14:xfrm>
                <a:off x="3608064" y="3861936"/>
                <a:ext cx="216720" cy="144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B90270-F874-7479-2469-CDB6CABBB6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90064" y="3844296"/>
                  <a:ext cx="2523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68E78F-8B50-CE1E-8208-FFD2627B3FC6}"/>
                    </a:ext>
                  </a:extLst>
                </p14:cNvPr>
                <p14:cNvContentPartPr/>
                <p14:nvPr/>
              </p14:nvContentPartPr>
              <p14:xfrm>
                <a:off x="3518784" y="3788496"/>
                <a:ext cx="403920" cy="283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68E78F-8B50-CE1E-8208-FFD2627B3FC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00784" y="3770856"/>
                  <a:ext cx="439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8BA04C-BB0D-97A4-E888-AB8224D42043}"/>
                    </a:ext>
                  </a:extLst>
                </p14:cNvPr>
                <p14:cNvContentPartPr/>
                <p14:nvPr/>
              </p14:nvContentPartPr>
              <p14:xfrm>
                <a:off x="2210544" y="1211616"/>
                <a:ext cx="2736000" cy="3924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8BA04C-BB0D-97A4-E888-AB8224D4204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92544" y="1193976"/>
                  <a:ext cx="2771640" cy="39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1F197B-CE32-1ADC-837B-FFAF184F9449}"/>
                    </a:ext>
                  </a:extLst>
                </p14:cNvPr>
                <p14:cNvContentPartPr/>
                <p14:nvPr/>
              </p14:nvContentPartPr>
              <p14:xfrm>
                <a:off x="4832784" y="1171656"/>
                <a:ext cx="197640" cy="114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1F197B-CE32-1ADC-837B-FFAF184F94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15144" y="1153656"/>
                  <a:ext cx="2332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23F501-AC23-0C7D-2013-08E3DD913880}"/>
              </a:ext>
            </a:extLst>
          </p:cNvPr>
          <p:cNvGrpSpPr/>
          <p:nvPr/>
        </p:nvGrpSpPr>
        <p:grpSpPr>
          <a:xfrm>
            <a:off x="3565944" y="1676376"/>
            <a:ext cx="289440" cy="217440"/>
            <a:chOff x="3565944" y="1676376"/>
            <a:chExt cx="28944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D8C822-9FF0-D061-6178-EE8BD229B4A5}"/>
                    </a:ext>
                  </a:extLst>
                </p14:cNvPr>
                <p14:cNvContentPartPr/>
                <p14:nvPr/>
              </p14:nvContentPartPr>
              <p14:xfrm>
                <a:off x="3623904" y="1721736"/>
                <a:ext cx="132120" cy="15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D8C822-9FF0-D061-6178-EE8BD229B4A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05904" y="1704096"/>
                  <a:ext cx="167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AC075C-5A14-5323-8EEB-1DAC987CE154}"/>
                    </a:ext>
                  </a:extLst>
                </p14:cNvPr>
                <p14:cNvContentPartPr/>
                <p14:nvPr/>
              </p14:nvContentPartPr>
              <p14:xfrm>
                <a:off x="3565944" y="1676376"/>
                <a:ext cx="289440" cy="217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AC075C-5A14-5323-8EEB-1DAC987CE1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47944" y="1658736"/>
                  <a:ext cx="32508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FD3745E-E295-ABC1-4228-9163F74A60E8}"/>
                  </a:ext>
                </a:extLst>
              </p14:cNvPr>
              <p14:cNvContentPartPr/>
              <p14:nvPr/>
            </p14:nvContentPartPr>
            <p14:xfrm>
              <a:off x="1917144" y="5855616"/>
              <a:ext cx="675720" cy="27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FD3745E-E295-ABC1-4228-9163F74A60E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99144" y="5837976"/>
                <a:ext cx="7113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60E333E-BBC6-C0BE-3D26-9C6CF629197F}"/>
                  </a:ext>
                </a:extLst>
              </p14:cNvPr>
              <p14:cNvContentPartPr/>
              <p14:nvPr/>
            </p14:nvContentPartPr>
            <p14:xfrm>
              <a:off x="1891944" y="4561056"/>
              <a:ext cx="670680" cy="41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60E333E-BBC6-C0BE-3D26-9C6CF629197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73944" y="4543416"/>
                <a:ext cx="70632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13290DF-A49C-6794-731A-FCCCE4B91F1E}"/>
              </a:ext>
            </a:extLst>
          </p:cNvPr>
          <p:cNvGrpSpPr/>
          <p:nvPr/>
        </p:nvGrpSpPr>
        <p:grpSpPr>
          <a:xfrm>
            <a:off x="2996064" y="756936"/>
            <a:ext cx="7619760" cy="1739520"/>
            <a:chOff x="2996064" y="756936"/>
            <a:chExt cx="7619760" cy="17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D7128D-F2C2-48D2-864E-D37F2048B65E}"/>
                    </a:ext>
                  </a:extLst>
                </p14:cNvPr>
                <p14:cNvContentPartPr/>
                <p14:nvPr/>
              </p14:nvContentPartPr>
              <p14:xfrm>
                <a:off x="6268104" y="1242936"/>
                <a:ext cx="339840" cy="227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D7128D-F2C2-48D2-864E-D37F2048B6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50104" y="1224936"/>
                  <a:ext cx="375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3F447F-1264-6E8A-C09C-99704C334998}"/>
                    </a:ext>
                  </a:extLst>
                </p14:cNvPr>
                <p14:cNvContentPartPr/>
                <p14:nvPr/>
              </p14:nvContentPartPr>
              <p14:xfrm>
                <a:off x="6501024" y="1336536"/>
                <a:ext cx="188280" cy="205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3F447F-1264-6E8A-C09C-99704C3349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83024" y="1318896"/>
                  <a:ext cx="223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F14747-4B21-B5FB-FCE3-1C46C970083F}"/>
                    </a:ext>
                  </a:extLst>
                </p14:cNvPr>
                <p14:cNvContentPartPr/>
                <p14:nvPr/>
              </p14:nvContentPartPr>
              <p14:xfrm>
                <a:off x="7000704" y="1344096"/>
                <a:ext cx="143640" cy="20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F14747-4B21-B5FB-FCE3-1C46C97008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82704" y="1326096"/>
                  <a:ext cx="179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624806-B642-5E0D-DFD3-B51F87618CCF}"/>
                    </a:ext>
                  </a:extLst>
                </p14:cNvPr>
                <p14:cNvContentPartPr/>
                <p14:nvPr/>
              </p14:nvContentPartPr>
              <p14:xfrm>
                <a:off x="6821064" y="1264176"/>
                <a:ext cx="425160" cy="375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624806-B642-5E0D-DFD3-B51F87618C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03064" y="1246176"/>
                  <a:ext cx="4608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4BD1E7-9232-BB37-2979-D08FF3E44438}"/>
                    </a:ext>
                  </a:extLst>
                </p14:cNvPr>
                <p14:cNvContentPartPr/>
                <p14:nvPr/>
              </p14:nvContentPartPr>
              <p14:xfrm>
                <a:off x="7346664" y="1254816"/>
                <a:ext cx="191880" cy="28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4BD1E7-9232-BB37-2979-D08FF3E444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28664" y="1237176"/>
                  <a:ext cx="227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8A33E90-82CF-E9CD-70A1-3B5B96063EE0}"/>
                    </a:ext>
                  </a:extLst>
                </p14:cNvPr>
                <p14:cNvContentPartPr/>
                <p14:nvPr/>
              </p14:nvContentPartPr>
              <p14:xfrm>
                <a:off x="7498224" y="1439136"/>
                <a:ext cx="111600" cy="79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8A33E90-82CF-E9CD-70A1-3B5B96063EE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80224" y="1421496"/>
                  <a:ext cx="147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7AFE46-4083-EE7F-669B-1316895F846D}"/>
                    </a:ext>
                  </a:extLst>
                </p14:cNvPr>
                <p14:cNvContentPartPr/>
                <p14:nvPr/>
              </p14:nvContentPartPr>
              <p14:xfrm>
                <a:off x="7655904" y="1447056"/>
                <a:ext cx="275400" cy="81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7AFE46-4083-EE7F-669B-1316895F846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37904" y="1429416"/>
                  <a:ext cx="311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EC2E87-0196-3AA9-DAB1-E1B90ECBFC95}"/>
                    </a:ext>
                  </a:extLst>
                </p14:cNvPr>
                <p14:cNvContentPartPr/>
                <p14:nvPr/>
              </p14:nvContentPartPr>
              <p14:xfrm>
                <a:off x="8223264" y="1437336"/>
                <a:ext cx="186480" cy="12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EC2E87-0196-3AA9-DAB1-E1B90ECBFC9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05624" y="1419336"/>
                  <a:ext cx="222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21D5DF-A7C3-147E-3DAD-791AF9828F43}"/>
                    </a:ext>
                  </a:extLst>
                </p14:cNvPr>
                <p14:cNvContentPartPr/>
                <p14:nvPr/>
              </p14:nvContentPartPr>
              <p14:xfrm>
                <a:off x="8442144" y="1425096"/>
                <a:ext cx="538560" cy="10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21D5DF-A7C3-147E-3DAD-791AF9828F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24144" y="1407096"/>
                  <a:ext cx="574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6E6585-26FE-71AC-642B-82D2509F3AFB}"/>
                    </a:ext>
                  </a:extLst>
                </p14:cNvPr>
                <p14:cNvContentPartPr/>
                <p14:nvPr/>
              </p14:nvContentPartPr>
              <p14:xfrm>
                <a:off x="7418664" y="1725696"/>
                <a:ext cx="237960" cy="121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6E6585-26FE-71AC-642B-82D2509F3AF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01024" y="1708056"/>
                  <a:ext cx="273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2320A3E-011C-4839-4EDC-DA454CD3C35E}"/>
                    </a:ext>
                  </a:extLst>
                </p14:cNvPr>
                <p14:cNvContentPartPr/>
                <p14:nvPr/>
              </p14:nvContentPartPr>
              <p14:xfrm>
                <a:off x="7666344" y="1602216"/>
                <a:ext cx="181800" cy="272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2320A3E-011C-4839-4EDC-DA454CD3C3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48344" y="1584216"/>
                  <a:ext cx="217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FF8B80-3438-2327-AE1E-20622CEE82CA}"/>
                    </a:ext>
                  </a:extLst>
                </p14:cNvPr>
                <p14:cNvContentPartPr/>
                <p14:nvPr/>
              </p14:nvContentPartPr>
              <p14:xfrm>
                <a:off x="7918344" y="1741536"/>
                <a:ext cx="687960" cy="12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FF8B80-3438-2327-AE1E-20622CEE82C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00704" y="1723536"/>
                  <a:ext cx="723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0D9F84B-8695-A0C2-8978-29297CA825BD}"/>
                    </a:ext>
                  </a:extLst>
                </p14:cNvPr>
                <p14:cNvContentPartPr/>
                <p14:nvPr/>
              </p14:nvContentPartPr>
              <p14:xfrm>
                <a:off x="8832744" y="1606176"/>
                <a:ext cx="366120" cy="230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0D9F84B-8695-A0C2-8978-29297CA825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14744" y="1588176"/>
                  <a:ext cx="401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1975B4-954A-1B59-1AC7-FA25953653F5}"/>
                    </a:ext>
                  </a:extLst>
                </p14:cNvPr>
                <p14:cNvContentPartPr/>
                <p14:nvPr/>
              </p14:nvContentPartPr>
              <p14:xfrm>
                <a:off x="9139104" y="1642896"/>
                <a:ext cx="39960" cy="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1975B4-954A-1B59-1AC7-FA25953653F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21464" y="1624896"/>
                  <a:ext cx="75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4E8009-0988-01A5-2A88-FE14E4914101}"/>
                    </a:ext>
                  </a:extLst>
                </p14:cNvPr>
                <p14:cNvContentPartPr/>
                <p14:nvPr/>
              </p14:nvContentPartPr>
              <p14:xfrm>
                <a:off x="9217224" y="1571616"/>
                <a:ext cx="117000" cy="38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4E8009-0988-01A5-2A88-FE14E491410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99224" y="1553976"/>
                  <a:ext cx="1526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D8E97F-5CA3-C5F5-BBC6-652086A02B38}"/>
                    </a:ext>
                  </a:extLst>
                </p14:cNvPr>
                <p14:cNvContentPartPr/>
                <p14:nvPr/>
              </p14:nvContentPartPr>
              <p14:xfrm>
                <a:off x="9261504" y="1758456"/>
                <a:ext cx="88560" cy="4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D8E97F-5CA3-C5F5-BBC6-652086A02B3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43504" y="1740456"/>
                  <a:ext cx="124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C48823-CB08-E072-B096-E7D1C99FFA6D}"/>
                    </a:ext>
                  </a:extLst>
                </p14:cNvPr>
                <p14:cNvContentPartPr/>
                <p14:nvPr/>
              </p14:nvContentPartPr>
              <p14:xfrm>
                <a:off x="9375264" y="1577736"/>
                <a:ext cx="132840" cy="390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C48823-CB08-E072-B096-E7D1C99FFA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57264" y="1559736"/>
                  <a:ext cx="1684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1C9490-A87C-E404-C4BC-F68D975701EA}"/>
                    </a:ext>
                  </a:extLst>
                </p14:cNvPr>
                <p14:cNvContentPartPr/>
                <p14:nvPr/>
              </p14:nvContentPartPr>
              <p14:xfrm>
                <a:off x="9390744" y="1765296"/>
                <a:ext cx="126000" cy="3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1C9490-A87C-E404-C4BC-F68D975701E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72744" y="1747656"/>
                  <a:ext cx="161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F475EB2-3629-0CBE-2489-19E5D0E67261}"/>
                    </a:ext>
                  </a:extLst>
                </p14:cNvPr>
                <p14:cNvContentPartPr/>
                <p14:nvPr/>
              </p14:nvContentPartPr>
              <p14:xfrm>
                <a:off x="9540504" y="1719576"/>
                <a:ext cx="124200" cy="111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F475EB2-3629-0CBE-2489-19E5D0E6726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22504" y="1701576"/>
                  <a:ext cx="159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95ADC7C-BB27-BD37-BEF6-345F46EB1A91}"/>
                    </a:ext>
                  </a:extLst>
                </p14:cNvPr>
                <p14:cNvContentPartPr/>
                <p14:nvPr/>
              </p14:nvContentPartPr>
              <p14:xfrm>
                <a:off x="9694224" y="1703376"/>
                <a:ext cx="160200" cy="119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95ADC7C-BB27-BD37-BEF6-345F46EB1A9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76224" y="1685376"/>
                  <a:ext cx="195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235EEB-4338-152A-36AA-D9549CB5E091}"/>
                    </a:ext>
                  </a:extLst>
                </p14:cNvPr>
                <p14:cNvContentPartPr/>
                <p14:nvPr/>
              </p14:nvContentPartPr>
              <p14:xfrm>
                <a:off x="9926064" y="1566216"/>
                <a:ext cx="602640" cy="249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235EEB-4338-152A-36AA-D9549CB5E09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08424" y="1548576"/>
                  <a:ext cx="6382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9DADAD-7745-6F40-381E-DF474587CDDB}"/>
                    </a:ext>
                  </a:extLst>
                </p14:cNvPr>
                <p14:cNvContentPartPr/>
                <p14:nvPr/>
              </p14:nvContentPartPr>
              <p14:xfrm>
                <a:off x="10343664" y="1655136"/>
                <a:ext cx="151560" cy="23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9DADAD-7745-6F40-381E-DF474587CDD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26024" y="1637496"/>
                  <a:ext cx="187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DA4989-4F5F-7752-D636-55AB9D0CBAB4}"/>
                    </a:ext>
                  </a:extLst>
                </p14:cNvPr>
                <p14:cNvContentPartPr/>
                <p14:nvPr/>
              </p14:nvContentPartPr>
              <p14:xfrm>
                <a:off x="7767864" y="2046456"/>
                <a:ext cx="194040" cy="11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DA4989-4F5F-7752-D636-55AB9D0CBA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49864" y="2028456"/>
                  <a:ext cx="229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8684FCA-28BA-E50F-7A85-F5FA7C614F89}"/>
                    </a:ext>
                  </a:extLst>
                </p14:cNvPr>
                <p14:cNvContentPartPr/>
                <p14:nvPr/>
              </p14:nvContentPartPr>
              <p14:xfrm>
                <a:off x="8010504" y="2054736"/>
                <a:ext cx="241920" cy="248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684FCA-28BA-E50F-7A85-F5FA7C614F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92504" y="2036736"/>
                  <a:ext cx="277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D950EF-0F9B-AA1F-B6AC-F9BC532DF4EF}"/>
                    </a:ext>
                  </a:extLst>
                </p14:cNvPr>
                <p14:cNvContentPartPr/>
                <p14:nvPr/>
              </p14:nvContentPartPr>
              <p14:xfrm>
                <a:off x="8184024" y="2064456"/>
                <a:ext cx="238320" cy="241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D950EF-0F9B-AA1F-B6AC-F9BC532DF4E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66384" y="2046816"/>
                  <a:ext cx="273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07A43B-7310-0FC3-7DF8-8DCC21542259}"/>
                    </a:ext>
                  </a:extLst>
                </p14:cNvPr>
                <p14:cNvContentPartPr/>
                <p14:nvPr/>
              </p14:nvContentPartPr>
              <p14:xfrm>
                <a:off x="8477424" y="2124576"/>
                <a:ext cx="6480" cy="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07A43B-7310-0FC3-7DF8-8DCC2154225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59424" y="2106576"/>
                  <a:ext cx="42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7E98CFD-B890-328B-8F5A-DAF3CB2CDEFF}"/>
                    </a:ext>
                  </a:extLst>
                </p14:cNvPr>
                <p14:cNvContentPartPr/>
                <p14:nvPr/>
              </p14:nvContentPartPr>
              <p14:xfrm>
                <a:off x="8694864" y="2072376"/>
                <a:ext cx="279000" cy="65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7E98CFD-B890-328B-8F5A-DAF3CB2CDEF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77224" y="2054376"/>
                  <a:ext cx="314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C3F5BB7-8FC3-A9C5-C6BF-A103C324A17B}"/>
                    </a:ext>
                  </a:extLst>
                </p14:cNvPr>
                <p14:cNvContentPartPr/>
                <p14:nvPr/>
              </p14:nvContentPartPr>
              <p14:xfrm>
                <a:off x="9107784" y="2001456"/>
                <a:ext cx="266040" cy="153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C3F5BB7-8FC3-A9C5-C6BF-A103C324A17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89784" y="1983816"/>
                  <a:ext cx="301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502643-FFB2-C767-C112-1361DA5D4768}"/>
                    </a:ext>
                  </a:extLst>
                </p14:cNvPr>
                <p14:cNvContentPartPr/>
                <p14:nvPr/>
              </p14:nvContentPartPr>
              <p14:xfrm>
                <a:off x="9432504" y="2038176"/>
                <a:ext cx="144360" cy="121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502643-FFB2-C767-C112-1361DA5D476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14864" y="2020536"/>
                  <a:ext cx="180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0A3625-B52A-2FCA-BCA8-E57926E49D77}"/>
                    </a:ext>
                  </a:extLst>
                </p14:cNvPr>
                <p14:cNvContentPartPr/>
                <p14:nvPr/>
              </p14:nvContentPartPr>
              <p14:xfrm>
                <a:off x="9564264" y="2049696"/>
                <a:ext cx="277200" cy="103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0A3625-B52A-2FCA-BCA8-E57926E49D7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46264" y="2032056"/>
                  <a:ext cx="312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337156-F410-84C0-A58C-DA666482F437}"/>
                    </a:ext>
                  </a:extLst>
                </p14:cNvPr>
                <p14:cNvContentPartPr/>
                <p14:nvPr/>
              </p14:nvContentPartPr>
              <p14:xfrm>
                <a:off x="9901584" y="2194776"/>
                <a:ext cx="91080" cy="5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337156-F410-84C0-A58C-DA666482F43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883584" y="2176776"/>
                  <a:ext cx="126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8A7E72-8139-E0E9-C6A6-168882A002C5}"/>
                    </a:ext>
                  </a:extLst>
                </p14:cNvPr>
                <p14:cNvContentPartPr/>
                <p14:nvPr/>
              </p14:nvContentPartPr>
              <p14:xfrm>
                <a:off x="9058104" y="2308896"/>
                <a:ext cx="426960" cy="136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8A7E72-8139-E0E9-C6A6-168882A002C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40104" y="2290896"/>
                  <a:ext cx="462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12D631-D1FC-E80C-5F5A-E5BC662431E3}"/>
                    </a:ext>
                  </a:extLst>
                </p14:cNvPr>
                <p14:cNvContentPartPr/>
                <p14:nvPr/>
              </p14:nvContentPartPr>
              <p14:xfrm>
                <a:off x="9549144" y="2328696"/>
                <a:ext cx="151200" cy="60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12D631-D1FC-E80C-5F5A-E5BC662431E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31504" y="2310696"/>
                  <a:ext cx="186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6E972F-1869-F4A4-9E9E-B1BEFCF3D131}"/>
                    </a:ext>
                  </a:extLst>
                </p14:cNvPr>
                <p14:cNvContentPartPr/>
                <p14:nvPr/>
              </p14:nvContentPartPr>
              <p14:xfrm>
                <a:off x="9771984" y="2301696"/>
                <a:ext cx="143640" cy="89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6E972F-1869-F4A4-9E9E-B1BEFCF3D13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53984" y="2283696"/>
                  <a:ext cx="179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21FEA5-A74B-1C6F-C36E-B0EC4C0FB664}"/>
                    </a:ext>
                  </a:extLst>
                </p14:cNvPr>
                <p14:cNvContentPartPr/>
                <p14:nvPr/>
              </p14:nvContentPartPr>
              <p14:xfrm>
                <a:off x="9736704" y="2312856"/>
                <a:ext cx="196920" cy="119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21FEA5-A74B-1C6F-C36E-B0EC4C0FB6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18704" y="2295216"/>
                  <a:ext cx="232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FBA28A-D16B-0015-43FF-2242D1D7B9F4}"/>
                    </a:ext>
                  </a:extLst>
                </p14:cNvPr>
                <p14:cNvContentPartPr/>
                <p14:nvPr/>
              </p14:nvContentPartPr>
              <p14:xfrm>
                <a:off x="9903384" y="2397456"/>
                <a:ext cx="96840" cy="99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FBA28A-D16B-0015-43FF-2242D1D7B9F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85744" y="2379456"/>
                  <a:ext cx="132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1966490-FD26-F47A-6052-622AF6281A81}"/>
                    </a:ext>
                  </a:extLst>
                </p14:cNvPr>
                <p14:cNvContentPartPr/>
                <p14:nvPr/>
              </p14:nvContentPartPr>
              <p14:xfrm>
                <a:off x="10052424" y="2343456"/>
                <a:ext cx="102240" cy="10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1966490-FD26-F47A-6052-622AF6281A8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34424" y="2325816"/>
                  <a:ext cx="137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7F8965E-61AC-C24E-FB4C-80B771035F4B}"/>
                    </a:ext>
                  </a:extLst>
                </p14:cNvPr>
                <p14:cNvContentPartPr/>
                <p14:nvPr/>
              </p14:nvContentPartPr>
              <p14:xfrm>
                <a:off x="10245384" y="2204136"/>
                <a:ext cx="59040" cy="238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7F8965E-61AC-C24E-FB4C-80B771035F4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27744" y="2186496"/>
                  <a:ext cx="94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E21CD2-6D18-CE5C-9CA2-653D477FF2C3}"/>
                    </a:ext>
                  </a:extLst>
                </p14:cNvPr>
                <p14:cNvContentPartPr/>
                <p14:nvPr/>
              </p14:nvContentPartPr>
              <p14:xfrm>
                <a:off x="10174464" y="2336976"/>
                <a:ext cx="155880" cy="25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E21CD2-6D18-CE5C-9CA2-653D477FF2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56824" y="2319336"/>
                  <a:ext cx="191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3CB134-4D95-02AA-C3FC-90C1A4BF4F51}"/>
                    </a:ext>
                  </a:extLst>
                </p14:cNvPr>
                <p14:cNvContentPartPr/>
                <p14:nvPr/>
              </p14:nvContentPartPr>
              <p14:xfrm>
                <a:off x="10419984" y="2322936"/>
                <a:ext cx="135360" cy="135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3CB134-4D95-02AA-C3FC-90C1A4BF4F5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02344" y="2304936"/>
                  <a:ext cx="171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B61F65D-82C5-F7A2-97C7-796028CC5F04}"/>
                    </a:ext>
                  </a:extLst>
                </p14:cNvPr>
                <p14:cNvContentPartPr/>
                <p14:nvPr/>
              </p14:nvContentPartPr>
              <p14:xfrm>
                <a:off x="10103904" y="2375136"/>
                <a:ext cx="66600" cy="55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B61F65D-82C5-F7A2-97C7-796028CC5F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85904" y="2357496"/>
                  <a:ext cx="102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70E3E30-0F1C-52D3-63C6-2A1FE8FBEE5B}"/>
                    </a:ext>
                  </a:extLst>
                </p14:cNvPr>
                <p14:cNvContentPartPr/>
                <p14:nvPr/>
              </p14:nvContentPartPr>
              <p14:xfrm>
                <a:off x="10596744" y="2452536"/>
                <a:ext cx="19080" cy="6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70E3E30-0F1C-52D3-63C6-2A1FE8FBEE5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78744" y="2434536"/>
                  <a:ext cx="54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B17D14-6BF6-A312-2E43-1EE49D6CAB43}"/>
                    </a:ext>
                  </a:extLst>
                </p14:cNvPr>
                <p14:cNvContentPartPr/>
                <p14:nvPr/>
              </p14:nvContentPartPr>
              <p14:xfrm>
                <a:off x="4080024" y="795816"/>
                <a:ext cx="397800" cy="315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B17D14-6BF6-A312-2E43-1EE49D6CAB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62384" y="777816"/>
                  <a:ext cx="433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398D1A1-B88D-917A-0FD2-1E788E404D60}"/>
                    </a:ext>
                  </a:extLst>
                </p14:cNvPr>
                <p14:cNvContentPartPr/>
                <p14:nvPr/>
              </p14:nvContentPartPr>
              <p14:xfrm>
                <a:off x="3340944" y="976176"/>
                <a:ext cx="150480" cy="164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398D1A1-B88D-917A-0FD2-1E788E404D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22944" y="958176"/>
                  <a:ext cx="186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E5AF3A8-25A7-E661-9A91-D01B45C31F14}"/>
                    </a:ext>
                  </a:extLst>
                </p14:cNvPr>
                <p14:cNvContentPartPr/>
                <p14:nvPr/>
              </p14:nvContentPartPr>
              <p14:xfrm>
                <a:off x="3412584" y="927216"/>
                <a:ext cx="69840" cy="33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E5AF3A8-25A7-E661-9A91-D01B45C31F1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94584" y="909576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F9EE134-532A-F380-FDCA-E1FEA86E2959}"/>
                    </a:ext>
                  </a:extLst>
                </p14:cNvPr>
                <p14:cNvContentPartPr/>
                <p14:nvPr/>
              </p14:nvContentPartPr>
              <p14:xfrm>
                <a:off x="3208824" y="872136"/>
                <a:ext cx="372600" cy="334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F9EE134-532A-F380-FDCA-E1FEA86E295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91184" y="854136"/>
                  <a:ext cx="4082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B8BC80-54A9-CCAE-704A-EE5FF4388831}"/>
                    </a:ext>
                  </a:extLst>
                </p14:cNvPr>
                <p14:cNvContentPartPr/>
                <p14:nvPr/>
              </p14:nvContentPartPr>
              <p14:xfrm>
                <a:off x="3662064" y="1027656"/>
                <a:ext cx="395280" cy="45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B8BC80-54A9-CCAE-704A-EE5FF43888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44424" y="1009656"/>
                  <a:ext cx="430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66B5F9-BDE7-B3B5-11C2-B064DAB5B7D9}"/>
                    </a:ext>
                  </a:extLst>
                </p14:cNvPr>
                <p14:cNvContentPartPr/>
                <p14:nvPr/>
              </p14:nvContentPartPr>
              <p14:xfrm>
                <a:off x="3599064" y="999936"/>
                <a:ext cx="221400" cy="155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66B5F9-BDE7-B3B5-11C2-B064DAB5B7D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81424" y="982296"/>
                  <a:ext cx="257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0B0B43B-1AD4-F295-F74A-5FDD9E2EEAEC}"/>
                    </a:ext>
                  </a:extLst>
                </p14:cNvPr>
                <p14:cNvContentPartPr/>
                <p14:nvPr/>
              </p14:nvContentPartPr>
              <p14:xfrm>
                <a:off x="2996064" y="1182456"/>
                <a:ext cx="240120" cy="48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0B0B43B-1AD4-F295-F74A-5FDD9E2EEA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978424" y="1164456"/>
                  <a:ext cx="275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4981888-0D21-372A-6872-450A9E14E78E}"/>
                    </a:ext>
                  </a:extLst>
                </p14:cNvPr>
                <p14:cNvContentPartPr/>
                <p14:nvPr/>
              </p14:nvContentPartPr>
              <p14:xfrm>
                <a:off x="3120264" y="1209096"/>
                <a:ext cx="51480" cy="143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4981888-0D21-372A-6872-450A9E14E78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102624" y="1191096"/>
                  <a:ext cx="87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70FA0C-F696-E4D7-6F4A-BD3E0FCCFEC4}"/>
                    </a:ext>
                  </a:extLst>
                </p14:cNvPr>
                <p14:cNvContentPartPr/>
                <p14:nvPr/>
              </p14:nvContentPartPr>
              <p14:xfrm>
                <a:off x="3223944" y="1237536"/>
                <a:ext cx="126720" cy="108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70FA0C-F696-E4D7-6F4A-BD3E0FCCFEC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05944" y="1219536"/>
                  <a:ext cx="162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4B6BD25-38FA-F648-700E-417C5E00A203}"/>
                    </a:ext>
                  </a:extLst>
                </p14:cNvPr>
                <p14:cNvContentPartPr/>
                <p14:nvPr/>
              </p14:nvContentPartPr>
              <p14:xfrm>
                <a:off x="3423384" y="1249416"/>
                <a:ext cx="150480" cy="6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4B6BD25-38FA-F648-700E-417C5E00A20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405384" y="1231776"/>
                  <a:ext cx="186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435B57-F411-D63B-DABF-DF147A62335F}"/>
                    </a:ext>
                  </a:extLst>
                </p14:cNvPr>
                <p14:cNvContentPartPr/>
                <p14:nvPr/>
              </p14:nvContentPartPr>
              <p14:xfrm>
                <a:off x="3612744" y="1210896"/>
                <a:ext cx="103320" cy="79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435B57-F411-D63B-DABF-DF147A62335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95104" y="1192896"/>
                  <a:ext cx="138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04100BA-0B38-8EE3-1941-B6F9DBCDC034}"/>
                    </a:ext>
                  </a:extLst>
                </p14:cNvPr>
                <p14:cNvContentPartPr/>
                <p14:nvPr/>
              </p14:nvContentPartPr>
              <p14:xfrm>
                <a:off x="3773664" y="1181736"/>
                <a:ext cx="100440" cy="101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04100BA-0B38-8EE3-1941-B6F9DBCDC0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755664" y="1163736"/>
                  <a:ext cx="136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742B093-B252-E79B-436B-64043D2AA35C}"/>
                    </a:ext>
                  </a:extLst>
                </p14:cNvPr>
                <p14:cNvContentPartPr/>
                <p14:nvPr/>
              </p14:nvContentPartPr>
              <p14:xfrm>
                <a:off x="3920544" y="1111176"/>
                <a:ext cx="131040" cy="196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742B093-B252-E79B-436B-64043D2AA35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02544" y="1093176"/>
                  <a:ext cx="1666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CC859F5-DBBD-26FD-5CC7-9715D7130FD1}"/>
                    </a:ext>
                  </a:extLst>
                </p14:cNvPr>
                <p14:cNvContentPartPr/>
                <p14:nvPr/>
              </p14:nvContentPartPr>
              <p14:xfrm>
                <a:off x="4106664" y="1129896"/>
                <a:ext cx="105480" cy="65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CC859F5-DBBD-26FD-5CC7-9715D7130F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088664" y="1111896"/>
                  <a:ext cx="141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85908E-78F3-93A8-AB33-C5A950DB1DCA}"/>
                    </a:ext>
                  </a:extLst>
                </p14:cNvPr>
                <p14:cNvContentPartPr/>
                <p14:nvPr/>
              </p14:nvContentPartPr>
              <p14:xfrm>
                <a:off x="4239144" y="1081296"/>
                <a:ext cx="440640" cy="120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85908E-78F3-93A8-AB33-C5A950DB1DC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21144" y="1063656"/>
                  <a:ext cx="47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DB1503D-8A9A-0FEA-D3AA-C177F9312EE3}"/>
                    </a:ext>
                  </a:extLst>
                </p14:cNvPr>
                <p14:cNvContentPartPr/>
                <p14:nvPr/>
              </p14:nvContentPartPr>
              <p14:xfrm>
                <a:off x="4413744" y="790056"/>
                <a:ext cx="523800" cy="265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DB1503D-8A9A-0FEA-D3AA-C177F9312EE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95744" y="772416"/>
                  <a:ext cx="559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891473-8D00-0704-279B-8FF988FD4AB0}"/>
                    </a:ext>
                  </a:extLst>
                </p14:cNvPr>
                <p14:cNvContentPartPr/>
                <p14:nvPr/>
              </p14:nvContentPartPr>
              <p14:xfrm>
                <a:off x="5019984" y="866736"/>
                <a:ext cx="442080" cy="95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891473-8D00-0704-279B-8FF988FD4AB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001984" y="849096"/>
                  <a:ext cx="47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E7023C0-8405-3D35-D249-B0BA7DCDF52E}"/>
                    </a:ext>
                  </a:extLst>
                </p14:cNvPr>
                <p14:cNvContentPartPr/>
                <p14:nvPr/>
              </p14:nvContentPartPr>
              <p14:xfrm>
                <a:off x="5631624" y="756936"/>
                <a:ext cx="230040" cy="207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E7023C0-8405-3D35-D249-B0BA7DCDF52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13624" y="739296"/>
                  <a:ext cx="265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F440A6D-95CD-4CB9-E338-98C27CDD55EA}"/>
                    </a:ext>
                  </a:extLst>
                </p14:cNvPr>
                <p14:cNvContentPartPr/>
                <p14:nvPr/>
              </p14:nvContentPartPr>
              <p14:xfrm>
                <a:off x="5680944" y="874656"/>
                <a:ext cx="154080" cy="48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F440A6D-95CD-4CB9-E338-98C27CDD55E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662944" y="857016"/>
                  <a:ext cx="189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F518A1-F7C8-445B-5451-16ADCBCCAB47}"/>
                    </a:ext>
                  </a:extLst>
                </p14:cNvPr>
                <p14:cNvContentPartPr/>
                <p14:nvPr/>
              </p14:nvContentPartPr>
              <p14:xfrm>
                <a:off x="5917104" y="836856"/>
                <a:ext cx="169200" cy="144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F518A1-F7C8-445B-5451-16ADCBCCAB4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899464" y="819216"/>
                  <a:ext cx="204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9F0DBD-8147-1492-97E0-5C1B3E962D75}"/>
                    </a:ext>
                  </a:extLst>
                </p14:cNvPr>
                <p14:cNvContentPartPr/>
                <p14:nvPr/>
              </p14:nvContentPartPr>
              <p14:xfrm>
                <a:off x="6178104" y="851256"/>
                <a:ext cx="165240" cy="97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9F0DBD-8147-1492-97E0-5C1B3E962D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60104" y="833616"/>
                  <a:ext cx="200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FC4416D-6382-C476-8C84-780486C1F897}"/>
                    </a:ext>
                  </a:extLst>
                </p14:cNvPr>
                <p14:cNvContentPartPr/>
                <p14:nvPr/>
              </p14:nvContentPartPr>
              <p14:xfrm>
                <a:off x="6328224" y="851256"/>
                <a:ext cx="315000" cy="11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FC4416D-6382-C476-8C84-780486C1F8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310584" y="833616"/>
                  <a:ext cx="350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7724091-A37F-F0CB-FDD3-1DEC1BE9D29B}"/>
                    </a:ext>
                  </a:extLst>
                </p14:cNvPr>
                <p14:cNvContentPartPr/>
                <p14:nvPr/>
              </p14:nvContentPartPr>
              <p14:xfrm>
                <a:off x="6670224" y="770616"/>
                <a:ext cx="379080" cy="222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7724091-A37F-F0CB-FDD3-1DEC1BE9D29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52584" y="752976"/>
                  <a:ext cx="414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3BA6A5-328D-65CD-F9A5-112E68DA3890}"/>
                    </a:ext>
                  </a:extLst>
                </p14:cNvPr>
                <p14:cNvContentPartPr/>
                <p14:nvPr/>
              </p14:nvContentPartPr>
              <p14:xfrm>
                <a:off x="6951024" y="800136"/>
                <a:ext cx="33120" cy="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3BA6A5-328D-65CD-F9A5-112E68DA389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933384" y="782136"/>
                  <a:ext cx="68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158EA0D-DA14-C948-C6FB-E7B8BED2E6A7}"/>
                    </a:ext>
                  </a:extLst>
                </p14:cNvPr>
                <p14:cNvContentPartPr/>
                <p14:nvPr/>
              </p14:nvContentPartPr>
              <p14:xfrm>
                <a:off x="7114464" y="858816"/>
                <a:ext cx="142200" cy="105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158EA0D-DA14-C948-C6FB-E7B8BED2E6A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096464" y="840816"/>
                  <a:ext cx="177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490B6D-8939-58A5-A849-56B463B1E343}"/>
                    </a:ext>
                  </a:extLst>
                </p14:cNvPr>
                <p14:cNvContentPartPr/>
                <p14:nvPr/>
              </p14:nvContentPartPr>
              <p14:xfrm>
                <a:off x="7331184" y="864216"/>
                <a:ext cx="196560" cy="283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490B6D-8939-58A5-A849-56B463B1E34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13184" y="846216"/>
                  <a:ext cx="232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4F7DED-D04D-8500-E54C-A2AFD95552A6}"/>
                    </a:ext>
                  </a:extLst>
                </p14:cNvPr>
                <p14:cNvContentPartPr/>
                <p14:nvPr/>
              </p14:nvContentPartPr>
              <p14:xfrm>
                <a:off x="7452864" y="780696"/>
                <a:ext cx="291240" cy="305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4F7DED-D04D-8500-E54C-A2AFD95552A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434864" y="762696"/>
                  <a:ext cx="326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6C2BF7-9834-8CFD-5A70-4AB45AE304D1}"/>
                    </a:ext>
                  </a:extLst>
                </p14:cNvPr>
                <p14:cNvContentPartPr/>
                <p14:nvPr/>
              </p14:nvContentPartPr>
              <p14:xfrm>
                <a:off x="7878384" y="845136"/>
                <a:ext cx="268560" cy="184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6C2BF7-9834-8CFD-5A70-4AB45AE304D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60744" y="827496"/>
                  <a:ext cx="304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C8E778B-1E1F-D999-34EE-099941FBB617}"/>
                    </a:ext>
                  </a:extLst>
                </p14:cNvPr>
                <p14:cNvContentPartPr/>
                <p14:nvPr/>
              </p14:nvContentPartPr>
              <p14:xfrm>
                <a:off x="8282304" y="899856"/>
                <a:ext cx="142200" cy="127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C8E778B-1E1F-D999-34EE-099941FBB61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64664" y="882216"/>
                  <a:ext cx="177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B0C987-6371-172C-C02A-5EC9C4B9F2C1}"/>
                    </a:ext>
                  </a:extLst>
                </p14:cNvPr>
                <p14:cNvContentPartPr/>
                <p14:nvPr/>
              </p14:nvContentPartPr>
              <p14:xfrm>
                <a:off x="8581464" y="867456"/>
                <a:ext cx="165240" cy="162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B0C987-6371-172C-C02A-5EC9C4B9F2C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63824" y="849816"/>
                  <a:ext cx="200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18437DD-3D8C-D107-B59E-20D850F89DC4}"/>
                    </a:ext>
                  </a:extLst>
                </p14:cNvPr>
                <p14:cNvContentPartPr/>
                <p14:nvPr/>
              </p14:nvContentPartPr>
              <p14:xfrm>
                <a:off x="8857224" y="902736"/>
                <a:ext cx="181800" cy="132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18437DD-3D8C-D107-B59E-20D850F89DC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839224" y="885096"/>
                  <a:ext cx="217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9F326B-DDC3-16D4-12C2-7C3F1BC1D285}"/>
                    </a:ext>
                  </a:extLst>
                </p14:cNvPr>
                <p14:cNvContentPartPr/>
                <p14:nvPr/>
              </p14:nvContentPartPr>
              <p14:xfrm>
                <a:off x="9261504" y="969696"/>
                <a:ext cx="720" cy="4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9F326B-DDC3-16D4-12C2-7C3F1BC1D28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43864" y="952056"/>
                  <a:ext cx="36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60B4B83-DE1E-79DC-E9DB-1FF84266AEEA}"/>
                    </a:ext>
                  </a:extLst>
                </p14:cNvPr>
                <p14:cNvContentPartPr/>
                <p14:nvPr/>
              </p14:nvContentPartPr>
              <p14:xfrm>
                <a:off x="5139504" y="768096"/>
                <a:ext cx="132120" cy="168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60B4B83-DE1E-79DC-E9DB-1FF84266AEE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21864" y="750456"/>
                  <a:ext cx="167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E77AE4D-08B4-2B6A-CE9C-978317617B56}"/>
                    </a:ext>
                  </a:extLst>
                </p14:cNvPr>
                <p14:cNvContentPartPr/>
                <p14:nvPr/>
              </p14:nvContentPartPr>
              <p14:xfrm>
                <a:off x="5063904" y="760896"/>
                <a:ext cx="367920" cy="230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E77AE4D-08B4-2B6A-CE9C-978317617B5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045904" y="743256"/>
                  <a:ext cx="403560" cy="26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5031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6C46-C8C6-C37F-9BE4-999F2688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>
            <a:extLst>
              <a:ext uri="{FF2B5EF4-FFF2-40B4-BE49-F238E27FC236}">
                <a16:creationId xmlns:a16="http://schemas.microsoft.com/office/drawing/2014/main" id="{8443F053-777A-8B6B-6A27-8ADE8E98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46" y="664919"/>
            <a:ext cx="11222115" cy="5670793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6694836-8041-DBB2-85DF-CD2AD1F37540}"/>
              </a:ext>
            </a:extLst>
          </p:cNvPr>
          <p:cNvGrpSpPr/>
          <p:nvPr/>
        </p:nvGrpSpPr>
        <p:grpSpPr>
          <a:xfrm>
            <a:off x="5996664" y="838656"/>
            <a:ext cx="767520" cy="569160"/>
            <a:chOff x="5996664" y="838656"/>
            <a:chExt cx="767520" cy="56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680045-22E8-8D31-F09A-005D00B215F3}"/>
                    </a:ext>
                  </a:extLst>
                </p14:cNvPr>
                <p14:cNvContentPartPr/>
                <p14:nvPr/>
              </p14:nvContentPartPr>
              <p14:xfrm>
                <a:off x="5996664" y="838656"/>
                <a:ext cx="722520" cy="29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680045-22E8-8D31-F09A-005D00B215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78664" y="820656"/>
                  <a:ext cx="7581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536DB2-D78C-1369-509E-25F195886D8F}"/>
                    </a:ext>
                  </a:extLst>
                </p14:cNvPr>
                <p14:cNvContentPartPr/>
                <p14:nvPr/>
              </p14:nvContentPartPr>
              <p14:xfrm>
                <a:off x="6589584" y="1197576"/>
                <a:ext cx="11520" cy="141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536DB2-D78C-1369-509E-25F195886D8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71944" y="1179576"/>
                  <a:ext cx="47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9A4435C-363A-41D4-2CAA-DD9C2A385AF3}"/>
                    </a:ext>
                  </a:extLst>
                </p14:cNvPr>
                <p14:cNvContentPartPr/>
                <p14:nvPr/>
              </p14:nvContentPartPr>
              <p14:xfrm>
                <a:off x="6421104" y="1146816"/>
                <a:ext cx="343080" cy="261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9A4435C-363A-41D4-2CAA-DD9C2A385A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3104" y="1129176"/>
                  <a:ext cx="37872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127F504-B3E9-01C6-541F-D474360591DC}"/>
              </a:ext>
            </a:extLst>
          </p:cNvPr>
          <p:cNvGrpSpPr/>
          <p:nvPr/>
        </p:nvGrpSpPr>
        <p:grpSpPr>
          <a:xfrm>
            <a:off x="7138944" y="818496"/>
            <a:ext cx="3556080" cy="757800"/>
            <a:chOff x="7138944" y="818496"/>
            <a:chExt cx="3556080" cy="7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199345-F72F-8261-38BA-34F1A31086C3}"/>
                    </a:ext>
                  </a:extLst>
                </p14:cNvPr>
                <p14:cNvContentPartPr/>
                <p14:nvPr/>
              </p14:nvContentPartPr>
              <p14:xfrm>
                <a:off x="7138944" y="818496"/>
                <a:ext cx="317880" cy="268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199345-F72F-8261-38BA-34F1A31086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21304" y="800496"/>
                  <a:ext cx="353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A4ABAC-19F2-99CD-F5B1-5AFE91989A93}"/>
                    </a:ext>
                  </a:extLst>
                </p14:cNvPr>
                <p14:cNvContentPartPr/>
                <p14:nvPr/>
              </p14:nvContentPartPr>
              <p14:xfrm>
                <a:off x="7455744" y="1070496"/>
                <a:ext cx="271800" cy="144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A4ABAC-19F2-99CD-F5B1-5AFE91989A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38104" y="1052856"/>
                  <a:ext cx="307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9C5D3B-1E4F-7D8E-FC0B-BD3BDEC8229E}"/>
                    </a:ext>
                  </a:extLst>
                </p14:cNvPr>
                <p14:cNvContentPartPr/>
                <p14:nvPr/>
              </p14:nvContentPartPr>
              <p14:xfrm>
                <a:off x="7849584" y="1158696"/>
                <a:ext cx="194040" cy="11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9C5D3B-1E4F-7D8E-FC0B-BD3BDEC822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31944" y="1141056"/>
                  <a:ext cx="229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D0A990-36F9-CA31-3DCF-E973ED3E9EBE}"/>
                    </a:ext>
                  </a:extLst>
                </p14:cNvPr>
                <p14:cNvContentPartPr/>
                <p14:nvPr/>
              </p14:nvContentPartPr>
              <p14:xfrm>
                <a:off x="7771104" y="1069056"/>
                <a:ext cx="402480" cy="262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D0A990-36F9-CA31-3DCF-E973ED3E9E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53464" y="1051056"/>
                  <a:ext cx="438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AA0C766-0E7F-C70B-42C8-BC7777EA60A7}"/>
                    </a:ext>
                  </a:extLst>
                </p14:cNvPr>
                <p14:cNvContentPartPr/>
                <p14:nvPr/>
              </p14:nvContentPartPr>
              <p14:xfrm>
                <a:off x="7626384" y="1118016"/>
                <a:ext cx="139320" cy="165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AA0C766-0E7F-C70B-42C8-BC7777EA60A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08744" y="1100016"/>
                  <a:ext cx="174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9FA845-4ABF-069D-82C0-2EE6F8158E8C}"/>
                    </a:ext>
                  </a:extLst>
                </p14:cNvPr>
                <p14:cNvContentPartPr/>
                <p14:nvPr/>
              </p14:nvContentPartPr>
              <p14:xfrm>
                <a:off x="8366904" y="1091376"/>
                <a:ext cx="148680" cy="261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9FA845-4ABF-069D-82C0-2EE6F8158E8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9264" y="1073736"/>
                  <a:ext cx="184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2A4AD0-1702-4894-7A42-48B8E7C3DBA5}"/>
                    </a:ext>
                  </a:extLst>
                </p14:cNvPr>
                <p14:cNvContentPartPr/>
                <p14:nvPr/>
              </p14:nvContentPartPr>
              <p14:xfrm>
                <a:off x="8542584" y="1080216"/>
                <a:ext cx="125280" cy="146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2A4AD0-1702-4894-7A42-48B8E7C3DB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24584" y="1062576"/>
                  <a:ext cx="160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805783D-D407-F4B2-E4A3-76E18238F03F}"/>
                    </a:ext>
                  </a:extLst>
                </p14:cNvPr>
                <p14:cNvContentPartPr/>
                <p14:nvPr/>
              </p14:nvContentPartPr>
              <p14:xfrm>
                <a:off x="8771904" y="1125216"/>
                <a:ext cx="136440" cy="11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805783D-D407-F4B2-E4A3-76E18238F0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54264" y="1107576"/>
                  <a:ext cx="172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0F4C398-7C5C-8D33-C3D7-C1F96D716663}"/>
                    </a:ext>
                  </a:extLst>
                </p14:cNvPr>
                <p14:cNvContentPartPr/>
                <p14:nvPr/>
              </p14:nvContentPartPr>
              <p14:xfrm>
                <a:off x="8944704" y="1129896"/>
                <a:ext cx="176040" cy="128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0F4C398-7C5C-8D33-C3D7-C1F96D7166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27064" y="1112256"/>
                  <a:ext cx="211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2CB7DC9-59BE-3B17-61E4-A9B2DDFC7D59}"/>
                    </a:ext>
                  </a:extLst>
                </p14:cNvPr>
                <p14:cNvContentPartPr/>
                <p14:nvPr/>
              </p14:nvContentPartPr>
              <p14:xfrm>
                <a:off x="9115704" y="1138536"/>
                <a:ext cx="460080" cy="123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2CB7DC9-59BE-3B17-61E4-A9B2DDFC7D5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098064" y="1120536"/>
                  <a:ext cx="495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67DD645-150E-0A68-A2F1-F6E5FF4B5146}"/>
                    </a:ext>
                  </a:extLst>
                </p14:cNvPr>
                <p14:cNvContentPartPr/>
                <p14:nvPr/>
              </p14:nvContentPartPr>
              <p14:xfrm>
                <a:off x="9560304" y="999216"/>
                <a:ext cx="218160" cy="241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67DD645-150E-0A68-A2F1-F6E5FF4B51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42304" y="981576"/>
                  <a:ext cx="253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3C1DB0-7D05-F084-1D0B-68B095A1893D}"/>
                    </a:ext>
                  </a:extLst>
                </p14:cNvPr>
                <p14:cNvContentPartPr/>
                <p14:nvPr/>
              </p14:nvContentPartPr>
              <p14:xfrm>
                <a:off x="9579384" y="1143216"/>
                <a:ext cx="94320" cy="16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3C1DB0-7D05-F084-1D0B-68B095A189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61744" y="1125216"/>
                  <a:ext cx="129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D0E8BD-8A5B-7F02-7120-8EA3C7E13BC6}"/>
                    </a:ext>
                  </a:extLst>
                </p14:cNvPr>
                <p14:cNvContentPartPr/>
                <p14:nvPr/>
              </p14:nvContentPartPr>
              <p14:xfrm>
                <a:off x="9739584" y="1160496"/>
                <a:ext cx="229680" cy="67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D0E8BD-8A5B-7F02-7120-8EA3C7E13BC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21584" y="1142856"/>
                  <a:ext cx="265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565533-6301-776E-86F3-76472009BECC}"/>
                    </a:ext>
                  </a:extLst>
                </p14:cNvPr>
                <p14:cNvContentPartPr/>
                <p14:nvPr/>
              </p14:nvContentPartPr>
              <p14:xfrm>
                <a:off x="9909504" y="964656"/>
                <a:ext cx="194040" cy="276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565533-6301-776E-86F3-76472009BE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91504" y="946656"/>
                  <a:ext cx="229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C4BEC96-01F0-87CB-9E08-F426E2C0BBCE}"/>
                    </a:ext>
                  </a:extLst>
                </p14:cNvPr>
                <p14:cNvContentPartPr/>
                <p14:nvPr/>
              </p14:nvContentPartPr>
              <p14:xfrm>
                <a:off x="9910584" y="1148616"/>
                <a:ext cx="154440" cy="20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C4BEC96-01F0-87CB-9E08-F426E2C0BBC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92584" y="1130616"/>
                  <a:ext cx="190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E7BC6D2-ED6C-667E-65AB-0EE5B6C1A017}"/>
                    </a:ext>
                  </a:extLst>
                </p14:cNvPr>
                <p14:cNvContentPartPr/>
                <p14:nvPr/>
              </p14:nvContentPartPr>
              <p14:xfrm>
                <a:off x="10145664" y="1112976"/>
                <a:ext cx="19800" cy="124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E7BC6D2-ED6C-667E-65AB-0EE5B6C1A0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27664" y="1095336"/>
                  <a:ext cx="55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72CF86-3AC3-08EB-A30E-BE4127B014FE}"/>
                    </a:ext>
                  </a:extLst>
                </p14:cNvPr>
                <p14:cNvContentPartPr/>
                <p14:nvPr/>
              </p14:nvContentPartPr>
              <p14:xfrm>
                <a:off x="10144224" y="1060416"/>
                <a:ext cx="8280" cy="28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72CF86-3AC3-08EB-A30E-BE4127B014F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26584" y="1042776"/>
                  <a:ext cx="43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CD47D8F-13D2-C01A-1598-BFEB26C37CFD}"/>
                    </a:ext>
                  </a:extLst>
                </p14:cNvPr>
                <p14:cNvContentPartPr/>
                <p14:nvPr/>
              </p14:nvContentPartPr>
              <p14:xfrm>
                <a:off x="10227744" y="1120176"/>
                <a:ext cx="467280" cy="113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CD47D8F-13D2-C01A-1598-BFEB26C37CF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09744" y="1102176"/>
                  <a:ext cx="50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8E2F70-70C0-257B-A2CF-2B170DD4590E}"/>
                    </a:ext>
                  </a:extLst>
                </p14:cNvPr>
                <p14:cNvContentPartPr/>
                <p14:nvPr/>
              </p14:nvContentPartPr>
              <p14:xfrm>
                <a:off x="8384904" y="1426896"/>
                <a:ext cx="174240" cy="145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8E2F70-70C0-257B-A2CF-2B170DD4590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66904" y="1408896"/>
                  <a:ext cx="209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52ECC3C-D445-1BC7-E85C-A4C2588E4FAB}"/>
                    </a:ext>
                  </a:extLst>
                </p14:cNvPr>
                <p14:cNvContentPartPr/>
                <p14:nvPr/>
              </p14:nvContentPartPr>
              <p14:xfrm>
                <a:off x="8626824" y="1447056"/>
                <a:ext cx="18000" cy="129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52ECC3C-D445-1BC7-E85C-A4C2588E4FA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08824" y="1429416"/>
                  <a:ext cx="53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9D67363-4225-D12B-FFAC-1AF66FD27C04}"/>
                    </a:ext>
                  </a:extLst>
                </p14:cNvPr>
                <p14:cNvContentPartPr/>
                <p14:nvPr/>
              </p14:nvContentPartPr>
              <p14:xfrm>
                <a:off x="8667144" y="1340496"/>
                <a:ext cx="4320" cy="24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9D67363-4225-D12B-FFAC-1AF66FD27C0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49504" y="1322856"/>
                  <a:ext cx="39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BB349DF-5668-354F-E89A-546459BFD787}"/>
                    </a:ext>
                  </a:extLst>
                </p14:cNvPr>
                <p14:cNvContentPartPr/>
                <p14:nvPr/>
              </p14:nvContentPartPr>
              <p14:xfrm>
                <a:off x="8734464" y="1417896"/>
                <a:ext cx="790200" cy="153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BB349DF-5668-354F-E89A-546459BFD78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16464" y="1399896"/>
                  <a:ext cx="82584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E88C626-F5AA-7FB5-BDF3-1B50D7AD6CE2}"/>
                  </a:ext>
                </a:extLst>
              </p14:cNvPr>
              <p14:cNvContentPartPr/>
              <p14:nvPr/>
            </p14:nvContentPartPr>
            <p14:xfrm>
              <a:off x="2944944" y="2598696"/>
              <a:ext cx="233640" cy="3207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E88C626-F5AA-7FB5-BDF3-1B50D7AD6CE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926944" y="2581056"/>
                <a:ext cx="26928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F597AF5-53C3-6113-5506-8C0EA6982EE6}"/>
              </a:ext>
            </a:extLst>
          </p:cNvPr>
          <p:cNvGrpSpPr/>
          <p:nvPr/>
        </p:nvGrpSpPr>
        <p:grpSpPr>
          <a:xfrm>
            <a:off x="2424024" y="2556216"/>
            <a:ext cx="261720" cy="252720"/>
            <a:chOff x="2424024" y="2556216"/>
            <a:chExt cx="2617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3149E5C-9A4A-C74D-A7D4-E853CB461D50}"/>
                    </a:ext>
                  </a:extLst>
                </p14:cNvPr>
                <p14:cNvContentPartPr/>
                <p14:nvPr/>
              </p14:nvContentPartPr>
              <p14:xfrm>
                <a:off x="2462184" y="2621016"/>
                <a:ext cx="137160" cy="146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3149E5C-9A4A-C74D-A7D4-E853CB461D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44544" y="2603016"/>
                  <a:ext cx="172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830B8FD-7C62-2E8A-4766-F85074C1508C}"/>
                    </a:ext>
                  </a:extLst>
                </p14:cNvPr>
                <p14:cNvContentPartPr/>
                <p14:nvPr/>
              </p14:nvContentPartPr>
              <p14:xfrm>
                <a:off x="2424024" y="2556216"/>
                <a:ext cx="261720" cy="252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830B8FD-7C62-2E8A-4766-F85074C150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06384" y="2538576"/>
                  <a:ext cx="2973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8D24EFA-63C2-8353-BC0D-C32466128C78}"/>
              </a:ext>
            </a:extLst>
          </p:cNvPr>
          <p:cNvGrpSpPr/>
          <p:nvPr/>
        </p:nvGrpSpPr>
        <p:grpSpPr>
          <a:xfrm>
            <a:off x="2989224" y="2249496"/>
            <a:ext cx="1667520" cy="610560"/>
            <a:chOff x="2989224" y="2249496"/>
            <a:chExt cx="1667520" cy="61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3258157-59C7-36F3-0CDC-2A49D0F10819}"/>
                    </a:ext>
                  </a:extLst>
                </p14:cNvPr>
                <p14:cNvContentPartPr/>
                <p14:nvPr/>
              </p14:nvContentPartPr>
              <p14:xfrm>
                <a:off x="2989224" y="2356056"/>
                <a:ext cx="85680" cy="122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3258157-59C7-36F3-0CDC-2A49D0F108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71584" y="2338416"/>
                  <a:ext cx="121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C7AB78F-C9B6-6219-0DDB-AC2CCF59E190}"/>
                    </a:ext>
                  </a:extLst>
                </p14:cNvPr>
                <p14:cNvContentPartPr/>
                <p14:nvPr/>
              </p14:nvContentPartPr>
              <p14:xfrm>
                <a:off x="3064824" y="2340936"/>
                <a:ext cx="75600" cy="127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C7AB78F-C9B6-6219-0DDB-AC2CCF59E19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46824" y="2322936"/>
                  <a:ext cx="111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0155927-EF91-5F84-BA54-ED55AD7B62A1}"/>
                    </a:ext>
                  </a:extLst>
                </p14:cNvPr>
                <p14:cNvContentPartPr/>
                <p14:nvPr/>
              </p14:nvContentPartPr>
              <p14:xfrm>
                <a:off x="3018384" y="2451816"/>
                <a:ext cx="160200" cy="23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0155927-EF91-5F84-BA54-ED55AD7B62A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000744" y="2433816"/>
                  <a:ext cx="195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0168EA3-D1D7-1AC1-E3B4-22790893B802}"/>
                    </a:ext>
                  </a:extLst>
                </p14:cNvPr>
                <p14:cNvContentPartPr/>
                <p14:nvPr/>
              </p14:nvContentPartPr>
              <p14:xfrm>
                <a:off x="3257424" y="2351736"/>
                <a:ext cx="161280" cy="10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0168EA3-D1D7-1AC1-E3B4-22790893B80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39424" y="2333736"/>
                  <a:ext cx="19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0AA3FCC-4195-7CDB-DECC-62CD2E1628E1}"/>
                    </a:ext>
                  </a:extLst>
                </p14:cNvPr>
                <p14:cNvContentPartPr/>
                <p14:nvPr/>
              </p14:nvContentPartPr>
              <p14:xfrm>
                <a:off x="3445704" y="2383056"/>
                <a:ext cx="89280" cy="61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0AA3FCC-4195-7CDB-DECC-62CD2E1628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28064" y="2365416"/>
                  <a:ext cx="124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60DC412-D155-690F-0C24-A541F8FC6148}"/>
                    </a:ext>
                  </a:extLst>
                </p14:cNvPr>
                <p14:cNvContentPartPr/>
                <p14:nvPr/>
              </p14:nvContentPartPr>
              <p14:xfrm>
                <a:off x="3560184" y="2249496"/>
                <a:ext cx="32400" cy="198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60DC412-D155-690F-0C24-A541F8FC61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42544" y="2231496"/>
                  <a:ext cx="68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2741535-B602-671C-9343-25617740CBB6}"/>
                    </a:ext>
                  </a:extLst>
                </p14:cNvPr>
                <p14:cNvContentPartPr/>
                <p14:nvPr/>
              </p14:nvContentPartPr>
              <p14:xfrm>
                <a:off x="3672504" y="2357496"/>
                <a:ext cx="64800" cy="68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2741535-B602-671C-9343-25617740CBB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54504" y="2339496"/>
                  <a:ext cx="100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2089781-090D-6F5F-EFAC-F1D7B2A8852A}"/>
                    </a:ext>
                  </a:extLst>
                </p14:cNvPr>
                <p14:cNvContentPartPr/>
                <p14:nvPr/>
              </p14:nvContentPartPr>
              <p14:xfrm>
                <a:off x="3777624" y="2325456"/>
                <a:ext cx="146520" cy="115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2089781-090D-6F5F-EFAC-F1D7B2A885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59984" y="2307456"/>
                  <a:ext cx="182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233C75B-292E-4041-130F-CD0F89583CA5}"/>
                    </a:ext>
                  </a:extLst>
                </p14:cNvPr>
                <p14:cNvContentPartPr/>
                <p14:nvPr/>
              </p14:nvContentPartPr>
              <p14:xfrm>
                <a:off x="3893904" y="2431296"/>
                <a:ext cx="108360" cy="60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233C75B-292E-4041-130F-CD0F89583CA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876264" y="2413656"/>
                  <a:ext cx="144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C7267D3-2C75-2B91-413A-6F87198066E6}"/>
                    </a:ext>
                  </a:extLst>
                </p14:cNvPr>
                <p14:cNvContentPartPr/>
                <p14:nvPr/>
              </p14:nvContentPartPr>
              <p14:xfrm>
                <a:off x="3308904" y="2562696"/>
                <a:ext cx="106920" cy="90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C7267D3-2C75-2B91-413A-6F87198066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90904" y="2545056"/>
                  <a:ext cx="142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50BFCA-B616-E1D3-8E9A-C35BC1641EBE}"/>
                    </a:ext>
                  </a:extLst>
                </p14:cNvPr>
                <p14:cNvContentPartPr/>
                <p14:nvPr/>
              </p14:nvContentPartPr>
              <p14:xfrm>
                <a:off x="3428424" y="2542896"/>
                <a:ext cx="145440" cy="218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50BFCA-B616-E1D3-8E9A-C35BC1641EB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410424" y="2524896"/>
                  <a:ext cx="181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13B940E-6402-B4BF-FE83-2DFDC3646A74}"/>
                    </a:ext>
                  </a:extLst>
                </p14:cNvPr>
                <p14:cNvContentPartPr/>
                <p14:nvPr/>
              </p14:nvContentPartPr>
              <p14:xfrm>
                <a:off x="3597264" y="2559096"/>
                <a:ext cx="145440" cy="84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13B940E-6402-B4BF-FE83-2DFDC3646A7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9264" y="2541456"/>
                  <a:ext cx="181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85B1A44-E6FC-6F89-1E14-742B115DEC8D}"/>
                    </a:ext>
                  </a:extLst>
                </p14:cNvPr>
                <p14:cNvContentPartPr/>
                <p14:nvPr/>
              </p14:nvContentPartPr>
              <p14:xfrm>
                <a:off x="3807504" y="2560896"/>
                <a:ext cx="74160" cy="93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85B1A44-E6FC-6F89-1E14-742B115DEC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789864" y="2542896"/>
                  <a:ext cx="109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FD6703B-78EB-CD4C-75A8-979EC8E7E3B4}"/>
                    </a:ext>
                  </a:extLst>
                </p14:cNvPr>
                <p14:cNvContentPartPr/>
                <p14:nvPr/>
              </p14:nvContentPartPr>
              <p14:xfrm>
                <a:off x="3957624" y="2569536"/>
                <a:ext cx="6120" cy="64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FD6703B-78EB-CD4C-75A8-979EC8E7E3B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39624" y="2551536"/>
                  <a:ext cx="41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FFC6F8-7DA3-C5ED-E583-451F65B0F9E1}"/>
                    </a:ext>
                  </a:extLst>
                </p14:cNvPr>
                <p14:cNvContentPartPr/>
                <p14:nvPr/>
              </p14:nvContentPartPr>
              <p14:xfrm>
                <a:off x="3939624" y="2511936"/>
                <a:ext cx="5400" cy="1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FFC6F8-7DA3-C5ED-E583-451F65B0F9E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21984" y="2494296"/>
                  <a:ext cx="41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3CC192F-9707-C384-530E-CCD6B713E2DF}"/>
                    </a:ext>
                  </a:extLst>
                </p14:cNvPr>
                <p14:cNvContentPartPr/>
                <p14:nvPr/>
              </p14:nvContentPartPr>
              <p14:xfrm>
                <a:off x="4049784" y="2445696"/>
                <a:ext cx="13680" cy="160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3CC192F-9707-C384-530E-CCD6B713E2D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31784" y="2427696"/>
                  <a:ext cx="49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8468D29-48CD-CB59-0FF4-68F44954F343}"/>
                    </a:ext>
                  </a:extLst>
                </p14:cNvPr>
                <p14:cNvContentPartPr/>
                <p14:nvPr/>
              </p14:nvContentPartPr>
              <p14:xfrm>
                <a:off x="4004424" y="2520216"/>
                <a:ext cx="77040" cy="29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8468D29-48CD-CB59-0FF4-68F44954F34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86424" y="2502216"/>
                  <a:ext cx="112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B7CF5E4-812E-DB0F-07A0-EAE596C5E83D}"/>
                    </a:ext>
                  </a:extLst>
                </p14:cNvPr>
                <p14:cNvContentPartPr/>
                <p14:nvPr/>
              </p14:nvContentPartPr>
              <p14:xfrm>
                <a:off x="4088664" y="2518416"/>
                <a:ext cx="140400" cy="187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B7CF5E4-812E-DB0F-07A0-EAE596C5E83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071024" y="2500416"/>
                  <a:ext cx="176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15F7F71-0E7F-4AD1-4C3E-0F53AE33D87C}"/>
                    </a:ext>
                  </a:extLst>
                </p14:cNvPr>
                <p14:cNvContentPartPr/>
                <p14:nvPr/>
              </p14:nvContentPartPr>
              <p14:xfrm>
                <a:off x="4226184" y="2673936"/>
                <a:ext cx="139680" cy="123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15F7F71-0E7F-4AD1-4C3E-0F53AE33D87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208184" y="2655936"/>
                  <a:ext cx="1753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D8F9C5B-287C-1755-2AC9-AABD7A5BA6C4}"/>
                    </a:ext>
                  </a:extLst>
                </p14:cNvPr>
                <p14:cNvContentPartPr/>
                <p14:nvPr/>
              </p14:nvContentPartPr>
              <p14:xfrm>
                <a:off x="3528144" y="2700576"/>
                <a:ext cx="182880" cy="159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D8F9C5B-287C-1755-2AC9-AABD7A5BA6C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10144" y="2682576"/>
                  <a:ext cx="218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B3EB51D-6856-9B26-8DB9-2A9691791738}"/>
                    </a:ext>
                  </a:extLst>
                </p14:cNvPr>
                <p14:cNvContentPartPr/>
                <p14:nvPr/>
              </p14:nvContentPartPr>
              <p14:xfrm>
                <a:off x="3773664" y="2808216"/>
                <a:ext cx="102960" cy="48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B3EB51D-6856-9B26-8DB9-2A969179173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756024" y="2790216"/>
                  <a:ext cx="1386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68F6BC-0A26-A6B5-11C7-2070D9FC3A0E}"/>
                    </a:ext>
                  </a:extLst>
                </p14:cNvPr>
                <p14:cNvContentPartPr/>
                <p14:nvPr/>
              </p14:nvContentPartPr>
              <p14:xfrm>
                <a:off x="3902184" y="2773296"/>
                <a:ext cx="132840" cy="75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68F6BC-0A26-A6B5-11C7-2070D9FC3A0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884544" y="2755656"/>
                  <a:ext cx="168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DD7EF92-6816-9C21-61F7-2E8B01AB214C}"/>
                    </a:ext>
                  </a:extLst>
                </p14:cNvPr>
                <p14:cNvContentPartPr/>
                <p14:nvPr/>
              </p14:nvContentPartPr>
              <p14:xfrm>
                <a:off x="4110624" y="2632896"/>
                <a:ext cx="220680" cy="211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DD7EF92-6816-9C21-61F7-2E8B01AB214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92624" y="2615256"/>
                  <a:ext cx="256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176187E-B9E3-E766-5AEF-B67C478D8B33}"/>
                    </a:ext>
                  </a:extLst>
                </p14:cNvPr>
                <p14:cNvContentPartPr/>
                <p14:nvPr/>
              </p14:nvContentPartPr>
              <p14:xfrm>
                <a:off x="4358664" y="2784816"/>
                <a:ext cx="95760" cy="71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176187E-B9E3-E766-5AEF-B67C478D8B3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41024" y="2767176"/>
                  <a:ext cx="131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A617814-4634-AE56-A4CD-61C8393FB00F}"/>
                    </a:ext>
                  </a:extLst>
                </p14:cNvPr>
                <p14:cNvContentPartPr/>
                <p14:nvPr/>
              </p14:nvContentPartPr>
              <p14:xfrm>
                <a:off x="4491864" y="2740896"/>
                <a:ext cx="164880" cy="118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A617814-4634-AE56-A4CD-61C8393FB00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73864" y="2723256"/>
                  <a:ext cx="20052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541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8C9E-E8A6-0CA8-2A43-20B84935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EB448-CB5E-5054-ED43-A9895231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71" y="658368"/>
            <a:ext cx="10378067" cy="610819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D548630-C59D-CACB-390D-AA8C2939FC79}"/>
              </a:ext>
            </a:extLst>
          </p:cNvPr>
          <p:cNvGrpSpPr/>
          <p:nvPr/>
        </p:nvGrpSpPr>
        <p:grpSpPr>
          <a:xfrm>
            <a:off x="801864" y="3003336"/>
            <a:ext cx="2355120" cy="2247120"/>
            <a:chOff x="801864" y="3003336"/>
            <a:chExt cx="2355120" cy="22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243BE8-FC63-F8AC-B518-DCC8FEEC27D8}"/>
                    </a:ext>
                  </a:extLst>
                </p14:cNvPr>
                <p14:cNvContentPartPr/>
                <p14:nvPr/>
              </p14:nvContentPartPr>
              <p14:xfrm>
                <a:off x="1092024" y="3003336"/>
                <a:ext cx="1072800" cy="217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243BE8-FC63-F8AC-B518-DCC8FEEC27D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4384" y="2985336"/>
                  <a:ext cx="1108440" cy="22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368F78-D49F-11CC-8E31-D478E2642412}"/>
                    </a:ext>
                  </a:extLst>
                </p14:cNvPr>
                <p14:cNvContentPartPr/>
                <p14:nvPr/>
              </p14:nvContentPartPr>
              <p14:xfrm>
                <a:off x="1367424" y="4214736"/>
                <a:ext cx="936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368F78-D49F-11CC-8E31-D478E26424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49784" y="4197096"/>
                  <a:ext cx="45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2E4D3A1-DCD2-DC3F-C2F3-544227328AEF}"/>
                    </a:ext>
                  </a:extLst>
                </p14:cNvPr>
                <p14:cNvContentPartPr/>
                <p14:nvPr/>
              </p14:nvContentPartPr>
              <p14:xfrm>
                <a:off x="1281024" y="4112856"/>
                <a:ext cx="260640" cy="213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2E4D3A1-DCD2-DC3F-C2F3-544227328AE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3024" y="4094856"/>
                  <a:ext cx="296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7F8AB1-CF4C-81CE-03D1-065177F0788A}"/>
                    </a:ext>
                  </a:extLst>
                </p14:cNvPr>
                <p14:cNvContentPartPr/>
                <p14:nvPr/>
              </p14:nvContentPartPr>
              <p14:xfrm>
                <a:off x="801864" y="5216256"/>
                <a:ext cx="248040" cy="34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7F8AB1-CF4C-81CE-03D1-065177F0788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3864" y="5198256"/>
                  <a:ext cx="283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A0D0500-5FBA-416E-8FB6-7FF9ABE273AA}"/>
                    </a:ext>
                  </a:extLst>
                </p14:cNvPr>
                <p14:cNvContentPartPr/>
                <p14:nvPr/>
              </p14:nvContentPartPr>
              <p14:xfrm>
                <a:off x="1715184" y="4468536"/>
                <a:ext cx="126720" cy="142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A0D0500-5FBA-416E-8FB6-7FF9ABE273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97184" y="4450536"/>
                  <a:ext cx="162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B8F399-3666-935A-C90A-6624691885AA}"/>
                    </a:ext>
                  </a:extLst>
                </p14:cNvPr>
                <p14:cNvContentPartPr/>
                <p14:nvPr/>
              </p14:nvContentPartPr>
              <p14:xfrm>
                <a:off x="1890144" y="4489416"/>
                <a:ext cx="127440" cy="106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B8F399-3666-935A-C90A-6624691885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72144" y="4471416"/>
                  <a:ext cx="163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6FD63E-E5AD-0FA1-5224-FF5830B7A056}"/>
                    </a:ext>
                  </a:extLst>
                </p14:cNvPr>
                <p14:cNvContentPartPr/>
                <p14:nvPr/>
              </p14:nvContentPartPr>
              <p14:xfrm>
                <a:off x="2015424" y="4521816"/>
                <a:ext cx="142920" cy="64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6FD63E-E5AD-0FA1-5224-FF5830B7A0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97784" y="4504176"/>
                  <a:ext cx="178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C6BE93-07A7-C6AC-C34A-C738AF2A234A}"/>
                    </a:ext>
                  </a:extLst>
                </p14:cNvPr>
                <p14:cNvContentPartPr/>
                <p14:nvPr/>
              </p14:nvContentPartPr>
              <p14:xfrm>
                <a:off x="2125584" y="4518216"/>
                <a:ext cx="172800" cy="25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C6BE93-07A7-C6AC-C34A-C738AF2A23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07584" y="4500576"/>
                  <a:ext cx="208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055304-10B9-A71A-61EB-EB0BAA1A97F4}"/>
                    </a:ext>
                  </a:extLst>
                </p14:cNvPr>
                <p14:cNvContentPartPr/>
                <p14:nvPr/>
              </p14:nvContentPartPr>
              <p14:xfrm>
                <a:off x="2386584" y="4476816"/>
                <a:ext cx="166320" cy="10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055304-10B9-A71A-61EB-EB0BAA1A97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8584" y="4458816"/>
                  <a:ext cx="201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0CCC27-7506-8AA8-17B4-1320DBFB3458}"/>
                    </a:ext>
                  </a:extLst>
                </p14:cNvPr>
                <p14:cNvContentPartPr/>
                <p14:nvPr/>
              </p14:nvContentPartPr>
              <p14:xfrm>
                <a:off x="2650104" y="4311216"/>
                <a:ext cx="141840" cy="24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0CCC27-7506-8AA8-17B4-1320DBFB34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32104" y="4293216"/>
                  <a:ext cx="177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7C24B7E-EAAD-23B4-0017-8BE187599AB5}"/>
                    </a:ext>
                  </a:extLst>
                </p14:cNvPr>
                <p14:cNvContentPartPr/>
                <p14:nvPr/>
              </p14:nvContentPartPr>
              <p14:xfrm>
                <a:off x="2789424" y="4432176"/>
                <a:ext cx="146880" cy="11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7C24B7E-EAAD-23B4-0017-8BE187599A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71784" y="4414176"/>
                  <a:ext cx="182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55927C-8ED0-76D1-8F26-BE7AD2CB2790}"/>
                    </a:ext>
                  </a:extLst>
                </p14:cNvPr>
                <p14:cNvContentPartPr/>
                <p14:nvPr/>
              </p14:nvContentPartPr>
              <p14:xfrm>
                <a:off x="2950344" y="4463136"/>
                <a:ext cx="88560" cy="79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55927C-8ED0-76D1-8F26-BE7AD2CB27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32704" y="4445496"/>
                  <a:ext cx="1242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61B29D-5649-46BE-F2CC-580E19FC1255}"/>
                    </a:ext>
                  </a:extLst>
                </p14:cNvPr>
                <p14:cNvContentPartPr/>
                <p14:nvPr/>
              </p14:nvContentPartPr>
              <p14:xfrm>
                <a:off x="3050784" y="4450176"/>
                <a:ext cx="106200" cy="229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61B29D-5649-46BE-F2CC-580E19FC125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33144" y="4432176"/>
                  <a:ext cx="14184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C8C64F-1A8E-E487-F293-86E588B76F10}"/>
              </a:ext>
            </a:extLst>
          </p:cNvPr>
          <p:cNvGrpSpPr/>
          <p:nvPr/>
        </p:nvGrpSpPr>
        <p:grpSpPr>
          <a:xfrm>
            <a:off x="9547344" y="1034136"/>
            <a:ext cx="1094760" cy="348480"/>
            <a:chOff x="9547344" y="1034136"/>
            <a:chExt cx="109476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B7315B-0870-A290-9708-EE2294CC5207}"/>
                    </a:ext>
                  </a:extLst>
                </p14:cNvPr>
                <p14:cNvContentPartPr/>
                <p14:nvPr/>
              </p14:nvContentPartPr>
              <p14:xfrm>
                <a:off x="10029024" y="1034136"/>
                <a:ext cx="613080" cy="341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B7315B-0870-A290-9708-EE2294CC520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11024" y="1016136"/>
                  <a:ext cx="6487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F4577F-DAF3-2129-BA4D-A4A92E70169B}"/>
                    </a:ext>
                  </a:extLst>
                </p14:cNvPr>
                <p14:cNvContentPartPr/>
                <p14:nvPr/>
              </p14:nvContentPartPr>
              <p14:xfrm>
                <a:off x="9633024" y="1198296"/>
                <a:ext cx="207720" cy="10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F4577F-DAF3-2129-BA4D-A4A92E7016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15024" y="1180296"/>
                  <a:ext cx="24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E4D628-BA05-3219-4788-5F7F3C8148A6}"/>
                    </a:ext>
                  </a:extLst>
                </p14:cNvPr>
                <p14:cNvContentPartPr/>
                <p14:nvPr/>
              </p14:nvContentPartPr>
              <p14:xfrm>
                <a:off x="9547344" y="1103256"/>
                <a:ext cx="397800" cy="279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E4D628-BA05-3219-4788-5F7F3C8148A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29344" y="1085256"/>
                  <a:ext cx="43344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98B162E-FC4F-5FF5-41CB-CE28ACAA528D}"/>
              </a:ext>
            </a:extLst>
          </p:cNvPr>
          <p:cNvGrpSpPr/>
          <p:nvPr/>
        </p:nvGrpSpPr>
        <p:grpSpPr>
          <a:xfrm>
            <a:off x="1800144" y="4829976"/>
            <a:ext cx="2154960" cy="642960"/>
            <a:chOff x="1800144" y="4829976"/>
            <a:chExt cx="21549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301DD16-314A-3D71-158D-0DAC6EFFAFBD}"/>
                    </a:ext>
                  </a:extLst>
                </p14:cNvPr>
                <p14:cNvContentPartPr/>
                <p14:nvPr/>
              </p14:nvContentPartPr>
              <p14:xfrm>
                <a:off x="1800144" y="4829976"/>
                <a:ext cx="211680" cy="192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301DD16-314A-3D71-158D-0DAC6EFFAF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82144" y="4811976"/>
                  <a:ext cx="247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64D295-D6A8-7B58-17B6-089A1EA625A8}"/>
                    </a:ext>
                  </a:extLst>
                </p14:cNvPr>
                <p14:cNvContentPartPr/>
                <p14:nvPr/>
              </p14:nvContentPartPr>
              <p14:xfrm>
                <a:off x="2048904" y="4915656"/>
                <a:ext cx="102600" cy="91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64D295-D6A8-7B58-17B6-089A1EA625A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30904" y="4898016"/>
                  <a:ext cx="138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61B071-C52C-C739-BEBA-CADE505FD812}"/>
                    </a:ext>
                  </a:extLst>
                </p14:cNvPr>
                <p14:cNvContentPartPr/>
                <p14:nvPr/>
              </p14:nvContentPartPr>
              <p14:xfrm>
                <a:off x="2186424" y="4887216"/>
                <a:ext cx="266760" cy="10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61B071-C52C-C739-BEBA-CADE505FD81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68424" y="4869216"/>
                  <a:ext cx="302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8B681A-56C7-6C90-3E93-C73690510B6B}"/>
                    </a:ext>
                  </a:extLst>
                </p14:cNvPr>
                <p14:cNvContentPartPr/>
                <p14:nvPr/>
              </p14:nvContentPartPr>
              <p14:xfrm>
                <a:off x="2751624" y="4845096"/>
                <a:ext cx="14544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8B681A-56C7-6C90-3E93-C73690510B6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33984" y="4827456"/>
                  <a:ext cx="181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514794-C2F0-63A7-503B-A03948B10A90}"/>
                    </a:ext>
                  </a:extLst>
                </p14:cNvPr>
                <p14:cNvContentPartPr/>
                <p14:nvPr/>
              </p14:nvContentPartPr>
              <p14:xfrm>
                <a:off x="3033144" y="4854816"/>
                <a:ext cx="189360" cy="116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514794-C2F0-63A7-503B-A03948B10A9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15504" y="4837176"/>
                  <a:ext cx="225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7DA04A-5948-233E-9B60-BB75AC91F8D0}"/>
                    </a:ext>
                  </a:extLst>
                </p14:cNvPr>
                <p14:cNvContentPartPr/>
                <p14:nvPr/>
              </p14:nvContentPartPr>
              <p14:xfrm>
                <a:off x="3219984" y="4836456"/>
                <a:ext cx="471240" cy="118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7DA04A-5948-233E-9B60-BB75AC91F8D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01984" y="4818816"/>
                  <a:ext cx="506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5A71C1-65A7-9952-CDE5-69722A75B151}"/>
                    </a:ext>
                  </a:extLst>
                </p14:cNvPr>
                <p14:cNvContentPartPr/>
                <p14:nvPr/>
              </p14:nvContentPartPr>
              <p14:xfrm>
                <a:off x="2086344" y="5178816"/>
                <a:ext cx="193680" cy="198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5A71C1-65A7-9952-CDE5-69722A75B1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68344" y="5161176"/>
                  <a:ext cx="229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16CADB3-2D3A-7B43-8D6A-BDB6D6EA0720}"/>
                    </a:ext>
                  </a:extLst>
                </p14:cNvPr>
                <p14:cNvContentPartPr/>
                <p14:nvPr/>
              </p14:nvContentPartPr>
              <p14:xfrm>
                <a:off x="2496744" y="5120136"/>
                <a:ext cx="105480" cy="352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16CADB3-2D3A-7B43-8D6A-BDB6D6EA072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78744" y="5102136"/>
                  <a:ext cx="141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53F9C28-978F-8F42-C048-66C1DA4E953A}"/>
                    </a:ext>
                  </a:extLst>
                </p14:cNvPr>
                <p14:cNvContentPartPr/>
                <p14:nvPr/>
              </p14:nvContentPartPr>
              <p14:xfrm>
                <a:off x="2490264" y="5279256"/>
                <a:ext cx="152280" cy="34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53F9C28-978F-8F42-C048-66C1DA4E953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72624" y="5261256"/>
                  <a:ext cx="187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DF17FF-E6CE-ED92-3EB1-E36395D888F4}"/>
                    </a:ext>
                  </a:extLst>
                </p14:cNvPr>
                <p14:cNvContentPartPr/>
                <p14:nvPr/>
              </p14:nvContentPartPr>
              <p14:xfrm>
                <a:off x="2723904" y="5234976"/>
                <a:ext cx="113400" cy="93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DF17FF-E6CE-ED92-3EB1-E36395D888F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05904" y="5216976"/>
                  <a:ext cx="149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1A180F-B4D9-5384-B07F-A27CA8F536E4}"/>
                    </a:ext>
                  </a:extLst>
                </p14:cNvPr>
                <p14:cNvContentPartPr/>
                <p14:nvPr/>
              </p14:nvContentPartPr>
              <p14:xfrm>
                <a:off x="2842704" y="5250816"/>
                <a:ext cx="159120" cy="81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1A180F-B4D9-5384-B07F-A27CA8F536E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25064" y="5233176"/>
                  <a:ext cx="194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436A70-D754-C150-DF5B-980D4D526380}"/>
                    </a:ext>
                  </a:extLst>
                </p14:cNvPr>
                <p14:cNvContentPartPr/>
                <p14:nvPr/>
              </p14:nvContentPartPr>
              <p14:xfrm>
                <a:off x="3052224" y="5238576"/>
                <a:ext cx="101880" cy="112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436A70-D754-C150-DF5B-980D4D5263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34224" y="5220576"/>
                  <a:ext cx="137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396D89-D6D7-60D8-0648-3DB223D932C6}"/>
                    </a:ext>
                  </a:extLst>
                </p14:cNvPr>
                <p14:cNvContentPartPr/>
                <p14:nvPr/>
              </p14:nvContentPartPr>
              <p14:xfrm>
                <a:off x="3026304" y="5063256"/>
                <a:ext cx="212760" cy="268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396D89-D6D7-60D8-0648-3DB223D932C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008664" y="5045256"/>
                  <a:ext cx="248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FF816F-E9FA-7D15-368E-BAF12211DC2C}"/>
                    </a:ext>
                  </a:extLst>
                </p14:cNvPr>
                <p14:cNvContentPartPr/>
                <p14:nvPr/>
              </p14:nvContentPartPr>
              <p14:xfrm>
                <a:off x="3024504" y="5216256"/>
                <a:ext cx="99000" cy="30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FF816F-E9FA-7D15-368E-BAF12211DC2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06864" y="5198256"/>
                  <a:ext cx="134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E6CAED-2B75-1862-D7BD-B2CCF86E06FE}"/>
                    </a:ext>
                  </a:extLst>
                </p14:cNvPr>
                <p14:cNvContentPartPr/>
                <p14:nvPr/>
              </p14:nvContentPartPr>
              <p14:xfrm>
                <a:off x="3234744" y="5223096"/>
                <a:ext cx="181080" cy="87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E6CAED-2B75-1862-D7BD-B2CCF86E06F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16744" y="5205456"/>
                  <a:ext cx="216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2DC379-1AA5-564E-4394-A1FC16E98320}"/>
                    </a:ext>
                  </a:extLst>
                </p14:cNvPr>
                <p14:cNvContentPartPr/>
                <p14:nvPr/>
              </p14:nvContentPartPr>
              <p14:xfrm>
                <a:off x="3409344" y="5195016"/>
                <a:ext cx="164160" cy="10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2DC379-1AA5-564E-4394-A1FC16E983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91344" y="5177016"/>
                  <a:ext cx="199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0B5055-B712-4087-8598-134C0C999B5E}"/>
                    </a:ext>
                  </a:extLst>
                </p14:cNvPr>
                <p14:cNvContentPartPr/>
                <p14:nvPr/>
              </p14:nvContentPartPr>
              <p14:xfrm>
                <a:off x="3640464" y="5182416"/>
                <a:ext cx="128880" cy="110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0B5055-B712-4087-8598-134C0C999B5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22464" y="5164776"/>
                  <a:ext cx="164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8A4809-3612-498C-6B70-81192E75764E}"/>
                    </a:ext>
                  </a:extLst>
                </p14:cNvPr>
                <p14:cNvContentPartPr/>
                <p14:nvPr/>
              </p14:nvContentPartPr>
              <p14:xfrm>
                <a:off x="3808584" y="5161896"/>
                <a:ext cx="146520" cy="128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8A4809-3612-498C-6B70-81192E75764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90584" y="5143896"/>
                  <a:ext cx="1821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E725353-6BEE-A436-26F8-48BD22FD90F5}"/>
              </a:ext>
            </a:extLst>
          </p:cNvPr>
          <p:cNvGrpSpPr/>
          <p:nvPr/>
        </p:nvGrpSpPr>
        <p:grpSpPr>
          <a:xfrm>
            <a:off x="6287544" y="2999016"/>
            <a:ext cx="2182680" cy="340200"/>
            <a:chOff x="6287544" y="2999016"/>
            <a:chExt cx="21826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28099E0-5FCB-7FAC-1557-1837FCD00786}"/>
                    </a:ext>
                  </a:extLst>
                </p14:cNvPr>
                <p14:cNvContentPartPr/>
                <p14:nvPr/>
              </p14:nvContentPartPr>
              <p14:xfrm>
                <a:off x="6287544" y="3240936"/>
                <a:ext cx="465480" cy="9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28099E0-5FCB-7FAC-1557-1837FCD007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69904" y="3223296"/>
                  <a:ext cx="501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A60BF91-33A2-109D-3D28-22B496C0E2E3}"/>
                    </a:ext>
                  </a:extLst>
                </p14:cNvPr>
                <p14:cNvContentPartPr/>
                <p14:nvPr/>
              </p14:nvContentPartPr>
              <p14:xfrm>
                <a:off x="6963264" y="3183336"/>
                <a:ext cx="246600" cy="130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A60BF91-33A2-109D-3D28-22B496C0E2E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45264" y="3165696"/>
                  <a:ext cx="282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E4BBD2B-2461-5907-ABAB-A47E1260E040}"/>
                    </a:ext>
                  </a:extLst>
                </p14:cNvPr>
                <p14:cNvContentPartPr/>
                <p14:nvPr/>
              </p14:nvContentPartPr>
              <p14:xfrm>
                <a:off x="7282224" y="3167856"/>
                <a:ext cx="100800" cy="69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E4BBD2B-2461-5907-ABAB-A47E1260E04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64224" y="3150216"/>
                  <a:ext cx="136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B85E33-829F-656D-4355-30A9FD78FBDB}"/>
                    </a:ext>
                  </a:extLst>
                </p14:cNvPr>
                <p14:cNvContentPartPr/>
                <p14:nvPr/>
              </p14:nvContentPartPr>
              <p14:xfrm>
                <a:off x="7455744" y="3154536"/>
                <a:ext cx="114840" cy="66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B85E33-829F-656D-4355-30A9FD78FB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38104" y="3136896"/>
                  <a:ext cx="150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A822DE-23CD-DDD5-A6FB-2EEE0ACA1BBF}"/>
                    </a:ext>
                  </a:extLst>
                </p14:cNvPr>
                <p14:cNvContentPartPr/>
                <p14:nvPr/>
              </p14:nvContentPartPr>
              <p14:xfrm>
                <a:off x="7422984" y="3116376"/>
                <a:ext cx="181080" cy="141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A822DE-23CD-DDD5-A6FB-2EEE0ACA1BB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05344" y="3098736"/>
                  <a:ext cx="216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C7EC42-B5AD-CFAD-28DC-7358C6D3137D}"/>
                    </a:ext>
                  </a:extLst>
                </p14:cNvPr>
                <p14:cNvContentPartPr/>
                <p14:nvPr/>
              </p14:nvContentPartPr>
              <p14:xfrm>
                <a:off x="7814664" y="2999016"/>
                <a:ext cx="51480" cy="24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C7EC42-B5AD-CFAD-28DC-7358C6D3137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96664" y="2981376"/>
                  <a:ext cx="87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F00A5E7-8CEC-4805-6A39-A55DCCCA2DB7}"/>
                    </a:ext>
                  </a:extLst>
                </p14:cNvPr>
                <p14:cNvContentPartPr/>
                <p14:nvPr/>
              </p14:nvContentPartPr>
              <p14:xfrm>
                <a:off x="7965864" y="3153096"/>
                <a:ext cx="103680" cy="83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00A5E7-8CEC-4805-6A39-A55DCCCA2DB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47864" y="3135096"/>
                  <a:ext cx="139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508ADFC-C0A7-D717-C9E9-47FF1307A7BA}"/>
                    </a:ext>
                  </a:extLst>
                </p14:cNvPr>
                <p14:cNvContentPartPr/>
                <p14:nvPr/>
              </p14:nvContentPartPr>
              <p14:xfrm>
                <a:off x="8162784" y="3131136"/>
                <a:ext cx="123120" cy="10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508ADFC-C0A7-D717-C9E9-47FF1307A7B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45144" y="3113136"/>
                  <a:ext cx="158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847A888-B109-C0E0-752D-09AEAB23A8AB}"/>
                    </a:ext>
                  </a:extLst>
                </p14:cNvPr>
                <p14:cNvContentPartPr/>
                <p14:nvPr/>
              </p14:nvContentPartPr>
              <p14:xfrm>
                <a:off x="8344224" y="3093336"/>
                <a:ext cx="126000" cy="106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847A888-B109-C0E0-752D-09AEAB23A8A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26584" y="3075696"/>
                  <a:ext cx="1616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5FE65DF-9A0C-409D-D483-8D8EEF89ACDE}"/>
                  </a:ext>
                </a:extLst>
              </p14:cNvPr>
              <p14:cNvContentPartPr/>
              <p14:nvPr/>
            </p14:nvContentPartPr>
            <p14:xfrm>
              <a:off x="9626184" y="1993176"/>
              <a:ext cx="223560" cy="277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5FE65DF-9A0C-409D-D483-8D8EEF89ACD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608544" y="1975536"/>
                <a:ext cx="2592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039AAD4-8DF6-A708-A703-D37AF0492356}"/>
                  </a:ext>
                </a:extLst>
              </p14:cNvPr>
              <p14:cNvContentPartPr/>
              <p14:nvPr/>
            </p14:nvContentPartPr>
            <p14:xfrm>
              <a:off x="3073464" y="1033776"/>
              <a:ext cx="368280" cy="290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039AAD4-8DF6-A708-A703-D37AF049235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055464" y="1016136"/>
                <a:ext cx="403920" cy="3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0804A311-1D4D-B007-05C8-97B31C51A5CE}"/>
              </a:ext>
            </a:extLst>
          </p:cNvPr>
          <p:cNvGrpSpPr/>
          <p:nvPr/>
        </p:nvGrpSpPr>
        <p:grpSpPr>
          <a:xfrm>
            <a:off x="3035664" y="3769056"/>
            <a:ext cx="3267000" cy="468720"/>
            <a:chOff x="3035664" y="3769056"/>
            <a:chExt cx="326700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61F7AD-1205-EC55-27F5-19474ED330F0}"/>
                    </a:ext>
                  </a:extLst>
                </p14:cNvPr>
                <p14:cNvContentPartPr/>
                <p14:nvPr/>
              </p14:nvContentPartPr>
              <p14:xfrm>
                <a:off x="3035664" y="3769056"/>
                <a:ext cx="131040" cy="46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61F7AD-1205-EC55-27F5-19474ED330F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18024" y="3751056"/>
                  <a:ext cx="1666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952D3F-F754-913F-D958-3BAAEE5656C5}"/>
                    </a:ext>
                  </a:extLst>
                </p14:cNvPr>
                <p14:cNvContentPartPr/>
                <p14:nvPr/>
              </p14:nvContentPartPr>
              <p14:xfrm>
                <a:off x="3274344" y="3855816"/>
                <a:ext cx="104040" cy="174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952D3F-F754-913F-D958-3BAAEE5656C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56704" y="3837816"/>
                  <a:ext cx="139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43E2EAC-52BE-7083-81E3-3511C7EF866E}"/>
                    </a:ext>
                  </a:extLst>
                </p14:cNvPr>
                <p14:cNvContentPartPr/>
                <p14:nvPr/>
              </p14:nvContentPartPr>
              <p14:xfrm>
                <a:off x="3241584" y="3789576"/>
                <a:ext cx="222840" cy="263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43E2EAC-52BE-7083-81E3-3511C7EF866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23584" y="3771576"/>
                  <a:ext cx="258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C5E932E-B75E-9EB7-83ED-28A7746A9F0F}"/>
                    </a:ext>
                  </a:extLst>
                </p14:cNvPr>
                <p14:cNvContentPartPr/>
                <p14:nvPr/>
              </p14:nvContentPartPr>
              <p14:xfrm>
                <a:off x="3551184" y="3860856"/>
                <a:ext cx="122400" cy="166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C5E932E-B75E-9EB7-83ED-28A7746A9F0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33184" y="3842856"/>
                  <a:ext cx="158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B9758B-A237-DC0C-C35E-2367C385D3E8}"/>
                    </a:ext>
                  </a:extLst>
                </p14:cNvPr>
                <p14:cNvContentPartPr/>
                <p14:nvPr/>
              </p14:nvContentPartPr>
              <p14:xfrm>
                <a:off x="3735144" y="3924576"/>
                <a:ext cx="145440" cy="115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B9758B-A237-DC0C-C35E-2367C385D3E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17504" y="3906576"/>
                  <a:ext cx="181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242BDC-347A-1A06-69A6-1F1DB725E2AA}"/>
                    </a:ext>
                  </a:extLst>
                </p14:cNvPr>
                <p14:cNvContentPartPr/>
                <p14:nvPr/>
              </p14:nvContentPartPr>
              <p14:xfrm>
                <a:off x="3916224" y="3950136"/>
                <a:ext cx="141480" cy="84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242BDC-347A-1A06-69A6-1F1DB725E2A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898224" y="3932496"/>
                  <a:ext cx="177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4D2E972-2368-360D-C40F-CF3F4A4B9D37}"/>
                    </a:ext>
                  </a:extLst>
                </p14:cNvPr>
                <p14:cNvContentPartPr/>
                <p14:nvPr/>
              </p14:nvContentPartPr>
              <p14:xfrm>
                <a:off x="4133664" y="3964176"/>
                <a:ext cx="236160" cy="273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4D2E972-2368-360D-C40F-CF3F4A4B9D3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16024" y="3946536"/>
                  <a:ext cx="271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ABF0DE-B1A0-E110-FC82-B2B9D6B8C195}"/>
                    </a:ext>
                  </a:extLst>
                </p14:cNvPr>
                <p14:cNvContentPartPr/>
                <p14:nvPr/>
              </p14:nvContentPartPr>
              <p14:xfrm>
                <a:off x="4598424" y="3780576"/>
                <a:ext cx="27000" cy="27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ABF0DE-B1A0-E110-FC82-B2B9D6B8C19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580424" y="3762576"/>
                  <a:ext cx="626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5CA57B-D37B-04E8-A3E9-EB3EBD6BD6B8}"/>
                    </a:ext>
                  </a:extLst>
                </p14:cNvPr>
                <p14:cNvContentPartPr/>
                <p14:nvPr/>
              </p14:nvContentPartPr>
              <p14:xfrm>
                <a:off x="4541184" y="3945096"/>
                <a:ext cx="271800" cy="9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5CA57B-D37B-04E8-A3E9-EB3EBD6BD6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23184" y="3927456"/>
                  <a:ext cx="307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DCB56BB-CD30-8C93-1674-2B476A6709CF}"/>
                    </a:ext>
                  </a:extLst>
                </p14:cNvPr>
                <p14:cNvContentPartPr/>
                <p14:nvPr/>
              </p14:nvContentPartPr>
              <p14:xfrm>
                <a:off x="5027904" y="3951216"/>
                <a:ext cx="235440" cy="15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DCB56BB-CD30-8C93-1674-2B476A6709C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009904" y="3933216"/>
                  <a:ext cx="271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FD0495-3375-A449-C565-AAB78AAEC079}"/>
                    </a:ext>
                  </a:extLst>
                </p14:cNvPr>
                <p14:cNvContentPartPr/>
                <p14:nvPr/>
              </p14:nvContentPartPr>
              <p14:xfrm>
                <a:off x="5322744" y="3998016"/>
                <a:ext cx="143640" cy="99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FD0495-3375-A449-C565-AAB78AAEC07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05104" y="3980376"/>
                  <a:ext cx="179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48BF51-B3FC-C7C0-88B0-526E37B31513}"/>
                    </a:ext>
                  </a:extLst>
                </p14:cNvPr>
                <p14:cNvContentPartPr/>
                <p14:nvPr/>
              </p14:nvContentPartPr>
              <p14:xfrm>
                <a:off x="5503464" y="3964536"/>
                <a:ext cx="259920" cy="136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48BF51-B3FC-C7C0-88B0-526E37B315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85824" y="3946536"/>
                  <a:ext cx="295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CC385C-F865-07D9-E2E3-D041AE36DE39}"/>
                    </a:ext>
                  </a:extLst>
                </p14:cNvPr>
                <p14:cNvContentPartPr/>
                <p14:nvPr/>
              </p14:nvContentPartPr>
              <p14:xfrm>
                <a:off x="5799024" y="4009896"/>
                <a:ext cx="78120" cy="69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CC385C-F865-07D9-E2E3-D041AE36DE3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81024" y="3991896"/>
                  <a:ext cx="113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AB6D78-7E14-B656-054D-A7837C2F8068}"/>
                    </a:ext>
                  </a:extLst>
                </p14:cNvPr>
                <p14:cNvContentPartPr/>
                <p14:nvPr/>
              </p14:nvContentPartPr>
              <p14:xfrm>
                <a:off x="5953464" y="3977856"/>
                <a:ext cx="120240" cy="116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AB6D78-7E14-B656-054D-A7837C2F806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35824" y="3960216"/>
                  <a:ext cx="155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0357A59-BC33-300D-7350-3C027C1B63CD}"/>
                    </a:ext>
                  </a:extLst>
                </p14:cNvPr>
                <p14:cNvContentPartPr/>
                <p14:nvPr/>
              </p14:nvContentPartPr>
              <p14:xfrm>
                <a:off x="6115824" y="4000896"/>
                <a:ext cx="186840" cy="93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0357A59-BC33-300D-7350-3C027C1B63C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98184" y="3983256"/>
                  <a:ext cx="2224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67FA18A-212C-F28E-DFC3-19CF2DF6D83C}"/>
                  </a:ext>
                </a:extLst>
              </p14:cNvPr>
              <p14:cNvContentPartPr/>
              <p14:nvPr/>
            </p14:nvContentPartPr>
            <p14:xfrm>
              <a:off x="2028024" y="2849976"/>
              <a:ext cx="393480" cy="406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67FA18A-212C-F28E-DFC3-19CF2DF6D83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010024" y="2831976"/>
                <a:ext cx="429120" cy="44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10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5FFC-59BA-FB36-8916-F9DA19AC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5526D-ABBD-B955-1550-ADF73DFA6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744236"/>
            <a:ext cx="10205387" cy="60040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C46FF2E-661D-4B9F-9086-AB28AA448992}"/>
              </a:ext>
            </a:extLst>
          </p:cNvPr>
          <p:cNvGrpSpPr/>
          <p:nvPr/>
        </p:nvGrpSpPr>
        <p:grpSpPr>
          <a:xfrm>
            <a:off x="1648944" y="3217176"/>
            <a:ext cx="1470600" cy="1157040"/>
            <a:chOff x="1648944" y="3217176"/>
            <a:chExt cx="1470600" cy="11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EC0A0D-7F65-9138-C4A6-AA7B5C3ED040}"/>
                    </a:ext>
                  </a:extLst>
                </p14:cNvPr>
                <p14:cNvContentPartPr/>
                <p14:nvPr/>
              </p14:nvContentPartPr>
              <p14:xfrm>
                <a:off x="2111184" y="3217176"/>
                <a:ext cx="892440" cy="947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EC0A0D-7F65-9138-C4A6-AA7B5C3ED04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93184" y="3199176"/>
                  <a:ext cx="92808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9D0FD8-AE50-E512-14D4-D90BCC73B5A5}"/>
                    </a:ext>
                  </a:extLst>
                </p14:cNvPr>
                <p14:cNvContentPartPr/>
                <p14:nvPr/>
              </p14:nvContentPartPr>
              <p14:xfrm>
                <a:off x="2215584" y="3849696"/>
                <a:ext cx="9360" cy="11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9D0FD8-AE50-E512-14D4-D90BCC73B5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97944" y="3832056"/>
                  <a:ext cx="45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DDF08C-B3C6-F553-659B-0CD8330BCB8F}"/>
                    </a:ext>
                  </a:extLst>
                </p14:cNvPr>
                <p14:cNvContentPartPr/>
                <p14:nvPr/>
              </p14:nvContentPartPr>
              <p14:xfrm>
                <a:off x="2086344" y="3751416"/>
                <a:ext cx="294120" cy="243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DDF08C-B3C6-F553-659B-0CD8330BCB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68344" y="3733776"/>
                  <a:ext cx="329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A86A89-CEC2-D4F2-3C55-2CDB04A76057}"/>
                    </a:ext>
                  </a:extLst>
                </p14:cNvPr>
                <p14:cNvContentPartPr/>
                <p14:nvPr/>
              </p14:nvContentPartPr>
              <p14:xfrm>
                <a:off x="1648944" y="4248216"/>
                <a:ext cx="38772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A86A89-CEC2-D4F2-3C55-2CDB04A7605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30944" y="4230216"/>
                  <a:ext cx="423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CEA435-20C9-F76F-0AC2-478AF7CD37B6}"/>
                    </a:ext>
                  </a:extLst>
                </p14:cNvPr>
                <p14:cNvContentPartPr/>
                <p14:nvPr/>
              </p14:nvContentPartPr>
              <p14:xfrm>
                <a:off x="2409624" y="4034736"/>
                <a:ext cx="180360" cy="209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CEA435-20C9-F76F-0AC2-478AF7CD37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91984" y="4017096"/>
                  <a:ext cx="216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5F3B44-89F1-F08D-E22B-CE138AF49138}"/>
                    </a:ext>
                  </a:extLst>
                </p14:cNvPr>
                <p14:cNvContentPartPr/>
                <p14:nvPr/>
              </p14:nvContentPartPr>
              <p14:xfrm>
                <a:off x="2608344" y="4146336"/>
                <a:ext cx="101520" cy="11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5F3B44-89F1-F08D-E22B-CE138AF491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90344" y="4128336"/>
                  <a:ext cx="137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4B35DD-856D-2E6E-EE04-D68D968A3A65}"/>
                    </a:ext>
                  </a:extLst>
                </p14:cNvPr>
                <p14:cNvContentPartPr/>
                <p14:nvPr/>
              </p14:nvContentPartPr>
              <p14:xfrm>
                <a:off x="2749824" y="4149216"/>
                <a:ext cx="170280" cy="7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4B35DD-856D-2E6E-EE04-D68D968A3A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31824" y="4131576"/>
                  <a:ext cx="205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CAC2A4-74C9-F9D0-68E8-03C4546373F5}"/>
                    </a:ext>
                  </a:extLst>
                </p14:cNvPr>
                <p14:cNvContentPartPr/>
                <p14:nvPr/>
              </p14:nvContentPartPr>
              <p14:xfrm>
                <a:off x="2945304" y="4159296"/>
                <a:ext cx="174240" cy="21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CAC2A4-74C9-F9D0-68E8-03C4546373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27664" y="4141296"/>
                  <a:ext cx="20988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B837A0-B3F5-FBC2-4566-311ECD2A1450}"/>
                  </a:ext>
                </a:extLst>
              </p14:cNvPr>
              <p14:cNvContentPartPr/>
              <p14:nvPr/>
            </p14:nvContentPartPr>
            <p14:xfrm>
              <a:off x="10315224" y="1840536"/>
              <a:ext cx="1185480" cy="913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B837A0-B3F5-FBC2-4566-311ECD2A145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297584" y="1822536"/>
                <a:ext cx="1221120" cy="9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913332E2-EFED-BDA6-27D3-A53384BBE845}"/>
              </a:ext>
            </a:extLst>
          </p:cNvPr>
          <p:cNvGrpSpPr/>
          <p:nvPr/>
        </p:nvGrpSpPr>
        <p:grpSpPr>
          <a:xfrm>
            <a:off x="3297024" y="2298816"/>
            <a:ext cx="1571040" cy="977400"/>
            <a:chOff x="3297024" y="2298816"/>
            <a:chExt cx="1571040" cy="9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95DA67-1455-9787-5D4A-6616F12C73C6}"/>
                    </a:ext>
                  </a:extLst>
                </p14:cNvPr>
                <p14:cNvContentPartPr/>
                <p14:nvPr/>
              </p14:nvContentPartPr>
              <p14:xfrm>
                <a:off x="3297024" y="2979216"/>
                <a:ext cx="348480" cy="297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95DA67-1455-9787-5D4A-6616F12C73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79384" y="2961576"/>
                  <a:ext cx="3841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B14EEDF-2217-A52B-0C64-5EF0252298C1}"/>
                    </a:ext>
                  </a:extLst>
                </p14:cNvPr>
                <p14:cNvContentPartPr/>
                <p14:nvPr/>
              </p14:nvContentPartPr>
              <p14:xfrm>
                <a:off x="3390984" y="2644056"/>
                <a:ext cx="201960" cy="28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B14EEDF-2217-A52B-0C64-5EF0252298C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73344" y="2626416"/>
                  <a:ext cx="2376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231C39-7AC1-E212-4AEB-7653170F8243}"/>
                    </a:ext>
                  </a:extLst>
                </p14:cNvPr>
                <p14:cNvContentPartPr/>
                <p14:nvPr/>
              </p14:nvContentPartPr>
              <p14:xfrm>
                <a:off x="3524184" y="2355696"/>
                <a:ext cx="143280" cy="136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231C39-7AC1-E212-4AEB-7653170F824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06544" y="2337696"/>
                  <a:ext cx="178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B635C5-8D62-E951-2D54-1D0E5AEE0E99}"/>
                    </a:ext>
                  </a:extLst>
                </p14:cNvPr>
                <p14:cNvContentPartPr/>
                <p14:nvPr/>
              </p14:nvContentPartPr>
              <p14:xfrm>
                <a:off x="3425904" y="2298816"/>
                <a:ext cx="342000" cy="291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B635C5-8D62-E951-2D54-1D0E5AEE0E9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07904" y="2280816"/>
                  <a:ext cx="3776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F9CC91-968A-1BD9-07D8-B4ECBE653D7F}"/>
                    </a:ext>
                  </a:extLst>
                </p14:cNvPr>
                <p14:cNvContentPartPr/>
                <p14:nvPr/>
              </p14:nvContentPartPr>
              <p14:xfrm>
                <a:off x="3861864" y="2347776"/>
                <a:ext cx="128160" cy="140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F9CC91-968A-1BD9-07D8-B4ECBE653D7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844224" y="2329776"/>
                  <a:ext cx="163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902597-774C-F8E3-C625-603506B334FA}"/>
                    </a:ext>
                  </a:extLst>
                </p14:cNvPr>
                <p14:cNvContentPartPr/>
                <p14:nvPr/>
              </p14:nvContentPartPr>
              <p14:xfrm>
                <a:off x="3957624" y="2353896"/>
                <a:ext cx="69480" cy="155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902597-774C-F8E3-C625-603506B334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39624" y="2335896"/>
                  <a:ext cx="105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D039B8-14BE-268D-C27B-90B7FF3ED28C}"/>
                    </a:ext>
                  </a:extLst>
                </p14:cNvPr>
                <p14:cNvContentPartPr/>
                <p14:nvPr/>
              </p14:nvContentPartPr>
              <p14:xfrm>
                <a:off x="3876624" y="2490696"/>
                <a:ext cx="128880" cy="1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D039B8-14BE-268D-C27B-90B7FF3ED2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58624" y="2473056"/>
                  <a:ext cx="164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14354C-FCD9-AE90-54F4-CAD703E3E101}"/>
                    </a:ext>
                  </a:extLst>
                </p14:cNvPr>
                <p14:cNvContentPartPr/>
                <p14:nvPr/>
              </p14:nvContentPartPr>
              <p14:xfrm>
                <a:off x="4139424" y="2367216"/>
                <a:ext cx="33408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14354C-FCD9-AE90-54F4-CAD703E3E1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21424" y="2349216"/>
                  <a:ext cx="369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CBFECD-F7D0-B86E-09E5-449C25BFFC84}"/>
                    </a:ext>
                  </a:extLst>
                </p14:cNvPr>
                <p14:cNvContentPartPr/>
                <p14:nvPr/>
              </p14:nvContentPartPr>
              <p14:xfrm>
                <a:off x="4368384" y="2320056"/>
                <a:ext cx="23040" cy="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CBFECD-F7D0-B86E-09E5-449C25BFFC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50384" y="2302416"/>
                  <a:ext cx="58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427EE9-E355-F8CF-D5BF-AB04F94E10AE}"/>
                    </a:ext>
                  </a:extLst>
                </p14:cNvPr>
                <p14:cNvContentPartPr/>
                <p14:nvPr/>
              </p14:nvContentPartPr>
              <p14:xfrm>
                <a:off x="4477824" y="2354976"/>
                <a:ext cx="141840" cy="13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427EE9-E355-F8CF-D5BF-AB04F94E10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59824" y="2337336"/>
                  <a:ext cx="177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1ED883-C8D2-BA1B-6F58-49312DCD4142}"/>
                    </a:ext>
                  </a:extLst>
                </p14:cNvPr>
                <p14:cNvContentPartPr/>
                <p14:nvPr/>
              </p14:nvContentPartPr>
              <p14:xfrm>
                <a:off x="4679064" y="2370816"/>
                <a:ext cx="189000" cy="8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1ED883-C8D2-BA1B-6F58-49312DCD414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61424" y="2352816"/>
                  <a:ext cx="224640" cy="12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47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75B2-712F-CE1E-3BDB-DB7AA427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13C7F-EBEC-4DAE-5EFE-9787AE2F7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617108"/>
            <a:ext cx="10536555" cy="616774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1A9706A-5CC8-D249-ECED-83984C227AA0}"/>
              </a:ext>
            </a:extLst>
          </p:cNvPr>
          <p:cNvGrpSpPr/>
          <p:nvPr/>
        </p:nvGrpSpPr>
        <p:grpSpPr>
          <a:xfrm>
            <a:off x="983664" y="2772216"/>
            <a:ext cx="1836720" cy="2492280"/>
            <a:chOff x="983664" y="2772216"/>
            <a:chExt cx="1836720" cy="24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F3386C-7762-BC76-2D3A-5E7A8FCFCF3E}"/>
                    </a:ext>
                  </a:extLst>
                </p14:cNvPr>
                <p14:cNvContentPartPr/>
                <p14:nvPr/>
              </p14:nvContentPartPr>
              <p14:xfrm>
                <a:off x="1318104" y="2772216"/>
                <a:ext cx="1502280" cy="2426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F3386C-7762-BC76-2D3A-5E7A8FCFCF3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00464" y="2754216"/>
                  <a:ext cx="1537920" cy="24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8DFD7A-B83B-D31C-8A06-BEEFF6A01832}"/>
                    </a:ext>
                  </a:extLst>
                </p14:cNvPr>
                <p14:cNvContentPartPr/>
                <p14:nvPr/>
              </p14:nvContentPartPr>
              <p14:xfrm>
                <a:off x="983664" y="5251896"/>
                <a:ext cx="333000" cy="12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8DFD7A-B83B-D31C-8A06-BEEFF6A018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6024" y="5233896"/>
                  <a:ext cx="36864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7D1A75-C6CD-DB1C-B0AA-6EAAE880D3DB}"/>
                  </a:ext>
                </a:extLst>
              </p14:cNvPr>
              <p14:cNvContentPartPr/>
              <p14:nvPr/>
            </p14:nvContentPartPr>
            <p14:xfrm>
              <a:off x="2757744" y="2751336"/>
              <a:ext cx="378720" cy="356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7D1A75-C6CD-DB1C-B0AA-6EAAE880D3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0104" y="2733696"/>
                <a:ext cx="414360" cy="39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580D841-EEFA-74AD-B54E-803229A07614}"/>
              </a:ext>
            </a:extLst>
          </p:cNvPr>
          <p:cNvGrpSpPr/>
          <p:nvPr/>
        </p:nvGrpSpPr>
        <p:grpSpPr>
          <a:xfrm>
            <a:off x="2137104" y="4324176"/>
            <a:ext cx="1172880" cy="583200"/>
            <a:chOff x="2137104" y="4324176"/>
            <a:chExt cx="1172880" cy="5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9028167-347E-5ABE-5FD1-6E3744FA985C}"/>
                    </a:ext>
                  </a:extLst>
                </p14:cNvPr>
                <p14:cNvContentPartPr/>
                <p14:nvPr/>
              </p14:nvContentPartPr>
              <p14:xfrm>
                <a:off x="2261304" y="4414176"/>
                <a:ext cx="8280" cy="144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9028167-347E-5ABE-5FD1-6E3744FA98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43664" y="4396536"/>
                  <a:ext cx="43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9269CD-1998-DB8D-0EAE-AA54FE65D32A}"/>
                    </a:ext>
                  </a:extLst>
                </p14:cNvPr>
                <p14:cNvContentPartPr/>
                <p14:nvPr/>
              </p14:nvContentPartPr>
              <p14:xfrm>
                <a:off x="2137104" y="4347576"/>
                <a:ext cx="315720" cy="248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9269CD-1998-DB8D-0EAE-AA54FE65D3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19464" y="4329936"/>
                  <a:ext cx="351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9EFB87-79E5-6694-F2DC-340CCD811A36}"/>
                    </a:ext>
                  </a:extLst>
                </p14:cNvPr>
                <p14:cNvContentPartPr/>
                <p14:nvPr/>
              </p14:nvContentPartPr>
              <p14:xfrm>
                <a:off x="2561184" y="4324176"/>
                <a:ext cx="146160" cy="16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9EFB87-79E5-6694-F2DC-340CCD811A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43544" y="4306536"/>
                  <a:ext cx="181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FB9B41-564D-3B50-0904-47CE650AA530}"/>
                    </a:ext>
                  </a:extLst>
                </p14:cNvPr>
                <p14:cNvContentPartPr/>
                <p14:nvPr/>
              </p14:nvContentPartPr>
              <p14:xfrm>
                <a:off x="2715264" y="4385376"/>
                <a:ext cx="110880" cy="117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FB9B41-564D-3B50-0904-47CE650AA5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97624" y="4367736"/>
                  <a:ext cx="146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15E247C-465E-C14D-AC76-FCBE095779E8}"/>
                    </a:ext>
                  </a:extLst>
                </p14:cNvPr>
                <p14:cNvContentPartPr/>
                <p14:nvPr/>
              </p14:nvContentPartPr>
              <p14:xfrm>
                <a:off x="2847024" y="4403736"/>
                <a:ext cx="126000" cy="87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15E247C-465E-C14D-AC76-FCBE095779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29024" y="4385736"/>
                  <a:ext cx="161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8C8A3D-A3D4-5DF0-E1C5-E34F83AE2A70}"/>
                    </a:ext>
                  </a:extLst>
                </p14:cNvPr>
                <p14:cNvContentPartPr/>
                <p14:nvPr/>
              </p14:nvContentPartPr>
              <p14:xfrm>
                <a:off x="2994984" y="4421376"/>
                <a:ext cx="151920" cy="214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8C8A3D-A3D4-5DF0-E1C5-E34F83AE2A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76984" y="4403736"/>
                  <a:ext cx="187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BD1989-8483-05CA-2E37-9127741B3D79}"/>
                    </a:ext>
                  </a:extLst>
                </p14:cNvPr>
                <p14:cNvContentPartPr/>
                <p14:nvPr/>
              </p14:nvContentPartPr>
              <p14:xfrm>
                <a:off x="3216744" y="4393296"/>
                <a:ext cx="26280" cy="10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BD1989-8483-05CA-2E37-9127741B3D7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99104" y="4375656"/>
                  <a:ext cx="61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DDE95B-1C90-CEF0-7F97-C9BF107344DA}"/>
                    </a:ext>
                  </a:extLst>
                </p14:cNvPr>
                <p14:cNvContentPartPr/>
                <p14:nvPr/>
              </p14:nvContentPartPr>
              <p14:xfrm>
                <a:off x="3160944" y="4424976"/>
                <a:ext cx="149040" cy="1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DDE95B-1C90-CEF0-7F97-C9BF107344D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43304" y="4406976"/>
                  <a:ext cx="184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6A9777-3ED5-33E5-2C3A-5E219FFDC88B}"/>
                    </a:ext>
                  </a:extLst>
                </p14:cNvPr>
                <p14:cNvContentPartPr/>
                <p14:nvPr/>
              </p14:nvContentPartPr>
              <p14:xfrm>
                <a:off x="2490264" y="4660776"/>
                <a:ext cx="20988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6A9777-3ED5-33E5-2C3A-5E219FFDC88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72624" y="4642776"/>
                  <a:ext cx="245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598DDD-3646-9876-F72C-6E93E06B957D}"/>
                    </a:ext>
                  </a:extLst>
                </p14:cNvPr>
                <p14:cNvContentPartPr/>
                <p14:nvPr/>
              </p14:nvContentPartPr>
              <p14:xfrm>
                <a:off x="2711664" y="4728816"/>
                <a:ext cx="112680" cy="96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598DDD-3646-9876-F72C-6E93E06B957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94024" y="4710816"/>
                  <a:ext cx="148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B13FD7-F6EE-AD30-B8F7-FCCF52817B06}"/>
                    </a:ext>
                  </a:extLst>
                </p14:cNvPr>
                <p14:cNvContentPartPr/>
                <p14:nvPr/>
              </p14:nvContentPartPr>
              <p14:xfrm>
                <a:off x="2860344" y="4750416"/>
                <a:ext cx="61200" cy="7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B13FD7-F6EE-AD30-B8F7-FCCF52817B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42704" y="4732416"/>
                  <a:ext cx="96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CB231FC-16FB-4A48-607B-D2D66CDD8532}"/>
                    </a:ext>
                  </a:extLst>
                </p14:cNvPr>
                <p14:cNvContentPartPr/>
                <p14:nvPr/>
              </p14:nvContentPartPr>
              <p14:xfrm>
                <a:off x="3010464" y="4757616"/>
                <a:ext cx="118440" cy="14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CB231FC-16FB-4A48-607B-D2D66CDD853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92824" y="4739616"/>
                  <a:ext cx="15408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A5995C-6258-D1AA-7460-A6F9AF61037A}"/>
              </a:ext>
            </a:extLst>
          </p:cNvPr>
          <p:cNvGrpSpPr/>
          <p:nvPr/>
        </p:nvGrpSpPr>
        <p:grpSpPr>
          <a:xfrm>
            <a:off x="5550984" y="3238416"/>
            <a:ext cx="3319200" cy="442440"/>
            <a:chOff x="5550984" y="3238416"/>
            <a:chExt cx="331920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6AE389-CE12-EC66-3B28-4122CF9CF1B3}"/>
                    </a:ext>
                  </a:extLst>
                </p14:cNvPr>
                <p14:cNvContentPartPr/>
                <p14:nvPr/>
              </p14:nvContentPartPr>
              <p14:xfrm>
                <a:off x="5618304" y="3318336"/>
                <a:ext cx="156240" cy="11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6AE389-CE12-EC66-3B28-4122CF9CF1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00304" y="3300336"/>
                  <a:ext cx="191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F67E42-61FF-F6C5-4F1B-41D44DD076CD}"/>
                    </a:ext>
                  </a:extLst>
                </p14:cNvPr>
                <p14:cNvContentPartPr/>
                <p14:nvPr/>
              </p14:nvContentPartPr>
              <p14:xfrm>
                <a:off x="5550984" y="3238416"/>
                <a:ext cx="455040" cy="28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F67E42-61FF-F6C5-4F1B-41D44DD076C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33344" y="3220416"/>
                  <a:ext cx="490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F3FEFB-6280-2F34-5180-3C8ADBE67597}"/>
                    </a:ext>
                  </a:extLst>
                </p14:cNvPr>
                <p14:cNvContentPartPr/>
                <p14:nvPr/>
              </p14:nvContentPartPr>
              <p14:xfrm>
                <a:off x="6173424" y="3284496"/>
                <a:ext cx="144720" cy="196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F3FEFB-6280-2F34-5180-3C8ADBE675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55784" y="3266856"/>
                  <a:ext cx="180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BA216B-9F30-6C29-31C8-D4133B956E00}"/>
                    </a:ext>
                  </a:extLst>
                </p14:cNvPr>
                <p14:cNvContentPartPr/>
                <p14:nvPr/>
              </p14:nvContentPartPr>
              <p14:xfrm>
                <a:off x="6383664" y="3366216"/>
                <a:ext cx="126720" cy="108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BA216B-9F30-6C29-31C8-D4133B956E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65664" y="3348576"/>
                  <a:ext cx="162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3729F1-DA50-8639-E8C9-226EA6CED47E}"/>
                    </a:ext>
                  </a:extLst>
                </p14:cNvPr>
                <p14:cNvContentPartPr/>
                <p14:nvPr/>
              </p14:nvContentPartPr>
              <p14:xfrm>
                <a:off x="6553224" y="3378816"/>
                <a:ext cx="124200" cy="115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3729F1-DA50-8639-E8C9-226EA6CED47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35584" y="3360816"/>
                  <a:ext cx="159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9148A1-3CCA-E94F-55A9-02B712A2403F}"/>
                    </a:ext>
                  </a:extLst>
                </p14:cNvPr>
                <p14:cNvContentPartPr/>
                <p14:nvPr/>
              </p14:nvContentPartPr>
              <p14:xfrm>
                <a:off x="6742944" y="3266856"/>
                <a:ext cx="253080" cy="414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9148A1-3CCA-E94F-55A9-02B712A240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24944" y="3248856"/>
                  <a:ext cx="2887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32684A-99EA-16D1-5278-D8E76D56B7AA}"/>
                    </a:ext>
                  </a:extLst>
                </p14:cNvPr>
                <p14:cNvContentPartPr/>
                <p14:nvPr/>
              </p14:nvContentPartPr>
              <p14:xfrm>
                <a:off x="7021224" y="3322656"/>
                <a:ext cx="14040" cy="25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32684A-99EA-16D1-5278-D8E76D56B7A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03584" y="3305016"/>
                  <a:ext cx="49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A89A224-784D-AB9D-1962-146687386F97}"/>
                    </a:ext>
                  </a:extLst>
                </p14:cNvPr>
                <p14:cNvContentPartPr/>
                <p14:nvPr/>
              </p14:nvContentPartPr>
              <p14:xfrm>
                <a:off x="7150464" y="3265416"/>
                <a:ext cx="201960" cy="19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A89A224-784D-AB9D-1962-146687386F9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32824" y="3247776"/>
                  <a:ext cx="237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975421-8BB4-2765-7EF4-CDE7F5C01925}"/>
                    </a:ext>
                  </a:extLst>
                </p14:cNvPr>
                <p14:cNvContentPartPr/>
                <p14:nvPr/>
              </p14:nvContentPartPr>
              <p14:xfrm>
                <a:off x="7175664" y="3337056"/>
                <a:ext cx="103680" cy="42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975421-8BB4-2765-7EF4-CDE7F5C0192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57664" y="3319056"/>
                  <a:ext cx="139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83BF36-38F9-6096-0198-007A12B20750}"/>
                    </a:ext>
                  </a:extLst>
                </p14:cNvPr>
                <p14:cNvContentPartPr/>
                <p14:nvPr/>
              </p14:nvContentPartPr>
              <p14:xfrm>
                <a:off x="7452864" y="3301776"/>
                <a:ext cx="357840" cy="189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83BF36-38F9-6096-0198-007A12B2075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35224" y="3283776"/>
                  <a:ext cx="3934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AFE979-B37E-1772-F015-121EC978B197}"/>
                    </a:ext>
                  </a:extLst>
                </p14:cNvPr>
                <p14:cNvContentPartPr/>
                <p14:nvPr/>
              </p14:nvContentPartPr>
              <p14:xfrm>
                <a:off x="7953984" y="3335616"/>
                <a:ext cx="437040" cy="167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AFE979-B37E-1772-F015-121EC978B19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36344" y="3317976"/>
                  <a:ext cx="472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1E2B11-2B9C-B82D-F781-D52EC2C987EE}"/>
                    </a:ext>
                  </a:extLst>
                </p14:cNvPr>
                <p14:cNvContentPartPr/>
                <p14:nvPr/>
              </p14:nvContentPartPr>
              <p14:xfrm>
                <a:off x="8258544" y="3291696"/>
                <a:ext cx="30960" cy="2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1E2B11-2B9C-B82D-F781-D52EC2C987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40544" y="3273696"/>
                  <a:ext cx="66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161D29B-62E1-82B1-444B-4C43EF15CDBF}"/>
                    </a:ext>
                  </a:extLst>
                </p14:cNvPr>
                <p14:cNvContentPartPr/>
                <p14:nvPr/>
              </p14:nvContentPartPr>
              <p14:xfrm>
                <a:off x="8406144" y="3341376"/>
                <a:ext cx="199080" cy="118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161D29B-62E1-82B1-444B-4C43EF15CDB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88504" y="3323376"/>
                  <a:ext cx="234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BA4442-8D66-98B7-20D0-C031BFD49E75}"/>
                    </a:ext>
                  </a:extLst>
                </p14:cNvPr>
                <p14:cNvContentPartPr/>
                <p14:nvPr/>
              </p14:nvContentPartPr>
              <p14:xfrm>
                <a:off x="8656704" y="3329496"/>
                <a:ext cx="213480" cy="118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BA4442-8D66-98B7-20D0-C031BFD49E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38704" y="3311496"/>
                  <a:ext cx="2491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ADFBDEF-B5BE-1693-32A9-FDE0CF5D5275}"/>
              </a:ext>
            </a:extLst>
          </p:cNvPr>
          <p:cNvGrpSpPr/>
          <p:nvPr/>
        </p:nvGrpSpPr>
        <p:grpSpPr>
          <a:xfrm>
            <a:off x="6547464" y="3873816"/>
            <a:ext cx="2998080" cy="402120"/>
            <a:chOff x="6547464" y="3873816"/>
            <a:chExt cx="29980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E24D2D-668B-2121-3631-5C295167D605}"/>
                    </a:ext>
                  </a:extLst>
                </p14:cNvPr>
                <p14:cNvContentPartPr/>
                <p14:nvPr/>
              </p14:nvContentPartPr>
              <p14:xfrm>
                <a:off x="6547464" y="4098816"/>
                <a:ext cx="471240" cy="177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E24D2D-668B-2121-3631-5C295167D60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29824" y="4080816"/>
                  <a:ext cx="506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04900C-8B49-5881-4ED9-8B0E3F275DBA}"/>
                    </a:ext>
                  </a:extLst>
                </p14:cNvPr>
                <p14:cNvContentPartPr/>
                <p14:nvPr/>
              </p14:nvContentPartPr>
              <p14:xfrm>
                <a:off x="7006464" y="4043736"/>
                <a:ext cx="178560" cy="14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04900C-8B49-5881-4ED9-8B0E3F275DB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88824" y="4025736"/>
                  <a:ext cx="214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671085-4C3A-334B-C9FC-54BF0B72C46F}"/>
                    </a:ext>
                  </a:extLst>
                </p14:cNvPr>
                <p14:cNvContentPartPr/>
                <p14:nvPr/>
              </p14:nvContentPartPr>
              <p14:xfrm>
                <a:off x="7356384" y="3892536"/>
                <a:ext cx="234000" cy="222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671085-4C3A-334B-C9FC-54BF0B72C4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38744" y="3874896"/>
                  <a:ext cx="2696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7BD3A0-AC80-A982-3385-12B5C63009DC}"/>
                    </a:ext>
                  </a:extLst>
                </p14:cNvPr>
                <p14:cNvContentPartPr/>
                <p14:nvPr/>
              </p14:nvContentPartPr>
              <p14:xfrm>
                <a:off x="7552224" y="4010256"/>
                <a:ext cx="126000" cy="104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7BD3A0-AC80-A982-3385-12B5C63009D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34584" y="3992256"/>
                  <a:ext cx="161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A6D93D-7B67-D9B5-A15C-330A20321CF3}"/>
                    </a:ext>
                  </a:extLst>
                </p14:cNvPr>
                <p14:cNvContentPartPr/>
                <p14:nvPr/>
              </p14:nvContentPartPr>
              <p14:xfrm>
                <a:off x="7677144" y="4017816"/>
                <a:ext cx="17676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A6D93D-7B67-D9B5-A15C-330A20321C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59144" y="4000176"/>
                  <a:ext cx="212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0B4B4B-1F3E-C354-29EB-A2AEAAF767D7}"/>
                    </a:ext>
                  </a:extLst>
                </p14:cNvPr>
                <p14:cNvContentPartPr/>
                <p14:nvPr/>
              </p14:nvContentPartPr>
              <p14:xfrm>
                <a:off x="7922304" y="3998016"/>
                <a:ext cx="171360" cy="11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0B4B4B-1F3E-C354-29EB-A2AEAAF767D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904304" y="3980016"/>
                  <a:ext cx="207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EFAF3EF-7C54-05F2-1D84-FC0936DF81AB}"/>
                    </a:ext>
                  </a:extLst>
                </p14:cNvPr>
                <p14:cNvContentPartPr/>
                <p14:nvPr/>
              </p14:nvContentPartPr>
              <p14:xfrm>
                <a:off x="8124624" y="3873816"/>
                <a:ext cx="151200" cy="222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EFAF3EF-7C54-05F2-1D84-FC0936DF81A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06624" y="3855816"/>
                  <a:ext cx="186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A69BB1-430C-6483-2C1C-92843A0AF06F}"/>
                    </a:ext>
                  </a:extLst>
                </p14:cNvPr>
                <p14:cNvContentPartPr/>
                <p14:nvPr/>
              </p14:nvContentPartPr>
              <p14:xfrm>
                <a:off x="8080704" y="3982176"/>
                <a:ext cx="160200" cy="3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A69BB1-430C-6483-2C1C-92843A0AF0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63064" y="3964536"/>
                  <a:ext cx="195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639870-C1A3-F54A-20C1-AE73F39066B1}"/>
                    </a:ext>
                  </a:extLst>
                </p14:cNvPr>
                <p14:cNvContentPartPr/>
                <p14:nvPr/>
              </p14:nvContentPartPr>
              <p14:xfrm>
                <a:off x="8479224" y="3962736"/>
                <a:ext cx="165240" cy="253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639870-C1A3-F54A-20C1-AE73F39066B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61224" y="3944736"/>
                  <a:ext cx="2008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8401E2-DF76-E865-A176-A508327FE137}"/>
                    </a:ext>
                  </a:extLst>
                </p14:cNvPr>
                <p14:cNvContentPartPr/>
                <p14:nvPr/>
              </p14:nvContentPartPr>
              <p14:xfrm>
                <a:off x="8698824" y="3960216"/>
                <a:ext cx="146520" cy="134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8401E2-DF76-E865-A176-A508327FE1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81184" y="3942216"/>
                  <a:ext cx="182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649225-9A3C-BDA9-4F19-09F9C0AB6BCB}"/>
                    </a:ext>
                  </a:extLst>
                </p14:cNvPr>
                <p14:cNvContentPartPr/>
                <p14:nvPr/>
              </p14:nvContentPartPr>
              <p14:xfrm>
                <a:off x="8898264" y="3901176"/>
                <a:ext cx="267120" cy="306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649225-9A3C-BDA9-4F19-09F9C0AB6B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80264" y="3883176"/>
                  <a:ext cx="3027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9DDE2A-7144-FD12-C6FA-751456DD0A71}"/>
                    </a:ext>
                  </a:extLst>
                </p14:cNvPr>
                <p14:cNvContentPartPr/>
                <p14:nvPr/>
              </p14:nvContentPartPr>
              <p14:xfrm>
                <a:off x="9224064" y="3932496"/>
                <a:ext cx="10080" cy="2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9DDE2A-7144-FD12-C6FA-751456DD0A7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06424" y="3914856"/>
                  <a:ext cx="45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2B6108-7E8B-9626-4CB3-4D5F69714AF5}"/>
                    </a:ext>
                  </a:extLst>
                </p14:cNvPr>
                <p14:cNvContentPartPr/>
                <p14:nvPr/>
              </p14:nvContentPartPr>
              <p14:xfrm>
                <a:off x="9286344" y="3905136"/>
                <a:ext cx="167400" cy="21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2B6108-7E8B-9626-4CB3-4D5F69714A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68344" y="3887496"/>
                  <a:ext cx="203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BFB124-F8F0-F767-BD34-788568937D03}"/>
                    </a:ext>
                  </a:extLst>
                </p14:cNvPr>
                <p14:cNvContentPartPr/>
                <p14:nvPr/>
              </p14:nvContentPartPr>
              <p14:xfrm>
                <a:off x="9316944" y="4023936"/>
                <a:ext cx="228600" cy="28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BFB124-F8F0-F767-BD34-788568937D0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98944" y="4006296"/>
                  <a:ext cx="26424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6F815AF-9ED3-10E6-8B95-286B83A2EBB3}"/>
                  </a:ext>
                </a:extLst>
              </p14:cNvPr>
              <p14:cNvContentPartPr/>
              <p14:nvPr/>
            </p14:nvContentPartPr>
            <p14:xfrm>
              <a:off x="10445184" y="1854576"/>
              <a:ext cx="754560" cy="1612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6F815AF-9ED3-10E6-8B95-286B83A2EBB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427184" y="1836576"/>
                <a:ext cx="790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A0DA5D-1779-014A-0FDD-8C2C09390B71}"/>
                  </a:ext>
                </a:extLst>
              </p14:cNvPr>
              <p14:cNvContentPartPr/>
              <p14:nvPr/>
            </p14:nvContentPartPr>
            <p14:xfrm>
              <a:off x="10729944" y="792936"/>
              <a:ext cx="554400" cy="2944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A0DA5D-1779-014A-0FDD-8C2C09390B7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711944" y="775296"/>
                <a:ext cx="590040" cy="3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162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4B5D-0A9A-5B8B-44CA-E933BFC5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A499D31-1F3C-F46D-0A5B-9F24CFDF3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777896"/>
            <a:ext cx="10747248" cy="59520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B08643-1950-5E71-A125-6CFB131F3AD3}"/>
                  </a:ext>
                </a:extLst>
              </p14:cNvPr>
              <p14:cNvContentPartPr/>
              <p14:nvPr/>
            </p14:nvContentPartPr>
            <p14:xfrm>
              <a:off x="3433104" y="2822616"/>
              <a:ext cx="343440" cy="311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B08643-1950-5E71-A125-6CFB131F3A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5104" y="2804616"/>
                <a:ext cx="37908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1452CE-178A-47DE-B51B-F2D9FEB2A7BD}"/>
                  </a:ext>
                </a:extLst>
              </p14:cNvPr>
              <p14:cNvContentPartPr/>
              <p14:nvPr/>
            </p14:nvContentPartPr>
            <p14:xfrm>
              <a:off x="1721664" y="2684664"/>
              <a:ext cx="1745280" cy="240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1452CE-178A-47DE-B51B-F2D9FEB2A7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4024" y="2666664"/>
                <a:ext cx="1780920" cy="244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DD6693F-780F-B427-991C-04C295F495D8}"/>
              </a:ext>
            </a:extLst>
          </p:cNvPr>
          <p:cNvGrpSpPr/>
          <p:nvPr/>
        </p:nvGrpSpPr>
        <p:grpSpPr>
          <a:xfrm>
            <a:off x="1380024" y="2788704"/>
            <a:ext cx="2123640" cy="2675160"/>
            <a:chOff x="1380024" y="3319056"/>
            <a:chExt cx="2123640" cy="267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420A075-6C6E-A9B3-A184-FFDA4CA585CB}"/>
                    </a:ext>
                  </a:extLst>
                </p14:cNvPr>
                <p14:cNvContentPartPr/>
                <p14:nvPr/>
              </p14:nvContentPartPr>
              <p14:xfrm>
                <a:off x="1411344" y="5677776"/>
                <a:ext cx="298440" cy="1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420A075-6C6E-A9B3-A184-FFDA4CA585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93344" y="5660136"/>
                  <a:ext cx="334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419046-582E-F7CD-9DD6-4AAEA74921BE}"/>
                    </a:ext>
                  </a:extLst>
                </p14:cNvPr>
                <p14:cNvContentPartPr/>
                <p14:nvPr/>
              </p14:nvContentPartPr>
              <p14:xfrm>
                <a:off x="1380024" y="5978016"/>
                <a:ext cx="299880" cy="16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419046-582E-F7CD-9DD6-4AAEA74921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62384" y="5960016"/>
                  <a:ext cx="335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EA2FC9-2EDE-9E24-758B-607954AA6045}"/>
                    </a:ext>
                  </a:extLst>
                </p14:cNvPr>
                <p14:cNvContentPartPr/>
                <p14:nvPr/>
              </p14:nvContentPartPr>
              <p14:xfrm>
                <a:off x="1634184" y="3319056"/>
                <a:ext cx="1869480" cy="2603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5EA2FC9-2EDE-9E24-758B-607954AA60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16544" y="3301416"/>
                  <a:ext cx="1905120" cy="26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3805A7-0111-531B-D050-202D11FF02FD}"/>
                    </a:ext>
                  </a:extLst>
                </p14:cNvPr>
                <p14:cNvContentPartPr/>
                <p14:nvPr/>
              </p14:nvContentPartPr>
              <p14:xfrm>
                <a:off x="2620584" y="5052816"/>
                <a:ext cx="11160" cy="12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3805A7-0111-531B-D050-202D11FF02F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02584" y="5034816"/>
                  <a:ext cx="46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6B79C2-9BBB-2CAD-95FF-8242D0FFFDE8}"/>
                    </a:ext>
                  </a:extLst>
                </p14:cNvPr>
                <p14:cNvContentPartPr/>
                <p14:nvPr/>
              </p14:nvContentPartPr>
              <p14:xfrm>
                <a:off x="2478024" y="4939776"/>
                <a:ext cx="282960" cy="326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6B79C2-9BBB-2CAD-95FF-8242D0FFFD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60384" y="4922136"/>
                  <a:ext cx="3186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DE817D-C1A4-5985-932F-C2593084179D}"/>
              </a:ext>
            </a:extLst>
          </p:cNvPr>
          <p:cNvGrpSpPr/>
          <p:nvPr/>
        </p:nvGrpSpPr>
        <p:grpSpPr>
          <a:xfrm>
            <a:off x="4341744" y="2264904"/>
            <a:ext cx="905760" cy="521640"/>
            <a:chOff x="4341744" y="2795256"/>
            <a:chExt cx="90576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A630DE-25A1-1FE0-DDE6-B4E98E438871}"/>
                    </a:ext>
                  </a:extLst>
                </p14:cNvPr>
                <p14:cNvContentPartPr/>
                <p14:nvPr/>
              </p14:nvContentPartPr>
              <p14:xfrm>
                <a:off x="4341744" y="2795256"/>
                <a:ext cx="450000" cy="323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A630DE-25A1-1FE0-DDE6-B4E98E43887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23744" y="2777616"/>
                  <a:ext cx="4856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AAE5C5-53E6-D42F-6EB5-B5D625CC07B6}"/>
                    </a:ext>
                  </a:extLst>
                </p14:cNvPr>
                <p14:cNvContentPartPr/>
                <p14:nvPr/>
              </p14:nvContentPartPr>
              <p14:xfrm>
                <a:off x="4695984" y="2978136"/>
                <a:ext cx="551520" cy="338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AAE5C5-53E6-D42F-6EB5-B5D625CC07B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77984" y="2960496"/>
                  <a:ext cx="58716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615E28-5CE1-07AF-D29A-46CDED11CDF6}"/>
              </a:ext>
            </a:extLst>
          </p:cNvPr>
          <p:cNvGrpSpPr/>
          <p:nvPr/>
        </p:nvGrpSpPr>
        <p:grpSpPr>
          <a:xfrm>
            <a:off x="5191704" y="2201904"/>
            <a:ext cx="431280" cy="294480"/>
            <a:chOff x="5191704" y="2732256"/>
            <a:chExt cx="43128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D1FE1C-123C-DA3C-667C-009B03EC1B9F}"/>
                    </a:ext>
                  </a:extLst>
                </p14:cNvPr>
                <p14:cNvContentPartPr/>
                <p14:nvPr/>
              </p14:nvContentPartPr>
              <p14:xfrm>
                <a:off x="5284944" y="2803176"/>
                <a:ext cx="173880" cy="131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D1FE1C-123C-DA3C-667C-009B03EC1B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66944" y="2785176"/>
                  <a:ext cx="209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22C468-1D44-B12B-1A93-1BFA6895891E}"/>
                    </a:ext>
                  </a:extLst>
                </p14:cNvPr>
                <p14:cNvContentPartPr/>
                <p14:nvPr/>
              </p14:nvContentPartPr>
              <p14:xfrm>
                <a:off x="5191704" y="2732256"/>
                <a:ext cx="431280" cy="294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22C468-1D44-B12B-1A93-1BFA689589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73704" y="2714256"/>
                  <a:ext cx="46692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84178EA-00DD-F1D2-39CD-C5FCA7963D73}"/>
              </a:ext>
            </a:extLst>
          </p:cNvPr>
          <p:cNvGrpSpPr/>
          <p:nvPr/>
        </p:nvGrpSpPr>
        <p:grpSpPr>
          <a:xfrm>
            <a:off x="3391344" y="3762144"/>
            <a:ext cx="1270440" cy="1284840"/>
            <a:chOff x="3391344" y="4292496"/>
            <a:chExt cx="1270440" cy="12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657CF9-B7F5-6D5F-2E31-A2DD83F09FE1}"/>
                    </a:ext>
                  </a:extLst>
                </p14:cNvPr>
                <p14:cNvContentPartPr/>
                <p14:nvPr/>
              </p14:nvContentPartPr>
              <p14:xfrm>
                <a:off x="3568104" y="4292496"/>
                <a:ext cx="2880" cy="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657CF9-B7F5-6D5F-2E31-A2DD83F09FE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50104" y="4274856"/>
                  <a:ext cx="3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72E54-2340-D737-4F74-4D2DBE2A8091}"/>
                    </a:ext>
                  </a:extLst>
                </p14:cNvPr>
                <p14:cNvContentPartPr/>
                <p14:nvPr/>
              </p14:nvContentPartPr>
              <p14:xfrm>
                <a:off x="3569544" y="4359816"/>
                <a:ext cx="96120" cy="254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72E54-2340-D737-4F74-4D2DBE2A809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51544" y="4341816"/>
                  <a:ext cx="1317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23F473-8972-674B-BEF8-EE945C35B611}"/>
                    </a:ext>
                  </a:extLst>
                </p14:cNvPr>
                <p14:cNvContentPartPr/>
                <p14:nvPr/>
              </p14:nvContentPartPr>
              <p14:xfrm>
                <a:off x="3567384" y="4569696"/>
                <a:ext cx="157680" cy="6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23F473-8972-674B-BEF8-EE945C35B61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49744" y="4552056"/>
                  <a:ext cx="193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A57A1D-4D0B-9DD3-3DC9-05495BBD0A75}"/>
                    </a:ext>
                  </a:extLst>
                </p14:cNvPr>
                <p14:cNvContentPartPr/>
                <p14:nvPr/>
              </p14:nvContentPartPr>
              <p14:xfrm>
                <a:off x="3505464" y="4780656"/>
                <a:ext cx="112680" cy="141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A57A1D-4D0B-9DD3-3DC9-05495BBD0A7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87824" y="4762656"/>
                  <a:ext cx="1483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6CBA56-2C37-54B4-58CD-42B021C698D6}"/>
                    </a:ext>
                  </a:extLst>
                </p14:cNvPr>
                <p14:cNvContentPartPr/>
                <p14:nvPr/>
              </p14:nvContentPartPr>
              <p14:xfrm>
                <a:off x="3638664" y="4785336"/>
                <a:ext cx="73440" cy="145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6CBA56-2C37-54B4-58CD-42B021C698D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20664" y="4767696"/>
                  <a:ext cx="109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F5DCE2-5512-692B-7F13-6C6201930B93}"/>
                    </a:ext>
                  </a:extLst>
                </p14:cNvPr>
                <p14:cNvContentPartPr/>
                <p14:nvPr/>
              </p14:nvContentPartPr>
              <p14:xfrm>
                <a:off x="3505104" y="4923576"/>
                <a:ext cx="227520" cy="29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F5DCE2-5512-692B-7F13-6C6201930B9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7464" y="4905936"/>
                  <a:ext cx="263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74E18B-B492-5BAA-C41D-F87817DC3CD7}"/>
                    </a:ext>
                  </a:extLst>
                </p14:cNvPr>
                <p14:cNvContentPartPr/>
                <p14:nvPr/>
              </p14:nvContentPartPr>
              <p14:xfrm>
                <a:off x="3432024" y="5011776"/>
                <a:ext cx="77760" cy="30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74E18B-B492-5BAA-C41D-F87817DC3C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14024" y="4993776"/>
                  <a:ext cx="1134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95E962-42F3-F299-46CC-3290EB8630AD}"/>
                    </a:ext>
                  </a:extLst>
                </p14:cNvPr>
                <p14:cNvContentPartPr/>
                <p14:nvPr/>
              </p14:nvContentPartPr>
              <p14:xfrm>
                <a:off x="3391344" y="5140656"/>
                <a:ext cx="207360" cy="36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95E962-42F3-F299-46CC-3290EB8630A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73344" y="5122656"/>
                  <a:ext cx="243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54CA51-FB72-A3A0-715F-C33565408490}"/>
                    </a:ext>
                  </a:extLst>
                </p14:cNvPr>
                <p14:cNvContentPartPr/>
                <p14:nvPr/>
              </p14:nvContentPartPr>
              <p14:xfrm>
                <a:off x="3674304" y="5125536"/>
                <a:ext cx="86400" cy="88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54CA51-FB72-A3A0-715F-C3356540849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56304" y="5107536"/>
                  <a:ext cx="122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BB7236-4B65-FE22-8F11-6D03DBD8F4B4}"/>
                    </a:ext>
                  </a:extLst>
                </p14:cNvPr>
                <p14:cNvContentPartPr/>
                <p14:nvPr/>
              </p14:nvContentPartPr>
              <p14:xfrm>
                <a:off x="3743064" y="5117256"/>
                <a:ext cx="124920" cy="105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BB7236-4B65-FE22-8F11-6D03DBD8F4B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25424" y="5099616"/>
                  <a:ext cx="16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976B07-6F4F-ED99-3C6A-3A4835676C70}"/>
                    </a:ext>
                  </a:extLst>
                </p14:cNvPr>
                <p14:cNvContentPartPr/>
                <p14:nvPr/>
              </p14:nvContentPartPr>
              <p14:xfrm>
                <a:off x="3987864" y="5097096"/>
                <a:ext cx="210600" cy="140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976B07-6F4F-ED99-3C6A-3A4835676C7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69864" y="5079096"/>
                  <a:ext cx="246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207580-CBE5-8CA8-43FF-046D0DDB03F6}"/>
                    </a:ext>
                  </a:extLst>
                </p14:cNvPr>
                <p14:cNvContentPartPr/>
                <p14:nvPr/>
              </p14:nvContentPartPr>
              <p14:xfrm>
                <a:off x="4218984" y="4968936"/>
                <a:ext cx="442800" cy="240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207580-CBE5-8CA8-43FF-046D0DDB03F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1344" y="4951296"/>
                  <a:ext cx="478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691A8F-9C6F-3E60-64F4-D0A32491356D}"/>
                    </a:ext>
                  </a:extLst>
                </p14:cNvPr>
                <p14:cNvContentPartPr/>
                <p14:nvPr/>
              </p14:nvContentPartPr>
              <p14:xfrm>
                <a:off x="4453344" y="5043816"/>
                <a:ext cx="15228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691A8F-9C6F-3E60-64F4-D0A32491356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35344" y="5025816"/>
                  <a:ext cx="187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761106-73DC-57E8-076D-B64CF237676A}"/>
                    </a:ext>
                  </a:extLst>
                </p14:cNvPr>
                <p14:cNvContentPartPr/>
                <p14:nvPr/>
              </p14:nvContentPartPr>
              <p14:xfrm>
                <a:off x="3477024" y="5361336"/>
                <a:ext cx="184680" cy="12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761106-73DC-57E8-076D-B64CF23767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59384" y="5343696"/>
                  <a:ext cx="220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B09345-98E6-7828-4DE7-78F46FE90A51}"/>
                    </a:ext>
                  </a:extLst>
                </p14:cNvPr>
                <p14:cNvContentPartPr/>
                <p14:nvPr/>
              </p14:nvContentPartPr>
              <p14:xfrm>
                <a:off x="3479904" y="5295456"/>
                <a:ext cx="326160" cy="281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B09345-98E6-7828-4DE7-78F46FE90A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61904" y="5277456"/>
                  <a:ext cx="36180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2085BA-AAC9-F8D3-9ED9-1038460C9922}"/>
              </a:ext>
            </a:extLst>
          </p:cNvPr>
          <p:cNvGrpSpPr/>
          <p:nvPr/>
        </p:nvGrpSpPr>
        <p:grpSpPr>
          <a:xfrm>
            <a:off x="2049984" y="6018696"/>
            <a:ext cx="1248840" cy="677520"/>
            <a:chOff x="2049984" y="6018696"/>
            <a:chExt cx="1248840" cy="67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E19CBA-2715-70F4-8584-A2A4A6DA4736}"/>
                    </a:ext>
                  </a:extLst>
                </p14:cNvPr>
                <p14:cNvContentPartPr/>
                <p14:nvPr/>
              </p14:nvContentPartPr>
              <p14:xfrm>
                <a:off x="2049984" y="6453576"/>
                <a:ext cx="467640" cy="242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E19CBA-2715-70F4-8584-A2A4A6DA473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32344" y="6435576"/>
                  <a:ext cx="503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30DEACD-7AC2-91CF-FAB5-ADBCB877C04A}"/>
                    </a:ext>
                  </a:extLst>
                </p14:cNvPr>
                <p14:cNvContentPartPr/>
                <p14:nvPr/>
              </p14:nvContentPartPr>
              <p14:xfrm>
                <a:off x="2439504" y="6298776"/>
                <a:ext cx="341280" cy="13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30DEACD-7AC2-91CF-FAB5-ADBCB877C04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21864" y="6281136"/>
                  <a:ext cx="376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DBCF56-50BC-2D05-73FE-B5C293E66D90}"/>
                    </a:ext>
                  </a:extLst>
                </p14:cNvPr>
                <p14:cNvContentPartPr/>
                <p14:nvPr/>
              </p14:nvContentPartPr>
              <p14:xfrm>
                <a:off x="2924784" y="6129936"/>
                <a:ext cx="190080" cy="194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DBCF56-50BC-2D05-73FE-B5C293E66D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06784" y="6111936"/>
                  <a:ext cx="225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A1CBED-8F22-3F1F-E51E-B212DEF26981}"/>
                    </a:ext>
                  </a:extLst>
                </p14:cNvPr>
                <p14:cNvContentPartPr/>
                <p14:nvPr/>
              </p14:nvContentPartPr>
              <p14:xfrm>
                <a:off x="2875104" y="6018696"/>
                <a:ext cx="423720" cy="360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A1CBED-8F22-3F1F-E51E-B212DEF2698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57464" y="6001056"/>
                  <a:ext cx="45936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40154DE-3872-2071-0783-F210CADF4427}"/>
              </a:ext>
            </a:extLst>
          </p:cNvPr>
          <p:cNvGrpSpPr/>
          <p:nvPr/>
        </p:nvGrpSpPr>
        <p:grpSpPr>
          <a:xfrm>
            <a:off x="10702224" y="923256"/>
            <a:ext cx="992880" cy="1207080"/>
            <a:chOff x="10702224" y="923256"/>
            <a:chExt cx="99288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71C430-3098-B5DF-7F59-80047C2D8509}"/>
                    </a:ext>
                  </a:extLst>
                </p14:cNvPr>
                <p14:cNvContentPartPr/>
                <p14:nvPr/>
              </p14:nvContentPartPr>
              <p14:xfrm>
                <a:off x="11003544" y="923256"/>
                <a:ext cx="691560" cy="363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71C430-3098-B5DF-7F59-80047C2D850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85544" y="905616"/>
                  <a:ext cx="7272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2E2A06-6888-B015-F740-E63EAADAC95B}"/>
                    </a:ext>
                  </a:extLst>
                </p14:cNvPr>
                <p14:cNvContentPartPr/>
                <p14:nvPr/>
              </p14:nvContentPartPr>
              <p14:xfrm>
                <a:off x="11029824" y="1341576"/>
                <a:ext cx="230400" cy="23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2E2A06-6888-B015-F740-E63EAADAC95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12184" y="1323936"/>
                  <a:ext cx="266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7746F3-621F-D95D-49E3-612FDE935A88}"/>
                    </a:ext>
                  </a:extLst>
                </p14:cNvPr>
                <p14:cNvContentPartPr/>
                <p14:nvPr/>
              </p14:nvContentPartPr>
              <p14:xfrm>
                <a:off x="10836864" y="1857096"/>
                <a:ext cx="159480" cy="179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7746F3-621F-D95D-49E3-612FDE935A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19224" y="1839096"/>
                  <a:ext cx="195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981E1F-BDF0-A081-A249-775BC96D2352}"/>
                    </a:ext>
                  </a:extLst>
                </p14:cNvPr>
                <p14:cNvContentPartPr/>
                <p14:nvPr/>
              </p14:nvContentPartPr>
              <p14:xfrm>
                <a:off x="10906704" y="1814256"/>
                <a:ext cx="124920" cy="25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981E1F-BDF0-A081-A249-775BC96D235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888704" y="1796256"/>
                  <a:ext cx="160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48E2ED9-A17F-C7C8-F62B-EC62E009002E}"/>
                    </a:ext>
                  </a:extLst>
                </p14:cNvPr>
                <p14:cNvContentPartPr/>
                <p14:nvPr/>
              </p14:nvContentPartPr>
              <p14:xfrm>
                <a:off x="10702224" y="1702296"/>
                <a:ext cx="572400" cy="428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48E2ED9-A17F-C7C8-F62B-EC62E00900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84584" y="1684656"/>
                  <a:ext cx="608040" cy="46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345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2953-0746-D263-C04D-9FE9898C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22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3D35-8699-E452-AA57-281F3A35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02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1305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228</cp:revision>
  <dcterms:created xsi:type="dcterms:W3CDTF">2025-09-22T02:44:38Z</dcterms:created>
  <dcterms:modified xsi:type="dcterms:W3CDTF">2026-06-14T19:29:03Z</dcterms:modified>
</cp:coreProperties>
</file>