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83" r:id="rId3"/>
    <p:sldId id="284" r:id="rId4"/>
    <p:sldId id="28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6:58.4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778 64 2632 0 0,'-4'-34'1049'0'0,"0"31"-981"0"0,-1 0-1 0 0,1 0 0 0 0,0 0 1 0 0,-1 0-1 0 0,1 1 1 0 0,-1 0-1 0 0,0-1 1 0 0,0 2-1 0 0,0-1 1 0 0,0 1-1 0 0,0 0 1 0 0,0 0-1 0 0,-1 0 1 0 0,1 0-1 0 0,0 1 1 0 0,-9 1-1 0 0,-14-1 105 0 0,-49 9-1 0 0,35-1-136 0 0,0 2 0 0 0,1 1 0 0 0,1 3 0 0 0,0 1 0 0 0,1 2 0 0 0,1 1 0 0 0,0 2 0 0 0,-39 29 1 0 0,59-34-39 0 0,1 0 1 0 0,0 1 0 0 0,2 0 0 0 0,0 1 0 0 0,1 1 0 0 0,0 0 0 0 0,1 1 0 0 0,-13 28 0 0 0,21-35 4 0 0,0 0-1 0 0,0 0 1 0 0,1 0 0 0 0,0 0 0 0 0,2 1 0 0 0,-1 0 0 0 0,1 0-1 0 0,1 0 1 0 0,0-1 0 0 0,1 1 0 0 0,1 0 0 0 0,0 0-1 0 0,5 24 1 0 0,-5-33 2 0 0,0 1 0 0 0,1-1 0 0 0,0 1 0 0 0,0-1 0 0 0,1 1 0 0 0,-1-1 0 0 0,1 0-1 0 0,0 0 1 0 0,0 0 0 0 0,0-1 0 0 0,6 6 0 0 0,44 35 46 0 0,-29-28-26 0 0,1-1 0 0 0,1-1-1 0 0,0-1 1 0 0,0-1 0 0 0,1-2 0 0 0,1 0 0 0 0,0-2 0 0 0,0-1-1 0 0,0-2 1 0 0,1 0 0 0 0,54 1 0 0 0,-33-7 13 0 0,0-1 0 0 0,-1-3 1 0 0,0-2-1 0 0,0-2 0 0 0,94-31 0 0 0,-121 33-3 0 0,0-2 0 0 0,-1 0 0 0 0,-1-2 0 0 0,1 0 0 0 0,-2-1 0 0 0,0-1 0 0 0,0-1 0 0 0,-1-1 0 0 0,-1 0 0 0 0,0-1 0 0 0,-1-1 0 0 0,-1-1 0 0 0,-1 0 0 0 0,-1-1 0 0 0,13-22 0 0 0,-19 28 19 0 0,-1 1 0 0 0,-1-1-1 0 0,0 0 1 0 0,-1-1 0 0 0,0 1 0 0 0,-1-1-1 0 0,0 0 1 0 0,-1 1 0 0 0,0-24 0 0 0,-3 29-30 0 0,1 0 1 0 0,-1 1-1 0 0,-1-1 1 0 0,1 1-1 0 0,-1-1 1 0 0,-1 1 0 0 0,1-1-1 0 0,-1 1 1 0 0,-1 0-1 0 0,1 0 1 0 0,-1 1-1 0 0,0-1 1 0 0,-1 1 0 0 0,0 0-1 0 0,0 0 1 0 0,0 0-1 0 0,0 1 1 0 0,-1 0-1 0 0,-8-6 1 0 0,-2 1-5 0 0,0 0-1 0 0,0 1 1 0 0,-1 1-1 0 0,0 1 1 0 0,0 1 0 0 0,-1 0-1 0 0,0 1 1 0 0,0 1-1 0 0,0 0 1 0 0,-29-1 0 0 0,-23 2 25 0 0,-101 8 1 0 0,105-2-10 0 0,-6 3-28 0 0,44-3-114 0 0,0-1 1 0 0,-44-3-1 0 0,71 1 34 0 0,1 0 0 0 0,-1 0 0 0 0,1 0 0 0 0,-1-1 0 0 0,1 1 0 0 0,-1 0 0 0 0,1 0-1 0 0,-1-1 1 0 0,1 1 0 0 0,-1 0 0 0 0,1 0 0 0 0,-1-1 0 0 0,1 1 0 0 0,-1-1 0 0 0,1 1 0 0 0,0 0 0 0 0,-1-1 0 0 0,1 1 0 0 0,0-1 0 0 0,-1 1-1 0 0,1-1 1 0 0,0 1 0 0 0,-1-1 0 0 0,1 1 0 0 0,0-1 0 0 0,0 1 0 0 0,0-1 0 0 0,0 1 0 0 0,-1-1 0 0 0,1 1 0 0 0,0-1 0 0 0,0 0 0 0 0,0 1-1 0 0,0-1 1 0 0,0 1 0 0 0,0-1 0 0 0,1 1 0 0 0,-1-1 0 0 0,0 1 0 0 0,0-1 0 0 0,0 0 0 0 0,0 1 0 0 0,1-1 0 0 0,-1 1 0 0 0,0-1 0 0 0,0 1-1 0 0,1 0 1 0 0,-1-1 0 0 0,0 1 0 0 0,1-1 0 0 0,0 0 59 0 0,10-16-2047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6:58.9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77 5416 0 0,'-4'-27'-318'0'0,"3"21"397"0"0,0 0-1 0 0,0-1 1 0 0,0 1 0 0 0,-1 0-1 0 0,-4-11 1 0 0,5 15-5 0 0,4 32-12 0 0,2-1 0 0 0,9 35 1 0 0,-2-25-38 0 0,1 0 0 0 0,30 58 1 0 0,-42-96-75 0 0,-1-1 14 0 0,0 1-1 0 0,0-1 1 0 0,1 0 0 0 0,-1 0 0 0 0,0 1 0 0 0,0-1-1 0 0,1 0 1 0 0,-1 0 0 0 0,0 0 0 0 0,1 0 0 0 0,-1 1-1 0 0,0-1 1 0 0,0 0 0 0 0,1 0 0 0 0,-1 0 0 0 0,0 0-1 0 0,1 0 1 0 0,-1 0 0 0 0,0 0 0 0 0,1 0 0 0 0,-1 0-1 0 0,0 0 1 0 0,1 0 0 0 0,-1 0 0 0 0,0 0 0 0 0,1 0-1 0 0,-1 0 1 0 0,0 0 0 0 0,0 0 0 0 0,1-1 0 0 0,-1 1-1 0 0,0 0 1 0 0,1 0 0 0 0,-1 0 0 0 0,0 0-1 0 0,0-1 1 0 0,1 1 0 0 0,-1 0 0 0 0,0 0 0 0 0,0 0-1 0 0,0-1 1 0 0,1 1 0 0 0,-1-1 0 0 0,14-8-1355 0 0,-14 9 1392 0 0,12-14-1067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26.8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 4072 0 0,'0'0'-346'0'0,"-11"9"-2399"0"0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27.9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552 104 1440 0 0,'0'0'97'0'0,"1"-1"22"0"0,0 0 0 0 0,-1 0 0 0 0,1 0 0 0 0,0 0 0 0 0,-1-1 0 0 0,1 1-1 0 0,-1 0 1 0 0,1 0 0 0 0,-1 0 0 0 0,0-1 0 0 0,0 1 0 0 0,1 0 0 0 0,-1-1-1 0 0,0 0 1 0 0,-3-1-62 0 0,0-1-1 0 0,-1 2 0 0 0,1-1 1 0 0,-1 0-1 0 0,1 1 0 0 0,-1-1 0 0 0,0 1 1 0 0,0 0-1 0 0,0 0 0 0 0,0 1 1 0 0,0-1-1 0 0,0 1 0 0 0,0 0 1 0 0,-1 0-1 0 0,-4 0 0 0 0,0 0-20 0 0,0 1-1 0 0,0 0 0 0 0,-1 1 1 0 0,1 0-1 0 0,0 0 1 0 0,-17 6-1 0 0,0 2-27 0 0,0 1 0 0 0,1 2 1 0 0,-47 28-1 0 0,51-25-8 0 0,0 0 0 0 0,1 2 0 0 0,1 1 0 0 0,0 0 0 0 0,2 1 0 0 0,0 1 0 0 0,1 1 0 0 0,1 0 0 0 0,1 1 0 0 0,1 1 0 0 0,1 0 0 0 0,1 1 0 0 0,1 0 0 0 0,-13 48 0 0 0,18-54 9 0 0,2 0 0 0 0,0 1 0 0 0,1 0 0 0 0,1 0 0 0 0,0-1 0 0 0,2 1 0 0 0,0 0 0 0 0,1 0 0 0 0,7 27 0 0 0,-5-32-3 0 0,0 0 1 0 0,2 0 0 0 0,-1-1 0 0 0,2 0 0 0 0,0 0-1 0 0,0 0 1 0 0,2-1 0 0 0,-1 0 0 0 0,1-1 0 0 0,1 0 0 0 0,0 0-1 0 0,1-1 1 0 0,13 11 0 0 0,-1-6 9 0 0,0-1 0 0 0,0 0 1 0 0,1-2-1 0 0,1-1 0 0 0,0-1 0 0 0,1-1 0 0 0,-1-1 0 0 0,39 7 0 0 0,-2-5 63 0 0,1-2 0 0 0,95-1-1 0 0,-132-7 8 0 0,-1-1 0 0 0,0-1 0 0 0,0-1 0 0 0,0-1 0 0 0,0-1 0 0 0,-1-2 0 0 0,0 0 0 0 0,0-2 0 0 0,0 0 0 0 0,-1-2-1 0 0,-1 0 1 0 0,0-1 0 0 0,0-2 0 0 0,-2 0 0 0 0,1-1 0 0 0,-2-1 0 0 0,0-1 0 0 0,-1-1 0 0 0,21-27 0 0 0,-22 25-25 0 0,-1-1 0 0 0,-1-1 1 0 0,0-1-1 0 0,-2 0 1 0 0,-1-1-1 0 0,-1 0 1 0 0,-1-1-1 0 0,14-50 0 0 0,-21 58-22 0 0,0 0 0 0 0,-2 1 0 0 0,0-1 0 0 0,0 0-1 0 0,-2 0 1 0 0,0 1 0 0 0,-1-1 0 0 0,-1 0 0 0 0,0 1-1 0 0,-1 0 1 0 0,-1 0 0 0 0,-1 0 0 0 0,0 0-1 0 0,-1 1 1 0 0,-12-21 0 0 0,8 20-28 0 0,-1-1 1 0 0,-1 2-1 0 0,0 0 0 0 0,-1 0 1 0 0,0 2-1 0 0,-2-1 0 0 0,1 2 1 0 0,-1 0-1 0 0,-1 1 1 0 0,0 1-1 0 0,-1 0 0 0 0,0 1 1 0 0,0 1-1 0 0,-1 1 0 0 0,-24-6 1 0 0,-20-3-22 0 0,-2 2 0 0 0,1 4-1 0 0,-89-3 1 0 0,54 10-237 0 0,0 4 0 0 0,-181 27 0 0 0,266-24-443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29.2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 84 4900 0 0,'-9'-2'-451'0'0,"-6"-1"788"0"0,15 3-319 0 0,0 0 0 0 0,0 0-1 0 0,-1-1 1 0 0,1 1-1 0 0,0 0 1 0 0,0 0 0 0 0,0 0-1 0 0,-1-1 1 0 0,1 1-1 0 0,0 0 1 0 0,0-1 0 0 0,0 1-1 0 0,0 0 1 0 0,-1 0-1 0 0,1-1 1 0 0,0 1 0 0 0,0 0-1 0 0,0-1 1 0 0,0 1-1 0 0,0 0 1 0 0,0 0 0 0 0,0-1-1 0 0,0 1 1 0 0,0 0-1 0 0,0-1 1 0 0,0 1 0 0 0,0 0-1 0 0,0-1 1 0 0,0 1-1 0 0,0 0 1 0 0,0-1 0 0 0,0 1-1 0 0,1 0 1 0 0,-1 0-1 0 0,0-1 1 0 0,0 1 0 0 0,0 0-1 0 0,1-3 63 0 0,48-25 285 0 0,-46 27-355 0 0,11-6 6 0 0,0 1-1 0 0,1 1 0 0 0,-1 0 0 0 0,1 1 1 0 0,1 1-1 0 0,-1 0 0 0 0,0 1 1 0 0,1 1-1 0 0,20 0 0 0 0,-21 2-35 0 0,0 1 0 0 0,0 0 0 0 0,0 1 1 0 0,27 9-1 0 0,-39-11 8 0 0,1 1 0 0 0,-1-1 0 0 0,0 1 0 0 0,0 0 1 0 0,0 1-1 0 0,0-1 0 0 0,0 0 0 0 0,0 1 0 0 0,-1 0 0 0 0,1-1 1 0 0,-1 1-1 0 0,0 0 0 0 0,0 0 0 0 0,0 1 0 0 0,0-1 1 0 0,0 0-1 0 0,-1 0 0 0 0,2 5 0 0 0,-3-6 9 0 0,0 0-1 0 0,1 0 1 0 0,-1 0 0 0 0,0 0-1 0 0,-1 0 1 0 0,1 0-1 0 0,0 0 1 0 0,-1 0 0 0 0,1 0-1 0 0,-1 0 1 0 0,1 0-1 0 0,-1 0 1 0 0,0 0 0 0 0,0-1-1 0 0,0 1 1 0 0,0 0-1 0 0,0 0 1 0 0,0-1 0 0 0,0 1-1 0 0,-1-1 1 0 0,1 1-1 0 0,-3 1 1 0 0,-33 30-11 0 0,36-33 14 0 0,-22 15 3 0 0,-1-2 1 0 0,0 0-1 0 0,-1-2 0 0 0,-36 12 1 0 0,-16 8 281 0 0,64-23 33 0 0,15-4-179 0 0,31-4-144 0 0,4 1 42 0 0,19 7-22 0 0,57 16-1 0 0,-94-19-34 0 0,-1 1 1 0 0,1 1-1 0 0,-1 1 0 0 0,0 0 0 0 0,-1 1 0 0 0,28 20 1 0 0,-43-28 12 0 0,0 0 1 0 0,-1 0 0 0 0,1 1-1 0 0,0-1 1 0 0,-1 0 0 0 0,1 1-1 0 0,-1 0 1 0 0,0-1 0 0 0,1 1-1 0 0,-1 0 1 0 0,0 0 0 0 0,0 0-1 0 0,0 0 1 0 0,0-1 0 0 0,-1 1-1 0 0,1 1 1 0 0,0-1 0 0 0,-1 0-1 0 0,1 0 1 0 0,-1 0 0 0 0,0 0-1 0 0,0 0 1 0 0,0 0 0 0 0,0 0-1 0 0,0 3 1 0 0,-2-1 3 0 0,1 0 0 0 0,-1 0-1 0 0,1 0 1 0 0,-1-1 0 0 0,0 1 0 0 0,-1-1 0 0 0,1 0 0 0 0,-1 1-1 0 0,1-1 1 0 0,-1 0 0 0 0,0 0 0 0 0,-5 3 0 0 0,-4 4 8 0 0,-1-1 1 0 0,-1 0 0 0 0,1-1 0 0 0,-2-1-1 0 0,-26 11 1 0 0,-31 5 586 0 0,-141 25-1 0 0,205-47-458 0 0,0-1 0 0 0,-1 1 0 0 0,1-2 0 0 0,-1 1 0 0 0,1-1 0 0 0,-1 0-1 0 0,1-1 1 0 0,0 0 0 0 0,0 0 0 0 0,-11-5 0 0 0,19 7-155 0 0,-1-1 0 0 0,0 1 0 0 0,0 0 0 0 0,0-1 0 0 0,0 0 0 0 0,0 1 0 0 0,1-1 0 0 0,-1 0-1 0 0,0 1 1 0 0,1-1 0 0 0,-1 0 0 0 0,0 0 0 0 0,1 1 0 0 0,-1-1 0 0 0,1 0 0 0 0,-1 0 0 0 0,1 0 0 0 0,-1 0 0 0 0,1 0 0 0 0,0 0 0 0 0,-1 0 0 0 0,1 0-1 0 0,0 0 1 0 0,0 0 0 0 0,0 0 0 0 0,0 0 0 0 0,0 0 0 0 0,0 0 0 0 0,0 0 0 0 0,0 0 0 0 0,0 0 0 0 0,0 1 0 0 0,1-1 0 0 0,-1-2 0 0 0,15-34-2335 0 0,-11 29 1061 0 0,5-11-1225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0.0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671 98 5717 0 0,'-8'-32'-1353'0'0,"3"27"1345"0"0,1 0-1 0 0,-1 0 1 0 0,0 0-1 0 0,-1 0 1 0 0,1 1-1 0 0,-1 0 1 0 0,0 0-1 0 0,0 1 1 0 0,0-1-1 0 0,0 1 1 0 0,0 1-1 0 0,-1-1 0 0 0,0 1 1 0 0,1 0-1 0 0,-1 1 1 0 0,-9-2-1 0 0,2 1 49 0 0,-1 0-1 0 0,1 1 0 0 0,-1 0 1 0 0,0 2-1 0 0,0-1 1 0 0,-24 6-1 0 0,21-1-36 0 0,0 2 0 0 0,0 0 0 0 0,1 0 0 0 0,0 2 0 0 0,1 0 0 0 0,0 1 0 0 0,0 1 0 0 0,1 0 0 0 0,0 1 0 0 0,-15 17 0 0 0,2 0 1 0 0,1 1 0 0 0,1 1 1 0 0,-37 60-1 0 0,51-70 9 0 0,0-1 0 0 0,1 2 0 0 0,2-1 1 0 0,0 2-1 0 0,1-1 0 0 0,1 1 0 0 0,2 0 0 0 0,0 0 0 0 0,-2 32 0 0 0,6-44-4 0 0,1-1 0 0 0,0 1 0 0 0,1 0 0 0 0,0-1 0 0 0,1 1-1 0 0,0-1 1 0 0,1 1 0 0 0,0-1 0 0 0,1 0 0 0 0,0 0 0 0 0,0 0 0 0 0,1-1 0 0 0,0 1 0 0 0,1-1-1 0 0,0-1 1 0 0,0 1 0 0 0,1-1 0 0 0,0 0 0 0 0,1 0 0 0 0,-1-1 0 0 0,1 0 0 0 0,16 10-1 0 0,-3-5 14 0 0,0 0-1 0 0,1-2 0 0 0,0-1 1 0 0,1-1-1 0 0,0-1 0 0 0,0 0 1 0 0,0-2-1 0 0,33 3 0 0 0,-5-3 67 0 0,1-3-1 0 0,94-7 1 0 0,-129 4 3 0 0,0-2-1 0 0,0 0 0 0 0,-1 0 1 0 0,1-2-1 0 0,-1 0 1 0 0,0-1-1 0 0,0-1 0 0 0,-1 0 1 0 0,1-1-1 0 0,-2 0 1 0 0,1-2-1 0 0,-1 0 1 0 0,-1 0-1 0 0,0-1 0 0 0,0-1 1 0 0,-1 0-1 0 0,-1-1 1 0 0,0 0-1 0 0,0 0 0 0 0,-2-1 1 0 0,1-1-1 0 0,7-18 1 0 0,-9 18-29 0 0,0-1 0 0 0,-2 0 1 0 0,0 0-1 0 0,0-1 0 0 0,-2 0 1 0 0,0 0-1 0 0,-1 0 0 0 0,-1 0 1 0 0,1-29-1 0 0,-3 36-12 0 0,-1 0-1 0 0,0 0 0 0 0,-1 0 1 0 0,0 0-1 0 0,0 0 0 0 0,-1 0 1 0 0,-1 1-1 0 0,1-1 1 0 0,-1 1-1 0 0,-1 0 0 0 0,0 0 1 0 0,0 1-1 0 0,-1-1 0 0 0,0 1 1 0 0,0 0-1 0 0,-1 1 0 0 0,-14-13 1 0 0,-4 2 2 0 0,-1 1 0 0 0,-1 2 0 0 0,0 0-1 0 0,-1 2 1 0 0,0 1 0 0 0,-1 2 0 0 0,-46-11 0 0 0,-25-11-403 0 0,74 16-4414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4.1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1673 11 2612 0 0,'19'-11'1662'0'0,"-20"19"-1114"0"0,-29 32-857 0 0,15-21 476 0 0,-160 239-111 0 0,-40 55 4 0 0,-594 702 320 0 0,761-957-350 0 0,-24 29 44 0 0,-109 101 0 0 0,128-146 1344 0 0,53-43-1408 0 0,-1 0 0 0 0,1 0 1 0 0,0 0-1 0 0,-1 0 0 0 0,1 0 0 0 0,0 0 0 0 0,0-1 0 0 0,-1 1 1 0 0,1 0-1 0 0,0 0 0 0 0,0 0 0 0 0,0 0 0 0 0,0 0 1 0 0,1 0-1 0 0,-1 0 0 0 0,0 0 0 0 0,0-1 0 0 0,1 1 0 0 0,-1 0 1 0 0,0 0-1 0 0,2-2 0 0 0,11-22 87 0 0,40-56 114 0 0,137-201 126 0 0,-317 442-467 0 0,115-143 130 0 0,-190 291 0 0 0,201-307 3 0 0,1 0 0 0 0,-1 0 1 0 0,0 0-1 0 0,0 0 0 0 0,1 0 1 0 0,-1 0-1 0 0,1 0 0 0 0,-1 0 1 0 0,1 0-1 0 0,-1 0 0 0 0,1 0 1 0 0,-1 0-1 0 0,1 0 0 0 0,0 1 1 0 0,0-1-1 0 0,0 0 0 0 0,0 0 1 0 0,0 0-1 0 0,0 0 0 0 0,0 1 1 0 0,0-1-1 0 0,0 0 0 0 0,0 0 1 0 0,0 0-1 0 0,1 0 0 0 0,-1 0 1 0 0,1 1-1 0 0,-1-1 0 0 0,1 0 1 0 0,-1 0-1 0 0,1 0 0 0 0,-1 0 0 0 0,1 0 1 0 0,0 0-1 0 0,0-1 0 0 0,-1 1 1 0 0,1 0-1 0 0,0 0 0 0 0,0 0 1 0 0,0-1-1 0 0,0 1 0 0 0,0 0 1 0 0,0-1-1 0 0,0 1 0 0 0,0-1 1 0 0,0 1-1 0 0,0-1 0 0 0,1 0 1 0 0,-1 1-1 0 0,0-1 0 0 0,0 0 1 0 0,0 0-1 0 0,0 0 0 0 0,0 0 1 0 0,1 0-1 0 0,-1 0 0 0 0,2 0 1 0 0,11-1 12 0 0,1 1 0 0 0,-1-1 0 0 0,24-6 1 0 0,-30 6-13 0 0,453-122 31 0 0,-346 88-481 0 0,-113 35 94 0 0,3-2 645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5.8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61 151 4664 0 0,'-4'-10'33'0'0,"0"-1"0"0"0,0 1 0 0 0,-3-21 0 0 0,2 11 493 0 0,5 20-516 0 0,0-1 1 0 0,0 1 0 0 0,1 0-1 0 0,-1-1 1 0 0,0 1 0 0 0,0 0-1 0 0,0 0 1 0 0,0-1 0 0 0,0 1-1 0 0,0 0 1 0 0,0-1 0 0 0,-1 1-1 0 0,1 0 1 0 0,0 0 0 0 0,0-1-1 0 0,0 1 1 0 0,0 0-1 0 0,0 0 1 0 0,0-1 0 0 0,0 1-1 0 0,-1 0 1 0 0,1 0 0 0 0,0-1-1 0 0,0 1 1 0 0,0 0 0 0 0,0 0-1 0 0,-1 0 1 0 0,1-1 0 0 0,0 1-1 0 0,0 0 1 0 0,-1 0-1 0 0,1 0 1 0 0,0 0 0 0 0,0 0-1 0 0,-1 0 1 0 0,1-1 0 0 0,0 1-1 0 0,0 0 1 0 0,-1 0 0 0 0,1 0-1 0 0,0 0 1 0 0,-1 0 0 0 0,1 0-1 0 0,0 0 1 0 0,0 0 0 0 0,-1 0-1 0 0,1 0 1 0 0,0 0-1 0 0,-1 0 1 0 0,1 1 0 0 0,0-1-1 0 0,0 0 1 0 0,-1 0 0 0 0,1 0-1 0 0,0 0 1 0 0,-1 1 0 0 0,-11 20 114 0 0,9-11-123 0 0,0-1 0 0 0,0 1 1 0 0,1 0-1 0 0,-1 12 0 0 0,3-7 18 0 0,0 1 0 0 0,0-1 1 0 0,2 1-1 0 0,0-1 0 0 0,1 0 0 0 0,8 27 0 0 0,-9-38-14 0 0,0 1 1 0 0,0-1-1 0 0,1 0 0 0 0,-1-1 0 0 0,1 1 1 0 0,0 0-1 0 0,0-1 0 0 0,0 1 0 0 0,1-1 1 0 0,-1 0-1 0 0,1 0 0 0 0,-1 0 0 0 0,1-1 1 0 0,0 1-1 0 0,0-1 0 0 0,0 0 0 0 0,1 0 1 0 0,-1 0-1 0 0,0-1 0 0 0,1 0 0 0 0,-1 1 1 0 0,1-1-1 0 0,0-1 0 0 0,-1 1 0 0 0,1-1 1 0 0,-1 0-1 0 0,7 0 0 0 0,4-1 6 0 0,0 0-1 0 0,1-1 1 0 0,-2 0-1 0 0,1-1 1 0 0,0-1-1 0 0,-1-1 1 0 0,1 0-1 0 0,-1 0 1 0 0,0-2-1 0 0,-1 1 1 0 0,0-2-1 0 0,0 0 1 0 0,0 0-1 0 0,15-15 1 0 0,-8 4 52 0 0,-1 0 1 0 0,0-2-1 0 0,-1 0 1 0 0,-2-1-1 0 0,0 0 0 0 0,-1-2 1 0 0,12-26-1 0 0,6-6 394 0 0,-32 54-379 0 0,-4 8-67 0 0,-441 955 259 0 0,426-919-243 0 0,-51 106 217 0 0,68-147-234 0 0,6-6-1554 0 0,42-45-1515 0 0,-20 19 1342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6.2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66 4732 0 0,'0'0'-123'0'0,"3"-6"-30"0"0,-3 6 137 0 0,0 0 0 0 0,0 0 0 0 0,0 0 0 0 0,0 0 1 0 0,0 0-1 0 0,0 1 0 0 0,0-1 0 0 0,0 0 1 0 0,1 0-1 0 0,-1 0 0 0 0,0 0 0 0 0,0 0 1 0 0,0 0-1 0 0,0 0 0 0 0,0 0 0 0 0,0 0 0 0 0,0 0 1 0 0,0 0-1 0 0,0 0 0 0 0,0 0 0 0 0,0 0 1 0 0,0 0-1 0 0,0 0 0 0 0,1 0 0 0 0,-1 0 1 0 0,0 0-1 0 0,0 0 0 0 0,0 0 0 0 0,0 0 0 0 0,0 0 1 0 0,0 0-1 0 0,0 0 0 0 0,0 0 0 0 0,0 0 1 0 0,0 0-1 0 0,0 0 0 0 0,0 0 0 0 0,0 0 1 0 0,0 0-1 0 0,1 0 0 0 0,-1-1 0 0 0,0 1 0 0 0,0 0 1 0 0,-5 55-140 0 0,3-42 153 0 0,1 1 0 0 0,0-1-1 0 0,1 1 1 0 0,2 23 0 0 0,-1-32 14 0 0,0-1 1 0 0,1 1-1 0 0,-1-1 1 0 0,1 0-1 0 0,0 1 1 0 0,0-1-1 0 0,0 0 0 0 0,0 0 1 0 0,1 0-1 0 0,-1-1 1 0 0,1 1-1 0 0,0-1 1 0 0,0 1-1 0 0,1-1 1 0 0,-1 0-1 0 0,1 0 0 0 0,-1 0 1 0 0,7 3-1 0 0,-1-1 44 0 0,-1-1 0 0 0,1 0 0 0 0,0 0 0 0 0,0-1 1 0 0,0 0-1 0 0,1-1 0 0 0,-1 0 0 0 0,1 0 0 0 0,-1-1 0 0 0,1 0 0 0 0,0-1 0 0 0,-1 0 0 0 0,1 0 0 0 0,13-3 0 0 0,-17 2-3 0 0,-1 0 0 0 0,1-1 0 0 0,-1 0 0 0 0,1 0 0 0 0,-1 0 0 0 0,0 0 0 0 0,1-1 0 0 0,-1 0 0 0 0,0 0 0 0 0,-1-1 0 0 0,1 1 0 0 0,-1-1 1 0 0,0 0-1 0 0,1 0 0 0 0,-2-1 0 0 0,1 1 0 0 0,0-1 0 0 0,-1 1 0 0 0,0-1 0 0 0,0 0 0 0 0,-1-1 0 0 0,1 1 0 0 0,-1 0 0 0 0,3-11 0 0 0,-3 8 2 0 0,0 0 0 0 0,-1 0 1 0 0,0 0-1 0 0,-1 0 0 0 0,1 0 0 0 0,-2 0 0 0 0,1-1 0 0 0,-1 1 0 0 0,0 0 1 0 0,-1 0-1 0 0,1 0 0 0 0,-2 1 0 0 0,1-1 0 0 0,-1 0 0 0 0,0 1 0 0 0,-1 0 1 0 0,0-1-1 0 0,-5-6 0 0 0,6 9-36 0 0,-1 1 1 0 0,0 0 0 0 0,0 0-1 0 0,0 0 1 0 0,0 1-1 0 0,0-1 1 0 0,-1 1 0 0 0,0 0-1 0 0,1 0 1 0 0,-1 1-1 0 0,0-1 1 0 0,-1 1 0 0 0,1 0-1 0 0,0 0 1 0 0,0 1-1 0 0,-1 0 1 0 0,1 0 0 0 0,-1 0-1 0 0,1 1 1 0 0,-1-1-1 0 0,0 1 1 0 0,1 0 0 0 0,-1 1-1 0 0,1 0 1 0 0,-1 0-1 0 0,-10 3 1 0 0,15-4-80 0 0,-30 11 260 0 0,30-11-287 0 0,0 0 0 0 0,0 1 0 0 0,0-1 0 0 0,-1 1-1 0 0,1-1 1 0 0,0 1 0 0 0,0-1 0 0 0,1 1 0 0 0,-1 0 0 0 0,0 0 0 0 0,0-1 0 0 0,0 1 0 0 0,0 0 0 0 0,1 0 0 0 0,-1 0 0 0 0,0 0 0 0 0,1 0 0 0 0,-1 0-1 0 0,1 0 1 0 0,-1 0 0 0 0,1 0 0 0 0,-1 1 0 0 0,19 9-2499 0 0,-3-9 1315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6.9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1 240 4176 0 0,'0'0'-128'0'0,"1"-5"51"0"0,8-22 802 0 0,-2-1 1 0 0,-1 0-1 0 0,-1 0 1 0 0,2-51 562 0 0,-8 84-1207 0 0,-1 4-45 0 0,0 0-1 0 0,0 1 1 0 0,1-1 0 0 0,1 0-1 0 0,0 0 1 0 0,0 1 0 0 0,0-1-1 0 0,1 0 1 0 0,1 0-1 0 0,0 0 1 0 0,0 1 0 0 0,0-2-1 0 0,1 1 1 0 0,8 15 0 0 0,-9-19-24 0 0,1-1 0 0 0,-1 0 0 0 0,1 1 1 0 0,1-1-1 0 0,-1 0 0 0 0,1 0 0 0 0,-1-1 1 0 0,1 1-1 0 0,0-1 0 0 0,0 0 0 0 0,0 0 1 0 0,1 0-1 0 0,-1-1 0 0 0,1 1 1 0 0,0-1-1 0 0,-1 0 0 0 0,1 0 0 0 0,0-1 1 0 0,0 1-1 0 0,0-1 0 0 0,0 0 0 0 0,1-1 1 0 0,-1 1-1 0 0,0-1 0 0 0,0 0 0 0 0,0 0 1 0 0,0-1-1 0 0,10-1 0 0 0,-2-2 4 0 0,1 0 0 0 0,-1-1 0 0 0,0 0 0 0 0,-1-1 0 0 0,1 0-1 0 0,-1-1 1 0 0,-1 0 0 0 0,1-1 0 0 0,20-18 0 0 0,7-11 32 0 0,41-49 0 0 0,-66 70-27 0 0,-2-1 38 0 0,-9 14-50 0 0,-1-1 1 0 0,0 1 0 0 0,1-1 0 0 0,0 1 0 0 0,-1 0-1 0 0,1 0 1 0 0,7-4 0 0 0,-1 31-19 0 0,-1 26 0 0 0,-8-44 13 0 0,0-1 0 0 0,1 1-1 0 0,0-1 1 0 0,0 1 0 0 0,0-1 0 0 0,1 1 0 0 0,0-1 0 0 0,0 0 0 0 0,0 0 0 0 0,0 1 0 0 0,5 6 0 0 0,-1-5-12 0 0,1 1 0 0 0,-1-1 0 0 0,1 1 1 0 0,0-2-1 0 0,1 1 0 0 0,-1-1 1 0 0,1 0-1 0 0,1-1 0 0 0,-1 0 0 0 0,1 0 1 0 0,0-1-1 0 0,0 0 0 0 0,14 4 1 0 0,-9-4-543 0 0,1-1 0 0 0,0-1 0 0 0,0 0 0 0 0,0-1 0 0 0,0-1 0 0 0,0 0 0 0 0,1-1 0 0 0,18-3 0 0 0,15-6-2110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7.7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62 119 5961 0 0,'-27'-118'-138'0'0,"14"139"169"0"0,11-19-27 0 0,0 0 1 0 0,0 1-1 0 0,1-1 0 0 0,-1 1 1 0 0,1-1-1 0 0,-1 1 0 0 0,1 0 1 0 0,0 0-1 0 0,0-1 1 0 0,-1 4-1 0 0,1 3 5 0 0,-1 1 0 0 0,1-1 0 0 0,1 1-1 0 0,0-1 1 0 0,0 0 0 0 0,1 1 0 0 0,0-1 0 0 0,1 0 0 0 0,0 1 0 0 0,0-1 0 0 0,1 0 0 0 0,0 0 0 0 0,1-1-1 0 0,-1 1 1 0 0,2-1 0 0 0,-1 1 0 0 0,1-1 0 0 0,8 8 0 0 0,-6-8 2 0 0,0-1 0 0 0,1 1 0 0 0,0-2 0 0 0,0 1 0 0 0,1-1 0 0 0,0-1 0 0 0,0 0 0 0 0,0 0 0 0 0,0 0 0 0 0,1-1-1 0 0,0-1 1 0 0,0 0 0 0 0,0 0 0 0 0,0-1 0 0 0,1 0 0 0 0,12 1 0 0 0,-6-2 3 0 0,-1-1 1 0 0,1-1-1 0 0,0 0 0 0 0,-1-1 0 0 0,1 0 1 0 0,-1-2-1 0 0,0 0 0 0 0,29-11 0 0 0,-37 12 3 0 0,-1 0 0 0 0,1-1 0 0 0,-1 0 0 0 0,0 0 0 0 0,0-1 0 0 0,0 0 0 0 0,-1 0 0 0 0,0 0 1 0 0,0-1-1 0 0,0 0 0 0 0,0-1 0 0 0,-1 1 0 0 0,0-1 0 0 0,-1 0 0 0 0,1 0 0 0 0,-1 0 0 0 0,-1-1 0 0 0,1 1 0 0 0,3-14 0 0 0,-7 20-9 0 0,1 0-1 0 0,-1 0 1 0 0,1 0 0 0 0,-1 0-1 0 0,0 0 1 0 0,1 0 0 0 0,-1 0-1 0 0,0 0 1 0 0,0-1 0 0 0,0 1-1 0 0,0 0 1 0 0,0 0 0 0 0,0 0-1 0 0,0 0 1 0 0,-1 0-1 0 0,1-1 1 0 0,0 1 0 0 0,-1 0-1 0 0,1 0 1 0 0,0 0 0 0 0,-1 0-1 0 0,1 0 1 0 0,-1 0 0 0 0,0 0-1 0 0,1 0 1 0 0,-1 0 0 0 0,0 1-1 0 0,0-1 1 0 0,-1-1 0 0 0,1 1-6 0 0,0 1 1 0 0,-1-1 0 0 0,1 1 0 0 0,0 0 0 0 0,0 0-1 0 0,-1 0 1 0 0,1 0 0 0 0,0 0 0 0 0,-1 0 0 0 0,1 0-1 0 0,0 0 1 0 0,0 0 0 0 0,-1 1 0 0 0,1-1-1 0 0,0 0 1 0 0,0 1 0 0 0,-1-1 0 0 0,-1 2 0 0 0,2-1-1 0 0,0-1-1 0 0,1 1 1 0 0,-1 0 0 0 0,0 0 0 0 0,1-1 0 0 0,-1 1 0 0 0,0 0 0 0 0,1 0 0 0 0,-1 0 0 0 0,1 0-1 0 0,0 0 1 0 0,-1-1 0 0 0,1 1 0 0 0,0 0 0 0 0,-1 0 0 0 0,1 0 0 0 0,0 0 0 0 0,0 0-1 0 0,0 0 1 0 0,0 0 0 0 0,0 0 0 0 0,0 0 0 0 0,0 0 0 0 0,0 0 0 0 0,0 0 0 0 0,0 0 0 0 0,1 0-1 0 0,-1 0 1 0 0,0 0 0 0 0,1 0 0 0 0,-1 0 0 0 0,0 0 0 0 0,1 0 0 0 0,1 1 0 0 0,17 27 32 0 0,-9-21-22 0 0,-1-1 0 0 0,1 0 0 0 0,1 0 0 0 0,-1-1-1 0 0,1-1 1 0 0,0 0 0 0 0,1 0 0 0 0,-1-1 0 0 0,24 5-1 0 0,-8-3 10 0 0,1-1 0 0 0,-1-2 0 0 0,36 1 0 0 0,-43-4-5 0 0,0-1 1 0 0,0-1-1 0 0,0 0 1 0 0,36-11-1 0 0,-51 12-13 0 0,0 0-1 0 0,0-1 1 0 0,0 0-1 0 0,0 0 1 0 0,0-1-1 0 0,0 1 1 0 0,0-1-1 0 0,-1 0 1 0 0,0 0-1 0 0,1-1 1 0 0,-1 1-1 0 0,0-1 1 0 0,-1 0-1 0 0,1 0 1 0 0,-1 0-1 0 0,0-1 1 0 0,0 1-1 0 0,0-1 1 0 0,0 0-1 0 0,-1 1 1 0 0,0-1-1 0 0,3-10 1 0 0,-4 13-4 0 0,-1 0 0 0 0,1-1 0 0 0,-1 1 0 0 0,0-1 1 0 0,0 1-1 0 0,0 0 0 0 0,0-1 0 0 0,0 1 0 0 0,-1 0 1 0 0,1-1-1 0 0,-1 1 0 0 0,1 0 0 0 0,-1-1 0 0 0,0 1 1 0 0,0 0-1 0 0,0 0 0 0 0,0 0 0 0 0,0 0 0 0 0,-1 0 1 0 0,1 0-1 0 0,-1 0 0 0 0,-2-2 0 0 0,0 0-10 0 0,0 1 0 0 0,-1 0-1 0 0,1 0 1 0 0,-1 0 0 0 0,0 0 0 0 0,0 1-1 0 0,1 0 1 0 0,-11-3 0 0 0,14 5-4 0 0,-22 4-20 0 0,20-4-18 0 0,1 1 0 0 0,0-1 0 0 0,-1 1 1 0 0,1 0-1 0 0,0 0 0 0 0,0 0 0 0 0,-1 0 1 0 0,1 0-1 0 0,0 1 0 0 0,0-1 0 0 0,0 1 1 0 0,0-1-1 0 0,1 1 0 0 0,-1 0 0 0 0,-2 2 1 0 0,2-2-461 0 0,12 10-1983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7.9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 4560 0 0,'0'0'-196'0'0,"-4"3"-220"0"0,0 0 422 0 0,0 1 0 0 0,0-1 0 0 0,0 1 0 0 0,1 0-1 0 0,-1 0 1 0 0,1 1 0 0 0,0-1 0 0 0,0 1 0 0 0,1-1 0 0 0,-1 1 0 0 0,1 0 0 0 0,0 0 0 0 0,0 0 0 0 0,1 0 0 0 0,-1 0 0 0 0,1 1 0 0 0,0-1 0 0 0,1 0 0 0 0,-1 1 0 0 0,1-1 0 0 0,0 0 0 0 0,0 1 0 0 0,1-1 0 0 0,1 6 0 0 0,-1 3 13 0 0,1 2 16 0 0,0-1 0 0 0,2 1-1 0 0,-1-1 1 0 0,2 1-1 0 0,8 19 1 0 0,-10-27-59 0 0,1-1 0 0 0,0 1-1 0 0,0-1 1 0 0,0 0 0 0 0,1 0 0 0 0,0 0 0 0 0,0-1 0 0 0,0 0-1 0 0,1 0 1 0 0,0 0 0 0 0,0-1 0 0 0,9 6 0 0 0,8-4-1635 0 0,-21-6 1164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8.1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55 3688 0 0,'-11'-15'176'0'0,"2"8"12"0"0,4-3 0 0 0,2 5 268 0 0,-5-5-100 0 0,5 3 161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8.5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78 4160 0 0,'0'-3'-5'0'0,"-18"-55"1593"0"0,17 57-1314 0 0,-9-14 1198 0 0,6 27-1451 0 0,0 0 1 0 0,1 0-1 0 0,0 1 1 0 0,1-1-1 0 0,0 1 1 0 0,1-1-1 0 0,1 1 1 0 0,1 19 0 0 0,17 114 73 0 0,-13-116-76 0 0,30 176 90 0 0,15 111-130 0 0,-41-276-738 0 0,1-14-2689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38.7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67 5384 0 0,'1'-15'-3'0'0,"-4"-35"-75"0"0,3 49 35 0 0,-3 6-103 0 0,-4 11 139 0 0,1 0 0 0 0,1 1-1 0 0,1 0 1 0 0,0 0 0 0 0,1 0 0 0 0,1 0 0 0 0,0 0 0 0 0,2 1 0 0 0,1 20 0 0 0,3 27 35 0 0,16 72 0 0 0,-6-70 144 0 0,48 127 0 0 0,-8-29-2808 0 0,-50-146 1685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1.0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251 433 3796 0 0,'2'-7'20'0'0,"-1"0"-1"0"0,0-1 0 0 0,0 1 0 0 0,-1 0 0 0 0,0-1 0 0 0,0 1 1 0 0,-1 0-1 0 0,0-1 0 0 0,0 1 0 0 0,-1 0 0 0 0,1 0 1 0 0,-5-11-1 0 0,4 17-18 0 0,1 0 1 0 0,0 0-1 0 0,-1 0 1 0 0,1 0 0 0 0,-1 1-1 0 0,1-1 1 0 0,-1 0-1 0 0,0 0 1 0 0,1 1 0 0 0,-1-1-1 0 0,0 1 1 0 0,1 0-1 0 0,-1-1 1 0 0,0 1-1 0 0,1 0 1 0 0,-1 0 0 0 0,0 0-1 0 0,0 0 1 0 0,1 0-1 0 0,-1 1 1 0 0,0-1-1 0 0,1 0 1 0 0,-1 1 0 0 0,0 0-1 0 0,1-1 1 0 0,-1 1-1 0 0,1 0 1 0 0,-1-1 0 0 0,1 1-1 0 0,-2 1 1 0 0,-48 26-1 0 0,35-16-4 0 0,0 0 0 0 0,1 1 0 0 0,-24 26 0 0 0,33-32 3 0 0,-1 1 0 0 0,2 0 0 0 0,-1 0 0 0 0,1 0 0 0 0,0 0 0 0 0,1 1 0 0 0,0 0 0 0 0,0-1 0 0 0,-4 18 0 0 0,8-23 2 0 0,-1 0-1 0 0,1-1 1 0 0,0 1 0 0 0,0 0 0 0 0,0 0 0 0 0,0-1-1 0 0,0 1 1 0 0,1 0 0 0 0,-1 0 0 0 0,1-1 0 0 0,-1 1 0 0 0,1 0-1 0 0,0-1 1 0 0,0 1 0 0 0,1-1 0 0 0,-1 1 0 0 0,0-1 0 0 0,1 0-1 0 0,-1 0 1 0 0,3 3 0 0 0,0-1 2 0 0,0 0 0 0 0,1-1 0 0 0,-1 0 0 0 0,1 0 0 0 0,0 0 0 0 0,0 0 0 0 0,0-1 0 0 0,0 1 0 0 0,8 1-1 0 0,8 2 21 0 0,1-2-1 0 0,-1 0 0 0 0,44 2 0 0 0,-55-6-17 0 0,0 0-1 0 0,0 0 1 0 0,1-1 0 0 0,-1 0-1 0 0,0-1 1 0 0,0 0-1 0 0,0 0 1 0 0,0-1-1 0 0,0-1 1 0 0,-1 0-1 0 0,13-6 1 0 0,-17 7 6 0 0,-1 0 1 0 0,0 0-1 0 0,1-1 1 0 0,-1 0-1 0 0,-1 1 1 0 0,1-1-1 0 0,0 0 0 0 0,-1-1 1 0 0,0 1-1 0 0,0-1 1 0 0,0 1-1 0 0,-1-1 1 0 0,1 0-1 0 0,-1 0 1 0 0,0 0-1 0 0,-1 0 0 0 0,1-1 1 0 0,-1 1-1 0 0,0 0 1 0 0,0-1-1 0 0,-1 1 1 0 0,1-9-1 0 0,-2 1 91 0 0,0-1 0 0 0,-1 1 0 0 0,0 0-1 0 0,-6-16 1 0 0,8 27-92 0 0,-5 25-90 0 0,5-19 80 0 0,0 1 1 0 0,0 0-1 0 0,0-1 1 0 0,1 1-1 0 0,0-1 0 0 0,0 1 1 0 0,0-1-1 0 0,2 6 0 0 0,0 1-7 0 0,4 16-6 0 0,5 23 0 0 0,2 0 0 0 0,27 64-1 0 0,64 82 62 0 0,-65-129-7 0 0,42 100 1 0 0,-78-159-39 0 0,-1 1 0 0 0,0-1 1 0 0,-1 1-1 0 0,0 0 0 0 0,0 0 0 0 0,-1 0 1 0 0,0 0-1 0 0,-1 0 0 0 0,0 0 1 0 0,0 1-1 0 0,-1-1 0 0 0,-3 16 0 0 0,2-18 1 0 0,-1 0 0 0 0,0 0 0 0 0,0 0 0 0 0,0 0 0 0 0,-1-1 0 0 0,0 1 0 0 0,0-1 0 0 0,-1 0-1 0 0,0 0 1 0 0,0-1 0 0 0,0 1 0 0 0,-1-1 0 0 0,1 0 0 0 0,-1-1 0 0 0,-12 8 0 0 0,3-3 24 0 0,-1-1 1 0 0,1-1-1 0 0,-2 0 0 0 0,1-1 1 0 0,-1 0-1 0 0,1-2 0 0 0,-2 0 1 0 0,1-1-1 0 0,-33 2 0 0 0,44-5-10 0 0,0 0-1 0 0,0 0 1 0 0,0 0-1 0 0,0-1 0 0 0,0 0 1 0 0,1 0-1 0 0,-1 0 1 0 0,0-1-1 0 0,0 0 0 0 0,1 0 1 0 0,-1 0-1 0 0,1-1 1 0 0,0 0-1 0 0,0 0 0 0 0,0 0 1 0 0,0-1-1 0 0,0 1 1 0 0,1-1-1 0 0,-1 0 0 0 0,1-1 1 0 0,0 1-1 0 0,0-1 1 0 0,1 0-1 0 0,0 0 0 0 0,-1 0 1 0 0,2 0-1 0 0,-1 0 1 0 0,0-1-1 0 0,1 1 0 0 0,0-1 1 0 0,1 0-1 0 0,-2-7 1 0 0,0-5-6 0 0,1 1 0 0 0,1-1 0 0 0,1 0 0 0 0,0 1 1 0 0,1-1-1 0 0,1 0 0 0 0,1 1 0 0 0,7-26 0 0 0,6-8-65 0 0,31-72 0 0 0,-26 79 7 0 0,2 1-1 0 0,1 1 0 0 0,53-69 1 0 0,107-101-135 0 0,-174 201 215 0 0,0-1 0 0 0,-1 0 1 0 0,0 0-1 0 0,12-25 1 0 0,-20 35-31 0 0,-5 2-17 0 0,1-1 12 0 0,-1 1-1 0 0,1 0 1 0 0,0 0-1 0 0,0 0 1 0 0,0 1-1 0 0,-1-1 0 0 0,1 1 1 0 0,0-1-1 0 0,0 1 1 0 0,0 0-1 0 0,0 0 1 0 0,0 1-1 0 0,0-1 1 0 0,0 1-1 0 0,1-1 1 0 0,-1 1-1 0 0,0 0 1 0 0,1 0-1 0 0,-1 0 0 0 0,1 0 1 0 0,-4 5-1 0 0,-1 0-15 0 0,3-4 11 0 0,1 0 0 0 0,0 0 0 0 0,0 0 1 0 0,0 0-1 0 0,1 1 0 0 0,-1-1 0 0 0,1 1 1 0 0,-1 0-1 0 0,1-1 0 0 0,0 1 1 0 0,1 0-1 0 0,-1 0 0 0 0,1 0 0 0 0,-1 0 1 0 0,1 1-1 0 0,1-1 0 0 0,-1 0 0 0 0,0 1 1 0 0,1-1-1 0 0,0 0 0 0 0,1 6 1 0 0,0-5 4 0 0,0-1 0 0 0,0 0 0 0 0,1 1 1 0 0,0-1-1 0 0,0 0 0 0 0,0 0 0 0 0,1 0 1 0 0,-1 0-1 0 0,1-1 0 0 0,0 1 0 0 0,0-1 1 0 0,0 0-1 0 0,0 0 0 0 0,1 0 0 0 0,-1 0 1 0 0,1 0-1 0 0,0-1 0 0 0,-1 1 0 0 0,1-1 1 0 0,6 2-1 0 0,13 6 9 0 0,0-1 0 0 0,1-1 0 0 0,0-1 0 0 0,1-2 0 0 0,0 0 0 0 0,-1-1-1 0 0,1-2 1 0 0,39-1 0 0 0,-48-1 1 0 0,1-1-1 0 0,0 0 1 0 0,-1-2-1 0 0,0 0 1 0 0,1 0-1 0 0,-1-2 0 0 0,-1 0 1 0 0,1-1-1 0 0,-1 0 1 0 0,0-1-1 0 0,0-1 1 0 0,-1-1-1 0 0,25-18 1 0 0,-32 20-8 0 0,0-1-1 0 0,-1 0 1 0 0,0-1 0 0 0,0 1 0 0 0,0-1 0 0 0,-1 0 0 0 0,-1 0 0 0 0,0-1 0 0 0,0 1 0 0 0,-1-1 0 0 0,0 0 0 0 0,0 0 0 0 0,-1 0 0 0 0,-1 0 0 0 0,0-1 0 0 0,0 1 0 0 0,-1-13 0 0 0,-2-20 10 0 0,-2-1 0 0 0,-16-74 0 0 0,13 80-11 0 0,-34-126 7 0 0,41 163-6 0 0,-8-23-264 0 0,7 25 253 0 0,0-1 1 0 0,1 0-1 0 0,-1 1 1 0 0,0 0-1 0 0,1-1 1 0 0,-1 1-1 0 0,1-1 1 0 0,-1 1-1 0 0,1 0 1 0 0,-1-1-1 0 0,1 1 1 0 0,-1 0-1 0 0,1-1 1 0 0,0 1-1 0 0,0 0 1 0 0,-1 0 0 0 0,1 0-1 0 0,0-1 1 0 0,0 1-1 0 0,0 0 1 0 0,0 0-1 0 0,0 0 1 0 0,0 1-1 0 0,-2 6 1 0 0,2 1 1 0 0,-1 0-1 0 0,1 0 0 0 0,1 0 0 0 0,0-1 0 0 0,0 1 0 0 0,0 0 1 0 0,1-1-1 0 0,4 11 0 0 0,-1 2 4 0 0,17 74 15 0 0,4-1-1 0 0,56 132 1 0 0,-78-217-8 0 0,0 1 0 0 0,1-1 1 0 0,0 0-1 0 0,1 0 0 0 0,0 0 1 0 0,1-1-1 0 0,0 0 1 0 0,0 0-1 0 0,0-1 0 0 0,1 0 1 0 0,0 0-1 0 0,1-1 0 0 0,-1 0 1 0 0,1 0-1 0 0,0-1 1 0 0,1 0-1 0 0,-1-1 0 0 0,1 0 1 0 0,0 0-1 0 0,0-1 0 0 0,0-1 1 0 0,1 1-1 0 0,-1-2 1 0 0,0 1-1 0 0,1-2 0 0 0,-1 1 1 0 0,1-1-1 0 0,-1-1 0 0 0,19-3 1 0 0,-8 2-436 0 0,1-2 0 0 0,-1-1-1 0 0,0 0 1 0 0,0-2 0 0 0,-1 0 0 0 0,34-18 0 0 0,-22 5-441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1.2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53 134 3792 0 0,'-17'-3'68'0'0,"4"1"112"0"0,-4 2 68 0 0,12-8-84 0 0,46-6-124 0 0,-8 4 12 0 0,19-3-44 0 0,3-1-92 0 0,16-6-156 0 0,3 0-240 0 0,-14 8-796 0 0,1-6 660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2.9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40 220 2532 0 0,'-21'-104'3396'0'0,"20"101"-3205"0"0,3 25-48 0 0,0 0-1 0 0,2-1 0 0 0,0 1 1 0 0,15 41-1 0 0,-13-44-80 0 0,25 79 81 0 0,5-2 0 0 0,4-1 0 0 0,54 94 0 0 0,-65-129 160 0 0,-29-60-296 0 0,0 0 0 0 0,0 0 1 0 0,-1 0-1 0 0,1 0 0 0 0,0 0 0 0 0,0 0 0 0 0,0 0 0 0 0,0 0 0 0 0,0 0 1 0 0,-1 0-1 0 0,1 0 0 0 0,0 0 0 0 0,0 0 0 0 0,0 0 0 0 0,0 0 0 0 0,0 0 0 0 0,-1 0 1 0 0,1 0-1 0 0,0 0 0 0 0,0 0 0 0 0,0 0 0 0 0,0 0 0 0 0,0 1 0 0 0,0-1 1 0 0,-1 0-1 0 0,1 0 0 0 0,0 0 0 0 0,0 0 0 0 0,0 0 0 0 0,0 0 0 0 0,0 0 0 0 0,0 0 1 0 0,0 1-1 0 0,0-1 0 0 0,-1 0 0 0 0,1 0 0 0 0,0 0 0 0 0,0 0 0 0 0,0 0 1 0 0,0 1-1 0 0,0-1 0 0 0,0 0 0 0 0,0 0 0 0 0,0 0 0 0 0,0 0 0 0 0,0 0 0 0 0,0 1 1 0 0,0-1-1 0 0,0 0 0 0 0,0 0 0 0 0,0 0 0 0 0,0 0 0 0 0,0 0 0 0 0,0 1 1 0 0,0-1-1 0 0,0 0 0 0 0,0 0 0 0 0,1 0 0 0 0,-29-29 180 0 0,-6-15-107 0 0,1-1 0 0 0,3-2 0 0 0,-40-81 0 0 0,54 92-66 0 0,1 1 1 0 0,3-2-1 0 0,0 0 0 0 0,3 0 1 0 0,1-1-1 0 0,-4-44 0 0 0,11 75-19 0 0,1 1 0 0 0,0-1 0 0 0,0 0 0 0 0,0 0 0 0 0,1 0 0 0 0,0 0-1 0 0,1 1 1 0 0,-1-1 0 0 0,1 0 0 0 0,0 1 0 0 0,1-1 0 0 0,0 1 0 0 0,0 0 0 0 0,0 0 0 0 0,1 0 0 0 0,0 0-1 0 0,0 1 1 0 0,0-1 0 0 0,5-4 0 0 0,1 2-2 0 0,-1 1 1 0 0,2 0-1 0 0,-1 0 0 0 0,0 1 0 0 0,1 0 1 0 0,0 1-1 0 0,1 0 0 0 0,-1 1 1 0 0,21-5-1 0 0,9-1-7 0 0,0 2-1 0 0,1 1 1 0 0,74-1 0 0 0,-94 8 4 0 0,1 0-1 0 0,-1 2 1 0 0,1 1 0 0 0,-1 1 0 0 0,0 1 0 0 0,0 1-1 0 0,0 0 1 0 0,33 16 0 0 0,-52-21 9 0 0,0 1 0 0 0,1-1 1 0 0,-1 1-1 0 0,0 0 0 0 0,-1-1 0 0 0,1 1 0 0 0,0 0 1 0 0,0 1-1 0 0,-1-1 0 0 0,1 0 0 0 0,-1 1 0 0 0,0 0 1 0 0,0-1-1 0 0,0 1 0 0 0,0 0 0 0 0,0 0 0 0 0,-1 0 0 0 0,1 0 1 0 0,-1 0-1 0 0,0 1 0 0 0,1 4 0 0 0,-2-5 3 0 0,0 1 0 0 0,-1-1 1 0 0,1 1-1 0 0,-1 0 0 0 0,0-1 0 0 0,0 1 0 0 0,-1-1 0 0 0,1 1 0 0 0,-1-1 0 0 0,1 0 1 0 0,-1 0-1 0 0,0 0 0 0 0,0 0 0 0 0,-1 0 0 0 0,1 0 0 0 0,-1 0 0 0 0,1-1 1 0 0,-1 1-1 0 0,-5 3 0 0 0,-22 19 127 0 0,-1-2 0 0 0,-1-1 0 0 0,-1-1 0 0 0,-1-2 1 0 0,0-2-1 0 0,-2-1 0 0 0,0-1 0 0 0,0-2 0 0 0,-1-2 1 0 0,-1-1-1 0 0,-49 6 0 0 0,87-16-148 0 0,-1 1 1 0 0,0-1-1 0 0,1 0 1 0 0,-1 0-1 0 0,0 1 1 0 0,1-1-1 0 0,-1 0 1 0 0,0 0-1 0 0,1 0 1 0 0,-1 0-1 0 0,0 0 1 0 0,1 0-1 0 0,-1 0 1 0 0,0 0-1 0 0,1 0 0 0 0,-1 0 1 0 0,0-1-1 0 0,1 1 1 0 0,-1 0-1 0 0,0 0 1 0 0,1-1-1 0 0,-1 1 1 0 0,0 0-1 0 0,1-1 1 0 0,-1 1-1 0 0,1 0 1 0 0,-1-1-1 0 0,1 1 1 0 0,-1-1-1 0 0,1 1 1 0 0,-1-1-1 0 0,1 1 0 0 0,-1-2 1 0 0,13-17-1204 0 0,33-17-2867 0 0,-19 24 1833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3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50 6105 0 0,'5'-7'-4'0'0,"-1"0"0"0"0,2 0 0 0 0,-1 0 0 0 0,1 1 0 0 0,7-8 0 0 0,-11 13-5 0 0,2 1-15 0 0,0 1 16 0 0,-1 0-1 0 0,1 0 1 0 0,0 1-1 0 0,-1-1 1 0 0,1 1-1 0 0,-1-1 1 0 0,0 1-1 0 0,1 0 1 0 0,5 5-1 0 0,14 17-11 0 0,0 2-1 0 0,-2 0 1 0 0,25 40-1 0 0,15 19 49 0 0,-47-68-182 0 0,36 41 386 0 0,-46-54-559 0 0,0-1 0 0 0,1 0-1 0 0,-1 0 1 0 0,1 0 0 0 0,-1 0 0 0 0,1-1-1 0 0,6 3 1 0 0,2-3-1186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3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42 5256 0 0,'-46'-31'637'0'0,"34"24"-3160"0"0,39 3 1009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3.9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3 167 4228 0 0,'-1'0'-20'0'0,"1"0"0"0"0,0 1-1 0 0,0-1 1 0 0,0 0 0 0 0,-1 1 0 0 0,1-1-1 0 0,0 0 1 0 0,0 1 0 0 0,0-1-1 0 0,0 0 1 0 0,0 1 0 0 0,0-1-1 0 0,0 1 1 0 0,-1-1 0 0 0,1 0-1 0 0,0 1 1 0 0,0-1 0 0 0,1 0-1 0 0,-1 1 1 0 0,0-1 0 0 0,0 0-1 0 0,0 1 1 0 0,0-1 0 0 0,0 0 0 0 0,0 1-1 0 0,0-1 1 0 0,0 0 0 0 0,1 1-1 0 0,-1-1 1 0 0,0 0 0 0 0,1 1-1 0 0,4 0 32 0 0,0 0-1 0 0,0-1 0 0 0,0 0 0 0 0,0 0 0 0 0,0 0 0 0 0,0-1 1 0 0,0 1-1 0 0,0-1 0 0 0,0 0 0 0 0,0-1 0 0 0,0 1 0 0 0,0-1 1 0 0,0 0-1 0 0,6-4 0 0 0,3 0 130 0 0,-2-1-1 0 0,1 0 0 0 0,-1-1 1 0 0,16-13-1 0 0,-18 12 2 0 0,32-32 809 0 0,-40 38-849 0 0,1 1 0 0 0,-1-1 1 0 0,0 0-1 0 0,-1 0 0 0 0,1 0 0 0 0,0 0 0 0 0,-1-1 0 0 0,0 1 1 0 0,0 0-1 0 0,0-1 0 0 0,0 1 0 0 0,0-1 0 0 0,0-5 0 0 0,-1 8 25 0 0,-8-5 119 0 0,7 6-237 0 0,1-1-1 0 0,0 1 0 0 0,-1-1 0 0 0,1 1 0 0 0,-1-1 0 0 0,1 1 0 0 0,-1-1 0 0 0,1 1 1 0 0,-1 0-1 0 0,1-1 0 0 0,-1 1 0 0 0,1 0 0 0 0,-1-1 0 0 0,1 1 0 0 0,-1 0 0 0 0,0 0 1 0 0,1-1-1 0 0,-1 1 0 0 0,1 0 0 0 0,-1 0 0 0 0,0 0 0 0 0,1 0 0 0 0,-1 0 0 0 0,0 0 1 0 0,1 0-1 0 0,-1 0 0 0 0,0 0 0 0 0,1 0 0 0 0,-1 0 0 0 0,1 1 0 0 0,-1-1 0 0 0,0 0 1 0 0,1 0-1 0 0,-1 1 0 0 0,1-1 0 0 0,-2 1 0 0 0,-3 1-5 0 0,0 0 0 0 0,1 1 0 0 0,-1 0 0 0 0,0 0 0 0 0,1 1 0 0 0,-1-1 0 0 0,1 1 0 0 0,0 0 0 0 0,0 0 0 0 0,1 0 0 0 0,-1 1 0 0 0,1-1 0 0 0,0 1 0 0 0,0 0 0 0 0,1 0 0 0 0,-1 0 0 0 0,1 0 0 0 0,0 0 0 0 0,0 0 0 0 0,1 1 0 0 0,-1-1 0 0 0,1 1 0 0 0,1-1 0 0 0,-1 1 0 0 0,1-1 0 0 0,0 1 0 0 0,0-1 0 0 0,0 1 0 0 0,1 0 0 0 0,0-1 0 0 0,2 9 0 0 0,0-5 0 0 0,-1 0 0 0 0,1-1 1 0 0,1 0-1 0 0,-1 0 1 0 0,1 0-1 0 0,1 0 0 0 0,0 0 1 0 0,0-1-1 0 0,0 0 0 0 0,1 0 1 0 0,0 0-1 0 0,0-1 0 0 0,0 0 1 0 0,1 0-1 0 0,0 0 1 0 0,1-1-1 0 0,-1 0 0 0 0,1-1 1 0 0,0 0-1 0 0,8 4 0 0 0,3-2-187 0 0,-1-1-1 0 0,1-1 1 0 0,0-1-1 0 0,1 0 1 0 0,-1-1 0 0 0,1-1-1 0 0,-1-1 1 0 0,0-1-1 0 0,1-1 1 0 0,-1 0-1 0 0,0-2 1 0 0,0 0-1 0 0,0-1 1 0 0,-1-1-1 0 0,1 0 1 0 0,-1-2-1 0 0,-1 0 1 0 0,1-1-1 0 0,-2 0 1 0 0,23-18-1 0 0,-22 12-1746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4.3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306 15 4972 0 0,'-23'-15'-63'0'0,"7"16"115"0"0,1 1-1 0 0,0 0 1 0 0,-1 1-1 0 0,1 0 1 0 0,0 2 0 0 0,0-1-1 0 0,1 2 1 0 0,-23 11-1 0 0,27-12-38 0 0,1 1 1 0 0,-1-1-1 0 0,1 1 0 0 0,1 1 1 0 0,-1 0-1 0 0,1 0 0 0 0,0 0 0 0 0,1 1 1 0 0,0 1-1 0 0,0-1 0 0 0,1 1 1 0 0,0 0-1 0 0,-8 16 0 0 0,13-22-9 0 0,0 0 0 0 0,0-1 0 0 0,0 1 0 0 0,0 0 0 0 0,0 0 0 0 0,1 0 0 0 0,-1 0 0 0 0,1 0 0 0 0,0 0 0 0 0,0 0 0 0 0,0 0 0 0 0,1 0 0 0 0,-1-1 0 0 0,0 1 0 0 0,1 0 0 0 0,0 0 0 0 0,0 0 0 0 0,0 0 0 0 0,0-1 0 0 0,2 5 1 0 0,0-3-2 0 0,0 0 1 0 0,1-1 0 0 0,-1 1-1 0 0,1 0 1 0 0,-1-1 0 0 0,1 0 0 0 0,0 0-1 0 0,0 0 1 0 0,1 0 0 0 0,-1-1 0 0 0,6 3-1 0 0,12 3 8 0 0,0 0 0 0 0,1-2 1 0 0,0 0-1 0 0,24 2 0 0 0,-39-6-5 0 0,42 5 89 0 0,0-1 1 0 0,52-2-1 0 0,-76-4-629 0 0,0-2 0 0 0,0 0 0 0 0,0-2 0 0 0,-1-1 0 0 0,46-14 0 0 0,-49 9-442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5.0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103 148 4260 0 0,'-20'-35'226'0'0,"10"18"246"0"0,0 0-1 0 0,-1 1 0 0 0,-1 0 0 0 0,-17-18 1 0 0,28 33-333 0 0,-9-10 414 0 0,25 55-540 0 0,1 1 0 0 0,1-2 0 0 0,33 57 0 0 0,-9-19 5 0 0,13 39 12 0 0,68 126 56 0 0,-118-239 51 0 0,0 0-1 0 0,0 0 0 0 0,0 0 0 0 0,-1 0 1 0 0,0 1-1 0 0,0-1 0 0 0,-1 1 1 0 0,0-1-1 0 0,1 10 0 0 0,-9-19-32 0 0,1 0-84 0 0,0 0 0 0 0,1 0 0 0 0,0-1 0 0 0,-1 1-1 0 0,1-1 1 0 0,0 0 0 0 0,0 0 0 0 0,1 0 0 0 0,-1-1 0 0 0,1 1 0 0 0,-1-1-1 0 0,1 0 1 0 0,0 0 0 0 0,1 0 0 0 0,-1 0 0 0 0,1-1 0 0 0,0 1-1 0 0,0-1 1 0 0,0 1 0 0 0,0-1 0 0 0,1 0 0 0 0,0 0 0 0 0,0 0 0 0 0,0 1-1 0 0,0-10 1 0 0,1 8-24 0 0,1 0 0 0 0,-1 0 0 0 0,1 0-1 0 0,0 0 1 0 0,1 1 0 0 0,-1-1 0 0 0,1 0-1 0 0,0 1 1 0 0,1-1 0 0 0,-1 1 0 0 0,1 0 0 0 0,0 0-1 0 0,1 0 1 0 0,-1 0 0 0 0,1 0 0 0 0,0 1-1 0 0,0 0 1 0 0,0-1 0 0 0,1 2 0 0 0,-1-1 0 0 0,1 0-1 0 0,0 1 1 0 0,0 0 0 0 0,0 0 0 0 0,1 0-1 0 0,8-2 1 0 0,-5 1-14 0 0,0 1 0 0 0,0 1 0 0 0,1 0 0 0 0,-1 0 0 0 0,0 1 0 0 0,1 0 0 0 0,-1 1 0 0 0,1 0 0 0 0,-1 0-1 0 0,1 1 1 0 0,-1 0 0 0 0,0 1 0 0 0,1 0 0 0 0,-1 0 0 0 0,0 1 0 0 0,9 4 0 0 0,-3 0-8 0 0,74 39-77 0 0,-80-41 82 0 0,0 1 0 0 0,1 1 0 0 0,-2-1 0 0 0,1 1-1 0 0,-1 1 1 0 0,12 14 0 0 0,-18-20-10 0 0,-1-1 0 0 0,0 1 0 0 0,0 0-1 0 0,1 0 1 0 0,-1 0 0 0 0,0 0 0 0 0,-1 1-1 0 0,1-1 1 0 0,0 0 0 0 0,-1 0 0 0 0,1 0 0 0 0,-1 1-1 0 0,1-1 1 0 0,-1 0 0 0 0,0 4 0 0 0,-11 16-4136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5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198 93 5681 0 0,'3'-4'-150'0'0,"31"-32"-376"0"0,-33 35 560 0 0,0-1 0 0 0,0 1 0 0 0,0-1 0 0 0,-1 1-1 0 0,1-1 1 0 0,0 0 0 0 0,-1 1 0 0 0,1-1 0 0 0,-1 0 0 0 0,0 1 0 0 0,0-1 0 0 0,0 0 0 0 0,1 0 0 0 0,-2 1 0 0 0,1-1-1 0 0,0 0 1 0 0,0 1 0 0 0,0-1 0 0 0,-1 0 0 0 0,1 0 0 0 0,-1 1 0 0 0,1-1 0 0 0,-1 1 0 0 0,-1-3 0 0 0,1 3-16 0 0,-1 0 0 0 0,1 0 0 0 0,-1 0 1 0 0,1 0-1 0 0,-1 0 0 0 0,0 1 1 0 0,1-1-1 0 0,-1 1 0 0 0,0-1 0 0 0,1 1 1 0 0,-1-1-1 0 0,0 1 0 0 0,0 0 0 0 0,1 0 1 0 0,-1 0-1 0 0,0 0 0 0 0,0 0 1 0 0,-3 1-1 0 0,-6 0-3 0 0,1 1 1 0 0,0 1 0 0 0,-1 0-1 0 0,1 0 1 0 0,1 1-1 0 0,-1 0 1 0 0,0 1-1 0 0,1 0 1 0 0,0 1 0 0 0,0-1-1 0 0,-12 12 1 0 0,15-12-14 0 0,-1 1 0 0 0,1 0 1 0 0,0 1-1 0 0,1-1 0 0 0,-1 1 1 0 0,1 1-1 0 0,0-1 0 0 0,1 0 0 0 0,0 1 1 0 0,0 0-1 0 0,1 0 0 0 0,0 0 1 0 0,0 1-1 0 0,-2 15 0 0 0,5-21-1 0 0,-1 0-1 0 0,1-1 1 0 0,1 1-1 0 0,-1-1 1 0 0,0 1-1 0 0,0 0 1 0 0,1-1-1 0 0,0 1 1 0 0,-1-1-1 0 0,1 1 1 0 0,0-1-1 0 0,0 1 1 0 0,1-1-1 0 0,-1 0 1 0 0,0 1-1 0 0,1-1 1 0 0,-1 0-1 0 0,1 0 1 0 0,0 0-1 0 0,0 0 1 0 0,0 0-1 0 0,0-1 1 0 0,0 1-1 0 0,0-1 1 0 0,0 1-1 0 0,1-1 1 0 0,-1 0-1 0 0,0 1 0 0 0,1-1 1 0 0,-1 0-1 0 0,1-1 1 0 0,-1 1-1 0 0,1 0 1 0 0,4 0-1 0 0,3 1 10 0 0,1-1-1 0 0,-1 0 0 0 0,1 0 0 0 0,0-1 0 0 0,-1 0 0 0 0,1-1 0 0 0,13-2 0 0 0,-12 0 0 0 0,0 0-1 0 0,0-1 0 0 0,0-1 0 0 0,-1 1 1 0 0,0-2-1 0 0,0 0 0 0 0,0 0 1 0 0,0-1-1 0 0,9-8 0 0 0,9-10 238 0 0,41-47 0 0 0,-53 53 7 0 0,4-9 683 0 0,-25 32-933 0 0,1 0 0 0 0,1 0-1 0 0,-1 0 1 0 0,0 0-1 0 0,1 1 1 0 0,0-1-1 0 0,0 1 1 0 0,0 0 0 0 0,1-1-1 0 0,0 1 1 0 0,0 0-1 0 0,-1 10 1 0 0,2-12-5 0 0,0 1-1 0 0,1-1 1 0 0,-1 1 0 0 0,1 0 0 0 0,0-1-1 0 0,0 0 1 0 0,0 1 0 0 0,0-1 0 0 0,1 1-1 0 0,0-1 1 0 0,-1 0 0 0 0,1 0 0 0 0,0 0-1 0 0,0 0 1 0 0,1 0 0 0 0,-1-1-1 0 0,1 1 1 0 0,-1-1 0 0 0,1 1 0 0 0,5 2-1 0 0,1 2-33 0 0,1-2 0 0 0,0 1 0 0 0,0-1 0 0 0,1-1-1 0 0,-1 0 1 0 0,1-1 0 0 0,0 0 0 0 0,0 0 0 0 0,1-1-1 0 0,16 1 1 0 0,-12-2-498 0 0,-1 0 0 0 0,1-2 0 0 0,-1 0 0 0 0,0 0 0 0 0,1-2 0 0 0,-1 0-1 0 0,19-6 1 0 0,-3-5-1200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6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40 4924 0 0,'-37'-3'395'0'0,"38"3"-385"0"0,-5-1-10 0 0,-1-1 4 0 0,40 8 73 0 0,-19-1-91 0 0,-1 0 0 0 0,0 1 0 0 0,0 1 0 0 0,-1 0 0 0 0,0 1 0 0 0,21 15 0 0 0,0 0-6 0 0,56 27-28 0 0,-52-30 38 0 0,-1 1 0 0 0,43 33 0 0 0,-80-53 14 0 0,0-1-1 0 0,0 1 0 0 0,0 0 0 0 0,0 0 0 0 0,0-1 1 0 0,0 1-1 0 0,0 0 0 0 0,0 0 0 0 0,0 0 0 0 0,0 0 0 0 0,-1 0 1 0 0,1 0-1 0 0,0 0 0 0 0,-1 0 0 0 0,1 1 0 0 0,-1-1 0 0 0,1 0 1 0 0,-1 0-1 0 0,0 0 0 0 0,1 1 0 0 0,-1-1 0 0 0,0 0 0 0 0,0 0 1 0 0,0 1-1 0 0,0-1 0 0 0,0 0 0 0 0,0 3 0 0 0,-2-2 2 0 0,1 0 0 0 0,0 0-1 0 0,0-1 1 0 0,-1 1-1 0 0,1 0 1 0 0,-1 0 0 0 0,1-1-1 0 0,-1 1 1 0 0,0-1 0 0 0,0 1-1 0 0,1-1 1 0 0,-1 0 0 0 0,0 0-1 0 0,-3 1 1 0 0,-10 5 19 0 0,-1 0 1 0 0,0-2-1 0 0,-19 5 1 0 0,30-9-18 0 0,-20 5 131 0 0,0-1 0 0 0,-34 3 0 0 0,52-8-59 0 0,0 1 0 0 0,-1-1-1 0 0,1 0 1 0 0,0-1 0 0 0,0 1 0 0 0,-1-2 0 0 0,1 1 0 0 0,0-1 0 0 0,0 0 0 0 0,0 0 0 0 0,1-1 0 0 0,-14-6 0 0 0,19 7-60 0 0,-1 1 1 0 0,0 0 0 0 0,0-1-1 0 0,1 0 1 0 0,-1 1-1 0 0,1-1 1 0 0,0 0-1 0 0,-1 0 1 0 0,1 0-1 0 0,0 0 1 0 0,0 0-1 0 0,0 0 1 0 0,0 0-1 0 0,0 0 1 0 0,1 0-1 0 0,-1 0 1 0 0,1 0-1 0 0,-1-1 1 0 0,1-2-1 0 0,0 0 2 0 0,0 0 0 0 0,1 0-1 0 0,0 0 1 0 0,0 0 0 0 0,0 0 0 0 0,0 0-1 0 0,1 1 1 0 0,3-8 0 0 0,2-3 7 0 0,2 1-1 0 0,0 0 1 0 0,0 0 0 0 0,17-17-1 0 0,-9 13-8 0 0,0 0 0 0 0,2 2-1 0 0,0 0 1 0 0,0 1 0 0 0,2 1-1 0 0,0 1 1 0 0,36-17 0 0 0,19-2-419 0 0,-74 31 310 0 0,-27 24-5347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6.6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92 5032 0 0,'-3'-8'-54'0'0,"-2"-6"565"0"0,0 1 0 0 0,-1 0 0 0 0,-1-1 0 0 0,-8-12 0 0 0,14 25-233 0 0,0-1-231 0 0,-3 8-39 0 0,-2 23-5 0 0,6-11 1 0 0,11 225-7 0 0,-8-218 2 0 0,1 1-1 0 0,1-1 1 0 0,2 0-1 0 0,0 0 1 0 0,2-1-1 0 0,0 0 1 0 0,19 31-1 0 0,-22-45 12 0 0,2 0-1 0 0,-1-1 1 0 0,1 0-1 0 0,1-1 1 0 0,-1 1-1 0 0,1-2 1 0 0,1 1 0 0 0,-1-1-1 0 0,1-1 1 0 0,1 1-1 0 0,-1-2 1 0 0,1 0-1 0 0,0 0 1 0 0,0-1 0 0 0,1 0-1 0 0,-1-1 1 0 0,1 0-1 0 0,19 2 1 0 0,15 0-58 0 0,0-2 1 0 0,0-3 0 0 0,67-6-1 0 0,-68 1-872 0 0,0-3 1 0 0,-1-1-1 0 0,63-21 0 0 0,-52 11-1395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6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60 217 6209 0 0,'0'0'0'0'0,"-4"0"45"0"0,1 0 0 0 0,0 0 0 0 0,-1-1 0 0 0,1 1 0 0 0,-1-1 0 0 0,1 0 0 0 0,0 0 0 0 0,0 0 0 0 0,0-1 0 0 0,-1 1 0 0 0,1-1 0 0 0,0 0 0 0 0,1 1 0 0 0,-1-1 0 0 0,0-1 0 0 0,1 1 0 0 0,-4-3 0 0 0,6 4-39 0 0,0 0 1 0 0,0 0-1 0 0,0 0 0 0 0,0 1 0 0 0,0-1 0 0 0,0 0 0 0 0,0 0 0 0 0,1 0 1 0 0,-1 1-1 0 0,0-1 0 0 0,0 0 0 0 0,1 0 0 0 0,-1 0 0 0 0,0 1 1 0 0,1-1-1 0 0,-1 0 0 0 0,1 1 0 0 0,-1-1 0 0 0,1 0 0 0 0,-1 1 0 0 0,1-1 1 0 0,0 1-1 0 0,-1-1 0 0 0,1 1 0 0 0,0-1 0 0 0,0 0 0 0 0,20-13 35 0 0,19-5-49 0 0,1 3 1 0 0,1 0-1 0 0,0 3 1 0 0,62-11-1 0 0,44-14-969 0 0,-69 14-1622 0 0,-50 16 843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27:47.9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23 5092 0 0,'0'0'300'0'0,"-4"3"-195"0"0,-16 14 731 0 0,27-18-824 0 0,180-35-3267 0 0,-162 31 2021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3:24.9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 6314 3920 0 0,'0'0'123'0'0,"-5"-2"-71"0"0,-37-18 605 0 0,40 19-416 0 0,-14-7 190 0 0,15 8-411 0 0,1 0 0 0 0,-1 0 0 0 0,1 0 1 0 0,-1 0-1 0 0,1 0 0 0 0,0 0 0 0 0,-1 0 1 0 0,1-1-1 0 0,-1 1 0 0 0,1 0 0 0 0,0 0 0 0 0,-1 0 1 0 0,1-1-1 0 0,-1 1 0 0 0,1 0 0 0 0,0-1 0 0 0,-1 1 1 0 0,1 0-1 0 0,0-1 0 0 0,0 1 0 0 0,-1 0 1 0 0,1-1-1 0 0,0 1 0 0 0,0-1 0 0 0,-1 1 0 0 0,1 0 1 0 0,0-1-1 0 0,0 1 0 0 0,0-1 0 0 0,0 1 1 0 0,0-1-1 0 0,0 1 0 0 0,0-1 0 0 0,0 1 0 0 0,0-1 1 0 0,0 0-1 0 0,21-10-5 0 0,1 1 1 0 0,1 1-1 0 0,-1 1 1 0 0,2 2-1 0 0,37-8 0 0 0,-15 3-5 0 0,593-176 269 0 0,-566 160-166 0 0,-2-4 0 0 0,-1-3-1 0 0,-1-2 1 0 0,-2-4 0 0 0,-3-3-1 0 0,84-70 1 0 0,-81 50 123 0 0,-1-4 0 0 0,-4-2 0 0 0,-3-3 1 0 0,90-146-1 0 0,-73 105-171 0 0,5 3 0 0 0,161-168 1 0 0,-85 116-72 0 0,177-238 0 0 0,-109 72 180 0 0,-67 94-158 0 0,-120 180-9 0 0,99-153 4 0 0,-27 35-7 0 0,-22 31-2 0 0,7 4 1 0 0,6 5 0 0 0,198-202-1 0 0,57-25-110 0 0,96-53 15 0 0,-412 378 88 0 0,-14 13-2 0 0,85-74-47 0 0,183-120-1 0 0,-46 71 16 0 0,68-43-44 0 0,-184 97 39 0 0,-62 40-15 0 0,2 3-1 0 0,102-50 1 0 0,-116 71 35 0 0,-1-1-5 0 0,101-33 1 0 0,281-83-65 0 0,-365 118 64 0 0,292-68-33 0 0,-361 92 61 0 0,131-27-40 0 0,217-16 0 0 0,-244 32 54 0 0,-64 5 11 0 0,72-1 1 0 0,-109 8-28 0 0,0 0-1 0 0,0-1 1 0 0,0 0 0 0 0,-1-1 0 0 0,15-4 0 0 0,-6 2-2 0 0,1 0 0 0 0,-1 0 0 0 0,1 2 0 0 0,20-1 0 0 0,178-19-29 0 0,-158 18 25 0 0,1 2 0 0 0,65 6 1 0 0,-75-3 10 0 0,34 4 8 0 0,-81-4-2 0 0,15-4-428 0 0,-56-13 325 0 0,0 2-1 0 0,-74-14 0 0 0,21 5 12 0 0,36 9 22 0 0,-70-7 1 0 0,115 20 54 0 0,-23-7-2 0 0,33 7 5 0 0,0 1-14 0 0,-8-2 14 0 0,8 2-7 0 0,11 2-148 0 0,442 77 222 0 0,-362-66-49 0 0,13 1 8 0 0,-100-13-33 0 0,0 0-9 0 0,-1-1 19 0 0,-1-1-1 0 0,1 1 0 0 0,0 0 0 0 0,-1 0 1 0 0,1 0-1 0 0,-1 0 0 0 0,1 0 0 0 0,-1 0 0 0 0,1 1 1 0 0,0-1-1 0 0,-1 0 0 0 0,1 0 0 0 0,-1 0 0 0 0,1 0 1 0 0,-1 1-1 0 0,1-1 0 0 0,-1 0 0 0 0,1 1 0 0 0,-1-1 1 0 0,1 0-1 0 0,-1 1 0 0 0,1-1 0 0 0,-1 0 1 0 0,0 1-1 0 0,1-1 0 0 0,-1 1 0 0 0,0-1 0 0 0,1 1 1 0 0,-1-1-1 0 0,0 1 0 0 0,0-1 0 0 0,1 1 0 0 0,-1 0 1 0 0,1 1-5 0 0,-31 32 31 0 0,-68 33 9 0 0,69-48-15 0 0,0 0-1 0 0,2 2 1 0 0,-37 34-1 0 0,59-50-240 0 0,-8 10-118 0 0,5-3-2726 0 0,4-2 1648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3:30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623 11980 4140 0 0,'1'-1'38'0'0,"-1"0"-1"0"0,0 0 0 0 0,0 0 0 0 0,0 0 1 0 0,0 0-1 0 0,-1 0 0 0 0,1 0 0 0 0,0 0 1 0 0,0 0-1 0 0,-1 0 0 0 0,1 0 0 0 0,0 0 1 0 0,-1 0-1 0 0,1 1 0 0 0,-1-1 0 0 0,1 0 0 0 0,-1 0 1 0 0,1 0-1 0 0,-1 1 0 0 0,0-1 0 0 0,1 0 1 0 0,-1 1-1 0 0,0-1 0 0 0,0 0 0 0 0,1 1 1 0 0,-1-1-1 0 0,0 1 0 0 0,0-1 0 0 0,0 1 1 0 0,0 0-1 0 0,0-1 0 0 0,0 1 0 0 0,0 0 1 0 0,-47-17 296 0 0,18 7-149 0 0,-4-7 63 0 0,0-2-1 0 0,2-2 1 0 0,0-1 0 0 0,-41-37 0 0 0,54 42-151 0 0,1-2 0 0 0,0-1 0 0 0,2 0 0 0 0,0-1 1 0 0,2-1-1 0 0,0 0 0 0 0,-15-35 0 0 0,-68-190 489 0 0,84 204-523 0 0,2 0 0 0 0,3 0 0 0 0,1-1 0 0 0,-2-45 0 0 0,-14-313 263 0 0,19 329-223 0 0,-3-241 526 0 0,69-430 30 0 0,-38 496-488 0 0,-7 73-59 0 0,64-580 194 0 0,76-555-51 0 0,-135 532 75 0 0,-23 555-235 0 0,-1-94-15 0 0,13-561 37 0 0,67 155-44 0 0,-47 565-67 0 0,6 2 0 0 0,86-231-1 0 0,-60 242-28 0 0,5 4 0 0 0,7 3-1 0 0,6 3 1 0 0,118-151-1 0 0,-132 202 4 0 0,155-150 0 0 0,109-43 15 0 0,-147 148-28 0 0,297-156 0 0 0,-408 245 22 0 0,778-359-60 0 0,-601 291 41 0 0,-116 51 29 0 0,233-111-66 0 0,-89 35-28 0 0,-211 106 63 0 0,2 2 1 0 0,89-19-1 0 0,618-81-67 0 0,-697 115 97 0 0,442-49-39 0 0,458-38 18 0 0,163 42-60 0 0,-470 60 105 0 0,-329-10-25 0 0,-200 1 14 0 0,-132 4-7 0 0,-3 1 6 0 0,0-1 1 0 0,0 0 0 0 0,0 0-1 0 0,0-1 1 0 0,14-2 0 0 0,5 1 12 0 0,-23 2-8 0 0,5 1-1 0 0,-9-1-13 0 0,0 0 0 0 0,0 0-1 0 0,0 0 1 0 0,0 0 0 0 0,0 0-1 0 0,0 0 1 0 0,1 0 0 0 0,-1 0-1 0 0,0 0 1 0 0,0 0 0 0 0,0 0-1 0 0,0 0 1 0 0,0 0 0 0 0,0 0-1 0 0,1 0 1 0 0,-1 0 0 0 0,0 0-1 0 0,0 0 1 0 0,0 0 0 0 0,0 0-1 0 0,0 0 1 0 0,1 0 0 0 0,-1 0-1 0 0,0 0 1 0 0,0 0-1 0 0,0 0 1 0 0,0 0 0 0 0,0 0-1 0 0,0 0 1 0 0,1 0 0 0 0,-1 0-1 0 0,0 0 1 0 0,0-1 0 0 0,0 1-1 0 0,0 0 1 0 0,0 0 0 0 0,0 0-1 0 0,0 0 1 0 0,0 0 0 0 0,0 0-1 0 0,0 0 1 0 0,1-1 0 0 0,-1 1-1 0 0,0 0 1 0 0,0 0 0 0 0,0 0-1 0 0,0 0 1 0 0,0 0 0 0 0,0 0-1 0 0,0-1 1 0 0,0 1 0 0 0,0 0-1 0 0,0 0 1 0 0,0 0 0 0 0,0 0-1 0 0,0 0 1 0 0,0-1-1 0 0,0 1 1 0 0,0 0 0 0 0,0 0-1 0 0,0 0 1 0 0,-1 0 0 0 0,1 0-1 0 0,0 0 1 0 0,0-1 0 0 0,0 1-1 0 0,0 0 1 0 0,0 0 0 0 0,0 0-1 0 0,-18-16-33 0 0,0 1 0 0 0,-1 0 1 0 0,0 2-1 0 0,-1 0 0 0 0,-1 1 0 0 0,-28-12 0 0 0,-28-17-33 0 0,-25-13-15 0 0,98 52 72 0 0,-20-13-44 0 0,22 14 36 0 0,-4-4-23 0 0,3 4-1 0 0,6 2-207 0 0,49 27 256 0 0,1-3 1 0 0,1-3-1 0 0,1-2 0 0 0,108 25 0 0 0,-80-18-60 0 0,-81-26 38 0 0,-3 3 11 0 0,0 0 0 0 0,0 1 0 0 0,0-1 1 0 0,0 0-1 0 0,-1 0 0 0 0,1 0 0 0 0,-1 0 1 0 0,0 0-1 0 0,0 0 0 0 0,-1-1 0 0 0,1 1 1 0 0,-1-1-1 0 0,1 1 0 0 0,-1-1 0 0 0,0 0 0 0 0,-7 5 1 0 0,-9 7 13 0 0,-38 24 0 0 0,33-23-10 0 0,-106 68 28 0 0,113-74-290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3:35.6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78 6349 0 0,'0'0'-385'0'0,"-17"4"980"0"0,39-18-507 0 0,1 1 0 0 0,-1 1 0 0 0,42-15 1 0 0,-55 23-89 0 0,0 1 1 0 0,0 1-1 0 0,0 0 1 0 0,0 0 0 0 0,0 1-1 0 0,1 0 1 0 0,-1 0-1 0 0,0 1 1 0 0,1 0 0 0 0,-1 1-1 0 0,0 0 1 0 0,1 1-1 0 0,-1 0 1 0 0,11 4 0 0 0,-18-6-5 0 0,0 1 1 0 0,0 0 0 0 0,0 0 0 0 0,0 0-1 0 0,-1 0 1 0 0,1 1 0 0 0,0-1 0 0 0,-1 0-1 0 0,1 1 1 0 0,-1-1 0 0 0,1 1 0 0 0,-1-1 0 0 0,0 1-1 0 0,0 0 1 0 0,0 0 0 0 0,0-1 0 0 0,0 1-1 0 0,0 0 1 0 0,0 0 0 0 0,0 3 0 0 0,0-1-1 0 0,0 0 1 0 0,-1 1 0 0 0,0-1 0 0 0,0 1 0 0 0,0-1-1 0 0,0 0 1 0 0,-1 1 0 0 0,1-1 0 0 0,-3 6 0 0 0,-2 9 1 0 0,-2-1 0 0 0,-1 0 0 0 0,-13 24 0 0 0,17-34 2 0 0,-24 40-15 0 0,-64 82 0 0 0,55-82-1 0 0,-37 67 0 0 0,73-115 18 0 0,1 0 0 0 0,0 0 0 0 0,-1 0 0 0 0,1 1 0 0 0,0-1 0 0 0,0 0 0 0 0,-1 1-1 0 0,1-1 1 0 0,0 0 0 0 0,0 0 0 0 0,0 1 0 0 0,0-1 0 0 0,-1 0 0 0 0,1 1 0 0 0,0-1 0 0 0,0 1 0 0 0,0-1-1 0 0,0 0 1 0 0,0 1 0 0 0,0-1 0 0 0,0 0 0 0 0,0 1 0 0 0,0-1 0 0 0,0 0 0 0 0,0 1 0 0 0,0-1 0 0 0,0 0 0 0 0,0 1-1 0 0,0-1 1 0 0,1 0 0 0 0,-1 1 0 0 0,0-1 0 0 0,0 0 0 0 0,0 1 0 0 0,0-1 0 0 0,1 0 0 0 0,-1 1 0 0 0,0-1-1 0 0,0 0 1 0 0,1 0 0 0 0,-1 1 0 0 0,0-1 0 0 0,0 0 0 0 0,1 0 0 0 0,-1 0 0 0 0,0 1 0 0 0,1-1 0 0 0,-1 0-1 0 0,0 0 1 0 0,1 0 0 0 0,-1 0 0 0 0,0 0 0 0 0,1 0 0 0 0,-1 1 0 0 0,0-1 0 0 0,1 0 0 0 0,-1 0 0 0 0,1 0-1 0 0,-1 0 1 0 0,0 0 0 0 0,1-1 0 0 0,23-3 45 0 0,-21 3-50 0 0,266-88 173 0 0,-72 20-108 0 0,-152 54-102 0 0,44-23 0 0 0,-77 33-342 0 0,-6-8-2377 0 0,-5 3 691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3:36.2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805 40 5092 0 0,'-13'-7'-155'0'0,"-1"1"-1"0"0,1 1 1 0 0,-1 0-1 0 0,0 1 0 0 0,0 0 1 0 0,-1 1-1 0 0,1 0 1 0 0,-1 2-1 0 0,1-1 1 0 0,-30 3-1 0 0,22 1 94 0 0,1 1 0 0 0,0 1 1 0 0,0 1-1 0 0,0 1 0 0 0,1 1 1 0 0,-39 18-1 0 0,28-8 62 0 0,0 1 0 0 0,2 2 1 0 0,0 1-1 0 0,1 1 1 0 0,1 1-1 0 0,1 1 0 0 0,1 2 1 0 0,2 0-1 0 0,-21 31 0 0 0,21-23 19 0 0,1 1-1 0 0,3 1 0 0 0,-22 54 1 0 0,33-72-5 0 0,1 2 0 0 0,1-1 1 0 0,1 1-1 0 0,1-1 0 0 0,1 1 1 0 0,0 0-1 0 0,2 1 0 0 0,0-1 1 0 0,2 23-1 0 0,1-35-4 0 0,-1 1 1 0 0,1 0-1 0 0,0 0 1 0 0,1-1-1 0 0,0 1 0 0 0,0-1 1 0 0,1 0-1 0 0,0 0 1 0 0,0 0-1 0 0,1 0 0 0 0,0-1 1 0 0,0 0-1 0 0,1 0 1 0 0,0 0-1 0 0,10 8 0 0 0,-5-7 26 0 0,0 0-1 0 0,0-1 0 0 0,1 0 1 0 0,0-1-1 0 0,1 0 0 0 0,-1-1 1 0 0,1-1-1 0 0,0 0 0 0 0,18 4 1 0 0,10-3 96 0 0,0-1 0 0 0,0-1 1 0 0,1-3-1 0 0,-1-1 1 0 0,70-12-1 0 0,-52 3 78 0 0,1-2 0 0 0,-2-2-1 0 0,0-3 1 0 0,0-3 0 0 0,-2-2 0 0 0,84-46-1 0 0,-114 53-48 0 0,-2-2 0 0 0,0 0-1 0 0,-1-2 1 0 0,0 0 0 0 0,-2-2-1 0 0,31-37 1 0 0,-39 41-47 0 0,-1 0 1 0 0,-1-1-1 0 0,-1 0 1 0 0,-1-1-1 0 0,0 0 0 0 0,-2 0 1 0 0,0-1-1 0 0,-1 0 1 0 0,-1 0-1 0 0,4-28 1 0 0,-8 34-60 0 0,0 1 0 0 0,0-1 0 0 0,-2 0 0 0 0,1 1 1 0 0,-2-1-1 0 0,0 1 0 0 0,-1 0 0 0 0,0-1 0 0 0,-1 1 0 0 0,0 0 0 0 0,-1 1 1 0 0,0-1-1 0 0,-1 1 0 0 0,-9-14 0 0 0,8 16-31 0 0,0 1-1 0 0,0 0 1 0 0,-1 1-1 0 0,0-1 1 0 0,0 2 0 0 0,-1-1-1 0 0,0 1 1 0 0,-1 0-1 0 0,1 1 1 0 0,-1 0 0 0 0,0 1-1 0 0,-1 0 1 0 0,0 0-1 0 0,1 1 1 0 0,-1 1 0 0 0,0-1-1 0 0,-13-1 1 0 0,-3 2-28 0 0,0 1 0 0 0,0 1 1 0 0,0 1-1 0 0,0 2 0 0 0,0 0 0 0 0,1 2 0 0 0,-1 1 1 0 0,-49 16-1 0 0,49-11-943 0 0,-1 1 0 0 0,2 1 0 0 0,0 1 0 0 0,-40 27 0 0 0,37-19-2015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3.6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548 49 2756 0 0,'0'0'1156'0'0,"-26"-18"-360"0"0,19 14-759 0 0,0 1 0 0 0,0 0-1 0 0,0 0 1 0 0,-1 1-1 0 0,1 0 1 0 0,-1 0 0 0 0,1 1-1 0 0,-1 0 1 0 0,0 0 0 0 0,0 1-1 0 0,1 0 1 0 0,-1 0-1 0 0,0 1 1 0 0,1 0 0 0 0,-13 3-1 0 0,3 0-38 0 0,1 0 0 0 0,0 1-1 0 0,0 1 1 0 0,1 1 0 0 0,-1 0 0 0 0,-18 12-1 0 0,3 1 11 0 0,1 2-1 0 0,1 1 0 0 0,-43 45 1 0 0,62-57-5 0 0,0 0 1 0 0,0 1 0 0 0,1 0 0 0 0,1 1 0 0 0,0 0 0 0 0,1 0 0 0 0,0 1-1 0 0,1 0 1 0 0,1 0 0 0 0,0 0 0 0 0,-5 27 0 0 0,9-35 0 0 0,0 0 0 0 0,1 0 1 0 0,0-1-1 0 0,0 1 0 0 0,1 0 1 0 0,-1-1-1 0 0,1 1 0 0 0,1 0 0 0 0,-1-1 1 0 0,1 1-1 0 0,0-1 0 0 0,0 0 1 0 0,0 0-1 0 0,1 0 0 0 0,3 6 0 0 0,-1-4 4 0 0,1 0 0 0 0,0 0 0 0 0,0-1 0 0 0,0 0 0 0 0,1 0 0 0 0,0-1 0 0 0,0 0-1 0 0,1 0 1 0 0,8 4 0 0 0,3 0 7 0 0,1-1 0 0 0,0 0 0 0 0,1-2-1 0 0,0 0 1 0 0,0-2 0 0 0,0 0 0 0 0,30 1 0 0 0,-7-4 10 0 0,1-1 0 0 0,0-3 0 0 0,-1-2 0 0 0,0-1 0 0 0,0-3 0 0 0,0-1 0 0 0,-1-2 0 0 0,-1-2 0 0 0,0-2 0 0 0,43-24 0 0 0,-71 32 7 0 0,-1-1 0 0 0,0 0 0 0 0,0-1 0 0 0,-1-1 0 0 0,-1 0-1 0 0,0-1 1 0 0,0 0 0 0 0,-1 0 0 0 0,0-1 0 0 0,-2 0 0 0 0,1-1 0 0 0,-1 0-1 0 0,-1 0 1 0 0,6-19 0 0 0,-10 25 0 0 0,0 0 0 0 0,-1 0 0 0 0,0 0 0 0 0,0-1 0 0 0,-1 1-1 0 0,0-1 1 0 0,0 1 0 0 0,-1-1 0 0 0,0 1 0 0 0,-1-1 0 0 0,0 0 0 0 0,0 1 0 0 0,-1-1 0 0 0,0 1-1 0 0,0 0 1 0 0,-1 0 0 0 0,0 0 0 0 0,0 0 0 0 0,-1 0 0 0 0,0 1 0 0 0,-1-1 0 0 0,1 1 0 0 0,-1 0-1 0 0,-1 0 1 0 0,1 1 0 0 0,-1 0 0 0 0,-13-10 0 0 0,9 9-14 0 0,0 1 0 0 0,-1 0-1 0 0,0 1 1 0 0,0 0 0 0 0,0 1 0 0 0,-1 0 0 0 0,0 0 0 0 0,1 2-1 0 0,-1-1 1 0 0,0 2 0 0 0,0-1 0 0 0,-1 2 0 0 0,1 0-1 0 0,0 0 1 0 0,0 1 0 0 0,0 0 0 0 0,-18 5 0 0 0,-4 2 5 0 0,1 1 0 0 0,-1 1-1 0 0,2 2 1 0 0,-60 31 0 0 0,85-39-157 0 0,-13 6 167 0 0,-36 26 0 0 0,53-33-255 0 0,-1-1 1 0 0,1 0-1 0 0,0 1 0 0 0,0 0 0 0 0,0 0 1 0 0,0 0-1 0 0,1 0 0 0 0,-1 0 0 0 0,1 1 1 0 0,0-1-1 0 0,0 1 0 0 0,0-1 1 0 0,0 1-1 0 0,0 0 0 0 0,1 0 0 0 0,0 0 1 0 0,0 0-1 0 0,-1 4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4.6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 58 4452 0 0,'-37'-45'200'0'0,"36"43"-56"0"0,0 2-116 0 0,1-1-1 0 0,0 1 0 0 0,0-1 0 0 0,-1 0 0 0 0,1 1 0 0 0,0-1 0 0 0,-1 1 0 0 0,1-1 0 0 0,0 1 1 0 0,-1-1-1 0 0,1 1 0 0 0,-1-1 0 0 0,1 1 0 0 0,-1-1 0 0 0,1 1 0 0 0,-1 0 0 0 0,1-1 0 0 0,-1 1 0 0 0,0 0 1 0 0,1-1-1 0 0,-1 1 0 0 0,1 0 0 0 0,-1 0 0 0 0,0 0 0 0 0,1 0 0 0 0,-1-1 0 0 0,0 1 0 0 0,0 0 1 0 0,-1 11-23 0 0,1 0 0 0 0,1 0 1 0 0,0-1-1 0 0,0 1 1 0 0,1 0-1 0 0,1 0 1 0 0,-1-1-1 0 0,2 1 1 0 0,-1-1-1 0 0,2 0 1 0 0,-1 1-1 0 0,1-1 1 0 0,6 9-1 0 0,-2-1 7 0 0,2-1-1 0 0,0-1 0 0 0,1 0 1 0 0,0 0-1 0 0,1-1 0 0 0,24 22 1 0 0,-22-25 4 0 0,1-1 0 0 0,0 0 1 0 0,1-1-1 0 0,0-1 0 0 0,0-1 1 0 0,1 0-1 0 0,0-1 1 0 0,0-1-1 0 0,1-1 0 0 0,0 0 1 0 0,27 3-1 0 0,-20-5 5 0 0,0-1 0 0 0,0-1 0 0 0,1-2-1 0 0,-1 0 1 0 0,0-1 0 0 0,0-2 0 0 0,46-12 0 0 0,-62 13-11 0 0,0 0 1 0 0,1-1-1 0 0,-2 0 0 0 0,1 0 1 0 0,0-1-1 0 0,-1 0 0 0 0,0 0 1 0 0,9-9-1 0 0,-15 13-3 0 0,0-1-1 0 0,-1 0 0 0 0,1 0 1 0 0,0 0-1 0 0,-1 0 1 0 0,1 0-1 0 0,-1 0 1 0 0,0 0-1 0 0,0 0 1 0 0,1 0-1 0 0,-2-1 1 0 0,1 1-1 0 0,0 0 1 0 0,0-1-1 0 0,-1 1 1 0 0,1 0-1 0 0,-1-1 0 0 0,0 1 1 0 0,0-1-1 0 0,0 1 1 0 0,0-1-1 0 0,0 1 1 0 0,0-1-1 0 0,-1 1 1 0 0,1-1-1 0 0,-1 1 1 0 0,1 0-1 0 0,-1-1 1 0 0,0 1-1 0 0,0 0 1 0 0,0-1-1 0 0,-1 1 1 0 0,1 0-1 0 0,0 0 0 0 0,-3-2 1 0 0,2 2-4 0 0,1 0-1 0 0,-1 0 1 0 0,0 1 0 0 0,0-1-1 0 0,0 1 1 0 0,0-1 0 0 0,0 1-1 0 0,-1 0 1 0 0,1 0 0 0 0,0 0-1 0 0,0 0 1 0 0,-1 0-1 0 0,1 1 1 0 0,-1-1 0 0 0,-2 0-1 0 0,-55-3-38 0 0,58 4 17 0 0,1 0 10 0 0,0 0 9 0 0,1 0 0 0 0,-1 0 0 0 0,1 0 1 0 0,0 0-1 0 0,-1 0 0 0 0,1 0 0 0 0,-1 0 1 0 0,1 0-1 0 0,-1 0 0 0 0,1 0 0 0 0,0 0 1 0 0,-1 0-1 0 0,1 0 0 0 0,-1 0 0 0 0,1 0 1 0 0,-1 0-1 0 0,1 0 0 0 0,0 0 0 0 0,-1 1 0 0 0,1-1 1 0 0,0 0-1 0 0,-1 0 0 0 0,1 1 0 0 0,-1-1 1 0 0,1 0-1 0 0,0 0 0 0 0,0 1 0 0 0,-1-1 1 0 0,1 0-1 0 0,0 1 0 0 0,-1-1 0 0 0,1 0 1 0 0,0 1-1 0 0,79 29-7 0 0,26 10 1 0 0,-93-34-2 0 0,-1 0 0 0 0,1 0 0 0 0,-1 1-1 0 0,-1 1 1 0 0,0 0 0 0 0,14 13 0 0 0,-23-21 9 0 0,0 1 1 0 0,-1 0-1 0 0,1 0 1 0 0,0 0-1 0 0,-1 1 1 0 0,1-1-1 0 0,0 0 1 0 0,-1 0-1 0 0,0 0 1 0 0,1 0-1 0 0,-1 0 1 0 0,0 1-1 0 0,1-1 1 0 0,-1 0-1 0 0,0 0 1 0 0,0 1-1 0 0,0-1 1 0 0,0 0-1 0 0,0 0 1 0 0,0 1-1 0 0,-1-1 1 0 0,0 2-1 0 0,-18 30 23 0 0,-37 22 15 0 0,54-54-37 0 0,-24 22-113 0 0,-14 11 217 0 0,13-16-3646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5.6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32 117 3712 0 0,'0'-20'253'0'0,"0"1"-1"0"0,-2-1 1 0 0,-6-35-1 0 0,7 53-160 0 0,0 2-80 0 0,0 0 0 0 0,0 1 0 0 0,1-1 0 0 0,-1 0 0 0 0,0 0 0 0 0,0 1 1 0 0,0-1-1 0 0,0 1 0 0 0,1-1 0 0 0,-1 1 0 0 0,0-1 0 0 0,0 1 0 0 0,1-1 0 0 0,-1 1 0 0 0,1 0 1 0 0,-1-1-1 0 0,0 1 0 0 0,1 0 0 0 0,-1-1 0 0 0,1 1 0 0 0,-1 0 0 0 0,1 0 0 0 0,0 0 1 0 0,-1-1-1 0 0,1 1 0 0 0,0 0 0 0 0,0 0 0 0 0,-1 0 0 0 0,1 1 0 0 0,-3 41 125 0 0,4-34-121 0 0,-1 1 0 0 0,2-1-1 0 0,-1 0 1 0 0,1-1 0 0 0,1 1 0 0 0,0 0 0 0 0,6 13-1 0 0,-5-17-3 0 0,0-1-1 0 0,0 0 0 0 0,0 0 0 0 0,1 0 0 0 0,-1 0 1 0 0,1-1-1 0 0,0 0 0 0 0,0 0 0 0 0,0 0 0 0 0,0 0 1 0 0,1-1-1 0 0,-1 0 0 0 0,1 0 0 0 0,-1-1 0 0 0,1 1 1 0 0,0-1-1 0 0,6 0 0 0 0,4 1 12 0 0,-1-1 0 0 0,1-1 0 0 0,-1 0 0 0 0,0-1 0 0 0,21-4 0 0 0,-30 3-11 0 0,0 0 0 0 0,0 0 1 0 0,0 0-1 0 0,0-1 0 0 0,0 0 0 0 0,0 0 1 0 0,0 0-1 0 0,-1-1 0 0 0,0 0 0 0 0,0 0 1 0 0,0 0-1 0 0,0-1 0 0 0,0 1 0 0 0,-1-1 1 0 0,0 0-1 0 0,4-8 0 0 0,1 0 233 0 0,-1-1 0 0 0,-1-1 0 0 0,-1 1 0 0 0,0-1-1 0 0,6-22 1 0 0,-12 35-167 0 0,-6 24 297 0 0,4-11-354 0 0,0 0 0 0 0,1 0 0 0 0,0 1 0 0 0,1-1 0 0 0,1 1-1 0 0,0-1 1 0 0,3 17 0 0 0,23 77 60 0 0,-18-77-60 0 0,41 179-101 0 0,-50-207-267 0 0,1 6 750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6.3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696 69 5481 0 0,'-17'-10'-165'0'0,"-1"0"1"0"0,-1 2 0 0 0,1 0-1 0 0,-1 1 1 0 0,0 0 0 0 0,-1 2-1 0 0,0 0 1 0 0,0 2 0 0 0,0 0-1 0 0,0 1 1 0 0,-38 1 0 0 0,40 3 178 0 0,1 0 0 0 0,0 1 0 0 0,-1 1 0 0 0,1 1 0 0 0,1 0 0 0 0,-1 1 0 0 0,1 1 0 0 0,0 0 0 0 0,1 1 0 0 0,-1 1 0 0 0,2 0 0 0 0,-1 1 0 0 0,1 1 0 0 0,-14 14 0 0 0,9-7-1 0 0,1 1 0 0 0,1 2 1 0 0,0-1-1 0 0,2 2 0 0 0,0 0 0 0 0,1 1 0 0 0,-18 41 0 0 0,27-51-3 0 0,0 1 0 0 0,1-1-1 0 0,0 0 1 0 0,1 1 0 0 0,1 0 0 0 0,0 0-1 0 0,1 0 1 0 0,0 0 0 0 0,1 0-1 0 0,1 0 1 0 0,0 0 0 0 0,1-1-1 0 0,0 1 1 0 0,1 0 0 0 0,1-1-1 0 0,8 20 1 0 0,-5-16 6 0 0,1-2 0 0 0,1 1-1 0 0,0-1 1 0 0,1 0 0 0 0,1-1 0 0 0,0-1 0 0 0,1 1-1 0 0,1-2 1 0 0,0 0 0 0 0,1 0 0 0 0,0-1 0 0 0,0-1-1 0 0,1 0 1 0 0,28 13 0 0 0,-21-14 8 0 0,1 0-1 0 0,1-1 1 0 0,0-2 0 0 0,0 0-1 0 0,0-2 1 0 0,0 0 0 0 0,1-2-1 0 0,-1-1 1 0 0,1 0 0 0 0,29-4-1 0 0,-21-1 84 0 0,-1 0 0 0 0,1-2-1 0 0,-1-1 1 0 0,-1-2-1 0 0,1-1 1 0 0,-2-2 0 0 0,1-1-1 0 0,-2-1 1 0 0,40-25 0 0 0,-51 27-36 0 0,0-2 1 0 0,-1 0 0 0 0,-1-1 0 0 0,0 0-1 0 0,-1-2 1 0 0,-1 1 0 0 0,0-2 0 0 0,-1 0 0 0 0,-1-1-1 0 0,-1 0 1 0 0,-1 0 0 0 0,0-1 0 0 0,-2-1-1 0 0,12-39 1 0 0,-16 45-9 0 0,-1 1 1 0 0,0-1-1 0 0,-2 0 0 0 0,1 1 0 0 0,-2-1 0 0 0,0 0 1 0 0,0 0-1 0 0,-6-29 0 0 0,4 37-44 0 0,0 1-1 0 0,0-1 0 0 0,0 1 1 0 0,-1 0-1 0 0,0 0 1 0 0,0 0-1 0 0,0 0 1 0 0,-1 0-1 0 0,0 1 1 0 0,0-1-1 0 0,0 1 1 0 0,-1 0-1 0 0,1 0 1 0 0,-1 1-1 0 0,0 0 0 0 0,-1 0 1 0 0,1 0-1 0 0,-1 0 1 0 0,0 1-1 0 0,0 0 1 0 0,0 0-1 0 0,-8-2 1 0 0,1 1 0 0 0,-1 0 0 0 0,0 2 0 0 0,0 0 0 0 0,0 0 0 0 0,0 1 1 0 0,0 1-1 0 0,0 0 0 0 0,0 1 0 0 0,1 1 0 0 0,-25 5 0 0 0,8 1-352 0 0,1 1 0 0 0,0 2-1 0 0,-50 26 1 0 0,75-35 60 0 0,-13 12-2776 0 0,15-10 1727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7.1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46 4128 0 0,'16'-38'-323'0'0,"-16"36"419"0"0,1-4 16 0 0,-1 6-106 0 0,0 0 1 0 0,0 1-1 0 0,0-1 0 0 0,0 0 1 0 0,0 0-1 0 0,0 0 0 0 0,0 0 0 0 0,0 0 1 0 0,-1 0-1 0 0,1 0 0 0 0,0 0 1 0 0,0 0-1 0 0,0 0 0 0 0,0 0 0 0 0,0 0 1 0 0,0 1-1 0 0,0-1 0 0 0,0 0 1 0 0,0 0-1 0 0,0 0 0 0 0,0 0 0 0 0,-1 0 1 0 0,1 0-1 0 0,0 0 0 0 0,0 0 1 0 0,0 0-1 0 0,0 0 0 0 0,0 0 0 0 0,0 0 1 0 0,0 0-1 0 0,0 0 0 0 0,0 0 1 0 0,-1 0-1 0 0,1 0 0 0 0,0 0 0 0 0,0 0 1 0 0,0 0-1 0 0,0 0 0 0 0,0 0 1 0 0,0 0-1 0 0,0 0 0 0 0,0 0 0 0 0,-1-1 1 0 0,-102 208 61 0 0,53-103 10 0 0,43-92-46 0 0,-5 19 64 0 0,12-29-180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7.5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 3580 0 0,'0'-23'1642'0'0,"8"61"-1142"0"0,8 5-452 0 0,1-1 1 0 0,3 0-1 0 0,25 41 1 0 0,17 32 121 0 0,-49-97-129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7.7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42 126 4652 0 0,'-41'17'1991'0'0,"50"-20"-1845"0"0,129-44-204 0 0,205-40 0 0 0,-298 82-3231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8.6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195 210 4324 0 0,'0'0'-165'0'0,"-12"-3"-82"0"0,12 3 258 0 0,0 0 1 0 0,0 0 0 0 0,-1 0-1 0 0,1 0 1 0 0,0 0 0 0 0,0 0-1 0 0,0 0 1 0 0,-1 0 0 0 0,1 0-1 0 0,0 0 1 0 0,0 0-1 0 0,0 0 1 0 0,-1 0 0 0 0,1 0-1 0 0,0 0 1 0 0,0 0 0 0 0,0 0-1 0 0,-1 0 1 0 0,1 0 0 0 0,0 0-1 0 0,0 0 1 0 0,0-1 0 0 0,-1 1-1 0 0,1 0 1 0 0,0 0-1 0 0,0 0 1 0 0,0 0 0 0 0,0 0-1 0 0,0-1 1 0 0,-1 1 0 0 0,1 0-1 0 0,0 0 1 0 0,0 0 0 0 0,0 0-1 0 0,0-1 1 0 0,0 1 0 0 0,0 0-1 0 0,0 0 1 0 0,0 0-1 0 0,0-1 1 0 0,0 1 0 0 0,-1 0-1 0 0,1 0 1 0 0,0 0 0 0 0,0-1-1 0 0,0 1 1 0 0,0 0 0 0 0,0 0-1 0 0,1 0 1 0 0,-1-1-1 0 0,0 1 1 0 0,0 0 0 0 0,0-1-1 0 0,10-4 71 0 0,-1-1-1 0 0,0 0 1 0 0,0 0-1 0 0,0-1 1 0 0,-1 0-1 0 0,15-17 1 0 0,-19 19-12 0 0,-1 1 1 0 0,0-1 0 0 0,-1 1 0 0 0,1-1 0 0 0,-1 0 0 0 0,0 0 0 0 0,0-1 0 0 0,0 1 0 0 0,-1 0 0 0 0,0-1-1 0 0,0 1 1 0 0,0 0 0 0 0,-1-1 0 0 0,1 1 0 0 0,-1-1 0 0 0,-1-7 0 0 0,0 10-59 0 0,1 1 0 0 0,-1 0 0 0 0,0 0 0 0 0,0 0 0 0 0,0 0 0 0 0,0 0 0 0 0,0 0 0 0 0,0 0 0 0 0,0 0 0 0 0,-1 0 0 0 0,1 0 0 0 0,-1 0 0 0 0,1 1 0 0 0,-1-1 0 0 0,0 1 0 0 0,0-1 0 0 0,1 1 0 0 0,-1 0 0 0 0,0-1 0 0 0,0 1 0 0 0,0 0 0 0 0,-1 0 0 0 0,1 1 0 0 0,0-1 0 0 0,0 0 0 0 0,0 1 0 0 0,-1-1 0 0 0,1 1 0 0 0,0 0 0 0 0,-1 0 0 0 0,-3 0 0 0 0,-2 0-6 0 0,1 0 0 0 0,0 0 0 0 0,0 1-1 0 0,-1 0 1 0 0,1 0 0 0 0,0 0 0 0 0,0 1-1 0 0,-13 5 1 0 0,9 0-5 0 0,1 0-1 0 0,-1 0 1 0 0,1 1 0 0 0,1 0 0 0 0,-1 0-1 0 0,1 1 1 0 0,1 1 0 0 0,0 0 0 0 0,0 0-1 0 0,1 0 1 0 0,0 1 0 0 0,1 0 0 0 0,0 0-1 0 0,-8 21 1 0 0,12-26 3 0 0,0-1 1 0 0,0 1-1 0 0,1 0 0 0 0,-1 0 1 0 0,1-1-1 0 0,1 1 0 0 0,-1 0 1 0 0,1 0-1 0 0,0 0 0 0 0,0 0 1 0 0,0 0-1 0 0,1 0 0 0 0,0 0 1 0 0,1 0-1 0 0,-1 0 0 0 0,1 0 1 0 0,0-1-1 0 0,0 1 0 0 0,1-1 1 0 0,0 1-1 0 0,-1-1 0 0 0,2 0 1 0 0,-1 0-1 0 0,1-1 0 0 0,0 1 1 0 0,0-1-1 0 0,0 1 0 0 0,0-1 1 0 0,1 0-1 0 0,0-1 0 0 0,0 1 1 0 0,8 4-1 0 0,4 0 8 0 0,0-1 1 0 0,0-1-1 0 0,1 0 1 0 0,-1-1-1 0 0,1-1 1 0 0,1 0-1 0 0,33 1 1 0 0,133-7 96 0 0,-165 1-99 0 0,71-4-152 0 0,-89 5-25 0 0,-1-1 0 0 0,1 1 0 0 0,-1 0 0 0 0,0-1 0 0 0,1 1 0 0 0,-1-1 0 0 0,0 1 1 0 0,1-1-1 0 0,-1 0 0 0 0,0 0 0 0 0,0 1 0 0 0,1-1 0 0 0,-1 0 0 0 0,0 0 0 0 0,0 0 1 0 0,0 0-1 0 0,0-1 0 0 0,0 1 0 0 0,1-2 0 0 0,2-5-1622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9.4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97 4892 0 0,'-7'-35'-396'0'0,"-10"-25"2053"0"0,16 58-1497 0 0,1 3-150 0 0,-1-1 1 0 0,1 0 0 0 0,-1 1-1 0 0,1-1 1 0 0,-1 0-1 0 0,1 1 1 0 0,-1-1 0 0 0,1 0-1 0 0,0 1 1 0 0,-1-1 0 0 0,1 1-1 0 0,0-1 1 0 0,-1 1 0 0 0,1-1-1 0 0,0 1 1 0 0,0-1 0 0 0,-1 1-1 0 0,1-1 1 0 0,0 1 0 0 0,0-1-1 0 0,0 1 1 0 0,0-1 0 0 0,0 1-1 0 0,0-1 1 0 0,0 1-1 0 0,0 0 1 0 0,0-1 0 0 0,0 1-1 0 0,0-1 1 0 0,0 1 0 0 0,0-1-1 0 0,0 1 1 0 0,5 37 83 0 0,16 34-60 0 0,6-7 20 0 0,19 54 119 0 0,-45-118-120 0 0,-1 0 0 0 0,1 0-1 0 0,-1-1 1 0 0,0 1 0 0 0,1 0 0 0 0,-1 0 0 0 0,0-1 0 0 0,0 1 0 0 0,0 0 0 0 0,0 0 0 0 0,0 0 0 0 0,0 0 0 0 0,0-1 0 0 0,0 1 0 0 0,0 0 0 0 0,0 0 0 0 0,0 0 0 0 0,0 0 0 0 0,0-1 0 0 0,-1 1 0 0 0,1 0 0 0 0,0 0 0 0 0,-1-1 0 0 0,1 1-1 0 0,-1 0 1 0 0,1 0 0 0 0,-1-1 0 0 0,0 2 0 0 0,0-2-13 0 0,0 1-1 0 0,0-1 1 0 0,-1 0-1 0 0,1 0 1 0 0,0 1-1 0 0,0-1 1 0 0,-1 0-1 0 0,1 0 1 0 0,0 0-1 0 0,0 0 1 0 0,-1-1-1 0 0,1 1 1 0 0,0 0-1 0 0,0 0 0 0 0,-1-1 1 0 0,-1 0-1 0 0,-4-2 45 0 0,0 0-1 0 0,1 0 0 0 0,-1-1 0 0 0,0 0 0 0 0,-10-8 0 0 0,11 6-49 0 0,1 0 0 0 0,0 0 1 0 0,0 0-1 0 0,0-1 0 0 0,0 0 0 0 0,1 0 0 0 0,1 0 0 0 0,-1 0 0 0 0,1 0 0 0 0,0-1 0 0 0,1 0 0 0 0,-1 0 0 0 0,2 1 1 0 0,-1-1-1 0 0,1 0 0 0 0,0-12 0 0 0,0 14-29 0 0,2 0 1 0 0,-1 0 0 0 0,1 0-1 0 0,0 0 1 0 0,0 0-1 0 0,0 1 1 0 0,1-1 0 0 0,0 0-1 0 0,0 1 1 0 0,0 0-1 0 0,1-1 1 0 0,0 1 0 0 0,0 0-1 0 0,0 0 1 0 0,0 0-1 0 0,1 1 1 0 0,0-1 0 0 0,0 1-1 0 0,0 0 1 0 0,1 0-1 0 0,-1 0 1 0 0,1 1 0 0 0,8-5-1 0 0,-9 6-10 0 0,0 0 0 0 0,-1 0 0 0 0,1 1 0 0 0,0 0 0 0 0,0 0 0 0 0,0 0 0 0 0,0 0 0 0 0,0 0 0 0 0,0 1 0 0 0,0 0 0 0 0,0 0 0 0 0,0 0 0 0 0,0 0 0 0 0,0 1 0 0 0,0-1 0 0 0,7 3 0 0 0,-4 0 0 0 0,0-1-1 0 0,0 2 1 0 0,0-1 0 0 0,-1 1-1 0 0,1 0 1 0 0,-1 0-1 0 0,0 1 1 0 0,7 7-1 0 0,3 4-3 0 0,-1 1 0 0 0,0 1 0 0 0,-1 0 0 0 0,21 39 0 0 0,-21-21-71 0 0,-1-4-5432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29.8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4 164 6409 0 0,'-3'-22'-161'0'0,"2"0"0"0"0,3-39-1 0 0,0 12 1154 0 0,-2 47-827 0 0,-1-5-90 0 0,1 7-72 0 0,0 0 0 0 0,0 0 0 0 0,0 0 0 0 0,0 0 0 0 0,0 0-1 0 0,0 0 1 0 0,0 1 0 0 0,0-1 0 0 0,1 0 0 0 0,-1 0 0 0 0,0 0 0 0 0,0 0 0 0 0,0 0 0 0 0,0 0 0 0 0,0 0 0 0 0,0 0 0 0 0,0 0 0 0 0,0 0 0 0 0,0 0 0 0 0,1 0 0 0 0,-1 0 0 0 0,0 0 0 0 0,0 0-1 0 0,0 0 1 0 0,0 0 0 0 0,0 0 0 0 0,0 0 0 0 0,0 0 0 0 0,0 0 0 0 0,1 0 0 0 0,-1 0 0 0 0,0 0 0 0 0,0 0 0 0 0,0 0 0 0 0,0 0 0 0 0,0 0 0 0 0,0 0 0 0 0,40 99 94 0 0,52 202 0 0 0,-75-214-22 0 0,-13-60-36 0 0,1 1 0 0 0,12 35 0 0 0,-9-53-224 0 0,23-23-5429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0.1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16 124 5112 0 0,'-16'4'-34'0'0,"37"-13"53"0"0,44-15 66 0 0,162-58-2747 0 0,-197 70 1998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0.3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 3508 0 0,'0'0'384'0'0,"-3"4"-362"0"0,-1 6-7 0 0,0-1 0 0 0,1 1 0 0 0,0 0 0 0 0,0 0 0 0 0,1 0 0 0 0,0 0 0 0 0,1 1 0 0 0,0-1 0 0 0,1 0 0 0 0,0 1 0 0 0,1-1 0 0 0,3 16 0 0 0,2 16 94 0 0,22 70-1 0 0,-28-111-120 0 0,19 50 297 0 0,-18-48-455 0 0,0 0 1 0 0,1 0-1 0 0,-1 0 1 0 0,1 0-1 0 0,0 0 1 0 0,0 0-1 0 0,0-1 1 0 0,1 1-1 0 0,-1-1 1 0 0,0 1-1 0 0,1-1 1 0 0,0 0-1 0 0,4 3 1 0 0,-7-5-201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0.5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33 3068 0 0,'-5'-7'424'0'0,"-9"-3"-60"0"0,6 5-12 0 0,0 0 36 0 0,-1 0-260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1.1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 3332 0 0,'0'0'-16'0'0,"-14"4"49"0"0,14-4 7 0 0,0 0 0 0 0,0 0 0 0 0,-1 0 0 0 0,1 0 0 0 0,0 0 0 0 0,0 0 0 0 0,-1 0 1 0 0,1 0-1 0 0,0 0 0 0 0,0 0 0 0 0,-1 0 0 0 0,1 0 0 0 0,0 0 0 0 0,0 0 0 0 0,-1 0 0 0 0,1 0 0 0 0,0 1 0 0 0,0-1 0 0 0,-1 0 0 0 0,1 0 0 0 0,0 0 0 0 0,0 0 0 0 0,0 0 0 0 0,-1 1 1 0 0,1-1-1 0 0,0 0 0 0 0,0 0 0 0 0,0 0 0 0 0,0 1 0 0 0,-1-1 0 0 0,1 0 0 0 0,0 0 0 0 0,0 1 0 0 0,0-1 0 0 0,0 0 0 0 0,0 0 0 0 0,0 1 0 0 0,0-1 0 0 0,0 0 0 0 0,0 0 1 0 0,0 1-1 0 0,0-1 0 0 0,0 0 0 0 0,0 0 0 0 0,0 1 0 0 0,34 14 23 0 0,-13-7-54 0 0,-1 1 0 0 0,-1 1 0 0 0,0 0 0 0 0,31 23 0 0 0,-29-16 4 0 0,194 175 99 0 0,-214-191-109 0 0,0 0 0 0 0,0 0 0 0 0,0 0 0 0 0,0 0 0 0 0,0 0 0 0 0,0 0 0 0 0,0 0 0 0 0,0 0 0 0 0,0 0 0 0 0,-1 0 0 0 0,1 1 0 0 0,-1-1 0 0 0,1 0 0 0 0,-1 0 0 0 0,1 1 0 0 0,-1-1-1 0 0,0 0 1 0 0,1 1 0 0 0,-1-1 0 0 0,0 0 0 0 0,0 1 0 0 0,0-1 0 0 0,0 1 0 0 0,0-1 0 0 0,0 0 0 0 0,-1 1 0 0 0,1-1 0 0 0,0 0 0 0 0,-2 3 0 0 0,1-2 13 0 0,-1 0 1 0 0,0 0-1 0 0,0 0 1 0 0,-1 0-1 0 0,1 0 1 0 0,0-1-1 0 0,0 1 1 0 0,-1-1-1 0 0,1 0 1 0 0,-1 1-1 0 0,0-1 1 0 0,1 0-1 0 0,-5 1 1 0 0,-5 1 152 0 0,-1-1 0 0 0,1 1 1 0 0,0-2-1 0 0,-1 0 1 0 0,-18-1-1 0 0,28 0-131 0 0,1 0 0 0 0,-1 0-1 0 0,0-1 1 0 0,1 1-1 0 0,-1-1 1 0 0,1 0 0 0 0,-1 1-1 0 0,1-1 1 0 0,-1 0 0 0 0,1-1-1 0 0,0 1 1 0 0,-1 0 0 0 0,1-1-1 0 0,0 1 1 0 0,0-1 0 0 0,0 0-1 0 0,0 0 1 0 0,0 1-1 0 0,1-1 1 0 0,-1-1 0 0 0,1 1-1 0 0,-1 0 1 0 0,-1-3 0 0 0,2 1-10 0 0,0 0 1 0 0,0 0-1 0 0,0 0 1 0 0,1 0 0 0 0,-1-1-1 0 0,1 1 1 0 0,0 0 0 0 0,0 0-1 0 0,1-1 1 0 0,-1 1-1 0 0,1 0 1 0 0,2-8 0 0 0,3-5-1 0 0,0 1 0 0 0,1 1 0 0 0,0-1 0 0 0,1 1 0 0 0,20-27 0 0 0,59-71-95 0 0,-86 112 30 0 0,4-5 57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1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46 132 4720 0 0,'34'20'-807'0'0,"-26"-21"847"0"0,-1 1 0 0 0,1-2 1 0 0,0 1-1 0 0,0-1 0 0 0,-1 0 0 0 0,1-1 0 0 0,-1 0 0 0 0,1 0 1 0 0,-1 0-1 0 0,0-1 0 0 0,10-7 0 0 0,-13 8 50 0 0,0 1-1 0 0,0-2 1 0 0,-1 1-1 0 0,1 0 1 0 0,0-1-1 0 0,-1 1 1 0 0,0-1-1 0 0,0 0 1 0 0,0 0-1 0 0,-1 0 1 0 0,1-1-1 0 0,-1 1 1 0 0,0-1-1 0 0,0 1 1 0 0,-1-1-1 0 0,1 1 1 0 0,-1-1-1 0 0,0 0 1 0 0,1-9-1 0 0,-2 13-72 0 0,-1 0 0 0 0,1 0-1 0 0,0-1 1 0 0,0 1 0 0 0,-1 0-1 0 0,1 0 1 0 0,-1-1 0 0 0,1 1 0 0 0,-1 0-1 0 0,0 0 1 0 0,1 0 0 0 0,-1 0-1 0 0,0 0 1 0 0,0 0 0 0 0,0 0 0 0 0,0 0-1 0 0,1 0 1 0 0,-1 0 0 0 0,-1 0-1 0 0,1 0 1 0 0,0 1 0 0 0,0-1 0 0 0,0 1-1 0 0,0-1 1 0 0,0 0 0 0 0,-1 1-1 0 0,1 0 1 0 0,0-1 0 0 0,0 1-1 0 0,-1 0 1 0 0,1 0 0 0 0,0 0 0 0 0,-1-1-1 0 0,1 1 1 0 0,0 1 0 0 0,-1-1-1 0 0,-1 0 1 0 0,-43 8 129 0 0,36-5-129 0 0,0 2 0 0 0,0-1 1 0 0,0 2-1 0 0,1-1 0 0 0,0 1 0 0 0,0 0 0 0 0,1 1 1 0 0,-1 0-1 0 0,-7 10 0 0 0,11-12-6 0 0,0 0-1 0 0,0 0 1 0 0,1 1-1 0 0,0-1 1 0 0,0 1-1 0 0,1 0 1 0 0,0 1-1 0 0,0-1 1 0 0,0 0-1 0 0,1 1 1 0 0,-1 0-1 0 0,2-1 1 0 0,-1 1-1 0 0,0 13 1 0 0,2-16-2 0 0,1 0 0 0 0,0 0 1 0 0,0 0-1 0 0,0 0 0 0 0,0 0 0 0 0,1 0 0 0 0,0 0 1 0 0,0 0-1 0 0,0-1 0 0 0,0 1 0 0 0,0-1 0 0 0,1 1 1 0 0,0-1-1 0 0,-1 0 0 0 0,1 0 0 0 0,0 0 0 0 0,1 0 1 0 0,-1-1-1 0 0,0 1 0 0 0,1-1 0 0 0,-1 0 0 0 0,1 0 0 0 0,0 0 1 0 0,0-1-1 0 0,4 2 0 0 0,15 6 18 0 0,0-1 0 0 0,1-2 0 0 0,24 5 0 0 0,-34-8-7 0 0,20 4-97 0 0,1-1 0 0 0,53 2 1 0 0,-76-8-724 0 0,-1-1 0 0 0,1 0 0 0 0,19-4 0 0 0,-8-2-1577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3.9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23 5489 0 0,'0'0'-268'0'0,"-14"-23"2703"0"0,32 53-2428 0 0,1-2 0 0 0,2 0 0 0 0,1-1 0 0 0,1-1 0 0 0,1-2 1 0 0,46 38-1 0 0,-39-35 27 0 0,26 23 1818 0 0,-54-329-1982 0 0,1 273-805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4.2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 6545 0 0,'0'-1'-35'0'0,"0"1"0"0"0,0 0 1 0 0,0 0-1 0 0,0 0 1 0 0,0 0-1 0 0,0-1 1 0 0,0 1-1 0 0,0 0 0 0 0,0 0 1 0 0,0 0-1 0 0,0-1 1 0 0,0 1-1 0 0,0 0 1 0 0,0 0-1 0 0,0 0 1 0 0,0 0-1 0 0,0-1 0 0 0,1 1 1 0 0,-1 0-1 0 0,0 0 1 0 0,0 0-1 0 0,0 0 1 0 0,0 0-1 0 0,0 0 0 0 0,1-1 1 0 0,-1 1-1 0 0,0 0 1 0 0,0 0-1 0 0,0 0 1 0 0,0 0-1 0 0,1 0 0 0 0,-1 0 1 0 0,0 0-1 0 0,0 0 1 0 0,0 0-1 0 0,1 0 1 0 0,-1 0-1 0 0,0 0 0 0 0,0 0 1 0 0,0 0-1 0 0,0 0 1 0 0,1 0-1 0 0,-1 0 1 0 0,0 0-1 0 0,0 0 1 0 0,0 0-1 0 0,1 0 0 0 0,-1 0 1 0 0,0 0-1 0 0,0 0 1 0 0,1 1-1 0 0,17 73-439 0 0,-15-55 434 0 0,1-1 1 0 0,9 27-1 0 0,37 78-1018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4.4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51 3388 0 0,'-21'-35'1225'0'0,"20"33"-884"0"0,-9-11 702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4.9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54 147 4296 0 0,'0'0'-231'0'0,"1"1"216"0"0,-1-1 0 0 0,0 0 0 0 0,0 1 0 0 0,0-1 0 0 0,0 0 0 0 0,1 1 0 0 0,-1-1 0 0 0,0 1 0 0 0,0-1 0 0 0,1 0 0 0 0,-1 1 0 0 0,0-1 0 0 0,1 0 0 0 0,-1 0 0 0 0,0 1 0 0 0,1-1 0 0 0,-1 0 0 0 0,0 0 0 0 0,1 1 0 0 0,-1-1 0 0 0,1 0-1 0 0,-1 0 1 0 0,0 0 0 0 0,1 0 0 0 0,-1 0 0 0 0,1 0 0 0 0,0 0 0 0 0,13 0 4 0 0,-6 0 45 0 0,0-1 1 0 0,1 0-1 0 0,-1-1 0 0 0,-1 0 1 0 0,1 0-1 0 0,0 0 1 0 0,0-1-1 0 0,-1-1 0 0 0,12-6 1 0 0,-16 9 11 0 0,0-1 1 0 0,0 0-1 0 0,0 0 1 0 0,0 0 0 0 0,0 0-1 0 0,0-1 1 0 0,0 1-1 0 0,-1-1 1 0 0,1 0 0 0 0,-1 0-1 0 0,0 0 1 0 0,1 0-1 0 0,-2 0 1 0 0,1 0 0 0 0,0 0-1 0 0,-1-1 1 0 0,1 1-1 0 0,-1-1 1 0 0,0 1 0 0 0,1-8-1 0 0,-2 9-28 0 0,0-1 0 0 0,0 0 1 0 0,0 1-1 0 0,-1-1 0 0 0,1 1 0 0 0,-1-1 0 0 0,0 0 1 0 0,0 1-1 0 0,0 0 0 0 0,0-1 0 0 0,0 1 0 0 0,0-1 0 0 0,-1 1 1 0 0,1 0-1 0 0,-1 0 0 0 0,0 0 0 0 0,1 0 0 0 0,-1 0 0 0 0,0 0 1 0 0,0 1-1 0 0,0-1 0 0 0,0 0 0 0 0,-1 1 0 0 0,1 0 1 0 0,0-1-1 0 0,-1 1 0 0 0,1 0 0 0 0,-1 0 0 0 0,1 1 0 0 0,-1-1 1 0 0,1 0-1 0 0,-1 1 0 0 0,1-1 0 0 0,-1 1 0 0 0,0 0 0 0 0,1 0 1 0 0,-5 1-1 0 0,-1-1-17 0 0,1 0 0 0 0,1 1 0 0 0,-1 0 0 0 0,0 0 0 0 0,0 0 0 0 0,0 1 0 0 0,0 0-1 0 0,1 1 1 0 0,-1-1 0 0 0,1 1 0 0 0,0 1 0 0 0,0-1 0 0 0,-8 7 0 0 0,10-6 3 0 0,0-1 1 0 0,0 1-1 0 0,0 0 0 0 0,1 1 0 0 0,-1-1 0 0 0,1 1 0 0 0,0-1 1 0 0,1 1-1 0 0,-1 0 0 0 0,1 0 0 0 0,0 0 0 0 0,0 0 0 0 0,0 0 1 0 0,1 1-1 0 0,0-1 0 0 0,0 1 0 0 0,0 6 0 0 0,1-8 5 0 0,1 0 0 0 0,-1 0 0 0 0,1 0 0 0 0,0 0 0 0 0,0 0 0 0 0,0 0 0 0 0,1 0 1 0 0,0 0-1 0 0,-1 0 0 0 0,1-1 0 0 0,0 1 0 0 0,1-1 0 0 0,-1 1 0 0 0,1-1 0 0 0,-1 0 0 0 0,1 0 0 0 0,0 0 0 0 0,0 0 0 0 0,1-1 0 0 0,-1 1 0 0 0,0-1 0 0 0,1 0 0 0 0,6 3 0 0 0,4 2-7 0 0,-1 0-1 0 0,2-1 0 0 0,-1-1 1 0 0,0 0-1 0 0,1-1 0 0 0,0-1 1 0 0,0 0-1 0 0,0-1 0 0 0,1-1 1 0 0,-1 0-1 0 0,21-2 1 0 0,-22 0-539 0 0,-1-2 0 0 0,0 1 1 0 0,0-2-1 0 0,21-7 0 0 0,-6-1-891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4:35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 13 4252 0 0,'-1'-1'41'0'0,"0"0"-1"0"0,0 0 0 0 0,0 0 1 0 0,0 0-1 0 0,-1 0 1 0 0,1 0-1 0 0,0 1 0 0 0,0-1 1 0 0,-1 0-1 0 0,1 0 0 0 0,0 1 1 0 0,-1-1-1 0 0,1 1 0 0 0,-1-1 1 0 0,1 1-1 0 0,-1 0 0 0 0,1 0 1 0 0,-1 0-1 0 0,1-1 0 0 0,-1 1 1 0 0,1 0-1 0 0,-1 1 1 0 0,1-1-1 0 0,-1 0 0 0 0,1 0 1 0 0,0 1-1 0 0,-1-1 0 0 0,1 1 1 0 0,-1-1-1 0 0,1 1 0 0 0,-3 1 1 0 0,1 1-17 0 0,0-1 0 0 0,1 1 1 0 0,-1 0-1 0 0,0 0 0 0 0,1 1 1 0 0,0-1-1 0 0,0 1 0 0 0,0-1 1 0 0,0 1-1 0 0,0-1 1 0 0,-1 6-1 0 0,2-5-9 0 0,-1 0 0 0 0,1 0 0 0 0,0 0 1 0 0,0 0-1 0 0,1 0 0 0 0,-1 0 0 0 0,1 0 0 0 0,0 0 1 0 0,0 0-1 0 0,0 0 0 0 0,0 0 0 0 0,1 0 0 0 0,0 0 1 0 0,-1 0-1 0 0,2 0 0 0 0,-1 0 0 0 0,0 0 0 0 0,1-1 1 0 0,0 1-1 0 0,-1 0 0 0 0,2-1 0 0 0,-1 0 0 0 0,0 1 1 0 0,1-1-1 0 0,5 6 0 0 0,-2-4 5 0 0,0 0 0 0 0,0 0 1 0 0,1-1-1 0 0,0 0 0 0 0,0 0 0 0 0,0-1 1 0 0,0 0-1 0 0,1 0 0 0 0,-1 0 0 0 0,1-1 0 0 0,-1 0 1 0 0,14 1-1 0 0,-6-2 39 0 0,0 0 0 0 0,-1-1-1 0 0,1-1 1 0 0,0-1 0 0 0,-1 0 0 0 0,1-1 0 0 0,-1 0 0 0 0,0-1 0 0 0,0-1-1 0 0,24-11 1 0 0,-37 15-31 0 0,0 1 0 0 0,1-1 0 0 0,-1 0 0 0 0,0 0-1 0 0,0 1 1 0 0,1-1 0 0 0,-1 1 0 0 0,0-1 0 0 0,1 1-1 0 0,-1 0 1 0 0,0-1 0 0 0,1 1 0 0 0,-1 0 0 0 0,0 0 0 0 0,1 0-1 0 0,-1 0 1 0 0,1 0 0 0 0,-1 0 0 0 0,0 0 0 0 0,1 0-1 0 0,-1 1 1 0 0,1-1 0 0 0,-1 1 0 0 0,0-1 0 0 0,1 1 0 0 0,-1-1-1 0 0,0 1 1 0 0,0 0 0 0 0,0-1 0 0 0,1 1 0 0 0,-1 0-1 0 0,0 0 1 0 0,0 0 0 0 0,0 0 0 0 0,1 1 0 0 0,22 18 67 0 0,-7-12-60 0 0,1-1-1 0 0,-1-1 0 0 0,2 0 1 0 0,-1-1-1 0 0,0-1 1 0 0,1-1-1 0 0,0-1 1 0 0,-1 0-1 0 0,1-2 1 0 0,0 0-1 0 0,37-5 0 0 0,-53 5-26 0 0,1 0-1 0 0,-1-1 0 0 0,1 0 0 0 0,-1 0 0 0 0,1 0 0 0 0,-1 0 0 0 0,0-1 0 0 0,1 1 0 0 0,-1-1 0 0 0,0 0 0 0 0,0 1 0 0 0,0-2 0 0 0,0 1 0 0 0,-1 0 0 0 0,1-1 0 0 0,0 1 0 0 0,-1-1 0 0 0,0 1 0 0 0,0-1 0 0 0,1 0 0 0 0,-2 0 0 0 0,1 0 0 0 0,0-1 0 0 0,-1 1 0 0 0,1 0 0 0 0,-1-1 1 0 0,0 1-1 0 0,0-1 0 0 0,0 1 0 0 0,-1-1 0 0 0,1-5 0 0 0,-1 4-3 0 0,-1-1-1 0 0,0 1 1 0 0,0 0 0 0 0,0 0 0 0 0,-1 0 0 0 0,0 0-1 0 0,0 0 1 0 0,0 0 0 0 0,-1 1 0 0 0,1-1 0 0 0,-1 1 0 0 0,0-1-1 0 0,0 1 1 0 0,-1 0 0 0 0,1 0 0 0 0,-1 1 0 0 0,0-1-1 0 0,0 1 1 0 0,0-1 0 0 0,-9-4 0 0 0,1 2-24 0 0,1 0 1 0 0,-1 0-1 0 0,0 1 0 0 0,0 1 1 0 0,-17-4-1 0 0,-31 1-4659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17.0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2252 1456 0 0,'0'0'4503'0'0,"-3"2"-4428"0"0,1 0 18 0 0,12-2-43 0 0,33-6-33 0 0,59-12-20 0 0,2-6 39 0 0,112-42 0 0 0,-160 45-8 0 0,-1-2-1 0 0,-1-3 1 0 0,79-51 0 0 0,-83 41 30 0 0,-3-2 0 0 0,74-76 0 0 0,-99 89 27 0 0,-1-1 1 0 0,-1 0-1 0 0,25-47 1 0 0,-42 68-77 0 0,202-376 146 0 0,-132 238-160 0 0,-44 94-29 0 0,58-75 1 0 0,-64 93 20 0 0,12-14-1 0 0,2 2 0 0 0,2 1 1 0 0,2 2-1 0 0,1 2 0 0 0,2 1 0 0 0,72-45 0 0 0,-12 22-3 0 0,214-89 1 0 0,-230 111 2 0 0,-20 8-16 0 0,130-37 0 0 0,-80 33 22 0 0,30-7-4 0 0,14 7-12 0 0,-7 0-44 0 0,201-17 0 0 0,-200 36 28 0 0,127-10-17 0 0,-154 17 40 0 0,131-2 12 0 0,-44 9-72 0 0,-213 1 77 0 0,35 0-23 0 0,14 3 55 0 0,-49-3-28 0 0,1 0-6 0 0,8 0 7 0 0,-8 0-7 0 0,-2 0-66 0 0,2-1-250 0 0,0 1 0 0 0,0 0 0 0 0,0 0 1 0 0,0 0-1 0 0,0 1 0 0 0,0-1 0 0 0,0 1 0 0 0,-1 0 0 0 0,6 2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17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22 4072 0 0,'-20'-3'-339'0'0,"-40"-11"1319"0"0,57 14-515 0 0,-4-3-301 0 0,5 2-78 0 0,8 1 437 0 0,114 16-529 0 0,-61-10 5 0 0,0 2 0 0 0,59 17 1 0 0,-117-24 1 0 0,-1-1 0 0 0,1 0 0 0 0,0 0 0 0 0,0 1 1 0 0,-1-1-1 0 0,1 0 0 0 0,0 1 0 0 0,-1-1 1 0 0,1 1-1 0 0,-1-1 0 0 0,1 1 0 0 0,0-1 1 0 0,-1 1-1 0 0,1-1 0 0 0,-1 1 0 0 0,1 0 0 0 0,-1-1 1 0 0,1 1-1 0 0,-1-1 0 0 0,0 1 0 0 0,1 0 1 0 0,-1 0-1 0 0,0-1 0 0 0,0 1 0 0 0,1 0 1 0 0,-1 0-1 0 0,0-1 0 0 0,0 1 0 0 0,0 0 1 0 0,0 1-1 0 0,-9 28 16 0 0,-28 21 11 0 0,17-28-2 0 0,-61 77 35 0 0,70-78-300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18.8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752 33 3916 0 0,'0'0'424'0'0,"-27"-20"336"0"0,1 15-618 0 0,1 1 0 0 0,-1 2 0 0 0,0 0 0 0 0,1 2 0 0 0,-1 1-1 0 0,-43 7 1 0 0,41-2-143 0 0,1 2 0 0 0,0 1-1 0 0,0 1 1 0 0,1 1 0 0 0,0 2-1 0 0,1 0 1 0 0,1 2 0 0 0,0 0-1 0 0,1 2 1 0 0,0 1 0 0 0,2 0-1 0 0,0 2 1 0 0,1 0 0 0 0,1 2-1 0 0,-23 32 1 0 0,26-30-19 0 0,0 1-1 0 0,1 0 1 0 0,-17 43-1 0 0,27-56 16 0 0,2 0-1 0 0,-1 0 0 0 0,2 0 1 0 0,0 0-1 0 0,0 1 0 0 0,1-1 0 0 0,0 1 1 0 0,1-1-1 0 0,1 1 0 0 0,0-1 1 0 0,3 14-1 0 0,-3-23 7 0 0,6 33 7 0 0,1 0 0 0 0,20 53 0 0 0,-23-77-9 0 0,1 0 0 0 0,0-1 0 0 0,1 1 0 0 0,0-1 0 0 0,1-1 0 0 0,0 1-1 0 0,1-1 1 0 0,0-1 0 0 0,0 0 0 0 0,19 14 0 0 0,-8-10 5 0 0,0-1-1 0 0,1-1 1 0 0,0 0-1 0 0,1-2 0 0 0,0-1 1 0 0,0 0-1 0 0,1-2 1 0 0,0 0-1 0 0,0-2 1 0 0,0-1-1 0 0,1 0 0 0 0,29-2 1 0 0,-31-1 41 0 0,-1-1 0 0 0,0 0 0 0 0,1-2 0 0 0,-1-1-1 0 0,0 0 1 0 0,-1-2 0 0 0,1 0 0 0 0,-1-2 0 0 0,0 0 0 0 0,-1-1 0 0 0,0-1 0 0 0,0 0 0 0 0,28-23 0 0 0,-33 21 35 0 0,-1-1 1 0 0,0-1 0 0 0,-1 0-1 0 0,0-1 1 0 0,-1 0 0 0 0,-1-1-1 0 0,0 0 1 0 0,-1-1 0 0 0,-1 0-1 0 0,-1 0 1 0 0,0-1 0 0 0,-2 0-1 0 0,0 0 1 0 0,0 0 0 0 0,1-21-1 0 0,-4 25-21 0 0,-1-1-1 0 0,-1 0 0 0 0,0 0 0 0 0,-1 0 0 0 0,0 0 0 0 0,-1 0 0 0 0,-1 1 0 0 0,-1-1 0 0 0,0 1 0 0 0,0-1 0 0 0,-2 1 0 0 0,1 1 0 0 0,-2-1 0 0 0,0 1 0 0 0,-1 0 1 0 0,0 1-1 0 0,-1 0 0 0 0,0 0 0 0 0,-14-14 0 0 0,4 9-32 0 0,-1 1 0 0 0,-1 1 1 0 0,0 1-1 0 0,-1 0 0 0 0,-1 2 0 0 0,0 1 1 0 0,0 0-1 0 0,-44-12 0 0 0,34 14-67 0 0,-1 1-1 0 0,0 2 0 0 0,1 1 1 0 0,-2 2-1 0 0,1 1 0 0 0,-38 4 0 0 0,17 9-1170 0 0,21 5-2433 0 0,23-9 1353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20.0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45 5901 0 0,'16'-42'-148'0'0,"-16"40"142"0"0,3 6-156 0 0,9 18 138 0 0,-1 0 0 0 0,-1 1 0 0 0,-1 0 0 0 0,10 43 0 0 0,8 17 110 0 0,-27-82-60 0 0,2 7 83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20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411 55 3116 0 0,'-2'-3'21'0'0,"1"0"0"0"0,-1 0-1 0 0,0 0 1 0 0,0 0 0 0 0,0 1-1 0 0,0-1 1 0 0,-1 1 0 0 0,1 0-1 0 0,-1-1 1 0 0,1 1 0 0 0,-1 0-1 0 0,0 1 1 0 0,0-1 0 0 0,0 0-1 0 0,0 1 1 0 0,0-1 0 0 0,0 1-1 0 0,-6-1 1 0 0,-1-1 162 0 0,0 0 0 0 0,1 1-1 0 0,-1 0 1 0 0,-18-1 0 0 0,22 4-157 0 0,0 0 1 0 0,1 0-1 0 0,-1 0 0 0 0,0 0 0 0 0,0 1 0 0 0,1 0 1 0 0,-1 0-1 0 0,1 1 0 0 0,0 0 0 0 0,0 0 1 0 0,-8 5-1 0 0,-46 43 86 0 0,41-29-109 0 0,1 0 1 0 0,0 1-1 0 0,2 1 0 0 0,1 0 0 0 0,1 1 0 0 0,1 1 0 0 0,1 0 0 0 0,1 0 0 0 0,1 1 0 0 0,-5 30 0 0 0,12-48-3 0 0,0 1 0 0 0,0 0 0 0 0,1 0 0 0 0,1 0 0 0 0,-1 0 0 0 0,2 0 0 0 0,-1 0 0 0 0,1 0 0 0 0,5 18 0 0 0,-5-23 0 0 0,1-1 1 0 0,0 1 0 0 0,0-1 0 0 0,0 0-1 0 0,0 1 1 0 0,1-1 0 0 0,0 0 0 0 0,-1 0-1 0 0,2 0 1 0 0,-1-1 0 0 0,0 1 0 0 0,1-1-1 0 0,-1 0 1 0 0,1 0 0 0 0,0 0 0 0 0,0 0 0 0 0,0-1-1 0 0,1 0 1 0 0,-1 0 0 0 0,1 0 0 0 0,-1 0-1 0 0,6 1 1 0 0,17 3 17 0 0,0 0 0 0 0,1-2 0 0 0,-1-2 0 0 0,1 0 0 0 0,-1-2 0 0 0,47-5 0 0 0,-24-2 43 0 0,0-2 1 0 0,85-27-1 0 0,-120 30 12 0 0,1 0 0 0 0,-1-1 0 0 0,0 0 1 0 0,-1-1-1 0 0,0-1 0 0 0,0 0 0 0 0,-1-1 0 0 0,0 0 0 0 0,0-1 0 0 0,-1-1 0 0 0,-1 0 0 0 0,0-1 0 0 0,-1 0 1 0 0,9-15-1 0 0,-13 18-9 0 0,0 0 0 0 0,-1 0 1 0 0,0-1-1 0 0,-1 0 1 0 0,-1 0-1 0 0,1 0 1 0 0,-2 0-1 0 0,1-1 1 0 0,-2 1-1 0 0,1-1 0 0 0,-2 1 1 0 0,0-1-1 0 0,0 1 1 0 0,-1-1-1 0 0,0 0 1 0 0,-1 1-1 0 0,0 0 0 0 0,-1-1 1 0 0,0 1-1 0 0,-8-17 1 0 0,8 22-44 0 0,1 1 0 0 0,-1 0 0 0 0,-1-1 0 0 0,1 1 1 0 0,-1 1-1 0 0,1-1 0 0 0,-1 0 0 0 0,-1 1 0 0 0,1 0 0 0 0,-1 0 1 0 0,0 0-1 0 0,1 1 0 0 0,-2 0 0 0 0,-8-5 0 0 0,4 4-4 0 0,1 0 0 0 0,-1 1-1 0 0,0 1 1 0 0,0-1-1 0 0,0 2 1 0 0,-1-1-1 0 0,1 1 1 0 0,-11 1 0 0 0,-9 2-2 0 0,1 1 1 0 0,-1 1 0 0 0,1 2 0 0 0,-56 17 0 0 0,41-8-330 0 0,-66 32 1 0 0,85-33-1752 0 0,-46 31 0 0 0,55-32 471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26.8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6591 4452 0 0,'0'0'21'0'0,"0"0"0"0"0,-1 0 1 0 0,1 0-1 0 0,0 0 1 0 0,0-1-1 0 0,-1 1 0 0 0,1 0 1 0 0,0 0-1 0 0,0 0 0 0 0,0 0 1 0 0,0 0-1 0 0,-1-1 1 0 0,1 1-1 0 0,0 0 0 0 0,0 0 1 0 0,0 0-1 0 0,0 0 1 0 0,0-1-1 0 0,-1 1 0 0 0,1 0 1 0 0,0 0-1 0 0,0 0 0 0 0,0-1 1 0 0,0 1-1 0 0,0 0 1 0 0,0 0-1 0 0,0-1 0 0 0,0 1 1 0 0,0 0-1 0 0,0 0 0 0 0,0 0 1 0 0,0-1-1 0 0,0 1 1 0 0,0 0-1 0 0,0 0 0 0 0,0-1 1 0 0,0 1-1 0 0,0 0 0 0 0,0 0 1 0 0,0 0-1 0 0,1-1 1 0 0,-1 1-1 0 0,0 0 0 0 0,0 0 1 0 0,0 0-1 0 0,0-1 0 0 0,219-71-131 0 0,80-34 97 0 0,-278 97 82 0 0,-2-1 0 0 0,1 0 1 0 0,-1-1-1 0 0,-1-1 0 0 0,0-1 0 0 0,-1-1 0 0 0,0 0 0 0 0,-1-1 1 0 0,-1-1-1 0 0,0 0 0 0 0,-1-1 0 0 0,-1-1 0 0 0,-1 0 0 0 0,18-34 1 0 0,-8-2 239 0 0,-2-1 1 0 0,-2-1 0 0 0,18-106 0 0 0,-28 123-212 0 0,118-497 247 0 0,-83 281-294 0 0,24-110 33 0 0,-14 208 465 0 0,-46 138-171 0 0,5-24 459 0 0,-2-1-1 0 0,-2 0 1 0 0,5-81 0 0 0,-12 120-803 0 0,11-78 74 0 0,4 1 0 0 0,4 1 0 0 0,33-87 0 0 0,-31 99-80 0 0,264-748 119 0 0,-264 760-148 0 0,22-56 20 0 0,38-148 1 0 0,29-116-32 0 0,-80 278-15 0 0,101-251-69 0 0,30 23-390 0 0,-129 270 235 0 0,3 2-1 0 0,3 1 1 0 0,70-76-1 0 0,-96 115 229 0 0,35-40-137 0 0,2 1 1 0 0,2 3-1 0 0,3 2 0 0 0,72-50 0 0 0,-39 39-191 0 0,175-87 0 0 0,-170 104 192 0 0,152-63-20 0 0,166-30-164 0 0,-188 83 179 0 0,-177 42 132 0 0,105-26 66 0 0,-36 6-3 0 0,-47 16 25 0 0,-65 15-55 0 0,14-10 286 0 0,-27 5-286 0 0,-1 1 0 0 0,1 0 0 0 0,-1 1 0 0 0,0 0 0 0 0,-1 1 0 0 0,-16-2 0 0 0,-81-1-11 0 0,39 2-4 0 0,-26-1-14 0 0,93 4 19 0 0,-44-4-655 0 0,321-3 437 0 0,-200 8 128 0 0,-72-1 94 0 0,0-1 1 0 0,0 1-1 0 0,0 0 1 0 0,0 1-1 0 0,0-1 0 0 0,0 0 1 0 0,0 1-1 0 0,0-1 1 0 0,0 1-1 0 0,0-1 0 0 0,0 1 1 0 0,0 0-1 0 0,0 0 0 0 0,0 0 1 0 0,0 0-1 0 0,3 3 1 0 0,-4-3 2 0 0,-1 0 0 0 0,1 0 1 0 0,0 0-1 0 0,-1 0 1 0 0,1 1-1 0 0,-1-1 1 0 0,0 0-1 0 0,1 0 1 0 0,-1 0-1 0 0,0 1 1 0 0,1-1-1 0 0,-1 0 1 0 0,0 1-1 0 0,0-1 0 0 0,0 0 1 0 0,0 0-1 0 0,-1 1 1 0 0,1-1-1 0 0,0 0 1 0 0,-1 2-1 0 0,-3 7-1 0 0,0 0 0 0 0,0 0 1 0 0,-1 0-1 0 0,-1-1 0 0 0,-8 11 0 0 0,3-3-12 0 0,-97 148 82 0 0,60-97-4835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28.2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0 163 4860 0 0,'0'0'-80'0'0,"13"-38"1524"0"0,-4 26-1446 0 0,0 0 0 0 0,1 2 0 0 0,1-1 0 0 0,0 1 1 0 0,0 0-1 0 0,0 1 0 0 0,1 1 0 0 0,1 0 0 0 0,0 0 0 0 0,26-10 0 0 0,-36 16-2 0 0,-1 1 0 0 0,1 0 0 0 0,0 0 1 0 0,0 0-1 0 0,0 0 0 0 0,0 0 0 0 0,0 1 0 0 0,0-1 0 0 0,0 1 0 0 0,1 0 0 0 0,-1 0 0 0 0,0 0 0 0 0,0 1 0 0 0,0-1 0 0 0,0 1 0 0 0,0-1 0 0 0,0 1 1 0 0,0 0-1 0 0,0 0 0 0 0,0 0 0 0 0,-1 1 0 0 0,1-1 0 0 0,0 1 0 0 0,-1 0 0 0 0,1-1 0 0 0,-1 1 0 0 0,1 0 0 0 0,-1 0 0 0 0,0 1 0 0 0,0-1 0 0 0,0 0 1 0 0,0 1-1 0 0,2 2 0 0 0,-2 0 2 0 0,0-1 1 0 0,0 0 0 0 0,-1 1 0 0 0,1 0-1 0 0,-1-1 1 0 0,0 1 0 0 0,0 0 0 0 0,-1 0-1 0 0,1 0 1 0 0,-1-1 0 0 0,0 1 0 0 0,-1 0-1 0 0,1 0 1 0 0,-1 0 0 0 0,0 0 0 0 0,0-1-1 0 0,0 1 1 0 0,-1 0 0 0 0,1-1-1 0 0,-4 6 1 0 0,-28 48 46 0 0,-69 92-1 0 0,71-111 52 0 0,31-37-106 0 0,5-5 1 0 0,293-132 13 0 0,-208 93 204 0 0,-88 41-162 0 0,9-9-232 0 0,-9 3-2711 0 0,-7-5 1369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29.1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548 29 4620 0 0,'-30'-21'-601'0'0,"24"19"619"0"0,0 1-1 0 0,0-1 1 0 0,0 1-1 0 0,0 0 1 0 0,0 1 0 0 0,0-1-1 0 0,0 1 1 0 0,0 1-1 0 0,0-1 1 0 0,0 1 0 0 0,0 0-1 0 0,-11 3 1 0 0,6 0 0 0 0,1 0 0 0 0,-1 1 1 0 0,1 0-1 0 0,0 0 0 0 0,0 1 0 0 0,-12 10 1 0 0,-3 6-10 0 0,1 1 1 0 0,0 0-1 0 0,-35 50 1 0 0,23-19-17 0 0,2 2 0 0 0,3 2 0 0 0,3 0-1 0 0,-26 75 1 0 0,48-118 2 0 0,1 0 0 0 0,0 1 0 0 0,1 0 0 0 0,1-1-1 0 0,0 1 1 0 0,1 0 0 0 0,1 1 0 0 0,1 20 0 0 0,1-29 4 0 0,-1-1 0 0 0,2 1 0 0 0,-1-1 1 0 0,1 0-1 0 0,0 1 0 0 0,1-1 0 0 0,0 0 1 0 0,0 0-1 0 0,0-1 0 0 0,1 1 0 0 0,0-1 1 0 0,1 0-1 0 0,-1 0 0 0 0,1 0 0 0 0,0 0 0 0 0,0-1 1 0 0,1 0-1 0 0,0 0 0 0 0,10 7 0 0 0,1-1 15 0 0,0-1 0 0 0,1 0 0 0 0,1-2 0 0 0,-1 0 0 0 0,1-1 0 0 0,0 0 0 0 0,1-2 0 0 0,0 0 0 0 0,-1-2 0 0 0,1 0 0 0 0,1-1 0 0 0,21-1 0 0 0,-19-3 83 0 0,0 0 0 0 0,0-2-1 0 0,0 0 1 0 0,0-2 0 0 0,-1 0-1 0 0,0-2 1 0 0,-1 0 0 0 0,1-1-1 0 0,-2-2 1 0 0,27-16 0 0 0,-22 11 49 0 0,-2-1 1 0 0,0-1 0 0 0,0-1-1 0 0,-2-1 1 0 0,-1-1 0 0 0,0-1-1 0 0,-2-1 1 0 0,0 0-1 0 0,15-28 1 0 0,-27 39-48 0 0,0 0-1 0 0,0 0 1 0 0,-1-1 0 0 0,-1 1-1 0 0,0-1 1 0 0,-1 0 0 0 0,-1 0 0 0 0,0-1-1 0 0,1-21 1 0 0,-4 25-36 0 0,1 0 0 0 0,-2 0-1 0 0,1-1 1 0 0,-2 1 0 0 0,1 0 0 0 0,-1 1 0 0 0,-1-1 0 0 0,0 0 0 0 0,0 1-1 0 0,-1 0 1 0 0,0 0 0 0 0,0 0 0 0 0,-13-14 0 0 0,7 11-31 0 0,-1 0 0 0 0,0 1 1 0 0,-1 1-1 0 0,0 0 0 0 0,0 0 1 0 0,-1 2-1 0 0,-1 0 0 0 0,1 0 1 0 0,-1 1-1 0 0,-1 1 0 0 0,1 1 1 0 0,-1 0-1 0 0,-20-3 0 0 0,-24-3-1 0 0,-1 3-1 0 0,-71 0 1 0 0,93 6-16 0 0,-40 0-1226 0 0,76 2 547 0 0,-13-4-2546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32.3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988 186 2048 0 0,'0'0'690'0'0,"-3"-3"-576"0"0,-6-4-12 0 0,0 0 1 0 0,0 1 0 0 0,0 1-1 0 0,-1 0 1 0 0,0 0 0 0 0,0 1 0 0 0,0 0-1 0 0,0 0 1 0 0,-1 1 0 0 0,-18-2 0 0 0,-18-3 304 0 0,-52-2 0 0 0,70 9-372 0 0,0 1 0 0 0,0 2 0 0 0,1 1 0 0 0,-1 1 0 0 0,0 1 0 0 0,1 2 0 0 0,0 1 0 0 0,1 1 0 0 0,0 1 0 0 0,0 1 0 0 0,-41 25 0 0 0,36-16-44 0 0,1 1-1 0 0,1 1 0 0 0,1 2 1 0 0,0 1-1 0 0,3 1 0 0 0,0 2 0 0 0,1 0 1 0 0,-32 49-1 0 0,50-66 5 0 0,1-1 0 0 0,0 1 0 0 0,1 1 0 0 0,0-1 0 0 0,1 1 0 0 0,0 0 0 0 0,0 0 0 0 0,2 0 0 0 0,-1 0 0 0 0,2 0 0 0 0,-1 1 0 0 0,2-1 1 0 0,0 17-1 0 0,2-19 5 0 0,-1 1 0 0 0,1-1 1 0 0,1 0-1 0 0,0 0 1 0 0,0 0-1 0 0,1 0 0 0 0,0 0 1 0 0,1-1-1 0 0,0 0 1 0 0,1 0-1 0 0,0 0 0 0 0,0 0 1 0 0,1-1-1 0 0,0 0 1 0 0,0-1-1 0 0,10 8 0 0 0,8 5 13 0 0,1-2 0 0 0,1-1-1 0 0,1-1 1 0 0,0-1 0 0 0,1-2-1 0 0,0 0 1 0 0,1-3 0 0 0,41 11-1 0 0,-3-7 11 0 0,0-2 0 0 0,126 5-1 0 0,-149-16 63 0 0,1-2-1 0 0,0-2 0 0 0,0-3 0 0 0,-1-1 0 0 0,0-2 0 0 0,0-2 0 0 0,-1-2 1 0 0,-1-2-1 0 0,62-30 0 0 0,-87 35-4 0 0,-1-1 0 0 0,-1-1 0 0 0,0 0-1 0 0,0-1 1 0 0,-1 0 0 0 0,-1-1 0 0 0,0-1 0 0 0,-1 0 0 0 0,-1-1 0 0 0,0-1 0 0 0,-1 0 0 0 0,-1 0 0 0 0,-1-1-1 0 0,0 0 1 0 0,-1-1 0 0 0,-1 0 0 0 0,-1 0 0 0 0,5-24 0 0 0,-8 27-57 0 0,0-1 1 0 0,-1 1-1 0 0,-1 0 1 0 0,-1 0-1 0 0,0-1 1 0 0,-1 1 0 0 0,0 0-1 0 0,-2-1 1 0 0,0 1-1 0 0,0 0 1 0 0,-2 1-1 0 0,0-1 1 0 0,-1 1-1 0 0,0 0 1 0 0,-1 0-1 0 0,-1 1 1 0 0,0 0-1 0 0,-1 0 1 0 0,-1 1-1 0 0,0 0 1 0 0,-1 0-1 0 0,-19-17 1 0 0,3 9-19 0 0,-2 1 1 0 0,0 1 0 0 0,-1 2-1 0 0,-1 1 1 0 0,0 1-1 0 0,-1 1 1 0 0,-1 2-1 0 0,-67-15 1 0 0,11 10 6 0 0,-1 3 0 0 0,-108-1 0 0 0,163 13-71 0 0,-96-1-785 0 0,117 3 707 0 0,-1 1-1 0 0,1 1 1 0 0,0 0 0 0 0,0 1-1 0 0,0 1 1 0 0,-21 8 0 0 0,29-5-2574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6:33.5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923 61 4856 0 0,'0'0'-150'0'0,"-5"-4"264"0"0,-13-5-3 0 0,0 1-1 0 0,-1 0 1 0 0,0 1-1 0 0,0 1 0 0 0,0 1 1 0 0,-1 0-1 0 0,0 2 0 0 0,0 0 1 0 0,0 2-1 0 0,0 0 0 0 0,0 1 1 0 0,0 1-1 0 0,-35 6 1 0 0,27-2-113 0 0,0 1 1 0 0,1 1 0 0 0,0 2 0 0 0,0 0-1 0 0,1 2 1 0 0,0 1 0 0 0,1 1 0 0 0,1 1-1 0 0,-35 26 1 0 0,-97 97 0 0 0,134-115 0 0 0,2 1 0 0 0,0 1 1 0 0,1 0-1 0 0,-25 47 0 0 0,39-61-2 0 0,0 0 0 0 0,0 0-1 0 0,1 0 1 0 0,1 1 0 0 0,0 0 0 0 0,0 0 0 0 0,1 0-1 0 0,1 0 1 0 0,0 0 0 0 0,0 0 0 0 0,1 0 0 0 0,1 0-1 0 0,-1 0 1 0 0,2 1 0 0 0,0-1 0 0 0,0 0 0 0 0,5 13-1 0 0,-2-12 4 0 0,0 0-1 0 0,1 0 1 0 0,1 0-1 0 0,0-1 1 0 0,0 0-1 0 0,1-1 0 0 0,0 1 1 0 0,1-1-1 0 0,1-1 1 0 0,-1 0-1 0 0,1 0 1 0 0,1-1-1 0 0,0 0 0 0 0,12 7 1 0 0,8 0 2 0 0,-1 0-1 0 0,2-2 1 0 0,0-2 0 0 0,0-1 0 0 0,1-1-1 0 0,1-2 1 0 0,-1-1 0 0 0,43 2 0 0 0,24-4 22 0 0,147-13-1 0 0,-169 3 4 0 0,115-24 0 0 0,-161 23-9 0 0,-2-1 0 0 0,1-2 0 0 0,-1-1 0 0 0,-1-1 0 0 0,0-2 0 0 0,42-26 0 0 0,-62 33 2 0 0,-1 0 0 0 0,1 0 0 0 0,-1 0 0 0 0,0-1 0 0 0,0-1 0 0 0,-1 1-1 0 0,-1-1 1 0 0,1 0 0 0 0,-1-1 0 0 0,9-19 0 0 0,-12 22 11 0 0,-1 0 0 0 0,1-1 0 0 0,-1 1-1 0 0,0-1 1 0 0,-1 1 0 0 0,0-1 0 0 0,0 0 0 0 0,-1 1 0 0 0,0-1 0 0 0,0 0-1 0 0,-1 0 1 0 0,0 1 0 0 0,0-1 0 0 0,-1 1 0 0 0,0-1 0 0 0,-4-11 0 0 0,-4 0 31 0 0,0 0 1 0 0,-2 1 0 0 0,0 0 0 0 0,0 1 0 0 0,-2 0 0 0 0,0 1-1 0 0,-1 0 1 0 0,-1 2 0 0 0,0 0 0 0 0,-1 0 0 0 0,0 2-1 0 0,-1 0 1 0 0,-1 1 0 0 0,0 1 0 0 0,-30-13 0 0 0,21 13-170 0 0,0 0 1 0 0,0 2-1 0 0,0 0 1 0 0,-48-4-1 0 0,51 9-578 0 0,0 2 0 0 0,1 1 0 0 0,-1 1 0 0 0,0 1 0 0 0,-36 7-1 0 0,44-4-1088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2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388 125 1704 0 0,'0'0'107'0'0,"6"0"-16"0"0,16-2 16 0 0,-17 1 661 0 0,-5 0-710 0 0,-1-1 0 0 0,1 1 0 0 0,-1-1 0 0 0,0 0 0 0 0,1 1 0 0 0,-1-1 1 0 0,0 1-1 0 0,0 0 0 0 0,0-1 0 0 0,0 1 0 0 0,-1 0 0 0 0,1-1 0 0 0,0 1 0 0 0,-3-1 0 0 0,-3-6 472 0 0,6 6-350 0 0,-46-13 986 0 0,34 14-1104 0 0,0 0-1 0 0,0 1 1 0 0,0 0 0 0 0,0 1 0 0 0,-1 1 0 0 0,1 0-1 0 0,0 0 1 0 0,1 1 0 0 0,-1 1 0 0 0,0 1-1 0 0,1-1 1 0 0,0 2 0 0 0,0 0 0 0 0,1 0 0 0 0,-21 15-1 0 0,22-14-67 0 0,0 1 0 0 0,0 0 0 0 0,1 1 0 0 0,-1 0 0 0 0,2 0 0 0 0,0 1 0 0 0,0 0 0 0 0,0 1 0 0 0,2-1 0 0 0,-1 1 0 0 0,1 1 0 0 0,1-1 0 0 0,0 1 0 0 0,0 0 0 0 0,2 0 0 0 0,-5 20 0 0 0,7-26-4 0 0,1 0 0 0 0,0 0 0 0 0,0 0 0 0 0,0 0 0 0 0,0 0-1 0 0,1 1 1 0 0,0-1 0 0 0,1 0 0 0 0,-1-1 0 0 0,1 1 0 0 0,0 0 0 0 0,1 0 0 0 0,-1-1 0 0 0,1 1 0 0 0,0-1 0 0 0,1 0 0 0 0,4 6-1 0 0,-1-3 2 0 0,0-1-1 0 0,1 0 0 0 0,-1-1 0 0 0,2 0 0 0 0,-1 0 1 0 0,0-1-1 0 0,1 0 0 0 0,0 0 0 0 0,18 6 0 0 0,-8-4 15 0 0,1-2 0 0 0,1 0 0 0 0,-1-1 0 0 0,0-1 0 0 0,1 0 0 0 0,0-2 0 0 0,0-1-1 0 0,-1 0 1 0 0,39-7 0 0 0,-42 4 101 0 0,-1-2 0 0 0,0 0 0 0 0,0-1 0 0 0,-1-1 0 0 0,0 0 0 0 0,0-1 0 0 0,0-1 0 0 0,-1 0 0 0 0,0-1 0 0 0,-1 0-1 0 0,0-1 1 0 0,-1 0 0 0 0,15-19 0 0 0,-19 21-13 0 0,-1 0 0 0 0,-1 0 1 0 0,0-1-1 0 0,0 0 0 0 0,-1 0 0 0 0,0-1 0 0 0,-1 1 0 0 0,0-1 0 0 0,-1 0 0 0 0,0 0 0 0 0,-1 0 0 0 0,0-1 0 0 0,0 1 0 0 0,-2 0 0 0 0,1-1 1 0 0,-1 1-1 0 0,-1-1 0 0 0,0 1 0 0 0,-1 0 0 0 0,-3-15 0 0 0,2 15-40 0 0,0 1 1 0 0,-1-1-1 0 0,0 1 0 0 0,-1 0 1 0 0,0 0-1 0 0,0 1 1 0 0,-1 0-1 0 0,0 0 0 0 0,-9-10 1 0 0,11 15-80 0 0,0 0-1 0 0,-1 0 1 0 0,0 0 0 0 0,0 1-1 0 0,0 0 1 0 0,0 0 0 0 0,0 0 0 0 0,0 0-1 0 0,-1 1 1 0 0,0 0 0 0 0,1 0-1 0 0,-1 0 1 0 0,0 1 0 0 0,0 0-1 0 0,0 0 1 0 0,0 0 0 0 0,-7 1 0 0 0,1-2-320 0 0,6 1-615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3.5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6333 0 0,'0'0'-194'0'0,"21"29"-440"0"0,-5-18 608 0 0,0 2 22 0 0,0-1 0 0 0,1-1 0 0 0,0 0 0 0 0,1-1 1 0 0,0-1-1 0 0,1-1 0 0 0,0 0 0 0 0,34 8 0 0 0,-20-10 187 0 0,1-2-1 0 0,0-1 1 0 0,0-2-1 0 0,56-4 1 0 0,-89 3-125 0 0,1-1 0 0 0,-1 1 1 0 0,1 0-1 0 0,-1 0 0 0 0,1-1 0 0 0,-1 1 1 0 0,1-1-1 0 0,-1 1 0 0 0,1-1 1 0 0,-1 1-1 0 0,0-1 0 0 0,1 0 1 0 0,-1 0-1 0 0,0 0 0 0 0,3-2 1 0 0,-4 3-30 0 0,0-1 0 0 0,0 1 0 0 0,1-1 0 0 0,-1 0 1 0 0,0 1-1 0 0,0-1 0 0 0,0 0 0 0 0,1 1 0 0 0,-1-1 1 0 0,0 1-1 0 0,0-1 0 0 0,0 0 0 0 0,0 1 0 0 0,0-1 1 0 0,0 0-1 0 0,-1 1 0 0 0,1-1 0 0 0,0 0 1 0 0,0 1-1 0 0,0-1 0 0 0,0 1 0 0 0,-1-1 0 0 0,1 0 1 0 0,-1 0-1 0 0,-1-2 27 0 0,0 1 1 0 0,0-1-1 0 0,0 0 1 0 0,0 1-1 0 0,-1 0 1 0 0,1 0-1 0 0,-1 0 1 0 0,1 0-1 0 0,-1 0 1 0 0,-4-2-1 0 0,5 3-2 0 0,-10-4 132 0 0,6 2-285 0 0,21 4-747 0 0,-2 1 807 0 0,0 1-1 0 0,0 1 1 0 0,-1 0-1 0 0,1 1 1 0 0,-1 0-1 0 0,0 1 0 0 0,0 0 1 0 0,-1 1-1 0 0,12 9 1 0 0,-23-16 38 0 0,1 1 1 0 0,0 0-1 0 0,0-1 1 0 0,-1 1-1 0 0,1 0 1 0 0,-1 0 0 0 0,1-1-1 0 0,0 1 1 0 0,-1 0-1 0 0,0 0 1 0 0,1 0-1 0 0,-1 0 1 0 0,1 0 0 0 0,-1 0-1 0 0,0 0 1 0 0,0-1-1 0 0,0 1 1 0 0,1 0-1 0 0,-1 0 1 0 0,0 0-1 0 0,0 0 1 0 0,0 0 0 0 0,0 0-1 0 0,-1 0 1 0 0,1 0-1 0 0,0 0 1 0 0,-1 1-1 0 0,0 1 3 0 0,0-1 0 0 0,0 1 0 0 0,-1-1 0 0 0,0 0 0 0 0,1 0-1 0 0,-1 0 1 0 0,0 0 0 0 0,0 0 0 0 0,-4 3 0 0 0,-50 29 36 0 0,55-33-38 0 0,-26 13 13 0 0,20-9-135 0 0,1-1 0 0 0,-1-1 0 0 0,0 1 0 0 0,-1-1 0 0 0,-11 3 0 0 0,17-6-771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4.0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163 35 5857 0 0,'2'-34'888'0'0,"-57"170"-794"0"0,33-76-68 0 0,-40 74 0 0 0,37-83 83 0 0,25-50-130 0 0,18-28-3695 0 0,-6 9 2309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4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35 4460 0 0,'-9'-33'1467'0'0,"9"33"-1463"0"0,0 0 0 0 0,0 0 0 0 0,0 0 1 0 0,0 0-1 0 0,0 0 0 0 0,0 0 0 0 0,0 0 1 0 0,0 0-1 0 0,0 0 0 0 0,1 0 0 0 0,-1 0 1 0 0,0 0-1 0 0,0 0 0 0 0,0 0 0 0 0,0 0 1 0 0,0 0-1 0 0,0 0 0 0 0,0 0 0 0 0,0 0 1 0 0,0 0-1 0 0,0-1 0 0 0,0 1 0 0 0,0 0 1 0 0,0 0-1 0 0,0 0 0 0 0,0 0 0 0 0,0 0 1 0 0,1 0-1 0 0,-1 0 0 0 0,0 0 0 0 0,0 0 1 0 0,0 0-1 0 0,0 0 0 0 0,0 0 1 0 0,0 0-1 0 0,9 14 266 0 0,24 40 398 0 0,8 13-172 0 0,96 152-369 0 0,-137-210-42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4.7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75 4512 0 0,'-14'5'16'0'0,"8"-2"120"0"0,10-3 424 0 0,308-64-569 0 0,-311 64 8 0 0,29-12-2425 0 0,-14 6 1494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6.2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0 369 3908 0 0,'0'0'-48'0'0,"5"-3"-336"0"0,14-6 370 0 0,-1 1 1 0 0,27-7 0 0 0,-21 7 13 0 0,0-1 0 0 0,31-15 0 0 0,-49 21 19 0 0,-1-1 0 0 0,1 1 1 0 0,-1-1-1 0 0,0 1 0 0 0,0-1 1 0 0,-1-1-1 0 0,1 1 0 0 0,-1-1 0 0 0,0 0 1 0 0,0 0-1 0 0,-1 0 0 0 0,1 0 0 0 0,-1-1 1 0 0,4-8-1 0 0,-6 9 17 0 0,0 1 1 0 0,0-1-1 0 0,0 0 0 0 0,-1 0 0 0 0,1 0 1 0 0,-1 0-1 0 0,0 0 0 0 0,-1 0 0 0 0,1 0 1 0 0,-1 0-1 0 0,0 0 0 0 0,0 0 0 0 0,-1 1 1 0 0,1-1-1 0 0,-1 0 0 0 0,0 1 1 0 0,-1-1-1 0 0,1 1 0 0 0,-1 0 0 0 0,-4-6 1 0 0,-5-7 188 0 0,-2 2 0 0 0,0-1 0 0 0,-22-18-1 0 0,29 30-145 0 0,-14-21 19 0 0,21 24-93 0 0,-2 4-15 0 0,-1 4 3 0 0,1 0 0 0 0,0-1 1 0 0,0 1-1 0 0,1 0 0 0 0,0 0 0 0 0,0 0 1 0 0,1 0-1 0 0,0 1 0 0 0,0-1 0 0 0,0 0 1 0 0,1 0-1 0 0,0 0 0 0 0,3 9 0 0 0,5 20-26 0 0,16 41 0 0 0,-23-71 31 0 0,151 387-61 0 0,-128-325 53 0 0,17 48 25 0 0,-39-103 0 0 0,0 0 0 0 0,0 0 1 0 0,-1 1-1 0 0,-1-1 0 0 0,0 0 1 0 0,-2 26-1 0 0,0-35 43 0 0,1 1-1 0 0,-1-1 1 0 0,0 1 0 0 0,-1-1 0 0 0,1 0 0 0 0,-1 0 0 0 0,1 1-1 0 0,-1-1 1 0 0,-1 0 0 0 0,1 0 0 0 0,0-1 0 0 0,-1 1-1 0 0,0-1 1 0 0,0 1 0 0 0,0-1 0 0 0,0 0 0 0 0,-1 0-1 0 0,1 0 1 0 0,-1 0 0 0 0,0-1 0 0 0,1 1 0 0 0,-1-1 0 0 0,0 0-1 0 0,-1 0 1 0 0,1 0 0 0 0,0-1 0 0 0,-6 2 0 0 0,7-3 286 0 0,-2-1-180 0 0,1 0-135 0 0,0 0-1 0 0,0 0 0 0 0,0 0 0 0 0,0-1 0 0 0,1 0 0 0 0,-1 1 1 0 0,0-2-1 0 0,1 1 0 0 0,-1 0 0 0 0,1-1 0 0 0,0 1 0 0 0,0-1 1 0 0,0 0-1 0 0,0 0 0 0 0,0 0 0 0 0,1 0 0 0 0,-1-1 0 0 0,1 1 1 0 0,0-1-1 0 0,0 0 0 0 0,0 1 0 0 0,1-1 0 0 0,-1 0 1 0 0,1 0-1 0 0,0 0 0 0 0,0 0 0 0 0,0 0 0 0 0,1 0 0 0 0,-1 0 1 0 0,1-8-1 0 0,0-6-75 0 0,0 0 1 0 0,2 0 0 0 0,0 0 0 0 0,1 1-1 0 0,0-1 1 0 0,2 1 0 0 0,0 0-1 0 0,1 0 1 0 0,14-29 0 0 0,8-6-178 0 0,56-78 1 0 0,-61 97 144 0 0,-6 10 45 0 0,1 2 0 0 0,0 0 0 0 0,23-19-1 0 0,-39 38 61 0 0,-3 4-31 0 0,-1-1 0 0 0,1 0-1 0 0,0 0 1 0 0,0 0 0 0 0,0 0 0 0 0,0 1 0 0 0,0-1 0 0 0,1 1 0 0 0,-1-1 0 0 0,0 1 0 0 0,1-1 0 0 0,-1 1 0 0 0,1-1 0 0 0,-1 1 0 0 0,1-1 0 0 0,0 1 0 0 0,-1-1-1 0 0,1 1 1 0 0,0 0 0 0 0,0-1 0 0 0,0 1 0 0 0,0 0 0 0 0,1-1 0 0 0,0 4 0 0 0,-1-1-5 0 0,0-1 0 0 0,0 1-1 0 0,1 0 1 0 0,-1 0 0 0 0,1 0 0 0 0,0-1-1 0 0,0 1 1 0 0,1-1 0 0 0,-1 1 0 0 0,1-1 0 0 0,-1 1-1 0 0,1-1 1 0 0,0 0 0 0 0,5 6 0 0 0,0-4 9 0 0,-1 0 1 0 0,1-1 0 0 0,0 0 0 0 0,1 0-1 0 0,-1-1 1 0 0,1 0 0 0 0,0 0-1 0 0,0-1 1 0 0,-1 0 0 0 0,16 2 0 0 0,-20-3 10 0 0,0 0 1 0 0,1-1-1 0 0,-1 0 0 0 0,0 1 1 0 0,0-1-1 0 0,0 0 1 0 0,0-1-1 0 0,0 1 1 0 0,0-1-1 0 0,1 1 1 0 0,-1-1-1 0 0,0 0 1 0 0,0 0-1 0 0,0 0 1 0 0,-1 0-1 0 0,1-1 1 0 0,0 1-1 0 0,0-1 1 0 0,-1 0-1 0 0,1 0 0 0 0,-1 0 1 0 0,1 0-1 0 0,-1 0 1 0 0,0 0-1 0 0,0-1 1 0 0,0 1-1 0 0,0-1 1 0 0,0 1-1 0 0,-1-1 1 0 0,1 0-1 0 0,1-4 1 0 0,-2 4 8 0 0,-1 0 1 0 0,1 1 0 0 0,0-1-1 0 0,-1 0 1 0 0,0 0 0 0 0,0 0-1 0 0,0 0 1 0 0,0 1 0 0 0,0-1-1 0 0,0 0 1 0 0,-1 0 0 0 0,0 0-1 0 0,1 1 1 0 0,-1-1 0 0 0,0 0-1 0 0,0 1 1 0 0,0-1 0 0 0,-3-3-1 0 0,1 1 11 0 0,0 1 0 0 0,-1-1 0 0 0,0 1 0 0 0,0 0 0 0 0,0 0 0 0 0,-1 0 0 0 0,1 1 0 0 0,-9-6 0 0 0,-1 2-82 0 0,-1 0 1 0 0,1 0-1 0 0,-1 1 1 0 0,0 1-1 0 0,-30-6 1 0 0,22 5-3652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6.8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5016 0 0,'0'0'-394'0'0,"1"-1"-94"0"0,0 0 416 0 0,0 1 1 0 0,0-1-1 0 0,-1 1 0 0 0,1-1 0 0 0,0 1 1 0 0,0 0-1 0 0,-1-1 0 0 0,1 1 0 0 0,0 0 1 0 0,0 0-1 0 0,0-1 0 0 0,0 1 0 0 0,0 0 0 0 0,-1 0 1 0 0,1 0-1 0 0,0 0 0 0 0,0 0 0 0 0,0 0 1 0 0,1 0-1 0 0,14 7-59 0 0,0 1 0 0 0,0 0 0 0 0,-1 1 0 0 0,-1 0 0 0 0,26 22 0 0 0,-9-5 61 0 0,43 48 0 0 0,-37-29 205 0 0,-35-41-9 0 0,1-1 1 0 0,-1 1 0 0 0,0-1-1 0 0,0 1 1 0 0,0 0-1 0 0,0 0 1 0 0,-1 0 0 0 0,1 0-1 0 0,-1 0 1 0 0,1 7-1 0 0,-2-10-75 0 0,0 0-1 0 0,0 0 0 0 0,-1 0 0 0 0,1 0 1 0 0,0 0-1 0 0,-1 0 0 0 0,1 0 0 0 0,-1 0 1 0 0,1 0-1 0 0,-1 0 0 0 0,1 0 0 0 0,-1 0 1 0 0,1 0-1 0 0,-1-1 0 0 0,0 1 0 0 0,0 0 1 0 0,1-1-1 0 0,-1 1 0 0 0,0 0 0 0 0,0-1 1 0 0,0 1-1 0 0,0-1 0 0 0,0 1 0 0 0,0-1 1 0 0,0 1-1 0 0,0-1 0 0 0,0 0 0 0 0,0 0 1 0 0,0 1-1 0 0,0-1 0 0 0,0 0 0 0 0,0 0 1 0 0,0 0-1 0 0,0 0 0 0 0,-2 0 0 0 0,-32-4 814 0 0,33 2-831 0 0,0 1 1 0 0,-1 0-1 0 0,1-1 0 0 0,0 1 0 0 0,0-1 0 0 0,0 1 1 0 0,1-1-1 0 0,-1 0 0 0 0,0 0 0 0 0,1 0 0 0 0,-1 0 1 0 0,1 0-1 0 0,-1 0 0 0 0,1-1 0 0 0,0 1 0 0 0,0 0 1 0 0,-1-5-1 0 0,-8-41 132 0 0,11 36-167 0 0,0-1 0 0 0,1 1 0 0 0,1 0-1 0 0,5-17 1 0 0,5-23-104 0 0,5 7-224 0 0,-17 43 240 0 0,1-4-165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7.8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 4204 0 0,'0'0'76'0'0,"0"0"-56"0"0,0-1 0 0 0,1 1 0 0 0,-1 0 0 0 0,0 0-1 0 0,0 0 1 0 0,0-1 0 0 0,0 1 0 0 0,1 0 0 0 0,-1 0 0 0 0,0 0-1 0 0,0-1 1 0 0,1 1 0 0 0,-1 0 0 0 0,0 0 0 0 0,0 0-1 0 0,1 0 1 0 0,-1 0 0 0 0,0 0 0 0 0,0 0 0 0 0,1 0-1 0 0,-1-1 1 0 0,0 1 0 0 0,1 0 0 0 0,-1 0 0 0 0,0 0 0 0 0,0 0-1 0 0,1 0 1 0 0,-1 1 0 0 0,0-1 0 0 0,1 0 0 0 0,-1 0-1 0 0,0 0 1 0 0,0 0 0 0 0,1 0 0 0 0,-1 0 0 0 0,0 0 0 0 0,0 0-1 0 0,1 1 1 0 0,4 8-12 0 0,-1 1 0 0 0,-1-1-1 0 0,1 1 1 0 0,-1 0 0 0 0,-1 0 0 0 0,2 15-1 0 0,7 27-18 0 0,33 68 143 0 0,-42-111 2947 0 0,-10-28-2472 0 0,-11-36-761 0 0,13 22 22 0 0,1 1 0 0 0,1-1 0 0 0,1-46 0 0 0,3 78 37 0 0,18-9-413 0 0,-14 10 463 0 0,-1 2-32 0 0,7 3 47 0 0,-1 2 0 0 0,1-1 0 0 0,-1 1-1 0 0,0 1 1 0 0,-1-1 0 0 0,0 2 0 0 0,8 9 0 0 0,49 73-63 0 0,-24-30 89 0 0,-34-52 500 0 0,-1-1 396 0 0,-7-11-193 0 0,-1-1-638 0 0,0 0 0 0 0,0-1 0 0 0,1 1 0 0 0,0-1-1 0 0,0 1 1 0 0,-1-10 0 0 0,3-1-94 0 0,0-1 1 0 0,1 1-1 0 0,4-16 0 0 0,3-13-114 0 0,-8 37 80 0 0,-1 5 36 0 0,0 1-1 0 0,0-1 1 0 0,0 0 0 0 0,0 1 0 0 0,1-1 0 0 0,-1 0 0 0 0,1 1 0 0 0,-1-1 0 0 0,1 0-1 0 0,0 1 1 0 0,-1-1 0 0 0,1 1 0 0 0,0-1 0 0 0,0 1 0 0 0,0 0 0 0 0,0-1 0 0 0,1 1-1 0 0,-1 0 1 0 0,2-2 0 0 0,-2 3-71 0 0,4 1-199 0 0,0 2 275 0 0,1 0 0 0 0,-1 0 0 0 0,0 0 0 0 0,0 1 0 0 0,0 0-1 0 0,0 0 1 0 0,-1 0 0 0 0,1 0 0 0 0,-1 1 0 0 0,0-1 0 0 0,-1 1 0 0 0,6 8 0 0 0,-1 0-11 0 0,0 1-1 0 0,-1 0 1 0 0,-1 0 0 0 0,6 17-1 0 0,-11-28-308 0 0,4 13 686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8.4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7 4552 0 0,'0'0'50'0'0,"1"-6"453"0"0,-1 6-466 0 0,0 0 0 0 0,0 1 0 0 0,0-1 0 0 0,0 0 1 0 0,0 0-1 0 0,-1 0 0 0 0,1 0 0 0 0,0 0 0 0 0,0 0 1 0 0,0 0-1 0 0,0 0 0 0 0,0 0 0 0 0,0 0 0 0 0,-2-1 559 0 0,2 1-559 0 0,-7 7-25 0 0,1 1 0 0 0,0 1 0 0 0,0-1 0 0 0,1 1 1 0 0,0 0-1 0 0,0 0 0 0 0,1 0 0 0 0,0 1 0 0 0,-4 18 0 0 0,6-26-14 0 0,4 16-24 0 0,-2-17 29 0 0,1 1-1 0 0,-1-1 0 0 0,0 0 1 0 0,1 0-1 0 0,-1 1 1 0 0,1-1-1 0 0,-1 0 1 0 0,1 0-1 0 0,0 0 0 0 0,0 0 1 0 0,-1 0-1 0 0,1 0 1 0 0,0 0-1 0 0,0 0 0 0 0,0 0 1 0 0,0 0-1 0 0,0 0 1 0 0,0 0-1 0 0,0-1 1 0 0,1 1-1 0 0,-1 0 0 0 0,0-1 1 0 0,0 1-1 0 0,0-1 1 0 0,1 0-1 0 0,-1 1 0 0 0,0-1 1 0 0,1 0-1 0 0,-1 0 1 0 0,0 0-1 0 0,1 1 0 0 0,-1-1 1 0 0,2-1-1 0 0,-1 1 0 0 0,0 0 9 0 0,3-1-11 0 0,74-51 493 0 0,-78 51-379 0 0,9-5 97 0 0,7-4 21 0 0,-15 11-230 0 0,0-1 0 0 0,0 1 0 0 0,-1-1 0 0 0,1 1 0 0 0,0-1 0 0 0,-1 1 0 0 0,1 0 0 0 0,0 0 0 0 0,-1 0 0 0 0,1 0 1 0 0,-1 0-1 0 0,0 0 0 0 0,1 0 0 0 0,-1 1 0 0 0,0-1 0 0 0,0 0 0 0 0,0 1 0 0 0,2 1 0 0 0,1 2-272 0 0,0-1 0 0 0,1 1-1 0 0,0-1 1 0 0,0 0 0 0 0,0 0-1 0 0,0 0 1 0 0,0-1 0 0 0,9 4-1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8.8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76 4664 0 0,'1'-48'492'0'0,"-2"29"553"0"0,1 17-660 0 0,0-4 69 0 0,0 6-446 0 0,0 0 1 0 0,0 0-1 0 0,0 0 1 0 0,0 0-1 0 0,0 0 0 0 0,0 0 1 0 0,0 0-1 0 0,0 0 1 0 0,0 1-1 0 0,0-1 0 0 0,0 0 1 0 0,0 0-1 0 0,0 0 1 0 0,0 0-1 0 0,0 0 1 0 0,1 0-1 0 0,-1 0 0 0 0,0 0 1 0 0,0 0-1 0 0,0 0 1 0 0,0 0-1 0 0,0 0 0 0 0,0 0 1 0 0,0 0-1 0 0,0 0 1 0 0,0 0-1 0 0,1 0 0 0 0,-1 0 1 0 0,0 0-1 0 0,0 0 1 0 0,0 0-1 0 0,0 0 1 0 0,0 0-1 0 0,0 0 0 0 0,0 0 1 0 0,0 0-1 0 0,0 0 1 0 0,1 0-1 0 0,-1 0 0 0 0,0 0 1 0 0,0 0-1 0 0,0 0 1 0 0,0 0-1 0 0,22 49 11 0 0,-1 1 1 0 0,-3 1-1 0 0,17 82 0 0 0,-13-49-1 0 0,-4-26-334 0 0,-9-35-2993 0 0,-6-14 1285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29.0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10 124 5481 0 0,'0'0'32'0'0,"-1"-1"-13"0"0,0-1 1 0 0,0 1-1 0 0,0-1 1 0 0,0 1 0 0 0,0-1-1 0 0,1 1 1 0 0,-1-1-1 0 0,1 0 1 0 0,-1 1 0 0 0,1-1-1 0 0,-1-2 1 0 0,10-4-15 0 0,0 1 0 0 0,1 1 0 0 0,0 0 0 0 0,1 0 0 0 0,-1 1 0 0 0,16-5 0 0 0,76-21-455 0 0,-62 20-153 0 0,8 1-1471 0 0,-32 7 1274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30.0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28 3808 0 0,'-1'-19'441'0'0,"-1"10"1486"0"0,3 58-1885 0 0,1 0 0 0 0,3-1 1 0 0,12 51-1 0 0,-3-10-20 0 0,-12-77-16 0 0,9 58 46 0 0,1 91 0 0 0,-12-133 111 0 0,0-17-3467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30.7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21 122 4400 0 0,'-5'-1'-143'0'0,"5"1"121"0"0,-1 1 0 0 0,1-1-1 0 0,-1 0 1 0 0,0 0 0 0 0,1 0 0 0 0,-1 0 0 0 0,1 0-1 0 0,-1 0 1 0 0,0-1 0 0 0,1 1 0 0 0,-1 0-1 0 0,0 0 1 0 0,1 0 0 0 0,-1-1 0 0 0,1 1 0 0 0,-1 0-1 0 0,1 0 1 0 0,-1-1 0 0 0,1 1 0 0 0,-1-1 0 0 0,1 1-1 0 0,-1 0 1 0 0,1-1 0 0 0,-1 1 0 0 0,1-1-1 0 0,0 1 1 0 0,-1-1 0 0 0,12-11-137 0 0,36-9 59 0 0,24-2 5 0 0,1 2 0 0 0,114-16 0 0 0,-183 37 96 0 0,0-1-1 0 0,-1 1 1 0 0,1 0 0 0 0,0 0 0 0 0,0 0-1 0 0,0 0 1 0 0,-1 1 0 0 0,1-1-1 0 0,0 1 1 0 0,0 0 0 0 0,-1 0 0 0 0,1 0-1 0 0,-1 0 1 0 0,1 0 0 0 0,-1 0-1 0 0,1 1 1 0 0,-1-1 0 0 0,0 1 0 0 0,1-1-1 0 0,-1 1 1 0 0,0 0 0 0 0,3 4-1 0 0,1 2 34 0 0,0 1-1 0 0,0 1 0 0 0,-1-1 0 0 0,7 18 0 0 0,-8-18-25 0 0,-1-1 0 0 0,1 1 0 0 0,1-1 0 0 0,0 0-1 0 0,9 12 1 0 0,-10-16 37 0 0,1 0-1 0 0,0-1 0 0 0,-1 1 0 0 0,1-1 1 0 0,0 0-1 0 0,0 0 0 0 0,1-1 0 0 0,-1 1 1 0 0,1-1-1 0 0,-1-1 0 0 0,1 1 0 0 0,-1-1 1 0 0,1 0-1 0 0,0 0 0 0 0,11 0 0 0 0,-14-1 3 0 0,0 0 0 0 0,0 0 0 0 0,0 0 0 0 0,0-1 0 0 0,0 0 0 0 0,0 1 0 0 0,-1-1 0 0 0,1 0 0 0 0,0 0 0 0 0,0 0 0 0 0,-1-1 0 0 0,1 1 0 0 0,-1-1 0 0 0,1 1-1 0 0,-1-1 1 0 0,0 0 0 0 0,1 0 0 0 0,-1 0 0 0 0,0 0 0 0 0,0-1 0 0 0,-1 1 0 0 0,1 0 0 0 0,0-1 0 0 0,-1 1 0 0 0,1-1 0 0 0,-1 0 0 0 0,0 1 0 0 0,0-1 0 0 0,0 0 0 0 0,0 0 0 0 0,0 0 0 0 0,-1 1 0 0 0,1-5 0 0 0,-1 5-23 0 0,0-1 0 0 0,0 0 0 0 0,0 1 0 0 0,-1-1 0 0 0,1 1 0 0 0,-1-1 0 0 0,1 1 0 0 0,-1-1 0 0 0,0 1 0 0 0,0-1 1 0 0,0 1-1 0 0,0-1 0 0 0,0 1 0 0 0,-1 0 0 0 0,1 0 0 0 0,-1 0 0 0 0,1 0 0 0 0,-1 0 0 0 0,0 0 0 0 0,0 0 0 0 0,0 0 1 0 0,0 1-1 0 0,0-1 0 0 0,0 1 0 0 0,-1-1 0 0 0,1 1 0 0 0,0 0 0 0 0,-1 0 0 0 0,1 0 0 0 0,0 0 0 0 0,-1 1 0 0 0,0-1 1 0 0,-2 0-1 0 0,-5-1 6 0 0,0-1 1 0 0,-1 2 0 0 0,1-1-1 0 0,0 2 1 0 0,-1-1 0 0 0,-17 3 0 0 0,21-2-209 0 0,0 1 1 0 0,0 0-1 0 0,1 0 0 0 0,-1 1 1 0 0,1 0-1 0 0,-1 0 1 0 0,1 0-1 0 0,0 1 1 0 0,-1 0-1 0 0,1 0 1 0 0,1 1-1 0 0,-8 5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31.4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536 20 4188 0 0,'26'-20'1156'0'0,"-69"118"-1092"0"0,-99 166 1 0 0,54-109-39 0 0,-112 195 147 0 0,186-327 74 0 0,-2 0 1 0 0,-21 24-1 0 0,37-46-245 0 0,0 0-1 0 0,0-1 1 0 0,-1 1 0 0 0,1-1 0 0 0,-1 1-1 0 0,1-1 1 0 0,0 1 0 0 0,-1-1-1 0 0,1 1 1 0 0,-1-1 0 0 0,1 0 0 0 0,-1 1-1 0 0,0-1 1 0 0,1 0 0 0 0,-1 1 0 0 0,1-1-1 0 0,-1 0 1 0 0,0 0 0 0 0,1 1-1 0 0,-1-1 1 0 0,1 0 0 0 0,-1 0 0 0 0,0 0-1 0 0,1 0 1 0 0,-1 0 0 0 0,0 0 0 0 0,1 0-1 0 0,-2 0 1 0 0,-3-16-595 0 0,11-34-2001 0 0,2 21 1173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31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64 4392 0 0,'0'0'-128'0'0,"-1"0"32"0"0,0 0 110 0 0,0 0 0 0 0,0 0-1 0 0,0-1 1 0 0,0 1 0 0 0,-1 0 0 0 0,1-1 0 0 0,0 1 0 0 0,0-1 0 0 0,0 1 0 0 0,0-1 0 0 0,0 1 0 0 0,0-1 0 0 0,0 0 0 0 0,1 1 0 0 0,-1-1 0 0 0,0 0-1 0 0,-1-1 1 0 0,50-52 1636 0 0,-65 80-1559 0 0,13-17-98 0 0,25 0-4289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32.3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 3676 0 0,'0'6'-238'0'0,"0"-5"238"0"0,0-1 0 0 0,0 1-1 0 0,0 0 1 0 0,0 0 0 0 0,0 0 0 0 0,0 0 0 0 0,0 0 0 0 0,0 0 0 0 0,0-1 0 0 0,0 1-1 0 0,1 0 1 0 0,-1 0 0 0 0,0 0 0 0 0,1 0 0 0 0,-1-1 0 0 0,1 1 0 0 0,-1 0 0 0 0,0 0 0 0 0,1-1-1 0 0,0 1 1 0 0,-1 0 0 0 0,1-1 0 0 0,1 2 0 0 0,-1-1 73 0 0,15 13 783 0 0,-20 11 318 0 0,27-44 269 0 0,-42 28-1513 0 0,-26 12-239 0 0,21-8-3067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33.2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189 33 4176 0 0,'0'0'-116'0'0,"-7"-24"2516"0"0,-16 16-2145 0 0,20 8-168 0 0,-1 0-52 0 0,-5 3-37 0 0,0 0-1 0 0,1 0 0 0 0,-1 1 1 0 0,1 0-1 0 0,0 1 0 0 0,0-1 0 0 0,0 2 1 0 0,1-1-1 0 0,0 1 0 0 0,0 0 1 0 0,0 0-1 0 0,0 1 0 0 0,1 0 1 0 0,1 0-1 0 0,-1 1 0 0 0,1-1 0 0 0,0 1 1 0 0,1 0-1 0 0,0 1 0 0 0,0-1 1 0 0,-4 14-1 0 0,8-20 1 0 0,-1 0 1 0 0,1-1 0 0 0,-1 1-1 0 0,1 0 1 0 0,0 0-1 0 0,0 0 1 0 0,0 0-1 0 0,0-1 1 0 0,0 1-1 0 0,0 0 1 0 0,0 0-1 0 0,1 0 1 0 0,-1 0-1 0 0,0-1 1 0 0,1 1-1 0 0,0 0 1 0 0,-1 0 0 0 0,1-1-1 0 0,0 1 1 0 0,0 0-1 0 0,0-1 1 0 0,0 1-1 0 0,0-1 1 0 0,0 0-1 0 0,1 1 1 0 0,-1-1-1 0 0,0 0 1 0 0,1 0-1 0 0,-1 1 1 0 0,1-1-1 0 0,0 0 1 0 0,-1 0 0 0 0,1-1-1 0 0,-1 1 1 0 0,1 0-1 0 0,0-1 1 0 0,0 1-1 0 0,0-1 1 0 0,-1 1-1 0 0,1-1 1 0 0,0 0-1 0 0,0 0 1 0 0,0 1-1 0 0,0-2 1 0 0,2 1-1 0 0,4 1 6 0 0,1-1-1 0 0,0 0 1 0 0,-1-1-1 0 0,1 0 1 0 0,0 0-1 0 0,-1-1 0 0 0,0 0 1 0 0,12-5-1 0 0,1-3 74 0 0,-1-2 0 0 0,0 0-1 0 0,-1-1 1 0 0,-1-1 0 0 0,0-1-1 0 0,25-25 1 0 0,-22 18 511 0 0,-20 21-515 0 0,-1 1-68 0 0,0 0 0 0 0,0 0 0 0 0,0 0 0 0 0,0-1 0 0 0,0 1-1 0 0,0 0 1 0 0,0 0 0 0 0,1 0 0 0 0,-1-1 0 0 0,0 1 0 0 0,0 0 0 0 0,0 0-1 0 0,0 0 1 0 0,0 0 0 0 0,0-1 0 0 0,0 1 0 0 0,1 0 0 0 0,-1 0-1 0 0,0 0 1 0 0,0 0 0 0 0,0 0 0 0 0,0-1 0 0 0,1 1 0 0 0,-1 0-1 0 0,0 0 1 0 0,0 0 0 0 0,0 0 0 0 0,0 0 0 0 0,1 0 0 0 0,-1 0 0 0 0,0 0-1 0 0,0 0 1 0 0,0 0 0 0 0,1 0 0 0 0,-1 0 0 0 0,0 0 0 0 0,0 0-1 0 0,1 0 1 0 0,-1 0 0 0 0,0 0 0 0 0,0 0 0 0 0,0 0 0 0 0,1 0-1 0 0,-1 0 1 0 0,0 0 0 0 0,0 0 0 0 0,0 0 0 0 0,0 0 0 0 0,1 0 0 0 0,-1 1-1 0 0,0-1 1 0 0,0 0 0 0 0,0 0 0 0 0,0 0 0 0 0,1 0 0 0 0,-1 1-1 0 0,1 2-4 0 0,-1 0-1 0 0,0 0 1 0 0,1 1-1 0 0,-1-1 1 0 0,0 0-1 0 0,0 1 1 0 0,-1-1-1 0 0,1 0 1 0 0,-1 0-1 0 0,-2 7 1 0 0,7 1-17 0 0,-3-9 14 0 0,0-1 0 0 0,0 1 0 0 0,-1 0 0 0 0,1-1-1 0 0,-1 1 1 0 0,1 0 0 0 0,-1 0 0 0 0,0-1 0 0 0,0 1-1 0 0,0 0 1 0 0,0 0 0 0 0,0 2 0 0 0,0-2 1 0 0,0 0 0 0 0,0 0 1 0 0,0-1-1 0 0,0 1 0 0 0,0 0 1 0 0,0 0-1 0 0,1 0 0 0 0,-1-1 1 0 0,0 1-1 0 0,1 0 0 0 0,0 0 0 0 0,-1-1 1 0 0,1 1-1 0 0,0-1 0 0 0,2 4 1 0 0,0-1-48 0 0,1 0 0 0 0,-1 0 1 0 0,1-1-1 0 0,0 1 0 0 0,0-1 0 0 0,1 0 1 0 0,-1 0-1 0 0,1 0 0 0 0,-1 0 0 0 0,8 2 1 0 0,21-3-3763 0 0,-17-4 1889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7:34.3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187 21 5144 0 0,'0'0'-110'0'0,"0"0"116"0"0,0-1 1 0 0,0 0-1 0 0,1 1 1 0 0,-1-1 0 0 0,0 1-1 0 0,0-1 1 0 0,0 1-1 0 0,0-1 1 0 0,0 0-1 0 0,1 1 1 0 0,-1-1-1 0 0,0 1 1 0 0,0-1-1 0 0,-1 0 1 0 0,1 1 0 0 0,0-1-1 0 0,0 1 1 0 0,0-1-1 0 0,0 0 1 0 0,0 1-1 0 0,-1-2 1 0 0,-3 2 23 0 0,1-1 1 0 0,-1 0-1 0 0,0 1 1 0 0,1-1-1 0 0,-1 1 0 0 0,0 0 1 0 0,0 0-1 0 0,1 1 1 0 0,-1-1-1 0 0,0 1 1 0 0,1 0-1 0 0,-1 0 1 0 0,1 0-1 0 0,-1 0 1 0 0,1 1-1 0 0,-1-1 0 0 0,-5 5 1 0 0,-61 38 125 0 0,70-43-155 0 0,-4 1 0 0 0,0 0 0 0 0,0 1-1 0 0,1 0 1 0 0,0 0-1 0 0,-1 0 1 0 0,1 0 0 0 0,0 0-1 0 0,1 1 1 0 0,-1 0-1 0 0,1-1 1 0 0,-1 1 0 0 0,1 0-1 0 0,0 0 1 0 0,-2 7 0 0 0,4-10 1 0 0,0 0-1 0 0,1 0 1 0 0,-1 0 0 0 0,0 0 0 0 0,1 0 0 0 0,-1 0 0 0 0,1 0 0 0 0,-1 0 0 0 0,1 0 0 0 0,0 0 0 0 0,-1 0 0 0 0,1 0 0 0 0,0 0 0 0 0,0 0 0 0 0,0 0 0 0 0,-1-1 0 0 0,1 1 0 0 0,0 0 0 0 0,0-1 0 0 0,0 1 0 0 0,0-1 0 0 0,0 1 0 0 0,0-1 0 0 0,0 1 0 0 0,0-1 0 0 0,1 0 0 0 0,-1 1 0 0 0,0-1 0 0 0,0 0 0 0 0,0 0 0 0 0,0 0 0 0 0,2 0 0 0 0,47-1-107 0 0,-35-1 79 0 0,0-1 1 0 0,0-1 0 0 0,0 0-1 0 0,0-1 1 0 0,0-1 0 0 0,-1 0 0 0 0,0-1-1 0 0,-1-1 1 0 0,1 0 0 0 0,-1 0-1 0 0,-1-2 1 0 0,18-16 0 0 0,12-13 1380 0 0,-41 38-1225 0 0,-1 1-132 0 0,0-1 0 0 0,0 1 0 0 0,0 0 0 0 0,1 0-1 0 0,-1-1 1 0 0,0 1 0 0 0,0 0 0 0 0,0 0 0 0 0,1 0-1 0 0,-1 0 1 0 0,0-1 0 0 0,0 1 0 0 0,0 0 0 0 0,1 0 0 0 0,-1 0-1 0 0,0 0 1 0 0,0 0 0 0 0,1 0 0 0 0,-1 0 0 0 0,0-1-1 0 0,0 1 1 0 0,1 0 0 0 0,-1 0 0 0 0,0 0 0 0 0,0 0 0 0 0,1 0-1 0 0,-1 0 1 0 0,0 0 0 0 0,0 0 0 0 0,1 1 0 0 0,-1-1-1 0 0,0 0 1 0 0,0 0 0 0 0,1 0 0 0 0,-1 0 0 0 0,0 0 0 0 0,0 0-1 0 0,1 0 1 0 0,-1 1 0 0 0,19 73-154 0 0,-14-52 145 0 0,0 0-1 0 0,2 0 0 0 0,0 0 1 0 0,17 33-1 0 0,-20-49 6 0 0,4 8 12 0 0,0 1-1 0 0,0 0 1 0 0,-1 1-1 0 0,8 29 0 0 0,-14-39 2 0 0,0-1 1 0 0,-1 1-1 0 0,1-1 0 0 0,-1 0 0 0 0,0 1 0 0 0,-1-1 0 0 0,1 1 0 0 0,-1-1 0 0 0,0 0 0 0 0,-1 1 0 0 0,1-1 1 0 0,-1 0-1 0 0,0 0 0 0 0,0 0 0 0 0,-1 0 0 0 0,1 0 0 0 0,-1-1 0 0 0,0 1 0 0 0,-4 4 0 0 0,-17 18 91 0 0,0-1 0 0 0,-2-1 0 0 0,-1-1 0 0 0,0-2 0 0 0,-2-1 0 0 0,-41 24 0 0 0,71-46-85 0 0,-1 1-1 0 0,0-1 1 0 0,0 1 0 0 0,0 0 0 0 0,1-1 0 0 0,-1 1 0 0 0,0-1 0 0 0,0 1 0 0 0,0-1-1 0 0,0 1 1 0 0,0-1 0 0 0,0 1 0 0 0,0 0 0 0 0,0-1 0 0 0,0 1 0 0 0,0-1-1 0 0,0 1 1 0 0,0-1 0 0 0,0 1 0 0 0,-1-1 0 0 0,1 1 0 0 0,0 0 0 0 0,0-1 0 0 0,0 1-1 0 0,-1-1 1 0 0,1 1 0 0 0,0 0 0 0 0,0-1 0 0 0,-1 1 0 0 0,1 0 0 0 0,0-1 0 0 0,-1 1-1 0 0,1 0 1 0 0,0-1 0 0 0,-1 1 0 0 0,1 0 0 0 0,-1 0 0 0 0,1 0 0 0 0,0-1-1 0 0,-1 1 1 0 0,1 0 0 0 0,-1 0 0 0 0,1 0 0 0 0,-1 0 0 0 0,1 0 0 0 0,0 0 0 0 0,-1 0-1 0 0,1 0 1 0 0,-1 0 0 0 0,1 0 0 0 0,-1 0 0 0 0,1 0 0 0 0,-1 0 0 0 0,1 0 0 0 0,-1 0-1 0 0,1 0 1 0 0,0 0 0 0 0,-1 0 0 0 0,1 1 0 0 0,-1-1 0 0 0,1 0 0 0 0,0 0-1 0 0,-1 1 1 0 0,1-1 0 0 0,0 0 0 0 0,-1 1 0 0 0,1-1 0 0 0,0 0 0 0 0,-1 1 0 0 0,12-33 56 0 0,188-245-698 0 0,-84 124 234 0 0,-112 148 392 0 0,4-3 111 0 0,0-1 1 0 0,-1 0-1 0 0,0 0 1 0 0,0 0-1 0 0,-1-1 0 0 0,0 0 1 0 0,-1 0-1 0 0,0 0 0 0 0,-1-1 1 0 0,2-10-1 0 0,-5 19-19 0 0,-6 2-82 0 0,0 1 0 0 0,0 0 1 0 0,0 0-1 0 0,0 0 0 0 0,0 1 1 0 0,0 0-1 0 0,1 0 0 0 0,-1 1 1 0 0,0-1-1 0 0,1 1 0 0 0,0 0 1 0 0,0 1-1 0 0,0-1 0 0 0,0 1 1 0 0,0 0-1 0 0,1 0 0 0 0,0 1 1 0 0,0-1-1 0 0,0 1 0 0 0,0 0 1 0 0,1 0-1 0 0,-1 0 0 0 0,-3 9 1 0 0,7-13-11 0 0,0 1 0 0 0,-1-1 0 0 0,1 1 0 0 0,0 0 0 0 0,0-1 0 0 0,0 1 0 0 0,0 0 0 0 0,0-1 0 0 0,1 1 0 0 0,-1-1 0 0 0,0 1 0 0 0,1-1 0 0 0,-1 1 0 0 0,1-1 0 0 0,0 1 0 0 0,-1-1 0 0 0,1 1 0 0 0,0-1 0 0 0,0 1 0 0 0,0-1 0 0 0,0 0 0 0 0,0 0 0 0 0,0 1 0 0 0,0-1 0 0 0,0 0 0 0 0,1 0 0 0 0,-1 0 0 0 0,0 0 0 0 0,1-1 0 0 0,-1 1 0 0 0,3 1 0 0 0,46 19 7 0 0,-29-15-85 0 0,1-1 0 0 0,0-1 0 0 0,1-1 0 0 0,-1-1 0 0 0,44-2 0 0 0,51-13-4436 0 0,-88 9 2511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8:55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926 124 2484 0 0,'0'0'1029'0'0,"-16"-7"-149"0"0,-26 4-291 0 0,-1 2-1 0 0,1 3 1 0 0,-84 12-1 0 0,73-4-474 0 0,0 3 1 0 0,0 2-1 0 0,2 2 0 0 0,0 2 0 0 0,1 2 0 0 0,-50 30 1 0 0,80-39-108 0 0,-1 1 0 0 0,2 1 0 0 0,0 0 1 0 0,1 2-1 0 0,0 0 0 0 0,2 1 0 0 0,0 0 1 0 0,0 1-1 0 0,2 1 0 0 0,0 1 0 0 0,1 0 0 0 0,-18 41 1 0 0,29-58-7 0 0,0 1 1 0 0,1-1-1 0 0,0 1 1 0 0,-1 0-1 0 0,1-1 1 0 0,1 1-1 0 0,-1 0 1 0 0,1 0-1 0 0,-1 0 1 0 0,1-1-1 0 0,0 1 1 0 0,0 0-1 0 0,1 0 1 0 0,-1 0-1 0 0,1 0 1 0 0,0-1-1 0 0,0 1 1 0 0,0 0-1 0 0,0-1 1 0 0,1 1-1 0 0,1 3 1 0 0,1-3 4 0 0,-1 0 0 0 0,1 0-1 0 0,0 0 1 0 0,0 0 0 0 0,0-1 0 0 0,1 1 0 0 0,-1-1 0 0 0,1 0 0 0 0,0-1 0 0 0,0 1-1 0 0,0-1 1 0 0,0 0 0 0 0,6 2 0 0 0,14 2 18 0 0,0 0 0 0 0,1-2-1 0 0,0-1 1 0 0,51 0 0 0 0,66-5 39 0 0,0-7 0 0 0,173-32 0 0 0,-279 33-49 0 0,1-1 0 0 0,-2-1 1 0 0,0-3-1 0 0,0 0 0 0 0,-1-3 0 0 0,-1-1 0 0 0,0-1 0 0 0,-2-2 1 0 0,0-1-1 0 0,-1-2 0 0 0,54-51 0 0 0,-78 65 18 0 0,1 1 0 0 0,-1-1 0 0 0,-1 0 0 0 0,0 0-1 0 0,0-1 1 0 0,-1 0 0 0 0,0 0 0 0 0,-1 0 0 0 0,0-1 0 0 0,0 0 0 0 0,-1 1 0 0 0,-1-1-1 0 0,2-16 1 0 0,-3 20 8 0 0,-2 0-1 0 0,1-1 1 0 0,-1 1-1 0 0,0 0 1 0 0,0 0-1 0 0,0 0 0 0 0,-1 0 1 0 0,-1 0-1 0 0,1 0 1 0 0,-1 0-1 0 0,0 0 1 0 0,-1 1-1 0 0,1 0 1 0 0,-1-1-1 0 0,0 2 1 0 0,-1-1-1 0 0,0 0 0 0 0,0 1 1 0 0,0 0-1 0 0,0 0 1 0 0,-8-5-1 0 0,-3-2 20 0 0,-1 2 1 0 0,0 0-1 0 0,-1 1 0 0 0,1 0 0 0 0,-2 2 0 0 0,1 0 1 0 0,-1 1-1 0 0,0 1 0 0 0,0 1 0 0 0,-28-3 0 0 0,4 4-457 0 0,1 1-1 0 0,-1 3 1 0 0,-69 8-1 0 0,109-8-379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8:56.1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72 364 5905 0 0,'-71'18'-1723'0'0,"86"-35"1709"0"0,-12 12 14 0 0,14-9 2 0 0,0 1 0 0 0,1 0 1 0 0,1 1-1 0 0,0 1 1 0 0,23-9-1 0 0,5-4 26 0 0,13-9 64 0 0,58-32 324 0 0,137-54 0 0 0,-253 118-371 0 0,-1 1 1 0 0,0 0 0 0 0,1-1-1 0 0,-1 0 1 0 0,0 1 0 0 0,0-1-1 0 0,1 0 1 0 0,-1 1 0 0 0,0-1-1 0 0,0 0 1 0 0,0 0-1 0 0,0 0 1 0 0,0 0 0 0 0,0 0-1 0 0,1-2 1 0 0,-2 3-29 0 0,0-1 1 0 0,0 1-1 0 0,0-1 1 0 0,0 0-1 0 0,0 1 0 0 0,0-1 1 0 0,0 1-1 0 0,0-1 0 0 0,-1 0 1 0 0,1 1-1 0 0,0-1 1 0 0,0 1-1 0 0,-1-1 0 0 0,1 1 1 0 0,0-1-1 0 0,-1 1 0 0 0,1-1 1 0 0,-1 1-1 0 0,1-1 1 0 0,0 1-1 0 0,-1 0 0 0 0,1-1 1 0 0,-1 1-1 0 0,1 0 0 0 0,-1-1 1 0 0,0 1-1 0 0,-2-3 37 0 0,-2 2-37 0 0,1 0 0 0 0,-1 0 0 0 0,0 1 0 0 0,0-1 0 0 0,1 1 0 0 0,-1 0 0 0 0,0 0 1 0 0,0 1-1 0 0,-4 0 0 0 0,-26 1 57 0 0,-18-1 11 0 0,-92 13 0 0 0,142-14-17 0 0,10-1-57 0 0,31-6-2 0 0,0 1-1 0 0,0 2 1 0 0,0 2-1 0 0,0 2 1 0 0,74 8-1 0 0,-110-8-2 0 0,0 0-1 0 0,0 0 1 0 0,0 0-1 0 0,-1 1 1 0 0,1-1-1 0 0,0 0 1 0 0,0 1 0 0 0,-1-1-1 0 0,1 1 1 0 0,0 0-1 0 0,-1 0 1 0 0,1 0 0 0 0,-1-1-1 0 0,1 1 1 0 0,-1 1-1 0 0,1-1 1 0 0,-1 0-1 0 0,0 0 1 0 0,1 0 0 0 0,-1 1-1 0 0,0-1 1 0 0,0 1-1 0 0,0-1 1 0 0,0 1 0 0 0,0-1-1 0 0,1 4 1 0 0,-2-2 13 0 0,0-1 0 0 0,0 1 0 0 0,-1 0 0 0 0,1 0 0 0 0,0-1 1 0 0,-1 1-1 0 0,0 0 0 0 0,0-1 0 0 0,0 1 0 0 0,0 0 0 0 0,0-1 1 0 0,0 1-1 0 0,-1-1 0 0 0,1 0 0 0 0,-3 3 0 0 0,-7 10 90 0 0,-1-2-1 0 0,0 0 0 0 0,-1 0 1 0 0,-16 12-1 0 0,20-16-103 0 0,-6 5-35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8:58.5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213 44 5465 0 0,'5'-23'-649'0'0,"-5"21"515"0"0,-2-10 21 0 0,2 12 114 0 0,0 0 0 0 0,1-1 0 0 0,-1 1 0 0 0,0 0 0 0 0,0 0 0 0 0,0 0 0 0 0,0 0 0 0 0,0-1 0 0 0,0 1 0 0 0,0 0 0 0 0,0 0 0 0 0,0 0 0 0 0,0 0 0 0 0,0-1 1 0 0,0 1-1 0 0,0 0 0 0 0,0 0 0 0 0,0 0 0 0 0,0-1 0 0 0,0 1 0 0 0,0 0 0 0 0,0 0 0 0 0,0 0 0 0 0,0 0 0 0 0,0-1 0 0 0,-1 1 0 0 0,1 0 0 0 0,0 0 0 0 0,0 0 0 0 0,0 0 0 0 0,0 0 0 0 0,0-1 0 0 0,0 1 0 0 0,0 0 0 0 0,-1 0 0 0 0,1 0 0 0 0,0 0 0 0 0,0 0 0 0 0,0 0 0 0 0,0 0 0 0 0,-1 0 0 0 0,1 0 0 0 0,0 0 0 0 0,0-1 0 0 0,0 1 0 0 0,0 0 1 0 0,-1 0-1 0 0,1 0 0 0 0,0 0 0 0 0,0 0 0 0 0,0 0 0 0 0,-1 0 0 0 0,1 0 0 0 0,0 0 0 0 0,0 0 0 0 0,0 1 0 0 0,0-1 0 0 0,-1 0 0 0 0,1 0 0 0 0,0 0 0 0 0,0 0 0 0 0,0 0 0 0 0,0 0 0 0 0,-1 0 0 0 0,1 0 0 0 0,-24 47 225 0 0,1 1-1 0 0,-19 61 1 0 0,-9 22 342 0 0,42-110-459 0 0,1-2 31 0 0,-1 0-1 0 0,0-1 1 0 0,-15 21-1 0 0,14-23 19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8:58.9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44 4440 0 0,'4'-25'-251'0'0,"-1"7"1637"0"0,-2 18-1369 0 0,-1 0 1 0 0,1 0-1 0 0,-1 0 1 0 0,1 0-1 0 0,-1 0 0 0 0,1 0 1 0 0,-1 0-1 0 0,1 1 1 0 0,-1-1-1 0 0,0 0 0 0 0,1 0 1 0 0,-1 1-1 0 0,1-1 1 0 0,-1 0-1 0 0,0 1 0 0 0,1-1 1 0 0,-1 0-1 0 0,0 1 1 0 0,1-1-1 0 0,-1 1 0 0 0,0-1 1 0 0,1 0-1 0 0,-1 1 0 0 0,0-1 1 0 0,0 1-1 0 0,0-1 1 0 0,1 1-1 0 0,-1-1 0 0 0,0 1 1 0 0,0-1-1 0 0,0 1 1 0 0,0-1-1 0 0,0 1 0 0 0,0-1 1 0 0,0 1-1 0 0,24 42 128 0 0,1-1 0 0 0,3-2 0 0 0,1 0 0 0 0,61 62 0 0 0,-11-12 106 0 0,-72-81-275 0 0,-2-5-13 0 0,-2 0 0 0 0,1 0 1 0 0,0 1-1 0 0,-1-1 0 0 0,0 1 0 0 0,0 0 0 0 0,0 0 0 0 0,-1 0 1 0 0,1 0-1 0 0,1 8 0 0 0,-4-12-520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8:59.2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17 111 5052 0 0,'-16'3'-189'0'0,"49"-20"1226"0"0,35-9-975 0 0,151-29 248 0 0,-126 40-3378 0 0,-89 14 1720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0.2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110 226 4288 0 0,'-5'-48'-238'0'0,"2"20"1173"0"0,-10-45 0 0 0,12 71-444 0 0,-5 27-399 0 0,4-12-62 0 0,1 1 1 0 0,0-1-1 0 0,1 1 1 0 0,0-1-1 0 0,2 0 1 0 0,-1 1-1 0 0,2-1 1 0 0,-1 0-1 0 0,2 0 1 0 0,7 18-1 0 0,3 3 54 0 0,1 0 0 0 0,28 45 0 0 0,-11-35-20 0 0,-25-35-5 0 0,0 0 0 0 0,0 1 0 0 0,-1 0-1 0 0,10 19 1017 0 0,-23-32-962 0 0,-6-4-57 0 0,0-1-1 0 0,1 0 1 0 0,0-1 0 0 0,1-1-1 0 0,0 0 1 0 0,0 0 0 0 0,1-1 0 0 0,0-1-1 0 0,-13-20 1 0 0,7 9 2 0 0,1-1 0 0 0,2-1 0 0 0,0 0 0 0 0,-14-42 0 0 0,25 61-46 0 0,-21-79 118 0 0,21 77-120 0 0,1 0 1 0 0,0 1-1 0 0,0-1 0 0 0,1 0 0 0 0,0 0 1 0 0,0 0-1 0 0,1 1 0 0 0,0-1 1 0 0,2-8-1 0 0,-2 13-9 0 0,0 0 0 0 0,0 0 0 0 0,1 0 0 0 0,-1 0 0 0 0,1 0 0 0 0,0 0 0 0 0,0 0 0 0 0,0 1 0 0 0,0-1 0 0 0,0 1 0 0 0,0-1 0 0 0,1 1 0 0 0,-1 0 0 0 0,1 0 0 0 0,-1 0 0 0 0,1 0 0 0 0,0 1 0 0 0,4-3 0 0 0,1 1-2 0 0,0 1 0 0 0,0 0 1 0 0,0 1-1 0 0,0-1 0 0 0,0 2 0 0 0,1-1 1 0 0,-1 1-1 0 0,0 0 0 0 0,15 3 0 0 0,2 2-2 0 0,-1 1-1 0 0,1 1 0 0 0,-1 1 0 0 0,-1 1 1 0 0,0 2-1 0 0,0 0 0 0 0,-1 1 1 0 0,28 20-1 0 0,-45-28-1 0 0,0-1 0 0 0,0 1-1 0 0,0 0 1 0 0,-1 0 0 0 0,1 0 0 0 0,-1 1 0 0 0,0 0 0 0 0,0 0 0 0 0,5 9-1 0 0,-8-12 6 0 0,-1-1-1 0 0,1 1 1 0 0,-1 0 0 0 0,1 0-1 0 0,-1 0 1 0 0,1 0-1 0 0,-1 0 1 0 0,0 0-1 0 0,0 0 1 0 0,0 0-1 0 0,0 0 1 0 0,0 0-1 0 0,-1 0 1 0 0,1 0 0 0 0,0 0-1 0 0,-1 0 1 0 0,0 0-1 0 0,1 0 1 0 0,-1 0-1 0 0,0 0 1 0 0,0-1-1 0 0,0 1 1 0 0,0 0-1 0 0,0-1 1 0 0,-1 1-1 0 0,1 0 1 0 0,0-1 0 0 0,-1 0-1 0 0,1 1 1 0 0,-1-1-1 0 0,1 0 1 0 0,-3 2-1 0 0,-6 4 2 0 0,0 0 1 0 0,-1 0-1 0 0,0-1 0 0 0,0 0 0 0 0,-1-1 0 0 0,-13 5 1 0 0,-11 0 2 0 0,-47 7 1 0 0,81-16-83 0 0,-9 1-220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0.6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 6161 0 0,'8'-45'-772'0'0,"-8"43"823"0"0,46 91 331 0 0,-24-49-350 0 0,-16-28-130 0 0,0 0 1 0 0,1 0-1 0 0,0-1 1 0 0,1 0-1 0 0,15 16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0.7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80 4224 0 0,'-40'-70'1214'0'0,"39"68"-1072"0"0,-2-5-1072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1.5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6 178 3736 0 0,'-6'14'-690'0'0,"15"-11"759"0"0,-4-3-102 0 0,-2 0 50 0 0,1-1-2 0 0,6-4 24 0 0,0 1 1 0 0,0-1 0 0 0,-1-1 0 0 0,0 0 0 0 0,0 0 0 0 0,0-1 0 0 0,-1 0-1 0 0,12-13 1 0 0,-16 16 47 0 0,-1 0-1 0 0,0 0 0 0 0,0 0 0 0 0,0-1 1 0 0,-1 1-1 0 0,1-1 0 0 0,-1 1 0 0 0,0-1 1 0 0,0 0-1 0 0,-1 0 0 0 0,1 0 0 0 0,-1 0 1 0 0,-1 0-1 0 0,1 0 0 0 0,0 0 0 0 0,-1-1 1 0 0,0 1-1 0 0,-1 0 0 0 0,1 0 0 0 0,-1 0 1 0 0,-1-6-1 0 0,2 10-71 0 0,0 0 1 0 0,-1 0-1 0 0,1 0 0 0 0,0 0 1 0 0,-1 1-1 0 0,1-1 0 0 0,-1 0 1 0 0,1 0-1 0 0,-1 1 0 0 0,1-1 1 0 0,-1 0-1 0 0,0 1 1 0 0,1-1-1 0 0,-1 0 0 0 0,0 1 1 0 0,1-1-1 0 0,-1 1 0 0 0,0-1 1 0 0,0 1-1 0 0,1-1 0 0 0,-1 1 1 0 0,0 0-1 0 0,0-1 1 0 0,0 1-1 0 0,0 0 0 0 0,0 0 1 0 0,1 0-1 0 0,-1 0 0 0 0,0 0 1 0 0,0-1-1 0 0,0 2 0 0 0,0-1 1 0 0,0 0-1 0 0,0 0 1 0 0,0 0-1 0 0,0 0 0 0 0,1 0 1 0 0,-1 1-1 0 0,0-1 0 0 0,0 0 1 0 0,0 1-1 0 0,0-1 0 0 0,1 1 1 0 0,-1-1-1 0 0,-1 2 0 0 0,-34 25 97 0 0,29-20-86 0 0,1 1 1 0 0,-1 1-1 0 0,2-1 0 0 0,-1 1 1 0 0,1 0-1 0 0,0 0 0 0 0,1 1 1 0 0,0-1-1 0 0,1 1 0 0 0,0 0 1 0 0,-4 20-1 0 0,7-26-10 0 0,-1 0 0 0 0,1 0 1 0 0,0 1-1 0 0,0-1 0 0 0,0 0 0 0 0,1 0 0 0 0,-1 0 0 0 0,1 1 0 0 0,0-1 1 0 0,0 0-1 0 0,0 0 0 0 0,1 0 0 0 0,-1 0 0 0 0,1-1 0 0 0,0 1 0 0 0,0 0 1 0 0,1-1-1 0 0,-1 1 0 0 0,1-1 0 0 0,0 0 0 0 0,-1 0 0 0 0,1 0 0 0 0,1 0 1 0 0,-1 0-1 0 0,0-1 0 0 0,1 1 0 0 0,-1-1 0 0 0,1 0 0 0 0,0 0 0 0 0,0-1 1 0 0,7 3-1 0 0,11 3-15 0 0,1-1 0 0 0,0-1 0 0 0,0-2 0 0 0,0 0 0 0 0,1-1 0 0 0,-1-2-1 0 0,24-1 1 0 0,-26-1-1056 0 0,0-1-1 0 0,24-7 1 0 0,-22 3-951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2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271 35 5180 0 0,'1'-1'-17'0'0,"-1"0"0"0"0,0 0-1 0 0,1 0 1 0 0,-1 0-1 0 0,0 0 1 0 0,0 0-1 0 0,0 0 1 0 0,0 0-1 0 0,0 0 1 0 0,0 0-1 0 0,0 0 1 0 0,0 0-1 0 0,0 0 1 0 0,-1 0-1 0 0,1 0 1 0 0,0 0-1 0 0,-1 1 1 0 0,1-1-1 0 0,0 0 1 0 0,-1 0-1 0 0,1 0 1 0 0,-1 0-1 0 0,0 0 1 0 0,1 1-1 0 0,-1-1 1 0 0,-1-1-1 0 0,0 1 34 0 0,0-1 0 0 0,0 1 0 0 0,0 1-1 0 0,0-1 1 0 0,0 0 0 0 0,0 0 0 0 0,0 1 0 0 0,0-1-1 0 0,-1 1 1 0 0,1 0 0 0 0,-4-1 0 0 0,-2 1 71 0 0,-1 1 1 0 0,1 0 0 0 0,-1 0-1 0 0,1 0 1 0 0,-16 6 0 0 0,10-2-16 0 0,1 2-1 0 0,0 0 1 0 0,0 0 0 0 0,0 1 0 0 0,1 0-1 0 0,-17 17 1 0 0,23-20-28 0 0,0 1-1 0 0,0-1 1 0 0,1 1-1 0 0,0 1 1 0 0,0-1-1 0 0,1 1 1 0 0,0 0 0 0 0,0-1-1 0 0,1 2 1 0 0,-1-1-1 0 0,1 0 1 0 0,1 1-1 0 0,-4 15 1 0 0,6-21-27 0 0,0 1 0 0 0,0 0 1 0 0,0-1-1 0 0,1 1 0 0 0,-1 0 0 0 0,1-1 0 0 0,-1 1 1 0 0,1 0-1 0 0,0-1 0 0 0,0 1 0 0 0,0-1 0 0 0,0 0 1 0 0,0 1-1 0 0,1-1 0 0 0,-1 0 0 0 0,1 1 0 0 0,0-1 1 0 0,-1 0-1 0 0,1 0 0 0 0,0-1 0 0 0,0 1 0 0 0,0 0 1 0 0,0-1-1 0 0,1 1 0 0 0,-1-1 0 0 0,0 1 0 0 0,1-1 1 0 0,-1 0-1 0 0,1 0 0 0 0,3 1 0 0 0,10 3 40 0 0,0-1 0 0 0,0-1-1 0 0,31 4 1 0 0,-30-5-18 0 0,7 0-78 0 0,1 0-1 0 0,-1-2 0 0 0,29-3 0 0 0,-35 1-1104 0 0,-1-1 0 0 0,29-8 0 0 0,-28 4-744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2.7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95 166 5020 0 0,'-45'-122'456'0'0,"44"119"-325"0"0,-1-1 0 0 0,1 0 0 0 0,-1 1 0 0 0,0-1 0 0 0,0 1 0 0 0,0 0 0 0 0,0 0-1 0 0,-1 0 1 0 0,1 0 0 0 0,-1 0 0 0 0,-3-3 0 0 0,5 5 97 0 0,-19 48 34 0 0,19-29-224 0 0,1 1-1 0 0,1-1 1 0 0,0 0-1 0 0,1 0 0 0 0,1 0 1 0 0,1 0-1 0 0,7 19 1 0 0,48 123 67 0 0,-53-146-92 0 0,101 215 93 0 0,-58-128-66 0 0,-35-75-19 0 0,-10-20 11 0 0,0 0 0 0 0,-1 0-1 0 0,0 1 1 0 0,0-1 0 0 0,-1 1 0 0 0,0-1 0 0 0,0 1 0 0 0,0 0 0 0 0,0 7 0 0 0,-2-12 44 0 0,-1-2-43 0 0,0 1-1 0 0,-1 0 0 0 0,1 0 1 0 0,-1-1-1 0 0,1 1 0 0 0,-1 0 1 0 0,1-1-1 0 0,-1 0 0 0 0,1 1 1 0 0,-1-1-1 0 0,1 0 0 0 0,-1 0 0 0 0,1 0 1 0 0,-1 0-1 0 0,1 0 0 0 0,-1 0 1 0 0,0 0-1 0 0,1 0 0 0 0,-1-1 1 0 0,1 1-1 0 0,-1-1 0 0 0,1 1 1 0 0,-1-1-1 0 0,1 0 0 0 0,-3-1 1 0 0,0-2-10 0 0,-1 0 1 0 0,1 0 0 0 0,0 0 0 0 0,0 0 0 0 0,1-1 0 0 0,-1 0 0 0 0,1 0 0 0 0,0 0 0 0 0,0 0 0 0 0,1 0 0 0 0,-1 0 0 0 0,1-1-1 0 0,1 1 1 0 0,-1-1 0 0 0,1 0 0 0 0,0 1 0 0 0,0-1 0 0 0,0 0 0 0 0,1 0 0 0 0,0 0 0 0 0,0 0 0 0 0,0 1 0 0 0,1-1 0 0 0,0 0-1 0 0,0 0 1 0 0,1 1 0 0 0,-1-1 0 0 0,1 1 0 0 0,1-1 0 0 0,-1 1 0 0 0,1 0 0 0 0,-1 0 0 0 0,2 0 0 0 0,-1 0 0 0 0,0 0 0 0 0,1 1-1 0 0,0-1 1 0 0,0 1 0 0 0,0 0 0 0 0,1 0 0 0 0,-1 1 0 0 0,1-1 0 0 0,0 1 0 0 0,0 0 0 0 0,0 0 0 0 0,6-2 0 0 0,-5 3-22 0 0,0 0 0 0 0,0 0 1 0 0,1 1-1 0 0,-1 0 1 0 0,0 0-1 0 0,1 0 1 0 0,-1 1-1 0 0,0 0 0 0 0,1 0 1 0 0,-1 1-1 0 0,1 0 1 0 0,-1 0-1 0 0,0 0 0 0 0,0 1 1 0 0,1 0-1 0 0,-1 0 1 0 0,-1 0-1 0 0,1 1 1 0 0,0 0-1 0 0,0 0 0 0 0,5 5 1 0 0,1 1-6 0 0,-1 0 0 0 0,-1 1 1 0 0,0 0-1 0 0,0 1 0 0 0,-1 0 0 0 0,0 1 1 0 0,-1 0-1 0 0,8 16 0 0 0,-10-1-774 0 0,-4-15-3991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3.4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234 69 6561 0 0,'16'-40'-1493'0'0,"-16"38"1559"0"0,-30-23 465 0 0,20 24-482 0 0,0 1 0 0 0,0 0 0 0 0,0 0 0 0 0,0 1 0 0 0,0 1 0 0 0,0 0 0 0 0,0 0 0 0 0,0 1 0 0 0,1 0 0 0 0,-1 0 0 0 0,-10 6 0 0 0,14-6-25 0 0,-1 1 0 0 0,1-1 0 0 0,0 1 0 0 0,0 0 0 0 0,0 0-1 0 0,1 0 1 0 0,0 1 0 0 0,0 0 0 0 0,0 0 0 0 0,0 1 0 0 0,1-1-1 0 0,0 1 1 0 0,0 0 0 0 0,0 0 0 0 0,1 0 0 0 0,-6 14 0 0 0,9-18-16 0 0,0 0-1 0 0,0 0 1 0 0,0 0 0 0 0,0 0 0 0 0,0 0 0 0 0,0 0 0 0 0,0 0 0 0 0,1 0 0 0 0,-1 0 0 0 0,1 0 0 0 0,0 0 0 0 0,-1 0 0 0 0,1 0 0 0 0,0-1-1 0 0,0 1 1 0 0,0 0 0 0 0,0 0 0 0 0,0-1 0 0 0,1 1 0 0 0,-1-1 0 0 0,1 1 0 0 0,-1-1 0 0 0,1 1 0 0 0,-1-1 0 0 0,1 0 0 0 0,0 0 0 0 0,-1 0-1 0 0,1 0 1 0 0,0 0 0 0 0,0 0 0 0 0,0 0 0 0 0,0-1 0 0 0,0 1 0 0 0,0-1 0 0 0,3 1 0 0 0,4 2 11 0 0,1 0 1 0 0,0-1-1 0 0,0-1 0 0 0,0 0 1 0 0,17 0-1 0 0,-11-2-6 0 0,1-1-1 0 0,-1 0 1 0 0,0-2 0 0 0,0 0 0 0 0,0 0-1 0 0,-1-2 1 0 0,17-7 0 0 0,-25 9 23 0 0,1 0 1 0 0,-1 0-1 0 0,0-1 0 0 0,0 1 1 0 0,0-2-1 0 0,-1 1 0 0 0,0-1 1 0 0,0 0-1 0 0,0 0 1 0 0,-1 0-1 0 0,0-1 0 0 0,0 0 1 0 0,-1 0-1 0 0,1 0 1 0 0,3-12-1 0 0,-8 19-23 0 0,0-1 0 0 0,0 1 1 0 0,-1 0-1 0 0,1-1 0 0 0,0 1 0 0 0,0 0 1 0 0,-1-1-1 0 0,1 1 0 0 0,-1 0 0 0 0,1-1 0 0 0,0 1 1 0 0,-1 0-1 0 0,1 0 0 0 0,0-1 0 0 0,-1 1 0 0 0,1 0 1 0 0,-1 0-1 0 0,1 0 0 0 0,-1 0 0 0 0,1 0 1 0 0,-1 0-1 0 0,1 0 0 0 0,0 0 0 0 0,-1 0 0 0 0,1 0 1 0 0,-1 0-1 0 0,1 0 0 0 0,-1 0 0 0 0,1 0 0 0 0,-1 0 1 0 0,1 0-1 0 0,0 0 0 0 0,-1 0 0 0 0,1 1 1 0 0,-1-1-1 0 0,1 0 0 0 0,-1 0 0 0 0,1 1 0 0 0,0-1 1 0 0,-1 0-1 0 0,1 0 0 0 0,0 1 0 0 0,-1 0 0 0 0,0-1-11 0 0,-1 1 0 0 0,1-1 0 0 0,0 1 0 0 0,0 0 0 0 0,0-1 0 0 0,0 1 0 0 0,0 0 0 0 0,0 0 0 0 0,0 0 0 0 0,0 0 0 0 0,0 0 0 0 0,0 0 0 0 0,0 0 0 0 0,0 0 0 0 0,1 0 0 0 0,-1 0 0 0 0,0 1 0 0 0,1-1 0 0 0,-1 0 0 0 0,1 0 0 0 0,-1 1 0 0 0,1-1 0 0 0,0 0 0 0 0,-1 3 0 0 0,1 0 3 0 0,1-1 0 0 0,-1 0 0 0 0,0 0 0 0 0,1 1 0 0 0,0-1 0 0 0,0 0 0 0 0,0 0 0 0 0,0 0 0 0 0,0 0 0 0 0,0 0 0 0 0,1 0 0 0 0,0 0 0 0 0,-1-1 0 0 0,1 1 0 0 0,0 0 0 0 0,0-1 0 0 0,1 0 0 0 0,-1 1 0 0 0,0-1 0 0 0,1 0 0 0 0,0 0 0 0 0,-1 0 0 0 0,1-1 0 0 0,0 1 0 0 0,0 0 0 0 0,0-1 0 0 0,4 2 0 0 0,1-1-400 0 0,0 0 1 0 0,0 0-1 0 0,0 0 1 0 0,0-1-1 0 0,0-1 0 0 0,0 1 1 0 0,0-1-1 0 0,0 0 1 0 0,1-1-1 0 0,12-2 0 0 0,-3-2-1923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3.9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96 24 5412 0 0,'-75'-17'-986'0'0,"73"16"1056"0"0,-10-3 57 0 0,6 2 72 0 0,9 3 113 0 0,42 16-262 0 0,87 36 39 0 0,-117-46-73 0 0,0 1-1 0 0,-1 1 0 0 0,0-1 1 0 0,0 2-1 0 0,-1 0 1 0 0,16 17-1 0 0,-28-27-2 0 0,0 1 0 0 0,0 0-1 0 0,0 0 1 0 0,-1 0 0 0 0,1 0-1 0 0,0 0 1 0 0,0 0 0 0 0,-1 0 0 0 0,1 0-1 0 0,-1 1 1 0 0,1-1 0 0 0,-1 0 0 0 0,1 0-1 0 0,-1 0 1 0 0,0 1 0 0 0,0-1-1 0 0,1 0 1 0 0,-1 0 0 0 0,0 1 0 0 0,0-1-1 0 0,0 0 1 0 0,0 0 0 0 0,-1 1-1 0 0,1-1 1 0 0,-1 3 0 0 0,0-2 20 0 0,0-1 0 0 0,0 1 1 0 0,-1 0-1 0 0,1 0 0 0 0,-1-1 0 0 0,1 1 1 0 0,-1 0-1 0 0,0-1 0 0 0,0 0 0 0 0,1 1 1 0 0,-1-1-1 0 0,0 0 0 0 0,-3 2 0 0 0,-2 0 70 0 0,0-1 1 0 0,1 1-1 0 0,-1-1 0 0 0,0-1 1 0 0,0 1-1 0 0,0-1 0 0 0,-1 0 0 0 0,-11 0 1 0 0,17-1-69 0 0,-1-1 0 0 0,0 1 0 0 0,0-1 0 0 0,0 1 0 0 0,0-1 1 0 0,0 0-1 0 0,1 0 0 0 0,-1 0 0 0 0,0-1 0 0 0,1 1 0 0 0,-1 0 1 0 0,1-1-1 0 0,0 0 0 0 0,-1 0 0 0 0,1 1 0 0 0,0-1 0 0 0,0-1 0 0 0,0 1 1 0 0,0 0-1 0 0,-2-5 0 0 0,2 4-13 0 0,1-1 0 0 0,0 1 1 0 0,0-1-1 0 0,0 1 0 0 0,0-1 0 0 0,0 0 0 0 0,1 1 1 0 0,0-1-1 0 0,0 0 0 0 0,0 1 0 0 0,0-1 0 0 0,0 0 1 0 0,1 1-1 0 0,0-1 0 0 0,-1 0 0 0 0,2 1 1 0 0,1-7-1 0 0,1 2-77 0 0,0-1 1 0 0,1 1 0 0 0,0 0 0 0 0,0 0-1 0 0,1 0 1 0 0,0 1 0 0 0,0 0-1 0 0,1 0 1 0 0,0 0 0 0 0,0 1-1 0 0,0 0 1 0 0,10-5 0 0 0,-16 10-513 0 0,13-3-2315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4.4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0 111 5509 0 0,'19'-96'27'0'0,"-18"81"707"0"0,-5 18-169 0 0,-4 27-308 0 0,11 88 191 0 0,19 134 0 0 0,-21-240-412 0 0,1-1 0 0 0,0 1 0 0 0,1-1-1 0 0,0 1 1 0 0,1-1 0 0 0,0 0 0 0 0,1 0 0 0 0,8 14 0 0 0,-9-20-24 0 0,0 0 1 0 0,0-1-1 0 0,0 1 1 0 0,0-1-1 0 0,1 0 1 0 0,0 0-1 0 0,0-1 1 0 0,0 1 0 0 0,0-1-1 0 0,0 0 1 0 0,1-1-1 0 0,-1 1 1 0 0,1-1-1 0 0,0 0 1 0 0,0-1-1 0 0,0 1 1 0 0,0-1-1 0 0,7 1 1 0 0,4 0-196 0 0,0-1 0 0 0,-1-1 0 0 0,1 0 1 0 0,0-1-1 0 0,20-4 0 0 0,-23 3-727 0 0,-1-2-1 0 0,0 0 1 0 0,24-10-1 0 0,-14 2-1043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19:39:04.6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127 203 5096 0 0,'-25'-3'290'0'0,"0"-1"-1"0"0,-46-15 1 0 0,71 19-278 0 0,-1 0 1 0 0,1-1 0 0 0,0 1 0 0 0,-1 0 0 0 0,1 0 0 0 0,0 0 0 0 0,-1-1 0 0 0,1 1 0 0 0,0 0 0 0 0,0 0 0 0 0,-1-1 0 0 0,1 1 0 0 0,0 0 0 0 0,0-1 0 0 0,0 1 0 0 0,-1 0 0 0 0,1-1 0 0 0,0 1 0 0 0,0 0 0 0 0,0-1 0 0 0,0 1 0 0 0,0 0-1 0 0,0-1 1 0 0,0 1 0 0 0,0-1 0 0 0,0 1 0 0 0,0 0 0 0 0,0-1 0 0 0,0 1 0 0 0,0 0 0 0 0,0-1 0 0 0,0 1 0 0 0,0-1 0 0 0,0 1 0 0 0,0 0 0 0 0,0-1 0 0 0,1 1 0 0 0,-1 0 0 0 0,0-1 0 0 0,0 1 0 0 0,0 0 0 0 0,1-1 0 0 0,-1 1 0 0 0,0 0-1 0 0,0 0 1 0 0,1-1 0 0 0,-1 1 0 0 0,0 0 0 0 0,0 0 0 0 0,1-1 0 0 0,11-10 153 0 0,12-4-76 0 0,0 1 0 0 0,1 1 0 0 0,0 1-1 0 0,43-13 1 0 0,-1 0-608 0 0,18-11-2945 0 0,-65 27 2060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2.png"/><Relationship Id="rId21" Type="http://schemas.openxmlformats.org/officeDocument/2006/relationships/customXml" Target="../ink/ink5.xml"/><Relationship Id="rId42" Type="http://schemas.openxmlformats.org/officeDocument/2006/relationships/image" Target="../media/image330.png"/><Relationship Id="rId47" Type="http://schemas.openxmlformats.org/officeDocument/2006/relationships/customXml" Target="../ink/ink18.xml"/><Relationship Id="rId63" Type="http://schemas.openxmlformats.org/officeDocument/2006/relationships/customXml" Target="../ink/ink26.xml"/><Relationship Id="rId68" Type="http://schemas.openxmlformats.org/officeDocument/2006/relationships/image" Target="../media/image343.png"/><Relationship Id="rId84" Type="http://schemas.openxmlformats.org/officeDocument/2006/relationships/image" Target="../media/image10.png"/><Relationship Id="rId89" Type="http://schemas.openxmlformats.org/officeDocument/2006/relationships/customXml" Target="../ink/ink39.xml"/><Relationship Id="rId112" Type="http://schemas.openxmlformats.org/officeDocument/2006/relationships/image" Target="../media/image24.png"/><Relationship Id="rId7" Type="http://schemas.openxmlformats.org/officeDocument/2006/relationships/customXml" Target="../ink/ink3.xml"/><Relationship Id="rId71" Type="http://schemas.openxmlformats.org/officeDocument/2006/relationships/customXml" Target="../ink/ink30.xml"/><Relationship Id="rId92" Type="http://schemas.openxmlformats.org/officeDocument/2006/relationships/image" Target="../media/image14.png"/><Relationship Id="rId2" Type="http://schemas.openxmlformats.org/officeDocument/2006/relationships/image" Target="../media/image2.png"/><Relationship Id="rId29" Type="http://schemas.openxmlformats.org/officeDocument/2006/relationships/customXml" Target="../ink/ink9.xml"/><Relationship Id="rId107" Type="http://schemas.openxmlformats.org/officeDocument/2006/relationships/customXml" Target="../ink/ink48.xml"/><Relationship Id="rId24" Type="http://schemas.openxmlformats.org/officeDocument/2006/relationships/image" Target="../media/image321.png"/><Relationship Id="rId32" Type="http://schemas.openxmlformats.org/officeDocument/2006/relationships/image" Target="../media/image325.png"/><Relationship Id="rId37" Type="http://schemas.openxmlformats.org/officeDocument/2006/relationships/customXml" Target="../ink/ink13.xml"/><Relationship Id="rId40" Type="http://schemas.openxmlformats.org/officeDocument/2006/relationships/image" Target="../media/image329.png"/><Relationship Id="rId45" Type="http://schemas.openxmlformats.org/officeDocument/2006/relationships/customXml" Target="../ink/ink17.xml"/><Relationship Id="rId53" Type="http://schemas.openxmlformats.org/officeDocument/2006/relationships/customXml" Target="../ink/ink21.xml"/><Relationship Id="rId58" Type="http://schemas.openxmlformats.org/officeDocument/2006/relationships/image" Target="../media/image338.png"/><Relationship Id="rId66" Type="http://schemas.openxmlformats.org/officeDocument/2006/relationships/image" Target="../media/image342.png"/><Relationship Id="rId74" Type="http://schemas.openxmlformats.org/officeDocument/2006/relationships/image" Target="../media/image5.png"/><Relationship Id="rId79" Type="http://schemas.openxmlformats.org/officeDocument/2006/relationships/customXml" Target="../ink/ink34.xml"/><Relationship Id="rId87" Type="http://schemas.openxmlformats.org/officeDocument/2006/relationships/customXml" Target="../ink/ink38.xml"/><Relationship Id="rId102" Type="http://schemas.openxmlformats.org/officeDocument/2006/relationships/image" Target="../media/image19.png"/><Relationship Id="rId110" Type="http://schemas.openxmlformats.org/officeDocument/2006/relationships/image" Target="../media/image23.png"/><Relationship Id="rId115" Type="http://schemas.openxmlformats.org/officeDocument/2006/relationships/customXml" Target="../ink/ink52.xml"/><Relationship Id="rId5" Type="http://schemas.openxmlformats.org/officeDocument/2006/relationships/customXml" Target="../ink/ink2.xml"/><Relationship Id="rId61" Type="http://schemas.openxmlformats.org/officeDocument/2006/relationships/customXml" Target="../ink/ink25.xml"/><Relationship Id="rId82" Type="http://schemas.openxmlformats.org/officeDocument/2006/relationships/image" Target="../media/image9.png"/><Relationship Id="rId90" Type="http://schemas.openxmlformats.org/officeDocument/2006/relationships/image" Target="../media/image13.png"/><Relationship Id="rId95" Type="http://schemas.openxmlformats.org/officeDocument/2006/relationships/customXml" Target="../ink/ink42.xml"/><Relationship Id="rId19" Type="http://schemas.openxmlformats.org/officeDocument/2006/relationships/customXml" Target="../ink/ink4.xml"/><Relationship Id="rId22" Type="http://schemas.openxmlformats.org/officeDocument/2006/relationships/image" Target="../media/image320.png"/><Relationship Id="rId27" Type="http://schemas.openxmlformats.org/officeDocument/2006/relationships/customXml" Target="../ink/ink8.xml"/><Relationship Id="rId30" Type="http://schemas.openxmlformats.org/officeDocument/2006/relationships/image" Target="../media/image324.png"/><Relationship Id="rId35" Type="http://schemas.openxmlformats.org/officeDocument/2006/relationships/customXml" Target="../ink/ink12.xml"/><Relationship Id="rId43" Type="http://schemas.openxmlformats.org/officeDocument/2006/relationships/customXml" Target="../ink/ink16.xml"/><Relationship Id="rId48" Type="http://schemas.openxmlformats.org/officeDocument/2006/relationships/image" Target="../media/image333.png"/><Relationship Id="rId56" Type="http://schemas.openxmlformats.org/officeDocument/2006/relationships/image" Target="../media/image337.png"/><Relationship Id="rId64" Type="http://schemas.openxmlformats.org/officeDocument/2006/relationships/image" Target="../media/image341.png"/><Relationship Id="rId69" Type="http://schemas.openxmlformats.org/officeDocument/2006/relationships/customXml" Target="../ink/ink29.xml"/><Relationship Id="rId77" Type="http://schemas.openxmlformats.org/officeDocument/2006/relationships/customXml" Target="../ink/ink33.xml"/><Relationship Id="rId100" Type="http://schemas.openxmlformats.org/officeDocument/2006/relationships/image" Target="../media/image18.png"/><Relationship Id="rId105" Type="http://schemas.openxmlformats.org/officeDocument/2006/relationships/customXml" Target="../ink/ink47.xml"/><Relationship Id="rId113" Type="http://schemas.openxmlformats.org/officeDocument/2006/relationships/customXml" Target="../ink/ink51.xml"/><Relationship Id="rId51" Type="http://schemas.openxmlformats.org/officeDocument/2006/relationships/customXml" Target="../ink/ink20.xml"/><Relationship Id="rId72" Type="http://schemas.openxmlformats.org/officeDocument/2006/relationships/image" Target="../media/image4.png"/><Relationship Id="rId80" Type="http://schemas.openxmlformats.org/officeDocument/2006/relationships/image" Target="../media/image8.png"/><Relationship Id="rId85" Type="http://schemas.openxmlformats.org/officeDocument/2006/relationships/customXml" Target="../ink/ink37.xml"/><Relationship Id="rId93" Type="http://schemas.openxmlformats.org/officeDocument/2006/relationships/customXml" Target="../ink/ink41.xml"/><Relationship Id="rId98" Type="http://schemas.openxmlformats.org/officeDocument/2006/relationships/image" Target="../media/image17.png"/><Relationship Id="rId3" Type="http://schemas.openxmlformats.org/officeDocument/2006/relationships/customXml" Target="../ink/ink1.xml"/><Relationship Id="rId25" Type="http://schemas.openxmlformats.org/officeDocument/2006/relationships/customXml" Target="../ink/ink7.xml"/><Relationship Id="rId33" Type="http://schemas.openxmlformats.org/officeDocument/2006/relationships/customXml" Target="../ink/ink11.xml"/><Relationship Id="rId38" Type="http://schemas.openxmlformats.org/officeDocument/2006/relationships/image" Target="../media/image328.png"/><Relationship Id="rId46" Type="http://schemas.openxmlformats.org/officeDocument/2006/relationships/image" Target="../media/image332.png"/><Relationship Id="rId59" Type="http://schemas.openxmlformats.org/officeDocument/2006/relationships/customXml" Target="../ink/ink24.xml"/><Relationship Id="rId67" Type="http://schemas.openxmlformats.org/officeDocument/2006/relationships/customXml" Target="../ink/ink28.xml"/><Relationship Id="rId103" Type="http://schemas.openxmlformats.org/officeDocument/2006/relationships/customXml" Target="../ink/ink46.xml"/><Relationship Id="rId108" Type="http://schemas.openxmlformats.org/officeDocument/2006/relationships/image" Target="../media/image22.png"/><Relationship Id="rId116" Type="http://schemas.openxmlformats.org/officeDocument/2006/relationships/image" Target="../media/image26.png"/><Relationship Id="rId20" Type="http://schemas.openxmlformats.org/officeDocument/2006/relationships/image" Target="../media/image319.png"/><Relationship Id="rId41" Type="http://schemas.openxmlformats.org/officeDocument/2006/relationships/customXml" Target="../ink/ink15.xml"/><Relationship Id="rId54" Type="http://schemas.openxmlformats.org/officeDocument/2006/relationships/image" Target="../media/image336.png"/><Relationship Id="rId62" Type="http://schemas.openxmlformats.org/officeDocument/2006/relationships/image" Target="../media/image340.png"/><Relationship Id="rId70" Type="http://schemas.openxmlformats.org/officeDocument/2006/relationships/image" Target="../media/image3.png"/><Relationship Id="rId75" Type="http://schemas.openxmlformats.org/officeDocument/2006/relationships/customXml" Target="../ink/ink32.xml"/><Relationship Id="rId83" Type="http://schemas.openxmlformats.org/officeDocument/2006/relationships/customXml" Target="../ink/ink36.xml"/><Relationship Id="rId88" Type="http://schemas.openxmlformats.org/officeDocument/2006/relationships/image" Target="../media/image12.png"/><Relationship Id="rId91" Type="http://schemas.openxmlformats.org/officeDocument/2006/relationships/customXml" Target="../ink/ink40.xml"/><Relationship Id="rId96" Type="http://schemas.openxmlformats.org/officeDocument/2006/relationships/image" Target="../media/image16.png"/><Relationship Id="rId111" Type="http://schemas.openxmlformats.org/officeDocument/2006/relationships/customXml" Target="../ink/ink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2.png"/><Relationship Id="rId23" Type="http://schemas.openxmlformats.org/officeDocument/2006/relationships/customXml" Target="../ink/ink6.xml"/><Relationship Id="rId28" Type="http://schemas.openxmlformats.org/officeDocument/2006/relationships/image" Target="../media/image323.png"/><Relationship Id="rId36" Type="http://schemas.openxmlformats.org/officeDocument/2006/relationships/image" Target="../media/image327.png"/><Relationship Id="rId49" Type="http://schemas.openxmlformats.org/officeDocument/2006/relationships/customXml" Target="../ink/ink19.xml"/><Relationship Id="rId57" Type="http://schemas.openxmlformats.org/officeDocument/2006/relationships/customXml" Target="../ink/ink23.xml"/><Relationship Id="rId106" Type="http://schemas.openxmlformats.org/officeDocument/2006/relationships/image" Target="../media/image21.png"/><Relationship Id="rId114" Type="http://schemas.openxmlformats.org/officeDocument/2006/relationships/image" Target="../media/image25.png"/><Relationship Id="rId31" Type="http://schemas.openxmlformats.org/officeDocument/2006/relationships/customXml" Target="../ink/ink10.xml"/><Relationship Id="rId44" Type="http://schemas.openxmlformats.org/officeDocument/2006/relationships/image" Target="../media/image331.png"/><Relationship Id="rId52" Type="http://schemas.openxmlformats.org/officeDocument/2006/relationships/image" Target="../media/image335.png"/><Relationship Id="rId60" Type="http://schemas.openxmlformats.org/officeDocument/2006/relationships/image" Target="../media/image339.png"/><Relationship Id="rId65" Type="http://schemas.openxmlformats.org/officeDocument/2006/relationships/customXml" Target="../ink/ink27.xml"/><Relationship Id="rId73" Type="http://schemas.openxmlformats.org/officeDocument/2006/relationships/customXml" Target="../ink/ink31.xml"/><Relationship Id="rId78" Type="http://schemas.openxmlformats.org/officeDocument/2006/relationships/image" Target="../media/image7.png"/><Relationship Id="rId81" Type="http://schemas.openxmlformats.org/officeDocument/2006/relationships/customXml" Target="../ink/ink35.xml"/><Relationship Id="rId86" Type="http://schemas.openxmlformats.org/officeDocument/2006/relationships/image" Target="../media/image11.png"/><Relationship Id="rId94" Type="http://schemas.openxmlformats.org/officeDocument/2006/relationships/image" Target="../media/image15.png"/><Relationship Id="rId99" Type="http://schemas.openxmlformats.org/officeDocument/2006/relationships/customXml" Target="../ink/ink44.xml"/><Relationship Id="rId101" Type="http://schemas.openxmlformats.org/officeDocument/2006/relationships/customXml" Target="../ink/ink45.xml"/><Relationship Id="rId4" Type="http://schemas.openxmlformats.org/officeDocument/2006/relationships/image" Target="../media/image311.png"/><Relationship Id="rId18" Type="http://schemas.openxmlformats.org/officeDocument/2006/relationships/image" Target="../media/image318.png"/><Relationship Id="rId39" Type="http://schemas.openxmlformats.org/officeDocument/2006/relationships/customXml" Target="../ink/ink14.xml"/><Relationship Id="rId109" Type="http://schemas.openxmlformats.org/officeDocument/2006/relationships/customXml" Target="../ink/ink49.xml"/><Relationship Id="rId34" Type="http://schemas.openxmlformats.org/officeDocument/2006/relationships/image" Target="../media/image326.png"/><Relationship Id="rId50" Type="http://schemas.openxmlformats.org/officeDocument/2006/relationships/image" Target="../media/image334.png"/><Relationship Id="rId55" Type="http://schemas.openxmlformats.org/officeDocument/2006/relationships/customXml" Target="../ink/ink22.xml"/><Relationship Id="rId76" Type="http://schemas.openxmlformats.org/officeDocument/2006/relationships/image" Target="../media/image6.png"/><Relationship Id="rId97" Type="http://schemas.openxmlformats.org/officeDocument/2006/relationships/customXml" Target="../ink/ink43.xml"/><Relationship Id="rId10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8.xml"/><Relationship Id="rId18" Type="http://schemas.openxmlformats.org/officeDocument/2006/relationships/image" Target="../media/image35.png"/><Relationship Id="rId26" Type="http://schemas.openxmlformats.org/officeDocument/2006/relationships/image" Target="../media/image39.png"/><Relationship Id="rId39" Type="http://schemas.openxmlformats.org/officeDocument/2006/relationships/customXml" Target="../ink/ink71.xml"/><Relationship Id="rId21" Type="http://schemas.openxmlformats.org/officeDocument/2006/relationships/customXml" Target="../ink/ink62.xml"/><Relationship Id="rId34" Type="http://schemas.openxmlformats.org/officeDocument/2006/relationships/image" Target="../media/image43.png"/><Relationship Id="rId42" Type="http://schemas.openxmlformats.org/officeDocument/2006/relationships/image" Target="../media/image47.png"/><Relationship Id="rId47" Type="http://schemas.openxmlformats.org/officeDocument/2006/relationships/customXml" Target="../ink/ink75.xml"/><Relationship Id="rId50" Type="http://schemas.openxmlformats.org/officeDocument/2006/relationships/image" Target="../media/image51.png"/><Relationship Id="rId55" Type="http://schemas.openxmlformats.org/officeDocument/2006/relationships/customXml" Target="../ink/ink79.xml"/><Relationship Id="rId63" Type="http://schemas.openxmlformats.org/officeDocument/2006/relationships/customXml" Target="../ink/ink83.xml"/><Relationship Id="rId68" Type="http://schemas.openxmlformats.org/officeDocument/2006/relationships/image" Target="../media/image60.png"/><Relationship Id="rId76" Type="http://schemas.openxmlformats.org/officeDocument/2006/relationships/image" Target="../media/image64.png"/><Relationship Id="rId84" Type="http://schemas.openxmlformats.org/officeDocument/2006/relationships/image" Target="../media/image68.png"/><Relationship Id="rId7" Type="http://schemas.openxmlformats.org/officeDocument/2006/relationships/customXml" Target="../ink/ink55.xml"/><Relationship Id="rId71" Type="http://schemas.openxmlformats.org/officeDocument/2006/relationships/customXml" Target="../ink/ink87.xml"/><Relationship Id="rId2" Type="http://schemas.openxmlformats.org/officeDocument/2006/relationships/image" Target="../media/image27.png"/><Relationship Id="rId16" Type="http://schemas.openxmlformats.org/officeDocument/2006/relationships/image" Target="../media/image34.png"/><Relationship Id="rId29" Type="http://schemas.openxmlformats.org/officeDocument/2006/relationships/customXml" Target="../ink/ink66.xml"/><Relationship Id="rId11" Type="http://schemas.openxmlformats.org/officeDocument/2006/relationships/customXml" Target="../ink/ink57.xml"/><Relationship Id="rId24" Type="http://schemas.openxmlformats.org/officeDocument/2006/relationships/image" Target="../media/image38.png"/><Relationship Id="rId32" Type="http://schemas.openxmlformats.org/officeDocument/2006/relationships/image" Target="../media/image42.png"/><Relationship Id="rId37" Type="http://schemas.openxmlformats.org/officeDocument/2006/relationships/customXml" Target="../ink/ink70.xml"/><Relationship Id="rId40" Type="http://schemas.openxmlformats.org/officeDocument/2006/relationships/image" Target="../media/image46.png"/><Relationship Id="rId45" Type="http://schemas.openxmlformats.org/officeDocument/2006/relationships/customXml" Target="../ink/ink74.xml"/><Relationship Id="rId53" Type="http://schemas.openxmlformats.org/officeDocument/2006/relationships/customXml" Target="../ink/ink78.xml"/><Relationship Id="rId58" Type="http://schemas.openxmlformats.org/officeDocument/2006/relationships/image" Target="../media/image55.png"/><Relationship Id="rId66" Type="http://schemas.openxmlformats.org/officeDocument/2006/relationships/image" Target="../media/image59.png"/><Relationship Id="rId74" Type="http://schemas.openxmlformats.org/officeDocument/2006/relationships/image" Target="../media/image63.png"/><Relationship Id="rId79" Type="http://schemas.openxmlformats.org/officeDocument/2006/relationships/customXml" Target="../ink/ink91.xml"/><Relationship Id="rId87" Type="http://schemas.openxmlformats.org/officeDocument/2006/relationships/customXml" Target="../ink/ink95.xml"/><Relationship Id="rId5" Type="http://schemas.openxmlformats.org/officeDocument/2006/relationships/customXml" Target="../ink/ink54.xml"/><Relationship Id="rId61" Type="http://schemas.openxmlformats.org/officeDocument/2006/relationships/customXml" Target="../ink/ink82.xml"/><Relationship Id="rId82" Type="http://schemas.openxmlformats.org/officeDocument/2006/relationships/image" Target="../media/image67.png"/><Relationship Id="rId19" Type="http://schemas.openxmlformats.org/officeDocument/2006/relationships/customXml" Target="../ink/ink61.xml"/><Relationship Id="rId4" Type="http://schemas.openxmlformats.org/officeDocument/2006/relationships/image" Target="../media/image28.png"/><Relationship Id="rId9" Type="http://schemas.openxmlformats.org/officeDocument/2006/relationships/customXml" Target="../ink/ink56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Relationship Id="rId27" Type="http://schemas.openxmlformats.org/officeDocument/2006/relationships/customXml" Target="../ink/ink65.xml"/><Relationship Id="rId30" Type="http://schemas.openxmlformats.org/officeDocument/2006/relationships/image" Target="../media/image41.png"/><Relationship Id="rId35" Type="http://schemas.openxmlformats.org/officeDocument/2006/relationships/customXml" Target="../ink/ink69.xml"/><Relationship Id="rId43" Type="http://schemas.openxmlformats.org/officeDocument/2006/relationships/customXml" Target="../ink/ink73.xml"/><Relationship Id="rId48" Type="http://schemas.openxmlformats.org/officeDocument/2006/relationships/image" Target="../media/image50.png"/><Relationship Id="rId56" Type="http://schemas.openxmlformats.org/officeDocument/2006/relationships/image" Target="../media/image54.png"/><Relationship Id="rId64" Type="http://schemas.openxmlformats.org/officeDocument/2006/relationships/image" Target="../media/image58.png"/><Relationship Id="rId69" Type="http://schemas.openxmlformats.org/officeDocument/2006/relationships/customXml" Target="../ink/ink86.xml"/><Relationship Id="rId77" Type="http://schemas.openxmlformats.org/officeDocument/2006/relationships/customXml" Target="../ink/ink90.xml"/><Relationship Id="rId8" Type="http://schemas.openxmlformats.org/officeDocument/2006/relationships/image" Target="../media/image30.png"/><Relationship Id="rId51" Type="http://schemas.openxmlformats.org/officeDocument/2006/relationships/customXml" Target="../ink/ink77.xml"/><Relationship Id="rId72" Type="http://schemas.openxmlformats.org/officeDocument/2006/relationships/image" Target="../media/image62.png"/><Relationship Id="rId80" Type="http://schemas.openxmlformats.org/officeDocument/2006/relationships/image" Target="../media/image66.png"/><Relationship Id="rId85" Type="http://schemas.openxmlformats.org/officeDocument/2006/relationships/customXml" Target="../ink/ink94.xml"/><Relationship Id="rId3" Type="http://schemas.openxmlformats.org/officeDocument/2006/relationships/customXml" Target="../ink/ink53.xml"/><Relationship Id="rId12" Type="http://schemas.openxmlformats.org/officeDocument/2006/relationships/image" Target="../media/image32.png"/><Relationship Id="rId17" Type="http://schemas.openxmlformats.org/officeDocument/2006/relationships/customXml" Target="../ink/ink60.xml"/><Relationship Id="rId25" Type="http://schemas.openxmlformats.org/officeDocument/2006/relationships/customXml" Target="../ink/ink64.xml"/><Relationship Id="rId33" Type="http://schemas.openxmlformats.org/officeDocument/2006/relationships/customXml" Target="../ink/ink68.xml"/><Relationship Id="rId38" Type="http://schemas.openxmlformats.org/officeDocument/2006/relationships/image" Target="../media/image45.png"/><Relationship Id="rId46" Type="http://schemas.openxmlformats.org/officeDocument/2006/relationships/image" Target="../media/image49.png"/><Relationship Id="rId59" Type="http://schemas.openxmlformats.org/officeDocument/2006/relationships/customXml" Target="../ink/ink81.xml"/><Relationship Id="rId67" Type="http://schemas.openxmlformats.org/officeDocument/2006/relationships/customXml" Target="../ink/ink85.xml"/><Relationship Id="rId20" Type="http://schemas.openxmlformats.org/officeDocument/2006/relationships/image" Target="../media/image36.png"/><Relationship Id="rId41" Type="http://schemas.openxmlformats.org/officeDocument/2006/relationships/customXml" Target="../ink/ink72.xml"/><Relationship Id="rId54" Type="http://schemas.openxmlformats.org/officeDocument/2006/relationships/image" Target="../media/image53.png"/><Relationship Id="rId62" Type="http://schemas.openxmlformats.org/officeDocument/2006/relationships/image" Target="../media/image57.png"/><Relationship Id="rId70" Type="http://schemas.openxmlformats.org/officeDocument/2006/relationships/image" Target="../media/image61.png"/><Relationship Id="rId75" Type="http://schemas.openxmlformats.org/officeDocument/2006/relationships/customXml" Target="../ink/ink89.xml"/><Relationship Id="rId83" Type="http://schemas.openxmlformats.org/officeDocument/2006/relationships/customXml" Target="../ink/ink93.xml"/><Relationship Id="rId88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5" Type="http://schemas.openxmlformats.org/officeDocument/2006/relationships/customXml" Target="../ink/ink59.xml"/><Relationship Id="rId23" Type="http://schemas.openxmlformats.org/officeDocument/2006/relationships/customXml" Target="../ink/ink63.xml"/><Relationship Id="rId28" Type="http://schemas.openxmlformats.org/officeDocument/2006/relationships/image" Target="../media/image40.png"/><Relationship Id="rId36" Type="http://schemas.openxmlformats.org/officeDocument/2006/relationships/image" Target="../media/image44.png"/><Relationship Id="rId49" Type="http://schemas.openxmlformats.org/officeDocument/2006/relationships/customXml" Target="../ink/ink76.xml"/><Relationship Id="rId57" Type="http://schemas.openxmlformats.org/officeDocument/2006/relationships/customXml" Target="../ink/ink80.xml"/><Relationship Id="rId10" Type="http://schemas.openxmlformats.org/officeDocument/2006/relationships/image" Target="../media/image31.png"/><Relationship Id="rId31" Type="http://schemas.openxmlformats.org/officeDocument/2006/relationships/customXml" Target="../ink/ink67.xml"/><Relationship Id="rId44" Type="http://schemas.openxmlformats.org/officeDocument/2006/relationships/image" Target="../media/image48.png"/><Relationship Id="rId52" Type="http://schemas.openxmlformats.org/officeDocument/2006/relationships/image" Target="../media/image52.png"/><Relationship Id="rId60" Type="http://schemas.openxmlformats.org/officeDocument/2006/relationships/image" Target="../media/image56.png"/><Relationship Id="rId65" Type="http://schemas.openxmlformats.org/officeDocument/2006/relationships/customXml" Target="../ink/ink84.xml"/><Relationship Id="rId73" Type="http://schemas.openxmlformats.org/officeDocument/2006/relationships/customXml" Target="../ink/ink88.xml"/><Relationship Id="rId78" Type="http://schemas.openxmlformats.org/officeDocument/2006/relationships/image" Target="../media/image65.png"/><Relationship Id="rId81" Type="http://schemas.openxmlformats.org/officeDocument/2006/relationships/customXml" Target="../ink/ink92.xml"/><Relationship Id="rId86" Type="http://schemas.openxmlformats.org/officeDocument/2006/relationships/image" Target="../media/image6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2953-0746-D263-C04D-9FE9898C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481D6BB-2679-7A3C-74D1-6A59D43F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76" y="393839"/>
            <a:ext cx="10681608" cy="636817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917119-89E6-EFB6-F735-B34BF9BB7E05}"/>
              </a:ext>
            </a:extLst>
          </p:cNvPr>
          <p:cNvGrpSpPr/>
          <p:nvPr/>
        </p:nvGrpSpPr>
        <p:grpSpPr>
          <a:xfrm>
            <a:off x="2339784" y="6312096"/>
            <a:ext cx="433440" cy="482400"/>
            <a:chOff x="2339784" y="6312096"/>
            <a:chExt cx="43344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86573E-DE62-10E8-A81A-AB2B005C1456}"/>
                    </a:ext>
                  </a:extLst>
                </p14:cNvPr>
                <p14:cNvContentPartPr/>
                <p14:nvPr/>
              </p14:nvContentPartPr>
              <p14:xfrm>
                <a:off x="2339784" y="6515856"/>
                <a:ext cx="433440" cy="278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86573E-DE62-10E8-A81A-AB2B005C145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21784" y="6497856"/>
                  <a:ext cx="4690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2AE222F-5589-34B0-2413-D14D8BF924BB}"/>
                    </a:ext>
                  </a:extLst>
                </p14:cNvPr>
                <p14:cNvContentPartPr/>
                <p14:nvPr/>
              </p14:nvContentPartPr>
              <p14:xfrm>
                <a:off x="2709504" y="6312096"/>
                <a:ext cx="46800" cy="109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2AE222F-5589-34B0-2413-D14D8BF924B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91504" y="6294096"/>
                  <a:ext cx="8244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A09F34-7EE6-B312-8FD7-6A9172177002}"/>
                  </a:ext>
                </a:extLst>
              </p14:cNvPr>
              <p14:cNvContentPartPr/>
              <p14:nvPr/>
            </p14:nvContentPartPr>
            <p14:xfrm>
              <a:off x="11305584" y="1774296"/>
              <a:ext cx="4320" cy="3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A09F34-7EE6-B312-8FD7-6A917217700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287584" y="1756656"/>
                <a:ext cx="399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DDBD26B-7F5D-3B98-7DB2-F6DD533462D2}"/>
                  </a:ext>
                </a:extLst>
              </p14:cNvPr>
              <p14:cNvContentPartPr/>
              <p14:nvPr/>
            </p14:nvContentPartPr>
            <p14:xfrm>
              <a:off x="11245104" y="1607256"/>
              <a:ext cx="464040" cy="364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DDBD26B-7F5D-3B98-7DB2-F6DD533462D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227104" y="1589616"/>
                <a:ext cx="4996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1F67FBC-CA89-1407-15BA-C3DC45394300}"/>
                  </a:ext>
                </a:extLst>
              </p14:cNvPr>
              <p14:cNvContentPartPr/>
              <p14:nvPr/>
            </p14:nvContentPartPr>
            <p14:xfrm>
              <a:off x="11017584" y="1667016"/>
              <a:ext cx="195840" cy="217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1F67FBC-CA89-1407-15BA-C3DC4539430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999944" y="1649016"/>
                <a:ext cx="2314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BB81D64-924C-7EE3-8374-4A70F223C3A9}"/>
                  </a:ext>
                </a:extLst>
              </p14:cNvPr>
              <p14:cNvContentPartPr/>
              <p14:nvPr/>
            </p14:nvContentPartPr>
            <p14:xfrm>
              <a:off x="10927944" y="1614816"/>
              <a:ext cx="350280" cy="312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BB81D64-924C-7EE3-8374-4A70F223C3A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910304" y="1596816"/>
                <a:ext cx="3859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ADB6473-10C4-D4DB-60A6-2F95FB4B4A69}"/>
                  </a:ext>
                </a:extLst>
              </p14:cNvPr>
              <p14:cNvContentPartPr/>
              <p14:nvPr/>
            </p14:nvContentPartPr>
            <p14:xfrm>
              <a:off x="10523664" y="1958256"/>
              <a:ext cx="609480" cy="772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ADB6473-10C4-D4DB-60A6-2F95FB4B4A6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506024" y="1940256"/>
                <a:ext cx="645120" cy="8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E3182EC-D16B-9377-79AC-5732C0805BFB}"/>
                  </a:ext>
                </a:extLst>
              </p14:cNvPr>
              <p14:cNvContentPartPr/>
              <p14:nvPr/>
            </p14:nvContentPartPr>
            <p14:xfrm>
              <a:off x="9701784" y="2899656"/>
              <a:ext cx="194040" cy="417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E3182EC-D16B-9377-79AC-5732C0805BF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684144" y="2881656"/>
                <a:ext cx="22968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C72BD9B-09C5-89D6-7621-5D476B01F049}"/>
                  </a:ext>
                </a:extLst>
              </p14:cNvPr>
              <p14:cNvContentPartPr/>
              <p14:nvPr/>
            </p14:nvContentPartPr>
            <p14:xfrm>
              <a:off x="9918864" y="3117816"/>
              <a:ext cx="116640" cy="112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C72BD9B-09C5-89D6-7621-5D476B01F04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901224" y="3099816"/>
                <a:ext cx="1522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116BCD9-C5CD-F9E3-F475-BB8DC1F521E9}"/>
                  </a:ext>
                </a:extLst>
              </p14:cNvPr>
              <p14:cNvContentPartPr/>
              <p14:nvPr/>
            </p14:nvContentPartPr>
            <p14:xfrm>
              <a:off x="10110744" y="3076416"/>
              <a:ext cx="312480" cy="96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116BCD9-C5CD-F9E3-F475-BB8DC1F521E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093104" y="3058776"/>
                <a:ext cx="3481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C52808D-091A-7DBB-778B-BFEBECFC1CBD}"/>
                  </a:ext>
                </a:extLst>
              </p14:cNvPr>
              <p14:cNvContentPartPr/>
              <p14:nvPr/>
            </p14:nvContentPartPr>
            <p14:xfrm>
              <a:off x="10608984" y="3004416"/>
              <a:ext cx="359280" cy="113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C52808D-091A-7DBB-778B-BFEBECFC1CB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591344" y="2986776"/>
                <a:ext cx="3949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97D7245-0769-26B1-3054-56BDE6DE3845}"/>
                  </a:ext>
                </a:extLst>
              </p14:cNvPr>
              <p14:cNvContentPartPr/>
              <p14:nvPr/>
            </p14:nvContentPartPr>
            <p14:xfrm>
              <a:off x="11057544" y="3023136"/>
              <a:ext cx="47160" cy="127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97D7245-0769-26B1-3054-56BDE6DE384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039544" y="3005496"/>
                <a:ext cx="828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B3F664A-F8DD-9DC9-F547-FC7838C6C208}"/>
                  </a:ext>
                </a:extLst>
              </p14:cNvPr>
              <p14:cNvContentPartPr/>
              <p14:nvPr/>
            </p14:nvContentPartPr>
            <p14:xfrm>
              <a:off x="11071584" y="2924496"/>
              <a:ext cx="14040" cy="19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B3F664A-F8DD-9DC9-F547-FC7838C6C20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053584" y="2906856"/>
                <a:ext cx="49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AE73C98-9169-ED0E-608F-B194DFE61A81}"/>
                  </a:ext>
                </a:extLst>
              </p14:cNvPr>
              <p14:cNvContentPartPr/>
              <p14:nvPr/>
            </p14:nvContentPartPr>
            <p14:xfrm>
              <a:off x="11164464" y="2841696"/>
              <a:ext cx="46440" cy="323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AE73C98-9169-ED0E-608F-B194DFE61A8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146824" y="2824056"/>
                <a:ext cx="8208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8674A85-00CE-79A2-7595-930FE1760A66}"/>
                  </a:ext>
                </a:extLst>
              </p14:cNvPr>
              <p14:cNvContentPartPr/>
              <p14:nvPr/>
            </p14:nvContentPartPr>
            <p14:xfrm>
              <a:off x="11299464" y="2854296"/>
              <a:ext cx="57600" cy="303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8674A85-00CE-79A2-7595-930FE1760A6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281824" y="2836656"/>
                <a:ext cx="93240" cy="33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1A8DE29D-7D8A-1459-F559-F021D66584BB}"/>
              </a:ext>
            </a:extLst>
          </p:cNvPr>
          <p:cNvGrpSpPr/>
          <p:nvPr/>
        </p:nvGrpSpPr>
        <p:grpSpPr>
          <a:xfrm>
            <a:off x="8997624" y="3391056"/>
            <a:ext cx="2185920" cy="888840"/>
            <a:chOff x="8997624" y="3391056"/>
            <a:chExt cx="2185920" cy="88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CDB60A-E52A-9151-75E9-E6A81218BAD1}"/>
                    </a:ext>
                  </a:extLst>
                </p14:cNvPr>
                <p14:cNvContentPartPr/>
                <p14:nvPr/>
              </p14:nvContentPartPr>
              <p14:xfrm>
                <a:off x="9171504" y="3391056"/>
                <a:ext cx="643320" cy="525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CDB60A-E52A-9151-75E9-E6A81218BAD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53864" y="3373056"/>
                  <a:ext cx="67896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BA79F9-EAB7-F01A-C252-B7970EC2E51D}"/>
                    </a:ext>
                  </a:extLst>
                </p14:cNvPr>
                <p14:cNvContentPartPr/>
                <p14:nvPr/>
              </p14:nvContentPartPr>
              <p14:xfrm>
                <a:off x="9630864" y="3490776"/>
                <a:ext cx="161280" cy="4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BA79F9-EAB7-F01A-C252-B7970EC2E51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13224" y="3472776"/>
                  <a:ext cx="196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C3C598A-5800-E274-BDE1-26065C341CFF}"/>
                    </a:ext>
                  </a:extLst>
                </p14:cNvPr>
                <p14:cNvContentPartPr/>
                <p14:nvPr/>
              </p14:nvContentPartPr>
              <p14:xfrm>
                <a:off x="8997624" y="3982536"/>
                <a:ext cx="251640" cy="297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C3C598A-5800-E274-BDE1-26065C341CF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79984" y="3964896"/>
                  <a:ext cx="287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5BBA44-60A4-0263-0386-B4A51990297E}"/>
                    </a:ext>
                  </a:extLst>
                </p14:cNvPr>
                <p14:cNvContentPartPr/>
                <p14:nvPr/>
              </p14:nvContentPartPr>
              <p14:xfrm>
                <a:off x="9345744" y="3997296"/>
                <a:ext cx="136440" cy="126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5BBA44-60A4-0263-0386-B4A51990297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327744" y="3979656"/>
                  <a:ext cx="172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F172BA-F76D-CBAB-E065-CFEB446EB8D9}"/>
                    </a:ext>
                  </a:extLst>
                </p14:cNvPr>
                <p14:cNvContentPartPr/>
                <p14:nvPr/>
              </p14:nvContentPartPr>
              <p14:xfrm>
                <a:off x="9418464" y="3958416"/>
                <a:ext cx="21240" cy="15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F172BA-F76D-CBAB-E065-CFEB446EB8D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00824" y="3940416"/>
                  <a:ext cx="56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CA4013D-325E-31E6-80B9-9F307A34D0EA}"/>
                    </a:ext>
                  </a:extLst>
                </p14:cNvPr>
                <p14:cNvContentPartPr/>
                <p14:nvPr/>
              </p14:nvContentPartPr>
              <p14:xfrm>
                <a:off x="9507744" y="3992616"/>
                <a:ext cx="248040" cy="117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CA4013D-325E-31E6-80B9-9F307A34D0E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489744" y="3974976"/>
                  <a:ext cx="283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AD306C-B5DB-5657-6C25-79BCF0FB9BAA}"/>
                    </a:ext>
                  </a:extLst>
                </p14:cNvPr>
                <p14:cNvContentPartPr/>
                <p14:nvPr/>
              </p14:nvContentPartPr>
              <p14:xfrm>
                <a:off x="9869544" y="3928176"/>
                <a:ext cx="226800" cy="11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AD306C-B5DB-5657-6C25-79BCF0FB9B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51544" y="3910176"/>
                  <a:ext cx="262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2B0CA83-3261-9A80-FABC-B2651FEFAD9B}"/>
                    </a:ext>
                  </a:extLst>
                </p14:cNvPr>
                <p14:cNvContentPartPr/>
                <p14:nvPr/>
              </p14:nvContentPartPr>
              <p14:xfrm>
                <a:off x="10013544" y="3750696"/>
                <a:ext cx="257760" cy="274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2B0CA83-3261-9A80-FABC-B2651FEFAD9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995544" y="3733056"/>
                  <a:ext cx="2934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9B926FC-ACF6-EBBF-29C2-C6B4352E14C7}"/>
                    </a:ext>
                  </a:extLst>
                </p14:cNvPr>
                <p14:cNvContentPartPr/>
                <p14:nvPr/>
              </p14:nvContentPartPr>
              <p14:xfrm>
                <a:off x="10353744" y="3901176"/>
                <a:ext cx="262800" cy="92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9B926FC-ACF6-EBBF-29C2-C6B4352E14C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35744" y="3883536"/>
                  <a:ext cx="298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C6AC22D-1D83-43D0-44A6-68667C8D28F2}"/>
                    </a:ext>
                  </a:extLst>
                </p14:cNvPr>
                <p14:cNvContentPartPr/>
                <p14:nvPr/>
              </p14:nvContentPartPr>
              <p14:xfrm>
                <a:off x="10624464" y="3850776"/>
                <a:ext cx="165600" cy="135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C6AC22D-1D83-43D0-44A6-68667C8D28F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606824" y="3832776"/>
                  <a:ext cx="201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12CE0A-60B7-CB73-C6A4-F301660BBCDA}"/>
                    </a:ext>
                  </a:extLst>
                </p14:cNvPr>
                <p14:cNvContentPartPr/>
                <p14:nvPr/>
              </p14:nvContentPartPr>
              <p14:xfrm>
                <a:off x="10882944" y="3672936"/>
                <a:ext cx="300600" cy="237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12CE0A-60B7-CB73-C6A4-F301660BBCD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864944" y="3655296"/>
                  <a:ext cx="3362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13668E0-AEA9-DEF9-94FF-BFF3DD5FB843}"/>
                    </a:ext>
                  </a:extLst>
                </p14:cNvPr>
                <p14:cNvContentPartPr/>
                <p14:nvPr/>
              </p14:nvContentPartPr>
              <p14:xfrm>
                <a:off x="10953144" y="3732696"/>
                <a:ext cx="200520" cy="78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13668E0-AEA9-DEF9-94FF-BFF3DD5FB84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935504" y="3714696"/>
                  <a:ext cx="236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0C87F84-9741-7DCA-62C2-F7F8AD67263E}"/>
                    </a:ext>
                  </a:extLst>
                </p14:cNvPr>
                <p14:cNvContentPartPr/>
                <p14:nvPr/>
              </p14:nvContentPartPr>
              <p14:xfrm>
                <a:off x="9699984" y="3997296"/>
                <a:ext cx="79200" cy="1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0C87F84-9741-7DCA-62C2-F7F8AD67263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82344" y="3979656"/>
                  <a:ext cx="1148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7FB6231-34CC-C9C5-74A9-7CEFF1EEFE27}"/>
                  </a:ext>
                </a:extLst>
              </p14:cNvPr>
              <p14:cNvContentPartPr/>
              <p14:nvPr/>
            </p14:nvContentPartPr>
            <p14:xfrm>
              <a:off x="1780704" y="1415376"/>
              <a:ext cx="3267000" cy="2273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7FB6231-34CC-C9C5-74A9-7CEFF1EEFE2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763064" y="1397376"/>
                <a:ext cx="3302640" cy="23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E358C7B-D323-0D77-3C4F-11571320F993}"/>
                  </a:ext>
                </a:extLst>
              </p14:cNvPr>
              <p14:cNvContentPartPr/>
              <p14:nvPr/>
            </p14:nvContentPartPr>
            <p14:xfrm>
              <a:off x="1179864" y="1128456"/>
              <a:ext cx="3424680" cy="4312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E358C7B-D323-0D77-3C4F-11571320F99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61864" y="1110816"/>
                <a:ext cx="3460320" cy="434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A355145-132E-F180-7672-6556A61BB21F}"/>
              </a:ext>
            </a:extLst>
          </p:cNvPr>
          <p:cNvGrpSpPr/>
          <p:nvPr/>
        </p:nvGrpSpPr>
        <p:grpSpPr>
          <a:xfrm>
            <a:off x="2886984" y="1730736"/>
            <a:ext cx="472320" cy="335880"/>
            <a:chOff x="2886984" y="1730736"/>
            <a:chExt cx="47232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617517F-C645-A26B-E0EF-2AEABB6EEAD2}"/>
                    </a:ext>
                  </a:extLst>
                </p14:cNvPr>
                <p14:cNvContentPartPr/>
                <p14:nvPr/>
              </p14:nvContentPartPr>
              <p14:xfrm>
                <a:off x="2971944" y="1811376"/>
                <a:ext cx="246240" cy="199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617517F-C645-A26B-E0EF-2AEABB6EEAD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53944" y="1793376"/>
                  <a:ext cx="281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AC3695-AA1C-54AE-9A8B-BF40DFEBE214}"/>
                    </a:ext>
                  </a:extLst>
                </p14:cNvPr>
                <p14:cNvContentPartPr/>
                <p14:nvPr/>
              </p14:nvContentPartPr>
              <p14:xfrm>
                <a:off x="2886984" y="1730736"/>
                <a:ext cx="472320" cy="335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AC3695-AA1C-54AE-9A8B-BF40DFEBE21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868984" y="1712736"/>
                  <a:ext cx="50796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6E63864-B15E-24EB-FC11-214F331A7CDD}"/>
              </a:ext>
            </a:extLst>
          </p:cNvPr>
          <p:cNvGrpSpPr/>
          <p:nvPr/>
        </p:nvGrpSpPr>
        <p:grpSpPr>
          <a:xfrm>
            <a:off x="6322464" y="833256"/>
            <a:ext cx="2161440" cy="622440"/>
            <a:chOff x="6322464" y="833256"/>
            <a:chExt cx="2161440" cy="62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62FE36-7792-E1AA-ECCE-3BD4333D8ECB}"/>
                    </a:ext>
                  </a:extLst>
                </p14:cNvPr>
                <p14:cNvContentPartPr/>
                <p14:nvPr/>
              </p14:nvContentPartPr>
              <p14:xfrm>
                <a:off x="6322464" y="833256"/>
                <a:ext cx="356760" cy="212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62FE36-7792-E1AA-ECCE-3BD4333D8EC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304824" y="815616"/>
                  <a:ext cx="392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8C82B5-1397-DBB5-2814-AEAC72D19355}"/>
                    </a:ext>
                  </a:extLst>
                </p14:cNvPr>
                <p14:cNvContentPartPr/>
                <p14:nvPr/>
              </p14:nvContentPartPr>
              <p14:xfrm>
                <a:off x="6497424" y="1069056"/>
                <a:ext cx="310680" cy="198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8C82B5-1397-DBB5-2814-AEAC72D1935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79784" y="1051056"/>
                  <a:ext cx="3463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EA48674-EDE8-B795-32D1-323DA1618A65}"/>
                    </a:ext>
                  </a:extLst>
                </p14:cNvPr>
                <p14:cNvContentPartPr/>
                <p14:nvPr/>
              </p14:nvContentPartPr>
              <p14:xfrm>
                <a:off x="7027704" y="1113696"/>
                <a:ext cx="163440" cy="177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EA48674-EDE8-B795-32D1-323DA1618A6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09704" y="1096056"/>
                  <a:ext cx="199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71EDAF2-709D-79AB-B7FD-E68EFEE08751}"/>
                    </a:ext>
                  </a:extLst>
                </p14:cNvPr>
                <p14:cNvContentPartPr/>
                <p14:nvPr/>
              </p14:nvContentPartPr>
              <p14:xfrm>
                <a:off x="6900264" y="1058976"/>
                <a:ext cx="395640" cy="300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71EDAF2-709D-79AB-B7FD-E68EFEE0875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82264" y="1040976"/>
                  <a:ext cx="4312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7E8063A-91AA-2C98-2EA6-B6E2C67DFB33}"/>
                    </a:ext>
                  </a:extLst>
                </p14:cNvPr>
                <p14:cNvContentPartPr/>
                <p14:nvPr/>
              </p14:nvContentPartPr>
              <p14:xfrm>
                <a:off x="7470504" y="1042416"/>
                <a:ext cx="63720" cy="128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7E8063A-91AA-2C98-2EA6-B6E2C67DFB3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452864" y="1024416"/>
                  <a:ext cx="99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AF58675-C1E0-27EE-A39D-054C88B15CB5}"/>
                    </a:ext>
                  </a:extLst>
                </p14:cNvPr>
                <p14:cNvContentPartPr/>
                <p14:nvPr/>
              </p14:nvContentPartPr>
              <p14:xfrm>
                <a:off x="7598664" y="1017936"/>
                <a:ext cx="65520" cy="137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AF58675-C1E0-27EE-A39D-054C88B15CB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81024" y="999936"/>
                  <a:ext cx="101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2BB06D2-BA70-708C-FD7A-04C15FDCE70D}"/>
                    </a:ext>
                  </a:extLst>
                </p14:cNvPr>
                <p14:cNvContentPartPr/>
                <p14:nvPr/>
              </p14:nvContentPartPr>
              <p14:xfrm>
                <a:off x="7482384" y="1163736"/>
                <a:ext cx="192960" cy="51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2BB06D2-BA70-708C-FD7A-04C15FDCE70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464744" y="1146096"/>
                  <a:ext cx="228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F867D6D-C3C5-EE72-3CF1-D832E450D9EF}"/>
                    </a:ext>
                  </a:extLst>
                </p14:cNvPr>
                <p14:cNvContentPartPr/>
                <p14:nvPr/>
              </p14:nvContentPartPr>
              <p14:xfrm>
                <a:off x="7437024" y="1313136"/>
                <a:ext cx="207720" cy="142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F867D6D-C3C5-EE72-3CF1-D832E450D9E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419384" y="1295496"/>
                  <a:ext cx="243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F46B3CD-E6DC-B8E9-34D3-6726561919B1}"/>
                    </a:ext>
                  </a:extLst>
                </p14:cNvPr>
                <p14:cNvContentPartPr/>
                <p14:nvPr/>
              </p14:nvContentPartPr>
              <p14:xfrm>
                <a:off x="7660584" y="1330776"/>
                <a:ext cx="119880" cy="120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F46B3CD-E6DC-B8E9-34D3-6726561919B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42584" y="1312776"/>
                  <a:ext cx="155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AC77607-0751-3274-D395-C4ECA7194B68}"/>
                    </a:ext>
                  </a:extLst>
                </p14:cNvPr>
                <p14:cNvContentPartPr/>
                <p14:nvPr/>
              </p14:nvContentPartPr>
              <p14:xfrm>
                <a:off x="7815024" y="1197216"/>
                <a:ext cx="79560" cy="222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AC77607-0751-3274-D395-C4ECA7194B6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97024" y="1179576"/>
                  <a:ext cx="115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930971-30CC-52D4-487B-F0F11AEBA389}"/>
                    </a:ext>
                  </a:extLst>
                </p14:cNvPr>
                <p14:cNvContentPartPr/>
                <p14:nvPr/>
              </p14:nvContentPartPr>
              <p14:xfrm>
                <a:off x="7830144" y="1303056"/>
                <a:ext cx="123480" cy="46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930971-30CC-52D4-487B-F0F11AEBA38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12144" y="1285416"/>
                  <a:ext cx="159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30024B3-0D8B-A375-F00A-46010B4A2D41}"/>
                    </a:ext>
                  </a:extLst>
                </p14:cNvPr>
                <p14:cNvContentPartPr/>
                <p14:nvPr/>
              </p14:nvContentPartPr>
              <p14:xfrm>
                <a:off x="8002584" y="1280016"/>
                <a:ext cx="33120" cy="143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30024B3-0D8B-A375-F00A-46010B4A2D4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984584" y="1262376"/>
                  <a:ext cx="68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6198AA4-F293-9A73-FE23-0605A9B12718}"/>
                    </a:ext>
                  </a:extLst>
                </p14:cNvPr>
                <p14:cNvContentPartPr/>
                <p14:nvPr/>
              </p14:nvContentPartPr>
              <p14:xfrm>
                <a:off x="7989984" y="1257696"/>
                <a:ext cx="16200" cy="11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6198AA4-F293-9A73-FE23-0605A9B1271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971984" y="1240056"/>
                  <a:ext cx="51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AD106BB-007D-EEF5-F0D7-89B5559220F8}"/>
                    </a:ext>
                  </a:extLst>
                </p14:cNvPr>
                <p14:cNvContentPartPr/>
                <p14:nvPr/>
              </p14:nvContentPartPr>
              <p14:xfrm>
                <a:off x="8095824" y="1268496"/>
                <a:ext cx="149400" cy="136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AD106BB-007D-EEF5-F0D7-89B5559220F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078184" y="1250856"/>
                  <a:ext cx="185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2D65F74-804B-01C8-7302-F845C00A24D4}"/>
                    </a:ext>
                  </a:extLst>
                </p14:cNvPr>
                <p14:cNvContentPartPr/>
                <p14:nvPr/>
              </p14:nvContentPartPr>
              <p14:xfrm>
                <a:off x="8322984" y="1278936"/>
                <a:ext cx="160920" cy="115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2D65F74-804B-01C8-7302-F845C00A24D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05344" y="1260936"/>
                  <a:ext cx="1965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D00FD0E-0D66-3237-DB56-6FAF3C1B9D23}"/>
              </a:ext>
            </a:extLst>
          </p:cNvPr>
          <p:cNvGrpSpPr/>
          <p:nvPr/>
        </p:nvGrpSpPr>
        <p:grpSpPr>
          <a:xfrm>
            <a:off x="8735184" y="1220976"/>
            <a:ext cx="680760" cy="173520"/>
            <a:chOff x="8735184" y="1220976"/>
            <a:chExt cx="680760" cy="1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E980838-E08C-6D4A-4EC5-B2F7D58BF50F}"/>
                    </a:ext>
                  </a:extLst>
                </p14:cNvPr>
                <p14:cNvContentPartPr/>
                <p14:nvPr/>
              </p14:nvContentPartPr>
              <p14:xfrm>
                <a:off x="8735184" y="1285416"/>
                <a:ext cx="105840" cy="109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E980838-E08C-6D4A-4EC5-B2F7D58BF50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717544" y="1267416"/>
                  <a:ext cx="1414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E54749-CB4F-7757-E17B-C9812D30961F}"/>
                    </a:ext>
                  </a:extLst>
                </p14:cNvPr>
                <p14:cNvContentPartPr/>
                <p14:nvPr/>
              </p14:nvContentPartPr>
              <p14:xfrm>
                <a:off x="8890344" y="1280016"/>
                <a:ext cx="34920" cy="101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E54749-CB4F-7757-E17B-C9812D30961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72704" y="1262376"/>
                  <a:ext cx="70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4F93C1B-F52C-71A4-B631-9D4BF015320C}"/>
                    </a:ext>
                  </a:extLst>
                </p14:cNvPr>
                <p14:cNvContentPartPr/>
                <p14:nvPr/>
              </p14:nvContentPartPr>
              <p14:xfrm>
                <a:off x="8868744" y="1220976"/>
                <a:ext cx="12240" cy="18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4F93C1B-F52C-71A4-B631-9D4BF015320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851104" y="1203336"/>
                  <a:ext cx="47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C1F9E24-3F2B-1E91-BA5F-9657B8645FDB}"/>
                    </a:ext>
                  </a:extLst>
                </p14:cNvPr>
                <p14:cNvContentPartPr/>
                <p14:nvPr/>
              </p14:nvContentPartPr>
              <p14:xfrm>
                <a:off x="8994384" y="1288656"/>
                <a:ext cx="133200" cy="91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C1F9E24-3F2B-1E91-BA5F-9657B8645FD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976744" y="1270656"/>
                  <a:ext cx="168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0FB4B30-1D75-B787-6F31-085C74D74908}"/>
                    </a:ext>
                  </a:extLst>
                </p14:cNvPr>
                <p14:cNvContentPartPr/>
                <p14:nvPr/>
              </p14:nvContentPartPr>
              <p14:xfrm>
                <a:off x="9156024" y="1282536"/>
                <a:ext cx="259920" cy="84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0FB4B30-1D75-B787-6F31-085C74D7490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138384" y="1264536"/>
                  <a:ext cx="295560" cy="12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122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53D35-8699-E452-AA57-281F3A35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5FA6C6-E157-DA9E-D154-0512B61EF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49" y="877824"/>
            <a:ext cx="10232909" cy="598017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7847497-3F5C-A4FE-1524-D549296B6672}"/>
              </a:ext>
            </a:extLst>
          </p:cNvPr>
          <p:cNvGrpSpPr/>
          <p:nvPr/>
        </p:nvGrpSpPr>
        <p:grpSpPr>
          <a:xfrm>
            <a:off x="1842984" y="3106656"/>
            <a:ext cx="2029680" cy="2619360"/>
            <a:chOff x="1842984" y="3106656"/>
            <a:chExt cx="2029680" cy="261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394CC2-C82E-D2B1-2A53-ECCAB85AAD17}"/>
                    </a:ext>
                  </a:extLst>
                </p14:cNvPr>
                <p14:cNvContentPartPr/>
                <p14:nvPr/>
              </p14:nvContentPartPr>
              <p14:xfrm>
                <a:off x="1886184" y="3219696"/>
                <a:ext cx="1726200" cy="812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394CC2-C82E-D2B1-2A53-ECCAB85AAD1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68184" y="3201696"/>
                  <a:ext cx="1761840" cy="84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82284E-EFCE-BAFD-A5E4-A44D9A6CFDD2}"/>
                    </a:ext>
                  </a:extLst>
                </p14:cNvPr>
                <p14:cNvContentPartPr/>
                <p14:nvPr/>
              </p14:nvContentPartPr>
              <p14:xfrm>
                <a:off x="3446784" y="3170016"/>
                <a:ext cx="135720" cy="108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82284E-EFCE-BAFD-A5E4-A44D9A6CFD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28784" y="3152376"/>
                  <a:ext cx="171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135C5D-F21C-EABD-A851-C386C6A1C655}"/>
                    </a:ext>
                  </a:extLst>
                </p14:cNvPr>
                <p14:cNvContentPartPr/>
                <p14:nvPr/>
              </p14:nvContentPartPr>
              <p14:xfrm>
                <a:off x="3536784" y="3106656"/>
                <a:ext cx="335880" cy="349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135C5D-F21C-EABD-A851-C386C6A1C6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18784" y="3088656"/>
                  <a:ext cx="3715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E11DD40-4A5B-7B19-0408-1999C0F3E57E}"/>
                    </a:ext>
                  </a:extLst>
                </p14:cNvPr>
                <p14:cNvContentPartPr/>
                <p14:nvPr/>
              </p14:nvContentPartPr>
              <p14:xfrm>
                <a:off x="2242584" y="3417696"/>
                <a:ext cx="39600" cy="91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E11DD40-4A5B-7B19-0408-1999C0F3E5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24584" y="3400056"/>
                  <a:ext cx="75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6B5F41D-D2EC-93EA-C730-6B0AF5A507FF}"/>
                    </a:ext>
                  </a:extLst>
                </p14:cNvPr>
                <p14:cNvContentPartPr/>
                <p14:nvPr/>
              </p14:nvContentPartPr>
              <p14:xfrm>
                <a:off x="2145024" y="3350376"/>
                <a:ext cx="290880" cy="214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6B5F41D-D2EC-93EA-C730-6B0AF5A507F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27024" y="3332376"/>
                  <a:ext cx="326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D9E2959-004D-80D4-44BA-C4EBB082D03E}"/>
                    </a:ext>
                  </a:extLst>
                </p14:cNvPr>
                <p14:cNvContentPartPr/>
                <p14:nvPr/>
              </p14:nvContentPartPr>
              <p14:xfrm>
                <a:off x="1842984" y="3352896"/>
                <a:ext cx="1622160" cy="2373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D9E2959-004D-80D4-44BA-C4EBB082D0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5344" y="3334896"/>
                  <a:ext cx="1657800" cy="24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CB9C12-FA9B-ED77-72D3-E2400BFD02C8}"/>
                    </a:ext>
                  </a:extLst>
                </p14:cNvPr>
                <p14:cNvContentPartPr/>
                <p14:nvPr/>
              </p14:nvContentPartPr>
              <p14:xfrm>
                <a:off x="2229624" y="4412736"/>
                <a:ext cx="179640" cy="139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CB9C12-FA9B-ED77-72D3-E2400BFD02C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11624" y="4394736"/>
                  <a:ext cx="215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146D53-CDF5-BC80-ED09-3B3EA396062A}"/>
                    </a:ext>
                  </a:extLst>
                </p14:cNvPr>
                <p14:cNvContentPartPr/>
                <p14:nvPr/>
              </p14:nvContentPartPr>
              <p14:xfrm>
                <a:off x="2176704" y="4286736"/>
                <a:ext cx="318240" cy="335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146D53-CDF5-BC80-ED09-3B3EA39606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59064" y="4268736"/>
                  <a:ext cx="353880" cy="37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90FB319-FE15-7634-765B-25335D9E279A}"/>
                  </a:ext>
                </a:extLst>
              </p14:cNvPr>
              <p14:cNvContentPartPr/>
              <p14:nvPr/>
            </p14:nvContentPartPr>
            <p14:xfrm>
              <a:off x="5800824" y="3597336"/>
              <a:ext cx="527760" cy="362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90FB319-FE15-7634-765B-25335D9E279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783184" y="3579696"/>
                <a:ext cx="5634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317C948-0075-AD5B-A09F-9017801258E4}"/>
                  </a:ext>
                </a:extLst>
              </p14:cNvPr>
              <p14:cNvContentPartPr/>
              <p14:nvPr/>
            </p14:nvContentPartPr>
            <p14:xfrm>
              <a:off x="7761384" y="3373056"/>
              <a:ext cx="525600" cy="324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317C948-0075-AD5B-A09F-9017801258E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43384" y="3355416"/>
                <a:ext cx="561240" cy="36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969F5B7-113D-3A60-3D35-F5C804E30A7E}"/>
              </a:ext>
            </a:extLst>
          </p:cNvPr>
          <p:cNvGrpSpPr/>
          <p:nvPr/>
        </p:nvGrpSpPr>
        <p:grpSpPr>
          <a:xfrm>
            <a:off x="3605544" y="4556016"/>
            <a:ext cx="1915560" cy="685800"/>
            <a:chOff x="3605544" y="4556016"/>
            <a:chExt cx="1915560" cy="68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4E51D0-E3BF-C768-5CF5-4FFC5B28E051}"/>
                    </a:ext>
                  </a:extLst>
                </p14:cNvPr>
                <p14:cNvContentPartPr/>
                <p14:nvPr/>
              </p14:nvContentPartPr>
              <p14:xfrm>
                <a:off x="3605544" y="4568616"/>
                <a:ext cx="236160" cy="19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4E51D0-E3BF-C768-5CF5-4FFC5B28E05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87904" y="4550976"/>
                  <a:ext cx="2718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A25B4D-44A8-F04C-95DD-90E254781F76}"/>
                    </a:ext>
                  </a:extLst>
                </p14:cNvPr>
                <p14:cNvContentPartPr/>
                <p14:nvPr/>
              </p14:nvContentPartPr>
              <p14:xfrm>
                <a:off x="3812184" y="4712256"/>
                <a:ext cx="211680" cy="97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A25B4D-44A8-F04C-95DD-90E254781F7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94544" y="4694256"/>
                  <a:ext cx="247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BE1113-0C3B-E540-364C-EB6C62B12557}"/>
                    </a:ext>
                  </a:extLst>
                </p14:cNvPr>
                <p14:cNvContentPartPr/>
                <p14:nvPr/>
              </p14:nvContentPartPr>
              <p14:xfrm>
                <a:off x="4139064" y="4636656"/>
                <a:ext cx="59760" cy="137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BE1113-0C3B-E540-364C-EB6C62B1255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21424" y="4619016"/>
                  <a:ext cx="95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F98C44-E2EC-8AA5-53D4-4B8C684E24E8}"/>
                    </a:ext>
                  </a:extLst>
                </p14:cNvPr>
                <p14:cNvContentPartPr/>
                <p14:nvPr/>
              </p14:nvContentPartPr>
              <p14:xfrm>
                <a:off x="4202064" y="4643496"/>
                <a:ext cx="80640" cy="131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F98C44-E2EC-8AA5-53D4-4B8C684E24E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84424" y="4625856"/>
                  <a:ext cx="116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EBEB53-24B4-6590-2E0F-074456022A56}"/>
                    </a:ext>
                  </a:extLst>
                </p14:cNvPr>
                <p14:cNvContentPartPr/>
                <p14:nvPr/>
              </p14:nvContentPartPr>
              <p14:xfrm>
                <a:off x="4136544" y="4800816"/>
                <a:ext cx="131400" cy="29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EBEB53-24B4-6590-2E0F-074456022A5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18904" y="4783176"/>
                  <a:ext cx="167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F6D2F9-3850-F240-3EDA-F1137CB1857E}"/>
                    </a:ext>
                  </a:extLst>
                </p14:cNvPr>
                <p14:cNvContentPartPr/>
                <p14:nvPr/>
              </p14:nvContentPartPr>
              <p14:xfrm>
                <a:off x="4391064" y="4558176"/>
                <a:ext cx="252000" cy="366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F6D2F9-3850-F240-3EDA-F1137CB185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73064" y="4540536"/>
                  <a:ext cx="2876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028F4F-D6BE-492F-46D6-2E3E395AE583}"/>
                    </a:ext>
                  </a:extLst>
                </p14:cNvPr>
                <p14:cNvContentPartPr/>
                <p14:nvPr/>
              </p14:nvContentPartPr>
              <p14:xfrm>
                <a:off x="4625064" y="4661136"/>
                <a:ext cx="108000" cy="104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028F4F-D6BE-492F-46D6-2E3E395AE58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07064" y="4643136"/>
                  <a:ext cx="143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32C818-57FD-C326-34E8-CFAB0947F10E}"/>
                    </a:ext>
                  </a:extLst>
                </p14:cNvPr>
                <p14:cNvContentPartPr/>
                <p14:nvPr/>
              </p14:nvContentPartPr>
              <p14:xfrm>
                <a:off x="4775184" y="4669056"/>
                <a:ext cx="148320" cy="9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32C818-57FD-C326-34E8-CFAB0947F10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57184" y="4651056"/>
                  <a:ext cx="183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628DFF3-022E-5993-3054-15F5973D1837}"/>
                    </a:ext>
                  </a:extLst>
                </p14:cNvPr>
                <p14:cNvContentPartPr/>
                <p14:nvPr/>
              </p14:nvContentPartPr>
              <p14:xfrm>
                <a:off x="4985784" y="4667256"/>
                <a:ext cx="84600" cy="5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628DFF3-022E-5993-3054-15F5973D18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67784" y="4649616"/>
                  <a:ext cx="120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7F27B3-E540-B7C3-AF6F-FFEF6E54797D}"/>
                    </a:ext>
                  </a:extLst>
                </p14:cNvPr>
                <p14:cNvContentPartPr/>
                <p14:nvPr/>
              </p14:nvContentPartPr>
              <p14:xfrm>
                <a:off x="5107464" y="4556016"/>
                <a:ext cx="55080" cy="165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7F27B3-E540-B7C3-AF6F-FFEF6E54797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089824" y="4538376"/>
                  <a:ext cx="907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54040A6-82A0-A598-0830-C3180E568071}"/>
                    </a:ext>
                  </a:extLst>
                </p14:cNvPr>
                <p14:cNvContentPartPr/>
                <p14:nvPr/>
              </p14:nvContentPartPr>
              <p14:xfrm>
                <a:off x="5121144" y="4640976"/>
                <a:ext cx="105480" cy="44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54040A6-82A0-A598-0830-C3180E5680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03504" y="4622976"/>
                  <a:ext cx="1411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6028D5E-CB70-6F82-A5BC-305670721941}"/>
                    </a:ext>
                  </a:extLst>
                </p14:cNvPr>
                <p14:cNvContentPartPr/>
                <p14:nvPr/>
              </p14:nvContentPartPr>
              <p14:xfrm>
                <a:off x="4270464" y="4893336"/>
                <a:ext cx="23400" cy="22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6028D5E-CB70-6F82-A5BC-30567072194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52464" y="4875336"/>
                  <a:ext cx="59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8082DB6-2994-C12B-F830-FBE1635988FB}"/>
                    </a:ext>
                  </a:extLst>
                </p14:cNvPr>
                <p14:cNvContentPartPr/>
                <p14:nvPr/>
              </p14:nvContentPartPr>
              <p14:xfrm>
                <a:off x="4224744" y="5022216"/>
                <a:ext cx="246600" cy="67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8082DB6-2994-C12B-F830-FBE1635988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07104" y="5004216"/>
                  <a:ext cx="282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50FBC86-2FC5-9F17-9C14-E153DA03F1FE}"/>
                    </a:ext>
                  </a:extLst>
                </p14:cNvPr>
                <p14:cNvContentPartPr/>
                <p14:nvPr/>
              </p14:nvContentPartPr>
              <p14:xfrm>
                <a:off x="4688784" y="4892616"/>
                <a:ext cx="202320" cy="349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50FBC86-2FC5-9F17-9C14-E153DA03F1F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71144" y="4874616"/>
                  <a:ext cx="2379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8CBDD82-5C77-28B0-1EDA-F219361FE3C7}"/>
                    </a:ext>
                  </a:extLst>
                </p14:cNvPr>
                <p14:cNvContentPartPr/>
                <p14:nvPr/>
              </p14:nvContentPartPr>
              <p14:xfrm>
                <a:off x="4701744" y="5000256"/>
                <a:ext cx="17640" cy="23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8CBDD82-5C77-28B0-1EDA-F219361FE3C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83744" y="4982256"/>
                  <a:ext cx="53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64E7C90-BA73-CA48-FE82-D6F7C5C7C61D}"/>
                    </a:ext>
                  </a:extLst>
                </p14:cNvPr>
                <p14:cNvContentPartPr/>
                <p14:nvPr/>
              </p14:nvContentPartPr>
              <p14:xfrm>
                <a:off x="4896144" y="5080896"/>
                <a:ext cx="32040" cy="32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64E7C90-BA73-CA48-FE82-D6F7C5C7C61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878504" y="5063256"/>
                  <a:ext cx="67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C2668D-D888-32C8-7102-16C02EE8BD16}"/>
                    </a:ext>
                  </a:extLst>
                </p14:cNvPr>
                <p14:cNvContentPartPr/>
                <p14:nvPr/>
              </p14:nvContentPartPr>
              <p14:xfrm>
                <a:off x="5043744" y="4982256"/>
                <a:ext cx="159120" cy="73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C2668D-D888-32C8-7102-16C02EE8BD1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26104" y="4964616"/>
                  <a:ext cx="194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B1A639-2D7B-36C1-432A-582CB919F067}"/>
                    </a:ext>
                  </a:extLst>
                </p14:cNvPr>
                <p14:cNvContentPartPr/>
                <p14:nvPr/>
              </p14:nvContentPartPr>
              <p14:xfrm>
                <a:off x="5220504" y="4977576"/>
                <a:ext cx="300600" cy="226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B1A639-2D7B-36C1-432A-582CB919F06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202504" y="4959576"/>
                  <a:ext cx="33624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8E3FF03-E61A-B6EC-43D0-871AEEBEA7AB}"/>
              </a:ext>
            </a:extLst>
          </p:cNvPr>
          <p:cNvGrpSpPr/>
          <p:nvPr/>
        </p:nvGrpSpPr>
        <p:grpSpPr>
          <a:xfrm>
            <a:off x="2618064" y="6037560"/>
            <a:ext cx="2772360" cy="796896"/>
            <a:chOff x="2618064" y="6037560"/>
            <a:chExt cx="2772360" cy="79689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52199D5-EBE7-40BF-E754-9B3A8A852502}"/>
                    </a:ext>
                  </a:extLst>
                </p14:cNvPr>
                <p14:cNvContentPartPr/>
                <p14:nvPr/>
              </p14:nvContentPartPr>
              <p14:xfrm>
                <a:off x="2618064" y="6587496"/>
                <a:ext cx="503280" cy="246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52199D5-EBE7-40BF-E754-9B3A8A85250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00064" y="6569496"/>
                  <a:ext cx="5389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FC636A-D1A8-0B81-F5EB-88B182C92763}"/>
                    </a:ext>
                  </a:extLst>
                </p14:cNvPr>
                <p14:cNvContentPartPr/>
                <p14:nvPr/>
              </p14:nvContentPartPr>
              <p14:xfrm>
                <a:off x="3045024" y="6419520"/>
                <a:ext cx="252720" cy="137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FC636A-D1A8-0B81-F5EB-88B182C9276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27384" y="6401880"/>
                  <a:ext cx="288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2711267-E6C2-6271-BF9E-0D638B1E4714}"/>
                    </a:ext>
                  </a:extLst>
                </p14:cNvPr>
                <p14:cNvContentPartPr/>
                <p14:nvPr/>
              </p14:nvContentPartPr>
              <p14:xfrm>
                <a:off x="3444624" y="6236280"/>
                <a:ext cx="78480" cy="168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2711267-E6C2-6271-BF9E-0D638B1E471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426984" y="6218280"/>
                  <a:ext cx="114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FFE5E3-1FF1-DB51-6750-E4CAC7D8E75F}"/>
                    </a:ext>
                  </a:extLst>
                </p14:cNvPr>
                <p14:cNvContentPartPr/>
                <p14:nvPr/>
              </p14:nvContentPartPr>
              <p14:xfrm>
                <a:off x="3540744" y="6221880"/>
                <a:ext cx="121680" cy="158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FFE5E3-1FF1-DB51-6750-E4CAC7D8E7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23104" y="6204240"/>
                  <a:ext cx="157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B27D39-1249-1D3A-7F80-C2D3F4144EBB}"/>
                    </a:ext>
                  </a:extLst>
                </p14:cNvPr>
                <p14:cNvContentPartPr/>
                <p14:nvPr/>
              </p14:nvContentPartPr>
              <p14:xfrm>
                <a:off x="3494304" y="6400440"/>
                <a:ext cx="150480" cy="41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B27D39-1249-1D3A-7F80-C2D3F4144EB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476664" y="6382440"/>
                  <a:ext cx="186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DE5E5B1-17B8-FE0D-C6E0-2019F0BA8E08}"/>
                    </a:ext>
                  </a:extLst>
                </p14:cNvPr>
                <p14:cNvContentPartPr/>
                <p14:nvPr/>
              </p14:nvContentPartPr>
              <p14:xfrm>
                <a:off x="3874464" y="6252480"/>
                <a:ext cx="157680" cy="18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DE5E5B1-17B8-FE0D-C6E0-2019F0BA8E0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856824" y="6234840"/>
                  <a:ext cx="193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1CF558E-50E0-554C-3B20-425440FB29D1}"/>
                    </a:ext>
                  </a:extLst>
                </p14:cNvPr>
                <p14:cNvContentPartPr/>
                <p14:nvPr/>
              </p14:nvContentPartPr>
              <p14:xfrm>
                <a:off x="4097664" y="6271560"/>
                <a:ext cx="48240" cy="77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1CF558E-50E0-554C-3B20-425440FB29D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080024" y="6253560"/>
                  <a:ext cx="83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57AFB9B-C201-0659-B471-E4CF230697A3}"/>
                    </a:ext>
                  </a:extLst>
                </p14:cNvPr>
                <p14:cNvContentPartPr/>
                <p14:nvPr/>
              </p14:nvContentPartPr>
              <p14:xfrm>
                <a:off x="4094784" y="6171840"/>
                <a:ext cx="16200" cy="2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57AFB9B-C201-0659-B471-E4CF230697A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076784" y="6154200"/>
                  <a:ext cx="51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EC6034-454F-1381-0F1E-63A2DAA2C27A}"/>
                    </a:ext>
                  </a:extLst>
                </p14:cNvPr>
                <p14:cNvContentPartPr/>
                <p14:nvPr/>
              </p14:nvContentPartPr>
              <p14:xfrm>
                <a:off x="4218984" y="6254640"/>
                <a:ext cx="143640" cy="107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EC6034-454F-1381-0F1E-63A2DAA2C27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00984" y="6236640"/>
                  <a:ext cx="179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DA8264-58EF-AF30-6EE4-F7C87A5EC6E0}"/>
                    </a:ext>
                  </a:extLst>
                </p14:cNvPr>
                <p14:cNvContentPartPr/>
                <p14:nvPr/>
              </p14:nvContentPartPr>
              <p14:xfrm>
                <a:off x="4503744" y="6220800"/>
                <a:ext cx="138600" cy="99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DA8264-58EF-AF30-6EE4-F7C87A5EC6E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85744" y="6202800"/>
                  <a:ext cx="174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B90C9AD-5842-60C0-518B-4EC0CBF4DE93}"/>
                    </a:ext>
                  </a:extLst>
                </p14:cNvPr>
                <p14:cNvContentPartPr/>
                <p14:nvPr/>
              </p14:nvContentPartPr>
              <p14:xfrm>
                <a:off x="4618584" y="6037560"/>
                <a:ext cx="187560" cy="295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B90C9AD-5842-60C0-518B-4EC0CBF4DE9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600584" y="6019920"/>
                  <a:ext cx="223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D898542-B975-44E6-2260-1A686FE55A9D}"/>
                    </a:ext>
                  </a:extLst>
                </p14:cNvPr>
                <p14:cNvContentPartPr/>
                <p14:nvPr/>
              </p14:nvContentPartPr>
              <p14:xfrm>
                <a:off x="4841064" y="6250320"/>
                <a:ext cx="179280" cy="67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D898542-B975-44E6-2260-1A686FE55A9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823424" y="6232680"/>
                  <a:ext cx="214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4213FC-EFFC-45D7-A2AC-C5F256F8F48A}"/>
                    </a:ext>
                  </a:extLst>
                </p14:cNvPr>
                <p14:cNvContentPartPr/>
                <p14:nvPr/>
              </p14:nvContentPartPr>
              <p14:xfrm>
                <a:off x="5043744" y="6220440"/>
                <a:ext cx="110160" cy="79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4213FC-EFFC-45D7-A2AC-C5F256F8F48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026104" y="6202440"/>
                  <a:ext cx="145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B01D9FF-2BE7-E3BE-60B2-262EC4F14042}"/>
                    </a:ext>
                  </a:extLst>
                </p14:cNvPr>
                <p14:cNvContentPartPr/>
                <p14:nvPr/>
              </p14:nvContentPartPr>
              <p14:xfrm>
                <a:off x="5235264" y="6080400"/>
                <a:ext cx="142560" cy="209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B01D9FF-2BE7-E3BE-60B2-262EC4F1404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217264" y="6062400"/>
                  <a:ext cx="178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A63C8A2-F42D-9689-CC0D-DCAB1FD08EBF}"/>
                    </a:ext>
                  </a:extLst>
                </p14:cNvPr>
                <p14:cNvContentPartPr/>
                <p14:nvPr/>
              </p14:nvContentPartPr>
              <p14:xfrm>
                <a:off x="5262624" y="6139800"/>
                <a:ext cx="127800" cy="73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A63C8A2-F42D-9689-CC0D-DCAB1FD08EB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244984" y="6122160"/>
                  <a:ext cx="163440" cy="10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9102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3F57-324C-8ACE-7FFD-13B10ED8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61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1315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233</cp:revision>
  <dcterms:created xsi:type="dcterms:W3CDTF">2025-09-22T02:44:38Z</dcterms:created>
  <dcterms:modified xsi:type="dcterms:W3CDTF">2026-06-14T19:39:16Z</dcterms:modified>
</cp:coreProperties>
</file>