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76" r:id="rId2"/>
    <p:sldId id="297" r:id="rId3"/>
    <p:sldId id="298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A0014C9-0F3E-1AD8-D7FF-BDB101C1C65C}"/>
              </a:ext>
            </a:extLst>
          </p:cNvPr>
          <p:cNvSpPr txBox="1">
            <a:spLocks/>
          </p:cNvSpPr>
          <p:nvPr/>
        </p:nvSpPr>
        <p:spPr>
          <a:xfrm>
            <a:off x="2250333" y="1380744"/>
            <a:ext cx="5985363" cy="18196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Tableau</a:t>
            </a:r>
            <a:endParaRPr lang="en-US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DC256-E08C-1FCE-71DC-C8ED4F0DB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1D20B5-2683-3045-21C2-30D5C87E7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058" y="731520"/>
            <a:ext cx="10349947" cy="605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860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76C76-AA76-66BE-8F1A-811661092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493ED4-D100-7245-F0B4-264F81002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955773"/>
            <a:ext cx="11177016" cy="580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569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C8FC1-B23C-2346-4F91-32C7E313E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C50BD5-66B3-0E86-B3F0-BEB3ACDE7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3" y="380186"/>
            <a:ext cx="9728037" cy="627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800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9FA9D-456E-E86A-A160-978E6FCF6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AD63BE-739F-37FE-B99F-BCC688D99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702073"/>
            <a:ext cx="11469624" cy="615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471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8FE44-9D53-34D7-0784-B94F64B39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05655A-69D0-3A38-C4F1-F00A926EA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077152"/>
            <a:ext cx="10241551" cy="5780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688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F4761-0953-3012-3A8D-FB147960D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AB3902-11F5-4DBE-81CD-75A2CD13F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429" y="493776"/>
            <a:ext cx="6623521" cy="626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692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716A2-70F8-6546-B9A4-6705A0BD9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6C3E28-0A0F-F570-7571-D6FBF0D04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445" y="274320"/>
            <a:ext cx="5476940" cy="648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336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87FE3-A9F1-8CF3-002C-52ACA82E4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E88160-A29E-0391-E6B3-0B3F93593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448" y="630935"/>
            <a:ext cx="9483104" cy="606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03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7D80F-7C96-E46D-761B-81589FDD8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21B306-8653-329E-8357-E77BBD3C4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376" y="703666"/>
            <a:ext cx="9553574" cy="615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938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2A520-6BED-6DDF-6ED2-78A133BF7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8F8A85-1F60-EEA8-6D12-F50ADF9D4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391" y="602682"/>
            <a:ext cx="9080055" cy="625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531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856A6-F5CE-2F5B-0CC4-D121BA3A1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0335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2504</TotalTime>
  <Words>1</Words>
  <Application>Microsoft Office PowerPoint</Application>
  <PresentationFormat>Widescreen</PresentationFormat>
  <Paragraphs>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260</cp:revision>
  <dcterms:created xsi:type="dcterms:W3CDTF">2025-09-22T02:44:38Z</dcterms:created>
  <dcterms:modified xsi:type="dcterms:W3CDTF">2026-06-17T04:58:01Z</dcterms:modified>
</cp:coreProperties>
</file>