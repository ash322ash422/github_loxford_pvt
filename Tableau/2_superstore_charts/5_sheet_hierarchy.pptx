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76" r:id="rId2"/>
    <p:sldId id="288" r:id="rId3"/>
    <p:sldId id="289" r:id="rId4"/>
    <p:sldId id="290" r:id="rId5"/>
    <p:sldId id="291" r:id="rId6"/>
    <p:sldId id="29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6T01:25:28.32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0 194 24575,'0'9'0,"0"15"0,0 8 0,4 0 0,15-20 0,12-21 0,19-29 0,9-13 0,-1-11 0,-7 5 0,-11 8 0,-12 12-8191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25:36.27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1 228 2864 0 0,'8'-50'-96'0'0,"3"-7"-672"0"0,-5 1 88 0 0,-4-9 228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25:39.47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411 90 1884 0 0,'0'0'1982'0'0,"-3"-3"-1882"0"0,-33-25 563 0 0,34 27-561 0 0,-40-11 559 0 0,28 16-653 0 0,0 0 0 0 0,0 1 1 0 0,1 0-1 0 0,0 1 0 0 0,0 0 1 0 0,0 1-1 0 0,1 1 0 0 0,0 0 0 0 0,0 0 1 0 0,-12 13-1 0 0,5-2-15 0 0,0 1 0 0 0,1 0 0 0 0,2 1-1 0 0,-25 39 1 0 0,32-45 10 0 0,1 1-1 0 0,0 0 1 0 0,1 0 0 0 0,1 1 0 0 0,1-1-1 0 0,0 2 1 0 0,1-1 0 0 0,1 0-1 0 0,0 1 1 0 0,0 33 0 0 0,5-43 6 0 0,0 0 1 0 0,0 0-1 0 0,1-1 1 0 0,0 1 0 0 0,1 0-1 0 0,-1-1 1 0 0,1 0-1 0 0,1 0 1 0 0,-1 0 0 0 0,1 0-1 0 0,1-1 1 0 0,-1 0-1 0 0,1 0 1 0 0,0 0 0 0 0,0-1-1 0 0,1 0 1 0 0,11 8-1 0 0,-5-5 12 0 0,1 0 0 0 0,-1-1 0 0 0,1-1 0 0 0,0 0 0 0 0,1-1 0 0 0,-1 0-1 0 0,1-2 1 0 0,26 5 0 0 0,-21-7 58 0 0,0 0-1 0 0,0-2 1 0 0,0 0 0 0 0,0-1-1 0 0,-1-1 1 0 0,1-1-1 0 0,-1-1 1 0 0,0 0-1 0 0,0-1 1 0 0,0-1 0 0 0,-1-1-1 0 0,29-18 1 0 0,-35 19-12 0 0,-1-1 1 0 0,0 0-1 0 0,0 0 1 0 0,-1-1-1 0 0,0 0 1 0 0,-1-1 0 0 0,0 0-1 0 0,-1-1 1 0 0,0 0-1 0 0,0 0 1 0 0,-1-1-1 0 0,0 0 1 0 0,-2 0-1 0 0,1 0 1 0 0,-1-1-1 0 0,-1 0 1 0 0,0 0-1 0 0,-1 0 1 0 0,3-20-1 0 0,-5 14-32 0 0,-1-1 0 0 0,0 1 0 0 0,-1 0 0 0 0,-1-1-1 0 0,-1 1 1 0 0,-1 0 0 0 0,-8-25 0 0 0,9 35-32 0 0,-1-1 1 0 0,1 1-1 0 0,-2 0 1 0 0,1 0 0 0 0,-1 0-1 0 0,0 1 1 0 0,-1 0-1 0 0,0 0 1 0 0,-1 0-1 0 0,1 0 1 0 0,-1 1 0 0 0,-1 1-1 0 0,1-1 1 0 0,-1 1-1 0 0,-17-10 1 0 0,6 7 5 0 0,0 1 0 0 0,-1 1 0 0 0,0 1 1 0 0,0 0-1 0 0,-39-4 0 0 0,-105 4-720 0 0,126 6 130 0 0,24 0-2443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25:41.12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 0 5717 0 0,'0'0'-186'0'0,"-2"3"-482"0"0,1 1 666 0 0,0 0 1 0 0,-1 0-1 0 0,2 0 0 0 0,-1 0 1 0 0,0 0-1 0 0,1 0 0 0 0,0 0 0 0 0,0 0 1 0 0,0 0-1 0 0,0 0 0 0 0,1 0 1 0 0,-1 0-1 0 0,1-1 0 0 0,0 1 1 0 0,2 5-1 0 0,0-1-5 0 0,1 0 0 0 0,0 0 1 0 0,0-1-1 0 0,1 1 0 0 0,0-1 0 0 0,10 11 1 0 0,0-3-5 0 0,0 0 0 0 0,0-1 1 0 0,2-1-1 0 0,0-1 0 0 0,25 14 0 0 0,-11-10 23 0 0,1-2-1 0 0,1-1 0 0 0,0-2 0 0 0,1-1 0 0 0,40 6 0 0 0,174 12 60 0 0,-187-24-36 0 0,0-3 0 0 0,1-2-1 0 0,111-18 1 0 0,-166 17-18 0 0,1 1 0 0 0,0-1 0 0 0,-1 0 0 0 0,0-1 0 0 0,1 1 0 0 0,-1-2 0 0 0,0 1 0 0 0,0-1 0 0 0,-1 0 0 0 0,1 0 0 0 0,-1-1 0 0 0,0 0 0 0 0,0 0 0 0 0,-1 0 0 0 0,10-11 0 0 0,-14 12 13 0 0,-1 2-29 0 0,-1 0-1 0 0,1 0 1 0 0,0 0-1 0 0,0-1 1 0 0,-1 1-1 0 0,1 0 1 0 0,-1 0-1 0 0,0 0 1 0 0,0 0-1 0 0,0 1 1 0 0,0-1 0 0 0,0 0-1 0 0,0 0 1 0 0,0 0-1 0 0,0 1 1 0 0,-1-1-1 0 0,1 1 1 0 0,-1-1-1 0 0,1 1 1 0 0,-1-1-1 0 0,1 1 1 0 0,-1 0-1 0 0,0 0 1 0 0,0 0 0 0 0,-2-1-1 0 0,-2-1 0 0 0,0 1 0 0 0,-1 0 0 0 0,1 0 1 0 0,-1 0-1 0 0,-8 0 0 0 0,9 1 0 0 0,-12-3-16 0 0,12 2 9 0 0,-1 0-1 0 0,1 1 1 0 0,-1 0-1 0 0,1 1 1 0 0,-1-1-1 0 0,-7 2 1 0 0,11-1 44 0 0,12 1-28 0 0,89 16-16 0 0,89 18-2 0 0,-153-27-17 0 0,0 2 1 0 0,0 1-1 0 0,41 20 0 0 0,-74-31 27 0 0,0 1 0 0 0,0-1 0 0 0,0 0-1 0 0,0 1 1 0 0,0-1 0 0 0,0 1 0 0 0,-1-1 0 0 0,1 1-1 0 0,0 0 1 0 0,0-1 0 0 0,0 1 0 0 0,0 0 0 0 0,-1 0-1 0 0,1-1 1 0 0,0 1 0 0 0,-1 0 0 0 0,1 0 0 0 0,-1 0-1 0 0,1 0 1 0 0,-1 0 0 0 0,1 0 0 0 0,-1 0 0 0 0,0 0 0 0 0,1 0-1 0 0,-1 0 1 0 0,0 0 0 0 0,0 0 0 0 0,0 0 0 0 0,0 0-1 0 0,0 2 1 0 0,-1 0 4 0 0,0-1 0 0 0,0 0-1 0 0,0 0 1 0 0,0 0 0 0 0,-1 0 0 0 0,1 0-1 0 0,-1 0 1 0 0,0 0 0 0 0,1 0 0 0 0,-1 0-1 0 0,0-1 1 0 0,-4 3 0 0 0,-8 6 27 0 0,0-2-1 0 0,-29 14 1 0 0,42-22-32 0 0,-27 13-45 0 0,-1 1-263 0 0,1-2 1 0 0,-2 0-1 0 0,-38 8 1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25:43.23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13 62 3700 0 0,'2'-8'405'0'0,"1"1"0"0"0,-1-1-1 0 0,-1 0 1 0 0,0 0 0 0 0,1-13 0 0 0,-2 19 193 0 0,-9 47-421 0 0,-4 54 1 0 0,11-45-173 0 0,2 0 1 0 0,2 0-1 0 0,3 0 0 0 0,2 0 1 0 0,22 80-1 0 0,-21-107 70 0 0,-5-18 240 0 0,0 0-1 0 0,-1 0 0 0 0,0 0 0 0 0,0 0 1 0 0,0 16-1 0 0,-2-26-299 0 0,0 0 0 0 0,0 0 0 0 0,-1 0 0 0 0,1 0 1 0 0,0 0-1 0 0,-1 0 0 0 0,1 0 0 0 0,0 0 0 0 0,-1 0 0 0 0,1 1 0 0 0,-1-1 0 0 0,0 0 1 0 0,1 0-1 0 0,-1 1 0 0 0,0-1 0 0 0,1 0 0 0 0,-2 0 0 0 0,-11-19 153 0 0,10 12-144 0 0,0-1 0 0 0,1 0 1 0 0,0-1-1 0 0,1 1 0 0 0,0 0 0 0 0,0 0 0 0 0,1-1 1 0 0,1 1-1 0 0,-1 0 0 0 0,1 0 0 0 0,1-1 1 0 0,0 1-1 0 0,0 0 0 0 0,6-14 0 0 0,-6 18-35 0 0,1 0 0 0 0,0-1 0 0 0,0 1 1 0 0,1 0-1 0 0,0 1 0 0 0,-1-1 0 0 0,2 0 0 0 0,-1 1 0 0 0,0 0 0 0 0,1 0 0 0 0,0 1 0 0 0,0-1 0 0 0,0 1 0 0 0,0 0 0 0 0,0 0 0 0 0,1 1 0 0 0,-1-1 0 0 0,1 1 0 0 0,0 0 1 0 0,-1 1-1 0 0,1 0 0 0 0,0 0 0 0 0,0 0 0 0 0,7 0 0 0 0,-2 1-9 0 0,0 0 1 0 0,0 1-1 0 0,0 0 0 0 0,0 1 1 0 0,-1 0-1 0 0,1 0 0 0 0,0 1 1 0 0,-1 1-1 0 0,0 0 0 0 0,0 0 1 0 0,0 1-1 0 0,0 0 0 0 0,-1 1 1 0 0,1 0-1 0 0,12 12 0 0 0,-2 0-15 0 0,0 1 0 0 0,-2 1 0 0 0,0 0 0 0 0,-2 2 0 0 0,18 28 0 0 0,-33-48 33 0 0,0 1-1 0 0,1-1 1 0 0,-1 1 0 0 0,0-1-1 0 0,-1 1 1 0 0,1 0 0 0 0,0 0-1 0 0,-1-1 1 0 0,0 1-1 0 0,1 0 1 0 0,-1 0 0 0 0,0 0-1 0 0,0-1 1 0 0,-1 1 0 0 0,0 5-1 0 0,-1 13-5041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25:43.54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 19 5392 0 0,'0'0'32'0'0,"-1"-12"288"0"0,0 6-114 0 0,0 8-113 0 0,0 14-91 0 0,-1 0 2 0 0,1 0-1 0 0,0 0 1 0 0,3 26 0 0 0,1-25-230 0 0,11 53 722 0 0,-13-67-711 0 0,0 0 1 0 0,0 0-1 0 0,0 1 0 0 0,1-1 0 0 0,-1 0 0 0 0,1 0 0 0 0,0 0 1 0 0,0 0-1 0 0,0-1 0 0 0,0 1 0 0 0,0 0 0 0 0,1-1 1 0 0,-1 0-1 0 0,1 1 0 0 0,0-1 0 0 0,4 3 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25:43.71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38 75 4548 0 0,'-32'-41'2263'0'0,"31"40"-2047"0"0,-4-14 340 0 0,10-2-6283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25:44.28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1 198 4380 0 0,'0'0'-206'0'0,"4"0"15"0"0,7 1 222 0 0,-1-2 0 0 0,1 1 0 0 0,0-1 0 0 0,-1-1 0 0 0,1 0 0 0 0,-1 0 0 0 0,1-1 0 0 0,-1 0 0 0 0,0-1-1 0 0,0 0 1 0 0,-1-1 0 0 0,1 0 0 0 0,-1 0 0 0 0,0-1 0 0 0,0 0 0 0 0,-1-1 0 0 0,0 0 0 0 0,0 0 0 0 0,0-1 0 0 0,-1 0 0 0 0,0 0 0 0 0,-1-1 0 0 0,0 1 0 0 0,0-1 0 0 0,-1-1-1 0 0,7-16 1 0 0,-7 16 313 0 0,-4 9-313 0 0,0 0 0 0 0,-1 1 0 0 0,1-1 0 0 0,0 0 0 0 0,-1 0 0 0 0,1 0 0 0 0,-1 0 0 0 0,0 0 0 0 0,1 0 0 0 0,-1 0 0 0 0,0 0 0 0 0,1 0 0 0 0,-1 0 0 0 0,0 0 0 0 0,0 0 1 0 0,0 0-1 0 0,0 0 0 0 0,0 0 0 0 0,0 0 0 0 0,0 0 0 0 0,0 0 0 0 0,0 0 0 0 0,-1 0 0 0 0,1 0 0 0 0,0 0 0 0 0,-1 0 0 0 0,1 0 0 0 0,-1 0 0 0 0,1 0 0 0 0,-1 0 0 0 0,1 0 1 0 0,-2-1-1 0 0,-4 3 27 0 0,-14 3-5 0 0,1 1 0 0 0,1 1 0 0 0,-36 15 0 0 0,48-18-47 0 0,0-1 0 0 0,1 1 0 0 0,-1 0-1 0 0,1 1 1 0 0,0-1 0 0 0,0 1 0 0 0,0 0 0 0 0,1 1 0 0 0,-1-1 0 0 0,1 1 0 0 0,0-1 0 0 0,0 1 0 0 0,1 1 0 0 0,-1-1 0 0 0,1 0 0 0 0,1 1 0 0 0,-5 10 0 0 0,7-13-5 0 0,-1-1 0 0 0,1 1 0 0 0,0-1 0 0 0,0 0 1 0 0,0 1-1 0 0,1-1 0 0 0,-1 1 0 0 0,1-1 0 0 0,-1 1 0 0 0,1-1 0 0 0,0 0 0 0 0,0 1 1 0 0,0-1-1 0 0,0 0 0 0 0,0 0 0 0 0,0 0 0 0 0,1 0 0 0 0,-1 0 0 0 0,1 0 0 0 0,0 0 1 0 0,-1 0-1 0 0,1-1 0 0 0,0 1 0 0 0,0 0 0 0 0,0-1 0 0 0,0 0 0 0 0,0 1 0 0 0,0-1 0 0 0,1 0 1 0 0,3 1-1 0 0,9 5 12 0 0,1-1 0 0 0,0-1 1 0 0,22 5-1 0 0,-27-7-9 0 0,10 2-379 0 0,1-1-1 0 0,0 0 1 0 0,1-2-1 0 0,-1-1 1 0 0,0 0 0 0 0,1-2-1 0 0,-1 0 1 0 0,36-8 0 0 0,-25 0-1047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25:44.91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37 22 4432 0 0,'-36'-21'-265'0'0,"57"26"254"0"0,1 1 0 0 0,-1 0 0 0 0,0 2 1 0 0,-1 1-1 0 0,0 0 0 0 0,33 22 0 0 0,-22-11-7 0 0,0 2 0 0 0,-1 2 0 0 0,37 37 0 0 0,-65-59 20 0 0,0 0 0 0 0,-1 0 0 0 0,1 0-1 0 0,0 0 1 0 0,-1 0 0 0 0,1 0 0 0 0,-1 0 0 0 0,0 1-1 0 0,0-1 1 0 0,0 1 0 0 0,0-1 0 0 0,1 4 0 0 0,-2-5 3 0 0,0 0 0 0 0,0 1 0 0 0,0-1 0 0 0,0 0 0 0 0,0 0 0 0 0,0 1-1 0 0,-1-1 1 0 0,1 0 0 0 0,0 0 0 0 0,-1 1 0 0 0,1-1 0 0 0,-1 0 0 0 0,1 0 0 0 0,-1 0 0 0 0,0 0 0 0 0,1 0 0 0 0,-1 0 0 0 0,-1 2 0 0 0,-3 1 12 0 0,1-1 0 0 0,-1 1 0 0 0,0-1 0 0 0,0 0-1 0 0,0 0 1 0 0,-1-1 0 0 0,1 0 0 0 0,-1 0 0 0 0,-8 2 0 0 0,8-2 35 0 0,1 0 0 0 0,-1-1-1 0 0,1 0 1 0 0,-1 0 0 0 0,0-1 0 0 0,0 1 0 0 0,0-1 0 0 0,1-1 0 0 0,-1 1 0 0 0,0-1 0 0 0,-7-1 0 0 0,12 1-37 0 0,0 1 1 0 0,0-1 0 0 0,0 1-1 0 0,-1-1 1 0 0,1 1 0 0 0,0-1-1 0 0,0 0 1 0 0,1 1 0 0 0,-1-1-1 0 0,0 0 1 0 0,0 0 0 0 0,0 0 0 0 0,0 0-1 0 0,1 0 1 0 0,-1 1 0 0 0,0-1-1 0 0,1-1 1 0 0,-1 1 0 0 0,1 0-1 0 0,-1 0 1 0 0,1 0 0 0 0,-1-1-1 0 0,1-1-5 0 0,0 0 0 0 0,0 1-1 0 0,0-1 1 0 0,0 1-1 0 0,1-1 1 0 0,-1 0 0 0 0,1 1-1 0 0,0-1 1 0 0,0 1-1 0 0,-1-1 1 0 0,2 1-1 0 0,-1 0 1 0 0,0-1 0 0 0,2-2-1 0 0,6-8-19 0 0,0 0-1 0 0,1 0 1 0 0,0 1 0 0 0,1 0-1 0 0,1 1 1 0 0,0 1 0 0 0,17-14-1 0 0,101-54-192 0 0,-65 41 21 0 0,-50 31-2017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25:45.79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185 61 3752 0 0,'-6'-35'196'0'0,"4"33"-175"0"0,1 0-1 0 0,-1 0 1 0 0,0 0 0 0 0,1 0-1 0 0,-1 1 1 0 0,0-1-1 0 0,0 1 1 0 0,0 0-1 0 0,0-1 1 0 0,0 1-1 0 0,0 0 1 0 0,-1 0 0 0 0,1 0-1 0 0,0 0 1 0 0,0 1-1 0 0,-5-2 1 0 0,4 2-10 0 0,1 0-7 0 0,0-1-1 0 0,0 1 1 0 0,0 0 0 0 0,0 0-1 0 0,0 0 1 0 0,0 0-1 0 0,0 0 1 0 0,0 0 0 0 0,0 1-1 0 0,0-1 1 0 0,0 1-1 0 0,0-1 1 0 0,0 1 0 0 0,0 0-1 0 0,0 0 1 0 0,-2 1 0 0 0,-34 17 52 0 0,33-16-53 0 0,0 1 0 0 0,0 0-1 0 0,0 0 1 0 0,1 0 0 0 0,-1 1 0 0 0,1 0-1 0 0,0 0 1 0 0,0 0 0 0 0,1 0 0 0 0,-1 1-1 0 0,1-1 1 0 0,0 1 0 0 0,1 0 0 0 0,-4 11-1 0 0,5-14 0 0 0,1 0 0 0 0,0 0 0 0 0,0 0 0 0 0,0 0 0 0 0,0 0 0 0 0,0 0 0 0 0,0 0 0 0 0,1 0 0 0 0,-1 0-1 0 0,1 0 1 0 0,0 0 0 0 0,0 0 0 0 0,0 0 0 0 0,1-1 0 0 0,-1 1 0 0 0,0 0 0 0 0,1-1 0 0 0,0 1-1 0 0,0-1 1 0 0,0 1 0 0 0,0-1 0 0 0,0 0 0 0 0,0 0 0 0 0,0 0 0 0 0,1 0 0 0 0,-1 0 0 0 0,1 0 0 0 0,0-1-1 0 0,-1 1 1 0 0,1-1 0 0 0,6 2 0 0 0,-1 1 4 0 0,1-1 0 0 0,-1 0 0 0 0,1-1-1 0 0,0 0 1 0 0,0 0 0 0 0,0-1 0 0 0,1 0 0 0 0,-1-1 0 0 0,0 1 0 0 0,11-3-1 0 0,5-2 68 0 0,0 0 0 0 0,31-12 0 0 0,23-4 1256 0 0,-77 20-1029 0 0,5 5-208 0 0,-7-4-87 0 0,1-1-1 0 0,0 0 0 0 0,-1 0 1 0 0,1 1-1 0 0,0-1 1 0 0,-1 0-1 0 0,1 1 0 0 0,-1-1 1 0 0,1 1-1 0 0,-1-1 0 0 0,1 0 1 0 0,0 1-1 0 0,-1-1 0 0 0,0 1 1 0 0,1 0-1 0 0,-1-1 0 0 0,1 1 1 0 0,-1-1-1 0 0,0 1 0 0 0,1 0 1 0 0,-1-1-1 0 0,0 1 1 0 0,0 0-1 0 0,1-1 0 0 0,-1 2 1 0 0,0 3-42 0 0,0 0 1 0 0,0-1-1 0 0,1 1 1 0 0,0-1 0 0 0,-1 1-1 0 0,1-1 1 0 0,1 1 0 0 0,-1-1-1 0 0,1 0 1 0 0,0 1-1 0 0,0-1 1 0 0,0 0 0 0 0,0 0-1 0 0,1 0 1 0 0,0-1 0 0 0,0 1-1 0 0,0-1 1 0 0,0 1-1 0 0,0-1 1 0 0,0 0 0 0 0,1 0-1 0 0,0 0 1 0 0,0-1 0 0 0,0 1-1 0 0,0-1 1 0 0,0 0-1 0 0,0 0 1 0 0,0-1 0 0 0,1 1-1 0 0,-1-1 1 0 0,6 1 0 0 0,25 6-2383 0 0,-15-6 1211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25:46.40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42 87 3980 0 0,'-30'-33'14'0'0,"30"32"72"0"0,-9-12 241 0 0,6 5-148 0 0,6 7-123 0 0,35 21-84 0 0,0 1 1 0 0,-2 3-1 0 0,55 46 1 0 0,-69-53 23 0 0,-17-14 6 0 0,-1 1 0 0 0,0-1 0 0 0,-1 1 0 0 0,1 0 0 0 0,-1 0-1 0 0,1 0 1 0 0,-1 0 0 0 0,0 1 0 0 0,-1-1 0 0 0,1 1-1 0 0,2 5 1 0 0,-5-8-1 0 0,1 0 0 0 0,-1 0 0 0 0,0 0 0 0 0,0 0 0 0 0,1 0-1 0 0,-1 0 1 0 0,-1 0 0 0 0,1 0 0 0 0,0 0 0 0 0,0 0 0 0 0,-1 0 0 0 0,1 0 0 0 0,-1 0-1 0 0,0 0 1 0 0,1 0 0 0 0,-1 0 0 0 0,0 0 0 0 0,0-1 0 0 0,0 1 0 0 0,0 0-1 0 0,-1-1 1 0 0,1 1 0 0 0,0-1 0 0 0,-1 1 0 0 0,1-1 0 0 0,-1 1 0 0 0,1-1-1 0 0,-1 0 1 0 0,0 0 0 0 0,-3 2 0 0 0,1 0 30 0 0,-1-1 0 0 0,0 1 0 0 0,0-1 0 0 0,0 1 0 0 0,0-2 0 0 0,-11 4 0 0 0,14-5 67 0 0,2 1-87 0 0,-1-1-1 0 0,0 1 0 0 0,1-1 0 0 0,-1 0 0 0 0,1 1 0 0 0,-1-1 0 0 0,0 0 0 0 0,1 1 0 0 0,-1-1 0 0 0,0 0 0 0 0,1 0 1 0 0,-1 1-1 0 0,0-1 0 0 0,0 0 0 0 0,1 0 0 0 0,-1 0 0 0 0,0 0 0 0 0,0 0 0 0 0,1 0 0 0 0,-1 0 0 0 0,0 0 0 0 0,1 0 1 0 0,-1-1-1 0 0,0 1 0 0 0,0 0 0 0 0,1 0 0 0 0,-1-1 0 0 0,0 1 0 0 0,1 0 0 0 0,-1-1 0 0 0,1 1 0 0 0,-1 0 0 0 0,0-1 1 0 0,1 1-1 0 0,-1-1 0 0 0,1 1 0 0 0,-1-1 0 0 0,1 0 0 0 0,-1 1 0 0 0,1-2 0 0 0,-1 1 4 0 0,0 0 0 0 0,0 0 0 0 0,0-1 0 0 0,0 1 0 0 0,0-1-1 0 0,0 1 1 0 0,1-1 0 0 0,-1 1 0 0 0,1-1 0 0 0,-1 1 0 0 0,1-1 0 0 0,0 1 0 0 0,0-1-1 0 0,-1 0 1 0 0,1 1 0 0 0,0-1 0 0 0,0 1 0 0 0,1-4 0 0 0,4-8-31 0 0,1 0 1 0 0,0 0-1 0 0,1 1 0 0 0,0 0 1 0 0,1 0-1 0 0,0 1 1 0 0,1 0-1 0 0,17-17 0 0 0,91-74-338 0 0,-105 92 326 0 0,-8 7 20 0 0,2-2-36 0 0,0 0 1 0 0,1 0-1 0 0,-1 1 1 0 0,1-1-1 0 0,0 2 1 0 0,11-6-1 0 0,-16 9 22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25:47.31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245 64 3472 0 0,'0'-1'24'0'0,"1"-1"0"0"0,0 0-1 0 0,-1 0 1 0 0,0 0 0 0 0,1 0 0 0 0,-1 0-1 0 0,0 0 1 0 0,0 0 0 0 0,0 0-1 0 0,0 0 1 0 0,0 0 0 0 0,-1 0 0 0 0,1 0-1 0 0,-1 0 1 0 0,1 0 0 0 0,-1 0-1 0 0,0 0 1 0 0,0 1 0 0 0,1-1 0 0 0,-1 0-1 0 0,0 0 1 0 0,-1 1 0 0 0,1-1-1 0 0,0 1 1 0 0,0-1 0 0 0,-1 1 0 0 0,1-1-1 0 0,-1 1 1 0 0,1 0 0 0 0,-1 0-1 0 0,0 0 1 0 0,1 0 0 0 0,-1 0 0 0 0,0 0-1 0 0,0 0 1 0 0,0 0 0 0 0,1 1-1 0 0,-1-1 1 0 0,0 1 0 0 0,0-1 0 0 0,0 1-1 0 0,0 0 1 0 0,-4 0 0 0 0,-3-1 6 0 0,-1 0 0 0 0,0 1 0 0 0,0 1 1 0 0,1-1-1 0 0,-1 2 0 0 0,0-1 1 0 0,-13 5-1 0 0,15-3-25 0 0,1 0 0 0 0,-1 1 0 0 0,0 0 0 0 0,1 0 0 0 0,0 1 0 0 0,0-1 0 0 0,0 2 0 0 0,0-1 0 0 0,1 1 0 0 0,0 0 0 0 0,0 0 0 0 0,-4 8 0 0 0,8-12 0 0 0,0 0-1 0 0,1 0 1 0 0,0 0-1 0 0,-1 1 1 0 0,1-1-1 0 0,0 0 1 0 0,0 1-1 0 0,0-1 0 0 0,1 1 1 0 0,-1-1-1 0 0,0 1 1 0 0,1-1-1 0 0,0 1 1 0 0,-1-1-1 0 0,1 1 1 0 0,0 0-1 0 0,1-1 1 0 0,-1 1-1 0 0,0-1 0 0 0,1 1 1 0 0,-1-1-1 0 0,1 1 1 0 0,0-1-1 0 0,0 1 1 0 0,0-1-1 0 0,0 0 1 0 0,0 1-1 0 0,0-1 1 0 0,1 0-1 0 0,-1 0 0 0 0,1 0 1 0 0,0 0-1 0 0,-1 0 1 0 0,1 0-1 0 0,0 0 1 0 0,0-1-1 0 0,0 1 1 0 0,1-1-1 0 0,-1 1 1 0 0,0-1-1 0 0,4 1 0 0 0,16 10 23 0 0,1-1-1 0 0,1-2 1 0 0,0 0-1 0 0,0-1 1 0 0,1-2-1 0 0,26 4 0 0 0,-6-3-101 0 0,1-3 0 0 0,67-1-1 0 0,-93-4-316 0 0,0 0 0 0 0,0-1-1 0 0,0-2 1 0 0,0 0 0 0 0,22-7 0 0 0,4-5-368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25:48.41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40 44 3528 0 0,'-2'-44'2491'0'0,"1"49"-2490"0"0,-4 64-1 0 0,3 0 0 0 0,7 84 0 0 0,-2-106 16 0 0,1-12-12 0 0,2 0 0 0 0,2 0 0 0 0,13 40-1 0 0,0 1 59 0 0,-21-75-40 0 0,1-1 0 0 0,-1 1 0 0 0,0 0 0 0 0,1 0 0 0 0,-1-1 0 0 0,0 1 0 0 0,0 0 0 0 0,0 0 0 0 0,0 0 0 0 0,0-1 0 0 0,0 1 0 0 0,0 0 0 0 0,0 0 0 0 0,0 0 0 0 0,0-1 1 0 0,0 1-1 0 0,0 0 0 0 0,-1 0 0 0 0,1 0 0 0 0,0-1 0 0 0,-1 1 0 0 0,1 0 0 0 0,0-1 0 0 0,-1 1 0 0 0,1 0 0 0 0,-1-1 0 0 0,1 1 0 0 0,-1 0 0 0 0,1-1 0 0 0,-1 1 0 0 0,0-1 0 0 0,0 1 0 0 0,-1 0-7 0 0,0-1 0 0 0,0 1 0 0 0,0-1-1 0 0,1 0 1 0 0,-1 0 0 0 0,0 0 0 0 0,0 0 0 0 0,0-1 0 0 0,0 1 0 0 0,1 0 0 0 0,-1-1 0 0 0,0 1 0 0 0,0-1 0 0 0,-1 0-1 0 0,-2-1 27 0 0,0 0 0 0 0,0-1 0 0 0,0 1 0 0 0,0-1 0 0 0,1 0 0 0 0,-1 0 0 0 0,1-1 0 0 0,0 1 0 0 0,0-1 0 0 0,-7-8 0 0 0,10 11-32 0 0,0-1 0 0 0,1 1 0 0 0,-1-1-1 0 0,0 0 1 0 0,1 1 0 0 0,-1-1 0 0 0,1 0 0 0 0,0 1 0 0 0,-1-1-1 0 0,1 0 1 0 0,0 1 0 0 0,0-1 0 0 0,0 0 0 0 0,0 0 0 0 0,1 1 0 0 0,-1-1-1 0 0,0 0 1 0 0,1 1 0 0 0,-1-1 0 0 0,1 0 0 0 0,-1 1 0 0 0,1-1-1 0 0,0 0 1 0 0,1-1 0 0 0,1-1-1 0 0,0 0 0 0 0,0 1 0 0 0,1-1 1 0 0,-1 1-1 0 0,1 0 0 0 0,0 0 0 0 0,0 0 0 0 0,0 1 0 0 0,5-3 0 0 0,4-1-1 0 0,1 0 0 0 0,0 1-1 0 0,0 0 1 0 0,0 1 0 0 0,21-3 0 0 0,-22 6-9 0 0,0 2 1 0 0,-1-1 0 0 0,1 1 0 0 0,0 1-1 0 0,-1 0 1 0 0,0 1 0 0 0,1 0-1 0 0,-1 1 1 0 0,0 1 0 0 0,21 10-1 0 0,-16-6-8 0 0,0 1-1 0 0,-1 0 1 0 0,0 2-1 0 0,0-1 0 0 0,-1 2 1 0 0,18 19-1 0 0,-24-23-20 0 0,-2-1-457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25:48.85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215 0 4808 0 0,'0'0'-137'0'0,"2"4"-724"0"0,0 0 859 0 0,0 0-1 0 0,0 0 1 0 0,0 0 0 0 0,0 0 0 0 0,1 0 0 0 0,0 0 0 0 0,0 0 0 0 0,0-1 0 0 0,0 0-1 0 0,1 1 1 0 0,-1-1 0 0 0,1-1 0 0 0,-1 1 0 0 0,1 0 0 0 0,8 3 0 0 0,-3-2 15 0 0,0-1 0 0 0,1 0 0 0 0,-1 0 0 0 0,1-1 1 0 0,0 0-1 0 0,-1 0 0 0 0,13-1 0 0 0,3-1 30 0 0,0 0 1 0 0,0-2-1 0 0,-1-2 0 0 0,1 0 0 0 0,32-10 0 0 0,79-35 1562 0 0,-134 49-1179 0 0,-2 0-422 0 0,1 0 1 0 0,-1 1-1 0 0,1-1 1 0 0,-1 0-1 0 0,0 0 1 0 0,1 1-1 0 0,-1-1 1 0 0,0 0-1 0 0,0 1 1 0 0,1-1-1 0 0,-1 1 1 0 0,0-1-1 0 0,0 0 1 0 0,1 1-1 0 0,-1-1 1 0 0,0 1-1 0 0,0-1 1 0 0,0 0-1 0 0,0 1 1 0 0,0-1-1 0 0,0 1 1 0 0,0-1-1 0 0,1 1 1 0 0,-1-1-1 0 0,0 1 1 0 0,-1-1-1 0 0,1 0 1 0 0,0 1-1 0 0,0-1 1 0 0,0 1-1 0 0,0-1 1 0 0,0 1 0 0 0,0-1-1 0 0,0 0 1 0 0,-1 1-1 0 0,1-1 1 0 0,0 1-1 0 0,0-1 1 0 0,-1 0-1 0 0,1 1 1 0 0,0-1-1 0 0,-1 0 1 0 0,1 1-1 0 0,0-1 1 0 0,-1 0-1 0 0,1 1 1 0 0,-13 21 56 0 0,12-21-58 0 0,-79 94 69 0 0,-5-4 0 0 0,-3-3 1 0 0,-4-5-1 0 0,-4-3 0 0 0,-114 72 1 0 0,195-144-246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25:49.71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24 198 4524 0 0,'0'0'-77'0'0,"-16"-3"120"0"0,9 0 325 0 0,11 1 110 0 0,130-9-442 0 0,155 7-1 0 0,-171 5-11 0 0,-97-1-11 0 0,96-4 415 0 0,-116 4-415 0 0,0 0-1 0 0,0 0 1 0 0,-1 0 0 0 0,1 0 0 0 0,0 0 0 0 0,0 0-1 0 0,0 0 1 0 0,-1-1 0 0 0,1 1 0 0 0,0 0 0 0 0,0 0-1 0 0,-1-1 1 0 0,1 1 0 0 0,0 0 0 0 0,-1-1 0 0 0,1 1-1 0 0,0-1 1 0 0,-1 1 0 0 0,1-1 0 0 0,0 1 0 0 0,-1-1-1 0 0,1 1 1 0 0,-1-1 0 0 0,1 0 0 0 0,-1 1 0 0 0,0-1-1 0 0,1 0 1 0 0,-1 1 0 0 0,1-1 0 0 0,-1 0 0 0 0,1-1-1 0 0,-2 0-7 0 0,1 1-1 0 0,-1-1 1 0 0,1 0-1 0 0,-1 1 0 0 0,1-1 1 0 0,-1 0-1 0 0,0 1 0 0 0,0-1 1 0 0,0 1-1 0 0,1-1 1 0 0,-2 1-1 0 0,1-1 0 0 0,-2-1 1 0 0,-51-44-238 0 0,49 43 223 0 0,-15-9-51 0 0,0 1 0 0 0,0 1 0 0 0,-1 1 0 0 0,-38-14 0 0 0,43 18 13 0 0,-11 0-33 0 0,39 19 58 0 0,38 21 16 0 0,-26-22 17 0 0,8 3-15 0 0,-1 1 1 0 0,0 2-1 0 0,-1 1 0 0 0,-1 1 1 0 0,37 35-1 0 0,-65-54 9 0 0,-1 0 0 0 0,1 0 0 0 0,0 0 0 0 0,-1-1 0 0 0,0 1 0 0 0,1 0 0 0 0,-1 0 0 0 0,1 0 0 0 0,-1 1 0 0 0,0-1 0 0 0,0 0 0 0 0,1 0 0 0 0,-1 0 1 0 0,0 0-1 0 0,0 0 0 0 0,0 0 0 0 0,0 0 0 0 0,0 0 0 0 0,-1 0 0 0 0,1 0 0 0 0,0 0 0 0 0,0 0 0 0 0,-1 0 0 0 0,1 0 0 0 0,-1 0 0 0 0,1 0 0 0 0,-1 0 0 0 0,1 0 0 0 0,-1 0 0 0 0,1 0 0 0 0,-1 0 0 0 0,0 0 0 0 0,0-1 0 0 0,1 1 1 0 0,-1 0-1 0 0,0-1 0 0 0,0 1 0 0 0,0 0 0 0 0,0-1 0 0 0,0 1 0 0 0,0-1 0 0 0,0 1 0 0 0,-1 0 0 0 0,-46 21 65 0 0,12-10-1007 0 0,-1-2-1 0 0,-61 10 1 0 0,83-17-256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25:50.72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363 31 4156 0 0,'0'0'-94'0'0,"-22"-25"-280"0"0,16 23 366 0 0,-1 1-1 0 0,1 0 0 0 0,-1 0 1 0 0,0 1-1 0 0,1 0 0 0 0,-1 0 0 0 0,0 0 1 0 0,0 1-1 0 0,1 0 0 0 0,-1 1 1 0 0,1-1-1 0 0,-1 1 0 0 0,1 0 1 0 0,0 1-1 0 0,-10 5 0 0 0,-13 7-68 0 0,-51 36-1 0 0,64-40 72 0 0,6-3 15 0 0,0-1-1 0 0,0 2 0 0 0,1-1 1 0 0,0 1-1 0 0,0 1 0 0 0,1-1 1 0 0,1 1-1 0 0,-7 12 0 0 0,12-19-5 0 0,0 0 1 0 0,0 0-1 0 0,0 1 0 0 0,1-1 0 0 0,-1 1 0 0 0,1-1 0 0 0,0 1 1 0 0,0-1-1 0 0,1 1 0 0 0,-1 0 0 0 0,1-1 0 0 0,0 1 0 0 0,-1 0 1 0 0,2 0-1 0 0,-1-1 0 0 0,0 1 0 0 0,1 0 0 0 0,0-1 0 0 0,-1 1 0 0 0,1-1 1 0 0,1 1-1 0 0,-1-1 0 0 0,1 1 0 0 0,-1-1 0 0 0,1 0 0 0 0,0 0 1 0 0,0 1-1 0 0,0-1 0 0 0,1-1 0 0 0,-1 1 0 0 0,5 4 0 0 0,7 4 18 0 0,0-1-1 0 0,1 0 1 0 0,0-1-1 0 0,1-1 0 0 0,0 0 1 0 0,0-2-1 0 0,1 1 1 0 0,0-2-1 0 0,21 5 0 0 0,27 2 34 0 0,70 5 0 0 0,-133-17-52 0 0,62 6 312 0 0,0-2 1 0 0,0-4-1 0 0,103-12 1 0 0,-145 6 244 0 0,-22 6-550 0 0,1-1 1 0 0,-1 1 0 0 0,0 0-1 0 0,1 0 1 0 0,-1 0 0 0 0,1-1-1 0 0,-1 1 1 0 0,0 0 0 0 0,0-1-1 0 0,1 1 1 0 0,-1 0 0 0 0,0-1-1 0 0,1 1 1 0 0,-1-1 0 0 0,0 1-1 0 0,0 0 1 0 0,0-1 0 0 0,0 1-1 0 0,1-1 1 0 0,-1 1 0 0 0,0 0-1 0 0,0-1 1 0 0,0 1 0 0 0,0-1-1 0 0,0 1 1 0 0,0-1 0 0 0,0 1 0 0 0,0 0-1 0 0,0-1 1 0 0,0 0 0 0 0,-1-1-78 0 0,-22-14-2986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25:51.46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 99 3660 0 0,'-11'-4'-597'0'0,"11"3"598"0"0,0 1 0 0 0,0 0 0 0 0,0 0 0 0 0,0 0-1 0 0,0 0 1 0 0,0 0 0 0 0,1 0 0 0 0,-1 0 0 0 0,0 0 0 0 0,0-1-1 0 0,0 1 1 0 0,0 0 0 0 0,0 0 0 0 0,0 0 0 0 0,0 0-1 0 0,0 0 1 0 0,0 0 0 0 0,0-1 0 0 0,0 1 0 0 0,0 0 0 0 0,0 0-1 0 0,0 0 1 0 0,0 0 0 0 0,0 0 0 0 0,0 0 0 0 0,0-1-1 0 0,0 1 1 0 0,0 0 0 0 0,0 0 0 0 0,0 0 0 0 0,0 0-1 0 0,0 0 1 0 0,0 0 0 0 0,0-1 0 0 0,0 1 0 0 0,-1 0 0 0 0,1 0-1 0 0,0 0 1 0 0,0 0 0 0 0,0 0 0 0 0,0 0 0 0 0,36 1 36 0 0,0 2 1 0 0,0 2-1 0 0,-1 1 1 0 0,0 2-1 0 0,0 1 1 0 0,0 2 0 0 0,-2 1-1 0 0,1 2 1 0 0,-1 1-1 0 0,-1 2 1 0 0,-1 1-1 0 0,-1 1 1 0 0,0 2-1 0 0,44 39 1 0 0,-72-58-31 0 0,0 0 0 0 0,0 0 0 0 0,1 0 0 0 0,-2 0 0 0 0,1 0 0 0 0,0 1 0 0 0,0-1 0 0 0,-1 1 1 0 0,1-1-1 0 0,-1 1 0 0 0,0-1 0 0 0,1 1 0 0 0,-1 0 0 0 0,-1-1 0 0 0,1 1 0 0 0,0 0 0 0 0,-1 0 0 0 0,1 0 0 0 0,-1 0 0 0 0,0 0 0 0 0,0 0 0 0 0,-1 4 0 0 0,0-4 5 0 0,0-1-1 0 0,-1 1 1 0 0,0-1-1 0 0,0 0 1 0 0,1 0-1 0 0,-1 1 0 0 0,0-1 1 0 0,-1-1-1 0 0,1 1 1 0 0,0 0-1 0 0,-1 0 1 0 0,1-1-1 0 0,-1 1 0 0 0,1-1 1 0 0,-1 0-1 0 0,0 0 1 0 0,1 0-1 0 0,-1 0 1 0 0,0 0-1 0 0,0-1 0 0 0,0 1 1 0 0,1-1-1 0 0,-4 0 1 0 0,-3 2 76 0 0,0-1 0 0 0,0-1 0 0 0,0 0 0 0 0,0 0 0 0 0,0 0 0 0 0,1-1 0 0 0,-1-1 0 0 0,0 1 0 0 0,0-1 0 0 0,1-1 0 0 0,-12-4 0 0 0,17 5-68 0 0,1 1 0 0 0,-1 0 0 0 0,1-1-1 0 0,-1 1 1 0 0,1-1 0 0 0,0 0 0 0 0,0 0 0 0 0,0 0 0 0 0,0 0-1 0 0,0 0 1 0 0,1 0 0 0 0,-1-1 0 0 0,0 1 0 0 0,1-1 0 0 0,0 1 0 0 0,0-1-1 0 0,-1 1 1 0 0,1-1 0 0 0,1 0 0 0 0,-1 1 0 0 0,0-1 0 0 0,1 0-1 0 0,-1 0 1 0 0,1 0 0 0 0,0 1 0 0 0,0-1 0 0 0,0 0 0 0 0,1 0-1 0 0,-1 0 1 0 0,0 1 0 0 0,1-1 0 0 0,0 0 0 0 0,0 0 0 0 0,0 1 0 0 0,0-1-1 0 0,0 1 1 0 0,0-1 0 0 0,3-3 0 0 0,6-13 19 0 0,2 0 0 0 0,0 0 0 0 0,1 1 0 0 0,0 1 0 0 0,2 0 1 0 0,0 1-1 0 0,21-17 0 0 0,-13 13-22 0 0,2 1 0 0 0,0 1-1 0 0,1 2 1 0 0,45-22 0 0 0,-32 11-99 0 0,-38 26 96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25:52.94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92 147 4256 0 0,'0'0'-262'0'0,"-9"2"-30"0"0,7 0 153 0 0,10-2-704 0 0,13-2 845 0 0,1-1 0 0 0,-1-1 1 0 0,29-10-1 0 0,-44 13 25 0 0,0-1-1 0 0,0 0 0 0 0,0-1 1 0 0,0 1-1 0 0,0-1 1 0 0,-1-1-1 0 0,1 1 1 0 0,-1-1-1 0 0,0 0 1 0 0,0 0-1 0 0,0 0 0 0 0,0-1 1 0 0,-1 1-1 0 0,0-1 1 0 0,0 0-1 0 0,0-1 1 0 0,5-9-1 0 0,-8 13-20 0 0,-1 1 0 0 0,0-1 0 0 0,1 1 0 0 0,-1 0 0 0 0,0-1 0 0 0,0 1 0 0 0,0-1 0 0 0,0 1 0 0 0,0-1 0 0 0,0 1 0 0 0,-1 0 0 0 0,1-1 0 0 0,0 1 0 0 0,-1-1 1 0 0,1 1-1 0 0,-1 0 0 0 0,1 0 0 0 0,-1-1 0 0 0,0 1 0 0 0,0 0 0 0 0,1 0 0 0 0,-1 0 0 0 0,0-1 0 0 0,0 1 0 0 0,0 0 0 0 0,0 0 0 0 0,0 0 0 0 0,0 1 0 0 0,-1-1 0 0 0,1 0 0 0 0,0 0 0 0 0,0 1 0 0 0,-1-1 0 0 0,1 1 0 0 0,0-1 0 0 0,-1 1 0 0 0,1-1 0 0 0,-2 1 0 0 0,-3-2 3 0 0,0 0-1 0 0,0 1 0 0 0,0-1 1 0 0,0 2-1 0 0,-1-1 0 0 0,-7 1 0 0 0,1 1-5 0 0,0 2 1 0 0,0-1-1 0 0,0 2 0 0 0,1 0 0 0 0,-1 0 0 0 0,1 2 1 0 0,0-1-1 0 0,0 1 0 0 0,1 1 0 0 0,0 0 0 0 0,0 1 0 0 0,0 0 1 0 0,1 0-1 0 0,0 1 0 0 0,1 0 0 0 0,-10 13 0 0 0,17-20 6 0 0,0 0-1 0 0,1 1 1 0 0,-1-1 0 0 0,1 1-1 0 0,-1-1 1 0 0,1 1-1 0 0,0-1 1 0 0,0 1-1 0 0,0 0 1 0 0,0 0 0 0 0,0-1-1 0 0,0 1 1 0 0,1 0-1 0 0,0 0 1 0 0,-1 0-1 0 0,1 0 1 0 0,0 0-1 0 0,1-1 1 0 0,-1 1 0 0 0,0 0-1 0 0,1 0 1 0 0,1 4-1 0 0,0-3 5 0 0,0-1 1 0 0,0 1-1 0 0,1 0 0 0 0,-1-1 0 0 0,1 0 0 0 0,0 1 1 0 0,0-1-1 0 0,0 0 0 0 0,1-1 0 0 0,-1 1 0 0 0,1 0 1 0 0,0-1-1 0 0,4 3 0 0 0,14 5 30 0 0,-1-1 1 0 0,2-1-1 0 0,-1-1 1 0 0,28 5-1 0 0,-47-12-42 0 0,23 7-156 0 0,0-2-1 0 0,1-1 0 0 0,0-1 0 0 0,0-1 1 0 0,-1-1-1 0 0,1-1 0 0 0,0-2 0 0 0,0-1 0 0 0,0-1 1 0 0,48-14-1 0 0,-44 6-427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25:54.22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238 363 3204 0 0,'0'0'-44'0'0,"-1"-14"133"0"0,-2 12-78 0 0,1 0 1 0 0,-1 0-1 0 0,1 0 0 0 0,-1 0 0 0 0,0 1 1 0 0,0 0-1 0 0,0-1 0 0 0,1 1 1 0 0,-1 0-1 0 0,0 1 0 0 0,-1-1 0 0 0,1 0 1 0 0,0 1-1 0 0,0-1 0 0 0,0 1 0 0 0,0 0 1 0 0,0 0-1 0 0,0 1 0 0 0,0-1 1 0 0,-1 1-1 0 0,1-1 0 0 0,-5 3 0 0 0,-3-1-1 0 0,0 2 0 0 0,0 0 0 0 0,0 0 0 0 0,0 1 0 0 0,-9 6 0 0 0,9-5 8 0 0,0 1 0 0 0,0-1-1 0 0,1 2 1 0 0,1 0-1 0 0,-1 0 1 0 0,-14 17 0 0 0,24-24-13 0 0,-1 0 0 0 0,1 0 0 0 0,-1-1 1 0 0,1 1-1 0 0,0 0 0 0 0,0 0 0 0 0,-1 0 0 0 0,1 0 1 0 0,0 0-1 0 0,0 0 0 0 0,0 0 0 0 0,0 0 0 0 0,0 0 1 0 0,0 0-1 0 0,1 0 0 0 0,-1 0 0 0 0,0 0 1 0 0,0 0-1 0 0,1 0 0 0 0,-1 0 0 0 0,0 0 0 0 0,1-1 1 0 0,-1 1-1 0 0,1 0 0 0 0,-1 0 0 0 0,1 0 0 0 0,0-1 1 0 0,-1 1-1 0 0,1 0 0 0 0,0-1 0 0 0,-1 1 1 0 0,1 0-1 0 0,0-1 0 0 0,0 1 0 0 0,0-1 0 0 0,-1 1 1 0 0,1-1-1 0 0,0 1 0 0 0,0-1 0 0 0,1 1 0 0 0,36 13 130 0 0,-27-13-35 0 0,1-1 0 0 0,0 0-1 0 0,0-1 1 0 0,0 0 0 0 0,-1-1 0 0 0,1 0-1 0 0,-1-1 1 0 0,0 0 0 0 0,1-1-1 0 0,-1 0 1 0 0,-1-1 0 0 0,1 0-1 0 0,-1-1 1 0 0,16-11 0 0 0,-24 16 265 0 0,-2 4-339 0 0,2 13-7 0 0,-2-12-14 0 0,0 0 0 0 0,0-1 1 0 0,0 1-1 0 0,1 0 0 0 0,-1 0 0 0 0,1 0 0 0 0,0-1 1 0 0,0 1-1 0 0,1 0 0 0 0,-1-1 0 0 0,1 1 0 0 0,0-1 1 0 0,0 0-1 0 0,0 1 0 0 0,0-1 0 0 0,0 0 0 0 0,1 0 0 0 0,-1 0 1 0 0,1-1-1 0 0,0 1 0 0 0,0-1 0 0 0,0 1 0 0 0,5 2 1 0 0,5 3 8 0 0,1 0 0 0 0,0-1 0 0 0,1-1 0 0 0,0 0 0 0 0,-1-1 1 0 0,2 0-1 0 0,28 4 0 0 0,-39-9 1 0 0,1 1 0 0 0,0-1 0 0 0,-1 0 0 0 0,1 0 0 0 0,0-1 0 0 0,-1 0 0 0 0,1 0 0 0 0,-1 0 0 0 0,1 0 0 0 0,-1-1 0 0 0,0 0-1 0 0,1 0 1 0 0,-1-1 0 0 0,0 1 0 0 0,0-1 0 0 0,-1 0 0 0 0,1 0 0 0 0,-1-1 0 0 0,1 0 0 0 0,-1 1 0 0 0,0-1 0 0 0,0-1 0 0 0,-1 1 0 0 0,7-9 0 0 0,-3-1 5 0 0,-1 1-1 0 0,0-1 1 0 0,0 0 0 0 0,-1-1 0 0 0,-1 1 0 0 0,-1-1-1 0 0,0 0 1 0 0,-1 0 0 0 0,0 0 0 0 0,-1-29-1 0 0,-4-12 306 0 0,-15-86 0 0 0,16 128-218 0 0,-4-16 154 0 0,-2-37 251 0 0,8 44-568 0 0,-1 43 42 0 0,2 50 12 0 0,3-16-8 0 0,-3-14 13 0 0,2 1 0 0 0,2-1 0 0 0,2 0 1 0 0,16 54-1 0 0,-20-84-1 0 0,1 0 1 0 0,0 0-1 0 0,0-1 0 0 0,1 0 1 0 0,1 0-1 0 0,-1 0 1 0 0,1-1-1 0 0,1 1 0 0 0,0-1 1 0 0,0-1-1 0 0,0 1 0 0 0,1-1 1 0 0,0-1-1 0 0,0 0 0 0 0,1 0 1 0 0,0 0-1 0 0,0-1 1 0 0,0 0-1 0 0,1-1 0 0 0,-1 0 1 0 0,1-1-1 0 0,13 4 0 0 0,-8-4 6 0 0,1 0 0 0 0,0-1 0 0 0,-1-1 0 0 0,1 0 0 0 0,0-1 0 0 0,0-1 0 0 0,0-1 0 0 0,0 0 0 0 0,-1-1 0 0 0,27-8-1 0 0,-33 8 2 0 0,0 0-1 0 0,0-1 1 0 0,-1 0-1 0 0,1-1 1 0 0,-1 0-1 0 0,0 0 1 0 0,0-1-1 0 0,-1 0 0 0 0,1 0 1 0 0,-1-1-1 0 0,-1 0 1 0 0,1 0-1 0 0,-1 0 1 0 0,-1-1-1 0 0,1 0 0 0 0,-1 0 1 0 0,-1 0-1 0 0,7-15 1 0 0,-11 21-9 0 0,1 1 0 0 0,-1 0-1 0 0,1 0 1 0 0,-1 0 0 0 0,0 0 0 0 0,0 0 0 0 0,1 0 0 0 0,-1 0 0 0 0,0 0 0 0 0,0-1 0 0 0,0 1 0 0 0,0 0 0 0 0,0 0-1 0 0,-1 0 1 0 0,1 0 0 0 0,0 0 0 0 0,-1-1 0 0 0,1 1 0 0 0,0 0 0 0 0,-1 0 0 0 0,1 0 0 0 0,-1 0 0 0 0,1 0-1 0 0,-1 0 1 0 0,0 0 0 0 0,0 1 0 0 0,1-1 0 0 0,-1 0 0 0 0,0 0 0 0 0,0 0 0 0 0,0 1 0 0 0,0-1 0 0 0,0 0-1 0 0,0 1 1 0 0,0-1 0 0 0,0 1 0 0 0,0-1 0 0 0,0 1 0 0 0,0 0 0 0 0,0-1 0 0 0,0 1 0 0 0,0 0 0 0 0,0 0-1 0 0,0-1 1 0 0,-1 1 0 0 0,1 0 0 0 0,-2 1 0 0 0,0-1-3 0 0,0 0 0 0 0,0 0 0 0 0,0 0 0 0 0,0 1-1 0 0,0-1 1 0 0,0 1 0 0 0,1 0 0 0 0,-1 0 0 0 0,0 0 0 0 0,0 0-1 0 0,1 0 1 0 0,-1 1 0 0 0,0-1 0 0 0,1 1 0 0 0,0 0 0 0 0,-1-1 0 0 0,1 1-1 0 0,0 1 1 0 0,0-1 0 0 0,0 0 0 0 0,0 0 0 0 0,0 1 0 0 0,1-1-1 0 0,-3 4 1 0 0,3-4 1 0 0,-1 0-1 0 0,1 0 1 0 0,0-1 0 0 0,0 1-1 0 0,0 0 1 0 0,0 0-1 0 0,1 0 1 0 0,-1 0-1 0 0,0 1 1 0 0,1-1 0 0 0,0 0-1 0 0,-1 0 1 0 0,1 0-1 0 0,0 0 1 0 0,0 0-1 0 0,0 1 1 0 0,0-1-1 0 0,1 0 1 0 0,-1 0 0 0 0,0 0-1 0 0,1 0 1 0 0,0 0-1 0 0,-1 0 1 0 0,1 0-1 0 0,0 0 1 0 0,0 0 0 0 0,0 0-1 0 0,0 0 1 0 0,1 0-1 0 0,-1-1 1 0 0,2 3-1 0 0,8 3-153 0 0,-1 0-1 0 0,1-1 0 0 0,1 0 1 0 0,-1-1-1 0 0,1 0 1 0 0,0-1-1 0 0,0 0 0 0 0,0-1 1 0 0,0-1-1 0 0,1 1 0 0 0,-1-2 1 0 0,22 0-1 0 0,-14-1-202 0 0,-1-1-1 0 0,1-1 1 0 0,-1-1 0 0 0,1 0-1 0 0,-1-2 1 0 0,0 0 0 0 0,24-11-1 0 0,-20 4-1252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25:54.55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53 4800 0 0,'0'0'-68'0'0,"26"-8"-362"0"0,274-18 277 0 0,-95 13-1363 0 0,-169 10 670 0 0,0 1 203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25:55.61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136 151 2380 0 0,'-26'-34'180'0'0,"13"16"499"0"0,-1 0 1 0 0,-23-22-1 0 0,25 22 118 0 0,11 16-741 0 0,1 0 0 0 0,-1 1 0 0 0,0-1 0 0 0,0 1 0 0 0,0-1 0 0 0,0 1 0 0 0,0-1 0 0 0,0 1 0 0 0,-1-1 0 0 0,1 1 0 0 0,0 0 0 0 0,-1 0 0 0 0,1 0 0 0 0,-3-2 0 0 0,-5 28-31 0 0,7-15-22 0 0,0 1-1 0 0,1 1 1 0 0,1-1 0 0 0,0 0 0 0 0,0 0 0 0 0,1 0-1 0 0,1 0 1 0 0,4 20 0 0 0,2 10 7 0 0,6 40 9 0 0,5 0-1 0 0,38 105 1 0 0,-32-109 11 0 0,-18-51-54 0 0,-6-25 97 0 0,-1 0 0 0 0,1-1 0 0 0,-1 1 0 0 0,0-1-1 0 0,1 1 1 0 0,-1 0 0 0 0,0-1 0 0 0,0 1 0 0 0,0 0 0 0 0,1 0-1 0 0,-1-1 1 0 0,0 1 0 0 0,0 0 0 0 0,0-1 0 0 0,0 1 0 0 0,0 0-1 0 0,0 0 1 0 0,0-1 0 0 0,-1 1 0 0 0,1 0 0 0 0,0-1 0 0 0,0 1-1 0 0,0 0 1 0 0,-1-1 0 0 0,1 1 0 0 0,0 0 0 0 0,-1-1 0 0 0,0 2-1 0 0,-3-4-43 0 0,1 1 0 0 0,-1-1-1 0 0,0 0 1 0 0,1 0 0 0 0,-1 0-1 0 0,1 0 1 0 0,0-1-1 0 0,0 0 1 0 0,0 1 0 0 0,0-1-1 0 0,0 0 1 0 0,1 0 0 0 0,-1-1-1 0 0,1 1 1 0 0,0 0-1 0 0,0-1 1 0 0,0 1 0 0 0,0-1-1 0 0,1 0 1 0 0,-1 0 0 0 0,1 0-1 0 0,0 1 1 0 0,0-1-1 0 0,1 0 1 0 0,-1 0 0 0 0,1 0-1 0 0,0 0 1 0 0,0-1 0 0 0,0 1-1 0 0,1-5 1 0 0,0 3-29 0 0,0 1 0 0 0,1 0-1 0 0,0-1 1 0 0,0 1 0 0 0,0 0 0 0 0,1 0 0 0 0,-1 0 0 0 0,1 0 0 0 0,0 1-1 0 0,1-1 1 0 0,-1 1 0 0 0,1-1 0 0 0,0 1 0 0 0,0 1 0 0 0,0-1 0 0 0,0 0-1 0 0,1 1 1 0 0,-1 0 0 0 0,1 0 0 0 0,0 0 0 0 0,0 1 0 0 0,0 0 0 0 0,1 0-1 0 0,-1 0 1 0 0,0 0 0 0 0,1 1 0 0 0,-1 0 0 0 0,1 0 0 0 0,-1 0 0 0 0,1 1-1 0 0,0 0 1 0 0,6 0 0 0 0,3 1-16 0 0,0 0 1 0 0,0 1-1 0 0,1 1 0 0 0,-2 0 1 0 0,1 1-1 0 0,0 0 0 0 0,-1 2 1 0 0,0-1-1 0 0,0 2 0 0 0,23 14 1 0 0,-5 2-13 0 0,-1 2 1 0 0,-2 2-1 0 0,32 34 0 0 0,-43-37-207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25:55.77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45 5885 0 0,'0'-43'-25'0'0,"0"41"54"0"0,2 7-21 0 0,7 14 83 0 0,1-1 1 0 0,18 26 0 0 0,-16-28-910 0 0,-1 2-1 0 0,-1-1 1 0 0,9 23 0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25:55.95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42 120 4132 0 0,'-6'-23'605'0'0,"0"0"0"0"0,-1 1 0 0 0,-12-24-1 0 0,15 41-108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25:56.50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92 97 4652 0 0,'-10'5'-411'0'0,"10"-5"415"0"0,0 0-1 0 0,0 0 1 0 0,0 0 0 0 0,0 0 0 0 0,-1 0-1 0 0,1 0 1 0 0,0 0 0 0 0,0 0-1 0 0,0 0 1 0 0,0 0 0 0 0,-1 0-1 0 0,1 0 1 0 0,0 0 0 0 0,0 0 0 0 0,0 0-1 0 0,0 0 1 0 0,0 0 0 0 0,-1 0-1 0 0,1 1 1 0 0,0-1 0 0 0,0 0 0 0 0,0 0-1 0 0,0 0 1 0 0,0 0 0 0 0,0 0-1 0 0,-1 0 1 0 0,1 0 0 0 0,0 1-1 0 0,0-1 1 0 0,0 0 0 0 0,0 0 0 0 0,0 0-1 0 0,0 0 1 0 0,0 0 0 0 0,0 1-1 0 0,0-1 1 0 0,0 0 0 0 0,0 0-1 0 0,0 0 1 0 0,0 0 0 0 0,0 1 0 0 0,0-1-1 0 0,0 0 1 0 0,0 0 0 0 0,0 0-1 0 0,0 0 1 0 0,0 0 0 0 0,0 1 0 0 0,0-1-1 0 0,0 0 1 0 0,0 0 0 0 0,0 0-1 0 0,0 0 1 0 0,0 0 0 0 0,0 1-1 0 0,0-1 1 0 0,0 0 0 0 0,1 0 0 0 0,-1 0-1 0 0,0 0 1 0 0,0 0 0 0 0,0 1-1 0 0,17 3 16 0 0,-8-4 0 0 0,8-3 2 0 0,-1-1 1 0 0,0-1-1 0 0,27-11 0 0 0,-38 13-6 0 0,-1 0-1 0 0,1 0 0 0 0,-1 0 1 0 0,0 0-1 0 0,0-1 1 0 0,0 0-1 0 0,0 0 0 0 0,-1 0 1 0 0,4-6-1 0 0,-6 10-11 0 0,0-1 1 0 0,0 0-1 0 0,-1 0 0 0 0,1 0 0 0 0,-1 1 0 0 0,1-1 1 0 0,-1 0-1 0 0,1 0 0 0 0,-1 0 0 0 0,1 0 1 0 0,-1 0-1 0 0,0 0 0 0 0,0 0 0 0 0,1 0 1 0 0,-1 0-1 0 0,0 0 0 0 0,0 0 0 0 0,0 0 0 0 0,0 0 1 0 0,0 0-1 0 0,0 0 0 0 0,-1 0 0 0 0,1 0 1 0 0,0 0-1 0 0,0 0 0 0 0,-1 0 0 0 0,1 0 0 0 0,0 0 1 0 0,-1 0-1 0 0,1 0 0 0 0,-1 1 0 0 0,0-1 1 0 0,1 0-1 0 0,-1 0 0 0 0,1 0 0 0 0,-1 1 1 0 0,0-1-1 0 0,0 0 0 0 0,1 1 0 0 0,-2-2 0 0 0,-1 1-1 0 0,1 0 0 0 0,-1 0 0 0 0,1 0 0 0 0,-1 1 0 0 0,1-1 0 0 0,-1 0-1 0 0,1 1 1 0 0,-1 0 0 0 0,0 0 0 0 0,1-1 0 0 0,-1 2 0 0 0,0-1-1 0 0,1 0 1 0 0,-1 0 0 0 0,0 1 0 0 0,1 0 0 0 0,-1-1 0 0 0,-2 2-1 0 0,-15 6-1 0 0,0 0 0 0 0,1 1-1 0 0,-25 17 1 0 0,36-21 0 0 0,1-1 0 0 0,1 2-1 0 0,-1-1 1 0 0,1 1 0 0 0,0 0 0 0 0,0 0-1 0 0,0 1 1 0 0,1-1 0 0 0,0 1 0 0 0,0 0-1 0 0,1 1 1 0 0,-4 8 0 0 0,7-14 2 0 0,1 0 0 0 0,-1 0 0 0 0,1 0 1 0 0,-1 1-1 0 0,1-1 0 0 0,0 0 0 0 0,-1 1 0 0 0,1-1 1 0 0,1 0-1 0 0,-1 0 0 0 0,0 1 0 0 0,0-1 0 0 0,1 0 1 0 0,-1 0-1 0 0,1 0 0 0 0,0 1 0 0 0,0-1 1 0 0,0 0-1 0 0,0 0 0 0 0,0 0 0 0 0,0 0 0 0 0,2 2 1 0 0,0 0 3 0 0,1 0 0 0 0,1 0 1 0 0,-1 0-1 0 0,0 0 0 0 0,1-1 1 0 0,0 1-1 0 0,0-1 1 0 0,8 4-1 0 0,6 1 6 0 0,0-1 0 0 0,1 0 0 0 0,38 7 0 0 0,-43-12-351 0 0,0 0-1 0 0,1-1 1 0 0,-1-1-1 0 0,0-1 0 0 0,1 0 1 0 0,-1-1-1 0 0,30-7 1 0 0,-13 0-149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25:57.11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47 20 3048 0 0,'-45'-19'162'0'0,"43"18"18"0"0,9 3-182 0 0,6 2-2 0 0,1 0-1 0 0,-1 1 1 0 0,0 0-1 0 0,0 1 0 0 0,0 1 1 0 0,19 13-1 0 0,1 2-11 0 0,-1-2 19 0 0,-1 2 1 0 0,33 30-1 0 0,-16-13 1 0 0,-45-37 2 0 0,-1 0 1 0 0,1 0 0 0 0,0 1-1 0 0,-1-1 1 0 0,1 1 0 0 0,-1 0-1 0 0,0-1 1 0 0,0 1-1 0 0,0 0 1 0 0,0 0 0 0 0,-1 0-1 0 0,1 1 1 0 0,2 5 0 0 0,-5-7-4 0 0,1-1-1 0 0,0 1 1 0 0,0-1 0 0 0,0 1 0 0 0,-1-1 0 0 0,1 1 0 0 0,0-1 0 0 0,-1 0-1 0 0,0 1 1 0 0,1-1 0 0 0,-1 0 0 0 0,0 1 0 0 0,1-1 0 0 0,-1 0 0 0 0,0 0-1 0 0,0 0 1 0 0,0 0 0 0 0,0 0 0 0 0,0 0 0 0 0,0 0 0 0 0,-1 0 0 0 0,1 0-1 0 0,0 0 1 0 0,0-1 0 0 0,-1 1 0 0 0,1 0 0 0 0,0-1 0 0 0,-1 1 0 0 0,1-1-1 0 0,-1 0 1 0 0,1 1 0 0 0,-1-1 0 0 0,1 0 0 0 0,0 0 0 0 0,-3 0 0 0 0,-1 1-25 0 0,-78 12 397 0 0,80-12-316 0 0,-1-1 1 0 0,0 0 0 0 0,0 0-1 0 0,0 0 1 0 0,0 0-1 0 0,0-1 1 0 0,1 1-1 0 0,-1-1 1 0 0,0 0 0 0 0,1 0-1 0 0,-1-1 1 0 0,0 1-1 0 0,1-1 1 0 0,-1 1 0 0 0,1-1-1 0 0,0 0 1 0 0,0 0-1 0 0,0-1 1 0 0,-5-3-1 0 0,7 4-38 0 0,1-1 0 0 0,-1 1 0 0 0,0 0 0 0 0,1 0 0 0 0,-1-1 0 0 0,1 1 0 0 0,0 0-1 0 0,0-1 1 0 0,0 1 0 0 0,0 0 0 0 0,0-1 0 0 0,1 1 0 0 0,-1 0 0 0 0,0-1-1 0 0,1 1 1 0 0,0 0 0 0 0,0 0 0 0 0,0 0 0 0 0,0 0 0 0 0,0-1 0 0 0,0 1-1 0 0,0 1 1 0 0,0-1 0 0 0,1 0 0 0 0,-1 0 0 0 0,1 0 0 0 0,0 1 0 0 0,3-4 0 0 0,52-46 210 0 0,-57 51-231 0 0,15-11 41 0 0,1 0 0 0 0,-1 1-1 0 0,2 1 1 0 0,-1 1 0 0 0,1 0-1 0 0,1 1 1 0 0,22-6 0 0 0,-27 10-887 0 0,0 1 0 0 0,0 0 0 0 0,20 0 0 0 0,-29 2-171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25:57.30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0 4352 0 0,'24'6'3735'0'0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25:58.68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40 6157 0 0,'0'-36'-190'0'0,"0"33"353"0"0,1 5-55 0 0,0 17-15 0 0,13 82-122 0 0,-8-77 40 0 0,-1 0 0 0 0,-1 0 0 0 0,1 27 0 0 0,-5-50-120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25:59.48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443 56 3624 0 0,'-1'-3'-16'0'0,"0"0"1"0"0,0 0-1 0 0,0 0 0 0 0,0 0 0 0 0,-1 1 0 0 0,1-1 0 0 0,-1 1 0 0 0,0-1 1 0 0,0 1-1 0 0,0-1 0 0 0,0 1 0 0 0,0 0 0 0 0,0 0 0 0 0,-1 0 0 0 0,1 0 1 0 0,-1 1-1 0 0,-4-3 0 0 0,1 1 14 0 0,1 2 1 0 0,-1-1-1 0 0,1 1 1 0 0,-1-1-1 0 0,0 2 1 0 0,1-1-1 0 0,-1 1 1 0 0,0-1-1 0 0,0 1 1 0 0,1 1-1 0 0,-1-1 1 0 0,-11 4-1 0 0,1 0 3 0 0,1 1-1 0 0,-1 1 1 0 0,1 0-1 0 0,0 1 1 0 0,0 0-1 0 0,1 2 1 0 0,0-1-1 0 0,1 2 1 0 0,0 0-1 0 0,0 1 1 0 0,1 0-1 0 0,0 0 1 0 0,-15 21-1 0 0,14-14 14 0 0,0-1-1 0 0,0 2 1 0 0,2 0-1 0 0,0 1 1 0 0,2-1-1 0 0,0 2 1 0 0,1 0-1 0 0,1 0 1 0 0,-7 39-1 0 0,13-54-4 0 0,0 1-1 0 0,0-1 1 0 0,1 0 0 0 0,0 1-1 0 0,1-1 1 0 0,-1 1 0 0 0,1-1-1 0 0,1 1 1 0 0,-1-1 0 0 0,1 0-1 0 0,0 0 1 0 0,0 1 0 0 0,1-2-1 0 0,0 1 1 0 0,6 11 0 0 0,-2-9 5 0 0,0 0 0 0 0,0 0 1 0 0,0 0-1 0 0,1-1 1 0 0,1 0-1 0 0,-1-1 1 0 0,1 0-1 0 0,18 10 0 0 0,1-3 19 0 0,0-2 0 0 0,1-1-1 0 0,0-1 1 0 0,0-1-1 0 0,57 7 1 0 0,-42-9 71 0 0,0-2-1 0 0,1-2 1 0 0,-1-2-1 0 0,0-2 1 0 0,81-13-1 0 0,-115 13-62 0 0,0-2-1 0 0,0 1 1 0 0,-1-1-1 0 0,1 0 1 0 0,-1-1-1 0 0,0 0 1 0 0,0-1-1 0 0,-1 1 1 0 0,1-2-1 0 0,-1 1 0 0 0,-1-1 1 0 0,1-1-1 0 0,-1 1 1 0 0,-1-1-1 0 0,1 0 1 0 0,-1-1-1 0 0,-1 1 1 0 0,1-1-1 0 0,-2-1 1 0 0,1 1-1 0 0,-1 0 0 0 0,0-1 1 0 0,4-19-1 0 0,-6 15-19 0 0,0 1 0 0 0,0-1 0 0 0,-1 1-1 0 0,-1-1 1 0 0,0 0 0 0 0,-1 1 0 0 0,0-1-1 0 0,-1 0 1 0 0,-1 1 0 0 0,0 0-1 0 0,-1-1 1 0 0,0 1 0 0 0,-1 1 0 0 0,-1-1-1 0 0,0 1 1 0 0,0 0 0 0 0,-16-21 0 0 0,12 20 3 0 0,-1 1 0 0 0,-1 0 0 0 0,0 0 1 0 0,-1 1-1 0 0,0 1 0 0 0,0 0 0 0 0,-1 1 1 0 0,-1 0-1 0 0,1 1 0 0 0,-1 1 0 0 0,-1 0 1 0 0,1 1-1 0 0,-1 0 0 0 0,0 2 0 0 0,-1 0 1 0 0,1 1-1 0 0,-25-2 0 0 0,-3 3-365 0 0,-1 2-1 0 0,0 2 1 0 0,0 1 0 0 0,1 3-1 0 0,-59 15 1 0 0,88-18-973 0 0,6-1 205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26:01.49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279 18 3812 0 0,'0'0'-135'0'0,"-17"-11"-333"0"0,8 9 448 0 0,-1 0 1 0 0,0 1-1 0 0,0 0 1 0 0,1 1-1 0 0,-1 0 0 0 0,0 0 1 0 0,0 1-1 0 0,0 0 1 0 0,1 1-1 0 0,-1 0 1 0 0,1 1-1 0 0,-1 0 0 0 0,1 0 1 0 0,0 1-1 0 0,0 0 1 0 0,0 1-1 0 0,1 0 1 0 0,0 0-1 0 0,-1 1 0 0 0,2 0 1 0 0,-1 0-1 0 0,1 1 1 0 0,0-1-1 0 0,0 2 0 0 0,1-1 1 0 0,0 1-1 0 0,0 0 1 0 0,1 0-1 0 0,-6 14 1 0 0,10-20 27 0 0,0 0 0 0 0,1 1 0 0 0,-1-1 0 0 0,0 0 0 0 0,1 1 0 0 0,0-1 0 0 0,0 0 0 0 0,0 1 0 0 0,0-1 0 0 0,0 1 0 0 0,0-1 0 0 0,0 0 0 0 0,1 1 0 0 0,-1-1 0 0 0,1 0 0 0 0,0 1 0 0 0,0-1 0 0 0,0 0 0 0 0,0 0 0 0 0,1 3 0 0 0,1-1 8 0 0,1 0 0 0 0,-1 0 0 0 0,0-1 0 0 0,1 0 0 0 0,0 1 0 0 0,0-1 0 0 0,0 0 0 0 0,0-1 0 0 0,7 4 0 0 0,7 2 40 0 0,0-1-1 0 0,1 0 1 0 0,37 7-1 0 0,12-2 134 0 0,-1-2-1 0 0,99 1 0 0 0,-140-16-126 0 0,-25 5-130 0 0,0 0 0 0 0,0 0 0 0 0,0 0 0 0 0,-1-1 0 0 0,1 1 0 0 0,0 0 0 0 0,0-1 0 0 0,0 1 0 0 0,0-1 0 0 0,0 1 1 0 0,-1-1-1 0 0,1 1 0 0 0,0-1 0 0 0,-1 0 0 0 0,1 1 0 0 0,0-1 0 0 0,-1 0 0 0 0,1 1 0 0 0,-1-1 0 0 0,1 0 0 0 0,-1 0 1 0 0,1 0-1 0 0,-1 1 0 0 0,1-3 0 0 0,-1-7-177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26:01.91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 81 2832 0 0,'-3'-60'739'0'0,"3"58"-486"0"0,-1-11 213 0 0,0 7-161 0 0,1 9 409 0 0,70 359-431 0 0,-69-359-310 0 0,5 24-207 0 0,-1 0-1 0 0,3 42 1 0 0,6-69-1994 0 0,-12 0 1450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26:02.20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3660 0 0,'0'0'141'0'0,"20"40"445"0"0,-21-7-590 0 0,2 50 199 0 0,-1-77-239 0 0,1 0 1 0 0,0 1 0 0 0,0-1 0 0 0,1 0 0 0 0,0 0 0 0 0,0 0 0 0 0,0 0-1 0 0,1 0 1 0 0,0 0 0 0 0,3 5 0 0 0,2-3-1632 0 0,-6-7 1103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26:02.39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41 57 3504 0 0,'-26'-25'1827'0'0,"26"24"-2030"0"0,-11-9 1302 0 0,11 10-1180 0 0,0-1 0 0 0,-1 1-1 0 0,1 0 1 0 0,0 0-1 0 0,0 0 1 0 0,-1-1 0 0 0,1 1-1 0 0,0 0 1 0 0,0-1-1 0 0,0 1 1 0 0,-1 0 0 0 0,1 0-1 0 0,0-1 1 0 0,0 1-1 0 0,0 0 1 0 0,0-1 0 0 0,0 1-1 0 0,0 0 1 0 0,0-1-1 0 0,0 1 1 0 0,-1 0 0 0 0,1-1-1 0 0,0 1 1 0 0,1 0-1 0 0,-1-1 1 0 0,0 1 0 0 0,0 0-1 0 0,0-1 1 0 0,0 1-1 0 0,0 0 1 0 0,0-1 0 0 0,0 1-1 0 0,0 0 1 0 0,0-1 0 0 0,1 1-1 0 0,-1 0 1 0 0,0-1-1 0 0,1 1 1 0 0,12-9-1116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26:03.65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138 223 3824 0 0,'0'0'-156'0'0,"0"0"45"0"0,0-1 105 0 0,0 1-1 0 0,0 0 1 0 0,0 0 0 0 0,0-1 0 0 0,0 1 0 0 0,0 0 0 0 0,-1 0-1 0 0,1-1 1 0 0,0 1 0 0 0,0 0 0 0 0,0-1 0 0 0,0 1-1 0 0,0 0 1 0 0,0 0 0 0 0,-1 0 0 0 0,1-1 0 0 0,0 1 0 0 0,0 0-1 0 0,0 0 1 0 0,-1-1 0 0 0,1 1 0 0 0,0 0 0 0 0,0 0-1 0 0,-1 0 1 0 0,1 0 0 0 0,0 0 0 0 0,0-1 0 0 0,-1 1 0 0 0,1 0-1 0 0,0 0 1 0 0,-1 0 0 0 0,1 0 0 0 0,0 0 0 0 0,0 0-1 0 0,-1 0 1 0 0,1 0 0 0 0,0 0 0 0 0,-1 0 0 0 0,1 0 0 0 0,0 0-1 0 0,0 0 1 0 0,-1 0 0 0 0,1 0 0 0 0,0 0 0 0 0,0 1-1 0 0,-1-1 1 0 0,1 0 0 0 0,0 0 0 0 0,0 0 0 0 0,-1 0 0 0 0,1 1-1 0 0,0-1 1 0 0,-1 0 0 0 0,-9 5 6 0 0,0 1 0 0 0,1 0 0 0 0,-1 0 0 0 0,1 1 0 0 0,1 0 0 0 0,-11 11 0 0 0,14-13 8 0 0,0 0 0 0 0,0 0 0 0 0,1 1 0 0 0,-1-1 0 0 0,1 1 0 0 0,1 0 0 0 0,-1 0 0 0 0,1 1 0 0 0,0-1 0 0 0,1 1 0 0 0,-1 0 0 0 0,-1 7 0 0 0,4-10-1 0 0,-1-1-1 0 0,1 0 1 0 0,0 1-1 0 0,1-1 1 0 0,-1 0 0 0 0,0 0-1 0 0,1 1 1 0 0,0-1 0 0 0,0 0-1 0 0,0 0 1 0 0,0 0-1 0 0,0 0 1 0 0,1 0 0 0 0,-1 0-1 0 0,1 0 1 0 0,0 0-1 0 0,0-1 1 0 0,2 4 0 0 0,1-1 4 0 0,0 0 1 0 0,0-1-1 0 0,1 0 1 0 0,-1 0-1 0 0,1 0 1 0 0,0-1-1 0 0,0 0 1 0 0,9 4-1 0 0,7 0 19 0 0,1 0-1 0 0,0-1 0 0 0,0-2 1 0 0,24 3-1 0 0,-38-6 15 0 0,0 0 0 0 0,0-1 1 0 0,0 0-1 0 0,0-1 0 0 0,-1 0 0 0 0,1 0 1 0 0,0 0-1 0 0,-1-1 0 0 0,1-1 0 0 0,-1 1 1 0 0,13-7-1 0 0,-17 7-14 0 0,0-1 1 0 0,0 1 0 0 0,0-1-1 0 0,-1 0 1 0 0,1 0-1 0 0,-1 0 1 0 0,0-1 0 0 0,0 1-1 0 0,0-1 1 0 0,0 1-1 0 0,-1-1 1 0 0,1 0-1 0 0,-1 0 1 0 0,0 0 0 0 0,0-1-1 0 0,-1 1 1 0 0,1 0-1 0 0,-1-1 1 0 0,0 1 0 0 0,0-1-1 0 0,0 1 1 0 0,-1-1-1 0 0,0 1 1 0 0,0-6-1 0 0,-2-22 89 0 0,-2-1-1 0 0,-1 2 1 0 0,-2-1-1 0 0,-1 1 0 0 0,-1 0 1 0 0,-20-45-1 0 0,-8-29 294 0 0,37 104-406 0 0,2 7-28 0 0,13 40 6 0 0,18 90 0 0 0,-26-97 34 0 0,2-1 0 0 0,1 1 0 0 0,2-2 0 0 0,31 66 0 0 0,-4-34 1002 0 0,-41-74-943 0 0,-11-33 67 0 0,3 13-40 0 0,2 0 1 0 0,-9-46 0 0 0,16 65-109 0 0,0 0 1 0 0,1 0-1 0 0,-1 0 0 0 0,1 0 1 0 0,0-1-1 0 0,1 1 0 0 0,0 0 0 0 0,0 0 1 0 0,0 0-1 0 0,0 0 0 0 0,1 0 1 0 0,0 0-1 0 0,0 0 0 0 0,1 1 0 0 0,0-1 1 0 0,0 1-1 0 0,5-8 0 0 0,-3 9-29 0 0,0-1-1 0 0,0 1 0 0 0,0 0 1 0 0,1 0-1 0 0,-1 0 0 0 0,1 1 1 0 0,0 0-1 0 0,0 0 0 0 0,0 0 1 0 0,0 1-1 0 0,1 0 0 0 0,-1 0 1 0 0,1 1-1 0 0,-1 0 0 0 0,1 0 1 0 0,0 0-1 0 0,-1 1 0 0 0,1 0 1 0 0,0 0-1 0 0,-1 1 0 0 0,12 2 1 0 0,-17-3 27 0 0,0 0 1 0 0,-1 0 0 0 0,1-1-1 0 0,0 1 1 0 0,-1 0-1 0 0,1 0 1 0 0,0 0 0 0 0,-1 0-1 0 0,1 1 1 0 0,0-1 0 0 0,-1 0-1 0 0,1 0 1 0 0,0 0-1 0 0,-1 0 1 0 0,1 1 0 0 0,-1-1-1 0 0,1 0 1 0 0,0 1 0 0 0,-1-1-1 0 0,1 0 1 0 0,-1 1 0 0 0,1-1-1 0 0,-1 1 1 0 0,1-1-1 0 0,-1 0 1 0 0,1 1 0 0 0,-1 0-1 0 0,0-1 1 0 0,1 1 0 0 0,-1-1-1 0 0,0 1 1 0 0,1-1 0 0 0,-1 1-1 0 0,0 0 1 0 0,0-1-1 0 0,1 1 1 0 0,-1 0 0 0 0,0-1-1 0 0,0 1 1 0 0,0 0 0 0 0,0-1-1 0 0,0 1 1 0 0,0 0-1 0 0,0-1 1 0 0,0 1 0 0 0,0 0-1 0 0,0-1 1 0 0,0 1 0 0 0,-1-1-1 0 0,1 1 1 0 0,0 0 0 0 0,0-1-1 0 0,-1 1 1 0 0,1-1-1 0 0,0 1 1 0 0,-1 0 0 0 0,1-1-1 0 0,-1 1 1 0 0,1-1 0 0 0,-1 1-1 0 0,1-1 1 0 0,-1 1-1 0 0,1-1 1 0 0,-1 0 0 0 0,1 1-1 0 0,-1-1 1 0 0,-35 29-94 0 0,35-29 99 0 0,-19 12-41 0 0,0-1 0 0 0,-24 9 0 0 0,12-6-3 0 0,-36 22 0 0 0,66-35 32 0 0,54 14 13 0 0,-14-10 0 0 0,103 19-4 0 0,-125-21 2 0 0,0 2 1 0 0,-1 0-1 0 0,0 1 1 0 0,0 0-1 0 0,-1 1 0 0 0,24 16 1 0 0,-37-22-3 0 0,1 0 0 0 0,-1 0 0 0 0,1 0 0 0 0,-1 0 0 0 0,1 0 1 0 0,-1 0-1 0 0,0 0 0 0 0,0 1 0 0 0,0-1 0 0 0,1 0 0 0 0,-1 1 0 0 0,-1-1 0 0 0,1 1 0 0 0,0-1 0 0 0,0 1 1 0 0,-1 0-1 0 0,1-1 0 0 0,0 1 0 0 0,-1 0 0 0 0,0-1 0 0 0,1 1 0 0 0,-1 0 0 0 0,0 0 0 0 0,0-1 0 0 0,0 4 1 0 0,-1-3-166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26:37.71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1 932 0 0,'0'0'1055'0'0,"1"23"2044"0"0,8-21-3095 0 0,1 0 0 0 0,-1-1 1 0 0,1 0-1 0 0,-1 0 0 0 0,1-1 1 0 0,0 0-1 0 0,-1 0 0 0 0,14-3 1 0 0,14 0-5 0 0,39 3 6 0 0,366 10 56 0 0,-333-8 85 0 0,-105-1-114 0 0,15-2 33 0 0,1-9-2677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26:38.15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48 13 3788 0 0,'-35'-11'285'0'0,"33"10"-149"0"0,7 2-9 0 0,58 16 224 0 0,-29-8-323 0 0,88 30 143 0 0,-106-32-139 0 0,-1-1 0 0 0,0 2 0 0 0,-1 0 0 0 0,1 0 0 0 0,21 19 0 0 0,-35-26-26 0 0,0 0 0 0 0,0 0 0 0 0,0 0 0 0 0,0 0-1 0 0,-1 0 1 0 0,1 1 0 0 0,0-1 0 0 0,-1 0 0 0 0,1 0-1 0 0,-1 0 1 0 0,1 1 0 0 0,-1-1 0 0 0,0 0-1 0 0,1 1 1 0 0,-1-1 0 0 0,0 0 0 0 0,0 0 0 0 0,0 1-1 0 0,0-1 1 0 0,0 0 0 0 0,0 1 0 0 0,0-1 0 0 0,-1 0-1 0 0,1 1 1 0 0,0-1 0 0 0,-1 0 0 0 0,1 0-1 0 0,-1 1 1 0 0,1-1 0 0 0,-1 0 0 0 0,0 0 0 0 0,0 0-1 0 0,1 0 1 0 0,-1 0 0 0 0,0 0 0 0 0,0 0 0 0 0,0 0-1 0 0,0 0 1 0 0,0 0 0 0 0,0 0 0 0 0,0-1-1 0 0,0 1 1 0 0,-2 0 0 0 0,-7 7 22 0 0,-1-1-1 0 0,0 0 1 0 0,-15 7-1 0 0,19-10-7 0 0,-43 18-173 0 0,-1-2 0 0 0,-75 20 0 0 0,80-27-1687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26:39.45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2 285 4464 0 0,'-2'-29'1789'0'0,"10"64"-1777"0"0,1 0 0 0 0,2 0 0 0 0,2-1 0 0 0,1-1 0 0 0,1 0 0 0 0,23 36 0 0 0,-8-21 248 0 0,-29-47-68 0 0,-39-151 1996 0 0,18 26-2044 0 0,-22-108 45 0 0,32 179-275 0 0,10 51 71 0 0,-1-8-20 0 0,1 10 31 0 0,0-1-1 0 0,-1 1 1 0 0,1 0-1 0 0,0 0 1 0 0,0 0-1 0 0,0 0 1 0 0,0-1-1 0 0,0 1 1 0 0,0 0 0 0 0,0 0-1 0 0,0 0 1 0 0,0-1-1 0 0,0 1 1 0 0,0 0-1 0 0,0 0 1 0 0,0 0 0 0 0,0-1-1 0 0,0 1 1 0 0,0 0-1 0 0,0 0 1 0 0,0 0-1 0 0,1-1 1 0 0,-1 1-1 0 0,0 0 1 0 0,0 0 0 0 0,0 0-1 0 0,0 0 1 0 0,0-1-1 0 0,0 1 1 0 0,0 0-1 0 0,1 0 1 0 0,-1 0 0 0 0,0 0-1 0 0,0 0 1 0 0,0 0-1 0 0,0-1 1 0 0,1 1-1 0 0,-1 0 1 0 0,0 0-1 0 0,0 0 1 0 0,0 0 0 0 0,1 0-1 0 0,-1 0 1 0 0,0 0-1 0 0,0 0 1 0 0,0 0-1 0 0,1 0 1 0 0,-1 0 0 0 0,0 0-1 0 0,0 0 1 0 0,0 0-1 0 0,1 0 1 0 0,-1 0-1 0 0,0 0 1 0 0,0 0-1 0 0,0 0 1 0 0,0 0 0 0 0,1 1-1 0 0,15 11-8 0 0,0 0-1 0 0,-1 2 1 0 0,0 0-1 0 0,21 26 1 0 0,15 15-5 0 0,-5-12 58 0 0,2-3 1 0 0,2-1 0 0 0,1-2-1 0 0,2-3 1 0 0,1-3-1 0 0,107 46 1 0 0,-161-77-18 0 0,0 1 0 0 0,1-1 0 0 0,-1 0 0 0 0,0 0 0 0 0,1 0 0 0 0,-1 1 0 0 0,1-1 0 0 0,-1 0 0 0 0,0 0 0 0 0,1 0 1 0 0,-1 0-1 0 0,1 0 0 0 0,-1 0 0 0 0,0 0 0 0 0,1 0 0 0 0,-1 0 0 0 0,1 0 0 0 0,-1 0 0 0 0,1 0 0 0 0,-1 0 0 0 0,0 0 0 0 0,1 0 0 0 0,-1 0 0 0 0,1 0 0 0 0,-1-1 0 0 0,0 1 1 0 0,1 0-1 0 0,-1 0 0 0 0,1-1 0 0 0,-1 1 0 0 0,0 0 0 0 0,1 0 0 0 0,-1-1 0 0 0,0 1 0 0 0,0 0 0 0 0,1-1 0 0 0,-1 1 0 0 0,0 0 0 0 0,0-1 0 0 0,1 1 0 0 0,-1 0 0 0 0,0-1 1 0 0,-2-24 326 0 0,-17-25-141 0 0,-116-204 193 0 0,109 208-565 0 0,15 26-5906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26:40.27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261 149 6297 0 0,'11'-28'-1163'0'0,"-10"23"1217"0"0,0 1 0 0 0,-1-1 0 0 0,1 1-1 0 0,-1-1 1 0 0,0 1 0 0 0,0-1 0 0 0,-1 1 0 0 0,0-1 0 0 0,1 1 0 0 0,-2-1 0 0 0,1 1 0 0 0,0 0 0 0 0,-1-1 0 0 0,0 1 0 0 0,0 0-1 0 0,0 0 1 0 0,-4-6 0 0 0,4 7-29 0 0,0 0-1 0 0,-1 1 0 0 0,1-1 1 0 0,0 1-1 0 0,-1-1 0 0 0,0 1 1 0 0,1 0-1 0 0,-1 0 0 0 0,0 0 0 0 0,0 0 1 0 0,0 1-1 0 0,0-1 0 0 0,-1 1 1 0 0,1 0-1 0 0,0 0 0 0 0,-1 0 1 0 0,1 0-1 0 0,0 0 0 0 0,-1 1 1 0 0,1 0-1 0 0,-1-1 0 0 0,1 1 1 0 0,-1 1-1 0 0,1-1 0 0 0,-5 1 1 0 0,-4 2-12 0 0,0 1 0 0 0,0 1 1 0 0,1-1-1 0 0,0 2 1 0 0,0 0-1 0 0,0 0 1 0 0,1 1-1 0 0,-13 10 0 0 0,18-14-11 0 0,1 1-1 0 0,-1 0 1 0 0,1-1-1 0 0,0 1 1 0 0,0 1-1 0 0,1-1 1 0 0,-1 1-1 0 0,1-1 0 0 0,0 1 1 0 0,0 0-1 0 0,0 0 1 0 0,1 0-1 0 0,0 0 1 0 0,0 1-1 0 0,0-1 1 0 0,0 1-1 0 0,1-1 1 0 0,0 1-1 0 0,1 0 1 0 0,-1 11-1 0 0,1-15 0 0 0,1 1 0 0 0,-1 0 0 0 0,1 0-1 0 0,0 0 1 0 0,-1 0 0 0 0,1-1 0 0 0,1 1 0 0 0,-1-1 0 0 0,0 1 0 0 0,1 0-1 0 0,-1-1 1 0 0,1 0 0 0 0,0 1 0 0 0,0-1 0 0 0,0 0 0 0 0,0 0 0 0 0,0 0 0 0 0,0 0-1 0 0,1-1 1 0 0,-1 1 0 0 0,0-1 0 0 0,1 1 0 0 0,0-1 0 0 0,-1 0 0 0 0,1 0-1 0 0,0 0 1 0 0,-1 0 0 0 0,1 0 0 0 0,0-1 0 0 0,0 1 0 0 0,0-1 0 0 0,0 0 0 0 0,0 0-1 0 0,4 0 1 0 0,3-1 8 0 0,0 0 0 0 0,-1 0 0 0 0,0-1 0 0 0,1 0-1 0 0,-1-1 1 0 0,0 0 0 0 0,0 0 0 0 0,0-1 0 0 0,11-7 0 0 0,7-7 268 0 0,-1-2 1 0 0,40-38 0 0 0,-37 32 493 0 0,-28 25-546 0 0,1 23-146 0 0,-2-15-75 0 0,0 0 0 0 0,0 0 0 0 0,0 0 1 0 0,1 0-1 0 0,0-1 0 0 0,1 1 0 0 0,0 0 1 0 0,0-1-1 0 0,0 1 0 0 0,0-1 0 0 0,1 0 0 0 0,0 1 1 0 0,1-1-1 0 0,0-1 0 0 0,-1 1 0 0 0,2-1 0 0 0,5 7 1 0 0,-6-6-146 0 0,1-1 0 0 0,0 0 0 0 0,1 0 1 0 0,-1 0-1 0 0,1-1 0 0 0,0 0 0 0 0,0 0 1 0 0,0 0-1 0 0,0-1 0 0 0,1 0 0 0 0,-1 0 1 0 0,1-1-1 0 0,0 0 0 0 0,0 0 0 0 0,0 0 1 0 0,13 1-1 0 0,11-6-2701 0 0,-10-2 942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26:41.44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40 145 5140 0 0,'-2'-2'110'0'0,"0"1"-1"0"0,-1-1 1 0 0,1 1-1 0 0,0-1 0 0 0,0 1 1 0 0,-1 0-1 0 0,1 0 1 0 0,0 0-1 0 0,-1 0 1 0 0,-4-1-1 0 0,5 7-106 0 0,0 0 0 0 0,1 1-1 0 0,-1-1 1 0 0,1 0 0 0 0,0 0 0 0 0,1 1 0 0 0,-1-1 0 0 0,1 1 0 0 0,0-1-1 0 0,0 0 1 0 0,1 1 0 0 0,-1-1 0 0 0,1 1 0 0 0,2 5 0 0 0,23 81 23 0 0,16-3 917 0 0,-44-94-916 0 0,1 0-1 0 0,0 0 1 0 0,-1 0-1 0 0,0 1 1 0 0,0-1 0 0 0,-6-8-1 0 0,-4-10 63 0 0,3-13-69 0 0,1 0 1 0 0,2 0-1 0 0,1-1 0 0 0,2 1 0 0 0,3-68 0 0 0,0 78-61 0 0,0 24 11 0 0,0 1 24 0 0,0 0 1 0 0,1 1 0 0 0,-1-1-1 0 0,0 0 1 0 0,1 0 0 0 0,-1 0-1 0 0,0 0 1 0 0,1 1 0 0 0,-1-1 0 0 0,1 0-1 0 0,-1 0 1 0 0,1 1 0 0 0,-1-1-1 0 0,1 0 1 0 0,0 1 0 0 0,-1-1-1 0 0,1 0 1 0 0,0 1 0 0 0,-1-1-1 0 0,1 1 1 0 0,0-1 0 0 0,0 1-1 0 0,-1 0 1 0 0,1-1 0 0 0,0 1-1 0 0,0 0 1 0 0,0-1 0 0 0,0 1-1 0 0,0 0 1 0 0,1 0 0 0 0,1 0-4 0 0,0 0 0 0 0,-1 1 0 0 0,1-1 1 0 0,0 1-1 0 0,0 0 0 0 0,-1 0 0 0 0,1 0 0 0 0,0 0 1 0 0,-1 0-1 0 0,3 3 0 0 0,3 0-6 0 0,-1 1 0 0 0,0 0 0 0 0,0 1-1 0 0,-1 0 1 0 0,11 11 0 0 0,-7 0 9 0 0,-1 0-1 0 0,-1 0 1 0 0,0 1 0 0 0,-1 0-1 0 0,6 25 1 0 0,12 31 31 0 0,5-3 991 0 0,-51-91-836 0 0,15 12-140 0 0,1 1-1 0 0,-1-1 1 0 0,2 0 0 0 0,-1-1-1 0 0,1 1 1 0 0,1-1-1 0 0,-1 0 1 0 0,-2-14-1 0 0,-9-73 133 0 0,14 93-173 0 0,1-1 0 0 0,0 0 1 0 0,-1 0-1 0 0,1 0 0 0 0,1 1 0 0 0,-1-1 1 0 0,1 0-1 0 0,-1 0 0 0 0,1 1 0 0 0,0-1 1 0 0,0 0-1 0 0,0 1 0 0 0,1-1 0 0 0,0 1 1 0 0,-1 0-1 0 0,1-1 0 0 0,0 1 0 0 0,1 0 1 0 0,-1 0-1 0 0,0 0 0 0 0,1 0 0 0 0,0 1 1 0 0,-1-1-1 0 0,1 1 0 0 0,0-1 0 0 0,0 1 1 0 0,1 0-1 0 0,-1 0 0 0 0,0 0 0 0 0,1 1 1 0 0,-1-1-1 0 0,1 1 0 0 0,-1 0 0 0 0,1 0 1 0 0,0 0-1 0 0,0 1 0 0 0,-1-1 0 0 0,1 1 1 0 0,5 0-1 0 0,-3 0-6 0 0,1 0 1 0 0,-1 1-1 0 0,1 0 1 0 0,-1 1 0 0 0,1-1-1 0 0,-1 1 1 0 0,0 1-1 0 0,0-1 1 0 0,0 1-1 0 0,0 0 1 0 0,0 0-1 0 0,0 1 1 0 0,-1-1-1 0 0,0 1 1 0 0,0 1-1 0 0,0-1 1 0 0,0 1-1 0 0,-1-1 1 0 0,1 2 0 0 0,-1-1-1 0 0,0 0 1 0 0,-1 1-1 0 0,5 7 1 0 0,0 5-8 0 0,0 0 1 0 0,-1 0 0 0 0,0 1 0 0 0,-2 0-1 0 0,0 0 1 0 0,4 34 0 0 0,-5-23-4 0 0,-1 15 13 0 0,-3-43-13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26:41.87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4 119 5577 0 0,'0'0'-26'0'0,"0"0"1"0"0,0 0 0 0 0,-1 0 0 0 0,1 0 0 0 0,0 0-1 0 0,0 0 1 0 0,0 0 0 0 0,0 0 0 0 0,-1 0 0 0 0,1 0-1 0 0,0 1 1 0 0,0-1 0 0 0,0 0 0 0 0,0 0 0 0 0,0 0 0 0 0,-1 0-1 0 0,1 0 1 0 0,0 0 0 0 0,0 1 0 0 0,0-1 0 0 0,0 0-1 0 0,0 0 1 0 0,0 0 0 0 0,0 0 0 0 0,0 1 0 0 0,0-1-1 0 0,0 0 1 0 0,-1 0 0 0 0,1 0 0 0 0,0 1 0 0 0,0-1 0 0 0,0 0-1 0 0,0 0 1 0 0,0 0 0 0 0,0 1 0 0 0,0-1 0 0 0,1 0-1 0 0,-1 0 1 0 0,0 0 0 0 0,0 0 0 0 0,0 1 0 0 0,0-1-1 0 0,0 0 1 0 0,0 0 0 0 0,0 0 0 0 0,0 0 0 0 0,0 1 0 0 0,0-1-1 0 0,1 0 1 0 0,-1 0 0 0 0,0 0 0 0 0,0 0 0 0 0,0 0-1 0 0,15 2-71 0 0,-11-1 33 0 0,0-3 21 0 0,5-2 120 0 0,0 0 0 0 0,0 0-1 0 0,0-1 1 0 0,-1 0 0 0 0,1-1-1 0 0,-1 0 1 0 0,-1 0 0 0 0,1 0-1 0 0,-1-1 1 0 0,0 0 0 0 0,0-1-1 0 0,10-15 1 0 0,-8 11 550 0 0,-8 11-547 0 0,0 0-1 0 0,0 0 1 0 0,-1 0 0 0 0,1 0 0 0 0,0 0 0 0 0,0 0 0 0 0,-1 0-1 0 0,1-1 1 0 0,-1 1 0 0 0,1 0 0 0 0,-1 0 0 0 0,1 0 0 0 0,-1-1-1 0 0,0 1 1 0 0,0 0 0 0 0,1 0 0 0 0,-1-1 0 0 0,0-1 0 0 0,-6 5-7 0 0,-3 1-48 0 0,1 1-1 0 0,0 0 1 0 0,-1 0 0 0 0,2 0 0 0 0,-1 1-1 0 0,0 0 1 0 0,1 1 0 0 0,0 0 0 0 0,0 0-1 0 0,1 0 1 0 0,0 1 0 0 0,0 0 0 0 0,0 0-1 0 0,1 0 1 0 0,0 1 0 0 0,0 0 0 0 0,1 0-1 0 0,0 0 1 0 0,-5 16 0 0 0,9-22-32 0 0,-1 1 1 0 0,1-1-1 0 0,0 0 1 0 0,0 1 0 0 0,0-1-1 0 0,0 0 1 0 0,0 0-1 0 0,1 1 1 0 0,-1-1-1 0 0,1 0 1 0 0,-1 0 0 0 0,1 0-1 0 0,0 1 1 0 0,0-1-1 0 0,0 0 1 0 0,0 0-1 0 0,0 0 1 0 0,0 0-1 0 0,0 0 1 0 0,1-1 0 0 0,-1 1-1 0 0,1 0 1 0 0,-1-1-1 0 0,1 1 1 0 0,0-1-1 0 0,0 1 1 0 0,0-1 0 0 0,0 0-1 0 0,0 0 1 0 0,0 0-1 0 0,0 0 1 0 0,0 0-1 0 0,4 1 1 0 0,5 2-329 0 0,0 0-1 0 0,0-1 1 0 0,0-1 0 0 0,1 0-1 0 0,11 1 1 0 0,11-1-1421 0 0,3-2-122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26:42.47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 52 5016 0 0,'0'0'-86'0'0,"-7"0"-157"0"0,8 0 280 0 0,-1 0 0 0 0,0-1 0 0 0,0 1 0 0 0,0 0 0 0 0,1 0 517 0 0,-1-1-517 0 0,0 1 0 0 0,0 0 0 0 0,1 0 0 0 0,-1 0 0 0 0,0 0 0 0 0,0 0 0 0 0,0 0 0 0 0,0 0 0 0 0,0 0 0 0 0,0-1 0 0 0,0 1 0 0 0,0 0 0 0 0,0 0 0 0 0,0 0 0 0 0,0 0 0 0 0,0 0 0 0 0,0 0 0 0 0,0 0 0 0 0,0 0-1 0 0,0-1 1 0 0,0 1 0 0 0,0 0 0 0 0,0 0 0 0 0,0 0 0 0 0,-1 0 0 0 0,1-1 185 0 0,0 1-185 0 0,28-9-103 0 0,1 1 0 0 0,0 2 0 0 0,1 0 1 0 0,-1 2-1 0 0,38 0 0 0 0,14-3-2948 0 0,-61 4 1633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26:42.71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 3 4368 0 0,'0'0'-1'0'0,"0"0"0"0"0,-1 0-1 0 0,1 1 1 0 0,0-1-1 0 0,0 0 1 0 0,-1 0 0 0 0,1 0-1 0 0,0 0 1 0 0,0 0-1 0 0,0 0 1 0 0,-1 0-1 0 0,1 0 1 0 0,0 1 0 0 0,0-1-1 0 0,-1 0 1 0 0,1 0-1 0 0,0 0 1 0 0,0 0 0 0 0,0 1-1 0 0,0-1 1 0 0,-1 0-1 0 0,1 0 1 0 0,0 1-1 0 0,0-1 1 0 0,0 0 0 0 0,0 0-1 0 0,0 0 1 0 0,0 1-1 0 0,0-1 1 0 0,0 0 0 0 0,0 0-1 0 0,0 1 1 0 0,0-1-1 0 0,-1 0 1 0 0,1 0 0 0 0,1 1-1 0 0,-1-1 1 0 0,0 0-1 0 0,0 0 1 0 0,0 1-1 0 0,0-1 1 0 0,0 0 0 0 0,0 0-1 0 0,0 1 1 0 0,0-1-1 0 0,0 0 1 0 0,0 0 0 0 0,1 1-1 0 0,-1-1 1 0 0,0 0-1 0 0,0 0 1 0 0,0 0-1 0 0,0 1 1 0 0,1-1 0 0 0,-1 0-1 0 0,0 0 1 0 0,0 0-1 0 0,0 0 1 0 0,1 0 0 0 0,-1 1-1 0 0,0-1 1 0 0,0 0-1 0 0,1 0 1 0 0,-1 0 0 0 0,0 0-1 0 0,0 0 1 0 0,1 0-1 0 0,-1 0 1 0 0,35 5 4 0 0,54-7 53 0 0,-84 2-62 0 0,108-12-1806 0 0,-83 7 1156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26:44.24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39 132 3212 0 0,'-37'-22'1188'0'0,"36"22"-904"0"0,39-10-126 0 0,-33 11-148 0 0,9 1-6 0 0,-1 2 0 0 0,1 0 0 0 0,-1 1-1 0 0,0 0 1 0 0,-1 1 0 0 0,1 0 0 0 0,-1 1 0 0 0,-1 0 0 0 0,1 1 0 0 0,17 16 0 0 0,-2 2 11 0 0,-1 0 0 0 0,43 60 0 0 0,-62-76 17 0 0,-1 0-1 0 0,0 1 0 0 0,0 0 1 0 0,-1 0-1 0 0,6 18 0 0 0,-11-27 29 0 0,-14 9 112 0 0,9-10-115 0 0,-1 0-1 0 0,0 0 0 0 0,0 0 0 0 0,0-1 0 0 0,1 1 1 0 0,-1-1-1 0 0,0-1 0 0 0,0 1 0 0 0,0-1 0 0 0,1 0 0 0 0,-1-1 1 0 0,0 1-1 0 0,-5-3 0 0 0,8 3-40 0 0,1 0 0 0 0,0 0 0 0 0,0 0 0 0 0,0-1 0 0 0,0 1 0 0 0,0 0 0 0 0,0-1 0 0 0,0 0 0 0 0,0 1 0 0 0,0-1 0 0 0,1 0 0 0 0,-1 0 0 0 0,1 0 0 0 0,-1 0-1 0 0,1 0 1 0 0,0 0 0 0 0,0-1 0 0 0,0 1 0 0 0,0 0 0 0 0,0 0 0 0 0,1-1 0 0 0,-1 1 0 0 0,1-1 0 0 0,-1 1 0 0 0,1-1 0 0 0,0 1 0 0 0,0 0 0 0 0,0-1 0 0 0,0 1 0 0 0,0-1 0 0 0,1 1 0 0 0,-1-1 0 0 0,1 1 0 0 0,1-4 0 0 0,3-11-34 0 0,2 0 1 0 0,0 0-1 0 0,1 1 1 0 0,0 0-1 0 0,2 0 1 0 0,18-25-1 0 0,80-79-178 0 0,-79 90 132 0 0,18-11-180 0 0,-45 40 224 0 0,1 1-23 0 0,10 2-2843 0 0,-4 8 1612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26:44.78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68 141 4152 0 0,'-1'1'-15'0'0,"0"0"0"0"0,-1-1 0 0 0,1 1 0 0 0,0 0-1 0 0,-1 1 1 0 0,1-1 0 0 0,0 0 0 0 0,0 0 0 0 0,0 0 0 0 0,0 1-1 0 0,0-1 1 0 0,0 1 0 0 0,1-1 0 0 0,-1 0 0 0 0,0 1-1 0 0,1-1 1 0 0,-1 1 0 0 0,1 0 0 0 0,-1-1 0 0 0,1 1-1 0 0,0 1 1 0 0,0-2 30 0 0,1 0 0 0 0,0 0-1 0 0,0-1 1 0 0,0 1 0 0 0,0-1-1 0 0,0 1 1 0 0,0-1 0 0 0,0 1-1 0 0,0-1 1 0 0,0 1 0 0 0,0-1 0 0 0,0 0-1 0 0,0 0 1 0 0,0 1 0 0 0,0-1-1 0 0,0 0 1 0 0,0 0 0 0 0,0 0-1 0 0,0 0 1 0 0,0 0 0 0 0,0 0-1 0 0,2-1 1 0 0,7 0 73 0 0,0-1 0 0 0,-1 0-1 0 0,1 0 1 0 0,-1-1 0 0 0,0 0 0 0 0,12-6-1 0 0,-13 5-30 0 0,-1 0-1 0 0,0 0 1 0 0,-1 0-1 0 0,1-1 0 0 0,-1 0 1 0 0,1-1-1 0 0,-2 1 0 0 0,1-1 1 0 0,-1 0-1 0 0,1 0 0 0 0,-2-1 1 0 0,1 0-1 0 0,-1 1 0 0 0,0-2 1 0 0,0 1-1 0 0,3-10 1 0 0,-6 15-49 0 0,-1 1 0 0 0,0-1 1 0 0,1 1-1 0 0,-1-1 0 0 0,0 1 1 0 0,0-1-1 0 0,0 1 0 0 0,0-1 1 0 0,0 1-1 0 0,0-1 1 0 0,-1 1-1 0 0,1-1 0 0 0,0 1 1 0 0,-1-1-1 0 0,1 1 0 0 0,-1-1 1 0 0,1 1-1 0 0,-1 0 0 0 0,0-1 1 0 0,0 1-1 0 0,0 0 1 0 0,1-1-1 0 0,-1 1 0 0 0,0 0 1 0 0,0 0-1 0 0,-1 0 0 0 0,1 0 1 0 0,0 0-1 0 0,0 0 0 0 0,0 0 1 0 0,-1 1-1 0 0,1-1 1 0 0,-1 0-1 0 0,1 1 0 0 0,0-1 1 0 0,-1 1-1 0 0,1-1 0 0 0,-1 1 1 0 0,1-1-1 0 0,-1 1 0 0 0,1 0 1 0 0,-3 0-1 0 0,-3-1-1 0 0,0 0-1 0 0,0 1 0 0 0,0 0 1 0 0,-1 0-1 0 0,1 1 1 0 0,-12 2-1 0 0,7 1-1 0 0,1 0 1 0 0,-1 1-1 0 0,1 0 0 0 0,0 1 0 0 0,1 0 0 0 0,-1 0 1 0 0,-11 11-1 0 0,18-14-1 0 0,-1 1 0 0 0,1-1 1 0 0,0 1-1 0 0,1 0 0 0 0,-1 0 1 0 0,1 0-1 0 0,0 1 0 0 0,0-1 1 0 0,0 1-1 0 0,0 0 0 0 0,1 0 1 0 0,0 0-1 0 0,0 0 0 0 0,0 0 1 0 0,0 0-1 0 0,1 1 0 0 0,-1 9 1 0 0,2-12-1 0 0,1 1 0 0 0,0-1 0 0 0,0 0 1 0 0,0 0-1 0 0,0 0 0 0 0,0 1 0 0 0,1-1 1 0 0,0 0-1 0 0,-1-1 0 0 0,1 1 0 0 0,0 0 1 0 0,0 0-1 0 0,1-1 0 0 0,-1 1 0 0 0,0-1 1 0 0,1 0-1 0 0,-1 0 0 0 0,1 0 1 0 0,0 0-1 0 0,0 0 0 0 0,3 1 0 0 0,10 6 13 0 0,1-1 0 0 0,25 9 0 0 0,-36-15-16 0 0,4 2-361 0 0,1-1-1 0 0,0-1 1 0 0,0 0 0 0 0,0 0 0 0 0,0-1 0 0 0,1-1-1 0 0,-1 0 1 0 0,0 0 0 0 0,22-4 0 0 0,-6-1-580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26:46.06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280 52 3612 0 0,'0'0'-7'0'0,"-35"-32"274"0"0,28 29-237 0 0,-1 0 0 0 0,1 0 0 0 0,-1 0 0 0 0,0 1 0 0 0,0 1 0 0 0,0-1 0 0 0,-1 1 0 0 0,1 0 0 0 0,0 1 0 0 0,0 0 0 0 0,-10 1 0 0 0,3 0 1 0 0,0 1 0 0 0,0 1 0 0 0,0 0 0 0 0,1 1 0 0 0,-15 5 0 0 0,27-8-27 0 0,-1 0-1 0 0,1-1 0 0 0,0 1 0 0 0,0 0 0 0 0,0 0 1 0 0,0 1-1 0 0,0-1 0 0 0,0 0 0 0 0,0 1 0 0 0,0-1 0 0 0,0 1 1 0 0,1 0-1 0 0,-1-1 0 0 0,0 1 0 0 0,1 0 0 0 0,0 0 1 0 0,-1 0-1 0 0,-1 4 0 0 0,3-5 1 0 0,0 1 0 0 0,0-1 0 0 0,0 0 0 0 0,0 1 0 0 0,0-1 0 0 0,0 1 0 0 0,1-1 0 0 0,-1 1 0 0 0,0-1 0 0 0,1 1 0 0 0,-1-1 0 0 0,1 0 0 0 0,0 1 0 0 0,-1-1 0 0 0,1 0 0 0 0,0 1 0 0 0,0-1 0 0 0,0 0 0 0 0,0 0 0 0 0,0 0 0 0 0,1 2 0 0 0,6 3 17 0 0,-1 0-1 0 0,0-1 0 0 0,1 1 0 0 0,0-2 0 0 0,1 1 1 0 0,-1-1-1 0 0,13 4 0 0 0,-11-4-10 0 0,-1-2 1 0 0,1 1-1 0 0,0-1 0 0 0,0-1 0 0 0,0 0 1 0 0,0 0-1 0 0,1-1 0 0 0,-1 0 0 0 0,18-3 1 0 0,-24 3 0 0 0,-1-1 1 0 0,1 0 0 0 0,0 0 0 0 0,0-1 0 0 0,-1 1-1 0 0,1-1 1 0 0,-1 1 0 0 0,1-1 0 0 0,-1 0 0 0 0,0-1 0 0 0,1 1-1 0 0,-1-1 1 0 0,0 1 0 0 0,-1-1 0 0 0,1 0 0 0 0,0 0-1 0 0,-1 0 1 0 0,0 0 0 0 0,1 0 0 0 0,-1-1 0 0 0,-1 1 0 0 0,1-1-1 0 0,0 1 1 0 0,-1-1 0 0 0,0 0 0 0 0,0 1 0 0 0,1-5-1 0 0,-1 5 16 0 0,-1-1 0 0 0,1 1 0 0 0,-1 0 0 0 0,1 0 0 0 0,-1 0 0 0 0,0 0 0 0 0,0-1 0 0 0,-1 1 0 0 0,1 0 0 0 0,-1 0 0 0 0,1 0 0 0 0,-3-5 0 0 0,3 7-2 0 0,-1-1-18 0 0,0 1 0 0 0,0 0 0 0 0,0-1 0 0 0,0 1 0 0 0,0 0 1 0 0,0 0-1 0 0,0 0 0 0 0,0 0 0 0 0,0 0 0 0 0,0 0 0 0 0,-1 0 0 0 0,1 0 0 0 0,0 0 0 0 0,-3 0 1 0 0,7 28-4 0 0,2 0 0 0 0,1 0 1 0 0,1-1-1 0 0,1 1 0 0 0,21 43 1 0 0,75 124 24 0 0,-56-111 16 0 0,-11-6-45 0 0,-35-71 5 0 0,0 0-1 0 0,1 0 0 0 0,-2 0 1 0 0,1 0-1 0 0,-1 1 0 0 0,0-1 1 0 0,0 1-1 0 0,-1-1 0 0 0,0 1 1 0 0,-1 10-1 0 0,0-13-1 0 0,-1 0-1 0 0,0 0 0 0 0,0 0 1 0 0,0 0-1 0 0,0-1 1 0 0,-1 1-1 0 0,1-1 0 0 0,-1 0 1 0 0,0 1-1 0 0,0-1 1 0 0,0-1-1 0 0,-1 1 0 0 0,1 0 1 0 0,-1-1-1 0 0,1 0 1 0 0,-1 0-1 0 0,0 0 1 0 0,0 0-1 0 0,0 0 0 0 0,0-1 1 0 0,-4 2-1 0 0,-13 3 10 0 0,-1-1 0 0 0,-38 4 0 0 0,42-6 3 0 0,-2-1 16 0 0,0-1 0 0 0,1-1 0 0 0,-1 0 0 0 0,-26-5 0 0 0,35 4 45 0 0,0-1 0 0 0,0-1 0 0 0,1 0-1 0 0,-1 0 1 0 0,1-1 0 0 0,-1 0 0 0 0,1-1-1 0 0,0 0 1 0 0,-10-8 0 0 0,17 12-59 0 0,1-1-1 0 0,0 0 1 0 0,0 0 0 0 0,0 0-1 0 0,1 0 1 0 0,-1-1-1 0 0,1 1 1 0 0,-1-1 0 0 0,1 1-1 0 0,-1-1 1 0 0,1 1 0 0 0,0-1-1 0 0,0 1 1 0 0,1-1 0 0 0,-1 0-1 0 0,0 0 1 0 0,1 1-1 0 0,0-1 1 0 0,0 0 0 0 0,0 0-1 0 0,0 0 1 0 0,0 1 0 0 0,0-1-1 0 0,1 0 1 0 0,-1 0 0 0 0,1 1-1 0 0,0-1 1 0 0,-1 0 0 0 0,1 1-1 0 0,3-6 1 0 0,3-5 0 0 0,1-1 0 0 0,0 1 0 0 0,1 0 0 0 0,14-15 0 0 0,-13 15-13 0 0,42-47-46 0 0,68-60-1 0 0,-74 77 77 0 0,-1-2 0 0 0,-3-1 0 0 0,37-55 0 0 0,-28 28 1077 0 0,-50 72-1029 0 0,5-7 37 0 0,-7 8-119 0 0,1-1-1 0 0,0 1 1 0 0,0 0-1 0 0,0 0 0 0 0,0 0 1 0 0,0 0-1 0 0,0 0 1 0 0,0 0-1 0 0,0-1 1 0 0,0 1-1 0 0,0 0 1 0 0,1 0-1 0 0,-1 0 1 0 0,0 0-1 0 0,0 0 0 0 0,0-1 1 0 0,0 1-1 0 0,0 0 1 0 0,0 0-1 0 0,0 0 1 0 0,0 0-1 0 0,0 0 1 0 0,0 0-1 0 0,0 0 1 0 0,0-1-1 0 0,1 1 0 0 0,-1 0 1 0 0,0 0-1 0 0,0 0 1 0 0,0 0-1 0 0,0 0 1 0 0,0 0-1 0 0,0 0 1 0 0,1 0-1 0 0,-1 0 0 0 0,0 0 1 0 0,0 0-1 0 0,0 0 1 0 0,0 0-1 0 0,0 0 1 0 0,1 0-1 0 0,-1 0 1 0 0,0 0-1 0 0,0 0 1 0 0,0 0-1 0 0,0 0 0 0 0,0 0 1 0 0,1 0-1 0 0,-1 0 1 0 0,0 0-1 0 0,0 0 1 0 0,0 0-1 0 0,0 0 1 0 0,0 0-1 0 0,0 0 1 0 0,1 0-1 0 0,-1 0 0 0 0,0 0 1 0 0,0 0-1 0 0,0 1 1 0 0,0-1-1 0 0,0 0 1 0 0,0 0-1 0 0,0 0 1 0 0,0 0-1 0 0,1 0 0 0 0,-1 11-4 0 0,1 0 0 0 0,0-1 0 0 0,1 0-1 0 0,0 1 1 0 0,1-1 0 0 0,0 0-1 0 0,1 0 1 0 0,0 0 0 0 0,0-1 0 0 0,1 1-1 0 0,1-1 1 0 0,-1 0 0 0 0,1-1-1 0 0,1 1 1 0 0,9 9 0 0 0,-4-7-131 0 0,0 1 0 0 0,1-2 1 0 0,1 0-1 0 0,19 11 0 0 0,-24-16-482 0 0,0-1-1 0 0,0-1 0 0 0,0 1 1 0 0,0-2-1 0 0,14 4 0 0 0,-1-3-1791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26:46.24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56 39 6269 0 0,'-13'-8'50'0'0,"-20"-17"312"0"0,32 24-286 0 0,-7-3 74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26:47.57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141 100 4304 0 0,'-1'-4'-71'0'0,"0"1"-1"0"0,0-1 0 0 0,0 1 0 0 0,-1 0 0 0 0,1 0 1 0 0,-1 0-1 0 0,0 0 0 0 0,0 0 0 0 0,-4-5 0 0 0,1 1 118 0 0,4 6-7 0 0,1 0-32 0 0,-1 0-1 0 0,0 0 1 0 0,0 1-1 0 0,0-1 1 0 0,1 0-1 0 0,-1 0 1 0 0,0 1-1 0 0,0-1 1 0 0,0 1-1 0 0,0-1 1 0 0,0 1-1 0 0,0-1 1 0 0,0 1-1 0 0,0-1 1 0 0,-1 1-1 0 0,1 0 1 0 0,0 0-1 0 0,0 0 1 0 0,0-1-1 0 0,-1 1 1 0 0,-4 3-4 0 0,0 0 0 0 0,0 0 0 0 0,1 0 1 0 0,-1 0-1 0 0,1 1 0 0 0,0 0 0 0 0,0 0 1 0 0,0 1-1 0 0,1-1 0 0 0,0 1 0 0 0,-1 0 1 0 0,2 0-1 0 0,-1 0 0 0 0,1 1 0 0 0,-1 0 0 0 0,1-1 1 0 0,1 1-1 0 0,-1 0 0 0 0,-2 12 0 0 0,4-14 2 0 0,0 0 0 0 0,0 1 0 0 0,0-1-1 0 0,0 1 1 0 0,1-1 0 0 0,0 1-1 0 0,0-1 1 0 0,0 0 0 0 0,1 1 0 0 0,-1-1-1 0 0,1 1 1 0 0,0-1 0 0 0,0 0-1 0 0,1 1 1 0 0,-1-1 0 0 0,1 0-1 0 0,0 0 1 0 0,0 0 0 0 0,1 0 0 0 0,-1 0-1 0 0,1-1 1 0 0,-1 1 0 0 0,1-1-1 0 0,0 0 1 0 0,1 1 0 0 0,-1-1 0 0 0,0-1-1 0 0,1 1 1 0 0,0 0 0 0 0,5 2-1 0 0,-3-2 17 0 0,-1-1-1 0 0,1 1 0 0 0,1-1 0 0 0,-1 0 0 0 0,0-1 1 0 0,0 0-1 0 0,1 0 0 0 0,-1 0 0 0 0,1 0 0 0 0,-1-1 1 0 0,1 0-1 0 0,11-2 0 0 0,-15 1-10 0 0,0 1 0 0 0,1-1-1 0 0,-1 0 1 0 0,0 0 0 0 0,0 0 0 0 0,0-1-1 0 0,0 1 1 0 0,0-1 0 0 0,0 0-1 0 0,0 1 1 0 0,-1-1 0 0 0,1-1 0 0 0,-1 1-1 0 0,1 0 1 0 0,-1 0 0 0 0,0-1 0 0 0,0 0-1 0 0,0 1 1 0 0,0-1 0 0 0,0 0 0 0 0,-1 0-1 0 0,1 0 1 0 0,-1 0 0 0 0,0 0 0 0 0,0 0-1 0 0,0 0 1 0 0,1-6 0 0 0,-1 3 0 0 0,0 0 0 0 0,-1 0 1 0 0,0-1-1 0 0,0 1 0 0 0,0 0 1 0 0,0 0-1 0 0,-1-1 0 0 0,0 1 0 0 0,-1 0 1 0 0,0 0-1 0 0,1 0 0 0 0,-2 1 1 0 0,1-1-1 0 0,-6-10 0 0 0,1 7-10 0 0,1 0-1 0 0,-1 1 1 0 0,0 0 0 0 0,-1 1-1 0 0,0-1 1 0 0,0 1 0 0 0,-1 1-1 0 0,1-1 1 0 0,-12-4-1 0 0,19 10-3 0 0,43 2 36 0 0,11 7-13 0 0,61 1-1 0 0,-95-9 49 0 0,0 0-1 0 0,-1-2 1 0 0,1 0-1 0 0,0-1 1 0 0,-1-1-1 0 0,23-7 0 0 0,-39 10-56 0 0,-1 1-1 0 0,0 0 0 0 0,0-1 0 0 0,0 1 0 0 0,0-1 1 0 0,0 1-1 0 0,0-1 0 0 0,0 0 0 0 0,0 1 0 0 0,0-1 1 0 0,0 0-1 0 0,0 0 0 0 0,0 1 0 0 0,0-1 0 0 0,0 0 1 0 0,-1 0-1 0 0,1 0 0 0 0,0 0 0 0 0,-1 0 0 0 0,1 0 1 0 0,-1 0-1 0 0,1-1 0 0 0,-1 1 0 0 0,0 0 1 0 0,1 0-1 0 0,-1 0 0 0 0,0 0 0 0 0,0-1 0 0 0,1 1 1 0 0,-1 0-1 0 0,0 0 0 0 0,-1 0 0 0 0,1-1 0 0 0,0 0 1 0 0,-1 4-11 0 0,1-1 0 0 0,-1 1 1 0 0,0 0-1 0 0,0 0 1 0 0,0 0-1 0 0,0-1 1 0 0,0 1-1 0 0,0-1 1 0 0,-1 1-1 0 0,1-1 0 0 0,0 1 1 0 0,-3 1-1 0 0,1 0 0 0 0,-1 4 2 0 0,1 0 1 0 0,0 0-1 0 0,0 0 1 0 0,0 1-1 0 0,1-1 1 0 0,0 1 0 0 0,1-1-1 0 0,-1 1 1 0 0,1 0-1 0 0,1 0 1 0 0,0-1-1 0 0,0 1 1 0 0,0 0-1 0 0,3 11 1 0 0,2 6 24 0 0,1 0 1 0 0,18 45-1 0 0,-20-59-11 0 0,-3-10 12 0 0,-1 0-1 0 0,1 0 0 0 0,-1-1 1 0 0,1 1-1 0 0,-1 0 0 0 0,0 0 1 0 0,1 0-1 0 0,-1 0 0 0 0,0 0 1 0 0,0 0-1 0 0,1 0 0 0 0,-1 0 0 0 0,0 0 1 0 0,0 0-1 0 0,0 0 0 0 0,0 0 1 0 0,0 0-1 0 0,0 0 0 0 0,-1 0 1 0 0,1 0-1 0 0,0-1 0 0 0,0 1 1 0 0,-1 0-1 0 0,1 0 0 0 0,-1 0 1 0 0,1 0-1 0 0,0 0 0 0 0,-1 0 1 0 0,0-1-1 0 0,1 1 0 0 0,-1 0 1 0 0,1 0-1 0 0,-1-1 0 0 0,0 1 1 0 0,0 0-1 0 0,-1-1-9 0 0,1 0 0 0 0,-1 0 1 0 0,1 0-1 0 0,0-1 0 0 0,-1 1 0 0 0,1-1 0 0 0,0 1 0 0 0,0-1 1 0 0,-1 1-1 0 0,1-1 0 0 0,0 1 0 0 0,0-1 0 0 0,0 0 0 0 0,-1 0 1 0 0,1 0-1 0 0,0 0 0 0 0,0 0 0 0 0,0 0 0 0 0,1 0 0 0 0,-1 0 1 0 0,0 0-1 0 0,0 0 0 0 0,1 0 0 0 0,-1-1 0 0 0,0 1 0 0 0,0-2 1 0 0,0 0-5 0 0,0-1 0 0 0,0 1 0 0 0,0-1 1 0 0,0 0-1 0 0,0 1 0 0 0,1-1 0 0 0,0 0 0 0 0,0 1 1 0 0,0-1-1 0 0,0 0 0 0 0,1 1 0 0 0,-1-1 1 0 0,1 0-1 0 0,0 1 0 0 0,0-1 0 0 0,0 1 0 0 0,0-1 1 0 0,1 1-1 0 0,-1 0 0 0 0,1-1 0 0 0,0 1 1 0 0,0 0-1 0 0,0 0 0 0 0,1 0 0 0 0,2-2 1 0 0,1-3-9 0 0,0 1 1 0 0,1 0 0 0 0,0 0 0 0 0,1 1 0 0 0,-1-1 0 0 0,1 2 0 0 0,0-1-1 0 0,11-4 1 0 0,-13 7-9 0 0,0 1-1 0 0,0 0 0 0 0,0 0 1 0 0,0 1-1 0 0,0 0 0 0 0,0 0 1 0 0,0 0-1 0 0,0 1 0 0 0,1 0 1 0 0,-1 0-1 0 0,0 1 0 0 0,0-1 1 0 0,0 1-1 0 0,0 1 0 0 0,0-1 1 0 0,0 1-1 0 0,0 0 0 0 0,0 0 1 0 0,-1 1-1 0 0,1 0 0 0 0,-1 0 1 0 0,8 5-1 0 0,9 9-1 0 0,-2 0 0 0 0,0 2 0 0 0,-1 0 0 0 0,18 22 0 0 0,25 26-64 0 0,-16-30-3420 0 0,-40-32 1539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26:48.69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1 102 4940 0 0,'1'-12'-314'0'0,"14"-51"1548"0"0,-15 62-1000 0 0,3-16 650 0 0,-1 9-341 0 0,0 9-115 0 0,131 486-283 0 0,-115-392-60 0 0,-17-86-127 0 0,-1 0-1 0 0,0 0 1 0 0,0 0 0 0 0,0 0 0 0 0,-1 0 0 0 0,-1 0 0 0 0,0 0 0 0 0,-3 11 0 0 0,-9-14-3580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26:49.49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98 115 5400 0 0,'-2'-2'-83'0'0,"-1"-1"-1"0"0,0 1 0 0 0,1-1 0 0 0,0 0 0 0 0,-1 1 1 0 0,1-1-1 0 0,0 0 0 0 0,0 0 0 0 0,1 0 0 0 0,-1 0 1 0 0,1-1-1 0 0,-1 1 0 0 0,1 0 0 0 0,0-1 0 0 0,1 1 1 0 0,-1-1-1 0 0,0 1 0 0 0,1-7 0 0 0,0 7 80 0 0,1 1 0 0 0,-1 0 0 0 0,1-1-1 0 0,0 1 1 0 0,0 0 0 0 0,0 0 0 0 0,0 0 0 0 0,0 0 0 0 0,1 0 0 0 0,-1 0-1 0 0,1 0 1 0 0,-1 0 0 0 0,1 1 0 0 0,0-1 0 0 0,0 0 0 0 0,-1 1 0 0 0,1 0-1 0 0,0-1 1 0 0,0 1 0 0 0,0 0 0 0 0,1 0 0 0 0,-1 0 0 0 0,0 0-1 0 0,0 0 1 0 0,1 1 0 0 0,-1-1 0 0 0,0 1 0 0 0,5-1 0 0 0,13-2 19 0 0,0 2 0 0 0,1 0 0 0 0,-1 1 0 0 0,0 0 0 0 0,0 2 0 0 0,0 1 0 0 0,27 6 0 0 0,-11 0-2 0 0,0 2 1 0 0,-1 1-1 0 0,37 19 1 0 0,-66-29-10 0 0,0 1 1 0 0,0 0-1 0 0,0 0 1 0 0,0 0-1 0 0,0 1 1 0 0,0 0 0 0 0,-1 0-1 0 0,0 0 1 0 0,0 1-1 0 0,0 0 1 0 0,-1 0-1 0 0,1 0 1 0 0,-1 0-1 0 0,0 1 1 0 0,-1-1 0 0 0,1 1-1 0 0,3 9 1 0 0,-7-13 0 0 0,0 0 0 0 0,0 0 0 0 0,0 0 0 0 0,0 0-1 0 0,-1 0 1 0 0,1 0 0 0 0,-1 0 0 0 0,1-1 0 0 0,-1 1 0 0 0,1 0 0 0 0,-1 0 0 0 0,0 0 0 0 0,0-1 0 0 0,0 1 0 0 0,0 0 0 0 0,0-1 0 0 0,-1 1 0 0 0,1-1 0 0 0,0 1 0 0 0,-1-1 0 0 0,1 0 0 0 0,-1 0 0 0 0,-2 2 0 0 0,-36 23 39 0 0,-6-8 15 0 0,0-2-1 0 0,-1-2 1 0 0,0-2 0 0 0,-1-2-1 0 0,-66 6 1 0 0,39-6 470 0 0,62-9-147 0 0,0 0-1 0 0,1-1 1 0 0,-1 0-1 0 0,-16-3 0 0 0,27 2-101 0 0,-8 3-194 0 0,10-2-81 0 0,0 0 0 0 0,0 0 1 0 0,0 0-1 0 0,0 1 0 0 0,0-1 0 0 0,0 0 1 0 0,0 0-1 0 0,1 0 0 0 0,-1 0 0 0 0,0 0 1 0 0,0 0-1 0 0,0 0 0 0 0,0 0 1 0 0,0 0-1 0 0,0 1 0 0 0,0-1 0 0 0,0 0 1 0 0,0 0-1 0 0,0 0 0 0 0,0 0 1 0 0,0 0-1 0 0,0 0 0 0 0,0 0 0 0 0,0 1 1 0 0,0-1-1 0 0,0 0 0 0 0,0 0 0 0 0,0 0 1 0 0,0 0-1 0 0,0 0 0 0 0,0 0 1 0 0,0 0-1 0 0,0 1 0 0 0,0-1 0 0 0,0 0 1 0 0,0 0-1 0 0,-1 0 0 0 0,1 0 0 0 0,0 0 1 0 0,0 0-1 0 0,0 0 0 0 0,0 0 1 0 0,0 0-1 0 0,0 1 0 0 0,0-1 0 0 0,15 5 11 0 0,0 0 0 0 0,0 1 0 0 0,-1 1 0 0 0,1 1 0 0 0,-1 0 0 0 0,22 17-1 0 0,80 75 25 0 0,-38-31-13 0 0,-42-40-20 0 0,6 4 21 0 0,-1 2 0 0 0,-1 2 0 0 0,48 59-1 0 0,-86-93-212 0 0,12 17 506 0 0,-14-20-392 0 0,1 0 1 0 0,-1 0 0 0 0,0 1 0 0 0,0-1-1 0 0,0 0 1 0 0,1 1 0 0 0,-1-1 0 0 0,0 0 0 0 0,0 0-1 0 0,0 1 1 0 0,0-1 0 0 0,0 0 0 0 0,1 1-1 0 0,-1-1 1 0 0,0 0 0 0 0,0 1 0 0 0,0-1 0 0 0,0 0-1 0 0,0 1 1 0 0,0-1 0 0 0,0 0 0 0 0,0 1-1 0 0,0-1 1 0 0,0 0 0 0 0,0 1 0 0 0,-1-1 0 0 0,1 0-1 0 0,0 1 1 0 0,0-1 0 0 0,0 0 0 0 0,0 1-1 0 0,0-1 1 0 0,-1 0 0 0 0,1 0 0 0 0,0 1 0 0 0,0-1-1 0 0,-1 0 1 0 0,1 0 0 0 0,0 1 0 0 0,0-1-1 0 0,-1 0 1 0 0,1 0 0 0 0,0 0 0 0 0,0 1 0 0 0,-1-1-1 0 0,1 0 1 0 0,0 0 0 0 0,-1 0 0 0 0,1 0-1 0 0,0 0 1 0 0,-1 0 0 0 0,1 0 0 0 0,0 0 0 0 0,-1 0-1 0 0,1 0 1 0 0,0 0 0 0 0,-1 0 0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26:50.79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42 18 5224 0 0,'-41'-1'243'0'0,"59"-2"-42"0"0,69-3-98 0 0,206 8-62 0 0,-107 1 30 0 0,-174-3 115 0 0,-35-12-4399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26:51.62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4 203 3672 0 0,'-2'-24'148'0'0,"1"1"0"0"0,1 0 0 0 0,4-29 0 0 0,0-24 1635 0 0,-3 71-1479 0 0,3 11-130 0 0,6 27-94 0 0,8 49-109 0 0,9 56 49 0 0,-4-27-11 0 0,30 147 33 0 0,-38-189-4 0 0,-4 2 1822 0 0,-16-75-1708 0 0,0 0-108 0 0,1 1 0 0 0,0-1-1 0 0,0-1 1 0 0,1 1-1 0 0,-1 0 1 0 0,1-1 0 0 0,0 0-1 0 0,0 0 1 0 0,1 0 0 0 0,-1 0-1 0 0,-2-10 1 0 0,4 12-33 0 0,0 0 1 0 0,0 0 0 0 0,0 0 0 0 0,1 0 0 0 0,0-1-1 0 0,0 1 1 0 0,0 0 0 0 0,0 0 0 0 0,0 0-1 0 0,0-1 1 0 0,1 1 0 0 0,0 0 0 0 0,-1 0 0 0 0,1 0-1 0 0,0 0 1 0 0,1 0 0 0 0,-1 0 0 0 0,1 0-1 0 0,-1 0 1 0 0,1 0 0 0 0,0 1 0 0 0,0-1 0 0 0,0 1-1 0 0,0-1 1 0 0,3-1 0 0 0,0-1-11 0 0,0 1 0 0 0,0 0-1 0 0,1 1 1 0 0,0-1 0 0 0,0 1 0 0 0,0 0 0 0 0,0 1-1 0 0,0-1 1 0 0,0 1 0 0 0,1 0 0 0 0,-1 1 0 0 0,1-1 0 0 0,11 1-1 0 0,-6 0-3 0 0,0 2-1 0 0,0-1 1 0 0,-1 2-1 0 0,1 0 0 0 0,0 0 1 0 0,0 1-1 0 0,12 5 0 0 0,4 3-18 0 0,0 2 0 0 0,-1 1-1 0 0,0 1 1 0 0,-1 1-1 0 0,25 22 1 0 0,10 6-434 0 0,-59-43 237 0 0,12-18-6625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26:51.86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5985 0 0,'0'0'-198'0'0,"6"9"-1164"0"0,-3-3 1325 0 0,0 1-1 0 0,-1-1 1 0 0,0 0 0 0 0,0 1-1 0 0,0-1 1 0 0,0 10 0 0 0,12 33-43 0 0,-7-32-24 0 0,30 62 388 0 0,-34-74-423 0 0,0 1 1 0 0,1-1 0 0 0,-1 0-1 0 0,1 0 1 0 0,1 0-1 0 0,-1 0 1 0 0,1-1 0 0 0,-1 1-1 0 0,1-1 1 0 0,9 5 0 0 0,-6-6-750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26:52.05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30 42 3244 0 0,'-24'-33'1312'0'0,"23"32"-948"0"0,-4-6-1453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26:52.52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7 145 3612 0 0,'-6'5'38'0'0,"9"-3"-8"0"0,22-4 8 0 0,37-13-25 0 0,-47 10 77 0 0,-1 0 0 0 0,1-2 0 0 0,-1 0 0 0 0,0-1-1 0 0,-1 0 1 0 0,0-1 0 0 0,0 0 0 0 0,-1-1 0 0 0,0 0 0 0 0,12-15 0 0 0,-23 24-73 0 0,-1 0 1 0 0,1 1 0 0 0,0-1-1 0 0,-1 0 1 0 0,1 0 0 0 0,-1 0-1 0 0,1 0 1 0 0,-1 1 0 0 0,1-1-1 0 0,-1 0 1 0 0,0 0 0 0 0,1 0-1 0 0,-1 0 1 0 0,0 0 0 0 0,0 0-1 0 0,0 0 1 0 0,1 0 0 0 0,-1 0-1 0 0,0 0 1 0 0,-1 0-1 0 0,1 0 1 0 0,0 0 0 0 0,0-1-1 0 0,-1 1-8 0 0,1 0-1 0 0,-1 1 0 0 0,0-1 0 0 0,1 0 0 0 0,-1 1 0 0 0,0-1 0 0 0,1 1 0 0 0,-1-1 0 0 0,0 1 0 0 0,0 0 0 0 0,0-1 1 0 0,1 1-1 0 0,-1 0 0 0 0,0-1 0 0 0,0 1 0 0 0,0 0 0 0 0,0 0 0 0 0,0 0 0 0 0,0 0 0 0 0,-1 0 0 0 0,-2 0 3 0 0,-1 0 0 0 0,0 0 0 0 0,0 0-1 0 0,0 1 1 0 0,0 0 0 0 0,1 0-1 0 0,-1 1 1 0 0,-5 1 0 0 0,-1 2 6 0 0,1 1 1 0 0,0 0 0 0 0,1 1-1 0 0,-1 0 1 0 0,1 1-1 0 0,0-1 1 0 0,1 2-1 0 0,-14 16 1 0 0,20-22-14 0 0,-1 0-1 0 0,1 1 1 0 0,0-1-1 0 0,0 0 1 0 0,1 1 0 0 0,-1-1-1 0 0,1 1 1 0 0,0 0 0 0 0,0-1-1 0 0,0 1 1 0 0,0 0 0 0 0,1-1-1 0 0,-1 1 1 0 0,1 0-1 0 0,0 0 1 0 0,0 0 0 0 0,0 0-1 0 0,1-1 1 0 0,-1 1 0 0 0,1 0-1 0 0,0 0 1 0 0,0-1-1 0 0,1 1 1 0 0,-1-1 0 0 0,1 1-1 0 0,-1-1 1 0 0,1 1 0 0 0,0-1-1 0 0,0 0 1 0 0,3 4 0 0 0,2 0-14 0 0,-1 0 0 0 0,1 0 0 0 0,0-1 1 0 0,1 1-1 0 0,0-1 0 0 0,0-1 1 0 0,0 0-1 0 0,0 0 0 0 0,1 0 0 0 0,0-1 1 0 0,0-1-1 0 0,0 1 0 0 0,16 2 1 0 0,-17-4-416 0 0,1-1 1 0 0,-1 0-1 0 0,1-1 1 0 0,-1 0 0 0 0,14-1-1 0 0,-2-3-717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26:53.10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12 127 3884 0 0,'-12'-3'806'0'0,"12"8"-458"0"0,21 18-402 0 0,7 7 59 0 0,168 202 3 0 0,-196-231-6 0 0,0 0 0 0 0,1 0 0 0 0,-1-1 0 0 0,0 1 0 0 0,0 0 0 0 0,1 0 0 0 0,-1-1 0 0 0,0 1 1 0 0,0 0-1 0 0,0 0 0 0 0,0 0 0 0 0,0-1 0 0 0,0 1 0 0 0,0 0 0 0 0,0 0 0 0 0,0-1 0 0 0,-1 1 0 0 0,1 0 0 0 0,0 0 0 0 0,0-1 0 0 0,-1 1 0 0 0,1 0 0 0 0,-1 0 0 0 0,1-1 0 0 0,0 1 0 0 0,-1 0 0 0 0,1-1 0 0 0,-1 1 0 0 0,1-1 0 0 0,-1 1 0 0 0,0-1 0 0 0,1 1 1 0 0,-1-1-1 0 0,0 1 0 0 0,1-1 0 0 0,-1 1 0 0 0,0-1 0 0 0,1 0 0 0 0,-1 0 0 0 0,0 1 0 0 0,0-1 0 0 0,1 0 0 0 0,-3 0 0 0 0,0 2 23 0 0,-1 0 0 0 0,0-1 0 0 0,0 0 1 0 0,-1 0-1 0 0,1 0 0 0 0,0-1 0 0 0,0 1 0 0 0,-7-1 0 0 0,3-1 37 0 0,1 0-1 0 0,-1 0 1 0 0,1-1-1 0 0,-1 0 1 0 0,1 0 0 0 0,0 0-1 0 0,0-1 1 0 0,0 0-1 0 0,-8-6 1 0 0,12 7-47 0 0,1 1 0 0 0,0-1 0 0 0,0 0 0 0 0,0 0 0 0 0,0 0 0 0 0,1 0 0 0 0,-1-1 0 0 0,0 1 0 0 0,1 0 0 0 0,0-1 0 0 0,-1 1 0 0 0,1-1 0 0 0,0 0 0 0 0,0 1 0 0 0,0-1 0 0 0,1 0 0 0 0,-1 1 0 0 0,1-1 0 0 0,-1 0 0 0 0,1 0 0 0 0,0 0 0 0 0,0 1 0 0 0,0-1 0 0 0,1 0 0 0 0,-1 0 0 0 0,1 1 1 0 0,-1-1-1 0 0,1 0 0 0 0,0 0 0 0 0,2-3 0 0 0,4-11-29 0 0,0 0 1 0 0,2 1-1 0 0,0 0 1 0 0,0 1 0 0 0,2 0-1 0 0,0 0 1 0 0,0 1 0 0 0,2 1-1 0 0,0 0 1 0 0,0 0 0 0 0,23-16-1 0 0,5 1-80 0 0,1 2-1 0 0,1 2 1 0 0,51-21 0 0 0,-67 30-1324 0 0,-29 16 1196 0 0,0-1 112 0 0,0 0 0 0 0,1 0 0 0 0,-1 0 0 0 0,0 0 0 0 0,1 0 0 0 0,-1 0 0 0 0,0 0 0 0 0,0 0 0 0 0,1-1 0 0 0,-1 1 0 0 0,1-1 0 0 0,-1 1 0 0 0,0-1 0 0 0,1 0 0 0 0,-3-1 0 0 0,-3-4-491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26:53.78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118 26 3076 0 0,'0'0'494'0'0,"-4"-14"432"0"0,4 13-872 0 0,0 1-1 0 0,0-1 0 0 0,0 1 0 0 0,-1-1 0 0 0,1 1 0 0 0,0-1 0 0 0,0 1 0 0 0,0-1 0 0 0,-1 1 0 0 0,1-1 0 0 0,0 1 1 0 0,-1-1-1 0 0,1 1 0 0 0,0 0 0 0 0,-1-1 0 0 0,1 1 0 0 0,0-1 0 0 0,-1 1 0 0 0,1 0 0 0 0,-1 0 0 0 0,1-1 1 0 0,-1 1-1 0 0,1 0 0 0 0,-1 0 0 0 0,1-1 0 0 0,-1 1 0 0 0,1 0 0 0 0,-1 0 0 0 0,1 0 0 0 0,-1 0 0 0 0,1 0 0 0 0,-1 0 1 0 0,-6 2-40 0 0,0 1 0 0 0,1 0 0 0 0,-1 1 1 0 0,1 0-1 0 0,0 0 0 0 0,0 0 1 0 0,0 1-1 0 0,1-1 0 0 0,-1 1 0 0 0,1 1 1 0 0,1-1-1 0 0,-1 1 0 0 0,1 0 1 0 0,0 0-1 0 0,0 0 0 0 0,0 0 0 0 0,1 1 1 0 0,-3 8-1 0 0,6-13-13 0 0,0-1 0 0 0,0 0 1 0 0,0 1-1 0 0,0-1 0 0 0,1 0 0 0 0,-1 0 1 0 0,0 1-1 0 0,1-1 0 0 0,-1 0 0 0 0,1 0 1 0 0,-1 0-1 0 0,1 0 0 0 0,0 1 0 0 0,0-1 1 0 0,-1 0-1 0 0,1 0 0 0 0,0 0 0 0 0,0 0 0 0 0,0-1 1 0 0,0 1-1 0 0,0 0 0 0 0,0 0 0 0 0,0-1 1 0 0,0 1-1 0 0,1 0 0 0 0,-1-1 0 0 0,0 1 1 0 0,2 0-1 0 0,1 0 5 0 0,0 1 0 0 0,1 0 0 0 0,-1-1 0 0 0,1 0 0 0 0,-1 0 0 0 0,1 0 1 0 0,6 0-1 0 0,3-2-2 0 0,0 0 0 0 0,0-1 1 0 0,-1 0-1 0 0,1-1 1 0 0,-1-1-1 0 0,0 0 0 0 0,23-10 1 0 0,24-9 28 0 0,-60 23-36 0 0,1 0 0 0 0,0-1-1 0 0,-1 1 1 0 0,1 0 0 0 0,0 0 0 0 0,0 0 0 0 0,-1 0 0 0 0,1 0 0 0 0,0 0 0 0 0,0 0 0 0 0,0 0 0 0 0,-1 0 0 0 0,1 0 0 0 0,0 0 0 0 0,0 0 0 0 0,-1 0 0 0 0,1 1 0 0 0,0-1 0 0 0,-1 0 0 0 0,1 0-1 0 0,0 1 1 0 0,-1-1 0 0 0,1 1 0 0 0,0-1 0 0 0,-1 1 0 0 0,1-1 0 0 0,-1 1 0 0 0,1-1 0 0 0,-1 1 0 0 0,1-1 0 0 0,-1 1 0 0 0,1-1 0 0 0,-1 1 0 0 0,1 0 0 0 0,-1-1 0 0 0,0 1 0 0 0,1 0 0 0 0,-1 0 0 0 0,0-1-1 0 0,0 1 1 0 0,0 0 0 0 0,0-1 0 0 0,1 1 0 0 0,-1 0 0 0 0,0 0 0 0 0,0 1 0 0 0,-1 47-47 0 0,0-25 46 0 0,2-20 22 0 0,0 0 1 0 0,1 0-1 0 0,-1-1 1 0 0,0 1 0 0 0,1 0-1 0 0,0-1 1 0 0,0 1-1 0 0,0-1 1 0 0,0 1 0 0 0,5 4-1 0 0,-5-6-154 0 0,-1-1 0 0 0,1 1 0 0 0,-1-1-1 0 0,1 1 1 0 0,0-1 0 0 0,-1 0 0 0 0,1 1-1 0 0,0-1 1 0 0,0 0 0 0 0,0 0 0 0 0,0 0-1 0 0,0-1 1 0 0,0 1 0 0 0,0 0 0 0 0,1-1 0 0 0,-1 0-1 0 0,0 1 1 0 0,0-1 0 0 0,0 0 0 0 0,0 0-1 0 0,1 0 1 0 0,-1 0 0 0 0,4-1 0 0 0,17-5-1418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26:54.35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 6 4452 0 0,'-6'-1'-1175'0'0,"14"-1"1002"0"0,34 0 113 0 0,-40 2 53 0 0,0 1 1 0 0,0-1 0 0 0,1 1-1 0 0,-1 0 1 0 0,0-1 0 0 0,0 1-1 0 0,0 0 1 0 0,0 0 0 0 0,-1 0 0 0 0,1 1-1 0 0,0-1 1 0 0,0 0 0 0 0,-1 1-1 0 0,1-1 1 0 0,-1 1 0 0 0,1-1-1 0 0,-1 1 1 0 0,1 0 0 0 0,1 3-1 0 0,26 48-7 0 0,-8-14 30 0 0,1-12 1 0 0,-10-13 37 0 0,-1 0 1 0 0,0 1-1 0 0,14 27 1 0 0,-24-40 44 0 0,-1-2-83 0 0,0 1-1 0 0,0-1 1 0 0,0 1-1 0 0,0-1 1 0 0,0 0 0 0 0,0 1-1 0 0,0-1 1 0 0,0 0-1 0 0,0 1 1 0 0,0-1-1 0 0,0 1 1 0 0,-1-1 0 0 0,1 0-1 0 0,0 1 1 0 0,0-1-1 0 0,0 0 1 0 0,0 1 0 0 0,-1-1-1 0 0,1 0 1 0 0,0 0-1 0 0,0 1 1 0 0,-1-1 0 0 0,1 0-1 0 0,0 1 1 0 0,-1-1-1 0 0,1 0 1 0 0,0 0 0 0 0,-1 0-1 0 0,1 0 1 0 0,-1 1-1 0 0,-2-1 45 0 0,-1 0 0 0 0,1 0 0 0 0,-1-1-1 0 0,1 1 1 0 0,0-1 0 0 0,-1 0 0 0 0,1 0 0 0 0,0 0-1 0 0,0 0 1 0 0,0-1 0 0 0,-1 1 0 0 0,1-1 0 0 0,1 0-1 0 0,-1 0 1 0 0,0 0 0 0 0,0 0 0 0 0,1 0-1 0 0,-4-4 1 0 0,5 4-32 0 0,-1 0 0 0 0,1 0-1 0 0,0 0 1 0 0,0-1 0 0 0,0 1-1 0 0,0-1 1 0 0,0 1 0 0 0,1-1-1 0 0,-1 1 1 0 0,1-1 0 0 0,-1 1-1 0 0,1-1 1 0 0,0 1 0 0 0,0-1 0 0 0,0 0-1 0 0,0 1 1 0 0,1-1 0 0 0,-1 1-1 0 0,1-1 1 0 0,0 1 0 0 0,-1-1-1 0 0,1 1 1 0 0,0-1 0 0 0,0 1-1 0 0,1 0 1 0 0,1-4 0 0 0,2-1 0 0 0,1-1 0 0 0,0 1 0 0 0,0 0 0 0 0,1 0 0 0 0,0 1 0 0 0,0-1 0 0 0,1 2 0 0 0,0-1 0 0 0,-1 1 0 0 0,2 0 0 0 0,13-5 0 0 0,-7 1-7 0 0,16-13-177 0 0,-30 21-33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26:54.88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232 10 4080 0 0,'0'0'-211'0'0,"-31"-9"-793"0"0,19 10 977 0 0,0 2-1 0 0,0-1 1 0 0,0 2-1 0 0,0-1 1 0 0,1 2-1 0 0,-1 0 1 0 0,1 0 0 0 0,0 1-1 0 0,1 0 1 0 0,0 1-1 0 0,0 0 1 0 0,0 1-1 0 0,1 0 1 0 0,-13 13 0 0 0,20-19 41 0 0,-1 0 1 0 0,1 0-1 0 0,0 1 1 0 0,1-1-1 0 0,-1 0 1 0 0,0 1-1 0 0,1-1 1 0 0,-1 1-1 0 0,1-1 1 0 0,0 1-1 0 0,0 0 1 0 0,0 0 0 0 0,0 0-1 0 0,0-1 1 0 0,1 1-1 0 0,-1 0 1 0 0,1 0-1 0 0,0 0 1 0 0,0 0-1 0 0,0 0 1 0 0,0 0-1 0 0,1 3 1 0 0,0-2 17 0 0,1 0 0 0 0,-1-1 1 0 0,1 1-1 0 0,0-1 0 0 0,0 1 0 0 0,1-1 1 0 0,-1 0-1 0 0,1 0 0 0 0,-1 0 0 0 0,1 0 1 0 0,0-1-1 0 0,0 1 0 0 0,0-1 0 0 0,6 4 1 0 0,0-1-83 0 0,0 1 1 0 0,1-2 0 0 0,-1 1 0 0 0,1-2 0 0 0,0 1 0 0 0,1-1-1 0 0,-1-1 1 0 0,0 0 0 0 0,1 0 0 0 0,-1-1 0 0 0,19 0 0 0 0,-5-5-768 0 0,3-1 144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26:55.56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4 128 2512 0 0,'-1'-6'65'0'0,"0"0"0"0"0,0 0 0 0 0,1 0-1 0 0,0 0 1 0 0,0 0 0 0 0,1 0 0 0 0,-1 0 0 0 0,3-7-1 0 0,1-25 1105 0 0,-4 36-1032 0 0,2-15 357 0 0,-1 7-191 0 0,-1 11-187 0 0,-3 62-94 0 0,4 1-1 0 0,2 0 1 0 0,3-1-1 0 0,3 0 1 0 0,24 88-1 0 0,-25-122 7 0 0,-3-16 77 0 0,-2 1 1 0 0,0-1-1 0 0,3 29 1401 0 0,-9-46-1372 0 0,2 1-114 0 0,-1 1 0 0 0,1 0 0 0 0,0-1-1 0 0,0 1 1 0 0,0-1 0 0 0,0 1-1 0 0,0-1 1 0 0,0 0 0 0 0,1 1 0 0 0,-1-1-1 0 0,1 0 1 0 0,0 0 0 0 0,0 1 0 0 0,0-1-1 0 0,0 0 1 0 0,0 0 0 0 0,1 1-1 0 0,-1-1 1 0 0,1 0 0 0 0,0 1 0 0 0,-1-1-1 0 0,1 1 1 0 0,0-1 0 0 0,1 1 0 0 0,-1-1-1 0 0,0 1 1 0 0,1 0 0 0 0,-1-1-1 0 0,1 1 1 0 0,0 0 0 0 0,0 0 0 0 0,0 0-1 0 0,4-3 1 0 0,-4 4-19 0 0,0-1 0 0 0,1 0 0 0 0,-1 1 0 0 0,1-1 0 0 0,-1 1-1 0 0,1 0 1 0 0,0 0 0 0 0,0 0 0 0 0,0 0 0 0 0,-1 1 0 0 0,1-1 0 0 0,0 1 0 0 0,0-1 0 0 0,0 1 0 0 0,0 0-1 0 0,0 0 1 0 0,0 1 0 0 0,0-1 0 0 0,0 0 0 0 0,-1 1 0 0 0,1 0 0 0 0,0 0 0 0 0,0 0 0 0 0,0 0-1 0 0,-1 0 1 0 0,1 0 0 0 0,-1 1 0 0 0,1-1 0 0 0,-1 1 0 0 0,1 0 0 0 0,-1 0 0 0 0,3 3 0 0 0,8 5-100 0 0,-2 1 1 0 0,1 1-1 0 0,-1 0 1 0 0,11 17-1 0 0,-9-14-4273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26:55.90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576 1 4136 0 0,'-11'44'-1149'0'0,"11"-41"1159"0"0,0-1 0 0 0,1 0 0 0 0,-1 0 0 0 0,0 0-1 0 0,1 0 1 0 0,0 1 0 0 0,-1-1 0 0 0,1 0 0 0 0,0 0 0 0 0,0 0 0 0 0,0 0 0 0 0,0-1 0 0 0,0 1 0 0 0,1 0-1 0 0,-1 0 1 0 0,0-1 0 0 0,1 1 0 0 0,0-1 0 0 0,-1 1 0 0 0,3 1 0 0 0,2 0 19 0 0,-1 0 0 0 0,0 0 0 0 0,1 0 0 0 0,-1-1 0 0 0,1 0 0 0 0,0 0 0 0 0,8 1 0 0 0,7 1 48 0 0,1-2-1 0 0,0 0 1 0 0,27-2-1 0 0,81-9 130 0 0,23-1 519 0 0,-152 10-713 0 0,0 0-1 0 0,0-1 0 0 0,0 1 0 0 0,0 0 0 0 0,0 0 0 0 0,0 0 1 0 0,0 1-1 0 0,0-1 0 0 0,0 0 0 0 0,0 0 0 0 0,0 0 0 0 0,0 1 1 0 0,0-1-1 0 0,0 0 0 0 0,0 1 0 0 0,-1-1 0 0 0,1 1 0 0 0,0-1 1 0 0,0 1-1 0 0,0-1 0 0 0,-1 1 0 0 0,2 1 0 0 0,-2-1-5 0 0,0-1-1 0 0,0 1 0 0 0,0 0 1 0 0,0 0-1 0 0,0 0 1 0 0,0-1-1 0 0,0 1 0 0 0,0 0 1 0 0,0 0-1 0 0,-1-1 1 0 0,1 1-1 0 0,0 0 0 0 0,0 0 1 0 0,-1-1-1 0 0,1 1 1 0 0,-1 0-1 0 0,1-1 0 0 0,0 1 1 0 0,-1 0-1 0 0,1-1 1 0 0,-2 1-1 0 0,-38 36 77 0 0,39-37-78 0 0,-413 291 281 0 0,165-121-145 0 0,-68 31-2862 0 0,285-185 1749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29:02.71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2478 1928 0 0,'0'0'406'0'0,"3"3"39"0"0,-1 0 0 0 0,1 0 0 0 0,0-1 1 0 0,0 1-1 0 0,1-1 0 0 0,-1 1 0 0 0,0-1 0 0 0,8 3 0 0 0,128-18-400 0 0,8 0-26 0 0,226-73 33 0 0,-310 67-50 0 0,-2-4-1 0 0,0-2 1 0 0,104-61 0 0 0,-106 47 59 0 0,-2-2 0 0 0,-2-3 1 0 0,-1-2-1 0 0,-3-2 1 0 0,-2-2-1 0 0,-2-3 0 0 0,-2-2 1 0 0,49-78-1 0 0,-65 84 96 0 0,-1-1 0 0 0,-2-1-1 0 0,-3-1 1 0 0,30-97 0 0 0,-12-58 146 0 0,-19 103-208 0 0,-14 63-23 0 0,-2 0 0 0 0,-2 0 1 0 0,-1-1-1 0 0,-2 1 0 0 0,-2-1 1 0 0,-2 1-1 0 0,-15-77 0 0 0,-17-38 90 0 0,25 130-150 0 0,-1 0 1 0 0,-1 0 0 0 0,-1 1-1 0 0,-1 1 1 0 0,-1 0 0 0 0,-23-28-1 0 0,10 13-8 0 0,16 20-8 0 0,-2 0-1 0 0,0 1 1 0 0,-1 1-1 0 0,-1 0 1 0 0,0 1-1 0 0,-1 0 1 0 0,-1 2-1 0 0,0 0 1 0 0,-1 1-1 0 0,-1 1 1 0 0,0 0-1 0 0,0 2 1 0 0,-39-14-1 0 0,26 14-11 0 0,0 2 1 0 0,-66-8-1 0 0,-113 9-38 0 0,-40 27-24 0 0,111-6 40 0 0,139-13 44 0 0,-19-1 6 0 0,12 2-11 0 0,6-2-3 0 0,0 0-2 0 0,-10 0-1 0 0,10 0-5 0 0,5-5-2151 0 0,-1 4 1968 0 0,0-1 1 0 0,0 1-1 0 0,1-1 1 0 0,-1 1-1 0 0,0-1 0 0 0,0 1 1 0 0,1 0-1 0 0,-1 0 0 0 0,3-2 1 0 0,-2 1-238 0 0,17-10-1944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29:03.28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484 20 5553 0 0,'0'0'-315'0'0,"-5"-3"-727"0"0,-15-13 1020 0 0,-5 20-12 0 0,-69 15-6 0 0,-120 42 1 0 0,130-35 30 0 0,44-6 155 0 0,39-20-129 0 0,5 2-22 0 0,127 27 6 0 0,34 9 1 0 0,-140-32 36 0 0,-21-6-33 0 0,0 1 1 0 0,0 0-1 0 0,0 0 0 0 0,0 0 1 0 0,0 0-1 0 0,0 1 1 0 0,0 0-1 0 0,-1 0 1 0 0,6 3-1 0 0,-8-4-356 0 0,6 7-1285 0 0,-6-6 1174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29:04.93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45 128 3140 0 0,'5'-43'760'0'0,"-5"42"-541"0"0,1-17 647 0 0,0 10 238 0 0,-2 40-1095 0 0,1 1 0 0 0,2-1 0 0 0,0 0 0 0 0,3 1 0 0 0,13 50 0 0 0,3 2 195 0 0,-21-83-28 0 0,-1-2-104 0 0,0-1 1 0 0,0 1-1 0 0,0-1 1 0 0,-1 1-1 0 0,1-1 1 0 0,0 0 0 0 0,0 1-1 0 0,0-1 1 0 0,0 0-1 0 0,0 0 1 0 0,0 1 0 0 0,0-1-1 0 0,1 0 1 0 0,-1 0-1 0 0,0 0 1 0 0,0 0-1 0 0,1 0 1 0 0,-1 0 0 0 0,0-2-1 0 0,-18-39 453 0 0,-10-53-327 0 0,26 84-60 0 0,-3-10-75 0 0,2 0-1 0 0,1 0 0 0 0,-1-31 0 0 0,4 46-67 0 0,0-1-1 0 0,1 0 1 0 0,0 1-1 0 0,1 0 1 0 0,3-11-1 0 0,-1 2-20 0 0,-3 13 19 0 0,0 0-1 0 0,0 0 1 0 0,0 0 0 0 0,0 0-1 0 0,1 0 1 0 0,-1 0 0 0 0,1 0-1 0 0,0 0 1 0 0,-1 1 0 0 0,1-1-1 0 0,0 1 1 0 0,0-1 0 0 0,0 1 0 0 0,0 0-1 0 0,0-1 1 0 0,0 1 0 0 0,0 0-1 0 0,0 0 1 0 0,1 1 0 0 0,-1-1-1 0 0,5-1 1 0 0,56-8-91 0 0,-63 10 97 0 0,14-1-30 0 0,0 1 1 0 0,0 0 0 0 0,0 1-1 0 0,0 1 1 0 0,0 0 0 0 0,25 8-1 0 0,-32-9 19 0 0,-1 1 0 0 0,1 1-1 0 0,-1 0 1 0 0,0 0 0 0 0,1 0-1 0 0,-1 0 1 0 0,-1 1 0 0 0,1 0 0 0 0,0 0-1 0 0,-1 1 1 0 0,0-1 0 0 0,0 1 0 0 0,0 1-1 0 0,-1-1 1 0 0,0 0 0 0 0,6 11-1 0 0,-7-10 10 0 0,0 0-1 0 0,-1 1 1 0 0,0-1-1 0 0,0 1 1 0 0,0 0-1 0 0,-1-1 1 0 0,0 1-1 0 0,0 0 0 0 0,-1 0 1 0 0,0 0-1 0 0,0 0 1 0 0,-1 0-1 0 0,0-1 1 0 0,0 1-1 0 0,0 0 0 0 0,-1 0 1 0 0,0-1-1 0 0,0 1 1 0 0,-1-1-1 0 0,0 0 1 0 0,0 1-1 0 0,0-1 1 0 0,-1-1-1 0 0,0 1 0 0 0,0 0 1 0 0,0-1-1 0 0,-1 0 1 0 0,-8 8-1 0 0,-3 0 8 0 0,0 0-1 0 0,-1-1 1 0 0,0-1 0 0 0,0 0-1 0 0,-1-1 1 0 0,-1-1 0 0 0,1-1-1 0 0,-32 9 1 0 0,43-14 1 0 0,-27 1 26 0 0,1-2 19 0 0,30-2-33 0 0,-1 0-11 0 0,-10 0 5 0 0,10 0 12 0 0,-23-9-1394 0 0,28-4-1595 0 0,9-2 743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29:10.99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58 4148 0 0,'16'-55'780'0'0,"-15"53"-381"0"0,-1 7-377 0 0,35 218 62 0 0,-35-184 80 0 0,0-38-194 0 0,0 0-1 0 0,0 0 1 0 0,0 0-1 0 0,0 0 0 0 0,0 0 1 0 0,0 1-1 0 0,-1-1 0 0 0,1 0 1 0 0,0 0-1 0 0,-1 0 0 0 0,1 0 1 0 0,-1 0-1 0 0,1 0 0 0 0,-1 0 1 0 0,1 0-1 0 0,-1-1 0 0 0,0 1 1 0 0,0 0-1 0 0,1 0 0 0 0,-1 0 1 0 0,0-1-1 0 0,0 1 0 0 0,0 0 1 0 0,0-1-1 0 0,0 1 0 0 0,0-1 1 0 0,0 1-1 0 0,0-1 0 0 0,0 1 1 0 0,0-1-1 0 0,0 0 0 0 0,-2 1 1 0 0,2-7-1356 0 0,-3-20 42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29:11.68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465 89 4128 0 0,'-2'-5'-50'0'0,"0"0"-1"0"0,0 0 0 0 0,-1 0 1 0 0,0 0-1 0 0,0 0 0 0 0,0 1 0 0 0,0 0 1 0 0,-1-1-1 0 0,1 1 0 0 0,-1 0 1 0 0,0 1-1 0 0,0-1 0 0 0,-1 1 1 0 0,1 0-1 0 0,-1 0 0 0 0,-6-3 1 0 0,4 3 44 0 0,-1 0 0 0 0,0 0 1 0 0,0 1-1 0 0,0 1 1 0 0,1-1-1 0 0,-2 1 1 0 0,1 1-1 0 0,0-1 1 0 0,0 1-1 0 0,-10 2 1 0 0,3 0 18 0 0,0 0 0 0 0,0 2 0 0 0,0 0 0 0 0,1 0-1 0 0,0 1 1 0 0,0 1 0 0 0,0 1 0 0 0,0 0 0 0 0,1 0 0 0 0,0 2 0 0 0,-17 14 0 0 0,16-11-14 0 0,1 1 1 0 0,0 1-1 0 0,1 0 1 0 0,0 1-1 0 0,1 0 1 0 0,-13 25-1 0 0,22-35 3 0 0,-1-1 0 0 0,1 1 1 0 0,0-1-1 0 0,0 1 0 0 0,1 0 0 0 0,-1 0 0 0 0,1 0 0 0 0,0 0 0 0 0,1 0 0 0 0,-1 0 0 0 0,1 0 0 0 0,0 0 0 0 0,0 0 0 0 0,1 0 1 0 0,-1 0-1 0 0,1 0 0 0 0,0 0 0 0 0,0 0 0 0 0,1 0 0 0 0,0-1 0 0 0,-1 1 0 0 0,2 0 0 0 0,-1-1 0 0 0,0 1 0 0 0,1-1 0 0 0,0 0 0 0 0,0 0 1 0 0,6 6-1 0 0,4 1 16 0 0,0 0 0 0 0,1-1 0 0 0,1-1 0 0 0,-1 0 0 0 0,1-1 0 0 0,1-1 1 0 0,0 0-1 0 0,0-1 0 0 0,0-1 0 0 0,0-1 0 0 0,35 6 0 0 0,-10-5 51 0 0,1-2-1 0 0,-1-2 1 0 0,75-6-1 0 0,-100 4-11 0 0,0-1 0 0 0,1-1 0 0 0,-1 0 0 0 0,0-1 1 0 0,-1-1-1 0 0,1 0 0 0 0,-1-1 0 0 0,0-1 0 0 0,0 0 0 0 0,-1-1 0 0 0,0 0 0 0 0,0-2 0 0 0,-1 1 0 0 0,-1-2 1 0 0,1 0-1 0 0,14-17 0 0 0,-24 24-37 0 0,0 1-1 0 0,0-1 1 0 0,-1 0 0 0 0,0 0-1 0 0,0 0 1 0 0,0 0 0 0 0,0-1 0 0 0,-1 1-1 0 0,1-1 1 0 0,-1 1 0 0 0,0-1 0 0 0,-1 1-1 0 0,1-1 1 0 0,-1 1 0 0 0,0-1-1 0 0,0 0 1 0 0,0 1 0 0 0,-1-1 0 0 0,1 1-1 0 0,-1-1 1 0 0,0 1 0 0 0,0-1 0 0 0,-1 1-1 0 0,0 0 1 0 0,1-1 0 0 0,-1 1-1 0 0,-1 0 1 0 0,1 0 0 0 0,-1 0 0 0 0,1 1-1 0 0,-1-1 1 0 0,-6-5 0 0 0,-1-1 9 0 0,-1 0 1 0 0,0 0 0 0 0,0 1-1 0 0,-1 1 1 0 0,0 0 0 0 0,-1 0-1 0 0,0 2 1 0 0,0-1 0 0 0,-14-4-1 0 0,-3 3-45 0 0,1 0 0 0 0,-1 2 1 0 0,0 1-1 0 0,0 2 0 0 0,-1 1 0 0 0,1 1 0 0 0,-1 1 0 0 0,1 2 0 0 0,0 1 0 0 0,-1 2 0 0 0,-30 8 1 0 0,37-3-2860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29:12.78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 82 3596 0 0,'0'0'-121'0'0,"-6"-5"-294"0"0,6 5 406 0 0,0 0 1 0 0,0 0 0 0 0,1 0 0 0 0,-1 0 0 0 0,0 1 0 0 0,0-1 0 0 0,0 0 0 0 0,0 0 0 0 0,0 0 0 0 0,1 0 0 0 0,-1 0 0 0 0,0 0 0 0 0,0 0 0 0 0,0 0 0 0 0,0 0 0 0 0,0 0 0 0 0,1 0 0 0 0,-1 0 0 0 0,0 0-1 0 0,0 0 1 0 0,0 0 0 0 0,0 0 0 0 0,0 0 0 0 0,1 0 0 0 0,-1 0 0 0 0,0 0 0 0 0,0 0 0 0 0,0 0 0 0 0,0 0 0 0 0,0 0 0 0 0,1-1 0 0 0,-1 1 0 0 0,0 0 0 0 0,0 0 0 0 0,0 0 0 0 0,0 0 0 0 0,0 0 0 0 0,0 0-1 0 0,0 0 1 0 0,1-1 0 0 0,-1 1 0 0 0,0 0 0 0 0,0 0 0 0 0,0 0 0 0 0,0 0 0 0 0,0 0 0 0 0,0 0 0 0 0,0-1 0 0 0,0 1 0 0 0,0 0 0 0 0,0 0 0 0 0,0 0 0 0 0,0 0 0 0 0,0-1 0 0 0,0 1 0 0 0,0 0 0 0 0,0 0-1 0 0,0 0 1 0 0,0 0 0 0 0,0 0 0 0 0,0-1 0 0 0,0 1 0 0 0,33 4-2 0 0,-28-4 9 0 0,1 1 0 0 0,-1-1 0 0 0,0 1 0 0 0,0 1 0 0 0,1-1 0 0 0,-1 1 0 0 0,0 0 0 0 0,-1 0 1 0 0,1 0-1 0 0,0 1 0 0 0,-1-1 0 0 0,1 1 0 0 0,7 7 0 0 0,3 1 12 0 0,-7-5-10 0 0,15 9 8 0 0,0 2 0 0 0,24 23 0 0 0,-42-36 7 0 0,0 0 1 0 0,-1 1-1 0 0,0 0 0 0 0,0 0 1 0 0,0 0-1 0 0,-1 0 1 0 0,1 0-1 0 0,-1 1 0 0 0,-1 0 1 0 0,1-1-1 0 0,-1 1 0 0 0,0 0 1 0 0,0 0-1 0 0,-1 1 1 0 0,1-1-1 0 0,-1 7 0 0 0,-1-10 23 0 0,0 0-1 0 0,-1 0 1 0 0,0 0-1 0 0,1 0 1 0 0,-1 0-1 0 0,0 0 1 0 0,-1 0-1 0 0,1 0 1 0 0,0 0-1 0 0,-1 0 1 0 0,1 0-1 0 0,-1-1 1 0 0,0 1-1 0 0,0-1 1 0 0,0 1 0 0 0,-1-1-1 0 0,1 0 1 0 0,0 0-1 0 0,-1 0 1 0 0,1 0-1 0 0,-1 0 1 0 0,0-1-1 0 0,0 1 1 0 0,1-1-1 0 0,-1 1 1 0 0,0-1-1 0 0,0 0 1 0 0,0 0-1 0 0,-1-1 1 0 0,1 1-1 0 0,0-1 1 0 0,0 1-1 0 0,0-1 1 0 0,0 0-1 0 0,-1 0 1 0 0,1 0-1 0 0,0-1 1 0 0,0 1-1 0 0,0-1 1 0 0,0 0-1 0 0,0 0 1 0 0,-4-1-1 0 0,5 0-21 0 0,1 0-1 0 0,-1 0 1 0 0,1 0-1 0 0,0 1 0 0 0,0-2 1 0 0,0 1-1 0 0,0 0 0 0 0,0 0 1 0 0,0 0-1 0 0,0 0 1 0 0,1 0-1 0 0,-1-1 0 0 0,1 1 1 0 0,-1 0-1 0 0,1-1 1 0 0,0 1-1 0 0,0 0 0 0 0,0 0 1 0 0,0-1-1 0 0,1 1 0 0 0,-1 0 1 0 0,1-1-1 0 0,-1 1 1 0 0,1 0-1 0 0,0 0 0 0 0,1-3 1 0 0,24-56 160 0 0,-7 31-143 0 0,2 1-1 0 0,0 0 1 0 0,2 2 0 0 0,1 1 0 0 0,48-41-1 0 0,-69 65-43 0 0,2-1 10 0 0,-4 2 9 0 0,2-9-2628 0 0,-3-2 1771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29:13.50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209 80 3528 0 0,'1'-4'-105'0'0,"0"1"113"0"0,0 0-1 0 0,0 0 1 0 0,-1-1 0 0 0,1 1-1 0 0,-1 0 1 0 0,1 0 0 0 0,-1 0-1 0 0,0-1 1 0 0,0 1 0 0 0,-1 0 0 0 0,1 0-1 0 0,-1-1 1 0 0,-1-4 0 0 0,1 6 9 0 0,0 0 1 0 0,-1 0-1 0 0,1 1 1 0 0,0-1 0 0 0,-1 0-1 0 0,1 1 1 0 0,-1 0-1 0 0,1-1 1 0 0,-1 1 0 0 0,0 0-1 0 0,0 0 1 0 0,1 0-1 0 0,-1 0 1 0 0,0 0 0 0 0,0 0-1 0 0,0 0 1 0 0,0 1 0 0 0,0-1-1 0 0,0 1 1 0 0,0-1-1 0 0,-1 1 1 0 0,1 0 0 0 0,0 0-1 0 0,0 0 1 0 0,-4 0-1 0 0,-3 1-5 0 0,1 0-1 0 0,-1 0 0 0 0,0 1 1 0 0,1 0-1 0 0,-1 1 1 0 0,1 0-1 0 0,0 0 0 0 0,0 0 1 0 0,0 1-1 0 0,0 1 0 0 0,-8 5 1 0 0,12-7-9 0 0,0-1 1 0 0,0 1-1 0 0,1 0 1 0 0,-1 0-1 0 0,1 0 1 0 0,0 1 0 0 0,0-1-1 0 0,0 1 1 0 0,0 0-1 0 0,0 0 1 0 0,1 0-1 0 0,0 0 1 0 0,0 0-1 0 0,0 0 1 0 0,0 1-1 0 0,1-1 1 0 0,0 1-1 0 0,0-1 1 0 0,0 1 0 0 0,0-1-1 0 0,1 1 1 0 0,-1 0-1 0 0,2 7 1 0 0,-1-9-2 0 0,1 0 1 0 0,0 0-1 0 0,0 0 0 0 0,1 0 1 0 0,-1 0-1 0 0,0 0 1 0 0,1 0-1 0 0,0 0 0 0 0,0-1 1 0 0,0 1-1 0 0,0-1 1 0 0,0 1-1 0 0,0-1 0 0 0,1 0 1 0 0,-1 0-1 0 0,1 0 1 0 0,-1 0-1 0 0,1 0 0 0 0,0 0 1 0 0,0-1-1 0 0,0 1 1 0 0,0-1-1 0 0,0 0 0 0 0,0 0 1 0 0,0 0-1 0 0,0-1 1 0 0,1 1-1 0 0,-1-1 0 0 0,0 1 1 0 0,6-1-1 0 0,-1 0 9 0 0,1 0 1 0 0,-1 0-1 0 0,0 0 0 0 0,1-1 0 0 0,-1 0 0 0 0,0-1 1 0 0,0 0-1 0 0,0 0 0 0 0,0-1 0 0 0,0 0 0 0 0,8-5 0 0 0,-2-1 136 0 0,0-2 0 0 0,-1 0-1 0 0,0 0 1 0 0,0-1-1 0 0,-2-1 1 0 0,1 0 0 0 0,-2 0-1 0 0,15-25 1 0 0,-24 37-90 0 0,-1 1-49 0 0,-1 0 0 0 0,0 0-1 0 0,1 0 1 0 0,-1 0 0 0 0,1 0-1 0 0,-1 0 1 0 0,1 0 0 0 0,-1 0-1 0 0,0 0 1 0 0,1 0 0 0 0,-1 1 0 0 0,1-1-1 0 0,-1 0 1 0 0,1 0 0 0 0,-1 1-1 0 0,1-1 1 0 0,-1 0 0 0 0,1 1-1 0 0,-1-1 1 0 0,1 0 0 0 0,0 1 0 0 0,-1-1-1 0 0,1 1 1 0 0,-1-1 0 0 0,1 1-1 0 0,0-1 1 0 0,0 1 0 0 0,-1-1-1 0 0,1 1 1 0 0,0 0 0 0 0,-15 29 61 0 0,12-22-73 0 0,1 0 1 0 0,0 0-1 0 0,0 0 1 0 0,1 0-1 0 0,0 0 0 0 0,0 14 1 0 0,1-17 4 0 0,1 0 0 0 0,0-1-1 0 0,1 1 1 0 0,-1 0 0 0 0,1-1 0 0 0,0 1 0 0 0,1-1-1 0 0,-1 1 1 0 0,1-1 0 0 0,-1 0 0 0 0,1 0 0 0 0,0 0 0 0 0,1 0-1 0 0,-1-1 1 0 0,1 1 0 0 0,-1-1 0 0 0,9 5 0 0 0,-9-6-242 0 0,0-1 1 0 0,0 1-1 0 0,0-1 1 0 0,0 0-1 0 0,1 0 1 0 0,-1 0-1 0 0,0-1 1 0 0,0 1-1 0 0,1-1 1 0 0,-1 1-1 0 0,7-2 1 0 0,17-1-1111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29:14.39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318 63 4256 0 0,'3'-5'15'0'0,"0"0"0"0"0,-1 0 0 0 0,0 0-1 0 0,0 0 1 0 0,0-1 0 0 0,0-4 0 0 0,-2 9 6 0 0,1 0 0 0 0,-1 0 0 0 0,0 0 0 0 0,0 1 0 0 0,0-1 0 0 0,0 0 0 0 0,0 0 0 0 0,-1 0 1 0 0,1 1-1 0 0,0-1 0 0 0,0 0 0 0 0,0 0 0 0 0,-1 1 0 0 0,1-1 0 0 0,0 0 0 0 0,-1 0 0 0 0,1 1 1 0 0,-1-1-1 0 0,1 0 0 0 0,-1 1 0 0 0,0-2 0 0 0,0 1-12 0 0,-1 1 0 0 0,1-1 0 0 0,0 1 1 0 0,-1-1-1 0 0,1 1 0 0 0,0 0 0 0 0,-1 0 0 0 0,1-1 0 0 0,-1 1 0 0 0,1 0 0 0 0,0 0 1 0 0,-1 0-1 0 0,1 0 0 0 0,-1 1 0 0 0,1-1 0 0 0,0 0 0 0 0,-3 1 0 0 0,-13 3 37 0 0,1 1-1 0 0,0 1 1 0 0,-28 13-1 0 0,37-15-37 0 0,0-1 1 0 0,0 2-1 0 0,0-1 0 0 0,1 1 0 0 0,0 0 1 0 0,0 0-1 0 0,0 0 0 0 0,1 1 1 0 0,0 0-1 0 0,-9 13 0 0 0,14-18-7 0 0,0 0 0 0 0,0 0 1 0 0,-1 1-1 0 0,1-1 0 0 0,1 0 0 0 0,-1 0 0 0 0,0 0 0 0 0,0 0 0 0 0,0 0 1 0 0,1 0-1 0 0,-1 1 0 0 0,0-1 0 0 0,1 0 0 0 0,-1 0 0 0 0,1 0 0 0 0,-1 0 1 0 0,1 0-1 0 0,0-1 0 0 0,-1 1 0 0 0,1 0 0 0 0,0 0 0 0 0,0 0 0 0 0,0 0 1 0 0,-1-1-1 0 0,1 1 0 0 0,0 0 0 0 0,0-1 0 0 0,0 1 0 0 0,0-1 0 0 0,0 1 1 0 0,2 0-1 0 0,30 15 9 0 0,-22-13-21 0 0,0 0 1 0 0,1-1-1 0 0,-1 0 1 0 0,1 0 0 0 0,-1-2-1 0 0,1 1 1 0 0,0-1-1 0 0,16-3 1 0 0,-23 3-5 0 0,1-1 0 0 0,-1 0 0 0 0,1 0 0 0 0,-1-1 0 0 0,1 1 0 0 0,-1-1 0 0 0,0-1 1 0 0,0 1-1 0 0,0-1 0 0 0,0 1 0 0 0,0-2 0 0 0,0 1 0 0 0,-1 0 0 0 0,0-1 0 0 0,0 0 0 0 0,0 0 0 0 0,0 0 1 0 0,0 0-1 0 0,3-6 0 0 0,-7 9 18 0 0,1-1 0 0 0,0 1 1 0 0,0-1-1 0 0,-1 0 0 0 0,1 0 1 0 0,-1 1-1 0 0,1-1 0 0 0,-1 0 0 0 0,0 0 1 0 0,0 1-1 0 0,0-1 0 0 0,0 0 1 0 0,0 0-1 0 0,0 0 0 0 0,0 1 1 0 0,-1-1-1 0 0,1 0 0 0 0,-1 0 0 0 0,1 1 1 0 0,-1-1-1 0 0,0 0 0 0 0,1 1 1 0 0,-1-1-1 0 0,0 0 0 0 0,0 1 0 0 0,0-1 1 0 0,0 1-1 0 0,-1 0 0 0 0,-1-3 1 0 0,-6-8 46 0 0,8 11-54 0 0,1 0 4 0 0,0 1 1 0 0,0 0-1 0 0,0 0 0 0 0,0-1 1 0 0,0 1-1 0 0,0 0 0 0 0,0 0 1 0 0,0 0-1 0 0,0-1 0 0 0,0 1 1 0 0,0 0-1 0 0,-1 0 0 0 0,1 0 0 0 0,0-1 1 0 0,0 1-1 0 0,0 0 0 0 0,0 0 1 0 0,-1 0-1 0 0,1 0 0 0 0,0 0 1 0 0,0-1-1 0 0,0 1 0 0 0,0 0 0 0 0,-1 0 1 0 0,1 0-1 0 0,0 0 0 0 0,0 0 1 0 0,-1 0-1 0 0,1 0 0 0 0,0 0 1 0 0,0 0-1 0 0,0 0 0 0 0,-1 0 1 0 0,1 0-1 0 0,0 0 0 0 0,0 0 0 0 0,-1 0 1 0 0,1 0-1 0 0,0 0 0 0 0,0 0 1 0 0,0 0-1 0 0,-1 0 0 0 0,1 0 1 0 0,0 0-1 0 0,0 0 0 0 0,-1 0 1 0 0,1 0-1 0 0,0 1 0 0 0,0-1 0 0 0,-3 5-3 0 0,0 1-1 0 0,1-1 1 0 0,0 1-1 0 0,0 0 1 0 0,0-1-1 0 0,1 1 0 0 0,0 0 1 0 0,0 0-1 0 0,1 0 1 0 0,-1 0-1 0 0,1 0 1 0 0,0 0-1 0 0,2 9 0 0 0,1 8 4 0 0,1-1 0 0 0,1 0 0 0 0,1 0-1 0 0,1 0 1 0 0,1-1 0 0 0,12 24-1 0 0,9 8 1 0 0,37 51-1 0 0,-53-85 1 0 0,-3-5 2 0 0,-2-3 11 0 0,-1 0-1 0 0,1 1 0 0 0,-2 0 1 0 0,10 25-1 0 0,-15-33-9 0 0,0-1-1 0 0,0 0 0 0 0,0 0 1 0 0,-1 0-1 0 0,0 1 0 0 0,1-1 1 0 0,-1 0-1 0 0,-1 1 1 0 0,1-1-1 0 0,0 0 0 0 0,-1 0 1 0 0,1 1-1 0 0,-1-1 1 0 0,0 0-1 0 0,0 0 0 0 0,-1 0 1 0 0,1 0-1 0 0,0 0 0 0 0,-1 0 1 0 0,0 0-1 0 0,0-1 1 0 0,0 1-1 0 0,0 0 0 0 0,0-1 1 0 0,-5 5-1 0 0,-6 3 8 0 0,-1 0-1 0 0,0-1 0 0 0,0-1 1 0 0,-1 0-1 0 0,0-1 1 0 0,0 0-1 0 0,-1-1 0 0 0,-17 4 1 0 0,-133 24 37 0 0,163-33-46 0 0,-107 11 240 0 0,101-12-177 0 0,-1 0 0 0 0,1 0 0 0 0,-1-1 0 0 0,1 0 1 0 0,0 0-1 0 0,0-1 0 0 0,-1-1 0 0 0,1 1 0 0 0,-12-7 1 0 0,19 9-55 0 0,1-1 1 0 0,0 0-1 0 0,0 1 1 0 0,0-1-1 0 0,0 0 1 0 0,0 1-1 0 0,0-1 1 0 0,0 0 0 0 0,0 0-1 0 0,0 0 1 0 0,0 0-1 0 0,0 0 1 0 0,1 0-1 0 0,-1 0 1 0 0,0 0-1 0 0,1 0 1 0 0,-1 0-1 0 0,0 0 1 0 0,1-1 0 0 0,0 1-1 0 0,-1 0 1 0 0,1 0-1 0 0,0-1 1 0 0,0 1-1 0 0,-1 0 1 0 0,1 0-1 0 0,0-1 1 0 0,0-1 0 0 0,1 0 0 0 0,0 0 1 0 0,1-1 0 0 0,-1 1-1 0 0,0 0 1 0 0,1 1 0 0 0,0-1 0 0 0,-1 0-1 0 0,1 0 1 0 0,0 1 0 0 0,1-1-1 0 0,1-2 1 0 0,9-7 14 0 0,1 1 0 0 0,0 0 0 0 0,17-10 0 0 0,-6 6 115 0 0,53-20 0 0 0,15-8-2286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29:15.46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472 108 4304 0 0,'-2'-13'-738'0'0,"-2"6"712"0"0,-1 0 0 0 0,0 0 0 0 0,0 1 0 0 0,-1-1 0 0 0,0 1 0 0 0,0 1 0 0 0,-1-1 0 0 0,1 1 0 0 0,-1 0 0 0 0,0 0 0 0 0,0 1 0 0 0,-1 0 0 0 0,0 1 1 0 0,1-1-1 0 0,-1 1 0 0 0,0 1 0 0 0,0 0 0 0 0,-1 0 0 0 0,1 0 0 0 0,0 1 0 0 0,-14 0 0 0 0,1 0 17 0 0,-1 2 0 0 0,1 0 0 0 0,-1 1 0 0 0,1 2 0 0 0,0 0 0 0 0,0 1 0 0 0,-30 12 0 0 0,41-14 10 0 0,1 1 0 0 0,1 0 0 0 0,-1 1-1 0 0,1 0 1 0 0,-1 0 0 0 0,2 1 0 0 0,-1 0 0 0 0,0 1 0 0 0,1-1 0 0 0,1 1 0 0 0,-9 10 0 0 0,15-16-1 0 0,0 0 1 0 0,0-1 0 0 0,-1 1 0 0 0,1 0-1 0 0,0 0 1 0 0,0-1 0 0 0,0 1 0 0 0,0 0-1 0 0,0-1 1 0 0,0 1 0 0 0,0 0 0 0 0,0-1-1 0 0,0 1 1 0 0,1 0 0 0 0,-1 0 0 0 0,0-1-1 0 0,0 1 1 0 0,1 0 0 0 0,-1-1 0 0 0,0 1-1 0 0,1-1 1 0 0,-1 1 0 0 0,1 0 0 0 0,-1-1 0 0 0,0 1-1 0 0,1-1 1 0 0,-1 1 0 0 0,1-1 0 0 0,0 1-1 0 0,17 13 40 0 0,16 0 0 0 0,1-1 0 0 0,-1-2 0 0 0,73 12 0 0 0,46 15-16 0 0,-129-31-21 0 0,0 2 0 0 0,0 1 0 0 0,-1 1 0 0 0,0 1 0 0 0,-1 1 0 0 0,0 1 0 0 0,-1 1 0 0 0,-1 1 0 0 0,25 25 0 0 0,-44-41 6 0 0,0 1 1 0 0,0 0-1 0 0,0 0 1 0 0,0 0-1 0 0,-1-1 0 0 0,1 1 1 0 0,0 0-1 0 0,-1 0 1 0 0,1 0-1 0 0,0 0 1 0 0,-1 0-1 0 0,0 0 1 0 0,1 1-1 0 0,-1-1 1 0 0,1 0-1 0 0,-1 0 1 0 0,0 0-1 0 0,0 0 1 0 0,0 0-1 0 0,0 1 1 0 0,0-1-1 0 0,0 0 1 0 0,0 0-1 0 0,0 0 0 0 0,0 0 1 0 0,0 1-1 0 0,-1-1 1 0 0,1 0-1 0 0,0 0 1 0 0,-1 1-1 0 0,-1 0 8 0 0,0 0 0 0 0,0 0 0 0 0,0 0-1 0 0,0 0 1 0 0,0 0 0 0 0,0-1 0 0 0,-1 1-1 0 0,1-1 1 0 0,0 0 0 0 0,-1 0 0 0 0,1 0-1 0 0,-5 2 1 0 0,-9 1 48 0 0,0 0 0 0 0,0-1 0 0 0,-21 1-1 0 0,-31-1 389 0 0,-1-3 0 0 0,0-3 0 0 0,-87-15 0 0 0,155 18-468 0 0,1 0 1 0 0,0 0-1 0 0,-1 0 1 0 0,1 0-1 0 0,-1 0 1 0 0,1 0-1 0 0,-1-1 0 0 0,1 1 1 0 0,0 0-1 0 0,-1 0 1 0 0,1 0-1 0 0,-1 0 1 0 0,1-1-1 0 0,0 1 1 0 0,-1 0-1 0 0,1 0 1 0 0,0-1-1 0 0,-1 1 0 0 0,1 0 1 0 0,0-1-1 0 0,-1 1 1 0 0,1 0-1 0 0,0-1 1 0 0,0 1-1 0 0,0 0 1 0 0,-1-1-1 0 0,1 1 1 0 0,0-1-1 0 0,0 1 0 0 0,0-1 1 0 0,0 1-1 0 0,0 0 1 0 0,-1-1-1 0 0,1 1 1 0 0,0-1-1 0 0,0 1 1 0 0,0-1-1 0 0,0 1 1 0 0,0 0-1 0 0,1-1 0 0 0,-1 1 1 0 0,0-1-1 0 0,0 1 1 0 0,0-1-1 0 0,0 1 1 0 0,0 0-1 0 0,0-1 1 0 0,1 1-1 0 0,-1-1 1 0 0,0 1-1 0 0,0 0 0 0 0,1-1 1 0 0,-1 1-1 0 0,0 0 1 0 0,1-1-1 0 0,-1 1 1 0 0,0 0-1 0 0,1 0 1 0 0,-1-1-1 0 0,0 1 1 0 0,1 0-1 0 0,19-19-1520 0 0,-20 19 1402 0 0,18-9-1233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29:15.90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1 137 4420 0 0,'20'-59'242'0'0,"-16"43"182"0"0,0-11 538 0 0,-4 25-897 0 0,0-1 0 0 0,0 1 0 0 0,0-1 0 0 0,1 1 0 0 0,-1-1 0 0 0,1 1 0 0 0,0 0-1 0 0,-1-1 1 0 0,1 1 0 0 0,0 0 0 0 0,0 0 0 0 0,2-3 0 0 0,-2 4 192 0 0,-1 6-245 0 0,33 197 25 0 0,-19-136-10 0 0,-4 2 1 0 0,4 94 0 0 0,-11-111 34 0 0,-3-49-196 0 0,22-27-5219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29:16.36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 20 5080 0 0,'0'0'-223'0'0,"-8"-1"-205"0"0,8 1 429 0 0,0 0-1 0 0,0 0 0 0 0,0 0 1 0 0,0 0-1 0 0,1 0 0 0 0,-1 0 1 0 0,0 0-1 0 0,0 0 0 0 0,0-1 1 0 0,0 1-1 0 0,0 0 0 0 0,0 0 1 0 0,0 0-1 0 0,0 0 0 0 0,0 0 1 0 0,0 0-1 0 0,0 0 0 0 0,0 0 1 0 0,0 0-1 0 0,0 0 0 0 0,0-1 1 0 0,0 1-1 0 0,0 0 0 0 0,0 0 1 0 0,0 0-1 0 0,0 0 0 0 0,0 0 1 0 0,0 0-1 0 0,0 0 0 0 0,0 0 1 0 0,0 0-1 0 0,0-1 0 0 0,58-7-14 0 0,2 3 0 0 0,-1 2-1 0 0,70 6 1 0 0,-10-1-17 0 0,-76 3-1901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29:17.71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259 511 3212 0 0,'0'0'-65'0'0,"-24"-28"271"0"0,14 27-175 0 0,0 0 0 0 0,0 0 0 0 0,0 1 0 0 0,0 1 0 0 0,-1-1 0 0 0,1 2 0 0 0,0-1 0 0 0,0 2 0 0 0,0-1 0 0 0,-17 8 0 0 0,19-7-29 0 0,0 0 0 0 0,1 0 0 0 0,0 1 0 0 0,0 0 0 0 0,0 1 0 0 0,0-1 0 0 0,1 1 0 0 0,-1 0 0 0 0,1 1 0 0 0,1 0 0 0 0,-1 0 0 0 0,1 0 0 0 0,0 0 0 0 0,-6 12 0 0 0,10-16 1 0 0,0-1-1 0 0,1 1 0 0 0,-1 0 1 0 0,1 0-1 0 0,-1 0 0 0 0,1 0 0 0 0,0 0 1 0 0,0 0-1 0 0,0 0 0 0 0,0 0 1 0 0,0 0-1 0 0,0 0 0 0 0,1 0 1 0 0,-1-1-1 0 0,0 1 0 0 0,1 0 0 0 0,0 0 1 0 0,-1 0-1 0 0,1 0 0 0 0,0-1 1 0 0,0 1-1 0 0,0 0 0 0 0,0-1 1 0 0,0 1-1 0 0,1-1 0 0 0,-1 1 0 0 0,0-1 1 0 0,1 1-1 0 0,-1-1 0 0 0,1 0 1 0 0,0 0-1 0 0,-1 0 0 0 0,4 2 1 0 0,1 1 10 0 0,0-1 1 0 0,1 1 0 0 0,0-1 0 0 0,0 0 0 0 0,0-1 0 0 0,11 3 0 0 0,-9-4 4 0 0,-1 1 0 0 0,1-1 0 0 0,1-1 0 0 0,-1 0 0 0 0,0 0 0 0 0,0-1 0 0 0,0 0 0 0 0,0 0 0 0 0,-1-1 0 0 0,1 0 0 0 0,0-1 0 0 0,-1 0 0 0 0,10-4 0 0 0,-8 1 116 0 0,1-1 0 0 0,-1 0 0 0 0,0 0 0 0 0,0 0 0 0 0,-1-2 0 0 0,0 1 0 0 0,-1-1 0 0 0,1 0 0 0 0,6-11 0 0 0,-3-10 412 0 0,-10 21-400 0 0,-2 8 70 0 0,0 0-213 0 0,0 1-1 0 0,0 0 1 0 0,0-1-1 0 0,0 1 1 0 0,0 0 0 0 0,-1 0-1 0 0,1-1 1 0 0,0 1 0 0 0,0 0-1 0 0,0-1 1 0 0,0 1-1 0 0,-1 0 1 0 0,1 0 0 0 0,0 0-1 0 0,0-1 1 0 0,-1 1-1 0 0,1 0 1 0 0,0 0 0 0 0,-1 0-1 0 0,1 0 1 0 0,0 0 0 0 0,0-1-1 0 0,-1 1 1 0 0,1 0-1 0 0,0 0 1 0 0,-1 0 0 0 0,1 0-1 0 0,0 0 1 0 0,-1 0 0 0 0,1 0-1 0 0,0 0 1 0 0,-1 0-1 0 0,1 0 1 0 0,0 0 0 0 0,0 0-1 0 0,-1 0 1 0 0,1 0 0 0 0,0 0-1 0 0,-1 1 1 0 0,1-1-1 0 0,0 0 1 0 0,0 0 0 0 0,-1 0-1 0 0,-1 2-2 0 0,0 0 1 0 0,0 0-1 0 0,1 0 0 0 0,-1-1 0 0 0,1 1 0 0 0,-1 1 1 0 0,1-1-1 0 0,0 0 0 0 0,0 0 0 0 0,-1 0 0 0 0,2 1 0 0 0,-2 3 1 0 0,8 9-14 0 0,-3-9 3 0 0,1 1 11 0 0,1 0 0 0 0,0 0 0 0 0,0 0 0 0 0,0-1 1 0 0,1 1-1 0 0,0-1 0 0 0,0-1 0 0 0,1 1 0 0 0,12 7 0 0 0,1 1 8 0 0,1-2 0 0 0,26 11 0 0 0,-29-15 47 0 0,1-1 1 0 0,0-1 0 0 0,0-1-1 0 0,28 4 1 0 0,-45-9-42 0 0,0 0-1 0 0,0 0 1 0 0,1 0 0 0 0,-1 0 0 0 0,0-1-1 0 0,0 1 1 0 0,0 0 0 0 0,0-1 0 0 0,0 1-1 0 0,0-1 1 0 0,0 0 0 0 0,0 0 0 0 0,-1 0-1 0 0,1 0 1 0 0,0 0 0 0 0,0 0-1 0 0,-1 0 1 0 0,1-1 0 0 0,-1 1 0 0 0,1-1-1 0 0,-1 1 1 0 0,1-1 0 0 0,-1 1 0 0 0,0-1-1 0 0,0 0 1 0 0,0 0 0 0 0,0 1 0 0 0,0-1-1 0 0,0 0 1 0 0,0 0 0 0 0,-1 0-1 0 0,2-4 1 0 0,0-3 25 0 0,0 0-1 0 0,-1 0 1 0 0,0 1 0 0 0,0-1-1 0 0,-2-16 1 0 0,-15-129 269 0 0,-43-175 1 0 0,54 304-182 0 0,-2-7 63 0 0,-5-33 50 0 0,12 63-253 0 0,-1-4-17 0 0,1 6 23 0 0,0 0 0 0 0,0 0 1 0 0,0 0-1 0 0,0 0 0 0 0,0 0 0 0 0,-1 0 0 0 0,1 0 0 0 0,0 0 1 0 0,0 0-1 0 0,0 1 0 0 0,0-1 0 0 0,0 0 0 0 0,0 0 0 0 0,0 0 0 0 0,0 0 1 0 0,0 0-1 0 0,0 0 0 0 0,0 0 0 0 0,0 0 0 0 0,0 0 0 0 0,0 0 0 0 0,0 0 1 0 0,-1 0-1 0 0,1 0 0 0 0,0 0 0 0 0,0 0 0 0 0,0 0 0 0 0,0 0 0 0 0,0 0 1 0 0,0 0-1 0 0,-4 63-24 0 0,2 0 1 0 0,3 0-1 0 0,3 0 1 0 0,17 88-1 0 0,-17-133 29 0 0,0 0 0 0 0,2 0 0 0 0,0 0 0 0 0,1 0 1 0 0,0-1-1 0 0,2 0 0 0 0,11 18 0 0 0,-13-25 2 0 0,1-1 1 0 0,0 0 0 0 0,0-1 0 0 0,0 1 0 0 0,1-2 0 0 0,1 1 0 0 0,-1-1 0 0 0,1-1 0 0 0,0 0-1 0 0,0 0 1 0 0,1-1 0 0 0,18 7 0 0 0,-16-8 9 0 0,0 0-1 0 0,1-1 1 0 0,-1-1-1 0 0,0 0 0 0 0,1-1 1 0 0,0 0-1 0 0,-1-1 1 0 0,1 0-1 0 0,0-2 1 0 0,-1 1-1 0 0,25-7 1 0 0,-29 5 6 0 0,-1 1 1 0 0,1-2 0 0 0,-1 1-1 0 0,0-1 1 0 0,0 0 0 0 0,0-1-1 0 0,0 0 1 0 0,-1 0 0 0 0,0-1-1 0 0,0 1 1 0 0,0-2 0 0 0,-1 1-1 0 0,0-1 1 0 0,0 0 0 0 0,-1 0-1 0 0,0-1 1 0 0,0 1 0 0 0,8-17-1 0 0,-12 22-10 0 0,0 0-1 0 0,-1-1 0 0 0,1 1 0 0 0,0 0 1 0 0,-1 0-1 0 0,1 0 0 0 0,-1 0 0 0 0,0-1 0 0 0,1 1 1 0 0,-1 0-1 0 0,0 0 0 0 0,0-1 0 0 0,-1 1 0 0 0,0-4 1 0 0,1 5-6 0 0,-1 0 0 0 0,1 0 0 0 0,-1 0 0 0 0,1 0 0 0 0,-1 0 1 0 0,0 0-1 0 0,0 0 0 0 0,1 1 0 0 0,-1-1 0 0 0,0 0 0 0 0,0 0 1 0 0,0 0-1 0 0,0 1 0 0 0,0-1 0 0 0,0 1 0 0 0,0-1 0 0 0,0 1 1 0 0,0-1-1 0 0,0 1 0 0 0,-2-1 0 0 0,-4 0-7 0 0,0 0 0 0 0,1 1 0 0 0,-1 0 0 0 0,0 0 0 0 0,0 0-1 0 0,0 1 1 0 0,0 0 0 0 0,-7 2 0 0 0,11-3-9 0 0,-1 1 0 0 0,1 0-1 0 0,0 0 1 0 0,-1 0 0 0 0,1 0-1 0 0,0 0 1 0 0,-1 1 0 0 0,1-1 0 0 0,0 1-1 0 0,0 0 1 0 0,0 0 0 0 0,0 0-1 0 0,-4 5 1 0 0,7-7 12 0 0,0 1 1 0 0,-1-1-1 0 0,1 1 0 0 0,0-1 0 0 0,0 0 0 0 0,0 1 1 0 0,-1-1-1 0 0,1 1 0 0 0,0-1 0 0 0,0 1 1 0 0,0-1-1 0 0,0 1 0 0 0,0-1 0 0 0,0 1 0 0 0,0-1 1 0 0,0 1-1 0 0,1-1 0 0 0,-1 1 0 0 0,0-1 1 0 0,0 1-1 0 0,0-1 0 0 0,0 1 0 0 0,1-1 0 0 0,-1 1 1 0 0,0-1-1 0 0,0 1 0 0 0,1-1 0 0 0,-1 0 1 0 0,0 1-1 0 0,1-1 0 0 0,-1 0 0 0 0,0 1 0 0 0,1-1 1 0 0,-1 0-1 0 0,1 1 0 0 0,-1-1 0 0 0,0 0 1 0 0,1 0-1 0 0,0 1 0 0 0,17 10-11 0 0,16 2-96 0 0,0-3 0 0 0,1 0 0 0 0,0-2-1 0 0,0-2 1 0 0,1-1 0 0 0,-1-2 0 0 0,59-1-1 0 0,-74-3-708 0 0,1-1-1 0 0,0 0 1 0 0,-1-1-1 0 0,32-10 1 0 0,-9-1-897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29:17.89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25 72 5444 0 0,'-17'-3'49'0'0,"9"1"63"0"0,46-13-92 0 0,-5 10-4 0 0,22 0 4 0 0,8 0-44 0 0,6 0-96 0 0,13-5-189 0 0,-10 5-331 0 0,13-4-916 0 0,-17 1 400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29:26.02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772 7 3916 0 0,'0'0'-224'0'0,"-16"-4"-7"0"0,8 2 358 0 0,12 2 52 0 0,169 23-164 0 0,-96-8-12 0 0,139 47 1 0 0,-183-49-7 0 0,-1 1 0 0 0,-1 1 0 0 0,0 2 0 0 0,-1 1 1 0 0,-1 1-1 0 0,43 38 0 0 0,-50-36 7 0 0,-1 2-1 0 0,-1 0 1 0 0,-1 2-1 0 0,-2 0 1 0 0,0 1 0 0 0,-1 0-1 0 0,11 29 1 0 0,44 106 4 0 0,-19-38 24 0 0,-30-63-30 0 0,-2 1 1 0 0,-3 0-1 0 0,-3 1 1 0 0,5 64-1 0 0,-17-115-2 0 0,11 71 44 0 0,-3 1 0 0 0,-4 0 1 0 0,-10 155-1 0 0,-6-115 26 0 0,5-45-42 0 0,-21 109 1 0 0,1-30 45 0 0,5-80-63 0 0,4-21-36 0 0,10-34 38 0 0,-2-1 0 0 0,0 0 0 0 0,-1 0 0 0 0,-2-1 0 0 0,-16 26 0 0 0,11-17 11 0 0,-22 55 1 0 0,-5 11-34 0 0,29-67 13 0 0,-16 48 0 0 0,20-47-6 0 0,-24 46 0 0 0,-43 82 36 0 0,65-131-19 0 0,9-18-11 0 0,0 0 0 0 0,0 0 0 0 0,-1 0 0 0 0,-1 0 0 0 0,1 0 0 0 0,-1-1 0 0 0,0 0 0 0 0,-10 11 0 0 0,12-15-2 0 0,0 1-1 0 0,0-1 1 0 0,1 1-1 0 0,0-1 0 0 0,-1 1 1 0 0,2 0-1 0 0,-1 0 1 0 0,-2 5-1 0 0,-4 9 4 0 0,7-16 0 0 0,-2 2-1 0 0,3-4-4 0 0,-1 0 1 0 0,1 0 0 0 0,0 0-1 0 0,-1 0 1 0 0,1 1-1 0 0,0-1 1 0 0,-1 0-1 0 0,1 0 1 0 0,0 1 0 0 0,-1-1-1 0 0,1 0 1 0 0,0 0-1 0 0,0 1 1 0 0,0-1-1 0 0,-1 0 1 0 0,1 1 0 0 0,0-1-1 0 0,0 0 1 0 0,0 1-1 0 0,-1-1 1 0 0,1 0-1 0 0,0 1 1 0 0,0-1 0 0 0,0 1-1 0 0,0-1 1 0 0,0 0-1 0 0,0 1 1 0 0,0-1-1 0 0,0 0 1 0 0,0 1 0 0 0,0-1-1 0 0,0 1 1 0 0,0-1-1 0 0,0 0 1 0 0,0 1 0 0 0,1 0-1 0 0,-1 0 12 0 0,-16 20-20 0 0,15-20 18 0 0,-19 25 37 0 0,18-22-48 0 0,1-1 1 0 0,0-1 0 0 0,0 1-1 0 0,-1 0 1 0 0,1-1-1 0 0,-1 1 1 0 0,0 0 0 0 0,0-1-1 0 0,0 0 1 0 0,0 1-1 0 0,0-1 1 0 0,0 0 0 0 0,0 0-1 0 0,-4 2 1 0 0,4-3-8 0 0,1 1 12 0 0,0 0 1 0 0,0 1-1 0 0,0-1 0 0 0,0 0 0 0 0,-1 0 0 0 0,1 0 0 0 0,-1 0 0 0 0,1 0 0 0 0,-1 0 0 0 0,0 0 0 0 0,-3 2 0 0 0,-11 15-29 0 0,-57 90 35 0 0,36-56 19 0 0,-61 109-28 0 0,28-72-3 0 0,61-79 4 0 0,0-1 6 0 0,-3 2-29 0 0,11-11 16 0 0,-23 27 287 0 0,23-27-126 0 0,-1 1-147 0 0,1 1-1 0 0,-1-1 0 0 0,0 0 1 0 0,1-1-1 0 0,-1 1 0 0 0,0 0 0 0 0,0 0 1 0 0,-1-1-1 0 0,1 1 0 0 0,0-1 1 0 0,0 0-1 0 0,-1 1 0 0 0,-2 0 0 0 0,-30 14 8 0 0,35-16-16 0 0,-36 23 60 0 0,34-23-54 0 0,-35 24 645 0 0,-1 7-653 0 0,-1-1 1 0 0,-55 32-1 0 0,52-35 11 0 0,-252 180 43 0 0,251-179 10 0 0,-82 37-1 0 0,124-65-56 0 0,-39 19 488 0 0,38-18-32 0 0,-18-14-764 0 0,17 7 171 0 0,-1-2-447 0 0,0 0 1 0 0,0-1 0 0 0,1 1 0 0 0,0-1 0 0 0,-2-11-1 0 0,5 5-647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29:26.47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217 16 4020 0 0,'0'0'9'0'0,"4"-11"91"0"0,-4 11-72 0 0,0 0 0 0 0,0 0 0 0 0,0 0 0 0 0,0 0 0 0 0,0 0-1 0 0,-1 0 1 0 0,1 0 0 0 0,0 0 0 0 0,0 0 0 0 0,0 0 0 0 0,0 0 0 0 0,0 0 0 0 0,-1 0-1 0 0,1 0 1 0 0,0 0 0 0 0,0 0 0 0 0,0 0 0 0 0,0 0 0 0 0,0 0 0 0 0,0-1 0 0 0,-1 1-1 0 0,1 0 1 0 0,0 0 0 0 0,0 0 0 0 0,0 0 0 0 0,0 0 0 0 0,0 0 0 0 0,0 0 0 0 0,0 0-1 0 0,0 0 1 0 0,-1-1 0 0 0,1 1 0 0 0,0 0 0 0 0,0 0 0 0 0,0 0 0 0 0,0 0 0 0 0,0 0-1 0 0,0 0 1 0 0,0-1 0 0 0,0 1 0 0 0,0 0 0 0 0,0 0 0 0 0,0 0 0 0 0,0 0 0 0 0,0 0-1 0 0,0-1 1 0 0,0 1 0 0 0,0 0 0 0 0,0 0 0 0 0,0 0 0 0 0,0 0 0 0 0,0-1 0 0 0,-57 52 136 0 0,-101 112 0 0 0,158-163-164 0 0,0 1 1 0 0,-1-1-1 0 0,1 0 1 0 0,0 1-1 0 0,0-1 1 0 0,0 1-1 0 0,0-1 1 0 0,0 0 0 0 0,0 1-1 0 0,0-1 1 0 0,0 0-1 0 0,0 1 1 0 0,0-1-1 0 0,0 1 1 0 0,0-1 0 0 0,0 0-1 0 0,0 1 1 0 0,0-1-1 0 0,0 0 1 0 0,0 1-1 0 0,1-1 1 0 0,-1 1-1 0 0,0-1 1 0 0,0 0 0 0 0,0 1-1 0 0,1-1 1 0 0,-1 0-1 0 0,0 0 1 0 0,0 1-1 0 0,1-1 1 0 0,-1 0 0 0 0,0 0-1 0 0,1 1 1 0 0,-1-1-1 0 0,0 0 1 0 0,1 0-1 0 0,-1 0 1 0 0,0 1-1 0 0,1-1 1 0 0,-1 0 0 0 0,0 0-1 0 0,1 0 1 0 0,-1 0-1 0 0,0 0 1 0 0,1 0-1 0 0,-1 0 1 0 0,1 0 0 0 0,18 5 10 0 0,-18-5-12 0 0,62 9 25 0 0,0-4 0 0 0,0-2-1 0 0,94-7 1 0 0,20 0-16 0 0,82 13 223 0 0,-256-9 42 0 0,-3-2-1101 0 0,0 1 763 0 0,0 0 0 0 0,-1 0 0 0 0,1 1 0 0 0,0-1 0 0 0,-1 0 0 0 0,1 0-1 0 0,0 1 1 0 0,-1-1 0 0 0,1 0 0 0 0,-1 1 0 0 0,1-1 0 0 0,-1 0 0 0 0,1 1 0 0 0,-1-1 0 0 0,0 1-1 0 0,-1-2 1 0 0,2 2 26 0 0,-1-1 0 0 0,1 1 0 0 0,-1 0 0 0 0,1-1 0 0 0,0 1 0 0 0,-1 0 0 0 0,1-1 0 0 0,-1 1 0 0 0,1-1 0 0 0,0 1 0 0 0,-1-1 0 0 0,1 1 0 0 0,0-1 0 0 0,0 1 0 0 0,-1-1 0 0 0,1 1 0 0 0,0-1 0 0 0,0 1 0 0 0,0-1 0 0 0,0 0 0 0 0,-1 1-1 0 0,1-1 1 0 0,0 1 0 0 0,0-1 0 0 0,0 1 0 0 0,0-1 0 0 0,1 0 0 0 0,-1 1 0 0 0,0-1 0 0 0,0 1 0 0 0,0-1 0 0 0,0 1 0 0 0,0-1 0 0 0,1 1 0 0 0,-1-1 0 0 0,0 1 0 0 0,1-1 0 0 0,-1 1 0 0 0,0-1 0 0 0,1 1 0 0 0,-1-1 0 0 0,0 1 0 0 0,1-1 0 0 0,0 0 0 0 0,12-15-993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29:27.75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57 92 3752 0 0,'0'0'-146'0'0,"-25"-22"370"0"0,25 20-204 0 0,0 0-1 0 0,1 0 1 0 0,-1 1 0 0 0,0-1-1 0 0,1 0 1 0 0,-1 0-1 0 0,1 0 1 0 0,0 1-1 0 0,0-1 1 0 0,-1 0 0 0 0,1 1-1 0 0,0-1 1 0 0,1 0-1 0 0,-1 1 1 0 0,0 0-1 0 0,0-1 1 0 0,1 1 0 0 0,-1 0-1 0 0,2-2 1 0 0,2 0-11 0 0,0-1 1 0 0,0 1 0 0 0,1 1 0 0 0,-1-1 0 0 0,1 1-1 0 0,7-2 1 0 0,3 0-16 0 0,-1 0-1 0 0,2 1 1 0 0,-1 1-1 0 0,19 0 1 0 0,20 9-26 0 0,-52-7 29 0 0,0 1-1 0 0,-1-1 0 0 0,1 1 1 0 0,-1 0-1 0 0,1 0 1 0 0,-1 0-1 0 0,1 0 1 0 0,-1 0-1 0 0,0 0 1 0 0,1 1-1 0 0,-1-1 0 0 0,0 1 1 0 0,0 0-1 0 0,0-1 1 0 0,0 1-1 0 0,-1 0 1 0 0,1 0-1 0 0,0 1 1 0 0,1 1-1 0 0,-2-1 4 0 0,-1 0 0 0 0,1 0-1 0 0,-1 0 1 0 0,0 0 0 0 0,0 0 0 0 0,0 0-1 0 0,0-1 1 0 0,0 1 0 0 0,0 0 0 0 0,-1 0 0 0 0,0 0-1 0 0,1 0 1 0 0,-1 0 0 0 0,0-1 0 0 0,0 1-1 0 0,-1 0 1 0 0,1-1 0 0 0,-1 1 0 0 0,1-1-1 0 0,-1 1 1 0 0,0-1 0 0 0,-2 3 0 0 0,-6 6 8 0 0,-1 0 1 0 0,0 0 0 0 0,-14 8 0 0 0,11-7 2 0 0,-41 32 30 0 0,-86 52-1 0 0,131-87 34 0 0,13-3-23 0 0,30 0-1 0 0,47-9 4 0 0,205-12 134 0 0,-282 15-170 0 0,-10-14-2566 0 0,6 11 2240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29:28.47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623 110 2644 0 0,'0'-4'7'0'0,"0"0"0"0"0,-1 0 1 0 0,1 0-1 0 0,-1 0 0 0 0,0 0 0 0 0,1 0 0 0 0,-2 0 0 0 0,1 0 0 0 0,0 0 0 0 0,-1 1 0 0 0,0-1 1 0 0,0 0-1 0 0,0 1 0 0 0,0 0 0 0 0,-1-1 0 0 0,1 1 0 0 0,-1 0 0 0 0,-3-3 0 0 0,1 2 4 0 0,0 0 0 0 0,0 1 0 0 0,-1 0-1 0 0,0 0 1 0 0,0 0 0 0 0,0 0 0 0 0,0 1-1 0 0,0 0 1 0 0,0 0 0 0 0,-10-1 0 0 0,-3 1-10 0 0,-1 1-1 0 0,1 0 1 0 0,-1 1 0 0 0,1 1 0 0 0,0 1 0 0 0,-33 8 0 0 0,26-3-3 0 0,2 2 0 0 0,-1 0-1 0 0,1 2 1 0 0,1 0 0 0 0,0 2 0 0 0,1 0-1 0 0,0 2 1 0 0,1 0 0 0 0,1 2-1 0 0,0 0 1 0 0,-23 26 0 0 0,37-36 2 0 0,0 1-1 0 0,0-1 1 0 0,1 1-1 0 0,0 0 1 0 0,0 1-1 0 0,1-1 1 0 0,0 1 0 0 0,1 0-1 0 0,0 0 1 0 0,0 0-1 0 0,1 0 1 0 0,0 1-1 0 0,0-1 1 0 0,1 0 0 0 0,1 1-1 0 0,0-1 1 0 0,0 1-1 0 0,0-1 1 0 0,1 1-1 0 0,4 13 1 0 0,-1-7 8 0 0,1 0 0 0 0,1-1 0 0 0,1 0 0 0 0,0 0 0 0 0,1 0 0 0 0,1-1 0 0 0,0 0 0 0 0,1 0 0 0 0,0-1 0 0 0,23 22 0 0 0,-8-13 29 0 0,0 0 1 0 0,1-2-1 0 0,2 0 1 0 0,0-2 0 0 0,1-1-1 0 0,43 18 1 0 0,-49-25 63 0 0,0-2 1 0 0,0 0-1 0 0,1-2 1 0 0,-1 0-1 0 0,2-2 1 0 0,-1 0-1 0 0,0-2 1 0 0,1-1-1 0 0,36-2 1 0 0,-46-2-24 0 0,0 0 1 0 0,1-1 0 0 0,-2 0-1 0 0,1-1 1 0 0,-1-1 0 0 0,1 0-1 0 0,-2-1 1 0 0,1-1-1 0 0,-1 0 1 0 0,0-1 0 0 0,-1 0-1 0 0,0-1 1 0 0,0 0 0 0 0,-1-1-1 0 0,11-14 1 0 0,-7 7 4 0 0,-1 0 1 0 0,-1-1-1 0 0,0-1 1 0 0,-2 0-1 0 0,0 0 0 0 0,-2-1 1 0 0,0-1-1 0 0,-1 0 1 0 0,7-35-1 0 0,-13 48-44 0 0,0-1 0 0 0,-1 0 0 0 0,0 0 0 0 0,-1 0 0 0 0,0 0 0 0 0,0 0 1 0 0,-1 0-1 0 0,-1 0 0 0 0,1 0 0 0 0,-2 1 0 0 0,1-1 0 0 0,-1 0 0 0 0,-1 1 0 0 0,0 0 0 0 0,0 0 0 0 0,-1 0 0 0 0,0 0 1 0 0,0 1-1 0 0,-1 0 0 0 0,0 0 0 0 0,-1 0 0 0 0,1 1 0 0 0,-1 0 0 0 0,-1 0 0 0 0,0 1 0 0 0,-13-9 0 0 0,-1 2-12 0 0,-2 0 0 0 0,1 1 0 0 0,-1 2-1 0 0,-1 0 1 0 0,0 2 0 0 0,0 1 0 0 0,-1 0-1 0 0,-49-4 1 0 0,54 8-122 0 0,-1 1 0 0 0,1 0-1 0 0,-1 2 1 0 0,0 1 0 0 0,-38 6 0 0 0,53-4-345 0 0,44 5-4315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29:29.34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89 181 4876 0 0,'-1'-48'55'0'0,"5"28"727"0"0,-4 20-778 0 0,0 0-1 0 0,0 0 1 0 0,0 0-1 0 0,0 0 0 0 0,0 0 1 0 0,0 0-1 0 0,0 0 1 0 0,0 0-1 0 0,0 1 1 0 0,0-1-1 0 0,0 0 1 0 0,0 0-1 0 0,0 0 1 0 0,-1 0-1 0 0,1 0 0 0 0,0 0 1 0 0,0 0-1 0 0,0 0 1 0 0,0 0-1 0 0,0 0 1 0 0,0 1-1 0 0,0-1 1 0 0,0 0-1 0 0,0 0 1 0 0,0 0-1 0 0,0 0 1 0 0,0 0-1 0 0,0 0 0 0 0,-1 0 1 0 0,1 0-1 0 0,0 0 1 0 0,0 0-1 0 0,0 0 1 0 0,0 0-1 0 0,0 0 1 0 0,0 0-1 0 0,0 0 1 0 0,0 0-1 0 0,-1 0 1 0 0,1 0-1 0 0,0 0 0 0 0,0 0 1 0 0,0 0-1 0 0,0 0 1 0 0,0 0-1 0 0,0 0 1 0 0,0 0-1 0 0,0 0 1 0 0,0 0-1 0 0,-1 0 1 0 0,1 0-1 0 0,0 0 0 0 0,0 0 1 0 0,0 0-1 0 0,0 0 1 0 0,0 0-1 0 0,0-1 1 0 0,0 1-1 0 0,0 0 1 0 0,0 0-1 0 0,0 0 1 0 0,0 0-1 0 0,0 0 1 0 0,0 0-1 0 0,-2 3-6 0 0,0 1-1 0 0,1-1 1 0 0,0 1-1 0 0,0-1 1 0 0,0 1 0 0 0,0-1-1 0 0,0 1 1 0 0,1 0-1 0 0,0 4 1 0 0,2 40 47 0 0,3 0-1 0 0,2-1 1 0 0,2 0 0 0 0,2 0-1 0 0,26 77 1126 0 0,-46-130-956 0 0,-12-21-156 0 0,2-16 58 0 0,2-1 0 0 0,2-1 0 0 0,2-1 0 0 0,3 0 0 0 0,-8-65 0 0 0,0 9 8 0 0,18 101-126 0 0,0 0-1 0 0,-1-1 1 0 0,1 1-1 0 0,0-1 1 0 0,0 1-1 0 0,0-1 1 0 0,0 1 0 0 0,0-1-1 0 0,0 1 1 0 0,0-1-1 0 0,0 1 1 0 0,1-1-1 0 0,-1 1 1 0 0,0 0 0 0 0,1-1-1 0 0,-1 1 1 0 0,1-1-1 0 0,0 1 1 0 0,-1 0-1 0 0,1 0 1 0 0,0-1 0 0 0,0 1-1 0 0,0 0 1 0 0,0 0-1 0 0,0 0 1 0 0,0 0-1 0 0,0 0 1 0 0,0 0-1 0 0,1 0 1 0 0,-1 0 0 0 0,0 1-1 0 0,0-1 1 0 0,1 0-1 0 0,-1 1 1 0 0,0-1-1 0 0,1 1 1 0 0,-1-1 0 0 0,1 1-1 0 0,-1 0 1 0 0,1 0-1 0 0,-1 0 1 0 0,1 0-1 0 0,-1-1 1 0 0,1 2-1 0 0,-1-1 1 0 0,1 0 0 0 0,1 0-1 0 0,10 2-9 0 0,0-1-1 0 0,0 2 1 0 0,0 0 0 0 0,14 4-1 0 0,-23-5 9 0 0,28 8-13 0 0,0 2 0 0 0,0 1 0 0 0,41 24 1 0 0,-61-31 6 0 0,0 1 0 0 0,-1 1 0 0 0,0 0 0 0 0,-1 0 0 0 0,0 1 0 0 0,0 1 0 0 0,0 0 0 0 0,-2 0 0 0 0,1 1 1 0 0,-1 0-1 0 0,10 18 0 0 0,-16-24 6 0 0,0 0 1 0 0,0 1 0 0 0,0-1 0 0 0,0 1-1 0 0,-1-1 1 0 0,0 1 0 0 0,0-1 0 0 0,-1 1-1 0 0,1-1 1 0 0,-1 1 0 0 0,-1 0-1 0 0,1-1 1 0 0,-1 1 0 0 0,0-1 0 0 0,0 1-1 0 0,0-1 1 0 0,-3 7 0 0 0,0-3 3 0 0,0-1 1 0 0,-1 0 0 0 0,0-1-1 0 0,0 1 1 0 0,-1-1-1 0 0,0 0 1 0 0,0-1 0 0 0,0 1-1 0 0,-15 10 1 0 0,4-4 7 0 0,-2-2 0 0 0,1 1 1 0 0,-1-2-1 0 0,-1-1 0 0 0,0 0 1 0 0,0-2-1 0 0,-1 0 0 0 0,-27 5 0 0 0,12-6 33 0 0,-1-1 0 0 0,-37-1-1 0 0,72-4-12 0 0,-8 0 40 0 0,10 0-87 0 0,-1 0-1 0 0,1 0 1 0 0,0 0 0 0 0,0 0 0 0 0,0 0 0 0 0,0 0 0 0 0,-1 0 0 0 0,1 0 0 0 0,0 0-1 0 0,0 0 1 0 0,0 0 0 0 0,-1 0 0 0 0,1 0 0 0 0,0 0 0 0 0,0 0 0 0 0,0 0 0 0 0,0 0-1 0 0,-1 0 1 0 0,1 0 0 0 0,0 0 0 0 0,0 0 0 0 0,0 0 0 0 0,0 0 0 0 0,-1 0 0 0 0,1 0-1 0 0,0-1 1 0 0,0 1 0 0 0,0 0 0 0 0,0 0 0 0 0,0 0 0 0 0,-1 0 0 0 0,1 0 0 0 0,0-1 0 0 0,0 1-1 0 0,0 0 1 0 0,0 0 0 0 0,0 0 0 0 0,0 0 0 0 0,0 0 0 0 0,0-1 0 0 0,0 1 0 0 0,0 0-1 0 0,0 0 1 0 0,0 0 0 0 0,0-1 0 0 0,0 1 0 0 0,0 0 0 0 0,0 0 0 0 0,0 0 0 0 0,0 0-1 0 0,0-1 1 0 0,0 1 0 0 0,0 0 0 0 0,0 0 0 0 0,0 0 0 0 0,0 0 0 0 0,0-1 0 0 0,0 1-1 0 0,0 0 1 0 0,0 0 0 0 0,0 0 0 0 0,1-1 0 0 0,34-31-2898 0 0,-16 22 828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29:30.03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23 5052 0 0,'0'0'-314'0'0,"2"-1"-592"0"0,-1 1 875 0 0,-1 0 0 0 0,0 0 0 0 0,0 0 1 0 0,0 0-1 0 0,0-1 0 0 0,0 1 0 0 0,0 0 0 0 0,0 0 0 0 0,1 0 0 0 0,-1 0 0 0 0,0-1 0 0 0,0 1 0 0 0,0 0 0 0 0,0 0 0 0 0,0 0 0 0 0,0 0 0 0 0,0-1 0 0 0,0 1 0 0 0,0 0 0 0 0,0 0 0 0 0,0 0 0 0 0,0 0 0 0 0,0-1 0 0 0,0 1 0 0 0,0 0 0 0 0,0 0 0 0 0,0 0 0 0 0,0-1 0 0 0,0 1 0 0 0,-1 0 0 0 0,1 0 0 0 0,0 0 0 0 0,0 0 0 0 0,0 0 0 0 0,0-1 0 0 0,0 1 0 0 0,0 0 0 0 0,0 0 0 0 0,-1 0 0 0 0,1 0 0 0 0,0 0 1 0 0,0 0-1 0 0,0-1 0 0 0,27 11 16 0 0,0 1 0 0 0,-1 1 0 0 0,0 1 0 0 0,0 1 0 0 0,24 19 0 0 0,-12-5 62 0 0,-1 2-1 0 0,50 51 1 0 0,-86-79-43 0 0,4 2 65 0 0,0 1 0 0 0,-1 1 0 0 0,1-1 0 0 0,-1 1 1 0 0,0-1-1 0 0,3 9 0 0 0,-6-13 45 0 0,-4 0-10 0 0,-1 1 1 0 0,1-1 0 0 0,0 1 0 0 0,0-1 0 0 0,0 0-1 0 0,-1 0 1 0 0,1 0 0 0 0,0-1 0 0 0,-5 1 0 0 0,1-3-20 0 0,0 0 1 0 0,0 0 0 0 0,0-1 0 0 0,0 0 0 0 0,0 0-1 0 0,1 0 1 0 0,-1-1 0 0 0,1 0 0 0 0,0 0-1 0 0,0-1 1 0 0,0 0 0 0 0,1 0 0 0 0,0 0 0 0 0,0-1-1 0 0,-6-8 1 0 0,8 10-57 0 0,1 0-1 0 0,-1-1 1 0 0,1 1-1 0 0,0-1 1 0 0,1 1-1 0 0,-1-1 1 0 0,1 0-1 0 0,0 0 1 0 0,0 0-1 0 0,0 1 1 0 0,1-1-1 0 0,0 0 1 0 0,0 0 0 0 0,0 0-1 0 0,0 0 1 0 0,1 0-1 0 0,0 0 1 0 0,0 0-1 0 0,0 1 1 0 0,0-1-1 0 0,1 0 1 0 0,0 1-1 0 0,0-1 1 0 0,0 1-1 0 0,6-8 1 0 0,-4 4-8 0 0,1 0 0 0 0,1 0 0 0 0,0 1 0 0 0,0-1 0 0 0,0 1 0 0 0,1 1 0 0 0,0-1 0 0 0,11-7 0 0 0,-7 8-21 0 0,0 1 0 0 0,0 0 0 0 0,1 1 0 0 0,0 0 0 0 0,-1 1 0 0 0,1 1 0 0 0,18-2 0 0 0,-7 5 244 0 0,1 0-3783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29:30.67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132 33 4288 0 0,'1'-2'82'0'0,"-1"0"0"0"0,1 0 0 0 0,-1 1 0 0 0,0-1 0 0 0,1 0 0 0 0,-1 0 0 0 0,0 0-1 0 0,0 0 1 0 0,-1 1 0 0 0,1-1 0 0 0,0 0 0 0 0,0 0 0 0 0,-1 0 0 0 0,1 1 0 0 0,-2-4 0 0 0,-7 6-58 0 0,0 1 0 0 0,0 0 0 0 0,0 0 0 0 0,1 1 0 0 0,-1 0 0 0 0,1 1 1 0 0,0 0-1 0 0,0 0 0 0 0,0 1 0 0 0,0 0 0 0 0,1 0 0 0 0,0 0 0 0 0,-7 8 1 0 0,13-13-24 0 0,0 1 1 0 0,1 0-1 0 0,-1 0 1 0 0,0 0-1 0 0,0 0 1 0 0,1 0-1 0 0,-1 0 1 0 0,0 0-1 0 0,1 0 1 0 0,-1 0-1 0 0,1 0 1 0 0,0 0 0 0 0,-1 0-1 0 0,1 1 1 0 0,0-1-1 0 0,-1 0 1 0 0,1 0-1 0 0,0 0 1 0 0,0 1-1 0 0,0-1 1 0 0,0 0-1 0 0,0 0 1 0 0,1 0-1 0 0,-1 0 1 0 0,0 1-1 0 0,0-1 1 0 0,1 0 0 0 0,-1 0-1 0 0,1 0 1 0 0,-1 0-1 0 0,1 0 1 0 0,-1 0-1 0 0,1 0 1 0 0,0 0-1 0 0,0 0 1 0 0,-1 0-1 0 0,1 0 1 0 0,0 0-1 0 0,0 0 1 0 0,0-1 0 0 0,0 1-1 0 0,0 0 1 0 0,0-1-1 0 0,0 1 1 0 0,0-1-1 0 0,0 1 1 0 0,1 0-1 0 0,4 3 7 0 0,0-1-1 0 0,1 1 1 0 0,-1-1 0 0 0,1-1-1 0 0,0 1 1 0 0,7 1-1 0 0,-7-3-1 0 0,0 0-1 0 0,1-1 1 0 0,-1 0-1 0 0,0 0 1 0 0,1-1-1 0 0,-1 1 1 0 0,0-2-1 0 0,0 1 1 0 0,1-1-1 0 0,-1 0 1 0 0,-1-1-1 0 0,1 1 1 0 0,0-1-1 0 0,12-8 0 0 0,-6 2 60 0 0,0-1 0 0 0,0 0 0 0 0,-1-1 0 0 0,0 0 0 0 0,16-20 0 0 0,-21 24-6 0 0,-3 10-39 0 0,-5 22-44 0 0,1-20 23 0 0,-1 1-1 0 0,1-1 1 0 0,0 1-1 0 0,0-1 0 0 0,1 1 1 0 0,1 9-1 0 0,0-11-14 0 0,-1 1 0 0 0,1 0 0 0 0,0-1 0 0 0,1 0 0 0 0,-1 1 0 0 0,1-1 0 0 0,0 0 0 0 0,0 0 0 0 0,0-1 0 0 0,0 1 0 0 0,1 0 0 0 0,5 4 0 0 0,19 3-3089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29:31.50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291 33 4276 0 0,'-24'-28'-439'0'0,"11"24"414"0"0,7 4 18 0 0,0 0 0 0 0,0 0 0 0 0,0 1 0 0 0,0 0 0 0 0,0 0 0 0 0,1 0 0 0 0,-1 1 0 0 0,0-1 0 0 0,1 1 0 0 0,-1 1 0 0 0,1-1 0 0 0,0 1 0 0 0,0 0 0 0 0,0 0 0 0 0,0 1 0 0 0,0-1 0 0 0,1 1 0 0 0,-7 7 0 0 0,1-2-6 0 0,9-8 14 0 0,0 0 0 0 0,0 0 0 0 0,0 0 0 0 0,0 0 0 0 0,0 0 0 0 0,0 0 0 0 0,0 0 0 0 0,1 0 0 0 0,-1 0 0 0 0,0 0 0 0 0,0 0 0 0 0,1 0 0 0 0,-1 0 0 0 0,1 1 0 0 0,-1-1 0 0 0,1 0 0 0 0,0 1 0 0 0,-1-1 0 0 0,1 0 0 0 0,0 1 0 0 0,0-1 0 0 0,0 0 0 0 0,0 1 0 0 0,0-1 0 0 0,0 0 0 0 0,0 1 0 0 0,1 1 0 0 0,1 0 3 0 0,-1-1 0 0 0,1 0-1 0 0,-1 1 1 0 0,1-1 0 0 0,0 0 0 0 0,0 0-1 0 0,0 0 1 0 0,0 0 0 0 0,0 0 0 0 0,1-1-1 0 0,-1 1 1 0 0,4 1 0 0 0,8 4 20 0 0,1 0 0 0 0,0-1 0 0 0,20 5 0 0 0,-35-11-24 0 0,10 3 18 0 0,-1-1 0 0 0,1 0 0 0 0,-1-1 0 0 0,1 1 0 0 0,0-2 0 0 0,0 1 1 0 0,-1-2-1 0 0,1 1 0 0 0,0-1 0 0 0,0-1 0 0 0,-1 1 0 0 0,1-2 0 0 0,-1 1 0 0 0,0-1 0 0 0,0-1 0 0 0,0 0 0 0 0,15-8 0 0 0,-21 10-4 0 0,-1-1-1 0 0,0 1 0 0 0,0 0 1 0 0,0 0-1 0 0,0-1 0 0 0,-1 1 1 0 0,1-1-1 0 0,-1 0 0 0 0,1 1 1 0 0,-1-1-1 0 0,0 0 0 0 0,0 0 1 0 0,0 0-1 0 0,-1 1 0 0 0,1-1 1 0 0,0-4-1 0 0,2-5 40 0 0,-3 10-28 0 0,-5-8-17 0 0,5 11-8 0 0,0-1-1 0 0,0 0 0 0 0,0 0 1 0 0,-1 0-1 0 0,1 0 1 0 0,0 0-1 0 0,0 0 0 0 0,0 0 1 0 0,0 1-1 0 0,0-1 1 0 0,0 0-1 0 0,0 0 1 0 0,-1 0-1 0 0,1 0 0 0 0,0 0 1 0 0,0 0-1 0 0,0 0 1 0 0,0 0-1 0 0,0 0 0 0 0,-1 0 1 0 0,1 0-1 0 0,0 0 1 0 0,0 0-1 0 0,0 0 0 0 0,0 0 1 0 0,0 0-1 0 0,-1 0 1 0 0,1 0-1 0 0,0 0 0 0 0,0 0 1 0 0,0 0-1 0 0,0 0 1 0 0,0 0-1 0 0,-1 0 0 0 0,1 0 1 0 0,0 0-1 0 0,0 0 1 0 0,0 0-1 0 0,0 0 1 0 0,0 0-1 0 0,0-1 0 0 0,-1 1 1 0 0,1 0-1 0 0,0 0 1 0 0,0 0-1 0 0,0 0 0 0 0,0 0 1 0 0,0 0-1 0 0,0-1 1 0 0,0 1-1 0 0,0 0 0 0 0,0 0 1 0 0,0 0-1 0 0,0 0 1 0 0,0 0-1 0 0,0 0 0 0 0,-1-1 1 0 0,1 1-1 0 0,0 0 1 0 0,0 0-1 0 0,0 0 0 0 0,0 0 1 0 0,0-1-1 0 0,1 1 1 0 0,-1 0-1 0 0,0 0 1 0 0,0 0-1 0 0,0 0 0 0 0,0-1 1 0 0,-1 18-3 0 0,1 0-1 0 0,1 0 1 0 0,0 0 0 0 0,1 0 0 0 0,1-1 0 0 0,1 1-1 0 0,0-1 1 0 0,12 30 0 0 0,10 10 31 0 0,35 60 0 0 0,-24-48-5 0 0,-23-44-18 0 0,-10-18 0 0 0,0 1 1 0 0,0-1 0 0 0,-1 0-1 0 0,0 1 1 0 0,0 0 0 0 0,2 10-1 0 0,-5-14-2 0 0,1-1-1 0 0,-1 0 1 0 0,0 0-1 0 0,0 0 1 0 0,-1 0-1 0 0,1 1 1 0 0,0-1 0 0 0,-1 0-1 0 0,1 0 1 0 0,-1 0-1 0 0,0 0 1 0 0,0 0-1 0 0,0 0 1 0 0,0 0-1 0 0,0 0 1 0 0,0-1-1 0 0,0 1 1 0 0,-1 0-1 0 0,1 0 1 0 0,0-1-1 0 0,-1 1 1 0 0,0-1-1 0 0,1 0 1 0 0,-1 1-1 0 0,0-1 1 0 0,-3 2-1 0 0,-12 7 10 0 0,-1-1-1 0 0,0 0 0 0 0,0-2 1 0 0,-1 0-1 0 0,0-1 0 0 0,-32 6 0 0 0,-123 11 11 0 0,140-20-6 0 0,13-1-3 0 0,-2 1 72 0 0,-1 0 1 0 0,0-2-1 0 0,-1-1 0 0 0,1-1 1 0 0,-34-5-1 0 0,57 6-71 0 0,-1 0 0 0 0,1 0 0 0 0,-1-1 1 0 0,1 1-1 0 0,-1-1 0 0 0,1 1 0 0 0,-1-1 0 0 0,1 1 1 0 0,-1-1-1 0 0,1 0 0 0 0,0 1 0 0 0,-1-1 0 0 0,1 0 0 0 0,0 0 1 0 0,0 0-1 0 0,0 0 0 0 0,0 0 0 0 0,0 0 0 0 0,0-1 1 0 0,0 1-1 0 0,0 0 0 0 0,0 0 0 0 0,0-1 0 0 0,1 1 1 0 0,-1-1-1 0 0,-1-2 0 0 0,3 2-2 0 0,-1-1 0 0 0,0 1 0 0 0,1 0 0 0 0,-1-1 0 0 0,1 1 0 0 0,-1 0 0 0 0,1 0 0 0 0,0-1 0 0 0,0 1 0 0 0,0 0 0 0 0,1 0 0 0 0,-1 0 0 0 0,0 0 1 0 0,1 0-1 0 0,1-2 0 0 0,8-7 22 0 0,0 0 0 0 0,1 0 0 0 0,22-15 1 0 0,-6 9-69 0 0,0 2 0 0 0,2 0 0 0 0,0 2 1 0 0,0 2-1 0 0,51-13 0 0 0,-51 15-418 0 0,-17 3-2002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29:32.45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548 84 3764 0 0,'1'-1'-2'0'0,"0"-1"0"0"0,0 0-1 0 0,0 1 1 0 0,0-1 0 0 0,0 0-1 0 0,0 0 1 0 0,0 0 0 0 0,-1 0-1 0 0,1 0 1 0 0,-1 0 0 0 0,1 0-1 0 0,-1 0 1 0 0,0 0 0 0 0,0 0-1 0 0,0 0 1 0 0,0 0 0 0 0,0 0-1 0 0,0 0 1 0 0,-1 0 0 0 0,1 0-1 0 0,-1 0 1 0 0,1 0 0 0 0,-1 1 0 0 0,0-1-1 0 0,1 0 1 0 0,-1 0 0 0 0,0 0-1 0 0,0 1 1 0 0,-1-1 0 0 0,1 0-1 0 0,0 1 1 0 0,0-1 0 0 0,-1 1-1 0 0,1-1 1 0 0,-1 1 0 0 0,1 0-1 0 0,-1 0 1 0 0,0 0 0 0 0,0 0-1 0 0,1 0 1 0 0,-1 0 0 0 0,0 0-1 0 0,0 0 1 0 0,0 1 0 0 0,0-1-1 0 0,0 1 1 0 0,-4-1 0 0 0,-5-2-5 0 0,-1 1 1 0 0,0 0-1 0 0,0 1 1 0 0,0 1-1 0 0,0 0 1 0 0,-22 2-1 0 0,10 2 3 0 0,-1 2 0 0 0,1 0 0 0 0,1 1 0 0 0,-1 2 0 0 0,1 0 0 0 0,1 2 0 0 0,0 0 0 0 0,0 2 0 0 0,1 0 0 0 0,1 1 0 0 0,0 1 0 0 0,1 1 0 0 0,1 1 0 0 0,0 0 0 0 0,1 1 0 0 0,-24 35 0 0 0,38-48 8 0 0,0 0 0 0 0,0-1 0 0 0,0 1 0 0 0,1 1 0 0 0,-1-1 0 0 0,1 0 1 0 0,0 1-1 0 0,1-1 0 0 0,0 1 0 0 0,0-1 0 0 0,0 1 0 0 0,0-1 0 0 0,1 1 0 0 0,0 0 0 0 0,0-1 0 0 0,0 1 0 0 0,1 0 0 0 0,1 5 0 0 0,1-3 3 0 0,-1 0 0 0 0,2 0 0 0 0,-1-1 0 0 0,1 1-1 0 0,1-1 1 0 0,-1 0 0 0 0,1 0 0 0 0,0 0-1 0 0,1-1 1 0 0,0 0 0 0 0,6 6 0 0 0,8 5 12 0 0,2-1 0 0 0,0-1 0 0 0,1 0 0 0 0,0-2 0 0 0,1-1 0 0 0,39 14 0 0 0,7 0 166 0 0,1-3 0 0 0,0-4 0 0 0,2-2 0 0 0,80 7 0 0 0,-106-28 1117 0 0,-44 4-1165 0 0,-8-22-96 0 0,2 7-2801 0 0,3 5 1140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29:32.73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 45 5052 0 0,'0'0'-24'0'0,"-1"-15"402"0"0,-1-14 1203 0 0,12 48-1684 0 0,-3-2-97 0 0,2 0 0 0 0,0 0 1 0 0,1-1-1 0 0,1 0 0 0 0,0 0 1 0 0,1-1-1 0 0,23 21 0 0 0,-27-31-1456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29:32.93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17 72 5513 0 0,'-6'-10'136'0'0,"3"0"284"0"0,1 1 96 0 0,-4-1 152 0 0,6-3-220 0 0,0 1-516 0 0,14 7-1352 0 0,2 3-2937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29:33.43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70 5565 0 0,'5'-17'-219'0'0,"6"-34"2250"0"0,-11 49-1895 0 0,1 7-128 0 0,22 84 7 0 0,4-2 0 0 0,60 133 0 0 0,-52-138 7 0 0,-28-64-12 0 0,-1 0 0 0 0,-1 1 0 0 0,0-1-1 0 0,-2 1 1 0 0,0 0 0 0 0,-1 0 0 0 0,0 24 0 0 0,1-34 75 0 0,27-22-5981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29:33.75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 33 5256 0 0,'-10'-12'-466'0'0,"14"5"321"0"0,27 2 113 0 0,181 1 51 0 0,-22 2-2341 0 0,-167 0 1868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29:34.25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236 4 3212 0 0,'0'0'106'0'0,"0"-1"-92"0"0,0 1 0 0 0,0 0 0 0 0,0 0 0 0 0,0 0 0 0 0,-1-1 0 0 0,1 1 0 0 0,0 0 0 0 0,0 0 0 0 0,0 0 0 0 0,0 0 0 0 0,-1-1 0 0 0,1 1 0 0 0,0 0 0 0 0,0 0 0 0 0,-1 0 0 0 0,1 0 0 0 0,0 0 0 0 0,0 0 0 0 0,0-1 0 0 0,-1 1 0 0 0,1 0 0 0 0,0 0 0 0 0,0 0 0 0 0,-1 0 0 0 0,1 0 0 0 0,0 0 0 0 0,0 0 0 0 0,-1 0 0 0 0,1 0 0 0 0,0 0 0 0 0,0 0 0 0 0,-1 0 0 0 0,1 0 0 0 0,0 1 0 0 0,0-1 0 0 0,-1 0 0 0 0,1 0 0 0 0,0 0 0 0 0,0 0 0 0 0,0 0 0 0 0,-1 0 0 0 0,1 0 0 0 0,0 1 0 0 0,0-1 0 0 0,0 0 0 0 0,0 0 0 0 0,-1 0 0 0 0,1 1 0 0 0,2 4-8 0 0,1 0-1 0 0,0 0 1 0 0,0 0-1 0 0,0-1 1 0 0,1 1-1 0 0,-1-1 1 0 0,1 0 0 0 0,0 0-1 0 0,0 0 1 0 0,1-1-1 0 0,-1 1 1 0 0,1-1-1 0 0,0 0 1 0 0,-1 0-1 0 0,1 0 1 0 0,1-1-1 0 0,-1 0 1 0 0,6 2-1 0 0,20 8 37 0 0,55 13 1 0 0,-64-19-18 0 0,1-2 0 0 0,0 0 0 0 0,0-1 1 0 0,45-1-1 0 0,-59-3-6 0 0,0 1 0 0 0,0-2 1 0 0,0 1-1 0 0,0-1 0 0 0,-1 0 1 0 0,1-1-1 0 0,0 0 0 0 0,-1 0 0 0 0,0-1 1 0 0,1 0-1 0 0,-2-1 0 0 0,1 0 1 0 0,0 0-1 0 0,-1 0 0 0 0,10-10 0 0 0,19-19 661 0 0,-35 33-238 0 0,-8 4-405 0 0,-12 8-13 0 0,0 0-1 0 0,1 1 1 0 0,0 1 0 0 0,-24 24-1 0 0,-68 74 36 0 0,66-64-38 0 0,-262 231-219 0 0,165-173-2286 0 0,100-76 1037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40:33.45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8 3656 0 0,'0'0'-31'0'0,"3"-7"-368"0"0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40:37.09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11683 4096 0 0,'0'0'-170'0'0,"8"1"163"0"0,25 2 20 0 0,-24-2-4 0 0,-4-1 1 0 0,42-3 29 0 0,1-2 0 0 0,-1-1 0 0 0,0-3 0 0 0,58-19 0 0 0,-97 25 54 0 0,1-1 0 0 0,-1 0 0 0 0,1-1 0 0 0,-1 0 0 0 0,0 0-1 0 0,-1-1 1 0 0,0 0 0 0 0,1 0 0 0 0,-2 0 0 0 0,1-1 0 0 0,-1 0-1 0 0,0-1 1 0 0,-1 1 0 0 0,1-1 0 0 0,-1 0 0 0 0,-1-1 0 0 0,0 1-1 0 0,0-1 1 0 0,-1 1 0 0 0,0-1 0 0 0,0 0 0 0 0,1-13 0 0 0,2-16 101 0 0,-1-1 1 0 0,-3 0 0 0 0,-1 0 0 0 0,-5-41-1 0 0,3 57-168 0 0,-36-295 557 0 0,2 45-96 0 0,29 125-381 0 0,7 0 1 0 0,26-202-1 0 0,75-291-32 0 0,-89 570-57 0 0,123-497 57 0 0,-123 520-64 0 0,78-305-10 0 0,-85 312 26 0 0,-2 0 0 0 0,0-41 0 0 0,1-15 8 0 0,3 23-17 0 0,3-1 1 0 0,33-119-1 0 0,186-476 36 0 0,-81 255-36 0 0,-72 195-3 0 0,87-277 2 0 0,-111 324-24 0 0,41-150 28 0 0,-91 307-13 0 0,176-632 97 0 0,-158 588-105 0 0,29-84-1 0 0,71-144-1 0 0,-21 90-31 0 0,8 5 0 0 0,211-286 0 0 0,-290 443 32 0 0,410-512-103 0 0,-353 445 86 0 0,495-543-73 0 0,26 115 9 0 0,-424 396 57 0 0,6 8 1 0 0,298-149-1 0 0,67 61-46 0 0,-174 78 11 0 0,-30 20-35 0 0,-319 108 76 0 0,91-21-61 0 0,225-26 0 0 0,-111 23 25 0 0,-9-18 10 0 0,47-7-131 0 0,-218 54 150 0 0,0 2 1 0 0,59 6-1 0 0,48-1 28 0 0,-122-4-15 0 0,19-1 0 0 0,-29 2 17 0 0,-28 0 6 0 0,1 0 42 0 0,0-1 1 0 0,0 1 0 0 0,-1-1-1 0 0,1 1 1 0 0,0-1-1 0 0,0 0 1 0 0,-1-1 0 0 0,1 1-1 0 0,4-3 1 0 0,-15-8-51 0 0,-2 0 1 0 0,1 1-1 0 0,-1 0 0 0 0,-1 1 1 0 0,0-1-1 0 0,0 2 1 0 0,-16-12-1 0 0,-92-56-41 0 0,61 42 19 0 0,44 27-4 0 0,-20-9-23 0 0,18 11 25 0 0,11 3-247 0 0,14 6 128 0 0,36 11 99 0 0,34 11 42 0 0,68 12-10 0 0,136 40-3 0 0,-244-58 105 0 0,-58 3-78 0 0,-523 299 28 0 0,508-300-41 0 0,-34 16-166 0 0,65-36-85 0 0,-11 0-567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40:23.05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5511 2372 0 0,'0'0'542'0'0,"14"-1"2270"0"0,-4 0-2624 0 0,-1 1 1 0 0,1-1-1 0 0,-1-1 1 0 0,1 0-1 0 0,-1 0 0 0 0,0-1 1 0 0,0 0-1 0 0,0 0 1 0 0,10-6-1 0 0,21-7-97 0 0,364-140-79 0 0,-99 34-35 0 0,-168 64 29 0 0,-3-5 0 0 0,-3-6 0 0 0,-2-6 0 0 0,118-92-1 0 0,189-132 41 0 0,-310 212-33 0 0,-4-6-1 0 0,-5-4 1 0 0,113-121 0 0 0,-126 109-21 0 0,203-229-23 0 0,77-65-12 0 0,-296 319 26 0 0,103-130 18 0 0,-122 132 9 0 0,94-87-1 0 0,-86 106-17 0 0,3 4 0 0 0,101-56 1 0 0,112-83 2 0 0,-53-11-34 0 0,38-30-4 0 0,88-46 25 0 0,-59 48 108 0 0,70-57 77 0 0,-201 164-74 0 0,-34 26-64 0 0,-2 8-48 0 0,49-40-53 0 0,-141 107 43 0 0,227-122-178 0 0,-115 62 180 0 0,-149 84 20 0 0,11-6 13 0 0,-18 10-3 0 0,0-1-1 0 0,-1 0 1 0 0,1-1 0 0 0,-1 1 0 0 0,1-1-1 0 0,-1 0 1 0 0,0 1 0 0 0,6-8-1 0 0,32-19 20 0 0,-40 28-28 0 0,8-6 27 0 0,-9 7-20 0 0,0 0 0 0 0,0 0 0 0 0,0-1 1 0 0,0 1-1 0 0,1 0 0 0 0,-1 0 0 0 0,0 0 0 0 0,0 0 0 0 0,0 0 1 0 0,0 0-1 0 0,0 0 0 0 0,1 0 0 0 0,-1-1 0 0 0,0 1 1 0 0,0 0-1 0 0,0 0 0 0 0,0 0 0 0 0,0 0 0 0 0,0 0 0 0 0,0-1 1 0 0,0 1-1 0 0,1 0 0 0 0,-1 0 0 0 0,0 0 0 0 0,0 0 1 0 0,0-1-1 0 0,0 1 0 0 0,0 0 0 0 0,0 0 0 0 0,0 0 1 0 0,0 0-1 0 0,0-1 0 0 0,0 1 0 0 0,0 0 0 0 0,0 0 0 0 0,0 0 1 0 0,0-1-1 0 0,0 1 0 0 0,-1 0 0 0 0,1 0 0 0 0,0 0 1 0 0,0 0-1 0 0,0 0 0 0 0,0-1 0 0 0,0 1 0 0 0,0 0 0 0 0,0 0 1 0 0,0 0-1 0 0,-1 0 0 0 0,1 0 0 0 0,0-1 0 0 0,0 1 1 0 0,0 0-1 0 0,0 0 0 0 0,0 0 0 0 0,-1 0 0 0 0,1 0 1 0 0,0 0-1 0 0,0 0 0 0 0,0 0 0 0 0,0 0 0 0 0,-1 0 0 0 0,1 0 1 0 0,0 0-1 0 0,0 0 0 0 0,0 0 0 0 0,0 0 0 0 0,-1 0 1 0 0,1 0-1 0 0,-290-1-39 0 0,131 3 4 0 0,59 0-50 0 0,89-3 44 0 0,11-1 15 0 0,24-5 7 0 0,51-3-9 0 0,250-10-133 0 0,-274 15 127 0 0,7 5-96 0 0,-54 0 91 0 0,-3 1 7 0 0,0-1 25 0 0,0 0-1 0 0,1 1 1 0 0,-1 0-1 0 0,0-1 1 0 0,0 1-1 0 0,0-1 1 0 0,1 1-1 0 0,-1 0 1 0 0,0 0-1 0 0,0 0 1 0 0,0 0 0 0 0,0 0-1 0 0,0 0 1 0 0,-1 0-1 0 0,2 1 1 0 0,-1 4-5 0 0,-1 0 1 0 0,0-1 0 0 0,0 1 0 0 0,0 0 0 0 0,-1 0-1 0 0,0-1 1 0 0,0 1 0 0 0,0 0 0 0 0,-1-1-1 0 0,0 1 1 0 0,0-1 0 0 0,0 0 0 0 0,-6 9 0 0 0,-42 65 14 0 0,30-55 53 0 0,-1-1 1 0 0,-41 36-1 0 0,-3 2-2435 0 0,56-50 910 0 0,2 2 120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40:24.05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47 4480 0 0,'3'-5'281'0'0,"0"0"0"0"0,0 0 0 0 0,-1-1 0 0 0,0 0-1 0 0,0 1 1 0 0,2-10 0 0 0,-3 30-262 0 0,1 0 1 0 0,0-1-1 0 0,5 19 1 0 0,-3-18-8 0 0,-1-1 1 0 0,0 1 0 0 0,0 20 0 0 0,-3 0 10 0 0,-2 0 1 0 0,-1 0-1 0 0,-1-1 1 0 0,-11 40 0 0 0,14-72-239 0 0,15-39-4407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40:24.80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451 92 4264 0 0,'11'-30'-498'0'0,"-12"27"530"0"0,1 0 1 0 0,-1 0 0 0 0,0 0-1 0 0,0 0 1 0 0,0 0 0 0 0,0 0-1 0 0,0 0 1 0 0,-1 1-1 0 0,0-1 1 0 0,1 0 0 0 0,-1 1-1 0 0,0-1 1 0 0,0 1 0 0 0,0 0-1 0 0,-1-1 1 0 0,1 1 0 0 0,0 0-1 0 0,-1 0 1 0 0,1 1 0 0 0,-1-1-1 0 0,-3-1 1 0 0,1 1-18 0 0,0 1 0 0 0,0 0 1 0 0,-1 0-1 0 0,1 1 0 0 0,0-1 0 0 0,0 1 1 0 0,-1 0-1 0 0,1 0 0 0 0,0 1 1 0 0,-1 0-1 0 0,-8 2 0 0 0,1 1-14 0 0,-1 0-1 0 0,1 1 1 0 0,1 1 0 0 0,-1 0-1 0 0,1 0 1 0 0,0 1 0 0 0,0 1-1 0 0,1 0 1 0 0,0 1 0 0 0,-14 14-1 0 0,-7 10 17 0 0,-47 65-1 0 0,68-83-1 0 0,1-3-13 0 0,1 2-1 0 0,0-1 1 0 0,1 1-1 0 0,0 0 1 0 0,2 1-1 0 0,-1 0 1 0 0,2 0-1 0 0,0 0 1 0 0,-5 28-1 0 0,9-36 3 0 0,1-1 0 0 0,-1 1 0 0 0,1-1 0 0 0,1 1 0 0 0,-1 0 0 0 0,1-1 0 0 0,0 1 0 0 0,1-1 0 0 0,-1 0 0 0 0,1 1 0 0 0,0-1 0 0 0,1 0 0 0 0,0 0 0 0 0,0 0 0 0 0,0 0 0 0 0,1-1 0 0 0,0 1 0 0 0,0-1 0 0 0,0 0 0 0 0,0 0 0 0 0,1 0 0 0 0,0-1 0 0 0,0 0 0 0 0,0 0 0 0 0,11 7 0 0 0,0-2 28 0 0,-1-1 1 0 0,2 0-1 0 0,-1-1 0 0 0,1-1 1 0 0,0-1-1 0 0,0 0 0 0 0,0-1 1 0 0,1-1-1 0 0,-1 0 0 0 0,1-2 1 0 0,0 0-1 0 0,0-1 0 0 0,0 0 1 0 0,-1-2-1 0 0,24-4 1 0 0,-30 4 19 0 0,0-1 1 0 0,0 0-1 0 0,0-1 1 0 0,-1 0-1 0 0,1-1 1 0 0,-1 0-1 0 0,0-1 1 0 0,-1 0-1 0 0,0 0 1 0 0,0-1-1 0 0,0 0 1 0 0,0-1-1 0 0,-1 0 1 0 0,-1 0 0 0 0,1-1-1 0 0,-1 0 1 0 0,-1 0-1 0 0,0 0 1 0 0,0-1-1 0 0,-1 0 1 0 0,0 0-1 0 0,0-1 1 0 0,-1 1-1 0 0,4-21 1 0 0,-5 20 21 0 0,-1 0-1 0 0,-1-1 1 0 0,0 1 0 0 0,0-1 0 0 0,-1 1 0 0 0,-1-1-1 0 0,0 1 1 0 0,0-1 0 0 0,-1 1 0 0 0,-1 0-1 0 0,-5-17 1 0 0,5 22-50 0 0,1 0 0 0 0,-1 1 0 0 0,0-1 0 0 0,0 1-1 0 0,0 0 1 0 0,-1 0 0 0 0,0 0 0 0 0,0 0 0 0 0,0 0 0 0 0,-1 1-1 0 0,1 0 1 0 0,-1 0 0 0 0,0 0 0 0 0,0 1 0 0 0,-1-1 0 0 0,1 1-1 0 0,-1 1 1 0 0,1-1 0 0 0,-1 1 0 0 0,0 0 0 0 0,0 0 0 0 0,-9-2-1 0 0,-11 0-23 0 0,0 1 0 0 0,-35 1 0 0 0,51 2-728 0 0,-1 1 1 0 0,1 0 0 0 0,0 1-1 0 0,1 0 1 0 0,-12 4-1 0 0,13-2-1156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40:25.90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30 132 5160 0 0,'3'-39'-100'0'0,"-1"18"558"0"0,4 16-244 0 0,-5 7-213 0 0,0 0 1 0 0,0-1-1 0 0,-1 1 0 0 0,1 0 1 0 0,0 0-1 0 0,-1 1 0 0 0,1-1 1 0 0,-1 0-1 0 0,0 0 0 0 0,0 0 1 0 0,1 0-1 0 0,-2 0 0 0 0,1 0 1 0 0,0 0-1 0 0,0 0 0 0 0,-1 3 1 0 0,-1 37 9 0 0,2 0 1 0 0,2 1-1 0 0,10 58 1 0 0,-7-52 1921 0 0,-7-54-1759 0 0,-3-10-82 0 0,1 1-1 0 0,0-1 1 0 0,1 0-1 0 0,1 0 1 0 0,1 0-1 0 0,0-21 1 0 0,9-99 193 0 0,-7 126-264 0 0,-1 5-25 0 0,0-1 1 0 0,0 0 0 0 0,1 1-1 0 0,0-1 1 0 0,0 1 0 0 0,0-1-1 0 0,0 1 1 0 0,1 0 0 0 0,0 0-1 0 0,0-1 1 0 0,0 1 0 0 0,0 0-1 0 0,1 0 1 0 0,0 1 0 0 0,-1-1-1 0 0,1 1 1 0 0,0-1 0 0 0,1 1-1 0 0,-1 0 1 0 0,1 0 0 0 0,-1 0-1 0 0,1 1 1 0 0,0-1 0 0 0,0 1-1 0 0,0 0 1 0 0,0 0 0 0 0,1 0-1 0 0,-1 1 1 0 0,0-1 0 0 0,1 1-1 0 0,-1 0 1 0 0,1 0 0 0 0,-1 1-1 0 0,1-1 1 0 0,0 1 0 0 0,-1 0-1 0 0,7 1 1 0 0,-5 0-1 0 0,1 1 1 0 0,0 0-1 0 0,-1 0 1 0 0,1 0-1 0 0,-1 1 0 0 0,0 0 1 0 0,0 0-1 0 0,0 0 0 0 0,0 1 1 0 0,0 0-1 0 0,-1 0 0 0 0,0 1 1 0 0,1 0-1 0 0,-2 0 0 0 0,1 0 1 0 0,-1 0-1 0 0,1 0 0 0 0,-1 1 1 0 0,-1 0-1 0 0,1 0 1 0 0,-1 0-1 0 0,0 0 0 0 0,2 8 1 0 0,-2-6-2 0 0,-1 0 1 0 0,1 0 0 0 0,-2 0 0 0 0,1 1 0 0 0,-1-1 0 0 0,0 0 0 0 0,-1 1 0 0 0,0-1-1 0 0,0 1 1 0 0,-1-1 0 0 0,0 1 0 0 0,0-1 0 0 0,-1 0 0 0 0,0 0 0 0 0,-1 0 0 0 0,0 0-1 0 0,0 0 1 0 0,-5 8 0 0 0,5-11 4 0 0,-6 10 15 0 0,0 0-1 0 0,-21 25 1 0 0,25-36-11 0 0,0 1 0 0 0,0 0 0 0 0,-1-1 0 0 0,1 0 0 0 0,-1 0 0 0 0,0-1 0 0 0,0 0 0 0 0,0 0 0 0 0,0 0 0 0 0,-11 3 0 0 0,-58 9 53 0 0,71-15-46 0 0,0 1 1 0 0,-1-1 0 0 0,1 1 0 0 0,-1-1-1 0 0,1-1 1 0 0,0 1 0 0 0,-1 0-1 0 0,-4-2 1 0 0,-23-2-174 0 0,32 4 132 0 0,-1 0-1 0 0,1 0 1 0 0,0 0 0 0 0,-1 0-1 0 0,1-1 1 0 0,0 1 0 0 0,-1 0-1 0 0,1 0 1 0 0,0 0 0 0 0,-1 0-1 0 0,1-1 1 0 0,0 1 0 0 0,-1 0-1 0 0,1 0 1 0 0,0-1 0 0 0,0 1-1 0 0,-1 0 1 0 0,1-1 0 0 0,0 1-1 0 0,0 0 1 0 0,0 0 0 0 0,-1-1-1 0 0,1 1 1 0 0,0-1 0 0 0,0 1-1 0 0,0 0 1 0 0,0-1 0 0 0,0 1-1 0 0,0 0 1 0 0,0-1 0 0 0,0 1-1 0 0,0 0 1 0 0,0-1 0 0 0,0 1-1 0 0,0-1 1 0 0,0 1 0 0 0,0 0-1 0 0,0-1 1 0 0,0 1 0 0 0,0 0-1 0 0,0-1 1 0 0,0 1 0 0 0,1 0-1 0 0,-1-1 1 0 0,0 1 0 0 0,0 0-1 0 0,0-1 1 0 0,1 1 0 0 0,-1 0-1 0 0,0-1 1 0 0,0 1 0 0 0,1 0-1 0 0,12-19-2811 0 0,-3 11 498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40:26.58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 72 5565 0 0,'0'0'-261'0'0,"-1"-1"-294"0"0,1 0 550 0 0,0 1-1 0 0,0 0 0 0 0,-1 0 0 0 0,1 0 1 0 0,0 0-1 0 0,0-1 0 0 0,0 1 1 0 0,0 0-1 0 0,0 0 0 0 0,0 0 1 0 0,0-1-1 0 0,0 1 0 0 0,0 0 1 0 0,0 0-1 0 0,0 0 0 0 0,0-1 1 0 0,0 1-1 0 0,0 0 0 0 0,0 0 0 0 0,0 0 1 0 0,0-1-1 0 0,0 1 0 0 0,0 0 1 0 0,1 0-1 0 0,-1 0 0 0 0,0-1 1 0 0,0 1-1 0 0,0 0 0 0 0,0 0 1 0 0,0 0-1 0 0,0 0 0 0 0,1-1 1 0 0,-1 1-1 0 0,0 0 0 0 0,0 0 0 0 0,0 0 1 0 0,1 0-1 0 0,5-1-1 0 0,1 1-1 0 0,-1 1 1 0 0,1-1 0 0 0,-1 1-1 0 0,1 0 1 0 0,-1 1 0 0 0,0-1 0 0 0,0 1-1 0 0,0 0 1 0 0,0 1 0 0 0,7 3-1 0 0,5 3-19 0 0,0 0 0 0 0,28 20 0 0 0,-32-17 45 0 0,0 1 0 0 0,22 27 0 0 0,-35-39-15 0 0,-1 0 0 0 0,1 0 1 0 0,-1 0-1 0 0,1 0 0 0 0,-1 0 0 0 0,1 0 1 0 0,-1 0-1 0 0,0 0 0 0 0,0 0 0 0 0,1 0 1 0 0,-1 0-1 0 0,0 0 0 0 0,0 0 0 0 0,0 0 1 0 0,0 0-1 0 0,-1 1 0 0 0,1-1 1 0 0,0 0-1 0 0,0 0 0 0 0,-1 0 0 0 0,1 0 1 0 0,0 0-1 0 0,-1 0 0 0 0,1 0 0 0 0,-1 0 1 0 0,1 0-1 0 0,-1 0 0 0 0,0 0 0 0 0,1-1 1 0 0,-1 1-1 0 0,-1 1 0 0 0,0 0 42 0 0,0 0 0 0 0,0 0 0 0 0,0 0 0 0 0,0 0-1 0 0,0-1 1 0 0,0 1 0 0 0,-1-1 0 0 0,1 0 0 0 0,0 1 0 0 0,-1-1-1 0 0,1 0 1 0 0,-5 1 0 0 0,6-2-16 0 0,1 0-1 0 0,-1 1 1 0 0,0-1 0 0 0,0 0-1 0 0,0 0 1 0 0,0 0 0 0 0,0 0-1 0 0,0 0 1 0 0,0 0 0 0 0,1 0-1 0 0,-1 0 1 0 0,0 0 0 0 0,0 0-1 0 0,0 0 1 0 0,0-1 0 0 0,0 1-1 0 0,0 0 1 0 0,1-1 0 0 0,-1 1-1 0 0,0 0 1 0 0,0-1 0 0 0,1 1-1 0 0,-1-1 1 0 0,0 0 0 0 0,0 1-1 0 0,1-1 1 0 0,-1 1 0 0 0,1-1-1 0 0,-1 0 1 0 0,0 1 0 0 0,0-3-1 0 0,1 1 0 0 0,0 0-1 0 0,-1 0 1 0 0,1 0-1 0 0,0 0 0 0 0,0 0 1 0 0,0 0-1 0 0,1 0 1 0 0,-1 0-1 0 0,1 0 1 0 0,-1 0-1 0 0,1 0 0 0 0,-1 0 1 0 0,2-2-1 0 0,4-9 24 0 0,1 0-1 0 0,0 0 1 0 0,9-12-1 0 0,8-5-39 0 0,1 1 1 0 0,1 2-1 0 0,35-29 0 0 0,-60 54-29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40:27.22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181 57 3824 0 0,'0'0'-64'0'0,"-2"-21"789"0"0,-1 20-707 0 0,-1 0-1 0 0,0 1 1 0 0,1-1-1 0 0,-1 1 0 0 0,0 0 1 0 0,0 0-1 0 0,1 0 1 0 0,-1 1-1 0 0,0-1 1 0 0,1 1-1 0 0,-1 0 1 0 0,0 0-1 0 0,1 0 1 0 0,-1 0-1 0 0,1 1 1 0 0,0-1-1 0 0,-1 1 1 0 0,-2 2-1 0 0,-7 3-3 0 0,0 1 0 0 0,0 0 1 0 0,-18 15-1 0 0,30-22-14 0 0,-2 1 6 0 0,0 0-1 0 0,0 0 1 0 0,1 0 0 0 0,-1 1 0 0 0,0 0-1 0 0,1-1 1 0 0,0 1 0 0 0,0 0-1 0 0,0 0 1 0 0,0 0 0 0 0,0 0-1 0 0,1 1 1 0 0,-1-1 0 0 0,1 0-1 0 0,0 1 1 0 0,0-1 0 0 0,-1 8-1 0 0,2-11-2 0 0,0 1-1 0 0,0 0 1 0 0,0 0-1 0 0,0 0 0 0 0,1 0 1 0 0,-1 0-1 0 0,0-1 1 0 0,0 1-1 0 0,1 0 0 0 0,-1 0 1 0 0,0-1-1 0 0,1 1 1 0 0,-1 0-1 0 0,1 0 1 0 0,-1-1-1 0 0,1 1 0 0 0,0 0 1 0 0,-1-1-1 0 0,1 1 1 0 0,-1-1-1 0 0,1 1 0 0 0,0-1 1 0 0,0 1-1 0 0,-1-1 1 0 0,1 1-1 0 0,0-1 0 0 0,1 1 1 0 0,29 3 56 0 0,23-13 25 0 0,-44 5-76 0 0,1 0 0 0 0,-1-1 0 0 0,0 0 0 0 0,0-1 1 0 0,-1 0-1 0 0,0 0 0 0 0,15-14 0 0 0,56-62 136 0 0,-53 52 76 0 0,-27 30-217 0 0,-1 0 0 0 0,1 1 0 0 0,0-1 1 0 0,0 0-1 0 0,0 0 0 0 0,0 0 0 0 0,1 0 0 0 0,-1 0 0 0 0,0 1 1 0 0,0-1-1 0 0,0 0 0 0 0,0 0 0 0 0,0 0 0 0 0,0 0 0 0 0,0 1 1 0 0,0-1-1 0 0,0 0 0 0 0,0 0 0 0 0,0 0 0 0 0,0 0 1 0 0,1 0-1 0 0,-1 0 0 0 0,0 1 0 0 0,0-1 0 0 0,0 0 0 0 0,0 0 1 0 0,0 0-1 0 0,0 0 0 0 0,1 0 0 0 0,-1 0 0 0 0,0 0 0 0 0,0 0 1 0 0,0 0-1 0 0,0 0 0 0 0,1 0 0 0 0,-1 0 0 0 0,0 0 1 0 0,0 0-1 0 0,0 0 0 0 0,0 0 0 0 0,0 0 0 0 0,1 0 0 0 0,-1 0 1 0 0,0 0-1 0 0,0 0 0 0 0,0 0 0 0 0,0 0 0 0 0,1 0 0 0 0,-1 0 1 0 0,0 0-1 0 0,0 0 0 0 0,0 0 0 0 0,0 0 0 0 0,0 0 0 0 0,1 0 1 0 0,-1-1-1 0 0,0 1 0 0 0,0 0 0 0 0,0 0 0 0 0,0 0 1 0 0,0 0-1 0 0,0 0 0 0 0,0 0 0 0 0,0-1 0 0 0,1 1 0 0 0,-1 0 1 0 0,0 0-1 0 0,0 25 67 0 0,-1-19-68 0 0,0 0 1 0 0,1 0-1 0 0,0 0 0 0 0,0 0 0 0 0,1 0 0 0 0,-1 1 0 0 0,1-1 1 0 0,0-1-1 0 0,1 1 0 0 0,0 0 0 0 0,0 0 0 0 0,0 0 0 0 0,3 5 1 0 0,-3-9-131 0 0,0 1 0 0 0,0-1 0 0 0,-1 0 0 0 0,1 0 0 0 0,0 0 0 0 0,1 0 0 0 0,-1 0 0 0 0,0-1 1 0 0,0 1-1 0 0,1-1 0 0 0,-1 1 0 0 0,1-1 0 0 0,0 0 0 0 0,-1 0 0 0 0,1 0 0 0 0,0 0 0 0 0,-1 0 1 0 0,1-1-1 0 0,0 1 0 0 0,0-1 0 0 0,5 0 0 0 0,-5 0-1135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40:27.97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195 18 4272 0 0,'0'-1'-16'0'0,"-1"0"-1"0"0,1 0 0 0 0,0 0 0 0 0,-1 1 0 0 0,1-1 0 0 0,0 0 0 0 0,-1 0 1 0 0,1 0-1 0 0,-1 0 0 0 0,1 1 0 0 0,-1-1 0 0 0,0 0 0 0 0,1 1 1 0 0,-1-1-1 0 0,0 0 0 0 0,1 1 0 0 0,-1-1 0 0 0,0 1 0 0 0,0-1 0 0 0,0 1 1 0 0,1-1-1 0 0,-1 1 0 0 0,0 0 0 0 0,0-1 0 0 0,0 1 0 0 0,0 0 1 0 0,0 0-1 0 0,0-1 0 0 0,-1 1 0 0 0,-35 7-196 0 0,-31 27 35 0 0,61-29 160 0 0,-1 0-1 0 0,0 0 1 0 0,1 1 0 0 0,0 0 0 0 0,1 1 0 0 0,-10 11 0 0 0,15-17 19 0 0,0 1-1 0 0,0-1 1 0 0,0 0 0 0 0,0 0 0 0 0,0 1 0 0 0,1-1 0 0 0,-1 1 0 0 0,1-1-1 0 0,-1 1 1 0 0,1-1 0 0 0,0 1 0 0 0,-1-1 0 0 0,1 1 0 0 0,0-1 0 0 0,0 1-1 0 0,0-1 1 0 0,0 1 0 0 0,0-1 0 0 0,0 1 0 0 0,1-1 0 0 0,-1 1 0 0 0,0-1-1 0 0,1 1 1 0 0,-1-1 0 0 0,1 1 0 0 0,0-1 0 0 0,-1 0 0 0 0,1 1 0 0 0,0-1-1 0 0,0 0 1 0 0,0 0 0 0 0,0 1 0 0 0,0-1 0 0 0,0 0 0 0 0,0 0 0 0 0,0 0-1 0 0,0 0 1 0 0,1 0 0 0 0,-1-1 0 0 0,0 1 0 0 0,1 0 0 0 0,-1-1 0 0 0,0 1-1 0 0,1 0 1 0 0,-1-1 0 0 0,3 1 0 0 0,8 3 19 0 0,1-1-1 0 0,-1 0 1 0 0,1 0-1 0 0,0-1 1 0 0,-1-1-1 0 0,1-1 1 0 0,0 1-1 0 0,0-2 1 0 0,0 0-1 0 0,0 0 1 0 0,-1-1-1 0 0,1-1 1 0 0,-1 0-1 0 0,1-1 1 0 0,-1 0 0 0 0,0-1-1 0 0,-1 0 1 0 0,1-1-1 0 0,-1-1 1 0 0,0 1-1 0 0,0-2 1 0 0,17-14-1 0 0,-14-3 250 0 0,-14 25-261 0 0,1-1 0 0 0,-1 1-1 0 0,0-1 1 0 0,1 1 0 0 0,-1-1-1 0 0,0 1 1 0 0,1-1 0 0 0,-1 1-1 0 0,0-1 1 0 0,0 1 0 0 0,1-1-1 0 0,-1 1 1 0 0,0-1 0 0 0,0 0-1 0 0,0 1 1 0 0,0-1 0 0 0,0 1-1 0 0,0-1 1 0 0,0 0 0 0 0,0 1-1 0 0,0-1 1 0 0,0 1 0 0 0,0-1-1 0 0,-1 0 1 0 0,1 1 0 0 0,0-1 0 0 0,0 1-1 0 0,0-1 1 0 0,-1 1 0 0 0,1-1-1 0 0,0 1 1 0 0,-1-1 0 0 0,1 1-1 0 0,0-1 1 0 0,-1 1 0 0 0,1-1-1 0 0,-1 1 1 0 0,1 0 0 0 0,-1-1-1 0 0,1 1 1 0 0,-1 0 0 0 0,1-1-1 0 0,-2 1 1 0 0,1-1-7 0 0,0 1 0 0 0,0-1 0 0 0,-1 1 0 0 0,1 0 0 0 0,0 0 0 0 0,-1 0 0 0 0,1 0 0 0 0,0 0 0 0 0,-1 0 0 0 0,1 0 0 0 0,-1 0 0 0 0,1 0 0 0 0,0 0 0 0 0,0 1 0 0 0,-1-1 0 0 0,1 1 0 0 0,0-1 0 0 0,0 1 0 0 0,-1-1 0 0 0,1 1 0 0 0,0 0 0 0 0,0-1 0 0 0,0 1 0 0 0,0 0 0 0 0,0 0 0 0 0,0 0 0 0 0,0 0 1 0 0,0 0-1 0 0,0 0 0 0 0,0 0 0 0 0,1 0 0 0 0,-1 0 0 0 0,0 1 0 0 0,1-1 0 0 0,-1 0 0 0 0,1 0 0 0 0,-1 1 0 0 0,1 1 0 0 0,-1 4 0 0 0,1-1 0 0 0,1 1 0 0 0,-1-1 1 0 0,1 1-1 0 0,1-1 0 0 0,-1 0 0 0 0,4 10 0 0 0,89 254 17 0 0,-92-265-12 0 0,-1 0 1 0 0,0 0-1 0 0,0 0 1 0 0,0 0-1 0 0,0 0 1 0 0,-1 0 0 0 0,0 0-1 0 0,0 1 1 0 0,0-1-1 0 0,0 0 1 0 0,-1 0-1 0 0,0 0 1 0 0,0 0-1 0 0,-1 0 1 0 0,1 0 0 0 0,-1-1-1 0 0,0 1 1 0 0,0 0-1 0 0,-1-1 1 0 0,0 1-1 0 0,1-1 1 0 0,-1 0-1 0 0,0 0 1 0 0,-1 0-1 0 0,1 0 1 0 0,-1-1 0 0 0,0 1-1 0 0,0-1 1 0 0,0 0-1 0 0,0 0 1 0 0,-1-1-1 0 0,1 1 1 0 0,-1-1-1 0 0,-4 2 1 0 0,-2 1 58 0 0,0 0 1 0 0,0-1 0 0 0,-1 0-1 0 0,1-1 1 0 0,-1 0-1 0 0,1-1 1 0 0,-1-1 0 0 0,0 0-1 0 0,0 0 1 0 0,0-1-1 0 0,0 0 1 0 0,0-1 0 0 0,-18-4-1 0 0,28 4-47 0 0,0 1 0 0 0,1 0 1 0 0,-1-1-1 0 0,0 1 0 0 0,0-1 0 0 0,1 0 0 0 0,-1 1 0 0 0,0-1 0 0 0,1 0 1 0 0,-1 0-1 0 0,1 0 0 0 0,-1 0 0 0 0,1-1 0 0 0,0 1 0 0 0,-1 0 0 0 0,1-1 0 0 0,0 1 1 0 0,0 0-1 0 0,0-1 0 0 0,0 1 0 0 0,0-1 0 0 0,0 0 0 0 0,0 1 0 0 0,0-4 1 0 0,1 3-3 0 0,0-1 1 0 0,0 1 0 0 0,0-1 0 0 0,0 0 0 0 0,1 1 0 0 0,-1-1 0 0 0,1 1 0 0 0,0-1 0 0 0,-1 1-1 0 0,1-1 1 0 0,0 1 0 0 0,1-1 0 0 0,-1 1 0 0 0,3-4 0 0 0,4-5 25 0 0,1 0-1 0 0,0 1 1 0 0,1 0-1 0 0,19-15 1 0 0,-13 14-156 0 0,0 1-1 0 0,1 1 1 0 0,35-14 0 0 0,-22 10-1828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40:42.96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883 13451 4800 0 0,'0'0'-96'0'0,"-9"-5"-132"0"0,9 5 266 0 0,0 0 1 0 0,0 0 0 0 0,-1 0 0 0 0,1 0 0 0 0,0 0-1 0 0,0 0 1 0 0,0 0 0 0 0,0 0 0 0 0,-1 0 0 0 0,1 0-1 0 0,0 0 1 0 0,0 0 0 0 0,0 0 0 0 0,0 0 0 0 0,-1 0-1 0 0,1 0 1 0 0,0-1 0 0 0,0 1 0 0 0,0 0-1 0 0,0 0 1 0 0,0 0 0 0 0,-1 0 0 0 0,1 0 0 0 0,0 0-1 0 0,0-1 1 0 0,0 1 0 0 0,0 0 0 0 0,0 0 0 0 0,0 0-1 0 0,0 0 1 0 0,0-1 0 0 0,0 1 0 0 0,-1 0 0 0 0,1 0-1 0 0,0 0 1 0 0,0 0 0 0 0,0-1 0 0 0,0 1 0 0 0,0 0-1 0 0,0 0 1 0 0,0 0 0 0 0,0-1 0 0 0,0 1 0 0 0,1 0-1 0 0,-1 0 1 0 0,0 0 0 0 0,0 0 0 0 0,0-1 0 0 0,0 1-1 0 0,0 0 1 0 0,0 0 0 0 0,0 0 0 0 0,0 0-1 0 0,0-1 1 0 0,24-4-58 0 0,-1 0 0 0 0,34-2 0 0 0,-11 2 33 0 0,-43 4-13 0 0,44-9-7 0 0,-34 8 2 0 0,-10 2 14 0 0,34-9 36 0 0,-35 8-44 0 0,0 1 1 0 0,0 0 3 0 0,0-1 0 0 0,0 1 0 0 0,0-1-1 0 0,0 1 1 0 0,0-1 0 0 0,1 0 0 0 0,-1 0 0 0 0,-1 0-1 0 0,1 0 1 0 0,0 0 0 0 0,0 0 0 0 0,0 0 0 0 0,2-3-1 0 0,-3 3 446 0 0,10-47 290 0 0,-11 47-714 0 0,2-42 404 0 0,-2 28-208 0 0,-2 0 0 0 0,-6-29 0 0 0,-1-21 22 0 0,7 54-184 0 0,0-1 0 0 0,-1 1 0 0 0,-1 0 0 0 0,0-1 0 0 0,0 2 0 0 0,-1-1 0 0 0,0 0 0 0 0,-1 1 0 0 0,-8-11 0 0 0,-8-6 14 0 0,-1 0-1 0 0,-2 2 1 0 0,0 1 0 0 0,-1 1 0 0 0,-2 1 0 0 0,-35-22-1 0 0,-378-262 71 0 0,409 281-121 0 0,1-1 0 0 0,2-1 0 0 0,0-2-1 0 0,2-1 1 0 0,1-1 0 0 0,2-2 0 0 0,1 0 0 0 0,2-1 0 0 0,-28-59 0 0 0,24 32-10 0 0,1 0 1 0 0,4-2 0 0 0,3 0-1 0 0,2-2 1 0 0,-7-72 0 0 0,3-14-16 0 0,6 0 1 0 0,9-185 0 0 0,10 220 10 0 0,4 0 1 0 0,6 1-1 0 0,42-158 1 0 0,103-151 11 0 0,-69 201-15 0 0,86-172 37 0 0,36-64 16 0 0,-160 311-25 0 0,40-174 0 0 0,76-354 7 0 0,-46 84 39 0 0,-86 383-67 0 0,129-455-11 0 0,-49 247 45 0 0,-13 45-80 0 0,122-386 20 0 0,12 147-27 0 0,-214 550 40 0 0,44-108-11 0 0,110-257-64 0 0,31 16 25 0 0,-79 206-11 0 0,277-328-1 0 0,-373 490 59 0 0,362-400-128 0 0,-175 241 15 0 0,334-234 0 0 0,-456 367 6 0 0,181-92 0 0 0,123-26-53 0 0,-240 114 110 0 0,11-4-67 0 0,3 8 1 0 0,326-77-1 0 0,-58 27-16 0 0,34-7 33 0 0,315 21-173 0 0,-451 63 33 0 0,-74 6 135 0 0,460-27-76 0 0,-1 54 40 0 0,145 80 20 0 0,-851-69 123 0 0,689 90-49 0 0,-5 36 3 0 0,-128 47 42 0 0,-489-145-1 0 0,36 14-32 0 0,206 105-1 0 0,-240-104 124 0 0,-51-26 522 0 0,-39-19-515 0 0,3 4-82 0 0,-4-6-2 0 0,-1 0 1 0 0,1 1 0 0 0,-1-1 0 0 0,0 0 0 0 0,1 1-1 0 0,-1-1 1 0 0,0 0 0 0 0,1 1 0 0 0,-1-1-1 0 0,0 0 1 0 0,0 1 0 0 0,0-1 0 0 0,1 0 0 0 0,-1 0-1 0 0,0 1 1 0 0,0-1 0 0 0,0 0 0 0 0,0 0-1 0 0,-1 1 1 0 0,1-1 0 0 0,0 0 0 0 0,0 0 0 0 0,0 1-1 0 0,-1-1 1 0 0,1 0 0 0 0,0 1 0 0 0,0-1-1 0 0,-2-1 1 0 0,-6-30-10 0 0,-2 0-1 0 0,-1 0 1 0 0,-19-37-1 0 0,21 49-11 0 0,6 13 17 0 0,1 0-1 0 0,-2 0 0 0 0,1 0 1 0 0,-1 1-1 0 0,0-1 0 0 0,0 1 1 0 0,-8-8-1 0 0,11 13-11 0 0,-13-22-900 0 0,28 44 883 0 0,1-1 0 0 0,1 0 1 0 0,1-1-1 0 0,1-1 0 0 0,0 0 1 0 0,34 23-1 0 0,3 6 17 0 0,-28-25 5 0 0,-20-17-2 0 0,-1 0 1 0 0,1 0 0 0 0,-1 1-1 0 0,0 0 1 0 0,0 0-1 0 0,9 14 1 0 0,-15-19 8 0 0,-42 18-11 0 0,-2-11 7 0 0,-72 1 0 0 0,52-4-2 0 0,-1 0-185 0 0,-161 19 558 0 0,179-17-1165 0 0,0 3 0 0 0,-81 28 0 0 0,112-33-1180 0 0,-1 0-319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40:44.34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 63 5444 0 0,'0'0'-276'0'0,"-8"2"-484"0"0,9-2 744 0 0,-1 0-1 0 0,0 0 0 0 0,0-1 1 0 0,0 1-1 0 0,0 0 1 0 0,0 0-1 0 0,0 0 1 0 0,0 0-1 0 0,0 0 1 0 0,0 0-1 0 0,0 0 1 0 0,0 0-1 0 0,0 0 1 0 0,0 0-1 0 0,0-1 0 0 0,0 1 1 0 0,0 0-1 0 0,0 0 1 0 0,0 0-1 0 0,0 0 1 0 0,-1 0-1 0 0,1 0 1 0 0,0 0-1 0 0,0 0 1 0 0,0 0-1 0 0,0 0 1 0 0,0 0-1 0 0,0-1 1 0 0,0 1-1 0 0,0 0 0 0 0,0 0 1 0 0,0 0-1 0 0,0 0 1 0 0,0 0-1 0 0,0 0 1 0 0,0 0-1 0 0,-1 0 1 0 0,13-7 14 0 0,-1 0 0 0 0,1 1 0 0 0,0 0 0 0 0,1 1 0 0 0,-1 1 0 0 0,1 0 0 0 0,18-3 0 0 0,-4 2 3 0 0,0 1-1 0 0,46 1 0 0 0,-71 3-8 0 0,-1-1 8 0 0,0 1 0 0 0,0-1-1 0 0,0 1 1 0 0,1-1 0 0 0,-1 1 0 0 0,0 0 0 0 0,0 0-1 0 0,0 0 1 0 0,0-1 0 0 0,0 1 0 0 0,0 0 0 0 0,1 1-1 0 0,-1-1 1 0 0,0 0 0 0 0,0 0 0 0 0,0 0 0 0 0,0 1 0 0 0,0-1-1 0 0,0 0 1 0 0,0 1 0 0 0,0-1 0 0 0,0 1 0 0 0,0-1-1 0 0,0 1 1 0 0,0 0 0 0 0,0-1 0 0 0,0 1 0 0 0,0 0-1 0 0,-1 0 1 0 0,1-1 0 0 0,0 1 0 0 0,0 0 0 0 0,-1 0-1 0 0,1 0 1 0 0,-1 0 0 0 0,1 0 0 0 0,-1 0 0 0 0,1 0-1 0 0,-1 0 1 0 0,1 0 0 0 0,-1 0 0 0 0,0 1 0 0 0,0-1-1 0 0,0 0 1 0 0,0 0 0 0 0,0 0 0 0 0,0 0 0 0 0,0 0 0 0 0,0 0-1 0 0,0 1 1 0 0,-1 1 0 0 0,1 3 8 0 0,-1 1 0 0 0,-1-1 1 0 0,1 0-1 0 0,-1 1 0 0 0,0-1 0 0 0,-1 0 1 0 0,-4 9-1 0 0,-12 11 35 0 0,-1-1-1 0 0,-1 0 1 0 0,-1-2 0 0 0,-1 0-1 0 0,-1-1 1 0 0,-41 28 0 0 0,19-11 219 0 0,45-38 67 0 0,12-2-304 0 0,-1-1 1 0 0,1-1-1 0 0,-1 1 1 0 0,1-2-1 0 0,9-4 0 0 0,26-7 33 0 0,287-48 102 0 0,-200 40-19 0 0,-131 23-113 0 0,10-4 212 0 0,-12 4-315 0 0,0 0 0 0 0,1 0 0 0 0,-1 0 0 0 0,0 0 0 0 0,1 0 0 0 0,-1 0 0 0 0,0-1 1 0 0,1 1-1 0 0,-1 0 0 0 0,0 0 0 0 0,1 0 0 0 0,-1 0 0 0 0,0-1 0 0 0,1 1 0 0 0,-1 0 0 0 0,0 0 0 0 0,0 0 0 0 0,1-1 0 0 0,-1 1 1 0 0,0 0-1 0 0,0-1 0 0 0,0 1 0 0 0,1 0 0 0 0,-1 0 0 0 0,0-1 0 0 0,0 1 0 0 0,0 0 0 0 0,0-1 0 0 0,0 1 0 0 0,0 0 1 0 0,0-1-1 0 0,0 1 0 0 0,0 0 0 0 0,0-1 0 0 0,0 1 0 0 0,0 0 0 0 0,0-1 0 0 0,0 0 0 0 0,-13-17-629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40:45.10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538 45 3132 0 0,'-1'-14'-466'0'0,"-3"10"442"0"0,0 1-1 0 0,-1 0 0 0 0,1 1 1 0 0,-1-1-1 0 0,0 1 0 0 0,0 0 1 0 0,1 0-1 0 0,-2 0 1 0 0,1 0-1 0 0,0 1 0 0 0,0 0 1 0 0,0 0-1 0 0,0 1 0 0 0,-1-1 1 0 0,-10 2-1 0 0,13-1 43 0 0,-2 0-9 0 0,-9 1-7 0 0,1 1 1 0 0,-1 1-1 0 0,0 0 1 0 0,1 1-1 0 0,0 1 1 0 0,0 0 0 0 0,0 0-1 0 0,0 1 1 0 0,1 1-1 0 0,0 0 1 0 0,0 1-1 0 0,-18 15 1 0 0,-16 17-11 0 0,-63 68 0 0 0,100-98 18 0 0,0 0-1 0 0,1 1 0 0 0,0 0 1 0 0,0 0-1 0 0,1 1 1 0 0,1 0-1 0 0,0 0 0 0 0,1 0 1 0 0,-8 24-1 0 0,12-29 9 0 0,-1 0 0 0 0,1 0-1 0 0,1 0 1 0 0,-1 1 0 0 0,1-1-1 0 0,1 0 1 0 0,-1 1 0 0 0,1-1 0 0 0,0 0-1 0 0,1 0 1 0 0,0 1 0 0 0,0-1-1 0 0,0 0 1 0 0,1-1 0 0 0,0 1-1 0 0,0 0 1 0 0,1-1 0 0 0,0 0 0 0 0,6 8-1 0 0,6 4 36 0 0,1 0 0 0 0,0-2 0 0 0,1 0 0 0 0,1-1 0 0 0,0-1 0 0 0,1-1 0 0 0,1-1 0 0 0,0 0-1 0 0,0-2 1 0 0,1 0 0 0 0,27 7 0 0 0,-18-7 64 0 0,1-2 0 0 0,0-1 0 0 0,0-1 0 0 0,1-2 0 0 0,0-1 0 0 0,-1-2 0 0 0,57-4 0 0 0,-65 0-17 0 0,-1-1 0 0 0,0-2 0 0 0,0 0 1 0 0,0-1-1 0 0,-1-1 0 0 0,0-1 0 0 0,-1-2 0 0 0,0 0 0 0 0,0 0 0 0 0,20-18 0 0 0,-29 21-53 0 0,-1-1 0 0 0,0-1 0 0 0,-1 0 0 0 0,0-1 0 0 0,-1 0 0 0 0,0 0 0 0 0,0-1 0 0 0,-1 0 0 0 0,-1 0 0 0 0,0-1 1 0 0,-1 0-1 0 0,0 0 0 0 0,-1-1 0 0 0,0 1 0 0 0,-2-1 0 0 0,1 0 0 0 0,2-29 0 0 0,-6 33-17 0 0,1 1 0 0 0,-2-1 0 0 0,0 0 0 0 0,0 1 0 0 0,0-1 0 0 0,-2 1 0 0 0,1-1 0 0 0,-1 1 1 0 0,0 0-1 0 0,-1 0 0 0 0,0 0 0 0 0,0 0 0 0 0,-8-10 0 0 0,3 7-2 0 0,0 1 0 0 0,-1-1 1 0 0,0 1-1 0 0,-1 1 0 0 0,-1 0 0 0 0,1 1 0 0 0,-25-15 0 0 0,2 6-4 0 0,0 2-1 0 0,-1 1 0 0 0,0 1 0 0 0,-1 3 0 0 0,-74-15 0 0 0,41 13-193 0 0,-1 4 1 0 0,1 2-1 0 0,-1 4 0 0 0,0 2 1 0 0,-1 4-1 0 0,-81 14 1 0 0,129-17-2346 0 0,19 0 1005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40:46.32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103 51 4212 0 0,'0'0'-318'0'0,"6"-2"-772"0"0,245-45 1138 0 0,-248 46-59 0 0,-1 1 14 0 0,-1 0 1 0 0,1 0 0 0 0,0 0-1 0 0,-1 0 1 0 0,1 0-1 0 0,0 0 1 0 0,-1 0-1 0 0,1 1 1 0 0,0-1-1 0 0,-1 0 1 0 0,1 1 0 0 0,-1 0-1 0 0,1-1 1 0 0,-1 1-1 0 0,1 0 1 0 0,-1 0-1 0 0,3 1 1 0 0,-9 4 13 0 0,0 0 0 0 0,0 0 0 0 0,-1-1 0 0 0,0 0 0 0 0,0 0 0 0 0,0 0 0 0 0,-1-1 0 0 0,1 0 0 0 0,-1 0 0 0 0,-8 3 0 0 0,-84 31 36 0 0,69-28 0 0 0,-21 8 63 0 0,29-8 12 0 0,20-6 4 0 0,35-7 53 0 0,1-1-204 0 0,75-1 17 0 0,203 18 0 0 0,-312-13 4 0 0,1-1 0 0 0,-1 1-1 0 0,1 0 1 0 0,-1 0-1 0 0,1 0 1 0 0,-1 0 0 0 0,1 0-1 0 0,-1 0 1 0 0,0 0-1 0 0,1 0 1 0 0,-1 0 0 0 0,1 0-1 0 0,-1 0 1 0 0,1 1 0 0 0,-1-1-1 0 0,1 0 1 0 0,-1 0-1 0 0,1 0 1 0 0,-1 1 0 0 0,1-1-1 0 0,-1 0 1 0 0,0 0-1 0 0,1 1 1 0 0,-1-1 0 0 0,1 0-1 0 0,-1 1 1 0 0,0-1-1 0 0,1 1 1 0 0,-1-1 0 0 0,0 0-1 0 0,0 1 1 0 0,1-1 0 0 0,-1 1-1 0 0,0-1 1 0 0,1 2-1 0 0,-16 10 42 0 0,-27 5 6 0 0,-55 6 93 0 0,-119 12 0 0 0,47-9 56 0 0,97-19-52 0 0,68-6-117 0 0,3-5-446 0 0,0 4 361 0 0,1 0 1 0 0,0-1 0 0 0,0 1-1 0 0,0 0 1 0 0,0-1 0 0 0,-1 1-1 0 0,1 0 1 0 0,0-1 0 0 0,0 1-1 0 0,0-1 1 0 0,0 1 0 0 0,0 0-1 0 0,0-1 1 0 0,0 1 0 0 0,0 0-1 0 0,0-1 1 0 0,0 1 0 0 0,0-1-1 0 0,0 1 1 0 0,0 0 0 0 0,0-1-1 0 0,0 1 1 0 0,1 0 0 0 0,-1-1-1 0 0,0 1 1 0 0,0 0 0 0 0,0-1-1 0 0,0 1 1 0 0,1 0 0 0 0,-1 0-1 0 0,0-1 1 0 0,0 1 0 0 0,1 0-1 0 0,-1-1 1 0 0,1 1 0 0 0,17-17-223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40:47.21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796 86 2608 0 0,'-5'-14'-391'0'0,"-8"5"413"0"0,-1 0-1 0 0,0 1 1 0 0,-1 1-1 0 0,1 0 1 0 0,-1 1 0 0 0,-1 0-1 0 0,1 1 1 0 0,-1 1 0 0 0,0 1-1 0 0,0 0 1 0 0,0 1 0 0 0,0 1-1 0 0,0 0 1 0 0,0 1-1 0 0,0 1 1 0 0,-1 0 0 0 0,1 1-1 0 0,0 1 1 0 0,1 1 0 0 0,-1 0-1 0 0,1 1 1 0 0,-20 9 0 0 0,-9 7-30 0 0,0 2 0 0 0,2 2 0 0 0,1 1 0 0 0,1 3 0 0 0,-69 63 0 0 0,97-80 9 0 0,0 0 0 0 0,1 0 0 0 0,0 1 0 0 0,-10 17 0 0 0,17-24 2 0 0,0 0-1 0 0,1 0 1 0 0,0 0 0 0 0,0 0 0 0 0,1 1-1 0 0,-1-1 1 0 0,1 1 0 0 0,1-1 0 0 0,-1 1-1 0 0,1 0 1 0 0,1 0 0 0 0,-1 13 0 0 0,2-15 3 0 0,0-1 1 0 0,1 1-1 0 0,-1-1 1 0 0,1 1-1 0 0,0-1 0 0 0,0 1 1 0 0,1-1-1 0 0,-1 0 1 0 0,1 0-1 0 0,0 0 1 0 0,0-1-1 0 0,0 1 1 0 0,1-1-1 0 0,-1 1 1 0 0,1-1-1 0 0,0 0 1 0 0,0-1-1 0 0,0 1 1 0 0,9 4-1 0 0,7 3 24 0 0,1-1 1 0 0,41 12-1 0 0,-60-20-26 0 0,62 17 58 0 0,1-3 1 0 0,1-3-1 0 0,0-3 1 0 0,1-3-1 0 0,-1-3 1 0 0,1-2-1 0 0,84-11 1 0 0,-133 7 22 0 0,1 0 0 0 0,-1-2-1 0 0,-1 0 1 0 0,1-1 0 0 0,-1-1 0 0 0,0 0 0 0 0,0-1 0 0 0,-1-1 0 0 0,0 0 0 0 0,-1-2 0 0 0,0 0 0 0 0,-1 0 0 0 0,14-15 0 0 0,-19 18-14 0 0,-1-1 0 0 0,0-1 1 0 0,0 1-1 0 0,-1-1 0 0 0,-1-1 0 0 0,0 1 1 0 0,0-1-1 0 0,-1 0 0 0 0,0-1 0 0 0,-1 1 1 0 0,0-1-1 0 0,-1 0 0 0 0,0 0 0 0 0,-1 0 1 0 0,0 0-1 0 0,-1 0 0 0 0,-1 0 0 0 0,1-1 1 0 0,-2 1-1 0 0,-3-19 0 0 0,3 26-49 0 0,-1-1-1 0 0,0 0 1 0 0,-1 1-1 0 0,1-1 1 0 0,-1 1-1 0 0,0 0 1 0 0,0 0-1 0 0,-1 0 1 0 0,1 0-1 0 0,-1 1 1 0 0,0 0-1 0 0,-1-1 1 0 0,1 1-1 0 0,-1 1 1 0 0,0-1-1 0 0,1 1 1 0 0,-2-1-1 0 0,1 1 1 0 0,0 1-1 0 0,-1-1 1 0 0,1 1-1 0 0,-1 0 1 0 0,-9-2-1 0 0,-13-3 3 0 0,-1 1 0 0 0,-1 1 1 0 0,-40-2-1 0 0,57 7-10 0 0,-122 0 285 0 0,96 3-2077 0 0,-64-6 0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42:04.53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1281 69 2884 0 0,'0'0'924'0'0,"10"0"-706"0"0,-6 0 71 0 0,-8 1 1481 0 0,-225 26-1711 0 0,60-10-59 0 0,-6 8 10 0 0,-147 16-23 0 0,305-39 73 0 0,14-1-34 0 0,1-1 0 0 0,0 1 0 0 0,-1-1 1 0 0,1 1-1 0 0,0-1 0 0 0,-1 0 0 0 0,1 0 0 0 0,-1 0 0 0 0,1 0 0 0 0,0-1 0 0 0,-1 1 0 0 0,1 0 1 0 0,0-1-1 0 0,-1 0 0 0 0,1 0 0 0 0,0 1 0 0 0,0-1 0 0 0,-4-2 0 0 0,4 1 48 0 0,4 0-65 0 0,-1 0 0 0 0,0 0 0 0 0,1 0 0 0 0,-1 1 0 0 0,1-1 0 0 0,-1 0 0 0 0,1 1 0 0 0,0-1 0 0 0,0 1 0 0 0,0 0 0 0 0,2-2 0 0 0,-2 1 7 0 0,29-20 20 0 0,0 1 0 0 0,1 1 0 0 0,1 1 0 0 0,1 2 0 0 0,0 2 0 0 0,57-18 0 0 0,-75 29-78 0 0,-14 6 18 0 0,-23 13 13 0 0,-45 22 14 0 0,-484 232 3 0 0,532-258 9 0 0,18-11-15 0 0,0 0 0 0 0,-1 0 1 0 0,1 0-1 0 0,0 0 0 0 0,0 1 1 0 0,0-1-1 0 0,0 0 0 0 0,0 0 1 0 0,0 0-1 0 0,0 0 0 0 0,0 0 1 0 0,0 0-1 0 0,0 0 0 0 0,0 0 1 0 0,0 1-1 0 0,0-1 0 0 0,0 0 1 0 0,0 0-1 0 0,0 0 0 0 0,0 0 1 0 0,0 0-1 0 0,0 0 0 0 0,0 0 1 0 0,0 1-1 0 0,0-1 0 0 0,0 0 0 0 0,0 0 1 0 0,0 0-1 0 0,0 0 0 0 0,0 0 1 0 0,0 0-1 0 0,0 0 0 0 0,1 0 1 0 0,-1 1-1 0 0,0-1 0 0 0,0 0 1 0 0,0 0-1 0 0,0 0 0 0 0,0 0 1 0 0,0 0-1 0 0,0 0 0 0 0,0 0 1 0 0,0 0-1 0 0,1 0 0 0 0,-1 0 1 0 0,0 0-1 0 0,0 0 0 0 0,0 0 1 0 0,0 0-1 0 0,0 0 0 0 0,0 0 1 0 0,0 0-1 0 0,1 0 0 0 0,-1 0 1 0 0,0 0-1 0 0,0 0 0 0 0,0 0 1 0 0,0 0-1 0 0,0 0 0 0 0,0 0 1 0 0,0 0-1 0 0,1 0 0 0 0,-1 0 1 0 0,0 0-1 0 0,37-4 10 0 0,24-6-11 0 0,146-26 17 0 0,220-8-1 0 0,-358 45-1303 0 0,-151 10-1453 0 0,30-4 1471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42:05.78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125 173 4272 0 0,'-19'-85'590'0'0,"19"84"-512"0"0,0 1-76 0 0,0-1-1 0 0,0 1 1 0 0,0 0-1 0 0,0 0 1 0 0,0 0-1 0 0,0-1 1 0 0,0 1-1 0 0,0 0 1 0 0,0 0-1 0 0,0 0 1 0 0,0-1-1 0 0,-1 1 1 0 0,1 0-1 0 0,0 0 1 0 0,0 0-1 0 0,0 0 1 0 0,0-1-1 0 0,0 1 1 0 0,0 0-1 0 0,0 0 1 0 0,0 0-1 0 0,0 0 1 0 0,-1 0-1 0 0,1-1 1 0 0,0 1-1 0 0,0 0 1 0 0,0 0-1 0 0,0 0 1 0 0,-1 0-1 0 0,1 0 0 0 0,0 0 1 0 0,0 0-1 0 0,0 0 1 0 0,0-1-1 0 0,-1 1 1 0 0,1 0-1 0 0,0 0 1 0 0,0 0-1 0 0,0 0 1 0 0,-1 0-1 0 0,1 0 1 0 0,0 0-1 0 0,0 0 1 0 0,0 0-1 0 0,-1 0 1 0 0,1 0-1 0 0,0 0 1 0 0,0 1-1 0 0,0-1 1 0 0,0 0-1 0 0,-1 0 1 0 0,1 0-1 0 0,0 0 1 0 0,0 0-1 0 0,0 0 1 0 0,0 0-1 0 0,-1 0 1 0 0,1 1-1 0 0,0-1 1 0 0,0 0-1 0 0,0 0 1 0 0,0 0-1 0 0,0 0 0 0 0,0 0 1 0 0,-1 1-1 0 0,-5 10 4 0 0,1 1-1 0 0,-1 0 0 0 0,2 0 1 0 0,0 0-1 0 0,0 1 0 0 0,1-1 0 0 0,-2 18 1 0 0,-2 98 50 0 0,0-4 1 0 0,5-105-106 0 0,0-8 1331 0 0,-7-28-638 0 0,0-14-523 0 0,2-1 0 0 0,0 0 0 0 0,3-1-1 0 0,0 0 1 0 0,2 1 0 0 0,3-47 0 0 0,-1 50-59 0 0,1-10-13 0 0,9-64 0 0 0,-9 101-51 0 0,1 0 1 0 0,0 0-1 0 0,0 1 1 0 0,0-1-1 0 0,-1 1 0 0 0,1 0 1 0 0,1-1-1 0 0,-1 1 1 0 0,0 0-1 0 0,0 0 0 0 0,0 0 1 0 0,0 1-1 0 0,1-1 1 0 0,-1 1-1 0 0,0-1 0 0 0,1 1 1 0 0,-1-1-1 0 0,1 1 1 0 0,-1 0-1 0 0,4 1 0 0 0,23 3-2 0 0,-1 1-1 0 0,1 1 0 0 0,-2 1 1 0 0,1 2-1 0 0,-1 1 0 0 0,0 1 1 0 0,-1 2-1 0 0,0 0 0 0 0,-1 1 1 0 0,-1 2-1 0 0,43 36 0 0 0,-63-49 5 0 0,-1 0 0 0 0,1 0-1 0 0,-1 1 1 0 0,0 0 0 0 0,-1-1-1 0 0,1 1 1 0 0,0 0 0 0 0,-1 0-1 0 0,0 1 1 0 0,0-1 0 0 0,0 0-1 0 0,-1 1 1 0 0,0-1 0 0 0,1 1-1 0 0,0 7 1 0 0,-3-8 2 0 0,1 0-1 0 0,-1 0 1 0 0,0 0 0 0 0,0 0 0 0 0,0 0 0 0 0,0 0-1 0 0,-1 0 1 0 0,1 0 0 0 0,-1 0 0 0 0,0-1 0 0 0,0 1-1 0 0,0-1 1 0 0,-1 1 0 0 0,0-1 0 0 0,1 0-1 0 0,-1 0 1 0 0,-5 4 0 0 0,-15 12 6 0 0,0-2-1 0 0,-1-1 1 0 0,-1 0-1 0 0,-1-2 1 0 0,0-1-1 0 0,0-1 1 0 0,-51 15-1 0 0,-33 15 63 0 0,108-41-63 0 0,-1 0-1 0 0,0 0 1 0 0,1 0 0 0 0,-1-1 0 0 0,0 0-1 0 0,1 1 1 0 0,-1-1 0 0 0,0 0 0 0 0,0 0 0 0 0,1 0-1 0 0,-1-1 1 0 0,-3 0 0 0 0,-12-1-337 0 0,37-28-1713 0 0,-11 19 197 0 0,3 0-195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42:06.35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118 3 5176 0 0,'-38'3'-1497'0'0,"32"-1"1481"0"0,1 0 0 0 0,0 1-1 0 0,0-1 1 0 0,0 1 0 0 0,0 0 0 0 0,0 1-1 0 0,1-1 1 0 0,-1 1 0 0 0,1 0 0 0 0,0 0 0 0 0,0 0-1 0 0,0 0 1 0 0,0 1 0 0 0,1-1 0 0 0,0 1-1 0 0,0 0 1 0 0,-2 6 0 0 0,5-9 15 0 0,-1 1 1 0 0,1 0-1 0 0,0 0 1 0 0,1-1-1 0 0,-1 1 1 0 0,0 0-1 0 0,1-1 1 0 0,0 1-1 0 0,-1 0 1 0 0,1-1-1 0 0,0 1 1 0 0,1-1-1 0 0,-1 1 1 0 0,0-1-1 0 0,1 1 1 0 0,-1-1-1 0 0,1 0 1 0 0,0 0-1 0 0,-1 0 1 0 0,1 0-1 0 0,0 0 1 0 0,0 0-1 0 0,1 0 1 0 0,-1-1-1 0 0,0 1 0 0 0,4 1 1 0 0,3 3 6 0 0,-1-1 1 0 0,2 0-1 0 0,-1-1 0 0 0,0 0 1 0 0,18 5-1 0 0,-21-7 41 0 0,-1-1 1 0 0,1 0-1 0 0,0 0 1 0 0,0-1-1 0 0,0 1 1 0 0,0-1-1 0 0,0 0 1 0 0,0-1-1 0 0,0 0 1 0 0,0 0-1 0 0,0 0 0 0 0,0-1 1 0 0,0 1-1 0 0,-1-1 1 0 0,7-4-1 0 0,-8 4-14 0 0,-1 0-1 0 0,0 0 0 0 0,0-1 0 0 0,0 0 1 0 0,0 0-1 0 0,0 0 0 0 0,-1 0 1 0 0,1 0-1 0 0,-1 0 0 0 0,0 0 0 0 0,0-1 1 0 0,0 1-1 0 0,0-1 0 0 0,0 0 1 0 0,-1 0-1 0 0,0 1 0 0 0,0-1 0 0 0,0 0 1 0 0,0 0-1 0 0,-1 0 0 0 0,1 0 1 0 0,-1 0-1 0 0,0-5 0 0 0,0 6-10 0 0,0 0-1 0 0,-1 0 1 0 0,1 0 0 0 0,-1 0-1 0 0,1 0 1 0 0,-1 1-1 0 0,0-1 1 0 0,0 0 0 0 0,0 0-1 0 0,0 1 1 0 0,-1-1 0 0 0,1 0-1 0 0,-1 1 1 0 0,1-1-1 0 0,-1 1 1 0 0,0 0 0 0 0,0 0-1 0 0,0 0 1 0 0,0 0 0 0 0,-1 0-1 0 0,-3-3 1 0 0,0 2-1 0 0,0 0 0 0 0,0 0 0 0 0,0 0 0 0 0,0 1 0 0 0,-1 0 1 0 0,1 0-1 0 0,-13-1 0 0 0,17 2-13 0 0,-13 3-15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42:06.92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68 13 3556 0 0,'0'0'-44'0'0,"0"-1"58"0"0,-1 0 0 0 0,1 1-1 0 0,0-1 1 0 0,-1 0 0 0 0,1 0-1 0 0,-1 1 1 0 0,0-1 0 0 0,1 1-1 0 0,-1-1 1 0 0,1 0 0 0 0,-1 1-1 0 0,0-1 1 0 0,1 1-1 0 0,-1-1 1 0 0,0 1 0 0 0,0 0-1 0 0,1-1 1 0 0,-1 1 0 0 0,0 0-1 0 0,0-1 1 0 0,0 1 0 0 0,0 0-1 0 0,1 0 1 0 0,-2 0 0 0 0,-3 3-12 0 0,1 0 0 0 0,0 0 0 0 0,0 1 0 0 0,0 0 0 0 0,0 0 0 0 0,1 0 1 0 0,-1 0-1 0 0,1 1 0 0 0,0-1 0 0 0,1 1 0 0 0,-5 9 0 0 0,6-12-1 0 0,1 0 0 0 0,-1 0 0 0 0,1 1 0 0 0,-1-1 0 0 0,1 0 0 0 0,0 1-1 0 0,0-1 1 0 0,0 0 0 0 0,0 1 0 0 0,0-1 0 0 0,0 0 0 0 0,1 0 0 0 0,-1 1 0 0 0,1-1 0 0 0,0 0-1 0 0,-1 0 1 0 0,1 0 0 0 0,0 1 0 0 0,0-1 0 0 0,1 0 0 0 0,-1 0 0 0 0,0-1 0 0 0,1 1 0 0 0,-1 0-1 0 0,1 0 1 0 0,-1-1 0 0 0,1 1 0 0 0,0-1 0 0 0,0 1 0 0 0,0-1 0 0 0,4 2 0 0 0,4 4 33 0 0,2-2 0 0 0,-1 1 0 0 0,1-2 0 0 0,-1 0 0 0 0,1 0 0 0 0,1-1 1 0 0,-1 0-1 0 0,0-1 0 0 0,1 0 0 0 0,-1-1 0 0 0,1-1 0 0 0,-1 0 0 0 0,1-1 0 0 0,-1 0 1 0 0,1-1-1 0 0,-1 0 0 0 0,0-1 0 0 0,0 0 0 0 0,0-1 0 0 0,0 0 0 0 0,-1-1 0 0 0,1-1 0 0 0,-1 1 1 0 0,0-2-1 0 0,-1 0 0 0 0,0 0 0 0 0,19-17 0 0 0,-28 23 6 0 0,0 0 0 0 0,0-1 0 0 0,0 1 0 0 0,0 0-1 0 0,0 0 1 0 0,1 0 0 0 0,-1 0 0 0 0,1 0 0 0 0,-1 0 0 0 0,1 0 0 0 0,-1 1-1 0 0,1-1 1 0 0,-1 1 0 0 0,1-1 0 0 0,1 0 0 0 0,2 17 363 0 0,-5-13-396 0 0,0-1 0 0 0,1 1 0 0 0,-1 0 1 0 0,1-1-1 0 0,-1 1 0 0 0,1 0 1 0 0,0-1-1 0 0,0 1 0 0 0,0-1 1 0 0,0 1-1 0 0,0-1 0 0 0,0 0 1 0 0,1 1-1 0 0,-1-1 0 0 0,1 0 1 0 0,0 0-1 0 0,2 2 0 0 0,13 8-152 0 0,0-2 1 0 0,0 0-1 0 0,1-2 0 0 0,0 0 0 0 0,1 0 0 0 0,0-2 1 0 0,0 0-1 0 0,0-1 0 0 0,1-2 0 0 0,0 1 0 0 0,0-2 0 0 0,0-1 1 0 0,0-1-1 0 0,22-1 0 0 0,-17-5-1054 0 0,0-3 391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42:07.57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76 57 3612 0 0,'-15'-43'545'0'0,"14"42"-430"0"0,-1-9 144 0 0,2 10-251 0 0,-1 0 0 0 0,1 0 0 0 0,0 0-1 0 0,0 0 1 0 0,0 1 0 0 0,0-1-1 0 0,0 0 1 0 0,0 0 0 0 0,0 0 0 0 0,-1 0-1 0 0,1 0 1 0 0,0 0 0 0 0,0 0-1 0 0,0 0 1 0 0,0 0 0 0 0,0 0 0 0 0,0 0-1 0 0,-1 0 1 0 0,1 0 0 0 0,0 0-1 0 0,0 0 1 0 0,0 0 0 0 0,0 0 0 0 0,0 0-1 0 0,0 0 1 0 0,-1 0 0 0 0,1 0-1 0 0,0 0 1 0 0,0 0 0 0 0,0 0 0 0 0,0 0-1 0 0,0 0 1 0 0,0 0 0 0 0,0 0-1 0 0,-1-1 1 0 0,1 1 0 0 0,0 0 0 0 0,0 0-1 0 0,0 0 1 0 0,0 0 0 0 0,0 0-1 0 0,0 0 1 0 0,0 0 0 0 0,0 0 0 0 0,0-1-1 0 0,0 1 1 0 0,0 0 0 0 0,0 0-1 0 0,-1 0 1 0 0,1 0 0 0 0,0 0 0 0 0,0 0-1 0 0,0-1 1 0 0,0 1 0 0 0,0 0-1 0 0,0 0 1 0 0,0 0 0 0 0,0 0 0 0 0,0 0-1 0 0,0 0 1 0 0,0-1 0 0 0,0 1-1 0 0,1 0 1 0 0,-7 15-4 0 0,2 1-1 0 0,0 0 1 0 0,1-1-1 0 0,1 1 1 0 0,-1 23-1 0 0,3 90 5 0 0,1-59 16 0 0,8 214 2365 0 0,-14-287-2177 0 0,2 0-187 0 0,0 0 0 0 0,0 1 0 0 0,0-1 0 0 0,1 0 0 0 0,-1-1 1 0 0,1 1-1 0 0,-1 0 0 0 0,1-1 0 0 0,0 1 0 0 0,1-1 0 0 0,-1 0 0 0 0,0 0 0 0 0,1 1 0 0 0,0-1 0 0 0,0 0 0 0 0,0 0 0 0 0,1 0 0 0 0,-1 0 0 0 0,1 0 0 0 0,0 0 0 0 0,0-1 0 0 0,0 1 0 0 0,1 0 0 0 0,0 0 0 0 0,-1 0 0 0 0,1 0 0 0 0,0 1 0 0 0,1-1 0 0 0,-1 0 0 0 0,1 0 0 0 0,0 1 0 0 0,0-1 0 0 0,0 0 0 0 0,0 1 0 0 0,1 0 0 0 0,-1 0 0 0 0,1 0 0 0 0,0 0 0 0 0,0 0 0 0 0,0 0 0 0 0,0 1 0 0 0,0-1 0 0 0,1 1 0 0 0,-1 0 0 0 0,1 0 0 0 0,6-3 0 0 0,11-2-34 0 0,0 0 0 0 0,0 1-1 0 0,0 1 1 0 0,1 1 0 0 0,0 1-1 0 0,0 1 1 0 0,0 0 0 0 0,0 2-1 0 0,0 1 1 0 0,0 1-1 0 0,-1 0 1 0 0,1 2 0 0 0,0 0-1 0 0,-1 2 1 0 0,0 0 0 0 0,0 2-1 0 0,-1 0 1 0 0,26 14-1 0 0,-45-22 9 0 0,0 1-1 0 0,-1-1 0 0 0,1 0 0 0 0,0 1 0 0 0,0-1 0 0 0,0 1 0 0 0,-1-1 1 0 0,1 1-1 0 0,0-1 0 0 0,-1 1 0 0 0,1-1 0 0 0,0 1 0 0 0,-1 0 0 0 0,1-1 1 0 0,-1 1-1 0 0,1 0 0 0 0,-1 0 0 0 0,1 0 0 0 0,-1-1 0 0 0,1 1 0 0 0,-1 0 1 0 0,0 0-1 0 0,0 0 0 0 0,1 0 0 0 0,-1-1 0 0 0,0 1 0 0 0,0 0 0 0 0,0 0 1 0 0,0 1-1 0 0,-1-1 0 0 0,1 1 0 0 0,-1-1 1 0 0,0 0-1 0 0,0 0 0 0 0,0 0 1 0 0,0 0-1 0 0,0 0 0 0 0,-1 0 1 0 0,1 0-1 0 0,0-1 0 0 0,0 1 1 0 0,-1 0-1 0 0,1-1 0 0 0,0 1 1 0 0,-3 0-1 0 0,-57 13-9 0 0,25-9 31 0 0,0-1 0 0 0,-59-2 0 0 0,86-3-201 0 0,-1 1 0 0 0,0-2-1 0 0,1 1 1 0 0,-1-1 0 0 0,1-1 0 0 0,-1 1-1 0 0,1-2 1 0 0,0 1 0 0 0,0-1 0 0 0,1-1 0 0 0,-1 1-1 0 0,1-2 1 0 0,0 1 0 0 0,0-1 0 0 0,-7-7 0 0 0,0-7-1688 0 0,7 1-151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42:08.78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70 5084 0 0,'22'-53'-126'0'0,"-22"51"173"0"0,1-2 20 0 0,1-6 13 0 0,-3 9-120 0 0,-1 5 40 0 0,-1 0 0 0 0,1 0 0 0 0,0-1-1 0 0,0 1 1 0 0,1 1 0 0 0,-1-1-1 0 0,1 0 1 0 0,0 0 0 0 0,0 1-1 0 0,0-1 1 0 0,0 0 0 0 0,1 1-1 0 0,0-1 1 0 0,0 1 0 0 0,0-1-1 0 0,0 1 1 0 0,1-1 0 0 0,0 0-1 0 0,1 5 1 0 0,0-3 2 0 0,0 0 0 0 0,0-1 0 0 0,1 0 0 0 0,0 0 0 0 0,0 1 0 0 0,1-2 0 0 0,-1 1 0 0 0,1 0 0 0 0,0-1-1 0 0,0 0 1 0 0,0 1 0 0 0,1-2 0 0 0,0 1 0 0 0,-1 0 0 0 0,7 2 0 0 0,7 4 15 0 0,0 0 0 0 0,0-2 0 0 0,1 0 1 0 0,1-1-1 0 0,-1-1 0 0 0,1-1 0 0 0,22 4 0 0 0,-34-8-4 0 0,0-1 0 0 0,0 1 0 0 0,-1-2-1 0 0,1 1 1 0 0,0-1 0 0 0,0 0 0 0 0,-1 0 0 0 0,1-1 0 0 0,12-4-1 0 0,-15 4 4 0 0,-1-1-1 0 0,0 1 0 0 0,1-1 0 0 0,-1 0 1 0 0,0 0-1 0 0,0 0 0 0 0,-1 0 0 0 0,1-1 0 0 0,-1 1 1 0 0,0-1-1 0 0,0 0 0 0 0,0 0 0 0 0,0 0 1 0 0,-1-1-1 0 0,1 1 0 0 0,2-8 0 0 0,6-11 188 0 0,-8 18-110 0 0,0 0-1 0 0,-1 0 0 0 0,0 0 1 0 0,0-1-1 0 0,0 1 1 0 0,0-1-1 0 0,-1 1 1 0 0,1-9-1 0 0,8-9 37 0 0,-17 57-133 0 0,1 1 1 0 0,2-1 0 0 0,2 1 0 0 0,2 51 0 0 0,9 82 43 0 0,-9-166-216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42:09.68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1179 223 4604 0 0,'0'0'-278'0'0,"-17"-37"-518"0"0,5 21 805 0 0,0 1 0 0 0,-1 1 1 0 0,-1 0-1 0 0,0 1 0 0 0,0 0 1 0 0,-1 1-1 0 0,-1 1 0 0 0,0 1 1 0 0,-1 0-1 0 0,0 0 0 0 0,0 2 1 0 0,-1 0-1 0 0,0 2 0 0 0,-1 0 1 0 0,1 0-1 0 0,-1 2 0 0 0,0 0 1 0 0,-33-1-1 0 0,16 6-17 0 0,1 1-1 0 0,-1 2 1 0 0,1 2 0 0 0,0 1 0 0 0,1 1-1 0 0,0 2 1 0 0,0 2 0 0 0,-46 23-1 0 0,33-11 6 0 0,2 2-1 0 0,1 3 1 0 0,2 1 0 0 0,1 2-1 0 0,-42 43 1 0 0,63-58 0 0 0,2 2 0 0 0,1 0 0 0 0,0 2 0 0 0,1-1 1 0 0,2 2-1 0 0,-24 43 0 0 0,35-57 9 0 0,-1 1 1 0 0,1-1-1 0 0,0 1 0 0 0,1 0 1 0 0,0 0-1 0 0,0 0 1 0 0,1 0-1 0 0,0 0 0 0 0,1 0 1 0 0,0 0-1 0 0,1 0 0 0 0,-1 1 1 0 0,2-1-1 0 0,-1 0 1 0 0,1-1-1 0 0,1 1 0 0 0,-1 0 1 0 0,1 0-1 0 0,1-1 0 0 0,0 0 1 0 0,0 0-1 0 0,1 0 1 0 0,6 9-1 0 0,7 6 11 0 0,1-2-1 0 0,1 0 1 0 0,1-2-1 0 0,1 0 1 0 0,1-1 0 0 0,0-1-1 0 0,1-1 1 0 0,0-2-1 0 0,2 0 1 0 0,0-1 0 0 0,0-2-1 0 0,1-1 1 0 0,53 13-1 0 0,-35-12 38 0 0,1-3 0 0 0,1-2 0 0 0,0-2 0 0 0,0-1 0 0 0,-1-3 0 0 0,1-2 0 0 0,84-15-1 0 0,-103 12 25 0 0,0-2 0 0 0,0-2-1 0 0,-1 0 1 0 0,-1-2-1 0 0,0 0 1 0 0,0-2 0 0 0,-1-1-1 0 0,-1-1 1 0 0,0-1-1 0 0,-1-2 1 0 0,-1 0 0 0 0,-1-1-1 0 0,0-1 1 0 0,-2 0-1 0 0,0-2 1 0 0,-1-1 0 0 0,-1 0-1 0 0,-2-1 1 0 0,0 0-1 0 0,-1-2 1 0 0,-2 1 0 0 0,15-43-1 0 0,-25 58-48 0 0,0 0 0 0 0,0-1 0 0 0,-1 1 0 0 0,0 0 0 0 0,0-1 0 0 0,-1 1 0 0 0,-1 0 0 0 0,0-1 0 0 0,0 1 0 0 0,-1 0 0 0 0,-1 0 0 0 0,1 0 0 0 0,-1 0 0 0 0,-1 0 0 0 0,0 0 0 0 0,-1 1 0 0 0,1 0 0 0 0,-2 0 0 0 0,1 0 0 0 0,-1 1 1 0 0,-1 0-1 0 0,1 0 0 0 0,-1 0 0 0 0,-1 1 0 0 0,0 0 0 0 0,0 0 0 0 0,0 1 0 0 0,0 0 0 0 0,-1 1 0 0 0,-10-6 0 0 0,-9-2-44 0 0,0 1 0 0 0,0 2 1 0 0,-1 1-1 0 0,0 0 1 0 0,-1 3-1 0 0,0 0 0 0 0,0 2 1 0 0,0 1-1 0 0,0 2 0 0 0,-1 0 1 0 0,1 3-1 0 0,-1 0 1 0 0,-29 7-1 0 0,58-9-145 0 0,0 0 0 0 0,0 1 0 0 0,0-1 0 0 0,1 1-1 0 0,-1-1 1 0 0,0 1 0 0 0,0 0 0 0 0,0-1 0 0 0,1 1 0 0 0,-1 0 0 0 0,0 0 0 0 0,1 0 0 0 0,-1 0-1 0 0,1 1 1 0 0,0-1 0 0 0,-1 0 0 0 0,1 1 0 0 0,0-1 0 0 0,-1 1 0 0 0,1-1 0 0 0,-1 3 0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42:10.75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52 182 4332 0 0,'8'-174'913'0'0,"-8"173"-866"0"0,0-5 38 0 0,0 6-80 0 0,0 0 1 0 0,0 0 0 0 0,0 0-1 0 0,0 0 1 0 0,0 0 0 0 0,0 0 0 0 0,0 0-1 0 0,0 0 1 0 0,0 0 0 0 0,0 0-1 0 0,0 0 1 0 0,0 0 0 0 0,0 0-1 0 0,0 0 1 0 0,0 0 0 0 0,-1 0 0 0 0,1 0-1 0 0,0 0 1 0 0,0 0 0 0 0,0 0-1 0 0,0 0 1 0 0,0 0 0 0 0,0 0-1 0 0,0 0 1 0 0,0 0 0 0 0,0 0 0 0 0,0 0-1 0 0,0 0 1 0 0,0 0 0 0 0,-1 0-1 0 0,1 0 1 0 0,0 0 0 0 0,0 0-1 0 0,0 0 1 0 0,0 0 0 0 0,-12 29 21 0 0,2 0 0 0 0,1 1 0 0 0,1 0 0 0 0,2 1 0 0 0,1 0 0 0 0,-2 49 0 0 0,7-68-21 0 0,1-1 0 0 0,1 1 0 0 0,0-1 1 0 0,0 1-1 0 0,1-1 0 0 0,1 0 0 0 0,0 0 0 0 0,0-1 0 0 0,1 1 0 0 0,0-1 0 0 0,1 0 0 0 0,1 0 0 0 0,-1 0 0 0 0,1-1 0 0 0,1 0 0 0 0,0-1 1 0 0,0 0-1 0 0,0 0 0 0 0,1 0 0 0 0,1-1 0 0 0,-1-1 0 0 0,12 7 0 0 0,3 0 6 0 0,0 0 0 0 0,2-2-1 0 0,-1-1 1 0 0,1-1 0 0 0,0-1 0 0 0,1-1 0 0 0,0-1-1 0 0,35 2 1 0 0,-44-7-6 0 0,0 0 0 0 0,-1-2 1 0 0,1 0-1 0 0,0-1 0 0 0,0 0 0 0 0,19-7 0 0 0,-29 7 3 0 0,1 0 0 0 0,-1-1 1 0 0,0-1-1 0 0,1 1 0 0 0,-1-1 0 0 0,-1-1 0 0 0,1 1 0 0 0,-1-1 1 0 0,1-1-1 0 0,-2 1 0 0 0,1-1 0 0 0,0 0 0 0 0,10-14 1 0 0,-16 18-4 0 0,1-1 1 0 0,-1 1 0 0 0,0-1 0 0 0,0 1 0 0 0,0-1 0 0 0,0 0 0 0 0,0 1 0 0 0,0-1-1 0 0,-1 0 1 0 0,1 1 0 0 0,-1-1 0 0 0,0 0 0 0 0,0 0 0 0 0,0 1 0 0 0,0-1 0 0 0,-1-3-1 0 0,1 5-4 0 0,-1 0-1 0 0,1-1 1 0 0,-1 1-1 0 0,0 0 0 0 0,1 0 1 0 0,-1 0-1 0 0,0-1 1 0 0,0 1-1 0 0,0 0 0 0 0,0 0 1 0 0,0 0-1 0 0,0 0 0 0 0,0 0 1 0 0,0 1-1 0 0,0-1 1 0 0,0 0-1 0 0,0 0 0 0 0,0 1 1 0 0,-1-1-1 0 0,1 1 1 0 0,0-1-1 0 0,-1 1 0 0 0,1-1 1 0 0,0 1-1 0 0,-1 0 0 0 0,1 0 1 0 0,0 0-1 0 0,-1-1 1 0 0,1 1-1 0 0,0 1 0 0 0,-1-1 1 0 0,1 0-1 0 0,-1 0 0 0 0,1 0 1 0 0,-3 2-1 0 0,-8 0-9 0 0,-1 1 1 0 0,0 0-1 0 0,-18 8 0 0 0,29-10 7 0 0,-1 0-1 0 0,0 0 1 0 0,1 0-1 0 0,-1 0 1 0 0,1 0-1 0 0,0 1 1 0 0,-1-1-1 0 0,1 1 1 0 0,0 0-1 0 0,0 0 1 0 0,0 0-1 0 0,0 0 1 0 0,0 0 0 0 0,0 0-1 0 0,0 0 1 0 0,1 0-1 0 0,0 1 1 0 0,-1-1-1 0 0,1 1 1 0 0,0-1-1 0 0,0 1 1 0 0,0 0-1 0 0,0-1 1 0 0,0 5-1 0 0,1-5 3 0 0,1 1-1 0 0,0-1 1 0 0,-1 0-1 0 0,1 0 1 0 0,0 0-1 0 0,0 0 1 0 0,0 0 0 0 0,1 0-1 0 0,-1 0 1 0 0,0 0-1 0 0,1 0 1 0 0,0-1-1 0 0,-1 1 1 0 0,1 0-1 0 0,0-1 1 0 0,0 0-1 0 0,-1 1 1 0 0,1-1 0 0 0,3 1-1 0 0,40 22 22 0 0,14-2-85 0 0,0-2 1 0 0,120 23-1 0 0,-49-20-2483 0 0,-115-21 2024 0 0,9 2-686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42:12.15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395 317 4044 0 0,'4'-35'-403'0'0,"-6"30"407"0"0,0 1-1 0 0,0-1 1 0 0,0 1 0 0 0,-1-1-1 0 0,0 1 1 0 0,0 0-1 0 0,0 0 1 0 0,0 0 0 0 0,-1 0-1 0 0,0 1 1 0 0,1-1 0 0 0,-1 1-1 0 0,0 0 1 0 0,-1 0-1 0 0,1 0 1 0 0,-1 1 0 0 0,1 0-1 0 0,-1-1 1 0 0,0 2 0 0 0,1-1-1 0 0,-1 0 1 0 0,0 1-1 0 0,0 0 1 0 0,0 0 0 0 0,0 1-1 0 0,-1-1 1 0 0,1 1 0 0 0,0 0-1 0 0,0 1 1 0 0,0-1-1 0 0,-8 3 1 0 0,-2-1-9 0 0,0 2 0 0 0,1 0 0 0 0,0 0 0 0 0,0 1 0 0 0,0 1 0 0 0,0 1 0 0 0,1 0 0 0 0,0 0 0 0 0,-24 19 0 0 0,28-18 7 0 0,0 0-1 0 0,0 1 1 0 0,1 0-1 0 0,0 1 1 0 0,1-1-1 0 0,0 1 1 0 0,0 1 0 0 0,1-1-1 0 0,1 1 1 0 0,0 0-1 0 0,-5 14 1 0 0,8-19 6 0 0,1 0 0 0 0,-1 0 0 0 0,1 1 1 0 0,0-1-1 0 0,1 1 0 0 0,-1-1 0 0 0,1 1 1 0 0,1-1-1 0 0,-1 1 0 0 0,1-1 0 0 0,0 1 1 0 0,1-1-1 0 0,-1 1 0 0 0,1-1 0 0 0,1 0 0 0 0,-1 0 1 0 0,1 0-1 0 0,0 0 0 0 0,0-1 0 0 0,1 1 1 0 0,-1-1-1 0 0,7 7 0 0 0,5 2 11 0 0,0 0 1 0 0,0-1-1 0 0,2-1 0 0 0,0 0 0 0 0,0-1 1 0 0,1-1-1 0 0,0-1 0 0 0,0-1 0 0 0,1 0 1 0 0,1-1-1 0 0,36 7 0 0 0,-23-7 5 0 0,0-1 1 0 0,1-2-1 0 0,0-2 0 0 0,0-1 0 0 0,-1-1 0 0 0,49-7 1 0 0,-67 5 2 0 0,-1 0-1 0 0,1-1 1 0 0,-1-1 0 0 0,0 0 0 0 0,0-1 0 0 0,-1 0 0 0 0,1-1 0 0 0,-1-1 0 0 0,-1 0-1 0 0,1-1 1 0 0,-1 0 0 0 0,0-1 0 0 0,-1 0 0 0 0,0-1 0 0 0,-1 0 0 0 0,0 0-1 0 0,0-2 1 0 0,-1 1 0 0 0,0-1 0 0 0,-1 0 0 0 0,-1-1 0 0 0,0 0 0 0 0,-1 0 0 0 0,0 0-1 0 0,-1-1 1 0 0,4-16 0 0 0,0-12 142 0 0,-1 0 0 0 0,-3-1 1 0 0,-1 0-1 0 0,-3 0 0 0 0,-1 0 0 0 0,-2 0 0 0 0,-12-65 1 0 0,7 64 52 0 0,2 48-214 0 0,-2 2-5 0 0,1 1 0 0 0,0 0 0 0 0,1 0 0 0 0,0 0 0 0 0,0 1 0 0 0,0 0 0 0 0,1 0 0 0 0,0 0 0 0 0,1 0 0 0 0,0 1 0 0 0,0-1 0 0 0,-1 11 0 0 0,-5 24 14 0 0,-5 54 0 0 0,9-53-12 0 0,2-21 2 0 0,0 0 0 0 0,2 0-1 0 0,1 0 1 0 0,1 1 0 0 0,1-1-1 0 0,0 0 1 0 0,2 0 0 0 0,10 33 0 0 0,-11-47-3 0 0,1 0-1 0 0,0 0 1 0 0,0 0 0 0 0,1-1 0 0 0,0 1 0 0 0,0-1 0 0 0,1 0 0 0 0,0-1 0 0 0,0 1 0 0 0,1-1 0 0 0,0-1 0 0 0,0 1 0 0 0,1-1 0 0 0,-1 0 0 0 0,1-1 0 0 0,1 0 0 0 0,-1 0 0 0 0,1-1 0 0 0,0 0 0 0 0,0 0 0 0 0,0-1 0 0 0,16 3 0 0 0,-5-2 3 0 0,0 0 0 0 0,0-2 1 0 0,0 0-1 0 0,0-2 0 0 0,0 0 1 0 0,0-1-1 0 0,0-1 0 0 0,0 0 1 0 0,0-2-1 0 0,36-11 0 0 0,-42 9 20 0 0,0 0 1 0 0,0-1-1 0 0,0 0 0 0 0,-1-1 0 0 0,0-1 0 0 0,-1 0 1 0 0,0-1-1 0 0,0 0 0 0 0,-1-1 0 0 0,0 0 1 0 0,-1-1-1 0 0,0 0 0 0 0,-1 0 0 0 0,13-24 0 0 0,2-7 218 0 0,-23 42-180 0 0,-5 5-63 0 0,1 0-3 0 0,0-1 0 0 0,0 1-1 0 0,0 0 1 0 0,1 0 0 0 0,-1 0-1 0 0,1 1 1 0 0,0-1 0 0 0,0 0-1 0 0,1 1 1 0 0,-1-1 0 0 0,1 1-1 0 0,0 0 1 0 0,1-1 0 0 0,-1 1-1 0 0,1 0 1 0 0,-1 0 0 0 0,1 0-1 0 0,1-1 1 0 0,-1 1 0 0 0,3 9-1 0 0,2-2 11 0 0,0 0 0 0 0,0-1 0 0 0,1 0 0 0 0,1 0-1 0 0,0-1 1 0 0,1 1 0 0 0,0-2 0 0 0,0 1 0 0 0,1-1 0 0 0,0 0-1 0 0,1-1 1 0 0,-1 0 0 0 0,17 10 0 0 0,-4-4-174 0 0,1 0 0 0 0,0-2 0 0 0,1 0 0 0 0,0-2 0 0 0,38 11 0 0 0,-6-13-2598 0 0,-29-8 621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42:12.33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63 40 5833 0 0,'-61'-38'-400'0'0,"59"37"373"0"0,33 16-3523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42:13.42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254 408 3288 0 0,'0'0'55'0'0,"-7"1"-67"0"0,-13 6 2 0 0,0 1 1 0 0,1 1-1 0 0,0 0 0 0 0,1 1 1 0 0,-1 2-1 0 0,2-1 0 0 0,0 2 1 0 0,1 0-1 0 0,0 1 0 0 0,0 1 1 0 0,-23 30-1 0 0,38-43 11 0 0,0-1 1 0 0,0 1-1 0 0,0-1 1 0 0,0 1-1 0 0,0-1 0 0 0,0 1 1 0 0,0 0-1 0 0,1-1 0 0 0,-1 1 1 0 0,0 0-1 0 0,1 0 1 0 0,0 0-1 0 0,-1-1 0 0 0,1 1 1 0 0,0 0-1 0 0,0 0 1 0 0,0 0-1 0 0,0 0 0 0 0,0 0 1 0 0,1-1-1 0 0,-1 1 1 0 0,1 0-1 0 0,-1 0 0 0 0,1 0 1 0 0,1 2-1 0 0,0-1 3 0 0,0 0-1 0 0,1 0 1 0 0,0 0-1 0 0,-1 0 1 0 0,1 0 0 0 0,0-1-1 0 0,0 0 1 0 0,1 1-1 0 0,-1-1 1 0 0,0 0 0 0 0,7 2-1 0 0,9 4 14 0 0,0-2 0 0 0,1 0-1 0 0,30 5 1 0 0,-49-11-16 0 0,35 7 27 0 0,1-2 0 0 0,54 0 0 0 0,-76-5 31 0 0,-1-1 0 0 0,0 0-1 0 0,0-1 1 0 0,-1 0 0 0 0,1-1 0 0 0,0-1 0 0 0,-1 0 0 0 0,0-1 0 0 0,21-10 0 0 0,-28 11-31 0 0,0 0 0 0 0,-1-1 0 0 0,0 1-1 0 0,1-1 1 0 0,-2 0 0 0 0,1 0 0 0 0,-1-1 0 0 0,0 0-1 0 0,0 1 1 0 0,0-1 0 0 0,-1 0 0 0 0,0-1 0 0 0,0 1 0 0 0,0-1-1 0 0,-1 1 1 0 0,0-1 0 0 0,0 0 0 0 0,-1 1 0 0 0,0-1 0 0 0,0 0-1 0 0,-1-13 1 0 0,0-11 38 0 0,-2 0 0 0 0,-1 0 0 0 0,-12-47 0 0 0,10 50-24 0 0,-61-246 808 0 0,60 258-808 0 0,4 14-38 0 0,1-1-1 0 0,0 0 1 0 0,0 0-1 0 0,0 0 0 0 0,0 1 1 0 0,1-1-1 0 0,-1 0 1 0 0,1 0-1 0 0,0 0 1 0 0,0-4-1 0 0,0 5 11 0 0,-1 8-5 0 0,0 55-2 0 0,12 107 0 0 0,-1-50 22 0 0,-10-102-29 0 0,14 146 38 0 0,-11-143-9 0 0,0 0-1 0 0,2 0 1 0 0,0 0-1 0 0,1 0 1 0 0,1-1 0 0 0,9 18-1 0 0,-22-60 262 0 0,0 0 1 0 0,1 0-1 0 0,1 0 0 0 0,2-1 0 0 0,0 0 1 0 0,2 1-1 0 0,0-1 0 0 0,8-43 0 0 0,-6 60-284 0 0,0 0 0 0 0,0 0 0 0 0,1 0 0 0 0,1 1 0 0 0,-1-1 0 0 0,1 1-1 0 0,1 0 1 0 0,-1 0 0 0 0,1 0 0 0 0,0 0 0 0 0,1 1 0 0 0,0 0-1 0 0,10-8 1 0 0,-12 10-19 0 0,1 1 0 0 0,-1 0 0 0 0,1 0 0 0 0,0 0 0 0 0,0 1-1 0 0,1 0 1 0 0,-1 0 0 0 0,0 0 0 0 0,1 1 0 0 0,-1 0 0 0 0,1 0 0 0 0,-1 0-1 0 0,1 0 1 0 0,-1 1 0 0 0,1 0 0 0 0,0 0 0 0 0,-1 1 0 0 0,1-1 0 0 0,-1 1-1 0 0,1 1 1 0 0,5 1 0 0 0,-10-3 5 0 0,0 0 0 0 0,0 0 0 0 0,0 1 0 0 0,0-1 0 0 0,0 0 0 0 0,0 1 0 0 0,0-1 0 0 0,0 1 0 0 0,0-1 0 0 0,-1 1 0 0 0,1-1 0 0 0,0 1 0 0 0,0 0 0 0 0,0 0 0 0 0,-1-1 0 0 0,1 1 0 0 0,0 0 0 0 0,-1 0 0 0 0,1 0 0 0 0,-1 0 0 0 0,1-1 0 0 0,-1 1 0 0 0,1 0 0 0 0,-1 0 1 0 0,0 0-1 0 0,1 0 0 0 0,-1 0 0 0 0,0 2 0 0 0,0-1-2 0 0,0 1 0 0 0,-1-1 0 0 0,1 0 0 0 0,-1 0 0 0 0,0 0 1 0 0,0 1-1 0 0,0-1 0 0 0,0 0 0 0 0,0 0 0 0 0,0 0 0 0 0,0-1 1 0 0,-3 4-1 0 0,-5 5-16 0 0,0-1 0 0 0,-1 0 0 0 0,-13 10-1 0 0,23-19 24 0 0,-83 52-80 0 0,62-41 14 0 0,1 1-1 0 0,-36 28 0 0 0,54-38 49 0 0,25 15-20 0 0,110 16-20 0 0,-57-16 16 0 0,125 46 0 0 0,-190-59-7 0 0,-9-4 35 0 0,0 1 1 0 0,0-1-1 0 0,0 0 0 0 0,-1 1 1 0 0,1 0-1 0 0,0-1 0 0 0,0 1 1 0 0,-1 0-1 0 0,1 0 0 0 0,0 0 1 0 0,-1 0-1 0 0,1 0 1 0 0,-1 0-1 0 0,1 1 0 0 0,-1-1 1 0 0,1 0-1 0 0,-1 1 0 0 0,0-1 1 0 0,0 1-1 0 0,0 0 0 0 0,0-1 1 0 0,0 1-1 0 0,0 0 1 0 0,0-1-1 0 0,-1 1 0 0 0,1 0 1 0 0,0 3-1 0 0,-1-3-393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44:13.56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362 47 2424 0 0,'0'0'342'0'0,"25"-10"3005"0"0,-26 8-3308 0 0,0 0 0 0 0,1 0 0 0 0,-1 0 0 0 0,0 0 0 0 0,0 0 1 0 0,0 0-1 0 0,-1 0 0 0 0,1 0 0 0 0,0 0 0 0 0,-1 1 0 0 0,1-1 0 0 0,-1 0 1 0 0,0 1-1 0 0,1-1 0 0 0,-1 1 0 0 0,0 0 0 0 0,0 0 0 0 0,-2-2 1 0 0,2 2-21 0 0,-19 0 52 0 0,-10 6-67 0 0,22-2-7 0 0,-14 9-1 0 0,1-2 9 0 0,0 2 0 0 0,0 1 0 0 0,2 1 0 0 0,-1 0 0 0 0,2 1-1 0 0,-23 23 1 0 0,31-27 1 0 0,1 1 0 0 0,0 0-1 0 0,0 0 1 0 0,1 1-1 0 0,0 1 1 0 0,2-1-1 0 0,-1 1 1 0 0,2 0 0 0 0,0 1-1 0 0,0 0 1 0 0,-3 16-1 0 0,8-25-2 0 0,0-1-1 0 0,0 1 0 0 0,1-1 1 0 0,0 1-1 0 0,0 0 0 0 0,0-1 0 0 0,1 1 1 0 0,0 0-1 0 0,0-1 0 0 0,0 1 1 0 0,1-1-1 0 0,-1 0 0 0 0,2 1 1 0 0,-1-1-1 0 0,3 5 0 0 0,0-3 4 0 0,0 1-1 0 0,0-2 0 0 0,1 1 1 0 0,0-1-1 0 0,0 1 0 0 0,1-2 1 0 0,-1 1-1 0 0,15 8 0 0 0,3-1 7 0 0,1 0 0 0 0,0-2 0 0 0,1-1 0 0 0,0-1 0 0 0,29 6-1 0 0,-30-9 13 0 0,-1 0 1 0 0,1-2-1 0 0,0-1 0 0 0,0-1 0 0 0,28-1 0 0 0,-43-2 18 0 0,0 0 0 0 0,1 0 1 0 0,-1-1-1 0 0,0-1 0 0 0,-1 0 0 0 0,1 0 1 0 0,0-1-1 0 0,-1 0 0 0 0,0-1 1 0 0,0 0-1 0 0,0 0 0 0 0,-1-1 0 0 0,0 0 1 0 0,0 0-1 0 0,10-11 0 0 0,-3 1 23 0 0,-1-1 0 0 0,0-1 0 0 0,-1 0-1 0 0,-1 0 1 0 0,17-39 0 0 0,-22 43-33 0 0,-2 0 0 0 0,0-1 0 0 0,0 0 0 0 0,-1 0 0 0 0,-1 0 0 0 0,-1-1 0 0 0,0 1 0 0 0,-1-1 0 0 0,-1-18 0 0 0,0 28-24 0 0,-1 0 0 0 0,0 1-1 0 0,0-1 1 0 0,0 0 0 0 0,-1 1-1 0 0,0-1 1 0 0,0 1 0 0 0,0-1-1 0 0,-1 1 1 0 0,1 0 0 0 0,-1 0-1 0 0,-1 0 1 0 0,1 0 0 0 0,-1 1-1 0 0,1 0 1 0 0,-7-6-1 0 0,3 4-2 0 0,-1 1-1 0 0,0 0 0 0 0,0 0 0 0 0,0 1 0 0 0,0 0 0 0 0,-1 0 0 0 0,1 1 0 0 0,-1 0 1 0 0,-13-2-1 0 0,-12 0-1 0 0,-1 1 0 0 0,0 2 1 0 0,0 1-1 0 0,-45 6 0 0 0,44 1-85 0 0,35-6-9 0 0,-1 1-1 0 0,1-1 0 0 0,-1 0 1 0 0,1 0-1 0 0,0 1 0 0 0,-1-1 0 0 0,1 1 1 0 0,0-1-1 0 0,-1 1 0 0 0,1 0 0 0 0,0-1 1 0 0,0 1-1 0 0,0 0 0 0 0,-1 0 0 0 0,1 0 1 0 0,0 0-1 0 0,0 0 0 0 0,0 0 0 0 0,1 0 1 0 0,-1 0-1 0 0,0 0 0 0 0,-1 2 0 0 0,21 4-2762 0 0,-2-1 837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44:14.31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 54 5240 0 0,'-6'-46'543'0'0,"6"46"-533"0"0,0 0 0 0 0,0 0 0 0 0,-1 0 0 0 0,1 0 1 0 0,0-1-1 0 0,0 1 0 0 0,0 0 0 0 0,0 0 1 0 0,0 0-1 0 0,0-1 0 0 0,0 1 0 0 0,0 0 0 0 0,0 0 1 0 0,0 0-1 0 0,0-1 0 0 0,-1 1 0 0 0,1 0 1 0 0,0 0-1 0 0,0 0 0 0 0,0-1 0 0 0,1 1 0 0 0,-1 0 1 0 0,0 0-1 0 0,0 0 0 0 0,0-1 0 0 0,0 1 1 0 0,0 0-1 0 0,0 0 0 0 0,0 0 0 0 0,0-1 0 0 0,0 1 1 0 0,0 0-1 0 0,0 0 0 0 0,1 0 0 0 0,-1 0 1 0 0,0-1-1 0 0,0 1 0 0 0,0 0 0 0 0,0 0 0 0 0,1 0 1 0 0,-1 0-1 0 0,0 0 0 0 0,0 0 0 0 0,0-1 1 0 0,0 1-1 0 0,1 0 0 0 0,-1 0 0 0 0,0 0 0 0 0,0 0 1 0 0,0 0-1 0 0,1 0 0 0 0,-1 0 0 0 0,0 0 1 0 0,0 0-1 0 0,1 0 0 0 0,-1 0 0 0 0,0 0 0 0 0,0 0 1 0 0,0 0-1 0 0,1 0 0 0 0,-1 0 0 0 0,0 0 1 0 0,0 0-1 0 0,0 1 0 0 0,1-1 0 0 0,-1 0 0 0 0,0 0 1 0 0,0 0-1 0 0,0 0 0 0 0,24 16 93 0 0,26 29-154 0 0,13 9 54 0 0,3-2-1 0 0,123 74 1 0 0,36 27 37 0 0,42 72-4 0 0,-151-123 27 0 0,209 143-1 0 0,-289-212-560 0 0,-42-36 208 0 0,-1 1-160 0 0,0-1 1 0 0,1 0-1 0 0,-1-1 1 0 0,1 1-1 0 0,-8-6 1 0 0,-2-4-969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44:15.23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63 93 4240 0 0,'0'0'-170'0'0,"3"-36"434"0"0,1 12 921 0 0,-16 40-754 0 0,-15 41-320 0 0,19-30-70 0 0,1 0 0 0 0,2 1 0 0 0,0-1 0 0 0,2 1 0 0 0,0 46 0 0 0,23-114 1644 0 0,7-32-1603 0 0,-21 51-52 0 0,1 0 1 0 0,1 0-1 0 0,1 1 1 0 0,1 0-1 0 0,1 0 1 0 0,0 1-1 0 0,18-22 0 0 0,-26 39-33 0 0,0 0-1 0 0,0-1 1 0 0,0 2-1 0 0,0-1 1 0 0,0 0-1 0 0,0 0 1 0 0,0 1-1 0 0,1 0 0 0 0,-1-1 1 0 0,1 1-1 0 0,-1 1 1 0 0,1-1-1 0 0,-1 0 1 0 0,1 1-1 0 0,-1 0 0 0 0,1 0 1 0 0,-1 0-1 0 0,1 0 1 0 0,0 1-1 0 0,-1-1 1 0 0,1 1-1 0 0,5 1 1 0 0,10 4-7 0 0,-1 1 1 0 0,0 0 0 0 0,18 10-1 0 0,-11-5 7 0 0,217 88 71 0 0,-239-99-157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44:16.99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2 126 5288 0 0,'-1'-17'-315'0'0,"4"6"871"0"0,7 35-562 0 0,0 0 1 0 0,10 41-1 0 0,3 8 19 0 0,32 52 77 0 0,-51-111 1952 0 0,-13-33-1603 0 0,-15-42-330 0 0,12 9 7 0 0,3-1 0 0 0,2 0-1 0 0,3-1 1 0 0,2-58 0 0 0,2 111-119 0 0,0 0 0 0 0,1 0 0 0 0,-1 0-1 0 0,0 1 1 0 0,1-1 0 0 0,-1 0 0 0 0,1 0 0 0 0,-1 0-1 0 0,1 0 1 0 0,-1 1 0 0 0,1-1 0 0 0,-1 0 0 0 0,1 0-1 0 0,0 1 1 0 0,-1-1 0 0 0,1 0 0 0 0,0 1 0 0 0,0-1-1 0 0,-1 1 1 0 0,1-1 0 0 0,0 1 0 0 0,0-1 0 0 0,0 1-1 0 0,0 0 1 0 0,0-1 0 0 0,0 1 0 0 0,0 0 0 0 0,0 0-1 0 0,0 0 1 0 0,-1 0 0 0 0,1 0 0 0 0,0 0 0 0 0,0 0-1 0 0,0 0 1 0 0,2 0 0 0 0,36 5-42 0 0,-16 2 38 0 0,-1 1 1 0 0,-1 1-1 0 0,1 1 0 0 0,-2 1 1 0 0,1 1-1 0 0,-2 0 0 0 0,0 2 1 0 0,0 0-1 0 0,-1 1 0 0 0,-1 1 1 0 0,16 18-1 0 0,-31-31 7 0 0,1 0-1 0 0,-1 0 1 0 0,0 1 0 0 0,0-1-1 0 0,0 0 1 0 0,0 1 0 0 0,-1 0-1 0 0,1-1 1 0 0,-1 1-1 0 0,0 0 1 0 0,0 0 0 0 0,0-1-1 0 0,-1 1 1 0 0,1 0 0 0 0,-1 0-1 0 0,0 0 1 0 0,0 0 0 0 0,0 0-1 0 0,-1 0 1 0 0,0 4-1 0 0,-1-3 3 0 0,0 1-1 0 0,-1-1 1 0 0,1 0-1 0 0,-1 0 1 0 0,0 0-1 0 0,-1 0 1 0 0,1 0-1 0 0,-1-1 1 0 0,0 1-1 0 0,0-1 1 0 0,0 0-1 0 0,-6 4 1 0 0,-10 5 8 0 0,0 0 0 0 0,-1-1-1 0 0,0 0 1 0 0,-1-2 0 0 0,-33 11 0 0 0,29-13 61 0 0,-52 10 0 0 0,76-18-47 0 0,-8-1 13 0 0,9 1-39 0 0,-1 0 0 0 0,1 0 0 0 0,-1 0 0 0 0,1 0 0 0 0,-1 0 0 0 0,1 0-1 0 0,-1 0 1 0 0,1-1 0 0 0,0 1 0 0 0,-1 0 0 0 0,1-1 0 0 0,-1 0 0 0 0,1 1 0 0 0,0-1 0 0 0,-1 0 0 0 0,1 0 0 0 0,-2-1 0 0 0,3 1-173 0 0,0-1 1 0 0,0 1-1 0 0,0-1 1 0 0,0 1-1 0 0,0-1 1 0 0,1 1-1 0 0,-1-1 0 0 0,0 0 1 0 0,1 1-1 0 0,-1 0 1 0 0,1-1-1 0 0,-1 1 1 0 0,1-1-1 0 0,0 1 1 0 0,0 0-1 0 0,0-1 1 0 0,-1 1-1 0 0,1 0 0 0 0,0 0 1 0 0,1-1-1 0 0,-1 1 1 0 0,0 0-1 0 0,0 0 1 0 0,0 0-1 0 0,1 1 1 0 0,-1-1-1 0 0,0 0 1 0 0,3-1-1 0 0,7-5-1688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44:17.67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101 87 4860 0 0,'-11'-24'-436'0'0,"11"23"458"0"0,-1-1 1 0 0,1 1-1 0 0,-1-1 1 0 0,1 1-1 0 0,-1-1 0 0 0,1 1 1 0 0,-1-1-1 0 0,0 1 1 0 0,1 0-1 0 0,-1-1 1 0 0,0 1-1 0 0,0 0 1 0 0,0 0-1 0 0,0 0 1 0 0,0 0-1 0 0,-1 0 0 0 0,1 0 1 0 0,0 0-1 0 0,0 0 1 0 0,-1 0-1 0 0,1 0 1 0 0,-1 1-1 0 0,1-1 1 0 0,0 0-1 0 0,-1 1 1 0 0,1-1-1 0 0,-3 1 0 0 0,1-1 7 0 0,-26 18 12 0 0,27-16-37 0 0,0 1-1 0 0,-1 0 0 0 0,1 0 0 0 0,0 0 1 0 0,0 1-1 0 0,1-1 0 0 0,-1 0 0 0 0,0 1 0 0 0,1-1 1 0 0,0 1-1 0 0,-1-1 0 0 0,1 1 0 0 0,0 0 0 0 0,0-1 1 0 0,1 1-1 0 0,-1 0 0 0 0,0 0 0 0 0,1 0 0 0 0,0 0 1 0 0,0 0-1 0 0,0-1 0 0 0,0 1 0 0 0,0 0 1 0 0,1 6-1 0 0,0-5 5 0 0,0 1 0 0 0,0 0 1 0 0,0-1-1 0 0,0 1 0 0 0,1-1 0 0 0,0 1 0 0 0,0-1 1 0 0,0 0-1 0 0,0 0 0 0 0,1 0 0 0 0,-1 0 1 0 0,1 0-1 0 0,0 0 0 0 0,4 3 0 0 0,4 1 27 0 0,0-1 0 0 0,0-1-1 0 0,0 0 1 0 0,1-1 0 0 0,-1 0-1 0 0,1 0 1 0 0,0-1-1 0 0,1-1 1 0 0,13 2 0 0 0,-23-4-17 0 0,0-1 1 0 0,0 0-1 0 0,1 0 1 0 0,-1-1-1 0 0,0 1 1 0 0,0 0-1 0 0,0-1 1 0 0,0 0 0 0 0,0 0-1 0 0,0 0 1 0 0,0 0-1 0 0,0 0 1 0 0,0-1-1 0 0,0 1 1 0 0,0-1 0 0 0,-1 0-1 0 0,1 0 1 0 0,-1 0-1 0 0,1 0 1 0 0,-1 0-1 0 0,0 0 1 0 0,0-1 0 0 0,3-4-1 0 0,-1 3 5 0 0,-1-1 0 0 0,0 0 0 0 0,0 1 0 0 0,0-1 0 0 0,0-1 0 0 0,-1 1 0 0 0,0 0 0 0 0,0 0 0 0 0,-1-1 0 0 0,1 0 0 0 0,-1 1 0 0 0,0-7 0 0 0,-1 6-13 0 0,0-1 0 0 0,0 1 1 0 0,-1 0-1 0 0,0 0 1 0 0,-1 0-1 0 0,1-1 1 0 0,-1 1-1 0 0,0 0 1 0 0,-1 1-1 0 0,0-1 1 0 0,1 0-1 0 0,-2 1 0 0 0,1 0 1 0 0,-6-7-1 0 0,6 8-8 0 0,-1 1 0 0 0,0-1 0 0 0,0 1 0 0 0,0 0 0 0 0,0 0 0 0 0,0 1 0 0 0,-1 0 0 0 0,1-1 0 0 0,-1 1 0 0 0,0 1 0 0 0,0-1 0 0 0,1 1 0 0 0,-1-1 0 0 0,0 1 0 0 0,0 1 0 0 0,0-1 0 0 0,0 1 0 0 0,0 0 0 0 0,-1 0 0 0 0,1 0 0 0 0,-6 2 0 0 0,-7 4 128 0 0,-5 2-584 0 0,12-5-2793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44:18.91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43 324 3956 0 0,'-3'-4'104'0'0,"0"1"-1"0"0,1-1 1 0 0,0 0-1 0 0,0-1 0 0 0,0 1 1 0 0,-3-8-1 0 0,2 2 358 0 0,3 9-248 0 0,-4-8 239 0 0,4 8-440 0 0,0 1 0 0 0,0 0-1 0 0,0 0 1 0 0,0 0 0 0 0,0 0 0 0 0,0-1-1 0 0,0 1 1 0 0,0 0 0 0 0,0 0-1 0 0,0 0 1 0 0,0 0 0 0 0,0 0-1 0 0,0-1 1 0 0,0 1 0 0 0,0 0 0 0 0,0 0-1 0 0,0 0 1 0 0,0 0 0 0 0,0-1-1 0 0,0 1 1 0 0,-1 0 0 0 0,1 0-1 0 0,0 0 1 0 0,0 0 0 0 0,0 0 0 0 0,0 0-1 0 0,0-1 1 0 0,0 1 0 0 0,0 0-1 0 0,-1 0 1 0 0,1 0 0 0 0,0 0-1 0 0,0 0 1 0 0,0 0 0 0 0,0 0-1 0 0,0 0 1 0 0,-1 0 0 0 0,1 0 0 0 0,0 0-1 0 0,0 0 1 0 0,0 0 0 0 0,0 0-1 0 0,-1 0 1 0 0,1 0 0 0 0,0 0-1 0 0,0 0 1 0 0,0 0 0 0 0,0 0 0 0 0,-1 0-1 0 0,1 0 1 0 0,0 0 0 0 0,0 0-1 0 0,0 0 1 0 0,0 0 0 0 0,0 0-1 0 0,-1 0 1 0 0,1 0 0 0 0,0 0-1 0 0,0 1 1 0 0,0-1 0 0 0,0 0 0 0 0,0 0-1 0 0,-2 4 1 0 0,0 0-1 0 0,1 0 0 0 0,-1 0 0 0 0,1 0 1 0 0,1 0-1 0 0,-1 0 0 0 0,0 0 1 0 0,1 0-1 0 0,0 0 0 0 0,0 1 1 0 0,0-1-1 0 0,0 0 0 0 0,1 0 1 0 0,0 0-1 0 0,-1 0 0 0 0,1 0 0 0 0,1 0 1 0 0,-1 0-1 0 0,1 0 0 0 0,0 0 1 0 0,-1 0-1 0 0,5 4 0 0 0,-1-1 0 0 0,1-1-1 0 0,-1 0 1 0 0,1 0-1 0 0,1 0 1 0 0,-1-1-1 0 0,1 0 1 0 0,0 0-1 0 0,0 0 1 0 0,0-1-1 0 0,15 6 1 0 0,-8-4 3 0 0,0-1 0 0 0,0 0 0 0 0,0-1 0 0 0,0-1 0 0 0,1 0 0 0 0,-1-1 0 0 0,1 0 0 0 0,0-1 0 0 0,-1-1 1 0 0,26-3-1 0 0,-30 2-3 0 0,-1-2 0 0 0,1 1 0 0 0,-1-1 0 0 0,0 0 0 0 0,0-1 0 0 0,0 0 1 0 0,-1-1-1 0 0,1 1 0 0 0,-1-2 0 0 0,0 1 0 0 0,0-1 0 0 0,-1 0 0 0 0,0-1 0 0 0,0 0 1 0 0,0 0-1 0 0,-1 0 0 0 0,6-10 0 0 0,-8 11 11 0 0,-1 1 1 0 0,1-1-1 0 0,-1 0 0 0 0,-1-1 0 0 0,1 1 1 0 0,-1 0-1 0 0,0-1 0 0 0,1-7 1 0 0,-2 12-19 0 0,-2 0 10 0 0,-3-6 2 0 0,3 6-18 0 0,-1 6-24 0 0,1-3 26 0 0,0 1 0 0 0,0 0 0 0 0,0 0 0 0 0,0-1 1 0 0,0 1-1 0 0,0 0 0 0 0,0 0 0 0 0,0 0 0 0 0,1 0 1 0 0,-1 0-1 0 0,1 0 0 0 0,0 0 0 0 0,0 0 0 0 0,-1 0 0 0 0,1 0 1 0 0,0 0-1 0 0,1 0 0 0 0,-1 0 0 0 0,0 0 0 0 0,1 0 1 0 0,-1 0-1 0 0,1 0 0 0 0,-1 0 0 0 0,1 0 0 0 0,0 0 1 0 0,0 0-1 0 0,0-1 0 0 0,0 1 0 0 0,0 0 0 0 0,0-1 0 0 0,0 1 1 0 0,1 0-1 0 0,-1-1 0 0 0,1 0 0 0 0,2 3 0 0 0,1 0 3 0 0,6 7 6 0 0,2-2 0 0 0,-1 1 0 0 0,1-2 0 0 0,0 0 1 0 0,1 0-1 0 0,0-1 0 0 0,0-1 0 0 0,0 0 0 0 0,1-1 0 0 0,0-1 0 0 0,0 0 0 0 0,0-1 0 0 0,29 2 0 0 0,-41-5-4 0 0,-1 0 0 0 0,1 0 0 0 0,0 0 0 0 0,0-1 0 0 0,-1 1 0 0 0,1-1 0 0 0,0 0 0 0 0,-1 1 0 0 0,1-1 0 0 0,-1 0 0 0 0,1-1 0 0 0,-1 1 0 0 0,1 0 0 0 0,-1-1 0 0 0,0 1 0 0 0,0-1 0 0 0,0 0 0 0 0,0 0 0 0 0,0 0 0 0 0,0 0 0 0 0,0 0 0 0 0,-1 0 0 0 0,1 0 0 0 0,-1-1 0 0 0,1 1 0 0 0,-1-1 0 0 0,0 1 0 0 0,0-1 0 0 0,0 1-1 0 0,0-1 1 0 0,-1 1 0 0 0,1-1 0 0 0,-1 0 0 0 0,1 0 0 0 0,-1 1 0 0 0,0-1 0 0 0,0 0 0 0 0,-1-4 0 0 0,0-12 12 0 0,-1-1-1 0 0,0 1 0 0 0,-2 0 1 0 0,-7-23-1 0 0,7 27-2 0 0,-23-80 8 0 0,-9-38 116 0 0,35 128-154 0 0,1 5 13 0 0,-1-1 1 0 0,1 1-1 0 0,0-1 0 0 0,0 1 0 0 0,0-1 0 0 0,-1 1 0 0 0,1-1 0 0 0,0 1 0 0 0,-1-1 0 0 0,1 1 0 0 0,0-1 0 0 0,-1 1 0 0 0,1-1 0 0 0,0 1 1 0 0,-1 0-1 0 0,1-1 0 0 0,-1 1 0 0 0,1 0 0 0 0,-1-1 0 0 0,1 1 0 0 0,-1 0 0 0 0,1 0 0 0 0,-1-1 0 0 0,1 1 0 0 0,-1 0 0 0 0,1 0 0 0 0,-1 0 1 0 0,0 0-1 0 0,1 0 0 0 0,-1 0 0 0 0,0 0 0 0 0,-9 15-17 0 0,2 32-6 0 0,7 10 27 0 0,8 165 41 0 0,-7-216-41 0 0,2 13 42 0 0,0 1 0 0 0,2 0 0 0 0,6 23 1324 0 0,-10-48-1273 0 0,-1 2-80 0 0,1-1 0 0 0,0 1 0 0 0,0-1 0 0 0,0 1-1 0 0,0-1 1 0 0,0 1 0 0 0,1-1 0 0 0,-1 1 0 0 0,1-1 0 0 0,0 1-1 0 0,0-1 1 0 0,1 1 0 0 0,-1 0 0 0 0,1 0 0 0 0,-1-1 0 0 0,1 1-1 0 0,0 1 1 0 0,0-1 0 0 0,0 0 0 0 0,1 0 0 0 0,-1 1 0 0 0,1-1-1 0 0,3-2 1 0 0,1 1-16 0 0,0-1 0 0 0,1 1-1 0 0,0 1 1 0 0,0-1 0 0 0,0 1-1 0 0,1 1 1 0 0,-1 0 0 0 0,1 0-1 0 0,-1 0 1 0 0,1 1 0 0 0,-1 1-1 0 0,1-1 1 0 0,0 1 0 0 0,-1 1-1 0 0,1-1 1 0 0,0 2 0 0 0,-1-1-1 0 0,11 4 1 0 0,14 5-28 0 0,-1 1 1 0 0,0 2-1 0 0,36 20 0 0 0,-61-29 22 0 0,-3-3 1 0 0,-3-1 6 0 0,1 0 0 0 0,-1 0 0 0 0,0 0 0 0 0,0 1-1 0 0,0-1 1 0 0,0 0 0 0 0,0 1 0 0 0,0-1 0 0 0,0 1 0 0 0,0 0 0 0 0,0-1 0 0 0,0 1 0 0 0,0 0 0 0 0,0-1 0 0 0,-1 1 0 0 0,1 0 0 0 0,0 0 0 0 0,0 0 0 0 0,-1-1 0 0 0,1 1 0 0 0,0 0 0 0 0,-1 0 0 0 0,1 0 0 0 0,0 2 0 0 0,-1-3 1 0 0,0 1 0 0 0,0-1 1 0 0,0 1-1 0 0,0-1 0 0 0,1 1 0 0 0,-1-1 0 0 0,0 1 0 0 0,0-1 0 0 0,0 1 0 0 0,0-1 0 0 0,0 1 1 0 0,0-1-1 0 0,0 1 0 0 0,0-1 0 0 0,-1 1 0 0 0,1-1 0 0 0,0 0 0 0 0,0 1 0 0 0,0-1 0 0 0,0 1 1 0 0,-1-1-1 0 0,1 1 0 0 0,0-1 0 0 0,0 1 0 0 0,-1-1 0 0 0,1 0 0 0 0,0 1 0 0 0,-1-1 0 0 0,1 0 1 0 0,0 1-1 0 0,-1-1 0 0 0,1 0 0 0 0,-1 1 0 0 0,1-1 0 0 0,-1 0 0 0 0,0 1 0 0 0,-14 4 0 0 0,14-5 1 0 0,-56 10-16 0 0,0-3 0 0 0,0-3-1 0 0,-69-2 1 0 0,121-2 5 0 0,4 0-15 0 0,1 0 1 0 0,0 0 0 0 0,-1 0 0 0 0,1 0-1 0 0,0 0 1 0 0,-1 0 0 0 0,1 0 0 0 0,0 0-1 0 0,-1 0 1 0 0,1 0 0 0 0,0 0 0 0 0,-1 0-1 0 0,1 0 1 0 0,0 0 0 0 0,0 0 0 0 0,-1 0-1 0 0,1 0 1 0 0,0-1 0 0 0,-1 1 0 0 0,1 0 0 0 0,0 0-1 0 0,0 0 1 0 0,-1-1 0 0 0,1 1 0 0 0,0 0-1 0 0,0 0 1 0 0,-1 0 0 0 0,1-1 0 0 0,0 1-1 0 0,0 0 1 0 0,0 0 0 0 0,0-1 0 0 0,-1 1-1 0 0,1 0 1 0 0,0-1 0 0 0,0 1 0 0 0,0 0-1 0 0,0-1 1 0 0,0 1 0 0 0,0 0 0 0 0,0-1-1 0 0,0 1 1 0 0,0 0 0 0 0,0 0 0 0 0,0-1 0 0 0,0 1-1 0 0,0 0 1 0 0,0-1 0 0 0,0 1 0 0 0,0 0-1 0 0,0-1 1 0 0,0 1 0 0 0,8-13-973 0 0,-8 12 1010 0 0,18-19-3347 0 0,-5 12 1185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44:19.45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0 147 5589 0 0,'30'-128'536'0'0,"-27"119"-340"0"0,-3 8-128 0 0,2-6 7 0 0,-1 5-44 0 0,-2 6 175 0 0,-2 11-197 0 0,1 0 0 0 0,1 0-1 0 0,1 0 1 0 0,0 1 0 0 0,0-1-1 0 0,2 0 1 0 0,0 0 0 0 0,0 0-1 0 0,2 0 1 0 0,-1 0 0 0 0,2-1-1 0 0,0 0 1 0 0,1 0 0 0 0,1 0-1 0 0,0 0 1 0 0,0-1 0 0 0,1 0-1 0 0,14 16 1 0 0,-5-12 0 0 0,1-1 0 0 0,0 0 0 0 0,1-1 0 0 0,0-2 0 0 0,1 1 0 0 0,1-2 0 0 0,0-1 0 0 0,1-1 0 0 0,34 12 0 0 0,-21-11 12 0 0,0-1-1 0 0,0-2 1 0 0,1-2 0 0 0,0-1-1 0 0,58 1 1 0 0,-87-6-1 0 0,1 0-1 0 0,0 0 1 0 0,0-1-1 0 0,0 0 1 0 0,-1-1-1 0 0,1 1 1 0 0,0-1-1 0 0,-1-1 1 0 0,0 1-1 0 0,1-2 1 0 0,-1 1-1 0 0,0-1 1 0 0,-1 0-1 0 0,1 0 1 0 0,-1 0-1 0 0,1-1 1 0 0,-1 0-1 0 0,-1-1 1 0 0,1 1-1 0 0,6-10 1 0 0,-11 14-11 0 0,0-1 1 0 0,-1 0-1 0 0,1 1 0 0 0,0-1 1 0 0,-1 0-1 0 0,0 0 0 0 0,1 0 1 0 0,-1 0-1 0 0,0 0 0 0 0,0 1 0 0 0,0-1 1 0 0,0 0-1 0 0,0 0 0 0 0,0 0 1 0 0,-1 0-1 0 0,1 0 0 0 0,-1 1 1 0 0,1-1-1 0 0,-1 0 0 0 0,0 0 1 0 0,0 1-1 0 0,1-1 0 0 0,-1 0 1 0 0,0 1-1 0 0,0-1 0 0 0,-1 1 1 0 0,1-1-1 0 0,0 1 0 0 0,0 0 0 0 0,-1 0 1 0 0,1-1-1 0 0,-1 1 0 0 0,-2-1 1 0 0,1-1-2 0 0,-1 1 0 0 0,1-1 0 0 0,-1 1 0 0 0,0 0 0 0 0,0 1 0 0 0,1-1 0 0 0,-1 1 0 0 0,0-1 0 0 0,-1 1 1 0 0,1 0-1 0 0,0 1 0 0 0,0-1 0 0 0,0 1 0 0 0,0-1 0 0 0,-7 2 0 0 0,10-1-7 0 0,-52 14 5 0 0,51-13-6 0 0,0-1 0 0 0,0 1 0 0 0,0 0 0 0 0,0 0 0 0 0,0 0 0 0 0,0 0 0 0 0,0 0 0 0 0,0 1 1 0 0,1-1-1 0 0,-1 0 0 0 0,0 1 0 0 0,1-1 0 0 0,0 1 0 0 0,-1 0 0 0 0,1 0 0 0 0,0-1 0 0 0,0 1 0 0 0,0 0 0 0 0,0 0 0 0 0,0 0 0 0 0,0 0 0 0 0,0 0 1 0 0,1 0-1 0 0,-1 0 0 0 0,0 4 0 0 0,2-4 2 0 0,-1 1 0 0 0,1-1 0 0 0,0 1 0 0 0,0-1 0 0 0,0 1 0 0 0,0-1 0 0 0,0 0 0 0 0,0 1 0 0 0,1-1 0 0 0,-1 0 1 0 0,1 0-1 0 0,-1 0 0 0 0,1 0 0 0 0,0 0 0 0 0,0-1 0 0 0,4 4 0 0 0,37 23 39 0 0,8-6-450 0 0,1-3 0 0 0,98 24 0 0 0,-51-16-2420 0 0,-51-12 720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44:21.15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419 314 5080 0 0,'0'-31'-725'0'0,"1"25"701"0"0,0 0-1 0 0,-1 0 0 0 0,1 0 1 0 0,-2 0-1 0 0,1 0 1 0 0,-1 0-1 0 0,1 0 1 0 0,-2 0-1 0 0,1 1 0 0 0,-1-1 1 0 0,1 0-1 0 0,-2 1 1 0 0,1-1-1 0 0,-1 1 1 0 0,1 0-1 0 0,-2-1 0 0 0,1 1 1 0 0,0 1-1 0 0,-6-6 1 0 0,6 6 23 0 0,-1 2 1 0 0,0-1-1 0 0,0 0 0 0 0,0 1 1 0 0,0-1-1 0 0,0 1 1 0 0,0 0-1 0 0,-1 1 0 0 0,1-1 1 0 0,-1 1-1 0 0,1 0 1 0 0,-1 0-1 0 0,0 0 0 0 0,1 0 1 0 0,-1 1-1 0 0,0 0 1 0 0,1 0-1 0 0,-1 0 0 0 0,0 1 1 0 0,1 0-1 0 0,-1 0 1 0 0,0 0-1 0 0,1 0 1 0 0,-8 3-1 0 0,-3 2 6 0 0,-1 0 1 0 0,1 1-1 0 0,0 1 1 0 0,1 0-1 0 0,-24 19 1 0 0,22-14-2 0 0,0 0-1 0 0,1 1 1 0 0,1 1 0 0 0,1 0 0 0 0,0 1 0 0 0,0 1 0 0 0,2 0 0 0 0,-16 29 0 0 0,25-40 9 0 0,-1-1 1 0 0,1 0 0 0 0,0 1-1 0 0,0 0 1 0 0,0-1-1 0 0,1 1 1 0 0,0 0-1 0 0,0 0 1 0 0,1 0 0 0 0,-1 0-1 0 0,1 0 1 0 0,0-1-1 0 0,1 1 1 0 0,0 0-1 0 0,0 0 1 0 0,0 0 0 0 0,0 0-1 0 0,1-1 1 0 0,0 1-1 0 0,0-1 1 0 0,1 1-1 0 0,-1-1 1 0 0,1 0 0 0 0,1 0-1 0 0,-1 0 1 0 0,0 0-1 0 0,1-1 1 0 0,0 1 0 0 0,0-1-1 0 0,1 0 1 0 0,-1 0-1 0 0,1-1 1 0 0,9 7-1 0 0,3 0 31 0 0,1-1-1 0 0,0 0 0 0 0,1-2 0 0 0,-1 0 0 0 0,1 0 0 0 0,1-2 0 0 0,-1-1 1 0 0,1 0-1 0 0,0-1 0 0 0,32 0 0 0 0,-29-3-6 0 0,1-1 0 0 0,0-1 0 0 0,0-1-1 0 0,0-1 1 0 0,-1 0 0 0 0,1-2 0 0 0,-2-1 0 0 0,36-16-1 0 0,-46 17-23 0 0,0-1 1 0 0,0 0-1 0 0,-1-1 0 0 0,0 0 0 0 0,-1-1 0 0 0,0 0 0 0 0,0-1 0 0 0,-1 0 0 0 0,0-1 0 0 0,0 0 0 0 0,-1 0 0 0 0,-1 0 0 0 0,0-1 0 0 0,-1 0 0 0 0,0-1 0 0 0,-1 1 0 0 0,0-1 0 0 0,5-22 0 0 0,-6 13 51 0 0,0 0 0 0 0,-1 0 0 0 0,-2-1 0 0 0,0 1 0 0 0,-1 0 0 0 0,-2-1 0 0 0,0 1 0 0 0,-1 0 0 0 0,-1 0 0 0 0,-12-36 0 0 0,7 36 49 0 0,6 15-101 0 0,0 0-1 0 0,1 0 0 0 0,0 0 0 0 0,0 0 0 0 0,0-1 1 0 0,0-9-1 0 0,-12 65 1 0 0,-1 56-10 0 0,8-69 2 0 0,2 1 1 0 0,1 0-1 0 0,2 60 0 0 0,3-85 0 0 0,0 0-1 0 0,1-1 0 0 0,0 1 0 0 0,1-1 1 0 0,0 1-1 0 0,0-1 0 0 0,1 0 0 0 0,1 0 1 0 0,0 0-1 0 0,0-1 0 0 0,1 0 0 0 0,0 0 1 0 0,0 0-1 0 0,1 0 0 0 0,0-1 0 0 0,14 12 1 0 0,-8-10 5 0 0,-1 0 1 0 0,2-2-1 0 0,-1 1 1 0 0,1-1-1 0 0,0-1 1 0 0,1-1 0 0 0,0 0-1 0 0,0 0 1 0 0,0-2-1 0 0,0 0 1 0 0,1 0-1 0 0,22 1 1 0 0,-29-5 21 0 0,1 1 0 0 0,0-2 0 0 0,-1 1 0 0 0,1-1 1 0 0,0-1-1 0 0,-1 1 0 0 0,0-2 0 0 0,1 1 0 0 0,-1-1 0 0 0,0-1 0 0 0,0 0 0 0 0,0 0 0 0 0,-1 0 1 0 0,1-1-1 0 0,-1-1 0 0 0,0 1 0 0 0,-1-1 0 0 0,0-1 0 0 0,1 1 0 0 0,-2-1 0 0 0,11-13 0 0 0,-16 17-7 0 0,1 0 0 0 0,0 0 0 0 0,-1 0 0 0 0,0 0 0 0 0,0-1 0 0 0,0 1 0 0 0,0 0 0 0 0,0-1 0 0 0,-1 1 0 0 0,1 0 0 0 0,-1-1 0 0 0,0 1 0 0 0,0-1 0 0 0,0 1 0 0 0,-1 0 0 0 0,1-1 0 0 0,-1 1 0 0 0,1-1 0 0 0,-1 1 0 0 0,-1 0 0 0 0,1 0 0 0 0,0 0 0 0 0,-1-1 0 0 0,1 1 0 0 0,-1 1 0 0 0,-4-7 0 0 0,4 8-7 0 0,1 0-17 0 0,0 1-1 0 0,-1 0 1 0 0,1 0-1 0 0,0 0 1 0 0,-1-1 0 0 0,1 1-1 0 0,0 1 1 0 0,-1-1-1 0 0,1 0 1 0 0,-1 0 0 0 0,1 0-1 0 0,0 1 1 0 0,0-1-1 0 0,-1 1 1 0 0,1-1 0 0 0,0 1-1 0 0,0-1 1 0 0,-1 1-1 0 0,1 0 1 0 0,0-1 0 0 0,0 1-1 0 0,0 0 1 0 0,0 0-1 0 0,0 0 1 0 0,0 0 0 0 0,0 0-1 0 0,-1 2 1 0 0,1 0-1 0 0,0 0-1 0 0,0-1 1 0 0,1 1 0 0 0,-1 0 0 0 0,1 0 0 0 0,0 0-1 0 0,0-1 1 0 0,0 1 0 0 0,0 0 0 0 0,0 0 0 0 0,0 0-1 0 0,2 4 1 0 0,1 4 2 0 0,0-1-1 0 0,0 1 1 0 0,1-1-1 0 0,1 0 1 0 0,-1 0-1 0 0,9 12 1 0 0,7 3 41 0 0,37 38-1 0 0,-47-53-171 0 0,0-1-1 0 0,0-1 1 0 0,1 1-1 0 0,0-2 1 0 0,1 1-1 0 0,19 8 1 0 0,-11-11-3517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44:21.32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38 33 5068 0 0,'-32'-26'338'0'0,"31"25"-173"0"0,-3-5-51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44:22.30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187 285 3892 0 0,'-45'14'141'0'0,"37"-13"-123"0"0,1 1-1 0 0,0 0 0 0 0,0 0 0 0 0,0 0 0 0 0,0 1 0 0 0,1 1 0 0 0,-1-1 0 0 0,-7 6 0 0 0,7-4-5 0 0,1 0-1 0 0,0 0 1 0 0,1 1-1 0 0,-1 0 1 0 0,1 0 0 0 0,0 0-1 0 0,0 0 1 0 0,1 1-1 0 0,0 0 1 0 0,0-1 0 0 0,1 2-1 0 0,0-1 1 0 0,-4 14 0 0 0,6-17-7 0 0,1 1 0 0 0,-1-1 0 0 0,1 0 0 0 0,0 1 0 0 0,1-1 0 0 0,-1 0 0 0 0,1 0 0 0 0,0 1 0 0 0,0-1 0 0 0,0 0 0 0 0,1 0 0 0 0,-1 0 0 0 0,1 0 1 0 0,0 0-1 0 0,0-1 0 0 0,0 1 0 0 0,1 0 0 0 0,-1-1 0 0 0,1 1 0 0 0,0-1 0 0 0,0 0 0 0 0,0 0 0 0 0,0 0 0 0 0,0-1 0 0 0,1 1 0 0 0,7 3 0 0 0,4 4 44 0 0,1-2-1 0 0,0 0 1 0 0,0 0-1 0 0,1-2 0 0 0,0 0 1 0 0,0-1-1 0 0,1 0 0 0 0,0-2 1 0 0,-1 0-1 0 0,1-1 1 0 0,0-1-1 0 0,0 0 0 0 0,25-3 1 0 0,-37 1-8 0 0,0-1 1 0 0,0 1-1 0 0,-1-1 0 0 0,1 0 1 0 0,0 0-1 0 0,-1-1 1 0 0,0 1-1 0 0,1-1 0 0 0,-1 0 1 0 0,0-1-1 0 0,0 1 0 0 0,-1-1 1 0 0,1 0-1 0 0,-1-1 1 0 0,0 1-1 0 0,7-9 0 0 0,-6 4-8 0 0,-1 1 1 0 0,0-1-1 0 0,0 1 0 0 0,0-1 0 0 0,-1 0 0 0 0,-1-1 0 0 0,0 1 0 0 0,0 0 0 0 0,1-17 0 0 0,-2-11 21 0 0,-2 0 0 0 0,-2 0 0 0 0,-1 0-1 0 0,-12-43 1 0 0,16 78-50 0 0,-12-49 178 0 0,-30-81-1 0 0,42 131-180 0 0,0 1-1 0 0,0-1 1 0 0,-1 0 0 0 0,1 0 0 0 0,0 0-1 0 0,0 0 1 0 0,-1 0 0 0 0,1 0 0 0 0,-1 0-1 0 0,1 1 1 0 0,-1-1 0 0 0,1 0-1 0 0,-1 0 1 0 0,0 1 0 0 0,1-1 0 0 0,-1 0-1 0 0,0 1 1 0 0,1-1 0 0 0,-1 1 0 0 0,0-1-1 0 0,0 1 1 0 0,0-1 0 0 0,1 1 0 0 0,-1-1-1 0 0,0 1 1 0 0,-1-1 0 0 0,1 2-1 0 0,0-1 1 0 0,0 1-1 0 0,0-1 0 0 0,0 1 1 0 0,0-1-1 0 0,0 1 1 0 0,0-1-1 0 0,0 1 0 0 0,0 0 1 0 0,1 0-1 0 0,-1-1 1 0 0,0 1-1 0 0,0 0 0 0 0,1 0 1 0 0,-1 0-1 0 0,1 0 1 0 0,-1 0-1 0 0,0 1 0 0 0,-2 5 3 0 0,0 0 0 0 0,0 0-1 0 0,0 0 1 0 0,1 1 0 0 0,-2 12-1 0 0,2 17 1 0 0,2 1 0 0 0,2-1 0 0 0,1 1 0 0 0,10 49 0 0 0,45 146 16 0 0,-55-222-19 0 0,8 45 1502 0 0,-27-80-1269 0 0,13 19-204 0 0,1-1 0 0 0,0 1 0 0 0,0-1 0 0 0,0 0 0 0 0,1 1 0 0 0,0-1 1 0 0,0 0-1 0 0,0 0 0 0 0,1 0 0 0 0,0 0 0 0 0,0 0 0 0 0,0 1 0 0 0,1-1 0 0 0,0 0 0 0 0,0 0 0 0 0,4-10 0 0 0,-2 6-17 0 0,1 1-1 0 0,-1 0 0 0 0,2 0 1 0 0,-1 0-1 0 0,1 1 1 0 0,1-1-1 0 0,0 1 0 0 0,12-13 1 0 0,-10 13-16 0 0,1 1 1 0 0,0 1-1 0 0,0 0 1 0 0,1 0-1 0 0,-1 1 1 0 0,1 0-1 0 0,1 1 1 0 0,-1 0-1 0 0,0 0 1 0 0,21-3-1 0 0,-24 5-15 0 0,0 1 1 0 0,1 0-1 0 0,-1 0 1 0 0,1 1-1 0 0,-1 0 0 0 0,1 0 1 0 0,0 1-1 0 0,-1 0 0 0 0,1 0 1 0 0,-1 1-1 0 0,0-1 1 0 0,0 2-1 0 0,1-1 0 0 0,-1 1 1 0 0,-1 0-1 0 0,13 8 0 0 0,-19-11 16 0 0,1 0 0 0 0,-1 0-1 0 0,0 1 1 0 0,1-1 0 0 0,-1 0-1 0 0,1 1 1 0 0,-1-1-1 0 0,0 1 1 0 0,1-1 0 0 0,-1 1-1 0 0,0-1 1 0 0,0 0-1 0 0,1 1 1 0 0,-1-1 0 0 0,0 1-1 0 0,0-1 1 0 0,0 1-1 0 0,0-1 1 0 0,0 1 0 0 0,1 0-1 0 0,-1-1 1 0 0,0 1-1 0 0,0-1 1 0 0,0 1 0 0 0,0-1-1 0 0,0 1 1 0 0,-1-1 0 0 0,1 1-1 0 0,0-1 1 0 0,0 1-1 0 0,0-1 1 0 0,0 1 0 0 0,-1-1-1 0 0,1 1 1 0 0,-1 0-1 0 0,-18 18-53 0 0,-28 5-4 0 0,-76 19-17 0 0,-22 10-114 0 0,144-53 191 0 0,1 0 1 0 0,0 0-1 0 0,0 0 1 0 0,0 0-1 0 0,-1 0 1 0 0,1 0-1 0 0,0 0 1 0 0,0 0-1 0 0,0 0 1 0 0,-1 0-1 0 0,1 1 1 0 0,0-1 0 0 0,0 0-1 0 0,0 0 1 0 0,-1 0-1 0 0,1 0 1 0 0,0 0-1 0 0,0 1 1 0 0,0-1-1 0 0,0 0 1 0 0,0 0-1 0 0,-1 0 1 0 0,1 0-1 0 0,0 1 1 0 0,0-1-1 0 0,0 0 1 0 0,0 0-1 0 0,0 0 1 0 0,0 1-1 0 0,0-1 1 0 0,0 0-1 0 0,0 0 1 0 0,0 0-1 0 0,0 1 1 0 0,0-1-1 0 0,0 0 1 0 0,0 0-1 0 0,0 1 1 0 0,0-1-1 0 0,0 0 1 0 0,0 0 0 0 0,0 0-1 0 0,0 1 1 0 0,0-1-1 0 0,0 0 1 0 0,0 0-1 0 0,0 0 1 0 0,0 1-1 0 0,1-1 1 0 0,-1 0-1 0 0,0 0 1 0 0,0 0-1 0 0,0 0 1 0 0,0 1-1 0 0,0-1 1 0 0,1 0-1 0 0,-1 0 1 0 0,0 0-1 0 0,0 0 1 0 0,0 0-1 0 0,1 0 1 0 0,-1 1-1 0 0,0-1 1 0 0,0 0-1 0 0,0 0 1 0 0,1 0-1 0 0,-1 0 1 0 0,14 5-9 0 0,-14-4 9 0 0,58 16-24 0 0,85 13 0 0 0,-14-3 4 0 0,-88-17 16 0 0,-16-5-5 0 0,0 1 1 0 0,0 1-1 0 0,0 1 1 0 0,28 15-1 0 0,-52-23-7 0 0,-1 0 0 0 0,1 0 0 0 0,-1 0 0 0 0,1 1 0 0 0,-1-1 0 0 0,0 0-1 0 0,1 0 1 0 0,-1 1 0 0 0,1-1 0 0 0,-1 0 0 0 0,0 1 0 0 0,1-1 0 0 0,-1 0 0 0 0,0 1 0 0 0,1-1 0 0 0,-1 0 0 0 0,0 1-1 0 0,0-1 1 0 0,1 1 0 0 0,-1-1 0 0 0,0 0 0 0 0,0 1 0 0 0,0-1 0 0 0,1 1 0 0 0,-1-1 0 0 0,0 1 0 0 0,0-1 0 0 0,0 1-1 0 0,0-1 1 0 0,0 1 0 0 0,0-1 0 0 0,0 1 0 0 0,0-1 0 0 0,0 1 0 0 0,0-1 0 0 0,0 1 0 0 0,-1-1 0 0 0,1 0 0 0 0,0 1 0 0 0,0-1-1 0 0,0 1 1 0 0,-1-1 0 0 0,1 1 0 0 0,0-1 0 0 0,0 0 0 0 0,-1 1 0 0 0,1-1 0 0 0,0 1 0 0 0,-1-1 0 0 0,1 0 0 0 0,0 0-1 0 0,-1 1 1 0 0,0-1 0 0 0,-27 15-3323 0 0,12-10 1183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44:23.07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30 142 5320 0 0,'-2'0'9'0'0,"1"-1"-1"0"0,-1 1 0 0 0,1-1 0 0 0,-1 1 0 0 0,1-1 0 0 0,0 0 0 0 0,-1 0 0 0 0,1 1 0 0 0,0-1 0 0 0,-1 0 1 0 0,1 0-1 0 0,0 0 0 0 0,0-1 0 0 0,0 1 0 0 0,0 0 0 0 0,0 0 0 0 0,0 0 0 0 0,0-1 0 0 0,0 1 0 0 0,0-1 0 0 0,1 1 1 0 0,-1 0-1 0 0,0-1 0 0 0,1 1 0 0 0,0-1 0 0 0,-1 0 0 0 0,1 1 0 0 0,0-1 0 0 0,0 1 0 0 0,-1-1 0 0 0,2-2 0 0 0,5-61 1267 0 0,-2 35-378 0 0,-3 22-316 0 0,0 10-241 0 0,5 21-156 0 0,5 37-179 0 0,24 231 210 0 0,-34-268 56 0 0,-1-1-2859 0 0,24-44-2315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44:23.69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21 104 6009 0 0,'-13'-3'-539'0'0,"13"3"524"0"0,-1 0 1 0 0,1 0 0 0 0,0 0 0 0 0,0 1 0 0 0,0-1 0 0 0,-1 0 0 0 0,1 0 0 0 0,0 0-1 0 0,0 0 1 0 0,-1 0 0 0 0,1 0 0 0 0,0 0 0 0 0,0 0 0 0 0,0 0 0 0 0,-1 0-1 0 0,1 0 1 0 0,0-1 0 0 0,0 1 0 0 0,-1 0 0 0 0,1 0 0 0 0,0 0 0 0 0,0 0 0 0 0,0 0-1 0 0,-1 0 1 0 0,1 0 0 0 0,0-1 0 0 0,0 1 0 0 0,0 0 0 0 0,0 0 0 0 0,-1 0 0 0 0,1 0-1 0 0,0-1 1 0 0,0 1 0 0 0,0 0 0 0 0,0 0 0 0 0,0 0 0 0 0,0-1 0 0 0,0 1 0 0 0,-1 0-1 0 0,1 0 1 0 0,0 0 0 0 0,0-1 0 0 0,0 1 0 0 0,0 0 0 0 0,0 0 0 0 0,0-1-1 0 0,0 1 1 0 0,0 0 0 0 0,0 0 0 0 0,0 0 0 0 0,0-1 0 0 0,0 1 0 0 0,0 0 0 0 0,1-1-1 0 0,17-8-28 0 0,2 0 0 0 0,-1 1 0 0 0,1 1 0 0 0,0 1 0 0 0,1 0 0 0 0,39-4 0 0 0,0 3 154 0 0,71 3-1 0 0,-129 3-105 0 0,1 1-1 0 0,-1 0 0 0 0,0 0 0 0 0,1 0 1 0 0,-1 0-1 0 0,0 0 0 0 0,1 0 1 0 0,-1 1-1 0 0,0-1 0 0 0,0 1 0 0 0,1 0 1 0 0,-1 0-1 0 0,0-1 0 0 0,0 2 0 0 0,0-1 1 0 0,0 0-1 0 0,0 0 0 0 0,0 0 0 0 0,0 1 1 0 0,-1-1-1 0 0,1 1 0 0 0,0 0 0 0 0,-1-1 1 0 0,1 1-1 0 0,1 3 0 0 0,-2-1 1 0 0,0 0 0 0 0,0 0 0 0 0,-1-1 0 0 0,1 1-1 0 0,-1 0 1 0 0,0 0 0 0 0,0 0 0 0 0,-1 0 0 0 0,1 0 0 0 0,-1-1 0 0 0,0 1-1 0 0,0 0 1 0 0,-2 5 0 0 0,2-4 7 0 0,-3 5-2 0 0,2-1 1 0 0,-1 1-1 0 0,1 0 1 0 0,1-1-1 0 0,-1 14 1 0 0,2-21-1 0 0,0-1 1 0 0,0 1-1 0 0,0 0 0 0 0,1 0 1 0 0,-1 0-1 0 0,0 0 0 0 0,1 0 1 0 0,-1-1-1 0 0,1 1 1 0 0,0 0-1 0 0,0 0 0 0 0,-1-1 1 0 0,1 1-1 0 0,0 0 0 0 0,0-1 1 0 0,1 1-1 0 0,-1-1 0 0 0,0 1 1 0 0,0-1-1 0 0,1 0 1 0 0,-1 0-1 0 0,1 1 0 0 0,-1-1 1 0 0,1 0-1 0 0,0 0 0 0 0,-1-1 1 0 0,1 1-1 0 0,0 0 1 0 0,0 0-1 0 0,-1-1 0 0 0,1 1 1 0 0,0-1-1 0 0,0 0 0 0 0,0 1 1 0 0,3-1-1 0 0,7 0 25 0 0,1 0 1 0 0,-1-1-1 0 0,1-1 0 0 0,-1 0 0 0 0,0 0 0 0 0,1-1 0 0 0,-1-1 1 0 0,-1 0-1 0 0,1-1 0 0 0,16-9 0 0 0,-19 10 6 0 0,-1-1 0 0 0,1 1-1 0 0,-1-2 1 0 0,-1 1 0 0 0,1-1 0 0 0,-1-1-1 0 0,0 1 1 0 0,0-1 0 0 0,-1 0 0 0 0,0-1-1 0 0,0 0 1 0 0,0 0 0 0 0,-1 0-1 0 0,7-16 1 0 0,-11 22-27 0 0,-1 0-1 0 0,1 0 1 0 0,0 0-1 0 0,-1 0 1 0 0,0 0-1 0 0,1 0 0 0 0,-1 0 1 0 0,0 0-1 0 0,0 0 1 0 0,0 0-1 0 0,-1 0 1 0 0,1 0-1 0 0,0 0 1 0 0,-1 0-1 0 0,1 0 1 0 0,-1 0-1 0 0,0 0 0 0 0,1 0 1 0 0,-1 0-1 0 0,0 0 1 0 0,0 1-1 0 0,0-1 1 0 0,-3-3-1 0 0,1 2 2 0 0,0 1 0 0 0,-1-1 1 0 0,1 1-1 0 0,-1-1 0 0 0,0 1 0 0 0,0 0 0 0 0,1 0 0 0 0,-1 1 0 0 0,0-1 0 0 0,-9-1 1 0 0,0 0-2 0 0,-1 1 0 0 0,0 1 0 0 0,0 0 0 0 0,0 0 1 0 0,-27 4-1 0 0,-6 4-3611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44:24.39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6 198 3984 0 0,'0'0'-236'0'0,"8"-1"-608"0"0,8-1 809 0 0,0-1 0 0 0,0-1-1 0 0,0 0 1 0 0,-1-1 0 0 0,1 0 0 0 0,23-13-1 0 0,-34 15 87 0 0,0 1-1 0 0,0-1 0 0 0,0 0 0 0 0,0-1 0 0 0,-1 1 0 0 0,1-1 1 0 0,-1 0-1 0 0,0 0 0 0 0,0 0 0 0 0,0-1 0 0 0,-1 1 1 0 0,0-1-1 0 0,0 0 0 0 0,0 0 0 0 0,0 0 0 0 0,-1 0 0 0 0,0-1 1 0 0,0 1-1 0 0,0-1 0 0 0,-1 1 0 0 0,1-1 0 0 0,-1 0 1 0 0,0-7-1 0 0,-1 12-37 0 0,0-1 0 0 0,0 0 0 0 0,-1 0 0 0 0,1 1 0 0 0,0-1 0 0 0,-1 0 0 0 0,1 1 0 0 0,-1-1 0 0 0,1 0 0 0 0,-1 1 1 0 0,0-1-1 0 0,0 1 0 0 0,0-1 0 0 0,0 1 0 0 0,0-1 0 0 0,0 1 0 0 0,0 0 0 0 0,0 0 0 0 0,0-1 0 0 0,-1 1 0 0 0,1 0 0 0 0,0 0 0 0 0,-1 0 0 0 0,1 0 1 0 0,-1 1-1 0 0,0-1 0 0 0,1 0 0 0 0,-1 1 0 0 0,1-1 0 0 0,-1 1 0 0 0,0-1 0 0 0,1 1 0 0 0,-1 0 0 0 0,0-1 0 0 0,0 1 0 0 0,1 0 0 0 0,-1 0 1 0 0,0 1-1 0 0,0-1 0 0 0,-2 1 0 0 0,-4-1 12 0 0,-1 1 0 0 0,1 1 0 0 0,-1 0 0 0 0,1 0 0 0 0,0 1 0 0 0,-12 5 0 0 0,18-7-21 0 0,-13 6 31 0 0,2 0 0 0 0,-24 17 1 0 0,34-22-29 0 0,-1 1-1 0 0,1-1 1 0 0,0 1 0 0 0,0 0 0 0 0,1 0 0 0 0,-1 1 0 0 0,1-1 0 0 0,-1 1 0 0 0,1-1 0 0 0,0 1 0 0 0,0 0-1 0 0,1-1 1 0 0,-1 1 0 0 0,1 0 0 0 0,-1 6 0 0 0,2-6-1 0 0,0-1 0 0 0,0 0-1 0 0,1 1 1 0 0,-1-1 0 0 0,1 0 0 0 0,0 0 0 0 0,0 0-1 0 0,0 1 1 0 0,1-1 0 0 0,-1 0 0 0 0,1 0 0 0 0,-1-1-1 0 0,1 1 1 0 0,0 0 0 0 0,0 0 0 0 0,1-1-1 0 0,-1 0 1 0 0,0 1 0 0 0,1-1 0 0 0,-1 0 0 0 0,1 0-1 0 0,0 0 1 0 0,0 0 0 0 0,0-1 0 0 0,0 1 0 0 0,3 0-1 0 0,12 8 32 0 0,1-2-1 0 0,35 11 0 0 0,-53-19-34 0 0,20 6-397 0 0,0-1 1 0 0,1 0-1 0 0,-1-2 1 0 0,1-1-1 0 0,25 0 1 0 0,-14-2-443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44:24.66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38 25 3956 0 0,'-37'-24'2688'0'0,"36"23"-2205"0"0,3 6-454 0 0,4 8-24 0 0,1-1 0 0 0,0 1 1 0 0,1-1-1 0 0,0-1 0 0 0,1 0 0 0 0,0 0 1 0 0,1 0-1 0 0,0-1 0 0 0,1-1 0 0 0,0 0 1 0 0,1 0-1 0 0,-1-1 0 0 0,1-1 0 0 0,24 11 1 0 0,-25-13-532 0 0,1 0 1 0 0,0-1-1 0 0,0-1 1 0 0,0 0 0 0 0,1 0-1 0 0,15 0 1 0 0,-6-3-1176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44:24.87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562 3 4592 0 0,'-3'0'-212'0'0,"-24"-2"158"0"0,0 1 1 0 0,0 2-1 0 0,1 1 0 0 0,-1 1 1 0 0,-41 10-1 0 0,-132 46 546 0 0,165-48-482 0 0,20-6-36 0 0,1 0 0 0 0,0 0 0 0 0,0 2 0 0 0,1-1 0 0 0,0 2 0 0 0,-24 17 0 0 0,35-24-551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44:25.77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32 237 3636 0 0,'-25'-14'62'0'0,"20"11"24"0"0,3-19 2142 0 0,32 176-1717 0 0,38 99-444 0 0,-30-124 1321 0 0,-42-134-1276 0 0,-5-7-62 0 0,0-1 0 0 0,1 0 0 0 0,1 0 0 0 0,0 0-1 0 0,1-1 1 0 0,0 0 0 0 0,1-1 0 0 0,1 1 0 0 0,0-1 0 0 0,-2-27 0 0 0,0 0 1 0 0,3 0 1 0 0,3-81-1 0 0,4 62-21 0 0,3 0-1 0 0,15-61 0 0 0,-4 56-135 0 0,-17 64 100 0 0,-1 0-1 0 0,1 0 0 0 0,0 0 0 0 0,0 1 0 0 0,0-1 0 0 0,0 0 0 0 0,1 0 0 0 0,-1 1 0 0 0,0-1 0 0 0,1 1 0 0 0,-1-1 0 0 0,1 1 0 0 0,-1 0 0 0 0,1-1 0 0 0,0 1 0 0 0,0 0 0 0 0,-1 0 0 0 0,1 0 0 0 0,0 0 0 0 0,0 1 0 0 0,0-1 0 0 0,0 0 0 0 0,0 1 0 0 0,0 0 0 0 0,0-1 0 0 0,3 1 0 0 0,4-1 1 0 0,0 1 0 0 0,0 0 0 0 0,0 1-1 0 0,0 0 1 0 0,0 0 0 0 0,-1 1 0 0 0,1 0-1 0 0,0 1 1 0 0,-1-1 0 0 0,0 2-1 0 0,1-1 1 0 0,-1 1 0 0 0,-1 1 0 0 0,1-1-1 0 0,-1 1 1 0 0,11 9 0 0 0,-2-1 2 0 0,0 2 0 0 0,-1 0 0 0 0,-1 0 1 0 0,0 1-1 0 0,19 30 0 0 0,-32-45 5 0 0,-1 0-1 0 0,1-1 1 0 0,-1 1-1 0 0,1 0 1 0 0,0 0-1 0 0,-1 0 1 0 0,1 0-1 0 0,-1-1 1 0 0,0 1-1 0 0,1 0 1 0 0,-1 0-1 0 0,0 0 1 0 0,0 0-1 0 0,1 0 1 0 0,-1 0-1 0 0,0 0 1 0 0,0 0-1 0 0,0 0 1 0 0,0 0-1 0 0,0 0 1 0 0,0 0-1 0 0,0 0 1 0 0,-1 0-1 0 0,1 0 1 0 0,0 0-1 0 0,-1 0 1 0 0,1 0-1 0 0,0 0 1 0 0,-1-1-1 0 0,1 1 1 0 0,-1 0-1 0 0,1 0 1 0 0,-1 0-1 0 0,0-1 1 0 0,1 1-1 0 0,-1 0 1 0 0,0 0-1 0 0,1-1 1 0 0,-1 1-1 0 0,0-1 1 0 0,0 1-1 0 0,0-1 1 0 0,0 1-1 0 0,1-1 1 0 0,-1 1-1 0 0,0-1 1 0 0,0 0-1 0 0,0 1 1 0 0,0-1-1 0 0,-2 0 1 0 0,-6 2 0 0 0,0 0 1 0 0,-1-1 0 0 0,1-1 0 0 0,-12 1 0 0 0,11-1 1 0 0,-24 0-7 0 0,-62-8 1 0 0,-6 0 17 0 0,102 8-32 0 0,0 0-1 0 0,1 0 1 0 0,-1 0 0 0 0,0 0 0 0 0,1-1 0 0 0,-1 1 0 0 0,0 0-1 0 0,0 0 1 0 0,1 0 0 0 0,-1-1 0 0 0,0 1 0 0 0,0 0 0 0 0,0-1-1 0 0,1 1 1 0 0,-1 0 0 0 0,0 0 0 0 0,0-1 0 0 0,0 1 0 0 0,0 0-1 0 0,0-1 1 0 0,0 1 0 0 0,0 0 0 0 0,1-1 0 0 0,-1 1 0 0 0,0 0 0 0 0,0-1-1 0 0,0 1 1 0 0,0 0 0 0 0,0-1 0 0 0,0 1 0 0 0,-1 0 0 0 0,1-1-1 0 0,0 1 1 0 0,0 0 0 0 0,0-1 0 0 0,0 1 0 0 0,0 0 0 0 0,0-1-1 0 0,-1 1 1 0 0,1 0 0 0 0,0 0 0 0 0,0-1 0 0 0,0 1 0 0 0,-1 0-1 0 0,1 0 1 0 0,0-1 0 0 0,0 1 0 0 0,-1 0 0 0 0,1 0 0 0 0,0 0-1 0 0,-1-1 1 0 0,1 1 0 0 0,0 0 0 0 0,0 0 0 0 0,-1 0 0 0 0,1 0-1 0 0,0 0 1 0 0,-1 0 0 0 0,1 0 0 0 0,0 0 0 0 0,-1-1 0 0 0,1 1-1 0 0,0 0 1 0 0,-1 1 0 0 0,1-1 0 0 0,0 0 0 0 0,-1 0 0 0 0,0 0-1 0 0,23-18-2842 0 0,-4 8 329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44:26.90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209 120 5757 0 0,'2'-5'-42'0'0,"-1"1"0"0"0,0-1 0 0 0,0 0 1 0 0,0 0-1 0 0,0 0 0 0 0,-1 0 1 0 0,0 0-1 0 0,0 0 0 0 0,0 0 1 0 0,0 0-1 0 0,-1 0 0 0 0,0 0 1 0 0,0 0-1 0 0,-2-6 0 0 0,1 9 52 0 0,1-1 1 0 0,0 1-1 0 0,0-1 0 0 0,-1 1 0 0 0,1 0 0 0 0,-1 0 0 0 0,0 0 0 0 0,0 0 0 0 0,0 0 1 0 0,0 0-1 0 0,0 0 0 0 0,0 1 0 0 0,0-1 0 0 0,-1 1 0 0 0,1-1 0 0 0,0 1 0 0 0,-1 0 1 0 0,1 0-1 0 0,-1 0 0 0 0,0 0 0 0 0,1 1 0 0 0,-1-1 0 0 0,0 1 0 0 0,1-1 1 0 0,-1 1-1 0 0,0 0 0 0 0,0 0 0 0 0,1 0 0 0 0,-6 1 0 0 0,-1 0-3 0 0,0 1-1 0 0,0 0 0 0 0,0 1 1 0 0,0 0-1 0 0,1 0 1 0 0,-1 0-1 0 0,1 1 1 0 0,0 1-1 0 0,0-1 0 0 0,0 1 1 0 0,-10 9-1 0 0,16-12-4 0 0,0 0-1 0 0,0 0 0 0 0,-1 0 0 0 0,1 1 1 0 0,1-1-1 0 0,-1 0 0 0 0,0 1 1 0 0,1-1-1 0 0,-1 1 0 0 0,1 0 0 0 0,0 0 1 0 0,-1-1-1 0 0,2 1 0 0 0,-1 0 0 0 0,0 0 1 0 0,0 0-1 0 0,1 0 0 0 0,0 0 0 0 0,-1 0 1 0 0,1 0-1 0 0,0 0 0 0 0,1 0 1 0 0,-1 0-1 0 0,0 0 0 0 0,1 0 0 0 0,0 0 1 0 0,0 0-1 0 0,0 0 0 0 0,0-1 0 0 0,0 1 1 0 0,0 0-1 0 0,1 0 0 0 0,-1-1 1 0 0,1 1-1 0 0,0-1 0 0 0,0 0 0 0 0,0 1 1 0 0,0-1-1 0 0,3 3 0 0 0,5 4 9 0 0,1 1 0 0 0,0-1 0 0 0,0-1 0 0 0,1 0-1 0 0,0-1 1 0 0,0 0 0 0 0,26 10 0 0 0,-29-14-4 0 0,0 1 1 0 0,0-2-1 0 0,0 1 1 0 0,1-1-1 0 0,-1 0 1 0 0,1-1-1 0 0,-1 0 1 0 0,1-1-1 0 0,-1 0 0 0 0,1 0 1 0 0,0-1-1 0 0,13-3 1 0 0,-18 2-5 0 0,0 0 1 0 0,0 0-1 0 0,0-1 1 0 0,-1 0-1 0 0,1 1 1 0 0,-1-2-1 0 0,0 1 1 0 0,0 0-1 0 0,0-1 1 0 0,0 0-1 0 0,-1 0 1 0 0,1 0-1 0 0,-1 0 1 0 0,0 0-1 0 0,0-1 1 0 0,-1 1-1 0 0,1-1 1 0 0,1-6-1 0 0,1 0 61 0 0,-2 0 1 0 0,1 0-1 0 0,-2-1 0 0 0,1 1 0 0 0,-2-1 1 0 0,2-22-1 0 0,-3 32-44 0 0,-3-1 14 0 0,2 3-32 0 0,1 0 0 0 0,0 0 0 0 0,0-1 0 0 0,0 1 0 0 0,0 0 0 0 0,0 0 0 0 0,0-1 0 0 0,0 1 0 0 0,-1 0 0 0 0,1 0 0 0 0,0 0 0 0 0,0 0 0 0 0,0-1 1 0 0,0 1-1 0 0,-1 0 0 0 0,1 0 0 0 0,0 0 0 0 0,0 0 0 0 0,0 0 0 0 0,-1 0 0 0 0,1-1 0 0 0,0 1 0 0 0,0 0 0 0 0,-1 0 0 0 0,1 0 0 0 0,0 0 0 0 0,0 0 0 0 0,0 0 0 0 0,-1 0 0 0 0,1 0 0 0 0,0 0 0 0 0,0 0 0 0 0,-1 0 0 0 0,1 0 1 0 0,0 0-1 0 0,0 0 0 0 0,-1 0 0 0 0,1 0 0 0 0,0 1 0 0 0,0-1 0 0 0,0 0 0 0 0,-1 0 0 0 0,1 0 0 0 0,0 0 0 0 0,0 0 0 0 0,0 0 0 0 0,-1 1 0 0 0,1-1 0 0 0,0 0 0 0 0,0 0 0 0 0,-3 1 5 0 0,2 0-5 0 0,-1 0 0 0 0,0 0 0 0 0,0-1 0 0 0,0 1-1 0 0,1 0 1 0 0,-1 1 0 0 0,0-1 0 0 0,1 0 0 0 0,-1 0 0 0 0,1 1 0 0 0,-1-1 0 0 0,1 1 0 0 0,0-1 0 0 0,0 1 0 0 0,0-1 0 0 0,0 1 0 0 0,0 0 0 0 0,0 0 0 0 0,0 0 0 0 0,0-1 0 0 0,1 1 0 0 0,-1 0-1 0 0,1 0 1 0 0,-1 0 0 0 0,1 0 0 0 0,0 0 0 0 0,0 0 0 0 0,0 0 0 0 0,0 0 0 0 0,0 0 0 0 0,0 0 0 0 0,1 3 0 0 0,1 2 0 0 0,1-1 0 0 0,0 1 0 0 0,0-1 0 0 0,0 0 0 0 0,1 0 0 0 0,0 0 0 0 0,0 0 0 0 0,0-1 0 0 0,1 1 0 0 0,0-1 0 0 0,0 0 0 0 0,0-1 1 0 0,1 1-1 0 0,-1-1 0 0 0,1 0 0 0 0,0-1 0 0 0,8 4 0 0 0,3 3 10 0 0,0-2 0 0 0,0 0 1 0 0,1-1-1 0 0,-1-1 0 0 0,28 5 1 0 0,-36-9 4 0 0,-1 0 1 0 0,1-1-1 0 0,0-1 0 0 0,0 0 1 0 0,0 0-1 0 0,0 0 1 0 0,16-4-1 0 0,-21 3-12 0 0,-1 0-1 0 0,0 0 1 0 0,0 0 0 0 0,0-1-1 0 0,-1 1 1 0 0,1-1-1 0 0,0 0 1 0 0,0 0-1 0 0,-1 0 1 0 0,1 0 0 0 0,-1 0-1 0 0,0 0 1 0 0,1-1-1 0 0,-1 1 1 0 0,0-1 0 0 0,-1 1-1 0 0,1-1 1 0 0,0 0-1 0 0,-1 0 1 0 0,1 0-1 0 0,-1 0 1 0 0,0 0 0 0 0,0 0-1 0 0,0 0 1 0 0,0-4-1 0 0,1-3-3 0 0,0 2 8 0 0,0-1 0 0 0,-1 1 0 0 0,0-1-1 0 0,0 1 1 0 0,-1-1 0 0 0,0 1 0 0 0,0-1 0 0 0,-1 0 0 0 0,0 1-1 0 0,-1-1 1 0 0,0 1 0 0 0,0 0 0 0 0,-4-9 0 0 0,5 16-16 0 0,0 2-4 0 0,0 0 12 0 0,0 0-1 0 0,-1 0 0 0 0,1 1 0 0 0,0-1 1 0 0,0 0-1 0 0,0 1 0 0 0,0-1 0 0 0,0 1 1 0 0,0-1-1 0 0,1 1 0 0 0,-1-1 1 0 0,0 1-1 0 0,1-1 0 0 0,-1 1 0 0 0,1 0 1 0 0,0-1-1 0 0,0 1 0 0 0,-1 0 0 0 0,1 0 1 0 0,0-1-1 0 0,0 1 0 0 0,1 0 1 0 0,-1 2-1 0 0,2 45-12 0 0,0-38 18 0 0,1-1 1 0 0,0 1-1 0 0,0-1 1 0 0,1 0-1 0 0,0 1 1 0 0,7 9-1 0 0,4 12 21 0 0,-15-32-10 0 0,1 1 1 0 0,-1-1-1 0 0,0 0 1 0 0,0 0-1 0 0,0 1 1 0 0,0-1-1 0 0,1 0 1 0 0,-1 1-1 0 0,0-1 0 0 0,0 1 1 0 0,0-1-1 0 0,0 0 1 0 0,0 1-1 0 0,0-1 1 0 0,0 0-1 0 0,0 1 1 0 0,0-1-1 0 0,0 0 1 0 0,0 1-1 0 0,0-1 1 0 0,0 1-1 0 0,0-1 1 0 0,0 0-1 0 0,0 1 1 0 0,-1-1-1 0 0,1 0 1 0 0,0 1-1 0 0,0-1 1 0 0,0 0-1 0 0,0 1 1 0 0,-1-1-1 0 0,1 0 1 0 0,0 0-1 0 0,0 1 1 0 0,-1-1-1 0 0,1 0 1 0 0,-1 1-1 0 0,-15-2 265 0 0,-10-9-196 0 0,23 9-72 0 0,0 0 0 0 0,0 0 0 0 0,0 0 0 0 0,0-1 0 0 0,0 1 0 0 0,0-1-1 0 0,1 0 1 0 0,-1 0 0 0 0,1 0 0 0 0,-1 0 0 0 0,1-1 0 0 0,0 1 0 0 0,0 0 0 0 0,0-1-1 0 0,0 0 1 0 0,0 1 0 0 0,0-1 0 0 0,1 0 0 0 0,-1 0 0 0 0,1 0 0 0 0,0 0-1 0 0,0 0 1 0 0,0 0 0 0 0,1-1 0 0 0,-1 1 0 0 0,1 0 0 0 0,-1 0 0 0 0,1-1 0 0 0,0 1-1 0 0,0 0 1 0 0,0 0 0 0 0,1-1 0 0 0,-1 1 0 0 0,1 0 0 0 0,0 0 0 0 0,0 0-1 0 0,0 0 1 0 0,0 0 0 0 0,1 0 0 0 0,2-6 0 0 0,0 3-13 0 0,0 0 1 0 0,1 0-1 0 0,-1 0 0 0 0,1 0 0 0 0,0 1 1 0 0,1 0-1 0 0,-1 0 0 0 0,1 0 1 0 0,0 1-1 0 0,0 0 0 0 0,0 0 1 0 0,1 0-1 0 0,0 1 0 0 0,-1 0 0 0 0,1 0 1 0 0,11-2-1 0 0,-13 5-4 0 0,0 0 0 0 0,0 0 0 0 0,0 0 0 0 0,0 1 1 0 0,-1 0-1 0 0,1 0 0 0 0,0 1 0 0 0,0-1 0 0 0,-1 1 0 0 0,1 0 0 0 0,-1 0 0 0 0,0 1 0 0 0,1-1 0 0 0,-1 1 0 0 0,5 4 0 0 0,-1-1-3 0 0,-1 0-1 0 0,1 1 0 0 0,-1 0 0 0 0,0 0 0 0 0,-1 0 1 0 0,8 12-1 0 0,13 22-295 0 0,-17-28-37 0 0,0 2 0 0 0,-2 0 0 0 0,11 23 1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44:27.37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152 304 4764 0 0,'0'0'-186'0'0,"-3"0"16"0"0,-4 0 163 0 0,0 0 1 0 0,1 0-1 0 0,-1 1 0 0 0,1 0 1 0 0,-1 1-1 0 0,1-1 1 0 0,0 1-1 0 0,0 0 0 0 0,-1 1 1 0 0,1-1-1 0 0,1 1 1 0 0,-1 0-1 0 0,0 1 1 0 0,1 0-1 0 0,-1-1 0 0 0,1 2 1 0 0,-6 5-1 0 0,8-8 12 0 0,0 1 1 0 0,1 0-1 0 0,-1 1 0 0 0,0-1 0 0 0,1 0 1 0 0,0 1-1 0 0,-1-1 0 0 0,1 1 0 0 0,1-1 1 0 0,-1 1-1 0 0,0 0 0 0 0,1 0 0 0 0,0 0 1 0 0,0 0-1 0 0,0 0 0 0 0,1 0 0 0 0,-1 0 1 0 0,1 1-1 0 0,0-1 0 0 0,0 0 0 0 0,0 0 0 0 0,1 0 1 0 0,-1 0-1 0 0,1 0 0 0 0,0 0 0 0 0,0 0 1 0 0,1 0-1 0 0,-1 0 0 0 0,3 4 0 0 0,1 0 43 0 0,0-1-1 0 0,1 0 1 0 0,0 0-1 0 0,0 0 1 0 0,0-1-1 0 0,1 0 1 0 0,0 0 0 0 0,0-1-1 0 0,1 0 1 0 0,-1 0-1 0 0,1-1 1 0 0,0 0-1 0 0,0 0 1 0 0,0-1-1 0 0,1 0 1 0 0,-1 0-1 0 0,1-1 1 0 0,17 3-1 0 0,-21-6-19 0 0,0 0-1 0 0,0 0 1 0 0,0 0 0 0 0,0-1-1 0 0,-1 1 1 0 0,1-1 0 0 0,0 0-1 0 0,-1-1 1 0 0,0 1 0 0 0,1-1-1 0 0,-1 0 1 0 0,0 0 0 0 0,0 0-1 0 0,-1 0 1 0 0,1-1 0 0 0,4-5-1 0 0,2-3 24 0 0,0-1 0 0 0,-1 0 0 0 0,15-26 0 0 0,-8-1 8 0 0,-1 0 1 0 0,-2 0 0 0 0,-2-1 0 0 0,-2-1 0 0 0,8-83 0 0 0,-13 11 395 0 0,-4 114-388 0 0,-6 4-54 0 0,1 2-10 0 0,0 0 1 0 0,0 0 0 0 0,1 0 0 0 0,0 0 0 0 0,0 1 0 0 0,0 0 0 0 0,1 0-1 0 0,0 0 1 0 0,0 0 0 0 0,1 0 0 0 0,0 1 0 0 0,0-1 0 0 0,1 1 0 0 0,0-1-1 0 0,0 1 1 0 0,0 0 0 0 0,2 8 0 0 0,-1 0-9 0 0,2-1 1 0 0,-1 0-1 0 0,2 0 1 0 0,0 0-1 0 0,1 0 1 0 0,1-1-1 0 0,0 1 0 0 0,1-1 1 0 0,0 0-1 0 0,1-1 1 0 0,0 1-1 0 0,16 19 1 0 0,-13-21-642 0 0,0 0 1 0 0,1-1-1 0 0,0 1 1 0 0,15 9 0 0 0,-7-6-1199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44:33.19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 63 5076 0 0,'1'-2'45'0'0,"-1"-1"-1"0"0,1 0 1 0 0,0 0-1 0 0,-1 0 1 0 0,0 1-1 0 0,0-1 1 0 0,1 0-1 0 0,-2 0 1 0 0,1 0-1 0 0,0 0 1 0 0,-1 0-1 0 0,1 1 1 0 0,-2-4-1 0 0,2 4 151 0 0,-3-10 176 0 0,1 5-130 0 0,2 9 249 0 0,5 31-452 0 0,-2 1-1 0 0,-2 52 1 0 0,-2-45 24 0 0,3-31-71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44:33.81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574 123 5096 0 0,'-5'-8'-35'0'0,"0"0"-1"0"0,-1 0 0 0 0,1 0 0 0 0,-2 0 0 0 0,1 1 0 0 0,-1 0 0 0 0,0 1 0 0 0,0-1 0 0 0,-1 2 0 0 0,0-1 0 0 0,0 1 1 0 0,0 0-1 0 0,-1 0 0 0 0,0 1 0 0 0,0 0 0 0 0,0 1 0 0 0,0 0 0 0 0,0 0 0 0 0,-14-1 0 0 0,9 2 65 0 0,1 1-1 0 0,0 1 1 0 0,-1 0-1 0 0,1 1 1 0 0,0 1 0 0 0,0 0-1 0 0,-1 0 1 0 0,2 1-1 0 0,-1 1 1 0 0,0 0-1 0 0,1 1 1 0 0,-1 1-1 0 0,-18 11 1 0 0,12-5-15 0 0,1 1 1 0 0,0 0 0 0 0,2 2-1 0 0,-1 0 1 0 0,2 1 0 0 0,0 0-1 0 0,-22 33 1 0 0,30-40-11 0 0,1 1-1 0 0,0 0 1 0 0,0 0 0 0 0,1 1 0 0 0,1 0 0 0 0,0 0 0 0 0,0 0-1 0 0,1 0 1 0 0,0 0 0 0 0,1 1 0 0 0,0-1 0 0 0,1 1 0 0 0,1-1-1 0 0,0 1 1 0 0,0-1 0 0 0,3 19 0 0 0,0-21 8 0 0,0 0 0 0 0,1-1 0 0 0,0 1 0 0 0,0-1 0 0 0,1 0 0 0 0,0-1 0 0 0,0 1 0 0 0,1-1 0 0 0,0 0 1 0 0,0 0-1 0 0,1 0 0 0 0,0-1 0 0 0,0 0 0 0 0,0-1 0 0 0,1 1 0 0 0,0-2 0 0 0,0 1 0 0 0,10 4 0 0 0,6 2 54 0 0,1-1 1 0 0,0-1-1 0 0,1-1 0 0 0,0-2 0 0 0,28 4 1 0 0,-22-5-1 0 0,0-2 1 0 0,0-2-1 0 0,0 0 1 0 0,0-2 0 0 0,0-2-1 0 0,-1-1 1 0 0,1-1 0 0 0,-1-2-1 0 0,0-1 1 0 0,37-15 0 0 0,-55 18-42 0 0,1-1 0 0 0,-1-1 0 0 0,0 0 0 0 0,0 0 0 0 0,-1-2 0 0 0,0 1 0 0 0,0-2 0 0 0,-1 1 0 0 0,0-2 0 0 0,-1 1 0 0 0,0-1 0 0 0,-1-1 0 0 0,0 0 0 0 0,0 0 0 0 0,-2-1 0 0 0,1 0 0 0 0,-2 0 0 0 0,0-1 0 0 0,0 0 0 0 0,-2 0 1 0 0,1 0-1 0 0,-2 0 0 0 0,4-29 0 0 0,-6 33-16 0 0,0 0 1 0 0,-1 0 0 0 0,0-1 0 0 0,0 1 0 0 0,-1 0 0 0 0,-1 0-1 0 0,0 0 1 0 0,0 0 0 0 0,-1 1 0 0 0,0-1 0 0 0,0 1 0 0 0,-1-1-1 0 0,-1 1 1 0 0,1 0 0 0 0,-1 1 0 0 0,-1-1 0 0 0,0 1 0 0 0,0 0-1 0 0,-1 0 1 0 0,0 1 0 0 0,0 0 0 0 0,0 0 0 0 0,-1 0 0 0 0,0 1-1 0 0,-1 1 1 0 0,1-1 0 0 0,-1 1 0 0 0,0 1 0 0 0,0 0 0 0 0,-1 0-1 0 0,1 0 1 0 0,-1 1 0 0 0,0 1 0 0 0,1 0 0 0 0,-21-2 0 0 0,5 4-71 0 0,0 1 0 0 0,-1 1 0 0 0,1 1 0 0 0,-37 10 1 0 0,56-7-742 0 0,14 2-531 0 0,11 2-133 0 0,11-1-48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44:36.92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1556 118 5533 0 0,'0'0'-346'0'0,"-6"-2"-279"0"0,-61-21 300 0 0,0 3-1 0 0,-2 4 1 0 0,0 2-1 0 0,-82-6 1 0 0,-294 1 721 0 0,337 18-432 0 0,-367 5 785 0 0,470-4-734 0 0,0 0-1 0 0,-1 1 0 0 0,1 0 1 0 0,0 0-1 0 0,0 0 0 0 0,0 0 0 0 0,0 1 1 0 0,0 0-1 0 0,0 0 0 0 0,0 0 1 0 0,0 0-1 0 0,1 1 0 0 0,-1 0 1 0 0,1 0-1 0 0,0 0 0 0 0,-1 1 0 0 0,-3 4 1 0 0,7-6-14 0 0,0-1 1 0 0,0 1 0 0 0,0 0-1 0 0,0 0 1 0 0,0 0-1 0 0,1 0 1 0 0,-1 0 0 0 0,1 0-1 0 0,0 0 1 0 0,-1 1-1 0 0,1-1 1 0 0,0 0 0 0 0,0 0-1 0 0,0 0 1 0 0,0 0-1 0 0,1 0 1 0 0,-1 0 0 0 0,0 0-1 0 0,1 0 1 0 0,0 0 0 0 0,-1 0-1 0 0,1 0 1 0 0,0 0-1 0 0,0 0 1 0 0,0 0 0 0 0,0 0-1 0 0,1 0 1 0 0,1 1-1 0 0,2 4 12 0 0,0-1 0 0 0,1-1 0 0 0,0 1 0 0 0,13 9-1 0 0,14 6 8 0 0,1-1 0 0 0,0-1 0 0 0,2-2 0 0 0,0-1 0 0 0,40 10 0 0 0,196 42 55 0 0,871 74 85 0 0,-598-120-69 0 0,-432-24 172 0 0,-1-5 0 0 0,203-40 0 0 0,-218 21 359 0 0,-90 23-524 0 0,0 0 1 0 0,0 0-1 0 0,0 0 1 0 0,0-1 0 0 0,0 0-1 0 0,0 0 1 0 0,-1-1-1 0 0,0 1 1 0 0,0-1-1 0 0,9-10 1 0 0,-14 13-77 0 0,0 1 1 0 0,0-1 0 0 0,0 1-1 0 0,0-1 1 0 0,-1 1 0 0 0,1-1-1 0 0,0 1 1 0 0,-1-1 0 0 0,1 0-1 0 0,-1 0 1 0 0,1 1 0 0 0,-1-1-1 0 0,0 0 1 0 0,0 0 0 0 0,0 1-1 0 0,0-1 1 0 0,0 0 0 0 0,0 0-1 0 0,0 0 1 0 0,-1 1 0 0 0,1-1 0 0 0,-1-2-1 0 0,-1 0-1 0 0,0 1 0 0 0,0 0 0 0 0,0-1 0 0 0,0 1 0 0 0,-1 0 0 0 0,1 0 0 0 0,-1 1 0 0 0,0-1 0 0 0,0 0 0 0 0,-3-2 0 0 0,-9-5 14 0 0,0 1 0 0 0,0 0 1 0 0,-26-9-1 0 0,37 16-18 0 0,-80-31 77 0 0,0 4-1 0 0,-156-33 1 0 0,-182-5 18 0 0,322 53-91 0 0,81 11-38 0 0,-57-9-114 0 0,-1 3 1 0 0,-141 3 0 0 0,195 11-217 0 0,18 4-598 0 0,6-7 754 0 0,0 0 0 0 0,0 0 1 0 0,0-1-1 0 0,0 1 0 0 0,1-1 0 0 0,-1 1 0 0 0,1-1 0 0 0,-1 0 1 0 0,1 1-1 0 0,-1-1 0 0 0,1 0 0 0 0,0 0 0 0 0,0 0 0 0 0,0 0 1 0 0,0 0-1 0 0,3 1 0 0 0,23 9-1686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44:34.86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52 108 4296 0 0,'-1'0'-22'0'0,"-2"0"4"0"0,0-1 0 0 0,0 0-1 0 0,0 0 1 0 0,0 0 0 0 0,0 0 0 0 0,1 0-1 0 0,-1-1 1 0 0,0 1 0 0 0,0-1 0 0 0,1 1-1 0 0,-1-1 1 0 0,1 0 0 0 0,0 0 0 0 0,0 0-1 0 0,-1-1 1 0 0,1 1 0 0 0,-3-5 0 0 0,4 5 44 0 0,33-40 198 0 0,-27 39-219 0 0,-1-1 0 0 0,0 1 0 0 0,1 0 0 0 0,0 1 0 0 0,-1-1 1 0 0,1 1-1 0 0,0 0 0 0 0,0 0 0 0 0,1 0 0 0 0,-1 0 0 0 0,0 1 0 0 0,0 0 1 0 0,1 0-1 0 0,-1 1 0 0 0,1 0 0 0 0,-1 0 0 0 0,1 0 0 0 0,6 1 0 0 0,2 0-2 0 0,-1 1 0 0 0,0 1 0 0 0,0 0-1 0 0,0 0 1 0 0,0 1 0 0 0,14 7-1 0 0,-24-10-3 0 0,0 0 0 0 0,0 1 0 0 0,0-1 0 0 0,0 0 0 0 0,0 1-1 0 0,-1 0 1 0 0,1 0 0 0 0,0 0 0 0 0,-1 0 0 0 0,0 0 0 0 0,1 0-1 0 0,-1 1 1 0 0,0-1 0 0 0,0 1 0 0 0,-1 0 0 0 0,1-1 0 0 0,0 1-1 0 0,-1 0 1 0 0,0 0 0 0 0,1 0 0 0 0,-1 0 0 0 0,-1 0 0 0 0,1 0 0 0 0,1 6-1 0 0,-3-5 4 0 0,0 1 0 0 0,0-1 1 0 0,0 0-1 0 0,0 0 0 0 0,-1 0 0 0 0,0 0 0 0 0,0 0 0 0 0,0 0 0 0 0,0 0 0 0 0,0 0 0 0 0,-1-1 0 0 0,0 1 0 0 0,0-1 0 0 0,0 0 0 0 0,0 0 0 0 0,0 0 0 0 0,-5 4 0 0 0,-29 20 84 0 0,0-1 0 0 0,-2-2 0 0 0,-79 36 0 0 0,117-60-79 0 0,1 0 0 0 0,0 0 0 0 0,0 0 0 0 0,0 0 0 0 0,-1 0 0 0 0,1 0 0 0 0,0 0 0 0 0,0 0 0 0 0,-1 0 0 0 0,1 1 1 0 0,0-1-1 0 0,0 0 0 0 0,0 0 0 0 0,-1 0 0 0 0,1 0 0 0 0,0 0 0 0 0,0 0 0 0 0,0 0 0 0 0,0 1 0 0 0,-1-1 0 0 0,1 0 0 0 0,0 0 0 0 0,0 0 1 0 0,0 0-1 0 0,0 1 0 0 0,0-1 0 0 0,-1 0 0 0 0,1 0 0 0 0,0 0 0 0 0,0 1 0 0 0,0-1 0 0 0,0 0 0 0 0,0 0 0 0 0,0 0 0 0 0,0 1 0 0 0,0-1 0 0 0,0 0 1 0 0,0 0-1 0 0,0 1 0 0 0,0-1 0 0 0,0 0 0 0 0,0 0 0 0 0,0 0 0 0 0,0 1 0 0 0,0-1 0 0 0,0 0 0 0 0,0 0 0 0 0,0 0 0 0 0,0 1 0 0 0,1-1 1 0 0,14 7 96 0 0,23-1-23 0 0,395-1 791 0 0,-433-5-901 0 0,1 0 0 0 0,-1 0 0 0 0,1 0 0 0 0,-1 0 1 0 0,1 0-1 0 0,-1 0 0 0 0,1 0 0 0 0,-1 0 0 0 0,1 0 0 0 0,-1 0 0 0 0,1 0 1 0 0,0 0-1 0 0,-1 0 0 0 0,1-1 0 0 0,-1 1 0 0 0,1 0 0 0 0,-1 0 0 0 0,1-1 1 0 0,-1 1-1 0 0,0 0 0 0 0,1-1 0 0 0,-1 1 0 0 0,1 0 0 0 0,-1-1 0 0 0,0 1 1 0 0,1-1-1 0 0,-1 1 0 0 0,0 0 0 0 0,1-1 0 0 0,-1 1 0 0 0,0-1 0 0 0,0 1 1 0 0,1-1-1 0 0,-1 1 0 0 0,0-1 0 0 0,0 1 0 0 0,0-1 0 0 0,0 1 0 0 0,0-1 0 0 0,0 0 1 0 0,0 1-1 0 0,0-2 0 0 0,1-4-1950 0 0,2-4 973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44:35.47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877 161 3736 0 0,'-24'-22'-151'0'0,"-1"1"-1"0"0,-1 2 1 0 0,-50-30-1 0 0,59 41 206 0 0,-1 0-1 0 0,0 1 0 0 0,0 1 1 0 0,0 0-1 0 0,-1 2 1 0 0,1 0-1 0 0,-37-2 1 0 0,27 5-11 0 0,0 2 1 0 0,0 1-1 0 0,0 1 1 0 0,0 2 0 0 0,1 0-1 0 0,0 2 1 0 0,0 1-1 0 0,1 1 1 0 0,0 2 0 0 0,0 0-1 0 0,1 2 1 0 0,0 0-1 0 0,2 2 1 0 0,-1 1 0 0 0,2 0-1 0 0,0 2 1 0 0,-28 30-1 0 0,45-43-31 0 0,-1 1 0 0 0,1 0 0 0 0,1 1 0 0 0,-1-1 1 0 0,1 1-1 0 0,0 0 0 0 0,0 0 0 0 0,1 1 0 0 0,0-1 0 0 0,1 1 0 0 0,-1-1 0 0 0,1 1 0 0 0,1 0 0 0 0,0 0 0 0 0,-1 15 0 0 0,3-15 9 0 0,0 1-1 0 0,0 0 1 0 0,1-1 0 0 0,0 1-1 0 0,1-1 1 0 0,0 0 0 0 0,0 1 0 0 0,1-1-1 0 0,0-1 1 0 0,1 1 0 0 0,-1-1 0 0 0,1 1-1 0 0,1-1 1 0 0,7 7 0 0 0,7 6 27 0 0,0 0 1 0 0,1-2-1 0 0,1-1 1 0 0,1-1 0 0 0,1-1-1 0 0,0 0 1 0 0,1-2-1 0 0,0-1 1 0 0,1-1-1 0 0,30 8 1 0 0,-1-3 73 0 0,0-3 0 0 0,0-2 0 0 0,1-3 0 0 0,57 1 0 0 0,-88-8-3 0 0,-1-1 1 0 0,1-1-1 0 0,-1-2 1 0 0,1 0-1 0 0,-1-2 1 0 0,24-7-1 0 0,-36 9-61 0 0,0-2 0 0 0,0 1-1 0 0,-1-2 1 0 0,1 1-1 0 0,-1-2 1 0 0,-1 1 0 0 0,1-2-1 0 0,-1 1 1 0 0,0-1-1 0 0,-1-1 1 0 0,1 0 0 0 0,-2 0-1 0 0,10-13 1 0 0,-14 14-37 0 0,0 1 0 0 0,0-1 0 0 0,-1 0 0 0 0,0 1 0 0 0,0-2 0 0 0,-1 1 1 0 0,0 0-1 0 0,-1 0 0 0 0,0-1 0 0 0,0 1 0 0 0,-1 0 0 0 0,0-1 0 0 0,0 1 1 0 0,-1-1-1 0 0,0 1 0 0 0,0 0 0 0 0,-1-1 0 0 0,0 1 0 0 0,-1 0 0 0 0,0 0 0 0 0,-7-14 1 0 0,1 5-4 0 0,0 0 1 0 0,0 1-1 0 0,-2 0 1 0 0,0 0-1 0 0,-1 2 1 0 0,0-1-1 0 0,-1 1 1 0 0,-26-20-1 0 0,15 17 20 0 0,0 1 0 0 0,-1 1 0 0 0,-1 2 1 0 0,0 0-1 0 0,-1 2 0 0 0,0 0 0 0 0,-43-9 0 0 0,-5 5-2217 0 0,-123-11 1 0 0,172 24-178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44:38.63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351 47 4796 0 0,'0'0'-208'0'0,"-2"-12"-534"0"0,-2 9 690 0 0,-1-1-1 0 0,1 1 0 0 0,-1 0 0 0 0,0 0 1 0 0,1 1-1 0 0,-1 0 0 0 0,0-1 0 0 0,-9-1 0 0 0,3 2 4 0 0,0 0-1 0 0,0 0 0 0 0,0 1 1 0 0,0 1-1 0 0,0 0 0 0 0,-17 2 1 0 0,-9 4-19 0 0,0 1 0 0 0,-42 15 0 0 0,76-21 63 0 0,-1 0 9 0 0,0 0 0 0 0,-1 1 0 0 0,1 0 0 0 0,0 0 0 0 0,0 0 0 0 0,0 0 0 0 0,0 1 0 0 0,1-1 0 0 0,-1 1 0 0 0,-3 4 0 0 0,6-6 65 0 0,18 14 43 0 0,127 17 128 0 0,-73-18-153 0 0,124 41-1 0 0,-190-53-82 0 0,-1-1 0 0 0,0 1 0 0 0,0 0 0 0 0,0 0 0 0 0,0 1 0 0 0,-1-1 0 0 0,1 1 1 0 0,0-1-1 0 0,-1 1 0 0 0,0 1 0 0 0,0-1 0 0 0,0 0 0 0 0,0 1 0 0 0,0-1 0 0 0,-1 1 0 0 0,1 0 0 0 0,-1 0 0 0 0,3 7 0 0 0,-5-10 9 0 0,1 0-1 0 0,-1 1 1 0 0,0-1 0 0 0,0 0-1 0 0,1 1 1 0 0,-1-1-1 0 0,0 0 1 0 0,0 0-1 0 0,0 1 1 0 0,-1-1-1 0 0,1 0 1 0 0,0 1-1 0 0,0-1 1 0 0,-1 0 0 0 0,1 0-1 0 0,-1 1 1 0 0,1-1-1 0 0,-1 0 1 0 0,1 0-1 0 0,-1 0 1 0 0,0 0-1 0 0,1 0 1 0 0,-1 0 0 0 0,0 0-1 0 0,0 0 1 0 0,0 0-1 0 0,0 0 1 0 0,0 0-1 0 0,0 0 1 0 0,0-1-1 0 0,0 1 1 0 0,0 0 0 0 0,-2 0-1 0 0,-2 2 52 0 0,0-1 0 0 0,0 1 0 0 0,0-1 0 0 0,-1-1 1 0 0,1 1-1 0 0,-8 1 0 0 0,-35 1 277 0 0,-1-3 0 0 0,0-1 0 0 0,0-3 1 0 0,-76-14-1 0 0,125 18-362 0 0,0-1 0 0 0,-1 0 0 0 0,1 0-1 0 0,-1 0 1 0 0,1 0 0 0 0,0 0 0 0 0,-1 0 0 0 0,1 0 0 0 0,-1 0 0 0 0,1 0-1 0 0,-1 0 1 0 0,1 0 0 0 0,0-1 0 0 0,-1 1 0 0 0,1 0 0 0 0,-1 0 0 0 0,1 0 0 0 0,0 0-1 0 0,-1-1 1 0 0,1 1 0 0 0,0 0 0 0 0,-1 0 0 0 0,1-1 0 0 0,0 1 0 0 0,-1 0 0 0 0,1-1-1 0 0,0 1 1 0 0,0 0 0 0 0,-1-1 0 0 0,1 1 0 0 0,0 0 0 0 0,0-1 0 0 0,0 1-1 0 0,-1 0 1 0 0,1-1 0 0 0,0 1 0 0 0,0-1 0 0 0,0 1 0 0 0,0-1 0 0 0,0 1 0 0 0,0 0-1 0 0,0-1 1 0 0,0 1 0 0 0,0-1 0 0 0,0 1 0 0 0,0 0 0 0 0,0-1 0 0 0,0 1 0 0 0,0-1-1 0 0,0 1 1 0 0,1 0 0 0 0,-1-1 0 0 0,0 1 0 0 0,1-1 0 0 0,12-13-1652 0 0,1 7 252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44:39.24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297 74 4448 0 0,'-3'-14'-298'0'0,"1"10"293"0"0,1 1 1 0 0,0 0-1 0 0,-1-1 1 0 0,0 1-1 0 0,0 0 1 0 0,0 0-1 0 0,0 0 1 0 0,-1 1-1 0 0,1-1 0 0 0,-1 0 1 0 0,1 1-1 0 0,-1 0 1 0 0,0-1-1 0 0,0 1 1 0 0,0 0-1 0 0,0 1 1 0 0,0-1-1 0 0,-7-2 1 0 0,3 2-11 0 0,1 0 1 0 0,-1 1-1 0 0,0 0 1 0 0,0 0-1 0 0,0 1 1 0 0,1 0-1 0 0,-1 0 1 0 0,0 1-1 0 0,-11 1 1 0 0,5 1-4 0 0,1 0 0 0 0,0 0 0 0 0,0 1 0 0 0,0 1 0 0 0,1 0 0 0 0,-1 1 0 0 0,1 0 0 0 0,0 0 0 0 0,1 1 1 0 0,-18 15-1 0 0,26-20 20 0 0,1-1 0 0 0,-1 1 1 0 0,1-1-1 0 0,0 1 0 0 0,-1 0 1 0 0,1-1-1 0 0,0 1 0 0 0,0 0 1 0 0,0 0-1 0 0,0 0 0 0 0,0 0 0 0 0,0 0 1 0 0,1 0-1 0 0,-1 0 0 0 0,1 0 1 0 0,-1 0-1 0 0,1 0 0 0 0,0 0 1 0 0,0 0-1 0 0,0 0 0 0 0,0 0 1 0 0,1 4-1 0 0,0-3 6 0 0,0 0 0 0 0,0-1 0 0 0,1 1 0 0 0,-1-1 0 0 0,1 1 0 0 0,0-1 0 0 0,-1 0-1 0 0,1 0 1 0 0,0 1 0 0 0,1-1 0 0 0,-1-1 0 0 0,0 1 0 0 0,0 0 0 0 0,4 2 0 0 0,4 1 16 0 0,0 0 0 0 0,1 0-1 0 0,-1-1 1 0 0,1 0 0 0 0,0-1 0 0 0,0 0 0 0 0,12 2-1 0 0,-12-4 46 0 0,0 1 0 0 0,0-2 0 0 0,0 1-1 0 0,0-2 1 0 0,0 1 0 0 0,0-1-1 0 0,0-1 1 0 0,0 0 0 0 0,0-1-1 0 0,-1 0 1 0 0,1 0 0 0 0,-1-1 0 0 0,0-1-1 0 0,0 0 1 0 0,0 0 0 0 0,16-12-1 0 0,-9 6 499 0 0,-16 24-334 0 0,-2-11-229 0 0,1 1 1 0 0,-1 0-1 0 0,1 0 1 0 0,0-1-1 0 0,0 1 1 0 0,0 0 0 0 0,1-1-1 0 0,-1 1 1 0 0,1 0-1 0 0,-1-1 1 0 0,1 1-1 0 0,0-1 1 0 0,1 4-1 0 0,3 0-14 0 0,-1 0 0 0 0,1 0-1 0 0,0 0 1 0 0,1 0 0 0 0,-1-1-1 0 0,1 0 1 0 0,0 0 0 0 0,1-1 0 0 0,-1 0-1 0 0,14 7 1 0 0,-10-7-558 0 0,-1 0-1 0 0,1-1 1 0 0,0 0-1 0 0,16 3 1 0 0,0-2-736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44:40.52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44 72 3988 0 0,'-4'-3'-56'0'0,"-22"-10"-428"0"0,23 12 470 0 0,-8 33-52 0 0,12-10 78 0 0,0-1 0 0 0,1 1 0 0 0,1-1 0 0 0,1 1 0 0 0,1-1 0 0 0,1-1 0 0 0,0 1 0 0 0,2-1 0 0 0,0 0 0 0 0,17 27 0 0 0,-11-21 37 0 0,-4-9 2202 0 0,-12-35-1209 0 0,-16-57-475 0 0,12 53-481 0 0,1 0 0 0 0,0-1 0 0 0,2 1 0 0 0,-1-29 0 0 0,3 29-94 0 0,2 0 0 0 0,0 0 0 0 0,1 1-1 0 0,1-1 1 0 0,7-21 0 0 0,-10 42-19 0 0,3 2-118 0 0,-1 0 141 0 0,1 0 0 0 0,-1 0 0 0 0,0 0 0 0 0,1 0 0 0 0,-1 1 0 0 0,0-1 0 0 0,0 1 0 0 0,0 0 0 0 0,0 0-1 0 0,0 0 1 0 0,-1 0 0 0 0,1 0 0 0 0,0 0 0 0 0,1 3 0 0 0,29 44-60 0 0,-25-37 70 0 0,129 188-38 0 0,-132-194 41 0 0,4 14 84 0 0,-8-19-51 0 0,-1-1-13 0 0,-1-1 1 0 0,0 1-1 0 0,0 0 1 0 0,0-1-1 0 0,0 0 1 0 0,1 1-1 0 0,-1-1 1 0 0,0 0-1 0 0,1 0 1 0 0,-1 0-1 0 0,1 0 1 0 0,-1 0-1 0 0,1 0 1 0 0,-1 0-1 0 0,1 0 1 0 0,-1-1-1 0 0,1 1 1 0 0,0-1-1 0 0,0 1 1 0 0,-1-2-1 0 0,-2-3 2 0 0,1 0 1 0 0,0 0-1 0 0,0-1 1 0 0,0 1-1 0 0,1-1 0 0 0,-2-6 1 0 0,1 3-22 0 0,1 1 0 0 0,0-1 0 0 0,1 0 0 0 0,0 0 0 0 0,1 0 0 0 0,0 0 0 0 0,1 1 1 0 0,-1-1-1 0 0,5-18 0 0 0,-3 23-18 0 0,1-1-1 0 0,-1 1 1 0 0,1 0 0 0 0,0 0 0 0 0,0 0 0 0 0,1 1-1 0 0,-1-1 1 0 0,1 1 0 0 0,0 0 0 0 0,0 0 0 0 0,1 0-1 0 0,-1 0 1 0 0,1 1 0 0 0,0-1 0 0 0,0 1-1 0 0,0 1 1 0 0,0-1 0 0 0,0 1 0 0 0,1 0 0 0 0,-1 0-1 0 0,1 0 1 0 0,-1 1 0 0 0,1 0 0 0 0,11-1 0 0 0,-10 1-3 0 0,-1 1 1 0 0,1 0 0 0 0,0 0 0 0 0,0 0 0 0 0,-1 1-1 0 0,1 0 1 0 0,0 1 0 0 0,-1-1 0 0 0,1 1-1 0 0,-1 1 1 0 0,0-1 0 0 0,1 1 0 0 0,-1 0 0 0 0,0 0-1 0 0,-1 1 1 0 0,1 0 0 0 0,-1 0 0 0 0,1 0-1 0 0,-1 1 1 0 0,-1 0 0 0 0,7 6 0 0 0,27 49-55 0 0,-32-47 70 0 0,2 0 0 0 0,0 0-1 0 0,0-1 1 0 0,1 0 0 0 0,1-1 0 0 0,0 1-1 0 0,0-2 1 0 0,15 12 0 0 0,-20-19 2 0 0,0-1 0 0 0,1 0 0 0 0,-1 0 0 0 0,1 0 0 0 0,-1-1 0 0 0,1 0-1 0 0,0 0 1 0 0,0 0 0 0 0,-1 0 0 0 0,1-1 0 0 0,0 0 0 0 0,0-1 0 0 0,0 1 0 0 0,-1-1 0 0 0,1 0 0 0 0,0 0 0 0 0,-1-1 0 0 0,1 0 0 0 0,-1 0 0 0 0,1 0 0 0 0,-1-1 0 0 0,0 1 0 0 0,0-1 0 0 0,6-4 0 0 0,4-3 6 0 0,-1-1 0 0 0,1 0-1 0 0,-2-1 1 0 0,0 0 0 0 0,0-1 0 0 0,16-22 0 0 0,-21 25-1 0 0,-4 5-3 0 0,0 1 1 0 0,-1-1-1 0 0,1 0 1 0 0,-1 0-1 0 0,0 0 1 0 0,-1 0-1 0 0,1-1 1 0 0,-1 1-1 0 0,0-1 0 0 0,0 0 1 0 0,-1 1-1 0 0,1-1 1 0 0,-1 0-1 0 0,0-10 1 0 0,-1 16-11 0 0,0-1 0 0 0,-1 0 0 0 0,1 1 0 0 0,0-1 0 0 0,-1 1 0 0 0,1-1 0 0 0,0 1 0 0 0,-1 0 0 0 0,1-1 0 0 0,-1 1 0 0 0,1-1 0 0 0,0 1 0 0 0,-1 0 0 0 0,1-1 0 0 0,-1 1 0 0 0,1 0 0 0 0,-1-1 0 0 0,0 1 0 0 0,1 0 0 0 0,-1 0 0 0 0,1-1 0 0 0,-1 1 0 0 0,1 0 0 0 0,-1 0 0 0 0,0 0 0 0 0,1 0 1 0 0,-1 0-1 0 0,1 0 0 0 0,-1 0 0 0 0,0 0 0 0 0,1 0 0 0 0,-1 0 0 0 0,0 1 0 0 0,-24 5-26 0 0,17-1 14 0 0,-1 1 0 0 0,1 0 0 0 0,0 1 0 0 0,1 0 0 0 0,-1 0 0 0 0,1 0 0 0 0,1 1 0 0 0,-1 0 0 0 0,-9 17 0 0 0,14-21 9 0 0,0 1 0 0 0,0 0 0 0 0,1-1 0 0 0,-1 1 0 0 0,1 0 0 0 0,0 0 1 0 0,0 0-1 0 0,1 0 0 0 0,-1 0 0 0 0,1 0 0 0 0,0 0 0 0 0,1 0 0 0 0,-1 0 0 0 0,1 0 0 0 0,0-1 0 0 0,0 1 0 0 0,0 0 0 0 0,1 0 0 0 0,0-1 0 0 0,0 1 1 0 0,0 0-1 0 0,0-1 0 0 0,4 5 0 0 0,6 7 9 0 0,1 0 0 0 0,0-2 0 0 0,1 1-1 0 0,0-2 1 0 0,2 0 0 0 0,-1-1 0 0 0,1 0 0 0 0,1-1 0 0 0,26 13 0 0 0,-13-10-91 0 0,0 0 1 0 0,1-2-1 0 0,0-2 1 0 0,62 13-1 0 0,-83-21-419 0 0,0-1 0 0 0,0 0 0 0 0,0-1 0 0 0,0 0 0 0 0,0-1-1 0 0,10-2 1 0 0,0-1-1957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44:40.80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 44 5845 0 0,'0'-1'-17'0'0,"-1"0"0"0"0,0 0 0 0 0,1 1 0 0 0,-1-1 0 0 0,0 0 0 0 0,1 0 0 0 0,-1 0 0 0 0,1 0 0 0 0,-1 0 0 0 0,1 0 0 0 0,0 0 0 0 0,-1 0 0 0 0,1 0 0 0 0,0 0 0 0 0,0 0 0 0 0,0 0 0 0 0,0-1 0 0 0,0 1 0 0 0,0 0 0 0 0,0 0 0 0 0,0 0 0 0 0,0 0 0 0 0,0 0 0 0 0,1 0 0 0 0,-1 0 0 0 0,0 0 0 0 0,1 0 0 0 0,-1 0 0 0 0,1 0 0 0 0,-1 0 0 0 0,1 0 0 0 0,0 0 0 0 0,-1 0 0 0 0,1 1 0 0 0,0-1 0 0 0,-1 0 0 0 0,1 0 0 0 0,0 1 0 0 0,0-1 0 0 0,0 0 0 0 0,0 1 0 0 0,0-1 0 0 0,0 1 0 0 0,0-1 0 0 0,0 1 0 0 0,0-1 0 0 0,0 1 0 0 0,0 0 0 0 0,0 0 0 0 0,0-1 0 0 0,0 1 0 0 0,0 0 0 0 0,0 0 0 0 0,2 0 0 0 0,3 0 5 0 0,-1-1-1 0 0,1 1 1 0 0,0 0-1 0 0,0 1 1 0 0,0 0-1 0 0,0 0 1 0 0,10 3-1 0 0,6 6-4 0 0,-1 2 0 0 0,0 0-1 0 0,-1 2 1 0 0,-1 0-1 0 0,0 1 1 0 0,-1 1 0 0 0,0 0-1 0 0,-1 2 1 0 0,-1 0-1 0 0,-1 1 1 0 0,-1 0-1 0 0,0 1 1 0 0,-2 1 0 0 0,0 0-1 0 0,9 25 1 0 0,-17-39 25 0 0,-2 0 1 0 0,1 1 0 0 0,-1 0 0 0 0,0-1-1 0 0,-1 1 1 0 0,0 0 0 0 0,0 0 0 0 0,-1 0-1 0 0,1 0 1 0 0,-2-1 0 0 0,1 1 0 0 0,-1 0-1 0 0,-1 0 1 0 0,1 0 0 0 0,-1-1 0 0 0,-1 1-1 0 0,1-1 1 0 0,-1 1 0 0 0,0-1 0 0 0,-1 0-1 0 0,0 0 1 0 0,0 0 0 0 0,-1-1-1 0 0,1 0 1 0 0,-1 1 0 0 0,-1-2 0 0 0,1 1-1 0 0,-1 0 1 0 0,0-1 0 0 0,0 0 0 0 0,-1-1-1 0 0,1 0 1 0 0,-1 0 0 0 0,0 0 0 0 0,0 0-1 0 0,-13 3 1 0 0,9-3-217 0 0,-1 0 0 0 0,0-1 0 0 0,0 0 0 0 0,0-1 0 0 0,0 0 0 0 0,0-1 0 0 0,0 0 0 0 0,-1-1 0 0 0,1 0 1 0 0,-13-3-1 0 0,-2-2-504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44:41.42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357 33 3404 0 0,'-1'-3'-16'0'0,"-1"1"-1"0"0,0-1 1 0 0,0 1-1 0 0,0 0 1 0 0,0-1-1 0 0,-1 1 1 0 0,1 1 0 0 0,-1-1-1 0 0,1 0 1 0 0,-1 0-1 0 0,0 1 1 0 0,1 0-1 0 0,-1-1 1 0 0,0 1-1 0 0,0 0 1 0 0,0 0-1 0 0,0 1 1 0 0,0-1-1 0 0,0 1 1 0 0,0-1-1 0 0,0 1 1 0 0,0 0-1 0 0,0 0 1 0 0,0 0 0 0 0,0 1-1 0 0,-1-1 1 0 0,1 1-1 0 0,0 0 1 0 0,1-1-1 0 0,-5 3 1 0 0,-9 2 10 0 0,1 1 0 0 0,0 0 0 0 0,0 1 1 0 0,-22 14-1 0 0,22-11 16 0 0,0 0 0 0 0,0 1 0 0 0,1 1 0 0 0,1 0 0 0 0,0 0 0 0 0,1 1 1 0 0,0 1-1 0 0,-18 28 0 0 0,25-34 2 0 0,1 0 0 0 0,0 1-1 0 0,0-1 1 0 0,1 1 0 0 0,0 0 0 0 0,0 0 0 0 0,1 0 0 0 0,1 1 0 0 0,-1-1 0 0 0,1 0 0 0 0,1 1-1 0 0,0-1 1 0 0,0 0 0 0 0,1 1 0 0 0,0-1 0 0 0,1 0 0 0 0,0 1 0 0 0,0-1 0 0 0,5 9 0 0 0,-1-2 25 0 0,2 0 1 0 0,0 0 0 0 0,1-1 0 0 0,0-1-1 0 0,1 0 1 0 0,1 0 0 0 0,0-1 0 0 0,1 0 0 0 0,0-1-1 0 0,1 0 1 0 0,1-1 0 0 0,0 0 0 0 0,17 9-1 0 0,2-1-385 0 0,0-2-1 0 0,1-1 0 0 0,1-2 1 0 0,0-1-1 0 0,42 8 0 0 0,-35-11-237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44:43.22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528 531 2404 0 0,'-6'4'3498'0'0,"-7"-24"-3246"0"0,1 0 1 0 0,-16-35-1 0 0,-12-24 61 0 0,8 28-164 0 0,-3 2 0 0 0,-1 2-1 0 0,-3 1 1 0 0,-63-60 0 0 0,46 51-75 0 0,54 53-96 0 0,2 2 18 0 0,0 0 1 0 0,0 0-1 0 0,0-1 0 0 0,0 1 1 0 0,0 0-1 0 0,-1 0 1 0 0,1 0-1 0 0,0-1 0 0 0,0 1 1 0 0,0 0-1 0 0,0 0 0 0 0,0 0 1 0 0,-1-1-1 0 0,1 1 0 0 0,0 0 1 0 0,0 0-1 0 0,0 0 1 0 0,-1 0-1 0 0,1 0 0 0 0,0-1 1 0 0,0 1-1 0 0,0 0 0 0 0,-1 0 1 0 0,1 0-1 0 0,0 0 0 0 0,0 0 1 0 0,-1 0-1 0 0,1 0 1 0 0,0 0-1 0 0,0 0 0 0 0,-1 0 1 0 0,1 0-1 0 0,0 0 0 0 0,0 0 1 0 0,-1 0-1 0 0,1 0 0 0 0,0 0 1 0 0,0 0-1 0 0,-1 0 1 0 0,1 1-1 0 0,0-1 0 0 0,0 0 1 0 0,0 0-1 0 0,-1 0 0 0 0,1 0 1 0 0,-7 7 2 0 0,-1 0-1 0 0,2 0 1 0 0,-1 0 0 0 0,1 1 0 0 0,0 0 0 0 0,1 0-1 0 0,0 0 1 0 0,0 1 0 0 0,1 0 0 0 0,-7 18 0 0 0,-19 32 29 0 0,12-26 1865 0 0,23-46-1837 0 0,0 0 0 0 0,1 1-1 0 0,0 0 1 0 0,1 1 0 0 0,1-1 0 0 0,-1 1 0 0 0,2 0 0 0 0,-1 1 0 0 0,18-16-1 0 0,-20 21-52 0 0,1-1 0 0 0,0 1 0 0 0,0 1 0 0 0,0-1 0 0 0,1 1 0 0 0,-1 0-1 0 0,1 1 1 0 0,0 0 0 0 0,0 0 0 0 0,0 1 0 0 0,0 0 0 0 0,0 0 0 0 0,1 1-1 0 0,-1 0 1 0 0,1 0 0 0 0,-1 1 0 0 0,14 1 0 0 0,22 8-88 0 0,0 1 0 0 0,-1 2 1 0 0,69 29-1 0 0,-43-15-925 0 0,-60-24 205 0 0,1 1-1 0 0,0-1 0 0 0,-1-1 1 0 0,21 1-1 0 0,-29-2 734 0 0,26 0-2742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44:44.53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1133 211 6229 0 0,'0'0'-291'0'0,"-19"-13"-1207"0"0,-19 4 1345 0 0,1 1 0 0 0,-1 2 0 0 0,-45-1-1 0 0,-122 3 295 0 0,165 5-152 0 0,-39-1 53 0 0,-1 4-1 0 0,-84 15 1 0 0,136-15-31 0 0,0 2 0 0 0,1 1 0 0 0,0 2 0 0 0,1 0 1 0 0,0 2-1 0 0,0 0 0 0 0,1 2 0 0 0,1 1 0 0 0,-33 24 0 0 0,51-34-11 0 0,1 1 0 0 0,0 0 0 0 0,0 0 0 0 0,0 0 0 0 0,0 1 0 0 0,1 0-1 0 0,0 0 1 0 0,0 0 0 0 0,-4 9 0 0 0,7-13 1 0 0,0 0 0 0 0,1 0-1 0 0,-1 1 1 0 0,1-1 0 0 0,-1 0-1 0 0,1 1 1 0 0,0-1 0 0 0,0 1-1 0 0,0-1 1 0 0,0 0 0 0 0,0 1 0 0 0,1-1-1 0 0,-1 0 1 0 0,1 1 0 0 0,-1-1-1 0 0,1 0 1 0 0,0 1 0 0 0,0-1-1 0 0,0 0 1 0 0,0 0 0 0 0,0 0-1 0 0,1 0 1 0 0,-1 0 0 0 0,0 0 0 0 0,1 0-1 0 0,0 0 1 0 0,-1-1 0 0 0,1 1-1 0 0,0-1 1 0 0,0 1 0 0 0,2 1-1 0 0,19 11 14 0 0,0 0 0 0 0,1-1-1 0 0,0-2 1 0 0,0 0-1 0 0,2-1 1 0 0,-1-2-1 0 0,34 7 1 0 0,189 22 22 0 0,-235-35-35 0 0,1048 52 201 0 0,-920-51-155 0 0,238 9 72 0 0,770-13 187 0 0,-795-41 8 0 0,-276 27 0 0 0,0-3-1 0 0,108-42 1 0 0,-177 57-261 0 0,67-32 579 0 0,-73 34-587 0 0,0-1-1 0 0,1 0 0 0 0,-1 0 1 0 0,0 0-1 0 0,0 0 0 0 0,0-1 1 0 0,-1 1-1 0 0,1-1 0 0 0,0 0 0 0 0,-1 0 1 0 0,0 0-1 0 0,0 0 0 0 0,0 0 1 0 0,0 0-1 0 0,0-1 0 0 0,-1 1 0 0 0,1 0 1 0 0,1-6-1 0 0,-4 6-26 0 0,1 0 0 0 0,-1 0 0 0 0,0 0 0 0 0,0 0 0 0 0,0 1 0 0 0,0-1 0 0 0,0 0 0 0 0,-1 0 0 0 0,1 1 0 0 0,-1-1 0 0 0,0 0 0 0 0,0 1 0 0 0,0 0 0 0 0,0-1 0 0 0,0 1 0 0 0,0 0 0 0 0,-1 0 0 0 0,1 0 0 0 0,-1 1 0 0 0,1-1 0 0 0,-6-2 0 0 0,-60-31 124 0 0,5 11-82 0 0,-1 2 1 0 0,-1 3-1 0 0,-75-11 0 0 0,-203-16 20 0 0,261 37-60 0 0,-766-54-5 0 0,-27-3-8 0 0,552 22-56 0 0,320 43-101 0 0,0 1-1 0 0,0 0 1 0 0,0 0 0 0 0,0 0 0 0 0,0 0-1 0 0,0 0 1 0 0,0 0 0 0 0,0 1-1 0 0,0 0 1 0 0,0-1 0 0 0,0 1-1 0 0,0 0 1 0 0,0 1 0 0 0,0-1-1 0 0,0 0 1 0 0,1 1 0 0 0,-1 0-1 0 0,1-1 1 0 0,-5 5 0 0 0,31 10-3656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44:45.62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4964 0 0,'0'0'-176'0'0,"9"15"242"0"0,135 185-163 0 0,-67-99 103 0 0,-8-11-1 0 0,57 86 187 0 0,-125-174-290 0 0,1 2-87 0 0,1 0 0 0 0,-1-1-1 0 0,1 2 1 0 0,-1-1-1 0 0,-1 0 1 0 0,1 0 0 0 0,0 1-1 0 0,-1-1 1 0 0,0 0-1 0 0,0 1 1 0 0,0 5 0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44:46.22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81 75 3464 0 0,'1'-17'185'0'0,"-2"7"52"0"0,-2 10 5 0 0,-8 14-229 0 0,0 1 0 0 0,1 1 0 0 0,1-1-1 0 0,1 1 1 0 0,0 1 0 0 0,1-1 0 0 0,-5 19-1 0 0,11-16 1571 0 0,10-26-339 0 0,-1-1-1477 0 0,122-128 1196 0 0,-123 129-947 0 0,0 1-1 0 0,1-1 1 0 0,0 2 0 0 0,0-1-1 0 0,1 1 1 0 0,-1 0-1 0 0,1 1 1 0 0,13-5-1 0 0,-15 7-17 0 0,0 1 0 0 0,0 0 1 0 0,0 0-1 0 0,0 1 0 0 0,-1 0 0 0 0,1 0 0 0 0,0 1 0 0 0,0 0 0 0 0,0 0 0 0 0,0 0 0 0 0,-1 1 0 0 0,1 0 0 0 0,6 3 0 0 0,155 70 77 0 0,-78-32-854 0 0,-87-43 624 0 0,11 10-5030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44:47.53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56 44 5048 0 0,'-3'-1'3'0'0,"1"1"0"0"0,0-1 0 0 0,0 0 0 0 0,0 0 0 0 0,0 0 0 0 0,0 0 0 0 0,0 0 0 0 0,1 0 0 0 0,-1-1 0 0 0,0 1 0 0 0,1-1 0 0 0,-4-2-1 0 0,11 0-3 0 0,1 0-1 0 0,-1 1 0 0 0,0 0 0 0 0,1 1 0 0 0,0-1 0 0 0,0 1 0 0 0,0 1 0 0 0,0-1 1 0 0,0 1-1 0 0,0 0 0 0 0,0 1 0 0 0,0 0 0 0 0,1 0 0 0 0,-1 0 0 0 0,7 2 0 0 0,5 0-12 0 0,1 1-1 0 0,-1 1 0 0 0,0 0 1 0 0,29 11-1 0 0,-47-15 14 0 0,0 0-1 0 0,0 1 0 0 0,0-1 1 0 0,0 0-1 0 0,0 0 1 0 0,0 1-1 0 0,0-1 0 0 0,-1 0 1 0 0,1 1-1 0 0,0-1 1 0 0,0 1-1 0 0,0-1 1 0 0,0 1-1 0 0,-1 0 0 0 0,1-1 1 0 0,0 1-1 0 0,-1 0 1 0 0,1 0-1 0 0,0-1 0 0 0,-1 1 1 0 0,1 0-1 0 0,-1 0 1 0 0,1 0-1 0 0,-1 0 1 0 0,0 0-1 0 0,1-1 0 0 0,-1 1 1 0 0,0 0-1 0 0,1 0 1 0 0,-1 0-1 0 0,0 0 0 0 0,0 2 1 0 0,-1-1 0 0 0,0 0-1 0 0,0-1 1 0 0,-1 1 0 0 0,1 0 0 0 0,0-1-1 0 0,-1 1 1 0 0,1-1 0 0 0,-1 1-1 0 0,0-1 1 0 0,1 0 0 0 0,-1 0 0 0 0,0 1-1 0 0,0-1 1 0 0,-2 0 0 0 0,-71 28-27 0 0,-113 16 189 0 0,186-45-122 0 0,164 37 258 0 0,-156-35-295 0 0,28 4 2 0 0,-1 3-1 0 0,1 1 1 0 0,-2 1 0 0 0,56 28-1 0 0,-84-37-6 0 0,-2-1 4 0 0,-1-1 1 0 0,0 1-1 0 0,0 0 0 0 0,1 0 0 0 0,-1 0 1 0 0,0 0-1 0 0,0 0 0 0 0,0 0 1 0 0,0 0-1 0 0,0 0 0 0 0,0 0 0 0 0,0 0 1 0 0,0 1-1 0 0,1 1 0 0 0,-4-1 4 0 0,1-1-1 0 0,-1 1 1 0 0,0 0-1 0 0,0 0 0 0 0,0-1 1 0 0,0 1-1 0 0,0-1 1 0 0,0 0-1 0 0,0 1 1 0 0,0-1-1 0 0,0 0 1 0 0,-3 1-1 0 0,-29 4 64 0 0,0-1-1 0 0,-1-2 1 0 0,1-1 0 0 0,-63-6-1 0 0,13 2 114 0 0,81 2-223 0 0,0 0 0 0 0,0 0 0 0 0,0 0 0 0 0,0 0 0 0 0,0-1 0 0 0,0 0 0 0 0,0 1 0 0 0,0-1 1 0 0,0 0-1 0 0,0 0 0 0 0,0-1 0 0 0,0 1 0 0 0,1 0 0 0 0,-1-1 0 0 0,1 0 0 0 0,-1 0 0 0 0,-2-2 0 0 0,13-13-2350 0 0,0 4 1401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16T01:44:48.49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627 134 3704 0 0,'-12'-25'-459'0'0,"5"19"471"0"0,0 0-1 0 0,0 1 1 0 0,0-1 0 0 0,-1 1-1 0 0,1 0 1 0 0,-1 1-1 0 0,0 0 1 0 0,-1 1 0 0 0,1-1-1 0 0,-15-3 1 0 0,9 3 175 0 0,0-1 0 0 0,1 0 0 0 0,-14-9-1 0 0,18 10-77 0 0,0 1-1 0 0,0 0 0 0 0,0 0 1 0 0,-1 1-1 0 0,-15-2 0 0 0,6 0 63 0 0,17 4-134 0 0,-7-1 15 0 0,1 0 0 0 0,0 1 0 0 0,-1 0-1 0 0,-13 1 1 0 0,22-1-54 0 0,-15 4 15 0 0,0-1-1 0 0,0 2 1 0 0,1 0-1 0 0,-1 1 1 0 0,2 0-1 0 0,-1 1 1 0 0,1 0-1 0 0,0 1 1 0 0,0 1-1 0 0,-22 20 1 0 0,24-21-4 0 0,1 0-6 0 0,1 0 0 0 0,0 0 0 0 0,0 1 0 0 0,1 0 1 0 0,0 0-1 0 0,1 1 0 0 0,0 0 0 0 0,0 1 0 0 0,1-1 0 0 0,1 1 0 0 0,-1 0 1 0 0,2 1-1 0 0,0-1 0 0 0,0 1 0 0 0,1 0 0 0 0,0 0 0 0 0,1 0 1 0 0,1 0-1 0 0,0 0 0 0 0,0 1 0 0 0,1-1 0 0 0,1 0 0 0 0,0 0 0 0 0,1 1 1 0 0,0-1-1 0 0,1 0 0 0 0,0 0 0 0 0,1-1 0 0 0,0 1 0 0 0,1-1 0 0 0,0 0 1 0 0,1 0-1 0 0,0 0 0 0 0,1-1 0 0 0,0 0 0 0 0,0 0 0 0 0,1-1 1 0 0,1 0-1 0 0,13 12 0 0 0,3-2 9 0 0,1 0 1 0 0,1-2 0 0 0,1-1-1 0 0,0-2 1 0 0,1 0-1 0 0,0-2 1 0 0,34 9 0 0 0,-12-6 85 0 0,1-3 1 0 0,0-2-1 0 0,79 5 1 0 0,-117-14 13 0 0,0-1 0 0 0,0-1 0 0 0,0 0 0 0 0,-1-1 1 0 0,1 0-1 0 0,0-1 0 0 0,-1 0 0 0 0,0-1 0 0 0,0-1 1 0 0,0 0-1 0 0,0-1 0 0 0,19-12 0 0 0,-14 5-23 0 0,-1 0 0 0 0,-1-1-1 0 0,0 0 1 0 0,-1-1 0 0 0,-1-1-1 0 0,0 0 1 0 0,17-29 0 0 0,-22 32-47 0 0,0-1 0 0 0,-1 0 0 0 0,-1 0 0 0 0,0-1 0 0 0,-1 0 0 0 0,-1 0 1 0 0,-1 0-1 0 0,6-31 0 0 0,-9 37-28 0 0,-1 0 0 0 0,0 0-1 0 0,0 0 1 0 0,-1 1 0 0 0,0-1 0 0 0,0 0 0 0 0,-1 0 0 0 0,0 1 0 0 0,-1-1 0 0 0,0 1-1 0 0,0 0 1 0 0,-1 0 0 0 0,0 0 0 0 0,0 0 0 0 0,-1 1 0 0 0,0-1 0 0 0,-11-11-1 0 0,2 4-1 0 0,-2 1-1 0 0,0 0 0 0 0,0 2 0 0 0,-1-1 0 0 0,-1 2 0 0 0,0 0 0 0 0,-1 2 0 0 0,0 0 1 0 0,-36-12-1 0 0,-13 1-213 0 0,-106-16 1 0 0,148 31 47 0 0,7 5-360 0 0,-5-3-3799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4.png"/><Relationship Id="rId117" Type="http://schemas.openxmlformats.org/officeDocument/2006/relationships/customXml" Target="../ink/ink58.xml"/><Relationship Id="rId21" Type="http://schemas.openxmlformats.org/officeDocument/2006/relationships/customXml" Target="../ink/ink10.xml"/><Relationship Id="rId42" Type="http://schemas.openxmlformats.org/officeDocument/2006/relationships/image" Target="../media/image22.png"/><Relationship Id="rId47" Type="http://schemas.openxmlformats.org/officeDocument/2006/relationships/customXml" Target="../ink/ink23.xml"/><Relationship Id="rId63" Type="http://schemas.openxmlformats.org/officeDocument/2006/relationships/customXml" Target="../ink/ink31.xml"/><Relationship Id="rId68" Type="http://schemas.openxmlformats.org/officeDocument/2006/relationships/image" Target="../media/image35.png"/><Relationship Id="rId84" Type="http://schemas.openxmlformats.org/officeDocument/2006/relationships/image" Target="../media/image43.png"/><Relationship Id="rId89" Type="http://schemas.openxmlformats.org/officeDocument/2006/relationships/customXml" Target="../ink/ink44.xml"/><Relationship Id="rId112" Type="http://schemas.openxmlformats.org/officeDocument/2006/relationships/image" Target="../media/image57.png"/><Relationship Id="rId16" Type="http://schemas.openxmlformats.org/officeDocument/2006/relationships/image" Target="../media/image9.png"/><Relationship Id="rId107" Type="http://schemas.openxmlformats.org/officeDocument/2006/relationships/customXml" Target="../ink/ink53.xml"/><Relationship Id="rId11" Type="http://schemas.openxmlformats.org/officeDocument/2006/relationships/customXml" Target="../ink/ink5.xml"/><Relationship Id="rId24" Type="http://schemas.openxmlformats.org/officeDocument/2006/relationships/image" Target="../media/image13.png"/><Relationship Id="rId32" Type="http://schemas.openxmlformats.org/officeDocument/2006/relationships/image" Target="../media/image17.png"/><Relationship Id="rId37" Type="http://schemas.openxmlformats.org/officeDocument/2006/relationships/customXml" Target="../ink/ink18.xml"/><Relationship Id="rId40" Type="http://schemas.openxmlformats.org/officeDocument/2006/relationships/image" Target="../media/image21.png"/><Relationship Id="rId45" Type="http://schemas.openxmlformats.org/officeDocument/2006/relationships/customXml" Target="../ink/ink22.xml"/><Relationship Id="rId53" Type="http://schemas.openxmlformats.org/officeDocument/2006/relationships/customXml" Target="../ink/ink26.xml"/><Relationship Id="rId58" Type="http://schemas.openxmlformats.org/officeDocument/2006/relationships/image" Target="../media/image30.png"/><Relationship Id="rId66" Type="http://schemas.openxmlformats.org/officeDocument/2006/relationships/image" Target="../media/image34.png"/><Relationship Id="rId74" Type="http://schemas.openxmlformats.org/officeDocument/2006/relationships/image" Target="../media/image38.png"/><Relationship Id="rId79" Type="http://schemas.openxmlformats.org/officeDocument/2006/relationships/customXml" Target="../ink/ink39.xml"/><Relationship Id="rId87" Type="http://schemas.openxmlformats.org/officeDocument/2006/relationships/customXml" Target="../ink/ink43.xml"/><Relationship Id="rId102" Type="http://schemas.openxmlformats.org/officeDocument/2006/relationships/image" Target="../media/image52.png"/><Relationship Id="rId110" Type="http://schemas.openxmlformats.org/officeDocument/2006/relationships/image" Target="../media/image56.png"/><Relationship Id="rId115" Type="http://schemas.openxmlformats.org/officeDocument/2006/relationships/customXml" Target="../ink/ink57.xml"/><Relationship Id="rId5" Type="http://schemas.openxmlformats.org/officeDocument/2006/relationships/customXml" Target="../ink/ink2.xml"/><Relationship Id="rId61" Type="http://schemas.openxmlformats.org/officeDocument/2006/relationships/customXml" Target="../ink/ink30.xml"/><Relationship Id="rId82" Type="http://schemas.openxmlformats.org/officeDocument/2006/relationships/image" Target="../media/image42.png"/><Relationship Id="rId90" Type="http://schemas.openxmlformats.org/officeDocument/2006/relationships/image" Target="../media/image46.png"/><Relationship Id="rId95" Type="http://schemas.openxmlformats.org/officeDocument/2006/relationships/customXml" Target="../ink/ink47.xml"/><Relationship Id="rId19" Type="http://schemas.openxmlformats.org/officeDocument/2006/relationships/customXml" Target="../ink/ink9.xml"/><Relationship Id="rId14" Type="http://schemas.openxmlformats.org/officeDocument/2006/relationships/image" Target="../media/image8.png"/><Relationship Id="rId22" Type="http://schemas.openxmlformats.org/officeDocument/2006/relationships/image" Target="../media/image12.png"/><Relationship Id="rId27" Type="http://schemas.openxmlformats.org/officeDocument/2006/relationships/customXml" Target="../ink/ink13.xml"/><Relationship Id="rId30" Type="http://schemas.openxmlformats.org/officeDocument/2006/relationships/image" Target="../media/image16.png"/><Relationship Id="rId35" Type="http://schemas.openxmlformats.org/officeDocument/2006/relationships/customXml" Target="../ink/ink17.xml"/><Relationship Id="rId43" Type="http://schemas.openxmlformats.org/officeDocument/2006/relationships/customXml" Target="../ink/ink21.xml"/><Relationship Id="rId48" Type="http://schemas.openxmlformats.org/officeDocument/2006/relationships/image" Target="../media/image25.png"/><Relationship Id="rId56" Type="http://schemas.openxmlformats.org/officeDocument/2006/relationships/image" Target="../media/image29.png"/><Relationship Id="rId64" Type="http://schemas.openxmlformats.org/officeDocument/2006/relationships/image" Target="../media/image33.png"/><Relationship Id="rId69" Type="http://schemas.openxmlformats.org/officeDocument/2006/relationships/customXml" Target="../ink/ink34.xml"/><Relationship Id="rId77" Type="http://schemas.openxmlformats.org/officeDocument/2006/relationships/customXml" Target="../ink/ink38.xml"/><Relationship Id="rId100" Type="http://schemas.openxmlformats.org/officeDocument/2006/relationships/image" Target="../media/image51.png"/><Relationship Id="rId105" Type="http://schemas.openxmlformats.org/officeDocument/2006/relationships/customXml" Target="../ink/ink52.xml"/><Relationship Id="rId113" Type="http://schemas.openxmlformats.org/officeDocument/2006/relationships/customXml" Target="../ink/ink56.xml"/><Relationship Id="rId118" Type="http://schemas.openxmlformats.org/officeDocument/2006/relationships/image" Target="../media/image60.png"/><Relationship Id="rId8" Type="http://schemas.openxmlformats.org/officeDocument/2006/relationships/image" Target="../media/image5.png"/><Relationship Id="rId51" Type="http://schemas.openxmlformats.org/officeDocument/2006/relationships/customXml" Target="../ink/ink25.xml"/><Relationship Id="rId72" Type="http://schemas.openxmlformats.org/officeDocument/2006/relationships/image" Target="../media/image37.png"/><Relationship Id="rId80" Type="http://schemas.openxmlformats.org/officeDocument/2006/relationships/image" Target="../media/image41.png"/><Relationship Id="rId85" Type="http://schemas.openxmlformats.org/officeDocument/2006/relationships/customXml" Target="../ink/ink42.xml"/><Relationship Id="rId93" Type="http://schemas.openxmlformats.org/officeDocument/2006/relationships/customXml" Target="../ink/ink46.xml"/><Relationship Id="rId98" Type="http://schemas.openxmlformats.org/officeDocument/2006/relationships/image" Target="../media/image50.png"/><Relationship Id="rId3" Type="http://schemas.openxmlformats.org/officeDocument/2006/relationships/customXml" Target="../ink/ink1.xml"/><Relationship Id="rId12" Type="http://schemas.openxmlformats.org/officeDocument/2006/relationships/image" Target="../media/image7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38" Type="http://schemas.openxmlformats.org/officeDocument/2006/relationships/image" Target="../media/image20.png"/><Relationship Id="rId46" Type="http://schemas.openxmlformats.org/officeDocument/2006/relationships/image" Target="../media/image24.png"/><Relationship Id="rId59" Type="http://schemas.openxmlformats.org/officeDocument/2006/relationships/customXml" Target="../ink/ink29.xml"/><Relationship Id="rId67" Type="http://schemas.openxmlformats.org/officeDocument/2006/relationships/customXml" Target="../ink/ink33.xml"/><Relationship Id="rId103" Type="http://schemas.openxmlformats.org/officeDocument/2006/relationships/customXml" Target="../ink/ink51.xml"/><Relationship Id="rId108" Type="http://schemas.openxmlformats.org/officeDocument/2006/relationships/image" Target="../media/image55.png"/><Relationship Id="rId116" Type="http://schemas.openxmlformats.org/officeDocument/2006/relationships/image" Target="../media/image59.png"/><Relationship Id="rId20" Type="http://schemas.openxmlformats.org/officeDocument/2006/relationships/image" Target="../media/image11.png"/><Relationship Id="rId41" Type="http://schemas.openxmlformats.org/officeDocument/2006/relationships/customXml" Target="../ink/ink20.xml"/><Relationship Id="rId54" Type="http://schemas.openxmlformats.org/officeDocument/2006/relationships/image" Target="../media/image28.png"/><Relationship Id="rId62" Type="http://schemas.openxmlformats.org/officeDocument/2006/relationships/image" Target="../media/image32.png"/><Relationship Id="rId70" Type="http://schemas.openxmlformats.org/officeDocument/2006/relationships/image" Target="../media/image36.png"/><Relationship Id="rId75" Type="http://schemas.openxmlformats.org/officeDocument/2006/relationships/customXml" Target="../ink/ink37.xml"/><Relationship Id="rId83" Type="http://schemas.openxmlformats.org/officeDocument/2006/relationships/customXml" Target="../ink/ink41.xml"/><Relationship Id="rId88" Type="http://schemas.openxmlformats.org/officeDocument/2006/relationships/image" Target="../media/image45.png"/><Relationship Id="rId91" Type="http://schemas.openxmlformats.org/officeDocument/2006/relationships/customXml" Target="../ink/ink45.xml"/><Relationship Id="rId96" Type="http://schemas.openxmlformats.org/officeDocument/2006/relationships/image" Target="../media/image49.png"/><Relationship Id="rId111" Type="http://schemas.openxmlformats.org/officeDocument/2006/relationships/customXml" Target="../ink/ink5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5.png"/><Relationship Id="rId36" Type="http://schemas.openxmlformats.org/officeDocument/2006/relationships/image" Target="../media/image19.png"/><Relationship Id="rId49" Type="http://schemas.openxmlformats.org/officeDocument/2006/relationships/customXml" Target="../ink/ink24.xml"/><Relationship Id="rId57" Type="http://schemas.openxmlformats.org/officeDocument/2006/relationships/customXml" Target="../ink/ink28.xml"/><Relationship Id="rId106" Type="http://schemas.openxmlformats.org/officeDocument/2006/relationships/image" Target="../media/image54.png"/><Relationship Id="rId114" Type="http://schemas.openxmlformats.org/officeDocument/2006/relationships/image" Target="../media/image58.png"/><Relationship Id="rId119" Type="http://schemas.openxmlformats.org/officeDocument/2006/relationships/customXml" Target="../ink/ink59.xml"/><Relationship Id="rId10" Type="http://schemas.openxmlformats.org/officeDocument/2006/relationships/image" Target="../media/image6.png"/><Relationship Id="rId31" Type="http://schemas.openxmlformats.org/officeDocument/2006/relationships/customXml" Target="../ink/ink15.xml"/><Relationship Id="rId44" Type="http://schemas.openxmlformats.org/officeDocument/2006/relationships/image" Target="../media/image23.png"/><Relationship Id="rId52" Type="http://schemas.openxmlformats.org/officeDocument/2006/relationships/image" Target="../media/image27.png"/><Relationship Id="rId60" Type="http://schemas.openxmlformats.org/officeDocument/2006/relationships/image" Target="../media/image31.png"/><Relationship Id="rId65" Type="http://schemas.openxmlformats.org/officeDocument/2006/relationships/customXml" Target="../ink/ink32.xml"/><Relationship Id="rId73" Type="http://schemas.openxmlformats.org/officeDocument/2006/relationships/customXml" Target="../ink/ink36.xml"/><Relationship Id="rId78" Type="http://schemas.openxmlformats.org/officeDocument/2006/relationships/image" Target="../media/image40.png"/><Relationship Id="rId81" Type="http://schemas.openxmlformats.org/officeDocument/2006/relationships/customXml" Target="../ink/ink40.xml"/><Relationship Id="rId86" Type="http://schemas.openxmlformats.org/officeDocument/2006/relationships/image" Target="../media/image44.png"/><Relationship Id="rId94" Type="http://schemas.openxmlformats.org/officeDocument/2006/relationships/image" Target="../media/image48.png"/><Relationship Id="rId99" Type="http://schemas.openxmlformats.org/officeDocument/2006/relationships/customXml" Target="../ink/ink49.xml"/><Relationship Id="rId101" Type="http://schemas.openxmlformats.org/officeDocument/2006/relationships/customXml" Target="../ink/ink50.xml"/><Relationship Id="rId4" Type="http://schemas.openxmlformats.org/officeDocument/2006/relationships/image" Target="../media/image3.png"/><Relationship Id="rId9" Type="http://schemas.openxmlformats.org/officeDocument/2006/relationships/customXml" Target="../ink/ink4.xml"/><Relationship Id="rId13" Type="http://schemas.openxmlformats.org/officeDocument/2006/relationships/customXml" Target="../ink/ink6.xml"/><Relationship Id="rId18" Type="http://schemas.openxmlformats.org/officeDocument/2006/relationships/image" Target="../media/image10.png"/><Relationship Id="rId39" Type="http://schemas.openxmlformats.org/officeDocument/2006/relationships/customXml" Target="../ink/ink19.xml"/><Relationship Id="rId109" Type="http://schemas.openxmlformats.org/officeDocument/2006/relationships/customXml" Target="../ink/ink54.xml"/><Relationship Id="rId34" Type="http://schemas.openxmlformats.org/officeDocument/2006/relationships/image" Target="../media/image18.png"/><Relationship Id="rId50" Type="http://schemas.openxmlformats.org/officeDocument/2006/relationships/image" Target="../media/image26.png"/><Relationship Id="rId55" Type="http://schemas.openxmlformats.org/officeDocument/2006/relationships/customXml" Target="../ink/ink27.xml"/><Relationship Id="rId76" Type="http://schemas.openxmlformats.org/officeDocument/2006/relationships/image" Target="../media/image39.png"/><Relationship Id="rId97" Type="http://schemas.openxmlformats.org/officeDocument/2006/relationships/customXml" Target="../ink/ink48.xml"/><Relationship Id="rId104" Type="http://schemas.openxmlformats.org/officeDocument/2006/relationships/image" Target="../media/image53.png"/><Relationship Id="rId120" Type="http://schemas.openxmlformats.org/officeDocument/2006/relationships/image" Target="../media/image61.png"/><Relationship Id="rId7" Type="http://schemas.openxmlformats.org/officeDocument/2006/relationships/customXml" Target="../ink/ink3.xml"/><Relationship Id="rId71" Type="http://schemas.openxmlformats.org/officeDocument/2006/relationships/customXml" Target="../ink/ink35.xml"/><Relationship Id="rId92" Type="http://schemas.openxmlformats.org/officeDocument/2006/relationships/image" Target="../media/image47.png"/><Relationship Id="rId2" Type="http://schemas.openxmlformats.org/officeDocument/2006/relationships/image" Target="../media/image2.png"/><Relationship Id="rId29" Type="http://schemas.openxmlformats.org/officeDocument/2006/relationships/customXml" Target="../ink/ink14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5.xml"/><Relationship Id="rId18" Type="http://schemas.openxmlformats.org/officeDocument/2006/relationships/image" Target="../media/image70.png"/><Relationship Id="rId26" Type="http://schemas.openxmlformats.org/officeDocument/2006/relationships/image" Target="../media/image74.png"/><Relationship Id="rId39" Type="http://schemas.openxmlformats.org/officeDocument/2006/relationships/customXml" Target="../ink/ink78.xml"/><Relationship Id="rId21" Type="http://schemas.openxmlformats.org/officeDocument/2006/relationships/customXml" Target="../ink/ink69.xml"/><Relationship Id="rId34" Type="http://schemas.openxmlformats.org/officeDocument/2006/relationships/image" Target="../media/image78.png"/><Relationship Id="rId42" Type="http://schemas.openxmlformats.org/officeDocument/2006/relationships/image" Target="../media/image82.png"/><Relationship Id="rId47" Type="http://schemas.openxmlformats.org/officeDocument/2006/relationships/customXml" Target="../ink/ink82.xml"/><Relationship Id="rId50" Type="http://schemas.openxmlformats.org/officeDocument/2006/relationships/image" Target="../media/image86.png"/><Relationship Id="rId55" Type="http://schemas.openxmlformats.org/officeDocument/2006/relationships/customXml" Target="../ink/ink86.xml"/><Relationship Id="rId7" Type="http://schemas.openxmlformats.org/officeDocument/2006/relationships/customXml" Target="../ink/ink62.xml"/><Relationship Id="rId12" Type="http://schemas.openxmlformats.org/officeDocument/2006/relationships/image" Target="../media/image67.png"/><Relationship Id="rId17" Type="http://schemas.openxmlformats.org/officeDocument/2006/relationships/customXml" Target="../ink/ink67.xml"/><Relationship Id="rId25" Type="http://schemas.openxmlformats.org/officeDocument/2006/relationships/customXml" Target="../ink/ink71.xml"/><Relationship Id="rId33" Type="http://schemas.openxmlformats.org/officeDocument/2006/relationships/customXml" Target="../ink/ink75.xml"/><Relationship Id="rId38" Type="http://schemas.openxmlformats.org/officeDocument/2006/relationships/image" Target="../media/image80.png"/><Relationship Id="rId46" Type="http://schemas.openxmlformats.org/officeDocument/2006/relationships/image" Target="../media/image84.png"/><Relationship Id="rId2" Type="http://schemas.openxmlformats.org/officeDocument/2006/relationships/image" Target="../media/image62.png"/><Relationship Id="rId16" Type="http://schemas.openxmlformats.org/officeDocument/2006/relationships/image" Target="../media/image69.png"/><Relationship Id="rId20" Type="http://schemas.openxmlformats.org/officeDocument/2006/relationships/image" Target="../media/image71.png"/><Relationship Id="rId29" Type="http://schemas.openxmlformats.org/officeDocument/2006/relationships/customXml" Target="../ink/ink73.xml"/><Relationship Id="rId41" Type="http://schemas.openxmlformats.org/officeDocument/2006/relationships/customXml" Target="../ink/ink79.xml"/><Relationship Id="rId54" Type="http://schemas.openxmlformats.org/officeDocument/2006/relationships/image" Target="../media/image8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11" Type="http://schemas.openxmlformats.org/officeDocument/2006/relationships/customXml" Target="../ink/ink64.xml"/><Relationship Id="rId24" Type="http://schemas.openxmlformats.org/officeDocument/2006/relationships/image" Target="../media/image73.png"/><Relationship Id="rId32" Type="http://schemas.openxmlformats.org/officeDocument/2006/relationships/image" Target="../media/image77.png"/><Relationship Id="rId37" Type="http://schemas.openxmlformats.org/officeDocument/2006/relationships/customXml" Target="../ink/ink77.xml"/><Relationship Id="rId40" Type="http://schemas.openxmlformats.org/officeDocument/2006/relationships/image" Target="../media/image81.png"/><Relationship Id="rId45" Type="http://schemas.openxmlformats.org/officeDocument/2006/relationships/customXml" Target="../ink/ink81.xml"/><Relationship Id="rId53" Type="http://schemas.openxmlformats.org/officeDocument/2006/relationships/customXml" Target="../ink/ink85.xml"/><Relationship Id="rId5" Type="http://schemas.openxmlformats.org/officeDocument/2006/relationships/customXml" Target="../ink/ink61.xml"/><Relationship Id="rId15" Type="http://schemas.openxmlformats.org/officeDocument/2006/relationships/customXml" Target="../ink/ink66.xml"/><Relationship Id="rId23" Type="http://schemas.openxmlformats.org/officeDocument/2006/relationships/customXml" Target="../ink/ink70.xml"/><Relationship Id="rId28" Type="http://schemas.openxmlformats.org/officeDocument/2006/relationships/image" Target="../media/image75.png"/><Relationship Id="rId36" Type="http://schemas.openxmlformats.org/officeDocument/2006/relationships/image" Target="../media/image79.png"/><Relationship Id="rId49" Type="http://schemas.openxmlformats.org/officeDocument/2006/relationships/customXml" Target="../ink/ink83.xml"/><Relationship Id="rId10" Type="http://schemas.openxmlformats.org/officeDocument/2006/relationships/image" Target="../media/image66.png"/><Relationship Id="rId19" Type="http://schemas.openxmlformats.org/officeDocument/2006/relationships/customXml" Target="../ink/ink68.xml"/><Relationship Id="rId31" Type="http://schemas.openxmlformats.org/officeDocument/2006/relationships/customXml" Target="../ink/ink74.xml"/><Relationship Id="rId44" Type="http://schemas.openxmlformats.org/officeDocument/2006/relationships/image" Target="../media/image83.png"/><Relationship Id="rId52" Type="http://schemas.openxmlformats.org/officeDocument/2006/relationships/image" Target="../media/image87.png"/><Relationship Id="rId4" Type="http://schemas.openxmlformats.org/officeDocument/2006/relationships/image" Target="../media/image63.png"/><Relationship Id="rId9" Type="http://schemas.openxmlformats.org/officeDocument/2006/relationships/customXml" Target="../ink/ink63.xml"/><Relationship Id="rId14" Type="http://schemas.openxmlformats.org/officeDocument/2006/relationships/image" Target="../media/image68.png"/><Relationship Id="rId22" Type="http://schemas.openxmlformats.org/officeDocument/2006/relationships/image" Target="../media/image72.png"/><Relationship Id="rId27" Type="http://schemas.openxmlformats.org/officeDocument/2006/relationships/customXml" Target="../ink/ink72.xml"/><Relationship Id="rId30" Type="http://schemas.openxmlformats.org/officeDocument/2006/relationships/image" Target="../media/image76.png"/><Relationship Id="rId35" Type="http://schemas.openxmlformats.org/officeDocument/2006/relationships/customXml" Target="../ink/ink76.xml"/><Relationship Id="rId43" Type="http://schemas.openxmlformats.org/officeDocument/2006/relationships/customXml" Target="../ink/ink80.xml"/><Relationship Id="rId48" Type="http://schemas.openxmlformats.org/officeDocument/2006/relationships/image" Target="../media/image85.png"/><Relationship Id="rId56" Type="http://schemas.openxmlformats.org/officeDocument/2006/relationships/image" Target="../media/image89.png"/><Relationship Id="rId8" Type="http://schemas.openxmlformats.org/officeDocument/2006/relationships/image" Target="../media/image65.png"/><Relationship Id="rId51" Type="http://schemas.openxmlformats.org/officeDocument/2006/relationships/customXml" Target="../ink/ink84.xml"/><Relationship Id="rId3" Type="http://schemas.openxmlformats.org/officeDocument/2006/relationships/customXml" Target="../ink/ink60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customXml" Target="../ink/ink92.xml"/><Relationship Id="rId18" Type="http://schemas.openxmlformats.org/officeDocument/2006/relationships/image" Target="../media/image98.png"/><Relationship Id="rId26" Type="http://schemas.openxmlformats.org/officeDocument/2006/relationships/image" Target="../media/image102.png"/><Relationship Id="rId39" Type="http://schemas.openxmlformats.org/officeDocument/2006/relationships/customXml" Target="../ink/ink105.xml"/><Relationship Id="rId3" Type="http://schemas.openxmlformats.org/officeDocument/2006/relationships/customXml" Target="../ink/ink87.xml"/><Relationship Id="rId21" Type="http://schemas.openxmlformats.org/officeDocument/2006/relationships/customXml" Target="../ink/ink96.xml"/><Relationship Id="rId34" Type="http://schemas.openxmlformats.org/officeDocument/2006/relationships/image" Target="../media/image106.png"/><Relationship Id="rId42" Type="http://schemas.openxmlformats.org/officeDocument/2006/relationships/image" Target="../media/image110.png"/><Relationship Id="rId47" Type="http://schemas.openxmlformats.org/officeDocument/2006/relationships/customXml" Target="../ink/ink109.xml"/><Relationship Id="rId50" Type="http://schemas.openxmlformats.org/officeDocument/2006/relationships/image" Target="../media/image114.png"/><Relationship Id="rId7" Type="http://schemas.openxmlformats.org/officeDocument/2006/relationships/customXml" Target="../ink/ink89.xml"/><Relationship Id="rId12" Type="http://schemas.openxmlformats.org/officeDocument/2006/relationships/image" Target="../media/image95.png"/><Relationship Id="rId17" Type="http://schemas.openxmlformats.org/officeDocument/2006/relationships/customXml" Target="../ink/ink94.xml"/><Relationship Id="rId25" Type="http://schemas.openxmlformats.org/officeDocument/2006/relationships/customXml" Target="../ink/ink98.xml"/><Relationship Id="rId33" Type="http://schemas.openxmlformats.org/officeDocument/2006/relationships/customXml" Target="../ink/ink102.xml"/><Relationship Id="rId38" Type="http://schemas.openxmlformats.org/officeDocument/2006/relationships/image" Target="../media/image108.png"/><Relationship Id="rId46" Type="http://schemas.openxmlformats.org/officeDocument/2006/relationships/image" Target="../media/image112.png"/><Relationship Id="rId2" Type="http://schemas.openxmlformats.org/officeDocument/2006/relationships/image" Target="../media/image90.png"/><Relationship Id="rId16" Type="http://schemas.openxmlformats.org/officeDocument/2006/relationships/image" Target="../media/image97.png"/><Relationship Id="rId20" Type="http://schemas.openxmlformats.org/officeDocument/2006/relationships/image" Target="../media/image99.png"/><Relationship Id="rId29" Type="http://schemas.openxmlformats.org/officeDocument/2006/relationships/customXml" Target="../ink/ink100.xml"/><Relationship Id="rId41" Type="http://schemas.openxmlformats.org/officeDocument/2006/relationships/customXml" Target="../ink/ink10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2.png"/><Relationship Id="rId11" Type="http://schemas.openxmlformats.org/officeDocument/2006/relationships/customXml" Target="../ink/ink91.xml"/><Relationship Id="rId24" Type="http://schemas.openxmlformats.org/officeDocument/2006/relationships/image" Target="../media/image101.png"/><Relationship Id="rId32" Type="http://schemas.openxmlformats.org/officeDocument/2006/relationships/image" Target="../media/image105.png"/><Relationship Id="rId37" Type="http://schemas.openxmlformats.org/officeDocument/2006/relationships/customXml" Target="../ink/ink104.xml"/><Relationship Id="rId40" Type="http://schemas.openxmlformats.org/officeDocument/2006/relationships/image" Target="../media/image109.png"/><Relationship Id="rId45" Type="http://schemas.openxmlformats.org/officeDocument/2006/relationships/customXml" Target="../ink/ink108.xml"/><Relationship Id="rId5" Type="http://schemas.openxmlformats.org/officeDocument/2006/relationships/customXml" Target="../ink/ink88.xml"/><Relationship Id="rId15" Type="http://schemas.openxmlformats.org/officeDocument/2006/relationships/customXml" Target="../ink/ink93.xml"/><Relationship Id="rId23" Type="http://schemas.openxmlformats.org/officeDocument/2006/relationships/customXml" Target="../ink/ink97.xml"/><Relationship Id="rId28" Type="http://schemas.openxmlformats.org/officeDocument/2006/relationships/image" Target="../media/image103.png"/><Relationship Id="rId36" Type="http://schemas.openxmlformats.org/officeDocument/2006/relationships/image" Target="../media/image107.png"/><Relationship Id="rId49" Type="http://schemas.openxmlformats.org/officeDocument/2006/relationships/customXml" Target="../ink/ink110.xml"/><Relationship Id="rId10" Type="http://schemas.openxmlformats.org/officeDocument/2006/relationships/image" Target="../media/image94.png"/><Relationship Id="rId19" Type="http://schemas.openxmlformats.org/officeDocument/2006/relationships/customXml" Target="../ink/ink95.xml"/><Relationship Id="rId31" Type="http://schemas.openxmlformats.org/officeDocument/2006/relationships/customXml" Target="../ink/ink101.xml"/><Relationship Id="rId44" Type="http://schemas.openxmlformats.org/officeDocument/2006/relationships/image" Target="../media/image111.png"/><Relationship Id="rId52" Type="http://schemas.openxmlformats.org/officeDocument/2006/relationships/image" Target="../media/image115.png"/><Relationship Id="rId4" Type="http://schemas.openxmlformats.org/officeDocument/2006/relationships/image" Target="../media/image91.png"/><Relationship Id="rId9" Type="http://schemas.openxmlformats.org/officeDocument/2006/relationships/customXml" Target="../ink/ink90.xml"/><Relationship Id="rId14" Type="http://schemas.openxmlformats.org/officeDocument/2006/relationships/image" Target="../media/image96.png"/><Relationship Id="rId22" Type="http://schemas.openxmlformats.org/officeDocument/2006/relationships/image" Target="../media/image100.png"/><Relationship Id="rId27" Type="http://schemas.openxmlformats.org/officeDocument/2006/relationships/customXml" Target="../ink/ink99.xml"/><Relationship Id="rId30" Type="http://schemas.openxmlformats.org/officeDocument/2006/relationships/image" Target="../media/image104.png"/><Relationship Id="rId35" Type="http://schemas.openxmlformats.org/officeDocument/2006/relationships/customXml" Target="../ink/ink103.xml"/><Relationship Id="rId43" Type="http://schemas.openxmlformats.org/officeDocument/2006/relationships/customXml" Target="../ink/ink107.xml"/><Relationship Id="rId48" Type="http://schemas.openxmlformats.org/officeDocument/2006/relationships/image" Target="../media/image113.png"/><Relationship Id="rId8" Type="http://schemas.openxmlformats.org/officeDocument/2006/relationships/image" Target="../media/image93.png"/><Relationship Id="rId51" Type="http://schemas.openxmlformats.org/officeDocument/2006/relationships/customXml" Target="../ink/ink111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17.xml"/><Relationship Id="rId18" Type="http://schemas.openxmlformats.org/officeDocument/2006/relationships/image" Target="../media/image124.png"/><Relationship Id="rId26" Type="http://schemas.openxmlformats.org/officeDocument/2006/relationships/image" Target="../media/image128.png"/><Relationship Id="rId39" Type="http://schemas.openxmlformats.org/officeDocument/2006/relationships/customXml" Target="../ink/ink130.xml"/><Relationship Id="rId21" Type="http://schemas.openxmlformats.org/officeDocument/2006/relationships/customXml" Target="../ink/ink121.xml"/><Relationship Id="rId34" Type="http://schemas.openxmlformats.org/officeDocument/2006/relationships/image" Target="../media/image132.png"/><Relationship Id="rId42" Type="http://schemas.openxmlformats.org/officeDocument/2006/relationships/image" Target="../media/image136.png"/><Relationship Id="rId47" Type="http://schemas.openxmlformats.org/officeDocument/2006/relationships/customXml" Target="../ink/ink134.xml"/><Relationship Id="rId50" Type="http://schemas.openxmlformats.org/officeDocument/2006/relationships/image" Target="../media/image140.png"/><Relationship Id="rId55" Type="http://schemas.openxmlformats.org/officeDocument/2006/relationships/customXml" Target="../ink/ink138.xml"/><Relationship Id="rId63" Type="http://schemas.openxmlformats.org/officeDocument/2006/relationships/customXml" Target="../ink/ink142.xml"/><Relationship Id="rId68" Type="http://schemas.openxmlformats.org/officeDocument/2006/relationships/image" Target="../media/image149.png"/><Relationship Id="rId7" Type="http://schemas.openxmlformats.org/officeDocument/2006/relationships/customXml" Target="../ink/ink114.xml"/><Relationship Id="rId2" Type="http://schemas.openxmlformats.org/officeDocument/2006/relationships/image" Target="../media/image116.png"/><Relationship Id="rId16" Type="http://schemas.openxmlformats.org/officeDocument/2006/relationships/image" Target="../media/image123.png"/><Relationship Id="rId29" Type="http://schemas.openxmlformats.org/officeDocument/2006/relationships/customXml" Target="../ink/ink1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8.png"/><Relationship Id="rId11" Type="http://schemas.openxmlformats.org/officeDocument/2006/relationships/customXml" Target="../ink/ink116.xml"/><Relationship Id="rId24" Type="http://schemas.openxmlformats.org/officeDocument/2006/relationships/image" Target="../media/image127.png"/><Relationship Id="rId32" Type="http://schemas.openxmlformats.org/officeDocument/2006/relationships/image" Target="../media/image131.png"/><Relationship Id="rId37" Type="http://schemas.openxmlformats.org/officeDocument/2006/relationships/customXml" Target="../ink/ink129.xml"/><Relationship Id="rId40" Type="http://schemas.openxmlformats.org/officeDocument/2006/relationships/image" Target="../media/image135.png"/><Relationship Id="rId45" Type="http://schemas.openxmlformats.org/officeDocument/2006/relationships/customXml" Target="../ink/ink133.xml"/><Relationship Id="rId53" Type="http://schemas.openxmlformats.org/officeDocument/2006/relationships/customXml" Target="../ink/ink137.xml"/><Relationship Id="rId58" Type="http://schemas.openxmlformats.org/officeDocument/2006/relationships/image" Target="../media/image144.png"/><Relationship Id="rId66" Type="http://schemas.openxmlformats.org/officeDocument/2006/relationships/image" Target="../media/image148.png"/><Relationship Id="rId5" Type="http://schemas.openxmlformats.org/officeDocument/2006/relationships/customXml" Target="../ink/ink113.xml"/><Relationship Id="rId15" Type="http://schemas.openxmlformats.org/officeDocument/2006/relationships/customXml" Target="../ink/ink118.xml"/><Relationship Id="rId23" Type="http://schemas.openxmlformats.org/officeDocument/2006/relationships/customXml" Target="../ink/ink122.xml"/><Relationship Id="rId28" Type="http://schemas.openxmlformats.org/officeDocument/2006/relationships/image" Target="../media/image129.png"/><Relationship Id="rId36" Type="http://schemas.openxmlformats.org/officeDocument/2006/relationships/image" Target="../media/image133.png"/><Relationship Id="rId49" Type="http://schemas.openxmlformats.org/officeDocument/2006/relationships/customXml" Target="../ink/ink135.xml"/><Relationship Id="rId57" Type="http://schemas.openxmlformats.org/officeDocument/2006/relationships/customXml" Target="../ink/ink139.xml"/><Relationship Id="rId61" Type="http://schemas.openxmlformats.org/officeDocument/2006/relationships/customXml" Target="../ink/ink141.xml"/><Relationship Id="rId10" Type="http://schemas.openxmlformats.org/officeDocument/2006/relationships/image" Target="../media/image120.png"/><Relationship Id="rId19" Type="http://schemas.openxmlformats.org/officeDocument/2006/relationships/customXml" Target="../ink/ink120.xml"/><Relationship Id="rId31" Type="http://schemas.openxmlformats.org/officeDocument/2006/relationships/customXml" Target="../ink/ink126.xml"/><Relationship Id="rId44" Type="http://schemas.openxmlformats.org/officeDocument/2006/relationships/image" Target="../media/image137.png"/><Relationship Id="rId52" Type="http://schemas.openxmlformats.org/officeDocument/2006/relationships/image" Target="../media/image141.png"/><Relationship Id="rId60" Type="http://schemas.openxmlformats.org/officeDocument/2006/relationships/image" Target="../media/image145.png"/><Relationship Id="rId65" Type="http://schemas.openxmlformats.org/officeDocument/2006/relationships/customXml" Target="../ink/ink143.xml"/><Relationship Id="rId4" Type="http://schemas.openxmlformats.org/officeDocument/2006/relationships/image" Target="../media/image117.png"/><Relationship Id="rId9" Type="http://schemas.openxmlformats.org/officeDocument/2006/relationships/customXml" Target="../ink/ink115.xml"/><Relationship Id="rId14" Type="http://schemas.openxmlformats.org/officeDocument/2006/relationships/image" Target="../media/image122.png"/><Relationship Id="rId22" Type="http://schemas.openxmlformats.org/officeDocument/2006/relationships/image" Target="../media/image126.png"/><Relationship Id="rId27" Type="http://schemas.openxmlformats.org/officeDocument/2006/relationships/customXml" Target="../ink/ink124.xml"/><Relationship Id="rId30" Type="http://schemas.openxmlformats.org/officeDocument/2006/relationships/image" Target="../media/image130.png"/><Relationship Id="rId35" Type="http://schemas.openxmlformats.org/officeDocument/2006/relationships/customXml" Target="../ink/ink128.xml"/><Relationship Id="rId43" Type="http://schemas.openxmlformats.org/officeDocument/2006/relationships/customXml" Target="../ink/ink132.xml"/><Relationship Id="rId48" Type="http://schemas.openxmlformats.org/officeDocument/2006/relationships/image" Target="../media/image139.png"/><Relationship Id="rId56" Type="http://schemas.openxmlformats.org/officeDocument/2006/relationships/image" Target="../media/image143.png"/><Relationship Id="rId64" Type="http://schemas.openxmlformats.org/officeDocument/2006/relationships/image" Target="../media/image147.png"/><Relationship Id="rId69" Type="http://schemas.openxmlformats.org/officeDocument/2006/relationships/customXml" Target="../ink/ink145.xml"/><Relationship Id="rId8" Type="http://schemas.openxmlformats.org/officeDocument/2006/relationships/image" Target="../media/image119.png"/><Relationship Id="rId51" Type="http://schemas.openxmlformats.org/officeDocument/2006/relationships/customXml" Target="../ink/ink136.xml"/><Relationship Id="rId3" Type="http://schemas.openxmlformats.org/officeDocument/2006/relationships/customXml" Target="../ink/ink112.xml"/><Relationship Id="rId12" Type="http://schemas.openxmlformats.org/officeDocument/2006/relationships/image" Target="../media/image121.png"/><Relationship Id="rId17" Type="http://schemas.openxmlformats.org/officeDocument/2006/relationships/customXml" Target="../ink/ink119.xml"/><Relationship Id="rId25" Type="http://schemas.openxmlformats.org/officeDocument/2006/relationships/customXml" Target="../ink/ink123.xml"/><Relationship Id="rId33" Type="http://schemas.openxmlformats.org/officeDocument/2006/relationships/customXml" Target="../ink/ink127.xml"/><Relationship Id="rId38" Type="http://schemas.openxmlformats.org/officeDocument/2006/relationships/image" Target="../media/image134.png"/><Relationship Id="rId46" Type="http://schemas.openxmlformats.org/officeDocument/2006/relationships/image" Target="../media/image138.png"/><Relationship Id="rId59" Type="http://schemas.openxmlformats.org/officeDocument/2006/relationships/customXml" Target="../ink/ink140.xml"/><Relationship Id="rId67" Type="http://schemas.openxmlformats.org/officeDocument/2006/relationships/customXml" Target="../ink/ink144.xml"/><Relationship Id="rId20" Type="http://schemas.openxmlformats.org/officeDocument/2006/relationships/image" Target="../media/image125.png"/><Relationship Id="rId41" Type="http://schemas.openxmlformats.org/officeDocument/2006/relationships/customXml" Target="../ink/ink131.xml"/><Relationship Id="rId54" Type="http://schemas.openxmlformats.org/officeDocument/2006/relationships/image" Target="../media/image142.png"/><Relationship Id="rId62" Type="http://schemas.openxmlformats.org/officeDocument/2006/relationships/image" Target="../media/image146.png"/><Relationship Id="rId70" Type="http://schemas.openxmlformats.org/officeDocument/2006/relationships/image" Target="../media/image15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A0014C9-0F3E-1AD8-D7FF-BDB101C1C65C}"/>
              </a:ext>
            </a:extLst>
          </p:cNvPr>
          <p:cNvSpPr txBox="1">
            <a:spLocks/>
          </p:cNvSpPr>
          <p:nvPr/>
        </p:nvSpPr>
        <p:spPr>
          <a:xfrm>
            <a:off x="2250333" y="1380744"/>
            <a:ext cx="5985363" cy="18196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Tableau</a:t>
            </a:r>
            <a:endParaRPr lang="en-US" sz="3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C6EFC-43BD-49E2-BDB7-B10B1E485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AA57C0-6DA9-FC00-941B-E6E2CDF57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9736" y="428543"/>
            <a:ext cx="8301324" cy="642945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58D5D0E-3534-8D62-78CD-DE27CA6D595C}"/>
                  </a:ext>
                </a:extLst>
              </p14:cNvPr>
              <p14:cNvContentPartPr/>
              <p14:nvPr/>
            </p14:nvContentPartPr>
            <p14:xfrm>
              <a:off x="4142304" y="3624336"/>
              <a:ext cx="122760" cy="1090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58D5D0E-3534-8D62-78CD-DE27CA6D595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24304" y="3606336"/>
                <a:ext cx="158400" cy="14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73CF7F5-C548-91F3-4845-C80636B01E6F}"/>
                  </a:ext>
                </a:extLst>
              </p14:cNvPr>
              <p14:cNvContentPartPr/>
              <p14:nvPr/>
            </p14:nvContentPartPr>
            <p14:xfrm>
              <a:off x="-166896" y="2787696"/>
              <a:ext cx="10080" cy="820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73CF7F5-C548-91F3-4845-C80636B01E6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184536" y="2769696"/>
                <a:ext cx="45720" cy="11772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AE0E17A5-EB6B-E45B-E2EA-1D10A01528D6}"/>
              </a:ext>
            </a:extLst>
          </p:cNvPr>
          <p:cNvGrpSpPr/>
          <p:nvPr/>
        </p:nvGrpSpPr>
        <p:grpSpPr>
          <a:xfrm>
            <a:off x="3862944" y="3507336"/>
            <a:ext cx="5069880" cy="631800"/>
            <a:chOff x="3862944" y="3507336"/>
            <a:chExt cx="5069880" cy="63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EADAFB4-2BE9-7AEC-92D3-01C88F1ECDEE}"/>
                    </a:ext>
                  </a:extLst>
                </p14:cNvPr>
                <p14:cNvContentPartPr/>
                <p14:nvPr/>
              </p14:nvContentPartPr>
              <p14:xfrm>
                <a:off x="3862944" y="3575016"/>
                <a:ext cx="244800" cy="2419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EADAFB4-2BE9-7AEC-92D3-01C88F1ECDE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844944" y="3557376"/>
                  <a:ext cx="28044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BD9E0B2-5A7C-3263-7DA6-CB70AF48636A}"/>
                    </a:ext>
                  </a:extLst>
                </p14:cNvPr>
                <p14:cNvContentPartPr/>
                <p14:nvPr/>
              </p14:nvContentPartPr>
              <p14:xfrm>
                <a:off x="4060224" y="3804696"/>
                <a:ext cx="525960" cy="1663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BD9E0B2-5A7C-3263-7DA6-CB70AF48636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042584" y="3786696"/>
                  <a:ext cx="56160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885B4DB-770D-A647-8ABA-03293FDDA27C}"/>
                    </a:ext>
                  </a:extLst>
                </p14:cNvPr>
                <p14:cNvContentPartPr/>
                <p14:nvPr/>
              </p14:nvContentPartPr>
              <p14:xfrm>
                <a:off x="4721184" y="3753936"/>
                <a:ext cx="174240" cy="2368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885B4DB-770D-A647-8ABA-03293FDDA27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703184" y="3735936"/>
                  <a:ext cx="20988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98F1030-2108-369D-A66A-C68159C23783}"/>
                    </a:ext>
                  </a:extLst>
                </p14:cNvPr>
                <p14:cNvContentPartPr/>
                <p14:nvPr/>
              </p14:nvContentPartPr>
              <p14:xfrm>
                <a:off x="4966344" y="3875976"/>
                <a:ext cx="20520" cy="885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98F1030-2108-369D-A66A-C68159C23783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948704" y="3858336"/>
                  <a:ext cx="5616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37EEAA9-FFA2-B8F8-C5F4-95EA5837CB05}"/>
                    </a:ext>
                  </a:extLst>
                </p14:cNvPr>
                <p14:cNvContentPartPr/>
                <p14:nvPr/>
              </p14:nvContentPartPr>
              <p14:xfrm>
                <a:off x="5020344" y="3800016"/>
                <a:ext cx="13680" cy="270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37EEAA9-FFA2-B8F8-C5F4-95EA5837CB05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002344" y="3782376"/>
                  <a:ext cx="4932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CE5AA77-68BF-49C6-8B96-E8EB77B03E2F}"/>
                    </a:ext>
                  </a:extLst>
                </p14:cNvPr>
                <p14:cNvContentPartPr/>
                <p14:nvPr/>
              </p14:nvContentPartPr>
              <p14:xfrm>
                <a:off x="5052384" y="3884616"/>
                <a:ext cx="164160" cy="849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CE5AA77-68BF-49C6-8B96-E8EB77B03E2F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034744" y="3866616"/>
                  <a:ext cx="19980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7A0C030-D0BE-2865-0B7C-C111D2E6D10E}"/>
                    </a:ext>
                  </a:extLst>
                </p14:cNvPr>
                <p14:cNvContentPartPr/>
                <p14:nvPr/>
              </p14:nvContentPartPr>
              <p14:xfrm>
                <a:off x="5224104" y="3877776"/>
                <a:ext cx="186120" cy="1065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7A0C030-D0BE-2865-0B7C-C111D2E6D10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206464" y="3860136"/>
                  <a:ext cx="22176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6EA981B-157F-E3FA-0D96-0F1A42D56DA8}"/>
                    </a:ext>
                  </a:extLst>
                </p14:cNvPr>
                <p14:cNvContentPartPr/>
                <p14:nvPr/>
              </p14:nvContentPartPr>
              <p14:xfrm>
                <a:off x="5422464" y="3889296"/>
                <a:ext cx="183240" cy="1094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6EA981B-157F-E3FA-0D96-0F1A42D56DA8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404824" y="3871656"/>
                  <a:ext cx="21888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68545CB-C0CE-DF76-0657-AFF59737442B}"/>
                    </a:ext>
                  </a:extLst>
                </p14:cNvPr>
                <p14:cNvContentPartPr/>
                <p14:nvPr/>
              </p14:nvContentPartPr>
              <p14:xfrm>
                <a:off x="5647824" y="3906576"/>
                <a:ext cx="157680" cy="1141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68545CB-C0CE-DF76-0657-AFF59737442B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629824" y="3888936"/>
                  <a:ext cx="19332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0678BE0-1A5A-BF11-6B05-BF58574CDA53}"/>
                    </a:ext>
                  </a:extLst>
                </p14:cNvPr>
                <p14:cNvContentPartPr/>
                <p14:nvPr/>
              </p14:nvContentPartPr>
              <p14:xfrm>
                <a:off x="5847264" y="3899736"/>
                <a:ext cx="224640" cy="907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0678BE0-1A5A-BF11-6B05-BF58574CDA53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829264" y="3881736"/>
                  <a:ext cx="26028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2FD213D-CC59-3F62-A295-2555EFE87C71}"/>
                    </a:ext>
                  </a:extLst>
                </p14:cNvPr>
                <p14:cNvContentPartPr/>
                <p14:nvPr/>
              </p14:nvContentPartPr>
              <p14:xfrm>
                <a:off x="5998824" y="3747816"/>
                <a:ext cx="164520" cy="2253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2FD213D-CC59-3F62-A295-2555EFE87C71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980824" y="3729816"/>
                  <a:ext cx="20016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E28E31A-E57C-03BA-0EE5-19B3940017C9}"/>
                    </a:ext>
                  </a:extLst>
                </p14:cNvPr>
                <p14:cNvContentPartPr/>
                <p14:nvPr/>
              </p14:nvContentPartPr>
              <p14:xfrm>
                <a:off x="6131304" y="3891816"/>
                <a:ext cx="246600" cy="2336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E28E31A-E57C-03BA-0EE5-19B3940017C9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113304" y="3873816"/>
                  <a:ext cx="28224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13D7140-FDC3-4833-A972-7ACB54FFA066}"/>
                    </a:ext>
                  </a:extLst>
                </p14:cNvPr>
                <p14:cNvContentPartPr/>
                <p14:nvPr/>
              </p14:nvContentPartPr>
              <p14:xfrm>
                <a:off x="6475824" y="3864816"/>
                <a:ext cx="273960" cy="1116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13D7140-FDC3-4833-A972-7ACB54FFA066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458184" y="3847176"/>
                  <a:ext cx="30960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40F1D77-8B0F-F655-75AD-D0AEEA7A1AC3}"/>
                    </a:ext>
                  </a:extLst>
                </p14:cNvPr>
                <p14:cNvContentPartPr/>
                <p14:nvPr/>
              </p14:nvContentPartPr>
              <p14:xfrm>
                <a:off x="6879024" y="3841416"/>
                <a:ext cx="287280" cy="1533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40F1D77-8B0F-F655-75AD-D0AEEA7A1AC3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861024" y="3823776"/>
                  <a:ext cx="32292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D0F1B1F-10F7-963D-7252-C72CF4B1ADB8}"/>
                    </a:ext>
                  </a:extLst>
                </p14:cNvPr>
                <p14:cNvContentPartPr/>
                <p14:nvPr/>
              </p14:nvContentPartPr>
              <p14:xfrm>
                <a:off x="7072344" y="3813336"/>
                <a:ext cx="254160" cy="1483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D0F1B1F-10F7-963D-7252-C72CF4B1ADB8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054704" y="3795696"/>
                  <a:ext cx="28980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F302744-43E3-B335-BD3D-ABEEA33B03F2}"/>
                    </a:ext>
                  </a:extLst>
                </p14:cNvPr>
                <p14:cNvContentPartPr/>
                <p14:nvPr/>
              </p14:nvContentPartPr>
              <p14:xfrm>
                <a:off x="7354584" y="3864816"/>
                <a:ext cx="203400" cy="1058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F302744-43E3-B335-BD3D-ABEEA33B03F2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336584" y="3847176"/>
                  <a:ext cx="23904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75AC9F5-1846-31E4-8309-82F1F9958C21}"/>
                    </a:ext>
                  </a:extLst>
                </p14:cNvPr>
                <p14:cNvContentPartPr/>
                <p14:nvPr/>
              </p14:nvContentPartPr>
              <p14:xfrm>
                <a:off x="7502544" y="3760416"/>
                <a:ext cx="510480" cy="2098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75AC9F5-1846-31E4-8309-82F1F9958C21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484544" y="3742776"/>
                  <a:ext cx="54612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1CF0D4E-EB63-F81F-40AE-7C9C48942E1D}"/>
                    </a:ext>
                  </a:extLst>
                </p14:cNvPr>
                <p14:cNvContentPartPr/>
                <p14:nvPr/>
              </p14:nvContentPartPr>
              <p14:xfrm>
                <a:off x="7624584" y="3821256"/>
                <a:ext cx="217440" cy="190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1CF0D4E-EB63-F81F-40AE-7C9C48942E1D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606944" y="3803616"/>
                  <a:ext cx="25308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D87477C-272A-FF4A-DBC9-E9FD63CC2CFE}"/>
                    </a:ext>
                  </a:extLst>
                </p14:cNvPr>
                <p14:cNvContentPartPr/>
                <p14:nvPr/>
              </p14:nvContentPartPr>
              <p14:xfrm>
                <a:off x="8135784" y="3681936"/>
                <a:ext cx="206280" cy="2394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D87477C-272A-FF4A-DBC9-E9FD63CC2CFE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118144" y="3663936"/>
                  <a:ext cx="24192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244D06E-FE69-C814-6369-28E4EC4E525A}"/>
                    </a:ext>
                  </a:extLst>
                </p14:cNvPr>
                <p14:cNvContentPartPr/>
                <p14:nvPr/>
              </p14:nvContentPartPr>
              <p14:xfrm>
                <a:off x="8363304" y="3837456"/>
                <a:ext cx="36720" cy="640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244D06E-FE69-C814-6369-28E4EC4E525A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345304" y="3819456"/>
                  <a:ext cx="7236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E388C16-4D62-B31D-70F3-6D3A50775CB2}"/>
                    </a:ext>
                  </a:extLst>
                </p14:cNvPr>
                <p14:cNvContentPartPr/>
                <p14:nvPr/>
              </p14:nvContentPartPr>
              <p14:xfrm>
                <a:off x="8365104" y="3747456"/>
                <a:ext cx="15480" cy="432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E388C16-4D62-B31D-70F3-6D3A50775CB2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347104" y="3729816"/>
                  <a:ext cx="5112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4712F34-F9D6-3B2F-9A91-6A6DA37FB5CE}"/>
                    </a:ext>
                  </a:extLst>
                </p14:cNvPr>
                <p14:cNvContentPartPr/>
                <p14:nvPr/>
              </p14:nvContentPartPr>
              <p14:xfrm>
                <a:off x="8432064" y="3844296"/>
                <a:ext cx="129960" cy="990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4712F34-F9D6-3B2F-9A91-6A6DA37FB5CE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414064" y="3826296"/>
                  <a:ext cx="16560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67AF11A-DFF8-CB13-8AB9-AE305518308C}"/>
                    </a:ext>
                  </a:extLst>
                </p14:cNvPr>
                <p14:cNvContentPartPr/>
                <p14:nvPr/>
              </p14:nvContentPartPr>
              <p14:xfrm>
                <a:off x="8585424" y="3831336"/>
                <a:ext cx="167400" cy="1087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67AF11A-DFF8-CB13-8AB9-AE305518308C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567424" y="3813336"/>
                  <a:ext cx="20304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2713F0F-D981-3379-27E8-94EC16744C50}"/>
                    </a:ext>
                  </a:extLst>
                </p14:cNvPr>
                <p14:cNvContentPartPr/>
                <p14:nvPr/>
              </p14:nvContentPartPr>
              <p14:xfrm>
                <a:off x="8923824" y="3896136"/>
                <a:ext cx="9000" cy="25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2713F0F-D981-3379-27E8-94EC16744C50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906184" y="3878136"/>
                  <a:ext cx="4464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40947F4-D5E9-1214-3D29-F229396B1126}"/>
                    </a:ext>
                  </a:extLst>
                </p14:cNvPr>
                <p14:cNvContentPartPr/>
                <p14:nvPr/>
              </p14:nvContentPartPr>
              <p14:xfrm>
                <a:off x="4483584" y="3579696"/>
                <a:ext cx="13320" cy="892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40947F4-D5E9-1214-3D29-F229396B1126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465944" y="3562056"/>
                  <a:ext cx="4896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FA3F5C3-98B5-E4FF-D02C-0A3C6F92B277}"/>
                    </a:ext>
                  </a:extLst>
                </p14:cNvPr>
                <p14:cNvContentPartPr/>
                <p14:nvPr/>
              </p14:nvContentPartPr>
              <p14:xfrm>
                <a:off x="4380624" y="3507336"/>
                <a:ext cx="315360" cy="2307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FA3F5C3-98B5-E4FF-D02C-0A3C6F92B277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4362624" y="3489336"/>
                  <a:ext cx="35100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C1754EE-280F-1DA9-C538-D282922BDC56}"/>
                    </a:ext>
                  </a:extLst>
                </p14:cNvPr>
                <p14:cNvContentPartPr/>
                <p14:nvPr/>
              </p14:nvContentPartPr>
              <p14:xfrm>
                <a:off x="3912624" y="3998376"/>
                <a:ext cx="183600" cy="1033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C1754EE-280F-1DA9-C538-D282922BDC56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3894984" y="3980736"/>
                  <a:ext cx="21924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2C0F2CE-0B27-6C9F-2BB6-33B997766CC2}"/>
                    </a:ext>
                  </a:extLst>
                </p14:cNvPr>
                <p14:cNvContentPartPr/>
                <p14:nvPr/>
              </p14:nvContentPartPr>
              <p14:xfrm>
                <a:off x="4086864" y="3913416"/>
                <a:ext cx="38880" cy="1767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2C0F2CE-0B27-6C9F-2BB6-33B997766CC2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4069224" y="3895416"/>
                  <a:ext cx="7452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99F4B30-D63B-EE1B-34AF-67EEC870BD09}"/>
                    </a:ext>
                  </a:extLst>
                </p14:cNvPr>
                <p14:cNvContentPartPr/>
                <p14:nvPr/>
              </p14:nvContentPartPr>
              <p14:xfrm>
                <a:off x="4247784" y="4018896"/>
                <a:ext cx="19080" cy="856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99F4B30-D63B-EE1B-34AF-67EEC870BD09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229784" y="4000896"/>
                  <a:ext cx="5472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8F5C5D3E-E87E-DFC5-FDE2-9556479CAEF5}"/>
                    </a:ext>
                  </a:extLst>
                </p14:cNvPr>
                <p14:cNvContentPartPr/>
                <p14:nvPr/>
              </p14:nvContentPartPr>
              <p14:xfrm>
                <a:off x="4280544" y="3994776"/>
                <a:ext cx="15120" cy="208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8F5C5D3E-E87E-DFC5-FDE2-9556479CAEF5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4262544" y="3976776"/>
                  <a:ext cx="5076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0053573-5B5E-02B5-5EAE-B2E4F0952C35}"/>
                    </a:ext>
                  </a:extLst>
                </p14:cNvPr>
                <p14:cNvContentPartPr/>
                <p14:nvPr/>
              </p14:nvContentPartPr>
              <p14:xfrm>
                <a:off x="4388904" y="3953736"/>
                <a:ext cx="270360" cy="1854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0053573-5B5E-02B5-5EAE-B2E4F0952C35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4370904" y="3936096"/>
                  <a:ext cx="306000" cy="22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D74CB3D8-3563-1E19-1A1E-19874959447D}"/>
              </a:ext>
            </a:extLst>
          </p:cNvPr>
          <p:cNvGrpSpPr/>
          <p:nvPr/>
        </p:nvGrpSpPr>
        <p:grpSpPr>
          <a:xfrm>
            <a:off x="6526584" y="4096296"/>
            <a:ext cx="2516040" cy="407160"/>
            <a:chOff x="6526584" y="4096296"/>
            <a:chExt cx="2516040" cy="407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75D5C5E-D9FC-9200-BB08-903C25285410}"/>
                    </a:ext>
                  </a:extLst>
                </p14:cNvPr>
                <p14:cNvContentPartPr/>
                <p14:nvPr/>
              </p14:nvContentPartPr>
              <p14:xfrm>
                <a:off x="6526584" y="4307616"/>
                <a:ext cx="291240" cy="136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75D5C5E-D9FC-9200-BB08-903C25285410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6508944" y="4289976"/>
                  <a:ext cx="32688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E316AF9-DC48-44F5-1BFE-81BD55F63BCF}"/>
                    </a:ext>
                  </a:extLst>
                </p14:cNvPr>
                <p14:cNvContentPartPr/>
                <p14:nvPr/>
              </p14:nvContentPartPr>
              <p14:xfrm>
                <a:off x="6740424" y="4265856"/>
                <a:ext cx="128520" cy="1137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E316AF9-DC48-44F5-1BFE-81BD55F63BCF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6722424" y="4248216"/>
                  <a:ext cx="16416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84B165B-5F92-CD3F-813B-A09B7F5F2AA0}"/>
                    </a:ext>
                  </a:extLst>
                </p14:cNvPr>
                <p14:cNvContentPartPr/>
                <p14:nvPr/>
              </p14:nvContentPartPr>
              <p14:xfrm>
                <a:off x="6944904" y="4175856"/>
                <a:ext cx="238320" cy="2084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84B165B-5F92-CD3F-813B-A09B7F5F2AA0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926904" y="4158216"/>
                  <a:ext cx="27396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B663A07-B111-E661-5CC1-FC9616BFAE67}"/>
                    </a:ext>
                  </a:extLst>
                </p14:cNvPr>
                <p14:cNvContentPartPr/>
                <p14:nvPr/>
              </p14:nvContentPartPr>
              <p14:xfrm>
                <a:off x="7176384" y="4259376"/>
                <a:ext cx="194760" cy="1018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B663A07-B111-E661-5CC1-FC9616BFAE67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7158744" y="4241376"/>
                  <a:ext cx="23040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6E9D77E-4B15-0B0F-FAA2-4929E3E0BDB5}"/>
                    </a:ext>
                  </a:extLst>
                </p14:cNvPr>
                <p14:cNvContentPartPr/>
                <p14:nvPr/>
              </p14:nvContentPartPr>
              <p14:xfrm>
                <a:off x="7356744" y="4224456"/>
                <a:ext cx="153720" cy="1429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6E9D77E-4B15-0B0F-FAA2-4929E3E0BDB5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7338744" y="4206816"/>
                  <a:ext cx="18936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2D3AD97-64FE-AE85-4FB8-1AD2CD92EE1B}"/>
                    </a:ext>
                  </a:extLst>
                </p14:cNvPr>
                <p14:cNvContentPartPr/>
                <p14:nvPr/>
              </p14:nvContentPartPr>
              <p14:xfrm>
                <a:off x="7540344" y="4276656"/>
                <a:ext cx="74880" cy="802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2D3AD97-64FE-AE85-4FB8-1AD2CD92EE1B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7522344" y="4258656"/>
                  <a:ext cx="11052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A7F88B0-C92A-3BA3-B6F5-05D823193FEF}"/>
                    </a:ext>
                  </a:extLst>
                </p14:cNvPr>
                <p14:cNvContentPartPr/>
                <p14:nvPr/>
              </p14:nvContentPartPr>
              <p14:xfrm>
                <a:off x="7745544" y="4257936"/>
                <a:ext cx="113400" cy="190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A7F88B0-C92A-3BA3-B6F5-05D823193FEF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7727544" y="4239936"/>
                  <a:ext cx="14904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35FBD5E-9DDC-881C-1FEE-3F5B161E1284}"/>
                    </a:ext>
                  </a:extLst>
                </p14:cNvPr>
                <p14:cNvContentPartPr/>
                <p14:nvPr/>
              </p14:nvContentPartPr>
              <p14:xfrm>
                <a:off x="7796304" y="4325256"/>
                <a:ext cx="100080" cy="72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35FBD5E-9DDC-881C-1FEE-3F5B161E1284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7778304" y="4307616"/>
                  <a:ext cx="13572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E52FC41-A0A1-331F-4E62-A9608BB22811}"/>
                    </a:ext>
                  </a:extLst>
                </p14:cNvPr>
                <p14:cNvContentPartPr/>
                <p14:nvPr/>
              </p14:nvContentPartPr>
              <p14:xfrm>
                <a:off x="8037144" y="4196376"/>
                <a:ext cx="185040" cy="1501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E52FC41-A0A1-331F-4E62-A9608BB22811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8019504" y="4178736"/>
                  <a:ext cx="22068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DE28C191-B10F-654E-C54C-AD5AF8E7377A}"/>
                    </a:ext>
                  </a:extLst>
                </p14:cNvPr>
                <p14:cNvContentPartPr/>
                <p14:nvPr/>
              </p14:nvContentPartPr>
              <p14:xfrm>
                <a:off x="8279424" y="4234896"/>
                <a:ext cx="102600" cy="932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DE28C191-B10F-654E-C54C-AD5AF8E7377A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8261784" y="4216896"/>
                  <a:ext cx="13824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1EDA1D2-34BA-0072-7B1A-5C3E66BDC304}"/>
                    </a:ext>
                  </a:extLst>
                </p14:cNvPr>
                <p14:cNvContentPartPr/>
                <p14:nvPr/>
              </p14:nvContentPartPr>
              <p14:xfrm>
                <a:off x="8413704" y="4240296"/>
                <a:ext cx="298440" cy="2631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1EDA1D2-34BA-0072-7B1A-5C3E66BDC304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8395704" y="4222656"/>
                  <a:ext cx="33408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8235650-C43A-6D08-A91B-E67C777DCB8E}"/>
                    </a:ext>
                  </a:extLst>
                </p14:cNvPr>
                <p14:cNvContentPartPr/>
                <p14:nvPr/>
              </p14:nvContentPartPr>
              <p14:xfrm>
                <a:off x="8616744" y="4096296"/>
                <a:ext cx="20160" cy="140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8235650-C43A-6D08-A91B-E67C777DCB8E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8599104" y="4078656"/>
                  <a:ext cx="5580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571044F-A62B-73C0-F026-6F7E639180A6}"/>
                    </a:ext>
                  </a:extLst>
                </p14:cNvPr>
                <p14:cNvContentPartPr/>
                <p14:nvPr/>
              </p14:nvContentPartPr>
              <p14:xfrm>
                <a:off x="8708544" y="4201776"/>
                <a:ext cx="334080" cy="1346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571044F-A62B-73C0-F026-6F7E639180A6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8690904" y="4184136"/>
                  <a:ext cx="36972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88671EA3-35C9-950F-F8F4-5CDE028E7830}"/>
                    </a:ext>
                  </a:extLst>
                </p14:cNvPr>
                <p14:cNvContentPartPr/>
                <p14:nvPr/>
              </p14:nvContentPartPr>
              <p14:xfrm>
                <a:off x="8056944" y="4154616"/>
                <a:ext cx="63720" cy="2458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88671EA3-35C9-950F-F8F4-5CDE028E7830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8039304" y="4136976"/>
                  <a:ext cx="9936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18D67678-AC95-D751-7B8B-5A47A6E3638F}"/>
                    </a:ext>
                  </a:extLst>
                </p14:cNvPr>
                <p14:cNvContentPartPr/>
                <p14:nvPr/>
              </p14:nvContentPartPr>
              <p14:xfrm>
                <a:off x="8077104" y="4117176"/>
                <a:ext cx="210600" cy="3002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18D67678-AC95-D751-7B8B-5A47A6E3638F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8059464" y="4099536"/>
                  <a:ext cx="246240" cy="33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5F28315D-4229-85D4-2431-E5F1806BD3D2}"/>
              </a:ext>
            </a:extLst>
          </p:cNvPr>
          <p:cNvGrpSpPr/>
          <p:nvPr/>
        </p:nvGrpSpPr>
        <p:grpSpPr>
          <a:xfrm>
            <a:off x="9121464" y="4087296"/>
            <a:ext cx="1587240" cy="491040"/>
            <a:chOff x="9121464" y="4087296"/>
            <a:chExt cx="1587240" cy="49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012A3F8A-FE18-D8DA-7B65-29AF308410E2}"/>
                    </a:ext>
                  </a:extLst>
                </p14:cNvPr>
                <p14:cNvContentPartPr/>
                <p14:nvPr/>
              </p14:nvContentPartPr>
              <p14:xfrm>
                <a:off x="9121464" y="4364496"/>
                <a:ext cx="214920" cy="64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012A3F8A-FE18-D8DA-7B65-29AF308410E2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9103824" y="4346856"/>
                  <a:ext cx="2505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DF4E969-D2B4-500F-0B7C-C4877B615D85}"/>
                    </a:ext>
                  </a:extLst>
                </p14:cNvPr>
                <p14:cNvContentPartPr/>
                <p14:nvPr/>
              </p14:nvContentPartPr>
              <p14:xfrm>
                <a:off x="9322704" y="4087296"/>
                <a:ext cx="219600" cy="2768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DF4E969-D2B4-500F-0B7C-C4877B615D85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9305064" y="4069296"/>
                  <a:ext cx="25524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609D286-B4A5-BDEE-1A2E-8F398EC6523E}"/>
                    </a:ext>
                  </a:extLst>
                </p14:cNvPr>
                <p14:cNvContentPartPr/>
                <p14:nvPr/>
              </p14:nvContentPartPr>
              <p14:xfrm>
                <a:off x="9601344" y="4254336"/>
                <a:ext cx="51120" cy="972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609D286-B4A5-BDEE-1A2E-8F398EC6523E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9583344" y="4236336"/>
                  <a:ext cx="8676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C8F6125-5983-0586-C050-E3AA1F7389B9}"/>
                    </a:ext>
                  </a:extLst>
                </p14:cNvPr>
                <p14:cNvContentPartPr/>
                <p14:nvPr/>
              </p14:nvContentPartPr>
              <p14:xfrm>
                <a:off x="9660744" y="4193856"/>
                <a:ext cx="11160" cy="154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C8F6125-5983-0586-C050-E3AA1F7389B9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9642744" y="4176216"/>
                  <a:ext cx="4680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32CC4F9-857A-E03C-2A8A-28F522F5B5BE}"/>
                    </a:ext>
                  </a:extLst>
                </p14:cNvPr>
                <p14:cNvContentPartPr/>
                <p14:nvPr/>
              </p14:nvContentPartPr>
              <p14:xfrm>
                <a:off x="9697824" y="4247496"/>
                <a:ext cx="110160" cy="1026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E32CC4F9-857A-E03C-2A8A-28F522F5B5BE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9680184" y="4229856"/>
                  <a:ext cx="14580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A64B4875-D646-FA75-69D9-C488E70013C8}"/>
                    </a:ext>
                  </a:extLst>
                </p14:cNvPr>
                <p14:cNvContentPartPr/>
                <p14:nvPr/>
              </p14:nvContentPartPr>
              <p14:xfrm>
                <a:off x="9823104" y="4211496"/>
                <a:ext cx="173520" cy="1620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A64B4875-D646-FA75-69D9-C488E70013C8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9805104" y="4193856"/>
                  <a:ext cx="20916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0AEA821D-4082-E119-9843-1FA976AF56D4}"/>
                    </a:ext>
                  </a:extLst>
                </p14:cNvPr>
                <p14:cNvContentPartPr/>
                <p14:nvPr/>
              </p14:nvContentPartPr>
              <p14:xfrm>
                <a:off x="9978624" y="4262976"/>
                <a:ext cx="135360" cy="874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0AEA821D-4082-E119-9843-1FA976AF56D4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9960984" y="4245336"/>
                  <a:ext cx="17100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F2474B8-805A-72C1-6CFD-0543BCA2597A}"/>
                    </a:ext>
                  </a:extLst>
                </p14:cNvPr>
                <p14:cNvContentPartPr/>
                <p14:nvPr/>
              </p14:nvContentPartPr>
              <p14:xfrm>
                <a:off x="10118664" y="4255056"/>
                <a:ext cx="107280" cy="874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F2474B8-805A-72C1-6CFD-0543BCA2597A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0100664" y="4237416"/>
                  <a:ext cx="14292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AE5F867C-5766-2A07-D761-B60BD8BC8FD0}"/>
                    </a:ext>
                  </a:extLst>
                </p14:cNvPr>
                <p14:cNvContentPartPr/>
                <p14:nvPr/>
              </p14:nvContentPartPr>
              <p14:xfrm>
                <a:off x="10247544" y="4222296"/>
                <a:ext cx="83880" cy="882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AE5F867C-5766-2A07-D761-B60BD8BC8FD0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0229904" y="4204656"/>
                  <a:ext cx="11952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22511E1-B1D6-F368-B83E-39F76EE88979}"/>
                    </a:ext>
                  </a:extLst>
                </p14:cNvPr>
                <p14:cNvContentPartPr/>
                <p14:nvPr/>
              </p14:nvContentPartPr>
              <p14:xfrm>
                <a:off x="10350504" y="4109616"/>
                <a:ext cx="97560" cy="2106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22511E1-B1D6-F368-B83E-39F76EE88979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0332864" y="4091616"/>
                  <a:ext cx="13320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5EDBBCE1-D74E-09DB-4F2A-B239BBFB06E1}"/>
                    </a:ext>
                  </a:extLst>
                </p14:cNvPr>
                <p14:cNvContentPartPr/>
                <p14:nvPr/>
              </p14:nvContentPartPr>
              <p14:xfrm>
                <a:off x="10327104" y="4277376"/>
                <a:ext cx="381600" cy="3009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5EDBBCE1-D74E-09DB-4F2A-B239BBFB06E1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0309104" y="4259736"/>
                  <a:ext cx="417240" cy="336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3920482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A54A1-A487-2DED-195D-72AA2CE8F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127A276-AADA-6074-0532-1D9C04518F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9464" y="481644"/>
            <a:ext cx="7352410" cy="6376356"/>
          </a:xfrm>
          <a:prstGeom prst="rect">
            <a:avLst/>
          </a:prstGeom>
        </p:spPr>
      </p:pic>
      <p:grpSp>
        <p:nvGrpSpPr>
          <p:cNvPr id="100" name="Group 99">
            <a:extLst>
              <a:ext uri="{FF2B5EF4-FFF2-40B4-BE49-F238E27FC236}">
                <a16:creationId xmlns:a16="http://schemas.microsoft.com/office/drawing/2014/main" id="{7AD71187-D27D-954E-1F95-D9FE8A0C47B7}"/>
              </a:ext>
            </a:extLst>
          </p:cNvPr>
          <p:cNvGrpSpPr/>
          <p:nvPr/>
        </p:nvGrpSpPr>
        <p:grpSpPr>
          <a:xfrm>
            <a:off x="3919824" y="2424456"/>
            <a:ext cx="2868840" cy="2452320"/>
            <a:chOff x="3919824" y="2424456"/>
            <a:chExt cx="2868840" cy="245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2C02347-84C4-5E9F-8618-166BA4175982}"/>
                    </a:ext>
                  </a:extLst>
                </p14:cNvPr>
                <p14:cNvContentPartPr/>
                <p14:nvPr/>
              </p14:nvContentPartPr>
              <p14:xfrm>
                <a:off x="3919824" y="3882456"/>
                <a:ext cx="648000" cy="9014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2C02347-84C4-5E9F-8618-166BA4175982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902184" y="3864816"/>
                  <a:ext cx="683640" cy="9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84C8405-1A81-557B-C546-78E00E284A6F}"/>
                    </a:ext>
                  </a:extLst>
                </p14:cNvPr>
                <p14:cNvContentPartPr/>
                <p14:nvPr/>
              </p14:nvContentPartPr>
              <p14:xfrm>
                <a:off x="4031424" y="3832056"/>
                <a:ext cx="174240" cy="838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84C8405-1A81-557B-C546-78E00E284A6F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013784" y="3814416"/>
                  <a:ext cx="20988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E6A032E-12E7-ABFF-6496-480C62A2F350}"/>
                    </a:ext>
                  </a:extLst>
                </p14:cNvPr>
                <p14:cNvContentPartPr/>
                <p14:nvPr/>
              </p14:nvContentPartPr>
              <p14:xfrm>
                <a:off x="4496544" y="4545216"/>
                <a:ext cx="133560" cy="1432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E6A032E-12E7-ABFF-6496-480C62A2F35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478904" y="4527576"/>
                  <a:ext cx="16920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3ADB6A6B-B1CF-EF24-60EA-B508620F25E7}"/>
                    </a:ext>
                  </a:extLst>
                </p14:cNvPr>
                <p14:cNvContentPartPr/>
                <p14:nvPr/>
              </p14:nvContentPartPr>
              <p14:xfrm>
                <a:off x="4671504" y="4353696"/>
                <a:ext cx="19080" cy="1062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3ADB6A6B-B1CF-EF24-60EA-B508620F25E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653504" y="4336056"/>
                  <a:ext cx="5472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44FE416-A7AC-E70A-E9D7-04BDF6944F12}"/>
                    </a:ext>
                  </a:extLst>
                </p14:cNvPr>
                <p14:cNvContentPartPr/>
                <p14:nvPr/>
              </p14:nvContentPartPr>
              <p14:xfrm>
                <a:off x="4546584" y="4280256"/>
                <a:ext cx="280440" cy="1638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44FE416-A7AC-E70A-E9D7-04BDF6944F1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528944" y="4262256"/>
                  <a:ext cx="31608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1ABB8B95-969B-4DF7-C070-F70C8BB8B375}"/>
                    </a:ext>
                  </a:extLst>
                </p14:cNvPr>
                <p14:cNvContentPartPr/>
                <p14:nvPr/>
              </p14:nvContentPartPr>
              <p14:xfrm>
                <a:off x="4653504" y="4550256"/>
                <a:ext cx="140760" cy="1314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1ABB8B95-969B-4DF7-C070-F70C8BB8B37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635504" y="4532616"/>
                  <a:ext cx="17640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7AB9FF2D-A5C0-D1B9-41D2-77D10568B23D}"/>
                    </a:ext>
                  </a:extLst>
                </p14:cNvPr>
                <p14:cNvContentPartPr/>
                <p14:nvPr/>
              </p14:nvContentPartPr>
              <p14:xfrm>
                <a:off x="4759344" y="4585536"/>
                <a:ext cx="141480" cy="885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7AB9FF2D-A5C0-D1B9-41D2-77D10568B23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741344" y="4567896"/>
                  <a:ext cx="17712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28027D0B-8F6E-95D0-04EE-85CECB8022B9}"/>
                    </a:ext>
                  </a:extLst>
                </p14:cNvPr>
                <p14:cNvContentPartPr/>
                <p14:nvPr/>
              </p14:nvContentPartPr>
              <p14:xfrm>
                <a:off x="4873824" y="4596336"/>
                <a:ext cx="209160" cy="2804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28027D0B-8F6E-95D0-04EE-85CECB8022B9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855824" y="4578336"/>
                  <a:ext cx="24480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5FA70CBA-2E20-10D0-C004-56DF6D42A555}"/>
                    </a:ext>
                  </a:extLst>
                </p14:cNvPr>
                <p14:cNvContentPartPr/>
                <p14:nvPr/>
              </p14:nvContentPartPr>
              <p14:xfrm>
                <a:off x="5246064" y="4510656"/>
                <a:ext cx="233280" cy="1670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5FA70CBA-2E20-10D0-C004-56DF6D42A55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228064" y="4492656"/>
                  <a:ext cx="26892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0ED53701-7A31-7DD9-CEFA-65B6FD1C4F10}"/>
                    </a:ext>
                  </a:extLst>
                </p14:cNvPr>
                <p14:cNvContentPartPr/>
                <p14:nvPr/>
              </p14:nvContentPartPr>
              <p14:xfrm>
                <a:off x="5513544" y="4454136"/>
                <a:ext cx="48600" cy="2005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0ED53701-7A31-7DD9-CEFA-65B6FD1C4F10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495904" y="4436496"/>
                  <a:ext cx="8424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42C80B41-E586-88D6-A96E-AE51BB826734}"/>
                    </a:ext>
                  </a:extLst>
                </p14:cNvPr>
                <p14:cNvContentPartPr/>
                <p14:nvPr/>
              </p14:nvContentPartPr>
              <p14:xfrm>
                <a:off x="5461344" y="4574376"/>
                <a:ext cx="169200" cy="75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42C80B41-E586-88D6-A96E-AE51BB826734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443344" y="4556376"/>
                  <a:ext cx="20484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75797838-9C8D-C212-1F9D-2E287C4EC05A}"/>
                    </a:ext>
                  </a:extLst>
                </p14:cNvPr>
                <p14:cNvContentPartPr/>
                <p14:nvPr/>
              </p14:nvContentPartPr>
              <p14:xfrm>
                <a:off x="5636664" y="4408416"/>
                <a:ext cx="539640" cy="2602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75797838-9C8D-C212-1F9D-2E287C4EC05A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619024" y="4390776"/>
                  <a:ext cx="57528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C406EB6-3DD8-0E30-94F6-C704FE6476B2}"/>
                    </a:ext>
                  </a:extLst>
                </p14:cNvPr>
                <p14:cNvContentPartPr/>
                <p14:nvPr/>
              </p14:nvContentPartPr>
              <p14:xfrm>
                <a:off x="5853384" y="4492656"/>
                <a:ext cx="203760" cy="262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C406EB6-3DD8-0E30-94F6-C704FE6476B2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835384" y="4474656"/>
                  <a:ext cx="23940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28F86D09-44E0-DA5B-8530-B546E7F32B55}"/>
                    </a:ext>
                  </a:extLst>
                </p14:cNvPr>
                <p14:cNvContentPartPr/>
                <p14:nvPr/>
              </p14:nvContentPartPr>
              <p14:xfrm>
                <a:off x="4027464" y="2424456"/>
                <a:ext cx="677160" cy="15778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28F86D09-44E0-DA5B-8530-B546E7F32B5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009824" y="2406816"/>
                  <a:ext cx="712800" cy="161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61BF1575-D71C-1C89-5C61-690FEAE8B34E}"/>
                    </a:ext>
                  </a:extLst>
                </p14:cNvPr>
                <p14:cNvContentPartPr/>
                <p14:nvPr/>
              </p14:nvContentPartPr>
              <p14:xfrm>
                <a:off x="3959424" y="3895056"/>
                <a:ext cx="294480" cy="903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61BF1575-D71C-1C89-5C61-690FEAE8B34E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941784" y="3877056"/>
                  <a:ext cx="3301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5D0943AF-B6F9-FFDB-80FE-6AA241929D8F}"/>
                    </a:ext>
                  </a:extLst>
                </p14:cNvPr>
                <p14:cNvContentPartPr/>
                <p14:nvPr/>
              </p14:nvContentPartPr>
              <p14:xfrm>
                <a:off x="4844664" y="3001896"/>
                <a:ext cx="145800" cy="1177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5D0943AF-B6F9-FFDB-80FE-6AA241929D8F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827024" y="2983896"/>
                  <a:ext cx="18144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6E920F2-6D08-C1E5-FE45-895261A827A3}"/>
                    </a:ext>
                  </a:extLst>
                </p14:cNvPr>
                <p14:cNvContentPartPr/>
                <p14:nvPr/>
              </p14:nvContentPartPr>
              <p14:xfrm>
                <a:off x="4791024" y="2922336"/>
                <a:ext cx="350640" cy="2800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6E920F2-6D08-C1E5-FE45-895261A827A3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773384" y="2904696"/>
                  <a:ext cx="38628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AD2B793C-3F98-4C45-D830-308F9689FDA9}"/>
                    </a:ext>
                  </a:extLst>
                </p14:cNvPr>
                <p14:cNvContentPartPr/>
                <p14:nvPr/>
              </p14:nvContentPartPr>
              <p14:xfrm>
                <a:off x="5190624" y="2900376"/>
                <a:ext cx="160200" cy="1857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AD2B793C-3F98-4C45-D830-308F9689FDA9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172984" y="2882376"/>
                  <a:ext cx="19584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E3209D41-FCD9-9685-5873-E8A1B2C1C798}"/>
                    </a:ext>
                  </a:extLst>
                </p14:cNvPr>
                <p14:cNvContentPartPr/>
                <p14:nvPr/>
              </p14:nvContentPartPr>
              <p14:xfrm>
                <a:off x="5353704" y="2972376"/>
                <a:ext cx="167400" cy="1101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E3209D41-FCD9-9685-5873-E8A1B2C1C79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335704" y="2954736"/>
                  <a:ext cx="20304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B8489F90-1963-C56C-E52A-3F11C63897FB}"/>
                    </a:ext>
                  </a:extLst>
                </p14:cNvPr>
                <p14:cNvContentPartPr/>
                <p14:nvPr/>
              </p14:nvContentPartPr>
              <p14:xfrm>
                <a:off x="5521464" y="2983176"/>
                <a:ext cx="130680" cy="576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B8489F90-1963-C56C-E52A-3F11C63897FB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503464" y="2965536"/>
                  <a:ext cx="16632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ACA169EB-3294-E9F9-32A2-D24921FC2599}"/>
                    </a:ext>
                  </a:extLst>
                </p14:cNvPr>
                <p14:cNvContentPartPr/>
                <p14:nvPr/>
              </p14:nvContentPartPr>
              <p14:xfrm>
                <a:off x="5677704" y="2983896"/>
                <a:ext cx="226080" cy="2516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ACA169EB-3294-E9F9-32A2-D24921FC2599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659704" y="2966256"/>
                  <a:ext cx="26172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08877592-C233-FCC9-4A52-74939A1B0AD8}"/>
                    </a:ext>
                  </a:extLst>
                </p14:cNvPr>
                <p14:cNvContentPartPr/>
                <p14:nvPr/>
              </p14:nvContentPartPr>
              <p14:xfrm>
                <a:off x="6002784" y="2848176"/>
                <a:ext cx="269280" cy="2390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08877592-C233-FCC9-4A52-74939A1B0AD8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985144" y="2830536"/>
                  <a:ext cx="30492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C3411F0A-EA20-E225-5D14-0F5ECDB0CB7C}"/>
                    </a:ext>
                  </a:extLst>
                </p14:cNvPr>
                <p14:cNvContentPartPr/>
                <p14:nvPr/>
              </p14:nvContentPartPr>
              <p14:xfrm>
                <a:off x="6313464" y="3017016"/>
                <a:ext cx="44280" cy="630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C3411F0A-EA20-E225-5D14-0F5ECDB0CB7C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6295464" y="2999376"/>
                  <a:ext cx="7992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940995A9-6E67-6D19-D58F-4426F0723AA3}"/>
                    </a:ext>
                  </a:extLst>
                </p14:cNvPr>
                <p14:cNvContentPartPr/>
                <p14:nvPr/>
              </p14:nvContentPartPr>
              <p14:xfrm>
                <a:off x="6282864" y="2926296"/>
                <a:ext cx="11160" cy="262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940995A9-6E67-6D19-D58F-4426F0723AA3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6264864" y="2908656"/>
                  <a:ext cx="4680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C5032B7D-66FE-73A5-D3BA-CE51E548B5B2}"/>
                    </a:ext>
                  </a:extLst>
                </p14:cNvPr>
                <p14:cNvContentPartPr/>
                <p14:nvPr/>
              </p14:nvContentPartPr>
              <p14:xfrm>
                <a:off x="6433704" y="2842776"/>
                <a:ext cx="92160" cy="2397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C5032B7D-66FE-73A5-D3BA-CE51E548B5B2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6416064" y="2824776"/>
                  <a:ext cx="12780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31684969-1D18-53DF-71AE-FD5096DA41F1}"/>
                    </a:ext>
                  </a:extLst>
                </p14:cNvPr>
                <p14:cNvContentPartPr/>
                <p14:nvPr/>
              </p14:nvContentPartPr>
              <p14:xfrm>
                <a:off x="6399864" y="2992896"/>
                <a:ext cx="165600" cy="1188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31684969-1D18-53DF-71AE-FD5096DA41F1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6381864" y="2975256"/>
                  <a:ext cx="20124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E8BCA8E4-4DFE-8717-EB0D-9E4D00AFF818}"/>
                    </a:ext>
                  </a:extLst>
                </p14:cNvPr>
                <p14:cNvContentPartPr/>
                <p14:nvPr/>
              </p14:nvContentPartPr>
              <p14:xfrm>
                <a:off x="6512904" y="2978496"/>
                <a:ext cx="275760" cy="2494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E8BCA8E4-4DFE-8717-EB0D-9E4D00AFF818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6494904" y="2960496"/>
                  <a:ext cx="311400" cy="285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011306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42C12-D22D-F1F2-09FB-26B250503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B1D01F-440F-BA72-60E7-FD5969A7BC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557" y="804672"/>
            <a:ext cx="10732304" cy="605332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7FB1CE37-A6C2-7417-A327-E20DB5F0C770}"/>
                  </a:ext>
                </a:extLst>
              </p14:cNvPr>
              <p14:cNvContentPartPr/>
              <p14:nvPr/>
            </p14:nvContentPartPr>
            <p14:xfrm>
              <a:off x="1701504" y="5807016"/>
              <a:ext cx="1440" cy="28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7FB1CE37-A6C2-7417-A327-E20DB5F0C77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83504" y="5789376"/>
                <a:ext cx="3708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65B46B4E-66EF-F464-7E04-5D80AA58B3F4}"/>
                  </a:ext>
                </a:extLst>
              </p14:cNvPr>
              <p14:cNvContentPartPr/>
              <p14:nvPr/>
            </p14:nvContentPartPr>
            <p14:xfrm>
              <a:off x="1669824" y="1564056"/>
              <a:ext cx="3067200" cy="420804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65B46B4E-66EF-F464-7E04-5D80AA58B3F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651824" y="1546056"/>
                <a:ext cx="3102840" cy="4243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9CEDC461-257D-AEF6-9EA8-5B1E938DC7F2}"/>
              </a:ext>
            </a:extLst>
          </p:cNvPr>
          <p:cNvGrpSpPr/>
          <p:nvPr/>
        </p:nvGrpSpPr>
        <p:grpSpPr>
          <a:xfrm>
            <a:off x="1347984" y="1243296"/>
            <a:ext cx="4915440" cy="4842360"/>
            <a:chOff x="1347984" y="1243296"/>
            <a:chExt cx="4915440" cy="4842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B5FF726D-1641-8C0A-D261-55467848846C}"/>
                    </a:ext>
                  </a:extLst>
                </p14:cNvPr>
                <p14:cNvContentPartPr/>
                <p14:nvPr/>
              </p14:nvContentPartPr>
              <p14:xfrm>
                <a:off x="2180304" y="1972656"/>
                <a:ext cx="2676600" cy="19843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B5FF726D-1641-8C0A-D261-55467848846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162304" y="1954656"/>
                  <a:ext cx="2712240" cy="20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A4CC6B0-340B-5BD5-8E9D-7A6F70DCBED2}"/>
                    </a:ext>
                  </a:extLst>
                </p14:cNvPr>
                <p14:cNvContentPartPr/>
                <p14:nvPr/>
              </p14:nvContentPartPr>
              <p14:xfrm>
                <a:off x="3639384" y="3028536"/>
                <a:ext cx="16200" cy="1335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A4CC6B0-340B-5BD5-8E9D-7A6F70DCBED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621744" y="3010536"/>
                  <a:ext cx="5184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AC1FF29-566B-DCC8-1607-952D7A6DB24E}"/>
                    </a:ext>
                  </a:extLst>
                </p14:cNvPr>
                <p14:cNvContentPartPr/>
                <p14:nvPr/>
              </p14:nvContentPartPr>
              <p14:xfrm>
                <a:off x="3564144" y="2952216"/>
                <a:ext cx="211680" cy="2246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AC1FF29-566B-DCC8-1607-952D7A6DB24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546144" y="2934216"/>
                  <a:ext cx="24732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FC3ABEF-52E6-20A0-6BF7-173A3CCF8B7B}"/>
                    </a:ext>
                  </a:extLst>
                </p14:cNvPr>
                <p14:cNvContentPartPr/>
                <p14:nvPr/>
              </p14:nvContentPartPr>
              <p14:xfrm>
                <a:off x="3387024" y="3285216"/>
                <a:ext cx="110880" cy="1468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FC3ABEF-52E6-20A0-6BF7-173A3CCF8B7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369384" y="3267216"/>
                  <a:ext cx="14652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9B48411-D391-E7AB-44A2-5FEBD54082B6}"/>
                    </a:ext>
                  </a:extLst>
                </p14:cNvPr>
                <p14:cNvContentPartPr/>
                <p14:nvPr/>
              </p14:nvContentPartPr>
              <p14:xfrm>
                <a:off x="3534264" y="3306816"/>
                <a:ext cx="124560" cy="900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9B48411-D391-E7AB-44A2-5FEBD54082B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516264" y="3288816"/>
                  <a:ext cx="16020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622A911-C692-0B06-CF88-A1CD12C65004}"/>
                    </a:ext>
                  </a:extLst>
                </p14:cNvPr>
                <p14:cNvContentPartPr/>
                <p14:nvPr/>
              </p14:nvContentPartPr>
              <p14:xfrm>
                <a:off x="3696984" y="3300696"/>
                <a:ext cx="137520" cy="640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622A911-C692-0B06-CF88-A1CD12C6500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678984" y="3282696"/>
                  <a:ext cx="17316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B78F1AA-B13F-EB16-0256-C6B4CB84C2D8}"/>
                    </a:ext>
                  </a:extLst>
                </p14:cNvPr>
                <p14:cNvContentPartPr/>
                <p14:nvPr/>
              </p14:nvContentPartPr>
              <p14:xfrm>
                <a:off x="3869784" y="3280896"/>
                <a:ext cx="146520" cy="2080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B78F1AA-B13F-EB16-0256-C6B4CB84C2D8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852144" y="3262896"/>
                  <a:ext cx="18216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69D9A3A-3698-D827-F9C3-BCF372A5E815}"/>
                    </a:ext>
                  </a:extLst>
                </p14:cNvPr>
                <p14:cNvContentPartPr/>
                <p14:nvPr/>
              </p14:nvContentPartPr>
              <p14:xfrm>
                <a:off x="1347984" y="1243296"/>
                <a:ext cx="4915440" cy="48423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69D9A3A-3698-D827-F9C3-BCF372A5E815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329984" y="1225656"/>
                  <a:ext cx="4951080" cy="487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2A03036-638D-2D2F-6D0E-E76E9FCF3DE7}"/>
                    </a:ext>
                  </a:extLst>
                </p14:cNvPr>
                <p14:cNvContentPartPr/>
                <p14:nvPr/>
              </p14:nvContentPartPr>
              <p14:xfrm>
                <a:off x="3534624" y="1947456"/>
                <a:ext cx="226800" cy="1180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2A03036-638D-2D2F-6D0E-E76E9FCF3DE7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516624" y="1929456"/>
                  <a:ext cx="26244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988E6ED-6612-BBF8-7E04-AE6D8B949E24}"/>
                    </a:ext>
                  </a:extLst>
                </p14:cNvPr>
                <p14:cNvContentPartPr/>
                <p14:nvPr/>
              </p14:nvContentPartPr>
              <p14:xfrm>
                <a:off x="3474504" y="1881936"/>
                <a:ext cx="370800" cy="2610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988E6ED-6612-BBF8-7E04-AE6D8B949E24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456864" y="1863936"/>
                  <a:ext cx="40644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7FB61DC-41E3-09F5-C283-BC5D2449EACC}"/>
                    </a:ext>
                  </a:extLst>
                </p14:cNvPr>
                <p14:cNvContentPartPr/>
                <p14:nvPr/>
              </p14:nvContentPartPr>
              <p14:xfrm>
                <a:off x="3009384" y="1675296"/>
                <a:ext cx="222840" cy="993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7FB61DC-41E3-09F5-C283-BC5D2449EACC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991744" y="1657656"/>
                  <a:ext cx="25848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1434B36-F2AF-6A0C-BCD8-A6EA0D5B5464}"/>
                    </a:ext>
                  </a:extLst>
                </p14:cNvPr>
                <p14:cNvContentPartPr/>
                <p14:nvPr/>
              </p14:nvContentPartPr>
              <p14:xfrm>
                <a:off x="2885184" y="1608336"/>
                <a:ext cx="401400" cy="2203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1434B36-F2AF-6A0C-BCD8-A6EA0D5B5464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867544" y="1590696"/>
                  <a:ext cx="437040" cy="25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C590F9E-0A1A-75F2-D71B-CDC3C10877A2}"/>
              </a:ext>
            </a:extLst>
          </p:cNvPr>
          <p:cNvGrpSpPr/>
          <p:nvPr/>
        </p:nvGrpSpPr>
        <p:grpSpPr>
          <a:xfrm>
            <a:off x="8925264" y="1164456"/>
            <a:ext cx="1453320" cy="1127520"/>
            <a:chOff x="8925264" y="1164456"/>
            <a:chExt cx="1453320" cy="112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F5EC8C4-A058-7A8F-E2F3-67F03DD413A8}"/>
                    </a:ext>
                  </a:extLst>
                </p14:cNvPr>
                <p14:cNvContentPartPr/>
                <p14:nvPr/>
              </p14:nvContentPartPr>
              <p14:xfrm>
                <a:off x="9912384" y="1812816"/>
                <a:ext cx="466200" cy="1220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F5EC8C4-A058-7A8F-E2F3-67F03DD413A8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894744" y="1795176"/>
                  <a:ext cx="50184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88909FC-23CB-11E5-A529-EE64D89BE917}"/>
                    </a:ext>
                  </a:extLst>
                </p14:cNvPr>
                <p14:cNvContentPartPr/>
                <p14:nvPr/>
              </p14:nvContentPartPr>
              <p14:xfrm>
                <a:off x="9063864" y="1681056"/>
                <a:ext cx="166320" cy="1742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88909FC-23CB-11E5-A529-EE64D89BE917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045864" y="1663056"/>
                  <a:ext cx="20196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0AEC746-28DE-CA87-67D4-FFF92769392E}"/>
                    </a:ext>
                  </a:extLst>
                </p14:cNvPr>
                <p14:cNvContentPartPr/>
                <p14:nvPr/>
              </p14:nvContentPartPr>
              <p14:xfrm>
                <a:off x="9237024" y="1798416"/>
                <a:ext cx="91440" cy="655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0AEC746-28DE-CA87-67D4-FFF92769392E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219024" y="1780416"/>
                  <a:ext cx="12708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A1BC9EF-0D29-047C-86A7-982B934621AB}"/>
                    </a:ext>
                  </a:extLst>
                </p14:cNvPr>
                <p14:cNvContentPartPr/>
                <p14:nvPr/>
              </p14:nvContentPartPr>
              <p14:xfrm>
                <a:off x="9386424" y="1787616"/>
                <a:ext cx="281520" cy="774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A1BC9EF-0D29-047C-86A7-982B934621AB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368784" y="1769976"/>
                  <a:ext cx="31716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FF648C6-94CB-4EBA-080B-AABC9A4B7FD5}"/>
                    </a:ext>
                  </a:extLst>
                </p14:cNvPr>
                <p14:cNvContentPartPr/>
                <p14:nvPr/>
              </p14:nvContentPartPr>
              <p14:xfrm>
                <a:off x="9681624" y="1662336"/>
                <a:ext cx="183240" cy="2163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FF648C6-94CB-4EBA-080B-AABC9A4B7FD5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663624" y="1644336"/>
                  <a:ext cx="21888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CC76E35-A589-16BF-E5E2-087DB8D51974}"/>
                    </a:ext>
                  </a:extLst>
                </p14:cNvPr>
                <p14:cNvContentPartPr/>
                <p14:nvPr/>
              </p14:nvContentPartPr>
              <p14:xfrm>
                <a:off x="9667584" y="1266696"/>
                <a:ext cx="157680" cy="1605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CC76E35-A589-16BF-E5E2-087DB8D51974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649584" y="1248696"/>
                  <a:ext cx="19332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8565A74-4483-69C5-CAEB-271EAC3AC23A}"/>
                    </a:ext>
                  </a:extLst>
                </p14:cNvPr>
                <p14:cNvContentPartPr/>
                <p14:nvPr/>
              </p14:nvContentPartPr>
              <p14:xfrm>
                <a:off x="9496944" y="1164456"/>
                <a:ext cx="500760" cy="3506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8565A74-4483-69C5-CAEB-271EAC3AC23A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478944" y="1146816"/>
                  <a:ext cx="53640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DFEB533-ED0D-D11C-6EE8-E5DBF86DC31C}"/>
                    </a:ext>
                  </a:extLst>
                </p14:cNvPr>
                <p14:cNvContentPartPr/>
                <p14:nvPr/>
              </p14:nvContentPartPr>
              <p14:xfrm>
                <a:off x="9873144" y="1620936"/>
                <a:ext cx="382320" cy="2390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DFEB533-ED0D-D11C-6EE8-E5DBF86DC31C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855504" y="1603296"/>
                  <a:ext cx="41796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F8806F2-DC50-C92E-DEF7-DC1BE5A7BB0C}"/>
                    </a:ext>
                  </a:extLst>
                </p14:cNvPr>
                <p14:cNvContentPartPr/>
                <p14:nvPr/>
              </p14:nvContentPartPr>
              <p14:xfrm>
                <a:off x="8925264" y="1998216"/>
                <a:ext cx="641880" cy="2937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F8806F2-DC50-C92E-DEF7-DC1BE5A7BB0C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907264" y="1980576"/>
                  <a:ext cx="67752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0850803-6C40-A679-9C63-D27E054BA2BD}"/>
                    </a:ext>
                  </a:extLst>
                </p14:cNvPr>
                <p14:cNvContentPartPr/>
                <p14:nvPr/>
              </p14:nvContentPartPr>
              <p14:xfrm>
                <a:off x="9497664" y="2053296"/>
                <a:ext cx="23040" cy="147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0850803-6C40-A679-9C63-D27E054BA2BD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479664" y="2035656"/>
                  <a:ext cx="5868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1F16078-0601-0563-53C4-314A20DCDDDD}"/>
                    </a:ext>
                  </a:extLst>
                </p14:cNvPr>
                <p14:cNvContentPartPr/>
                <p14:nvPr/>
              </p14:nvContentPartPr>
              <p14:xfrm>
                <a:off x="9554544" y="2012616"/>
                <a:ext cx="343440" cy="2538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1F16078-0601-0563-53C4-314A20DCDDDD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9536544" y="1994616"/>
                  <a:ext cx="379080" cy="289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49562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1E2AB-A448-B023-AEF3-D35325F09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4FB0E0-CEE1-C930-DA73-9861C60171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" y="742506"/>
            <a:ext cx="10567214" cy="6115494"/>
          </a:xfrm>
          <a:prstGeom prst="rect">
            <a:avLst/>
          </a:prstGeom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0516A316-B5CC-C714-8666-7052F22C428D}"/>
              </a:ext>
            </a:extLst>
          </p:cNvPr>
          <p:cNvGrpSpPr/>
          <p:nvPr/>
        </p:nvGrpSpPr>
        <p:grpSpPr>
          <a:xfrm>
            <a:off x="4796784" y="1671696"/>
            <a:ext cx="4728960" cy="1522800"/>
            <a:chOff x="4796784" y="1671696"/>
            <a:chExt cx="4728960" cy="152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7C435B4-2BA2-7EA9-C2C8-5C7904E41D5D}"/>
                    </a:ext>
                  </a:extLst>
                </p14:cNvPr>
                <p14:cNvContentPartPr/>
                <p14:nvPr/>
              </p14:nvContentPartPr>
              <p14:xfrm>
                <a:off x="4796784" y="1718496"/>
                <a:ext cx="263520" cy="2034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D7C435B4-2BA2-7EA9-C2C8-5C7904E41D5D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779144" y="1700856"/>
                  <a:ext cx="29916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442C072-1D8D-A1BF-D9DC-4C44F8E7D1A2}"/>
                    </a:ext>
                  </a:extLst>
                </p14:cNvPr>
                <p14:cNvContentPartPr/>
                <p14:nvPr/>
              </p14:nvContentPartPr>
              <p14:xfrm>
                <a:off x="4991544" y="1902456"/>
                <a:ext cx="493200" cy="3787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442C072-1D8D-A1BF-D9DC-4C44F8E7D1A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973544" y="1884456"/>
                  <a:ext cx="528840" cy="41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38163CD-4E53-5181-130F-F85199C2E9B1}"/>
                    </a:ext>
                  </a:extLst>
                </p14:cNvPr>
                <p14:cNvContentPartPr/>
                <p14:nvPr/>
              </p14:nvContentPartPr>
              <p14:xfrm>
                <a:off x="4978584" y="1903536"/>
                <a:ext cx="209520" cy="1141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38163CD-4E53-5181-130F-F85199C2E9B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960584" y="1885896"/>
                  <a:ext cx="24516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01CEA6D-5114-CB5B-494C-A728895F2D9E}"/>
                    </a:ext>
                  </a:extLst>
                </p14:cNvPr>
                <p14:cNvContentPartPr/>
                <p14:nvPr/>
              </p14:nvContentPartPr>
              <p14:xfrm>
                <a:off x="5628744" y="2300616"/>
                <a:ext cx="144720" cy="1522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01CEA6D-5114-CB5B-494C-A728895F2D9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611104" y="2282976"/>
                  <a:ext cx="18036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D96C3CF-895D-1BF7-D195-34E6B9548F10}"/>
                    </a:ext>
                  </a:extLst>
                </p14:cNvPr>
                <p14:cNvContentPartPr/>
                <p14:nvPr/>
              </p14:nvContentPartPr>
              <p14:xfrm>
                <a:off x="5791464" y="2378016"/>
                <a:ext cx="95760" cy="864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D96C3CF-895D-1BF7-D195-34E6B9548F1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773824" y="2360376"/>
                  <a:ext cx="13140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FCD57E7-EC69-CF78-4A80-EDCBEA48E702}"/>
                    </a:ext>
                  </a:extLst>
                </p14:cNvPr>
                <p14:cNvContentPartPr/>
                <p14:nvPr/>
              </p14:nvContentPartPr>
              <p14:xfrm>
                <a:off x="5913144" y="2288016"/>
                <a:ext cx="381960" cy="1713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FCD57E7-EC69-CF78-4A80-EDCBEA48E702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895504" y="2270376"/>
                  <a:ext cx="41760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BA0D0F5-0003-162E-17E1-396EB3FC45A2}"/>
                    </a:ext>
                  </a:extLst>
                </p14:cNvPr>
                <p14:cNvContentPartPr/>
                <p14:nvPr/>
              </p14:nvContentPartPr>
              <p14:xfrm>
                <a:off x="6263064" y="2273616"/>
                <a:ext cx="380520" cy="2124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BA0D0F5-0003-162E-17E1-396EB3FC45A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245064" y="2255616"/>
                  <a:ext cx="41616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60170AE-799F-F40D-A660-7266314FCF83}"/>
                    </a:ext>
                  </a:extLst>
                </p14:cNvPr>
                <p14:cNvContentPartPr/>
                <p14:nvPr/>
              </p14:nvContentPartPr>
              <p14:xfrm>
                <a:off x="5696784" y="2520216"/>
                <a:ext cx="473760" cy="2642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60170AE-799F-F40D-A660-7266314FCF83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678784" y="2502216"/>
                  <a:ext cx="50940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588229B-21EF-30DC-05AB-8673963C81A2}"/>
                    </a:ext>
                  </a:extLst>
                </p14:cNvPr>
                <p14:cNvContentPartPr/>
                <p14:nvPr/>
              </p14:nvContentPartPr>
              <p14:xfrm>
                <a:off x="6094584" y="2610576"/>
                <a:ext cx="13680" cy="122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588229B-21EF-30DC-05AB-8673963C81A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076584" y="2592576"/>
                  <a:ext cx="4932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6133DCA-AB36-386B-60FF-8E6F857E3F9E}"/>
                    </a:ext>
                  </a:extLst>
                </p14:cNvPr>
                <p14:cNvContentPartPr/>
                <p14:nvPr/>
              </p14:nvContentPartPr>
              <p14:xfrm>
                <a:off x="6179184" y="2555496"/>
                <a:ext cx="329400" cy="2484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6133DCA-AB36-386B-60FF-8E6F857E3F9E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161184" y="2537496"/>
                  <a:ext cx="36504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730AC6A-83C7-1BF0-DC12-1954F442D85F}"/>
                    </a:ext>
                  </a:extLst>
                </p14:cNvPr>
                <p14:cNvContentPartPr/>
                <p14:nvPr/>
              </p14:nvContentPartPr>
              <p14:xfrm>
                <a:off x="5919624" y="2879856"/>
                <a:ext cx="32760" cy="1519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730AC6A-83C7-1BF0-DC12-1954F442D85F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901624" y="2861856"/>
                  <a:ext cx="6840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D11806C-A0C3-CC42-B9E3-24B640331EFA}"/>
                    </a:ext>
                  </a:extLst>
                </p14:cNvPr>
                <p14:cNvContentPartPr/>
                <p14:nvPr/>
              </p14:nvContentPartPr>
              <p14:xfrm>
                <a:off x="5856624" y="2928096"/>
                <a:ext cx="258120" cy="842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D11806C-A0C3-CC42-B9E3-24B640331EFA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838624" y="2910096"/>
                  <a:ext cx="29376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28202F2-280C-3F65-DA50-F60660971B54}"/>
                    </a:ext>
                  </a:extLst>
                </p14:cNvPr>
                <p14:cNvContentPartPr/>
                <p14:nvPr/>
              </p14:nvContentPartPr>
              <p14:xfrm>
                <a:off x="6375384" y="2921976"/>
                <a:ext cx="119160" cy="900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28202F2-280C-3F65-DA50-F60660971B54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357744" y="2903976"/>
                  <a:ext cx="15480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F830F7A-03B3-3B39-3B1B-D97B52796A6C}"/>
                    </a:ext>
                  </a:extLst>
                </p14:cNvPr>
                <p14:cNvContentPartPr/>
                <p14:nvPr/>
              </p14:nvContentPartPr>
              <p14:xfrm>
                <a:off x="6536664" y="2945016"/>
                <a:ext cx="105120" cy="705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F830F7A-03B3-3B39-3B1B-D97B52796A6C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518664" y="2927016"/>
                  <a:ext cx="14076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FF4DC18-3396-D880-D9B1-F4D07C3FEA98}"/>
                    </a:ext>
                  </a:extLst>
                </p14:cNvPr>
                <p14:cNvContentPartPr/>
                <p14:nvPr/>
              </p14:nvContentPartPr>
              <p14:xfrm>
                <a:off x="6478344" y="2968056"/>
                <a:ext cx="202680" cy="547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FF4DC18-3396-D880-D9B1-F4D07C3FEA98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460344" y="2950056"/>
                  <a:ext cx="23832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085F6C2-B8EC-7596-D82F-FDC97980D5CE}"/>
                    </a:ext>
                  </a:extLst>
                </p14:cNvPr>
                <p14:cNvContentPartPr/>
                <p14:nvPr/>
              </p14:nvContentPartPr>
              <p14:xfrm>
                <a:off x="6693984" y="2929896"/>
                <a:ext cx="149760" cy="2646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085F6C2-B8EC-7596-D82F-FDC97980D5CE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675984" y="2911896"/>
                  <a:ext cx="18540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325B53E-644D-469F-F34A-D62296439CF8}"/>
                    </a:ext>
                  </a:extLst>
                </p14:cNvPr>
                <p14:cNvContentPartPr/>
                <p14:nvPr/>
              </p14:nvContentPartPr>
              <p14:xfrm>
                <a:off x="6872184" y="2892096"/>
                <a:ext cx="340920" cy="1051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325B53E-644D-469F-F34A-D62296439CF8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854184" y="2874456"/>
                  <a:ext cx="37656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818F4C8-36E3-B88D-99E8-A7105425CAC9}"/>
                    </a:ext>
                  </a:extLst>
                </p14:cNvPr>
                <p14:cNvContentPartPr/>
                <p14:nvPr/>
              </p14:nvContentPartPr>
              <p14:xfrm>
                <a:off x="7271784" y="2822256"/>
                <a:ext cx="175320" cy="2030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818F4C8-36E3-B88D-99E8-A7105425CAC9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254144" y="2804616"/>
                  <a:ext cx="21096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E3BB89F-8BE3-A2E0-1C1E-5A15831368D6}"/>
                    </a:ext>
                  </a:extLst>
                </p14:cNvPr>
                <p14:cNvContentPartPr/>
                <p14:nvPr/>
              </p14:nvContentPartPr>
              <p14:xfrm>
                <a:off x="5630544" y="2101896"/>
                <a:ext cx="3960" cy="745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E3BB89F-8BE3-A2E0-1C1E-5A15831368D6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612544" y="2083896"/>
                  <a:ext cx="3960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77712AC-F4F1-A2E4-793D-290421F0F434}"/>
                    </a:ext>
                  </a:extLst>
                </p14:cNvPr>
                <p14:cNvContentPartPr/>
                <p14:nvPr/>
              </p14:nvContentPartPr>
              <p14:xfrm>
                <a:off x="5482944" y="2011896"/>
                <a:ext cx="329760" cy="2178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77712AC-F4F1-A2E4-793D-290421F0F434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465304" y="1993896"/>
                  <a:ext cx="36540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117F31B-D7EC-68D5-2630-2C5946CAC60F}"/>
                    </a:ext>
                  </a:extLst>
                </p14:cNvPr>
                <p14:cNvContentPartPr/>
                <p14:nvPr/>
              </p14:nvContentPartPr>
              <p14:xfrm>
                <a:off x="6117624" y="1712376"/>
                <a:ext cx="1077120" cy="1785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117F31B-D7EC-68D5-2630-2C5946CAC60F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099624" y="1694376"/>
                  <a:ext cx="111276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EB7C55B-9E4D-1643-4163-50DCAAACA1BC}"/>
                    </a:ext>
                  </a:extLst>
                </p14:cNvPr>
                <p14:cNvContentPartPr/>
                <p14:nvPr/>
              </p14:nvContentPartPr>
              <p14:xfrm>
                <a:off x="7302744" y="2184336"/>
                <a:ext cx="186840" cy="1177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EB7C55B-9E4D-1643-4163-50DCAAACA1BC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284744" y="2166696"/>
                  <a:ext cx="22248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AF59AE6-66FD-94D1-4682-CCE4486C897D}"/>
                    </a:ext>
                  </a:extLst>
                </p14:cNvPr>
                <p14:cNvContentPartPr/>
                <p14:nvPr/>
              </p14:nvContentPartPr>
              <p14:xfrm>
                <a:off x="7168824" y="2118456"/>
                <a:ext cx="380520" cy="2487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AF59AE6-66FD-94D1-4682-CCE4486C897D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7151184" y="2100456"/>
                  <a:ext cx="41616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B870FA5-DB5D-9A17-9450-F1A1613FF567}"/>
                    </a:ext>
                  </a:extLst>
                </p14:cNvPr>
                <p14:cNvContentPartPr/>
                <p14:nvPr/>
              </p14:nvContentPartPr>
              <p14:xfrm>
                <a:off x="7691904" y="2277576"/>
                <a:ext cx="178560" cy="1094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B870FA5-DB5D-9A17-9450-F1A1613FF567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7673904" y="2259936"/>
                  <a:ext cx="21420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BA8735F-2D6E-CF75-AE58-13A9B1CE8716}"/>
                    </a:ext>
                  </a:extLst>
                </p14:cNvPr>
                <p14:cNvContentPartPr/>
                <p14:nvPr/>
              </p14:nvContentPartPr>
              <p14:xfrm>
                <a:off x="7905744" y="2297016"/>
                <a:ext cx="185040" cy="990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BA8735F-2D6E-CF75-AE58-13A9B1CE8716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7888104" y="2279376"/>
                  <a:ext cx="22068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60ED79E-A51D-F4AB-5DD6-AF0B874DEC9F}"/>
                    </a:ext>
                  </a:extLst>
                </p14:cNvPr>
                <p14:cNvContentPartPr/>
                <p14:nvPr/>
              </p14:nvContentPartPr>
              <p14:xfrm>
                <a:off x="8146944" y="2286216"/>
                <a:ext cx="465480" cy="1756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60ED79E-A51D-F4AB-5DD6-AF0B874DEC9F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128944" y="2268576"/>
                  <a:ext cx="50112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59DA0E6-4E71-26E1-BC9B-B9745FE1E7DC}"/>
                    </a:ext>
                  </a:extLst>
                </p14:cNvPr>
                <p14:cNvContentPartPr/>
                <p14:nvPr/>
              </p14:nvContentPartPr>
              <p14:xfrm>
                <a:off x="8554824" y="2282256"/>
                <a:ext cx="137160" cy="2037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59DA0E6-4E71-26E1-BC9B-B9745FE1E7DC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537184" y="2264256"/>
                  <a:ext cx="17280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6E17913-277C-00C9-0A25-FBC549490289}"/>
                    </a:ext>
                  </a:extLst>
                </p14:cNvPr>
                <p14:cNvContentPartPr/>
                <p14:nvPr/>
              </p14:nvContentPartPr>
              <p14:xfrm>
                <a:off x="7634304" y="2223216"/>
                <a:ext cx="170280" cy="2466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6E17913-277C-00C9-0A25-FBC549490289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7616664" y="2205216"/>
                  <a:ext cx="20592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3F2C1FE-03D5-48B9-5B48-37E4DC708CE9}"/>
                    </a:ext>
                  </a:extLst>
                </p14:cNvPr>
                <p14:cNvContentPartPr/>
                <p14:nvPr/>
              </p14:nvContentPartPr>
              <p14:xfrm>
                <a:off x="6993504" y="1967256"/>
                <a:ext cx="233640" cy="1926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3F2C1FE-03D5-48B9-5B48-37E4DC708CE9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6975504" y="1949616"/>
                  <a:ext cx="26928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E632175-B430-B7E7-B488-8C03FEAFF15C}"/>
                    </a:ext>
                  </a:extLst>
                </p14:cNvPr>
                <p14:cNvContentPartPr/>
                <p14:nvPr/>
              </p14:nvContentPartPr>
              <p14:xfrm>
                <a:off x="7402464" y="1671696"/>
                <a:ext cx="1467360" cy="2325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E632175-B430-B7E7-B488-8C03FEAFF15C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7384824" y="1654056"/>
                  <a:ext cx="150300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ACC0C43-FFE3-7979-C2B2-A35D75EA01F7}"/>
                    </a:ext>
                  </a:extLst>
                </p14:cNvPr>
                <p14:cNvContentPartPr/>
                <p14:nvPr/>
              </p14:nvContentPartPr>
              <p14:xfrm>
                <a:off x="8835264" y="1991376"/>
                <a:ext cx="161280" cy="2307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ACC0C43-FFE3-7979-C2B2-A35D75EA01F7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8817264" y="1973376"/>
                  <a:ext cx="19692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14BB7C0-0A2D-C0BE-922F-C5F0FCA6D7A3}"/>
                    </a:ext>
                  </a:extLst>
                </p14:cNvPr>
                <p14:cNvContentPartPr/>
                <p14:nvPr/>
              </p14:nvContentPartPr>
              <p14:xfrm>
                <a:off x="8793144" y="1985616"/>
                <a:ext cx="219960" cy="759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14BB7C0-0A2D-C0BE-922F-C5F0FCA6D7A3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775504" y="1967976"/>
                  <a:ext cx="25560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28CCD75-658C-47F1-79F3-2DB153BAFC79}"/>
                    </a:ext>
                  </a:extLst>
                </p14:cNvPr>
                <p14:cNvContentPartPr/>
                <p14:nvPr/>
              </p14:nvContentPartPr>
              <p14:xfrm>
                <a:off x="9258624" y="2282256"/>
                <a:ext cx="148320" cy="1148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28CCD75-658C-47F1-79F3-2DB153BAFC79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240984" y="2264616"/>
                  <a:ext cx="18396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D2607E5-ED14-819B-3E45-1AE930753815}"/>
                    </a:ext>
                  </a:extLst>
                </p14:cNvPr>
                <p14:cNvContentPartPr/>
                <p14:nvPr/>
              </p14:nvContentPartPr>
              <p14:xfrm>
                <a:off x="9149544" y="2198376"/>
                <a:ext cx="376200" cy="2617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D2607E5-ED14-819B-3E45-1AE930753815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9131544" y="2180736"/>
                  <a:ext cx="411840" cy="297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707082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E5807-A6B7-CE0F-F4D7-CE5FF3896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1937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1388</TotalTime>
  <Words>1</Words>
  <Application>Microsoft Office PowerPoint</Application>
  <PresentationFormat>Widescreen</PresentationFormat>
  <Paragraphs>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246</cp:revision>
  <dcterms:created xsi:type="dcterms:W3CDTF">2025-09-22T02:44:38Z</dcterms:created>
  <dcterms:modified xsi:type="dcterms:W3CDTF">2026-06-16T01:48:30Z</dcterms:modified>
</cp:coreProperties>
</file>