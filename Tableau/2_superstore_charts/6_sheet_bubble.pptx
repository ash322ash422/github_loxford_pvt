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92" r:id="rId3"/>
    <p:sldId id="293" r:id="rId4"/>
    <p:sldId id="2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9:48.2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9141 4412 0 0,'-12'1'320'0'0,"-17"7"1435"0"0,35-10-1751 0 0,90-33 24 0 0,-2-4 1 0 0,-2-4 0 0 0,134-85-1 0 0,-192 105 53 0 0,-2-3 0 0 0,-1-1-1 0 0,-1-1 1 0 0,53-63 0 0 0,-44 39 112 0 0,-1-2-1 0 0,40-79 1 0 0,221-518 556 0 0,-281 608-706 0 0,243-700 266 0 0,-206 573-296 0 0,281-784-13 0 0,-79 320-48 0 0,-88 225 32 0 0,-125 300 14 0 0,131-348 168 0 0,-114 273-70 0 0,65-178 145 0 0,-100 294 60 0 0,-8 16-29 0 0,3 2 0 0 0,37-67 1 0 0,-18 49-203 0 0,40-61-24 0 0,328-378 22 0 0,-284 359-59 0 0,-83 98-10 0 0,462-529-47 0 0,-244 276-11 0 0,-120 134 4 0 0,-92 112 33 0 0,3 2-1 0 0,1 3 0 0 0,3 1 1 0 0,113-79-1 0 0,291-144-72 0 0,-288 182 65 0 0,-32 19 2 0 0,-77 41-4 0 0,81-30 1 0 0,17-7 5 0 0,66-29 1 0 0,-69 33-3 0 0,144-54-4 0 0,-201 81 8 0 0,1 4 1 0 0,2 5 0 0 0,115-18-1 0 0,-29 15 4 0 0,-183 31 11 0 0,3-3 9 0 0,57-6-28 0 0,-63 10 29 0 0,1-1-3 0 0,6 0 5 0 0,-5 0 1 0 0,5-1 2 0 0,-6 2 23 0 0,-8-5 169 0 0,-23-4-168 0 0,-39-10-64 0 0,-7 6 10 0 0,-119-5 0 0 0,126 8-89 0 0,65 10 97 0 0,9-1-195 0 0,55-5 180 0 0,1 3 1 0 0,-1 3 0 0 0,1 3-1 0 0,64 11 1 0 0,-106-12 15 0 0,12 4-18 0 0,-33-5 32 0 0,1-1 0 0 0,0 0 1 0 0,-1 1-1 0 0,1-1 1 0 0,0 1-1 0 0,-1-1 1 0 0,1 1-1 0 0,0-1 1 0 0,-1 1-1 0 0,1-1 1 0 0,-1 1-1 0 0,1 0 1 0 0,-1-1-1 0 0,0 1 1 0 0,1 0-1 0 0,-1-1 1 0 0,1 1-1 0 0,-1 0 1 0 0,0 0-1 0 0,0-1 1 0 0,1 1-1 0 0,-1 0 1 0 0,0 0-1 0 0,0-1 1 0 0,0 1-1 0 0,0 0 1 0 0,0 0-1 0 0,0 0 1 0 0,0-1-1 0 0,0 1 0 0 0,0 0 1 0 0,-1 0-1 0 0,1-1 1 0 0,0 1-1 0 0,0 0 1 0 0,-1 0-1 0 0,1-1 1 0 0,0 1-1 0 0,-1 0 1 0 0,0 0-1 0 0,-18 25-8 0 0,17-24 8 0 0,-216 236-23 0 0,122-138 40 0 0,68-68-61 0 0,5-5-1049 0 0,6-10-2399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9:49.7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75 6657 0 0,'-13'-43'-4'0'0,"13"41"175"0"0,1-27 1300 0 0,50 277-1509 0 0,-44-184 417 0 0,-3-23-1328 0 0,0-18-3005 0 0,-11-56 2077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9:50.4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474 65 5128 0 0,'-43'-34'-888'0'0,"41"32"882"0"0,-1-1 4 0 0,0 0 0 0 0,-1 1 1 0 0,1-1-1 0 0,-1 1 0 0 0,1 0 1 0 0,-1 0-1 0 0,0 0 0 0 0,0 0 1 0 0,0 1-1 0 0,0-1 1 0 0,0 1-1 0 0,0 0 0 0 0,-1 0 1 0 0,1 1-1 0 0,0-1 0 0 0,-5 1 1 0 0,2 0 6 0 0,1 0 0 0 0,-1 0 0 0 0,0 1 0 0 0,0 0 0 0 0,1 0-1 0 0,-1 0 1 0 0,1 1 0 0 0,-1 0 0 0 0,1 1 0 0 0,-1-1 0 0 0,1 1 0 0 0,0 0 0 0 0,0 1 0 0 0,-7 5 0 0 0,-9 7 28 0 0,1 1 0 0 0,-21 22-1 0 0,24-20-14 0 0,1 0-1 0 0,1 1 0 0 0,1 0 0 0 0,1 1 0 0 0,1 1 0 0 0,1 1 0 0 0,1-1 0 0 0,-10 29 0 0 0,14-31 10 0 0,1 1 1 0 0,0 0-1 0 0,1 0 0 0 0,2 0 0 0 0,0 0 0 0 0,1 1 0 0 0,1 0 0 0 0,1-1 1 0 0,6 43-1 0 0,-4-54-13 0 0,0 0 0 0 0,1 0 1 0 0,0 0-1 0 0,0 0 0 0 0,2 0 0 0 0,-1-1 0 0 0,1 0 1 0 0,0 0-1 0 0,1 0 0 0 0,0-1 0 0 0,0 1 1 0 0,1-2-1 0 0,0 1 0 0 0,10 8 0 0 0,-6-7 27 0 0,1-1 0 0 0,-1-1 0 0 0,2 0 0 0 0,-1-1 0 0 0,1 0 0 0 0,0-1 0 0 0,0 0 0 0 0,0-1 0 0 0,22 4 0 0 0,0-4 62 0 0,1-1 0 0 0,-1-1 0 0 0,1-3 1 0 0,0 0-1 0 0,-1-2 0 0 0,0-2 0 0 0,49-13 1 0 0,-57 11 12 0 0,1 0 1 0 0,-2-2-1 0 0,1-2 1 0 0,-1 0 0 0 0,-1-1-1 0 0,46-31 1 0 0,-61 36-60 0 0,0-1 0 0 0,0-1 0 0 0,-1 0 0 0 0,0 0 0 0 0,0-1 1 0 0,-1 0-1 0 0,-1-1 0 0 0,0 0 0 0 0,0 0 0 0 0,-1 0 0 0 0,0-1 0 0 0,-1 0 0 0 0,0 0 0 0 0,-1 0 0 0 0,-1 0 1 0 0,0-1-1 0 0,2-17 0 0 0,-3 16-15 0 0,-1 0 0 0 0,-1 0-1 0 0,-1 0 1 0 0,0-1 0 0 0,0 1 0 0 0,-1 0 0 0 0,-1 0 0 0 0,-1 1 0 0 0,0-1 0 0 0,0 0 0 0 0,-2 1-1 0 0,1 0 1 0 0,-2 1 0 0 0,0-1 0 0 0,0 1 0 0 0,-1 0 0 0 0,-1 1 0 0 0,0 0 0 0 0,0 0 0 0 0,-1 1-1 0 0,0 0 1 0 0,-12-8 0 0 0,6 6-18 0 0,-1 1 0 0 0,0 0 0 0 0,0 2 0 0 0,-1 0-1 0 0,0 1 1 0 0,-1 0 0 0 0,0 2 0 0 0,0 0 0 0 0,0 1 0 0 0,-1 1-1 0 0,0 1 1 0 0,1 1 0 0 0,-1 0 0 0 0,0 2 0 0 0,-25 2 0 0 0,-116 21-260 0 0,57 5-4796 0 0,95-25 2714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9:54.8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296 12211 5509 0 0,'0'0'-286'0'0,"-6"3"16"0"0,-17 7 333 0 0,17-8 169 0 0,-44-12 1860 0 0,10-21-1605 0 0,29 21-400 0 0,0 0 0 0 0,1 0 0 0 0,0-1 0 0 0,1 0-1 0 0,0-1 1 0 0,1 0 0 0 0,0 0 0 0 0,1-1 0 0 0,0 0-1 0 0,-5-17 1 0 0,-2-9 32 0 0,1 0 0 0 0,-9-54 0 0 0,13 34-100 0 0,3-1 1 0 0,1-82-1 0 0,11-186-15 0 0,7 187-24 0 0,5 1 0 0 0,7 1-1 0 0,70-223 1 0 0,45-78 86 0 0,14 34-38 0 0,-106 288-24 0 0,380-769 95 0 0,-313 649-52 0 0,85-256-1 0 0,-137 328-46 0 0,-15 41 27 0 0,181-447 8 0 0,-172 434-32 0 0,59-126 8 0 0,91-179 32 0 0,64-120 17 0 0,-199 431-61 0 0,116-194-3 0 0,698-1052-42 0 0,-570 867 20 0 0,30 19 0 0 0,-151 234 7 0 0,193-239-44 0 0,136-48-7 0 0,-306 351 56 0 0,159-146-22 0 0,-256 224 21 0 0,132-118-69 0 0,-194 188 51 0 0,2 2 0 0 0,3 3 0 0 0,0 3 0 0 0,100-43 0 0 0,-22 24-35 0 0,173-46 1 0 0,16 34 36 0 0,-248 54 19 0 0,457-64-57 0 0,-313 49 55 0 0,-90 18-11 0 0,183 6 1 0 0,-208 7-92 0 0,-110-1 106 0 0,52 0-118 0 0,-50 0 113 0 0,50 7-81 0 0,180 15 223 0 0,60 10-87 0 0,-228-22-4 0 0,-64-10-26 0 0,0 1 9 0 0,-1-2-18 0 0,1 1 0 0 0,0 0 0 0 0,0-1 0 0 0,-1 1 0 0 0,1 0 0 0 0,0 0 1 0 0,0 0-1 0 0,-1 0 0 0 0,1 0 0 0 0,0 1 0 0 0,-1-1 0 0 0,1 0 0 0 0,0 1 0 0 0,0-1 0 0 0,-1 1 0 0 0,2 1 0 0 0,7 1 0 0 0,-8-2 0 0 0,4 1 76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9:55.7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9 5613 0 0,'0'0'-331'0'0,"-8"-6"-194"0"0,8 6 523 0 0,0 0-1 0 0,0 0 1 0 0,0 0 0 0 0,0 0-1 0 0,0-1 1 0 0,0 1-1 0 0,-1 0 1 0 0,1 0-1 0 0,0 0 1 0 0,0 0-1 0 0,0 0 1 0 0,0 0-1 0 0,0-1 1 0 0,0 1-1 0 0,-1 0 1 0 0,1 0-1 0 0,0 0 1 0 0,0 0-1 0 0,0 0 1 0 0,0 0-1 0 0,-1 0 1 0 0,1 0 0 0 0,0 0-1 0 0,0 0 1 0 0,0 0-1 0 0,0 0 1 0 0,-1 0-1 0 0,1 0 1 0 0,0 0-1 0 0,0 0 1 0 0,0 0-1 0 0,0 0 1 0 0,-1 0-1 0 0,1 0 1 0 0,0 0-1 0 0,0 0 1 0 0,0 0-1 0 0,0 0 1 0 0,-1 0-1 0 0,1 0 1 0 0,0 0 0 0 0,0 0-1 0 0,0 0 1 0 0,0 1-1 0 0,0-1 1 0 0,-1 0-1 0 0,1 0 1 0 0,0 0-1 0 0,0 0 1 0 0,0 0-1 0 0,0 0 1 0 0,0 1-1 0 0,0-1 1 0 0,0 0-1 0 0,0 0 1 0 0,-1 1-1 0 0,3 3 6 0 0,-1 1 0 0 0,1 0-1 0 0,0-1 1 0 0,0 1-1 0 0,1-1 1 0 0,-1 1 0 0 0,1-1-1 0 0,0 0 1 0 0,0 0 0 0 0,0-1-1 0 0,1 1 1 0 0,-1 0-1 0 0,1-1 1 0 0,0 0 0 0 0,0 0-1 0 0,0 0 1 0 0,5 2-1 0 0,20 12 35 0 0,44 20 0 0 0,-36-19-23 0 0,8 2 19 0 0,-31-15 118 0 0,0 1 1 0 0,-1 1-1 0 0,0 0 1 0 0,-1 0 0 0 0,13 11-1 0 0,-5-8 821 0 0,-20-10-955 0 0,1 0-1 0 0,0 0 1 0 0,-1 0-1 0 0,1 1 1 0 0,0-1-1 0 0,-1 0 0 0 0,1 0 1 0 0,0 1-1 0 0,-1-1 1 0 0,1 1-1 0 0,0-1 1 0 0,-1 0-1 0 0,1 1 0 0 0,-1-1 1 0 0,1 1-1 0 0,-1-1 1 0 0,1 1-1 0 0,-1 0 1 0 0,1-1-1 0 0,-1 1 0 0 0,0-1 1 0 0,1 1-1 0 0,-1 0 1 0 0,0-1-1 0 0,1 2 1 0 0,-1-1 29 0 0,-29 17 63 0 0,15-8-70 0 0,-310 179 24 0 0,304-182-609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9:57.7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70 4148 0 0,'0'0'-320'0'0,"25"17"-1077"0"0,49-20 1774 0 0,94-18 0 0 0,-15 1-255 0 0,228 0 505 0 0,-302 18 1741 0 0,-72-4-2984 0 0,-3-8-3214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9:59.4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28 220 3724 0 0,'0'0'-121'0'0,"-18"-7"433"0"0,9 1 696 0 0,10 4-247 0 0,257-30-706 0 0,-61 5-29 0 0,207-28 24 0 0,-119 13-4 0 0,-102 18 534 0 0,-181 24-459 0 0,37-3 507 0 0,-38 3-686 0 0,11-3-237 0 0,-5-6-2717 0 0,-3-1 1043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1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17 110 4856 0 0,'0'0'-260'0'0,"-10"1"-429"0"0,10-1 705 0 0,0 0 0 0 0,0 0 0 0 0,0 0 0 0 0,-1 0 0 0 0,1 0 1 0 0,0 0-1 0 0,0 0 0 0 0,0 0 0 0 0,0 0 0 0 0,0 0 0 0 0,-1 0 0 0 0,1 1 0 0 0,0-1 0 0 0,0 0 0 0 0,0 0 0 0 0,0 0 0 0 0,-1 0 0 0 0,1 0 0 0 0,0 0 0 0 0,0 0 0 0 0,0 0 0 0 0,0 0 0 0 0,0-1 0 0 0,-1 1 0 0 0,1 0 0 0 0,0 0 0 0 0,0 0 0 0 0,0 0 0 0 0,0 0 0 0 0,0 0 0 0 0,-1 0 0 0 0,1 0 1 0 0,0 0-1 0 0,0 0 0 0 0,0 0 0 0 0,0-1 0 0 0,0 1 0 0 0,0 0 0 0 0,-1 0 0 0 0,1 0 0 0 0,0 0 0 0 0,0 0 0 0 0,0-1 0 0 0,0 1 0 0 0,0 0 0 0 0,0 0 0 0 0,0 0 0 0 0,0 0 0 0 0,0 0 0 0 0,0-1 0 0 0,0 1 0 0 0,0 0 0 0 0,0 0 0 0 0,0 0 0 0 0,0 0 0 0 0,0-1 0 0 0,0 1 0 0 0,0 0 1 0 0,0 0-1 0 0,0 0 0 0 0,0 0 0 0 0,0 0 0 0 0,0-1 0 0 0,0 1 0 0 0,0 0 0 0 0,9-8-2 0 0,-1 1 0 0 0,1 0 1 0 0,0 0-1 0 0,0 1 0 0 0,1 0 0 0 0,0 0 1 0 0,19-7-1 0 0,7-1-19 0 0,41-9 1 0 0,-73 21 0 0 0,1 0 0 0 0,0 1 0 0 0,0 0-1 0 0,0 0 1 0 0,0 0 0 0 0,-1 1 0 0 0,1-1-1 0 0,0 1 1 0 0,0 0 0 0 0,0 1 0 0 0,0-1 0 0 0,0 1-1 0 0,0 0 1 0 0,0 0 0 0 0,5 3 0 0 0,-9-3 2 0 0,-1 0 1 0 0,1 0 0 0 0,0 0 0 0 0,-1 0-1 0 0,1 0 1 0 0,0 0 0 0 0,-1 0-1 0 0,1 0 1 0 0,-1 1 0 0 0,0-1-1 0 0,0 0 1 0 0,1 0 0 0 0,-1 0-1 0 0,0 1 1 0 0,0-1 0 0 0,0 0-1 0 0,0 0 1 0 0,0 1 0 0 0,0-1-1 0 0,-1 0 1 0 0,1 0 0 0 0,0 1 0 0 0,-1-1-1 0 0,1 0 1 0 0,0 0 0 0 0,-1 0-1 0 0,0 0 1 0 0,1 0 0 0 0,-2 2-1 0 0,-16 34 23 0 0,-13 9 52 0 0,-1-2-1 0 0,-2 0 1 0 0,-77 74 0 0 0,101-104 758 0 0,25-17-488 0 0,49-28-345 0 0,-27 13 122 0 0,58-20-35 0 0,62-28 132 0 0,-137 58-96 0 0,-17 7-126 0 0,0 0 0 0 0,0 0 0 0 0,0 0 0 0 0,0 0-1 0 0,0-1 1 0 0,0 1 0 0 0,-1-1 0 0 0,1 0 0 0 0,0 0 0 0 0,-1 0-1 0 0,0 0 1 0 0,5-5 0 0 0,-6 6-397 0 0,-9-25-2986 0 0,10 15 2110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1.8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745 52 4104 0 0,'0'-2'-36'0'0,"-1"0"-1"0"0,1 0 1 0 0,-1 0-1 0 0,0 0 1 0 0,1-1-1 0 0,-1 1 0 0 0,0 0 1 0 0,0 0-1 0 0,0 1 1 0 0,-1-1-1 0 0,1 0 1 0 0,0 0-1 0 0,-1 0 0 0 0,1 1 1 0 0,-1-1-1 0 0,0 1 1 0 0,1-1-1 0 0,-1 1 1 0 0,0 0-1 0 0,0 0 0 0 0,0 0 1 0 0,0 0-1 0 0,0 0 1 0 0,0 0-1 0 0,0 0 1 0 0,0 0-1 0 0,0 1 0 0 0,-4-1 1 0 0,-4-2 30 0 0,0 2 1 0 0,0-1-1 0 0,0 1 1 0 0,0 0-1 0 0,-19 2 1 0 0,14 0 54 0 0,-25 2 176 0 0,0 1 1 0 0,-39 10-1 0 0,65-10-176 0 0,0 0 1 0 0,0 1-1 0 0,0 0 1 0 0,1 1-1 0 0,0 1 0 0 0,0 0 1 0 0,1 1-1 0 0,0 0 0 0 0,-15 14 1 0 0,-9 10 8 0 0,2 2 1 0 0,2 1-1 0 0,1 2 1 0 0,2 0-1 0 0,2 2 1 0 0,1 2-1 0 0,-39 82 1 0 0,61-114-52 0 0,1 0 1 0 0,0 0-1 0 0,0 1 1 0 0,1-1-1 0 0,0 1 1 0 0,1 0-1 0 0,0 0 1 0 0,0 0-1 0 0,1 15 1 0 0,1-20 2 0 0,0 1 0 0 0,1-1 0 0 0,-1 1 0 0 0,1-1 0 0 0,0 0 0 0 0,0 0 0 0 0,0 0 0 0 0,1 0 0 0 0,0 0 0 0 0,0 0 0 0 0,0-1 0 0 0,1 0 0 0 0,-1 1 1 0 0,1-1-1 0 0,0 0 0 0 0,0-1 0 0 0,1 1 0 0 0,5 3 0 0 0,6 2 26 0 0,0 0-1 0 0,1-1 1 0 0,0-1 0 0 0,1 0 0 0 0,0-1 0 0 0,0-1 0 0 0,0-1-1 0 0,0-1 1 0 0,1 0 0 0 0,27 0 0 0 0,24-3 175 0 0,96-11 1 0 0,-152 9-186 0 0,14 0 74 0 0,0-2 1 0 0,-1-1-1 0 0,0-1 1 0 0,0-2 0 0 0,0 0-1 0 0,47-23 1 0 0,-62 25-50 0 0,-1-1 0 0 0,1 0-1 0 0,-2-1 1 0 0,1 0 0 0 0,-1-1-1 0 0,-1 0 1 0 0,1 0 0 0 0,-1-1 0 0 0,-1 0-1 0 0,0 0 1 0 0,0-1 0 0 0,-1-1-1 0 0,-1 1 1 0 0,0-1 0 0 0,0 0 0 0 0,5-18-1 0 0,-6 14 9 0 0,-1-1 0 0 0,0 1-1 0 0,-2-1 1 0 0,0 0 0 0 0,0 0 0 0 0,-2-1-1 0 0,0 1 1 0 0,-1 0 0 0 0,-1 0-1 0 0,0 0 1 0 0,-6-21 0 0 0,5 28-26 0 0,-1 0 1 0 0,0 0-1 0 0,0 0 0 0 0,-1 1 1 0 0,0 0-1 0 0,0 0 1 0 0,-1 0-1 0 0,0 0 0 0 0,-1 1 1 0 0,0 0-1 0 0,0 1 1 0 0,-1 0-1 0 0,0 0 1 0 0,0 0-1 0 0,-1 1 0 0 0,0 0 1 0 0,0 1-1 0 0,0 0 1 0 0,-15-6-1 0 0,-3 1-1 0 0,-1 2-1 0 0,-1 1 1 0 0,1 1 0 0 0,-1 1-1 0 0,0 1 1 0 0,-34 1 0 0 0,-175 16-280 0 0,132-4-685 0 0,75-11-2786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6.0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4560 8 5380 0 0,'0'0'-292'0'0,"1"-2"-490"0"0,-1 2 784 0 0,0 0 0 0 0,0 0 0 0 0,0 0 0 0 0,0-1 0 0 0,0 1-1 0 0,0 0 1 0 0,0 0 0 0 0,0 0 0 0 0,0 0 0 0 0,0-1 0 0 0,0 1 0 0 0,0 0-1 0 0,0 0 1 0 0,0 0 0 0 0,0 0 0 0 0,0-1 0 0 0,0 1 0 0 0,0 0-1 0 0,0 0 1 0 0,0 0 0 0 0,0 0 0 0 0,0-1 0 0 0,-1 1 0 0 0,1 0 0 0 0,0 0-1 0 0,0 0 1 0 0,0 0 0 0 0,0 0 0 0 0,0 0 0 0 0,0-1 0 0 0,-1 1 0 0 0,1 0-1 0 0,0 0 1 0 0,0 0 0 0 0,0 0 0 0 0,0 0 0 0 0,-1 0 0 0 0,1 0-1 0 0,0 0 1 0 0,0 0 0 0 0,0 0 0 0 0,0 0 0 0 0,-1 0 0 0 0,1 0 0 0 0,0 0-1 0 0,0 0 1 0 0,0 0 0 0 0,-1 0 0 0 0,1 0 0 0 0,0 0 0 0 0,0 0 0 0 0,0 0-1 0 0,-159 108 148 0 0,-134 97-17 0 0,-398 326 226 0 0,364-318-192 0 0,183-124-125 0 0,-646 404 155 0 0,214-144-82 0 0,288-170-88 0 0,-250 135 51 0 0,149-145-13 0 0,346-152-59 0 0,-134 49 18 0 0,90-38 97 0 0,79-25 265 0 0,-20 6-871 0 0,28-9 419 0 0,-1 0 0 0 0,0 0-1 0 0,1 0 1 0 0,-1 0 0 0 0,0 0 0 0 0,1 0 0 0 0,-1 0 0 0 0,0 0-1 0 0,1-1 1 0 0,-1 1 0 0 0,0 0 0 0 0,1 0 0 0 0,-1-1-1 0 0,1 1 1 0 0,-1 0 0 0 0,0-1 0 0 0,1 1 0 0 0,-1 0 0 0 0,1-1-1 0 0,-1 1 1 0 0,1-1 0 0 0,-1 1 0 0 0,1-1 0 0 0,-1 1-1 0 0,1-1 1 0 0,0 1 0 0 0,-1-1 0 0 0,1 1 0 0 0,0-1 0 0 0,-1 0-1 0 0,1 1 1 0 0,0-1 0 0 0,0 1 0 0 0,0-1 0 0 0,0 0-1 0 0,-1 0 1 0 0,2-12-1365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6.5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393 5 4416 0 0,'0'0'-90'0'0,"0"0"64"0"0,1-1 0 0 0,-1 1 0 0 0,1-1 0 0 0,0 1-1 0 0,0-1 1 0 0,-1 1 0 0 0,1 0 0 0 0,0-1 0 0 0,-1 1-1 0 0,1 0 1 0 0,0 0 0 0 0,0 0 0 0 0,0-1 0 0 0,-1 1-1 0 0,1 0 1 0 0,0 0 0 0 0,0 0 0 0 0,0 0 0 0 0,-1 0-1 0 0,1 0 1 0 0,0 1 0 0 0,0-1 0 0 0,0 0 0 0 0,-1 4 26 0 0,0-1 1 0 0,-1 0 0 0 0,1 0 0 0 0,-1 0-1 0 0,0 0 1 0 0,0 0 0 0 0,0 0-1 0 0,0 0 1 0 0,-1 0 0 0 0,1 0-1 0 0,-1-1 1 0 0,0 1 0 0 0,0 0 0 0 0,0-1-1 0 0,0 1 1 0 0,0-1 0 0 0,0 0-1 0 0,-5 3 1 0 0,-3 5 4 0 0,-190 198 441 0 0,56-66 34 0 0,137-134-429 0 0,5-7-40 0 0,0 0 1 0 0,1 1-1 0 0,-1-1 0 0 0,1 1 1 0 0,-1-1-1 0 0,1 1 0 0 0,0 0 1 0 0,0-1-1 0 0,0 1 0 0 0,0 0 1 0 0,0 0-1 0 0,0 0 0 0 0,0 0 1 0 0,-1 3-1 0 0,2-4 34 0 0,40 14 96 0 0,227-14 91 0 0,-162-4-144 0 0,198 20-1 0 0,-254-12 108 0 0,-47-5-131 0 0,2 0-67 0 0,5 1 23 0 0,-22-24-3896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7.7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68 3388 0 0,'0'0'-23'0'0,"-13"-15"195"0"0,6 8 88 0 0,13 3-247 0 0,0 0 1 0 0,-1 1-1 0 0,1 0 0 0 0,0 0 0 0 0,0 1 1 0 0,1-1-1 0 0,8-1 0 0 0,-11 3-22 0 0,19-5 1 0 0,0 2 0 0 0,1 0-1 0 0,0 1 1 0 0,-1 2 0 0 0,1 0 0 0 0,0 2-1 0 0,0 1 1 0 0,24 4 0 0 0,-46-6 13 0 0,0 0 0 0 0,0 0 0 0 0,0 0 0 0 0,1 1 0 0 0,-1-1-1 0 0,0 1 1 0 0,0-1 0 0 0,0 1 0 0 0,0 0 0 0 0,0 0 0 0 0,0 0 0 0 0,0 0 0 0 0,0 0 0 0 0,0 0 0 0 0,-1 0 0 0 0,4 3 0 0 0,-4-3-3 0 0,-1 0 0 0 0,0 0 0 0 0,0 0 0 0 0,1 0 0 0 0,-1 0 0 0 0,0 0 0 0 0,0-1 0 0 0,0 1 0 0 0,0 0 0 0 0,0 0 0 0 0,0 0 0 0 0,0 0 0 0 0,0 0 0 0 0,-1 0 0 0 0,1 0 0 0 0,0-1 0 0 0,0 1 0 0 0,-1 0 0 0 0,1 0 0 0 0,-1 0 0 0 0,1 0 0 0 0,-1-1 0 0 0,1 1 0 0 0,-1 0 0 0 0,1-1 0 0 0,-2 2 0 0 0,-4 5 7 0 0,-2 0 1 0 0,1 0-1 0 0,-1-1 1 0 0,-14 9-1 0 0,17-11-5 0 0,-51 33 105 0 0,-116 56 1 0 0,170-93-92 0 0,1 1 5 0 0,-4 2-10 0 0,3-2 28 0 0,25 8-38 0 0,2-3 21 0 0,0 0 0 0 0,47 3 0 0 0,5 1-12 0 0,-46-4-3 0 0,0 1 1 0 0,0 2-1 0 0,37 15 1 0 0,-68-23-6 0 0,1-1 0 0 0,-1 0 0 0 0,0 0 0 0 0,0 0-1 0 0,1 1 1 0 0,-1-1 0 0 0,0 0 0 0 0,0 0 0 0 0,1 1 0 0 0,-1-1 0 0 0,0 0 0 0 0,0 0 0 0 0,0 1 0 0 0,0-1 0 0 0,0 0 0 0 0,0 1 0 0 0,1-1 0 0 0,-1 0 0 0 0,0 1 0 0 0,0-1-1 0 0,0 0 1 0 0,0 1 0 0 0,0-1 0 0 0,0 0 0 0 0,0 1 0 0 0,0-1 0 0 0,0 0 0 0 0,0 1 0 0 0,-1-1 0 0 0,1 0 0 0 0,0 1 0 0 0,0-1 0 0 0,0 0 0 0 0,0 0 0 0 0,0 1 0 0 0,-1-1 0 0 0,1 0-1 0 0,0 1 1 0 0,0-1 0 0 0,0 0 0 0 0,-1 0 0 0 0,1 0 0 0 0,0 1 0 0 0,0-1 0 0 0,-1 0 0 0 0,1 0 0 0 0,0 0 0 0 0,-1 1 0 0 0,1-1 0 0 0,-13 10 77 0 0,13-10-85 0 0,-16 10 94 0 0,-1-1 0 0 0,-1-1 0 0 0,1-1 1 0 0,-1 0-1 0 0,-1-1 0 0 0,-31 6 0 0 0,13-3 56 0 0,-170 33 726 0 0,206-42-948 0 0,0 1 0 0 0,0-1 0 0 0,-1 0 0 0 0,1 0 1 0 0,0 1-1 0 0,0-1 0 0 0,0 0 0 0 0,0 0 0 0 0,-1 0 0 0 0,1 0 1 0 0,0 0-1 0 0,0 0 0 0 0,0-1 0 0 0,0 1 0 0 0,-1 0 1 0 0,1 0-1 0 0,0-1 0 0 0,0 1 0 0 0,0-1 0 0 0,0 1 1 0 0,0-1-1 0 0,0 0 0 0 0,0 1 0 0 0,0-1 0 0 0,0 0 0 0 0,0 0 1 0 0,0 1-1 0 0,1-1 0 0 0,-1 0 0 0 0,0 0 0 0 0,0 0 1 0 0,1 0-1 0 0,-1 0 0 0 0,1 0 0 0 0,-1 0 0 0 0,1 0 1 0 0,-1 0-1 0 0,1-1 0 0 0,0 1 0 0 0,-1-1 0 0 0,3-9-1330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8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642 43 4352 0 0,'-2'-3'-14'0'0,"-1"-1"0"0"0,0 1 0 0 0,0 0 0 0 0,0 0 0 0 0,0 0 0 0 0,0 1 0 0 0,-1-1 0 0 0,1 1 0 0 0,-1 0 0 0 0,0 0 0 0 0,1 0 0 0 0,-1 0 0 0 0,0 0 0 0 0,0 1 0 0 0,0 0 0 0 0,0 0 0 0 0,-1 0 0 0 0,1 0 0 0 0,-8 1 0 0 0,-11-2 236 0 0,0 2 0 0 0,-35 4 0 0 0,38-2-201 0 0,-1 1 0 0 0,0 0 0 0 0,1 2 0 0 0,0 0 0 0 0,0 2 0 0 0,0 0 0 0 0,1 1 0 0 0,0 1 0 0 0,1 1 0 0 0,0 0 0 0 0,0 1 0 0 0,1 1 0 0 0,0 1 0 0 0,2 1 0 0 0,-1 0 0 0 0,2 1 0 0 0,-1 0 0 0 0,2 1 0 0 0,0 1 0 0 0,2 0 0 0 0,-1 0 0 0 0,2 2 0 0 0,-10 22 0 0 0,9-14-23 0 0,2 0 0 0 0,1 1 0 0 0,1 0 0 0 0,1 1-1 0 0,2-1 1 0 0,-2 38 0 0 0,6-49-2 0 0,1-1 0 0 0,0 1 0 0 0,2 0 0 0 0,0-1 0 0 0,0 1-1 0 0,2-1 1 0 0,0 0 0 0 0,1 0 0 0 0,0-1 0 0 0,1 0 0 0 0,1 0 0 0 0,11 17 0 0 0,-3-11 18 0 0,1 0 0 0 0,1-2 0 0 0,1 0 0 0 0,0 0 1 0 0,1-2-1 0 0,1 0 0 0 0,1-2 0 0 0,0 0 0 0 0,1-2 0 0 0,0 0 1 0 0,1-2-1 0 0,1 0 0 0 0,0-2 0 0 0,0 0 0 0 0,0-2 0 0 0,1-1 0 0 0,1-1 1 0 0,-1-1-1 0 0,43 0 0 0 0,-44-3 72 0 0,-1-1-1 0 0,0-2 1 0 0,0 0 0 0 0,0-2 0 0 0,0 0-1 0 0,0-2 1 0 0,-1 0 0 0 0,0-2-1 0 0,0 0 1 0 0,-1-2 0 0 0,0 0 0 0 0,-1-2-1 0 0,0 0 1 0 0,-1-2 0 0 0,0 0-1 0 0,-1-1 1 0 0,-1-1 0 0 0,0 0 0 0 0,-1-2-1 0 0,-1 0 1 0 0,22-31 0 0 0,-30 36 36 0 0,0 0 0 0 0,-1-1 0 0 0,0 0 0 0 0,-1 0 0 0 0,-1 0 0 0 0,0-1 0 0 0,-1 1 0 0 0,-1-1 0 0 0,0 0 0 0 0,-1 0 0 0 0,-1-1 0 0 0,0-24 0 0 0,-2 28-38 0 0,-1 0 1 0 0,0 1-1 0 0,-1-1 0 0 0,0 1 1 0 0,0-1-1 0 0,-2 1 0 0 0,1 0 1 0 0,-1 0-1 0 0,-1 1 0 0 0,0-1 1 0 0,0 1-1 0 0,-1 1 1 0 0,0-1-1 0 0,-1 1 0 0 0,0 0 1 0 0,-17-13-1 0 0,8 9-14 0 0,0 0-1 0 0,-1 2 1 0 0,-1 0 0 0 0,0 1 0 0 0,0 0 0 0 0,-1 2-1 0 0,0 0 1 0 0,-23-5 0 0 0,-22-1-760 0 0,-85-9 0 0 0,34 7-4074 0 0,94 13 1773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9.4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359 30 6477 0 0,'0'-2'-71'0'0,"-1"1"0"0"0,0-1 0 0 0,1 1 0 0 0,-1-1 0 0 0,0 1 0 0 0,1 0 0 0 0,-1-1 0 0 0,0 1 0 0 0,0 0 0 0 0,0 0 0 0 0,0-1 0 0 0,-1 1 0 0 0,1 0 0 0 0,0 0 0 0 0,0 0 0 0 0,-1 1 0 0 0,1-1 0 0 0,0 0 0 0 0,-1 0 0 0 0,1 1 1 0 0,-3-2-1 0 0,-1 1 31 0 0,1 0 1 0 0,-1 0-1 0 0,1 1 0 0 0,-1 0 1 0 0,0-1-1 0 0,1 1 1 0 0,-7 1-1 0 0,-4 2 52 0 0,0-1-1 0 0,0 2 0 0 0,-23 8 0 0 0,21-5-25 0 0,0 1 0 0 0,0 0 0 0 0,0 2 0 0 0,1 0-1 0 0,1 0 1 0 0,0 2 0 0 0,-14 12 0 0 0,23-18 9 0 0,0 0 1 0 0,0 0-1 0 0,1 0 1 0 0,0 1-1 0 0,0-1 1 0 0,1 1-1 0 0,0 1 1 0 0,0-1 0 0 0,0 0-1 0 0,1 1 1 0 0,0 0-1 0 0,1 0 1 0 0,0 0-1 0 0,0 0 1 0 0,0 0-1 0 0,1 0 1 0 0,0 0-1 0 0,1 13 1 0 0,1-16 3 0 0,0 1 1 0 0,1 0 0 0 0,-1-1 0 0 0,1 1 0 0 0,1-1-1 0 0,-1 1 1 0 0,1-1 0 0 0,-1 0 0 0 0,2 0-1 0 0,-1 0 1 0 0,0 0 0 0 0,1-1 0 0 0,0 1-1 0 0,0-1 1 0 0,0 0 0 0 0,1 0 0 0 0,-1-1-1 0 0,1 1 1 0 0,0-1 0 0 0,0 0 0 0 0,0 0-1 0 0,1-1 1 0 0,8 4 0 0 0,13 4 24 0 0,0-2 1 0 0,0 0-1 0 0,43 5 1 0 0,-61-11-22 0 0,20 3 68 0 0,-1-1 0 0 0,1-2-1 0 0,0 0 1 0 0,0-2 0 0 0,39-5 0 0 0,-67 5-134 0 0,0 0 0 0 0,0 0 1 0 0,0 0-1 0 0,0 0 1 0 0,0 0-1 0 0,0-1 0 0 0,0 1 1 0 0,1 0-1 0 0,-1-1 0 0 0,0 1 1 0 0,0 0-1 0 0,0-1 0 0 0,0 0 1 0 0,-1 1-1 0 0,1-1 0 0 0,0 1 1 0 0,0-1-1 0 0,0 0 0 0 0,0 0 1 0 0,-1 1-1 0 0,1-1 0 0 0,0 0 1 0 0,-1 0-1 0 0,1 0 0 0 0,0 0 1 0 0,-1 0-1 0 0,1 0 1 0 0,-1 0-1 0 0,0 0 0 0 0,1 0 1 0 0,-1 0-1 0 0,0 0 0 0 0,1-2 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09.9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39 158 3744 0 0,'-30'-141'2475'0'0,"30"139"-2371"0"0,-4-8 114 0 0,1 5-99 0 0,1 8-12 0 0,3 19-124 0 0,1 0 0 0 0,1 0 0 0 0,1-1 0 0 0,10 34 0 0 0,38 88 9 0 0,-8-22 25 0 0,14 62-329 0 0,-35-209-4211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10.1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4696 0 0,'0'0'1025'0'0,"2"3"-1021"0"0,92 223-378 0 0,-88-211-1998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10.3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59 4384 0 0,'-21'-53'2202'0'0,"20"51"-1933"0"0,0-2 15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11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163 314 5300 0 0,'-33'19'-573'0'0,"22"-14"528"0"0,1 1-1 0 0,0 0 1 0 0,0 1 0 0 0,1 0-1 0 0,-15 14 1 0 0,18-14 35 0 0,0-1 0 0 0,0 1 0 0 0,1 0 0 0 0,0 0 0 0 0,0 1 0 0 0,1-1 0 0 0,0 1 0 0 0,0 0 1 0 0,-3 9-1 0 0,6-14 8 0 0,1 0 0 0 0,-1 0 0 0 0,0 0 1 0 0,1 0-1 0 0,0 0 0 0 0,0 0 0 0 0,0 0 1 0 0,0 0-1 0 0,0 0 0 0 0,0 0 0 0 0,1 0 1 0 0,0 0-1 0 0,-1 0 0 0 0,1 0 1 0 0,0 0-1 0 0,1-1 0 0 0,-1 1 0 0 0,0 0 1 0 0,1 0-1 0 0,-1-1 0 0 0,1 1 0 0 0,0-1 1 0 0,0 0-1 0 0,0 0 0 0 0,0 1 0 0 0,0-1 1 0 0,1 0-1 0 0,-1-1 0 0 0,0 1 0 0 0,4 2 1 0 0,9 4 12 0 0,0-1 1 0 0,1 0-1 0 0,-1-1 1 0 0,1-1-1 0 0,1 0 1 0 0,-1-1 0 0 0,24 2-1 0 0,-2-2 31 0 0,-1-1 0 0 0,47-4 0 0 0,-76 1-7 0 0,1-1-1 0 0,-1 0 1 0 0,1-1 0 0 0,-1 0-1 0 0,0 0 1 0 0,0 0-1 0 0,0-1 1 0 0,0-1-1 0 0,0 1 1 0 0,10-8-1 0 0,-14 9-6 0 0,0-1 1 0 0,-1 0-1 0 0,0 0 0 0 0,1 0 0 0 0,-1 0 1 0 0,0-1-1 0 0,-1 1 0 0 0,1-1 0 0 0,-1 0 1 0 0,0 0-1 0 0,1 1 0 0 0,-2-2 1 0 0,1 1-1 0 0,0 0 0 0 0,-1 0 0 0 0,0 0 1 0 0,0-1-1 0 0,0 1 0 0 0,0-1 0 0 0,-1 1 1 0 0,0-6-1 0 0,-1-12 73 0 0,-1-1 1 0 0,-1 1-1 0 0,-1 0 1 0 0,-1 0-1 0 0,-1 0 1 0 0,-13-30-1 0 0,-64-122 1030 0 0,75 157-959 0 0,-10-13 126 0 0,12 21-177 0 0,1 0-1 0 0,0-1 1 0 0,0 1 0 0 0,-3-12 0 0 0,-7-1-151 0 0,27 53 2 0 0,2-1-1 0 0,1 0 1 0 0,36 53-1 0 0,10 17-5 0 0,-46-71 20 0 0,19 37 10 0 0,65 94 0 0 0,-75-134 602 0 0,-30-42-535 0 0,-4-6-71 0 0,2-1 1 0 0,0 0 0 0 0,1 0-1 0 0,2-1 1 0 0,-4-24 0 0 0,9 42-37 0 0,-1 1 0 0 0,1-1-1 0 0,0 0 1 0 0,0 0 0 0 0,1 0 0 0 0,0 0 0 0 0,0 1 0 0 0,0-1-1 0 0,1 0 1 0 0,0 1 0 0 0,0-1 0 0 0,0 1 0 0 0,1 0 0 0 0,-1-1-1 0 0,1 1 1 0 0,0 1 0 0 0,1-1 0 0 0,-1 0 0 0 0,1 1 0 0 0,0-1 0 0 0,0 1-1 0 0,1 0 1 0 0,-1 1 0 0 0,1-1 0 0 0,0 1 0 0 0,0 0 0 0 0,8-4-1 0 0,-5 3-50 0 0,0 0-1 0 0,1 1 1 0 0,-1 0 0 0 0,1 0-1 0 0,-1 1 1 0 0,1 0-1 0 0,0 0 1 0 0,0 1-1 0 0,0 1 1 0 0,0-1-1 0 0,0 1 1 0 0,0 1-1 0 0,0 0 1 0 0,0 0 0 0 0,0 0-1 0 0,0 1 1 0 0,15 6-1 0 0,-23-7 87 0 0,0-1 0 0 0,0 0 0 0 0,-1 0 0 0 0,1 1 0 0 0,0-1 0 0 0,0 0 0 0 0,-1 1 0 0 0,1-1 0 0 0,0 1 0 0 0,-1-1 0 0 0,1 1 0 0 0,-1-1 0 0 0,1 1 0 0 0,0-1 0 0 0,-1 1 0 0 0,1 0 0 0 0,-1-1 0 0 0,1 1 0 0 0,-1 0 0 0 0,0 0 0 0 0,1-1 0 0 0,-1 1 1 0 0,0 0-1 0 0,0 0 0 0 0,1-1 0 0 0,-1 1 0 0 0,0 0 0 0 0,0 0 0 0 0,0 0 0 0 0,0-1 0 0 0,0 1 0 0 0,0 0 0 0 0,0 0 0 0 0,0 0 0 0 0,0-1 0 0 0,0 1 0 0 0,-1 0 0 0 0,1 0 0 0 0,0 0 0 0 0,0-1 0 0 0,-1 1 0 0 0,1 0 0 0 0,-1 0 0 0 0,1-1 0 0 0,-1 1 0 0 0,1 0 0 0 0,-1-1 0 0 0,1 1 0 0 0,-1-1 0 0 0,1 1 0 0 0,-1-1 0 0 0,-1 2 0 0 0,-38 28-60 0 0,34-27 33 0 0,-24 14 2 0 0,0-2-1 0 0,-2-1 0 0 0,0-1 0 0 0,-46 12 0 0 0,-18 6 69 0 0,39-10 192 0 0,88-21-217 0 0,218 5 28 0 0,-198-1-47 0 0,0 3 1 0 0,-1 1-1 0 0,50 16 0 0 0,-75-16 2 0 0,-1 1-1 0 0,0 1 1 0 0,0 1-1 0 0,-1 1 1 0 0,26 18-1 0 0,-47-28 3 0 0,1 1 0 0 0,-1-1 0 0 0,1 1 0 0 0,-1 0 0 0 0,0 0 0 0 0,0 0 0 0 0,0 0-1 0 0,0 0 1 0 0,-1 0 0 0 0,2 4 0 0 0,1 10-2484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12.4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15 114 4036 0 0,'-4'-42'274'0'0,"-6"-28"1891"0"0,10 69-1881 0 0,1 7-276 0 0,12 81-16 0 0,5 1 1 0 0,3-2 0 0 0,49 129 0 0 0,37 47 144 0 0,-107-261-120 0 0,1 0-1 0 0,-1-1 1 0 0,1 1-1 0 0,-1 0 0 0 0,1 0 1 0 0,-1 0-1 0 0,0-1 1 0 0,0 1-1 0 0,1 0 1 0 0,-1 0-1 0 0,0 0 0 0 0,0 0 1 0 0,0 0-1 0 0,0-1 1 0 0,0 1-1 0 0,0 0 1 0 0,0 0-1 0 0,0 0 0 0 0,0 0 1 0 0,-1 0-1 0 0,1 0 1 0 0,0-1-1 0 0,0 1 1 0 0,-1 0-1 0 0,1 0 0 0 0,-1 0 1 0 0,1-1-1 0 0,-1 1 1 0 0,1 0-1 0 0,-1-1 0 0 0,0 2 1 0 0,0-2 9 0 0,-1 1 1 0 0,0-1 0 0 0,1 0-1 0 0,-1 0 1 0 0,1 0-1 0 0,-1 0 1 0 0,0 0-1 0 0,1 0 1 0 0,-1 0-1 0 0,1 0 1 0 0,-1-1 0 0 0,1 1-1 0 0,-1 0 1 0 0,0-1-1 0 0,-1 0 1 0 0,-6-3 70 0 0,0 0 0 0 0,1 0 1 0 0,-1-1-1 0 0,1 0 0 0 0,-7-6 0 0 0,11 8-77 0 0,1 1 0 0 0,1-1 0 0 0,-1 0 0 0 0,0 0 0 0 0,1 0 0 0 0,-1 0 0 0 0,1 0 0 0 0,0 0 0 0 0,0-1 0 0 0,0 1 0 0 0,0-1 0 0 0,1 1 0 0 0,-1-1 0 0 0,1 0 0 0 0,0 0 0 0 0,0 0 0 0 0,1 1 0 0 0,-1-1 0 0 0,1 0 0 0 0,0 0 0 0 0,0 0 0 0 0,0-4 0 0 0,1 4-23 0 0,1 1-1 0 0,-1-1 1 0 0,1 1 0 0 0,0 0-1 0 0,-1-1 1 0 0,2 1-1 0 0,-1 0 1 0 0,0 0 0 0 0,0 0-1 0 0,1 0 1 0 0,0 1 0 0 0,0-1-1 0 0,-1 1 1 0 0,1 0-1 0 0,1 0 1 0 0,-1 0 0 0 0,0 0-1 0 0,0 0 1 0 0,1 0 0 0 0,-1 1-1 0 0,1 0 1 0 0,-1 0 0 0 0,5-1-1 0 0,9-2-23 0 0,0 0 0 0 0,1 2 0 0 0,-1 0-1 0 0,1 1 1 0 0,-1 1 0 0 0,1 0 0 0 0,-1 1 0 0 0,1 1-1 0 0,-1 1 1 0 0,0 0 0 0 0,21 8 0 0 0,-12-3-14 0 0,-1 2 0 0 0,1 1 0 0 0,-2 1 0 0 0,0 1 0 0 0,0 0 0 0 0,30 26 0 0 0,-49-36-5 0 0,0 1 0 0 0,-1 0-1 0 0,0 0 1 0 0,1 0 0 0 0,-2 1 0 0 0,1-1 0 0 0,0 1 0 0 0,-1 0 0 0 0,0 0 0 0 0,0 0 0 0 0,0 1 0 0 0,-1-1 0 0 0,0 1 0 0 0,0-1-1 0 0,2 10 1 0 0,-4-14-494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13.1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1 145 5004 0 0,'0'0'-21'0'0,"0"0"-1"0"0,0 0 0 0 0,0 0 1 0 0,0-1-1 0 0,0 1 0 0 0,1 0 1 0 0,-1 0-1 0 0,0 0 0 0 0,0 0 1 0 0,0 0-1 0 0,0 0 0 0 0,0 0 1 0 0,1 0-1 0 0,-1 0 0 0 0,0 0 1 0 0,0 0-1 0 0,0 0 0 0 0,0 0 1 0 0,0 0-1 0 0,0 0 0 0 0,1 0 0 0 0,-1 0 1 0 0,0 0-1 0 0,0 0 0 0 0,0 0 1 0 0,0 0-1 0 0,0 0 0 0 0,1 0 1 0 0,-1 1-1 0 0,0-1 0 0 0,0 0 1 0 0,0 0-1 0 0,0 0 0 0 0,0 0 1 0 0,0 0-1 0 0,0 0 0 0 0,0 0 1 0 0,1 0-1 0 0,-1 1 0 0 0,0-1 1 0 0,0 0-1 0 0,0 0 0 0 0,0 0 1 0 0,0 0-1 0 0,0 0 0 0 0,0 0 0 0 0,0 1 1 0 0,0-1-1 0 0,0 0 0 0 0,0 0 1 0 0,0 0-1 0 0,0 0 0 0 0,0 0 1 0 0,0 0-1 0 0,0 1 0 0 0,0-1 1 0 0,0 0-1 0 0,0 0 0 0 0,0 0 1 0 0,0 0-1 0 0,0 0 0 0 0,0 1 1 0 0,0-1-1 0 0,0 0 0 0 0,0 0 1 0 0,-1 0-1 0 0,26 2-307 0 0,29-6 337 0 0,-44 2 58 0 0,0 0 0 0 0,0-1 1 0 0,0 0-1 0 0,0-1 0 0 0,0 0 0 0 0,-1-1 0 0 0,10-6 1 0 0,-15 9 7 0 0,-1 0 0 0 0,0-1 0 0 0,0 1 1 0 0,0-1-1 0 0,-1 0 0 0 0,1 0 1 0 0,0 0-1 0 0,-1 0 0 0 0,0 0 1 0 0,0 0-1 0 0,0-1 0 0 0,0 1 0 0 0,0-1 1 0 0,-1 0-1 0 0,0 0 0 0 0,0 1 1 0 0,0-1-1 0 0,0 0 0 0 0,0 0 1 0 0,-1 0-1 0 0,1-5 0 0 0,-1 8-57 0 0,-1-1 1 0 0,1 0-1 0 0,0 1 0 0 0,-1-1 1 0 0,1 1-1 0 0,-1-1 0 0 0,1 1 1 0 0,-1-1-1 0 0,0 1 0 0 0,1-1 1 0 0,-1 1-1 0 0,0 0 0 0 0,0-1 1 0 0,0 1-1 0 0,0 0 0 0 0,0 0 1 0 0,0 0-1 0 0,-1 0 0 0 0,1 0 1 0 0,0 0-1 0 0,-1 0 0 0 0,1 0 1 0 0,0 0-1 0 0,-1 1 0 0 0,1-1 1 0 0,-1 0-1 0 0,1 1 0 0 0,-1-1 1 0 0,0 1-1 0 0,1 0 0 0 0,-1-1 1 0 0,1 1-1 0 0,-3 0 0 0 0,-1 0-3 0 0,1-1 1 0 0,-1 1-1 0 0,1 0 0 0 0,-1 0 0 0 0,1 1 0 0 0,-1-1 0 0 0,1 1 0 0 0,0 0 0 0 0,-1 0 0 0 0,-3 2 0 0 0,2 1-16 0 0,0 0-1 0 0,0 0 0 0 0,0 0 1 0 0,1 0-1 0 0,0 1 1 0 0,0 0-1 0 0,0 0 0 0 0,0 0 1 0 0,1 1-1 0 0,0 0 0 0 0,0 0 1 0 0,1 0-1 0 0,-1 0 1 0 0,1 0-1 0 0,-4 12 0 0 0,6-14-1 0 0,0 0-1 0 0,0 1 1 0 0,0-1-1 0 0,0 0 0 0 0,1 1 1 0 0,0-1-1 0 0,0 0 1 0 0,0 1-1 0 0,0-1 0 0 0,1 0 1 0 0,-1 1-1 0 0,1-1 1 0 0,0 0-1 0 0,1 0 0 0 0,-1 0 1 0 0,1 0-1 0 0,-1 0 1 0 0,1 0-1 0 0,0 0 0 0 0,1 0 1 0 0,-1-1-1 0 0,1 1 1 0 0,0-1-1 0 0,-1 1 0 0 0,1-1 1 0 0,5 3-1 0 0,4 3 3 0 0,1 0 0 0 0,0-2 0 0 0,0 1-1 0 0,0-2 1 0 0,1 0 0 0 0,0 0 0 0 0,16 3 0 0 0,3-1 20 0 0,0-1 1 0 0,36 3-1 0 0,-60-9-243 0 0,1-1 1 0 0,-1 0-1 0 0,1-1 0 0 0,-1 0 1 0 0,1 0-1 0 0,-1-1 0 0 0,0 0 0 0 0,1 0 1 0 0,-1-1-1 0 0,-1-1 0 0 0,12-5 0 0 0,1-1-1233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13.8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30 131 4272 0 0,'0'0'-234'0'0,"-19"-9"125"0"0,8 4 108 0 0,11 4 1 0 0,0 1 0 0 0,0 0 1 0 0,0 0-1 0 0,0 0 0 0 0,0 0 1 0 0,0 0-1 0 0,0 0 0 0 0,1 0 1 0 0,-1 0-1 0 0,0 0 0 0 0,0 0 1 0 0,0 0-1 0 0,0 0 0 0 0,68 25 3 0 0,-1 2-1 0 0,-1 4 0 0 0,69 42 1 0 0,-133-72 0 0 0,0 0 0 0 0,0 0 0 0 0,0 1 0 0 0,0-1 0 0 0,0 0 0 0 0,-1 1 1 0 0,1 0-1 0 0,0-1 0 0 0,-1 1 0 0 0,1 0 0 0 0,-1-1 0 0 0,0 1 0 0 0,1 0 1 0 0,-1 0-1 0 0,0 0 0 0 0,0 0 0 0 0,0 1 0 0 0,-1-1 0 0 0,1 0 0 0 0,0 0 0 0 0,-1 0 1 0 0,0 1-1 0 0,1-1 0 0 0,-1 0 0 0 0,0 0 0 0 0,0 1 0 0 0,-1 3 0 0 0,0-3 7 0 0,0-1 0 0 0,0 1-1 0 0,-1 0 1 0 0,1-1-1 0 0,-1 1 1 0 0,0-1 0 0 0,0 0-1 0 0,0 1 1 0 0,0-1 0 0 0,0 0-1 0 0,0 0 1 0 0,-1 0-1 0 0,1-1 1 0 0,-1 1 0 0 0,1-1-1 0 0,-1 1 1 0 0,0-1 0 0 0,1 0-1 0 0,-1 0 1 0 0,0 0-1 0 0,-4 1 1 0 0,-60 17 783 0 0,65-19-560 0 0,-21-4 229 0 0,21 4-440 0 0,1-1 0 0 0,-1 1 0 0 0,1-1 0 0 0,-1 1 0 0 0,1-1 0 0 0,-1 0 0 0 0,1 0 0 0 0,-1 0 0 0 0,1 0-1 0 0,-1 0 1 0 0,1 0 0 0 0,0 0 0 0 0,0-1 0 0 0,0 1 0 0 0,0 0 0 0 0,0-1 0 0 0,0 1 0 0 0,0 0 0 0 0,0-1 0 0 0,0 1 0 0 0,0-1 0 0 0,1 0-1 0 0,-1 1 1 0 0,1-1 0 0 0,-1 1 0 0 0,1-1 0 0 0,0 0 0 0 0,0 0 0 0 0,0 1 0 0 0,-1-1 0 0 0,2 0 0 0 0,-1 1 0 0 0,0-1 0 0 0,0 0 0 0 0,1-3 0 0 0,1-5-32 0 0,0 0 1 0 0,1 0 0 0 0,7-20-1 0 0,-2 13-33 0 0,1 0 1 0 0,0 0-1 0 0,1 1 0 0 0,1 0 0 0 0,1 1 1 0 0,0 1-1 0 0,1 0 0 0 0,0 0 0 0 0,1 1 0 0 0,1 1 1 0 0,0 0-1 0 0,1 1 0 0 0,0 1 0 0 0,0 0 0 0 0,1 2 1 0 0,20-9-1 0 0,31 3-262 0 0,-45 10 238 0 0,-20 4 45 0 0,0-1-233 0 0,0 1-1 0 0,0-1 1 0 0,0 0-1 0 0,0 0 1 0 0,0-1-1 0 0,0 1 1 0 0,-1-1-1 0 0,1 1 1 0 0,0-1-1 0 0,3-3 1 0 0,5-3-439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50:14.4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1 191 3192 0 0,'2'1'-24'0'0,"0"1"0"0"0,0-1 0 0 0,0 1-1 0 0,1-1 1 0 0,-1 0 0 0 0,0 0 0 0 0,1 0-1 0 0,-1 0 1 0 0,1 0 0 0 0,-1-1 0 0 0,1 1-1 0 0,0-1 1 0 0,-1 1 0 0 0,1-1 0 0 0,-1 0 0 0 0,1 0-1 0 0,0 0 1 0 0,-1-1 0 0 0,4 0 0 0 0,52-11 151 0 0,-55 12-124 0 0,6-3 127 0 0,0 0 1 0 0,1-1 0 0 0,-1 1 0 0 0,-1-2 0 0 0,1 1 0 0 0,-1-1-1 0 0,0-1 1 0 0,0 1 0 0 0,0-1 0 0 0,-1-1 0 0 0,1 1 0 0 0,-2-1-1 0 0,1-1 1 0 0,-1 1 0 0 0,0-1 0 0 0,-1 0 0 0 0,0 0 0 0 0,0-1-1 0 0,0 1 1 0 0,-1-1 0 0 0,4-14 0 0 0,-8 21-85 0 0,0 0 0 0 0,0-1-1 0 0,0 1 1 0 0,0 0 0 0 0,0 0 0 0 0,-1 0 0 0 0,1 0 0 0 0,-1 0 0 0 0,1 0-1 0 0,-1 0 1 0 0,0 0 0 0 0,0 1 0 0 0,0-1 0 0 0,0 0 0 0 0,0 0 0 0 0,0 1-1 0 0,-2-3 1 0 0,2 2 35 0 0,-20 2 137 0 0,13 4-213 0 0,0 1 1 0 0,1 0-1 0 0,-1 0 1 0 0,1 0-1 0 0,0 1 1 0 0,1 0-1 0 0,-1 0 1 0 0,1 1-1 0 0,1 0 1 0 0,-9 12-1 0 0,12-16-7 0 0,1 0 0 0 0,0-1 0 0 0,-1 1 0 0 0,1 0 0 0 0,0-1 0 0 0,1 1 0 0 0,-1 0 0 0 0,0 0 0 0 0,1 0 0 0 0,0 0 0 0 0,-1-1 0 0 0,1 1 0 0 0,0 0 0 0 0,1 0 0 0 0,-1 0 0 0 0,0 0 0 0 0,1 0 0 0 0,0 0 0 0 0,-1-1 0 0 0,1 1 0 0 0,0 0 0 0 0,1 0 0 0 0,-1-1 0 0 0,0 1 0 0 0,1-1 0 0 0,-1 1 0 0 0,1-1 0 0 0,0 0 0 0 0,0 0 0 0 0,0 1 0 0 0,0-1 0 0 0,0-1 0 0 0,0 1 0 0 0,1 0 0 0 0,-1 0 0 0 0,1-1 0 0 0,4 3 0 0 0,10 4 6 0 0,0-1-1 0 0,0-1 1 0 0,0 0-1 0 0,1-1 1 0 0,0-1-1 0 0,0 0 1 0 0,33 1-1 0 0,-9 0 1 0 0,278 20-104 0 0,-182-28-2347 0 0,-116 3 1073 0 0,-7 0 295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5807-A6B7-CE0F-F4D7-CE5FF389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94611A-2B86-6ABA-4192-3D0AD465D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1" y="574383"/>
            <a:ext cx="10580557" cy="62836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6143B5-6F9C-8286-291C-E6341D9D9451}"/>
              </a:ext>
            </a:extLst>
          </p:cNvPr>
          <p:cNvGrpSpPr/>
          <p:nvPr/>
        </p:nvGrpSpPr>
        <p:grpSpPr>
          <a:xfrm>
            <a:off x="1079424" y="1230696"/>
            <a:ext cx="3471480" cy="4564080"/>
            <a:chOff x="1079424" y="1230696"/>
            <a:chExt cx="3471480" cy="45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B49110-7855-EE55-7E86-60714C570EED}"/>
                    </a:ext>
                  </a:extLst>
                </p14:cNvPr>
                <p14:cNvContentPartPr/>
                <p14:nvPr/>
              </p14:nvContentPartPr>
              <p14:xfrm>
                <a:off x="1885824" y="1623456"/>
                <a:ext cx="2665080" cy="3294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B49110-7855-EE55-7E86-60714C570EE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68184" y="1605456"/>
                  <a:ext cx="2700720" cy="33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8253010-DD48-5886-0558-E361BFFCE8A1}"/>
                    </a:ext>
                  </a:extLst>
                </p14:cNvPr>
                <p14:cNvContentPartPr/>
                <p14:nvPr/>
              </p14:nvContentPartPr>
              <p14:xfrm>
                <a:off x="2749824" y="3855096"/>
                <a:ext cx="24480" cy="135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8253010-DD48-5886-0558-E361BFFCE8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32184" y="3837456"/>
                  <a:ext cx="60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276F2E5-7617-593F-36A8-2330895F710F}"/>
                    </a:ext>
                  </a:extLst>
                </p14:cNvPr>
                <p14:cNvContentPartPr/>
                <p14:nvPr/>
              </p14:nvContentPartPr>
              <p14:xfrm>
                <a:off x="2622744" y="3801816"/>
                <a:ext cx="331920" cy="285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276F2E5-7617-593F-36A8-2330895F71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04744" y="3784176"/>
                  <a:ext cx="3675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7FC310-E700-3C85-6A55-834CF53F2923}"/>
                    </a:ext>
                  </a:extLst>
                </p14:cNvPr>
                <p14:cNvContentPartPr/>
                <p14:nvPr/>
              </p14:nvContentPartPr>
              <p14:xfrm>
                <a:off x="1079424" y="1281456"/>
                <a:ext cx="3418920" cy="4401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7FC310-E700-3C85-6A55-834CF53F292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1424" y="1263816"/>
                  <a:ext cx="3454560" cy="443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67FDD7-3A83-6C9F-3A15-7A99664FBDD1}"/>
                    </a:ext>
                  </a:extLst>
                </p14:cNvPr>
                <p14:cNvContentPartPr/>
                <p14:nvPr/>
              </p14:nvContentPartPr>
              <p14:xfrm>
                <a:off x="4407624" y="1230696"/>
                <a:ext cx="139680" cy="16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67FDD7-3A83-6C9F-3A15-7A99664FBD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89624" y="1213056"/>
                  <a:ext cx="175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338143-0FF0-7FFF-610D-4A2547B2347A}"/>
                    </a:ext>
                  </a:extLst>
                </p14:cNvPr>
                <p14:cNvContentPartPr/>
                <p14:nvPr/>
              </p14:nvContentPartPr>
              <p14:xfrm>
                <a:off x="1223424" y="5763456"/>
                <a:ext cx="321120" cy="31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338143-0FF0-7FFF-610D-4A2547B2347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05784" y="5745816"/>
                  <a:ext cx="35676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44F4D23-F2C6-096D-56EE-588433BE011C}"/>
                  </a:ext>
                </a:extLst>
              </p14:cNvPr>
              <p14:cNvContentPartPr/>
              <p14:nvPr/>
            </p14:nvContentPartPr>
            <p14:xfrm>
              <a:off x="1294344" y="4926456"/>
              <a:ext cx="502200" cy="79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44F4D23-F2C6-096D-56EE-588433BE01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76704" y="4908456"/>
                <a:ext cx="537840" cy="11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BCC9F4B-919E-AEF0-48C1-754C8D334AB2}"/>
              </a:ext>
            </a:extLst>
          </p:cNvPr>
          <p:cNvGrpSpPr/>
          <p:nvPr/>
        </p:nvGrpSpPr>
        <p:grpSpPr>
          <a:xfrm>
            <a:off x="1821384" y="2712096"/>
            <a:ext cx="339120" cy="268200"/>
            <a:chOff x="1821384" y="2712096"/>
            <a:chExt cx="33912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A7F082-DF23-1833-6808-C4C975C42AAC}"/>
                    </a:ext>
                  </a:extLst>
                </p14:cNvPr>
                <p14:cNvContentPartPr/>
                <p14:nvPr/>
              </p14:nvContentPartPr>
              <p14:xfrm>
                <a:off x="1943064" y="2798136"/>
                <a:ext cx="174240" cy="125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A7F082-DF23-1833-6808-C4C975C42A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25424" y="2780136"/>
                  <a:ext cx="209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F313287-F9CE-2E2E-A113-506F76648B15}"/>
                    </a:ext>
                  </a:extLst>
                </p14:cNvPr>
                <p14:cNvContentPartPr/>
                <p14:nvPr/>
              </p14:nvContentPartPr>
              <p14:xfrm>
                <a:off x="1821384" y="2712096"/>
                <a:ext cx="339120" cy="268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F313287-F9CE-2E2E-A113-506F76648B1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03744" y="2694096"/>
                  <a:ext cx="37476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18D0A6-4AA8-6A8B-1E04-EC848F1E3CD1}"/>
              </a:ext>
            </a:extLst>
          </p:cNvPr>
          <p:cNvGrpSpPr/>
          <p:nvPr/>
        </p:nvGrpSpPr>
        <p:grpSpPr>
          <a:xfrm>
            <a:off x="8099784" y="4429296"/>
            <a:ext cx="2986560" cy="1555560"/>
            <a:chOff x="8099784" y="4429296"/>
            <a:chExt cx="2986560" cy="155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EDA71F8-22C0-05BA-BAF6-BEB2C104AF36}"/>
                    </a:ext>
                  </a:extLst>
                </p14:cNvPr>
                <p14:cNvContentPartPr/>
                <p14:nvPr/>
              </p14:nvContentPartPr>
              <p14:xfrm>
                <a:off x="9444024" y="4429296"/>
                <a:ext cx="1642320" cy="998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EDA71F8-22C0-05BA-BAF6-BEB2C104AF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26024" y="4411656"/>
                  <a:ext cx="1677960" cy="10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545319-AED4-1468-2E26-E36890F3DAEA}"/>
                    </a:ext>
                  </a:extLst>
                </p14:cNvPr>
                <p14:cNvContentPartPr/>
                <p14:nvPr/>
              </p14:nvContentPartPr>
              <p14:xfrm>
                <a:off x="9363384" y="5299776"/>
                <a:ext cx="280440" cy="176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545319-AED4-1468-2E26-E36890F3DA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45384" y="5281776"/>
                  <a:ext cx="316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03007E4-486D-54FA-AF80-357AC1CBE548}"/>
                    </a:ext>
                  </a:extLst>
                </p14:cNvPr>
                <p14:cNvContentPartPr/>
                <p14:nvPr/>
              </p14:nvContentPartPr>
              <p14:xfrm>
                <a:off x="8495784" y="5413176"/>
                <a:ext cx="164160" cy="162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03007E4-486D-54FA-AF80-357AC1CBE54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77784" y="5395176"/>
                  <a:ext cx="199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EE6373-2A21-9F40-7F0A-DA59572A35D7}"/>
                    </a:ext>
                  </a:extLst>
                </p14:cNvPr>
                <p14:cNvContentPartPr/>
                <p14:nvPr/>
              </p14:nvContentPartPr>
              <p14:xfrm>
                <a:off x="8423424" y="5318136"/>
                <a:ext cx="399600" cy="363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EE6373-2A21-9F40-7F0A-DA59572A35D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05784" y="5300136"/>
                  <a:ext cx="4352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BB1CF2A-E34F-6701-98A7-DBE3743E4FE7}"/>
                    </a:ext>
                  </a:extLst>
                </p14:cNvPr>
                <p14:cNvContentPartPr/>
                <p14:nvPr/>
              </p14:nvContentPartPr>
              <p14:xfrm>
                <a:off x="8099784" y="5824296"/>
                <a:ext cx="176760" cy="153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BB1CF2A-E34F-6701-98A7-DBE3743E4F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81784" y="5806296"/>
                  <a:ext cx="212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F63DCA-CDD7-CCF4-4D7F-FDC5835CD50B}"/>
                    </a:ext>
                  </a:extLst>
                </p14:cNvPr>
                <p14:cNvContentPartPr/>
                <p14:nvPr/>
              </p14:nvContentPartPr>
              <p14:xfrm>
                <a:off x="8269344" y="5771736"/>
                <a:ext cx="72360" cy="213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F63DCA-CDD7-CCF4-4D7F-FDC5835CD50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51344" y="5753736"/>
                  <a:ext cx="108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8696EC-16BE-2CC7-49DB-699AA2DC040C}"/>
                    </a:ext>
                  </a:extLst>
                </p14:cNvPr>
                <p14:cNvContentPartPr/>
                <p14:nvPr/>
              </p14:nvContentPartPr>
              <p14:xfrm>
                <a:off x="8423424" y="5878296"/>
                <a:ext cx="36720" cy="8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8696EC-16BE-2CC7-49DB-699AA2DC04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05424" y="5860656"/>
                  <a:ext cx="72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7046E1-4F41-5B10-E26F-FD49A465B292}"/>
                    </a:ext>
                  </a:extLst>
                </p14:cNvPr>
                <p14:cNvContentPartPr/>
                <p14:nvPr/>
              </p14:nvContentPartPr>
              <p14:xfrm>
                <a:off x="8416944" y="5806656"/>
                <a:ext cx="8640" cy="21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7046E1-4F41-5B10-E26F-FD49A465B29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99304" y="5788656"/>
                  <a:ext cx="44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171166-D2E8-1AB3-FB12-5E91D968BCC4}"/>
                    </a:ext>
                  </a:extLst>
                </p14:cNvPr>
                <p14:cNvContentPartPr/>
                <p14:nvPr/>
              </p14:nvContentPartPr>
              <p14:xfrm>
                <a:off x="8538624" y="5764536"/>
                <a:ext cx="416160" cy="219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171166-D2E8-1AB3-FB12-5E91D968BC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20984" y="5746536"/>
                  <a:ext cx="451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8D9397-7703-598F-4959-68BE7CE8B5F6}"/>
                    </a:ext>
                  </a:extLst>
                </p14:cNvPr>
                <p14:cNvContentPartPr/>
                <p14:nvPr/>
              </p14:nvContentPartPr>
              <p14:xfrm>
                <a:off x="9084744" y="5639976"/>
                <a:ext cx="238320" cy="285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8D9397-7703-598F-4959-68BE7CE8B5F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67104" y="5622336"/>
                  <a:ext cx="273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5DDEDF-C8BE-451D-AB0A-255AE54AC3EA}"/>
                    </a:ext>
                  </a:extLst>
                </p14:cNvPr>
                <p14:cNvContentPartPr/>
                <p14:nvPr/>
              </p14:nvContentPartPr>
              <p14:xfrm>
                <a:off x="9346464" y="5800536"/>
                <a:ext cx="172080" cy="107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5DDEDF-C8BE-451D-AB0A-255AE54AC3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328824" y="5782536"/>
                  <a:ext cx="207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F93B15-1909-5460-CA4F-5958E7F0CFCD}"/>
                    </a:ext>
                  </a:extLst>
                </p14:cNvPr>
                <p14:cNvContentPartPr/>
                <p14:nvPr/>
              </p14:nvContentPartPr>
              <p14:xfrm>
                <a:off x="9533304" y="5756616"/>
                <a:ext cx="214560" cy="140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F93B15-1909-5460-CA4F-5958E7F0CFC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15304" y="5738616"/>
                  <a:ext cx="250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DFDDE2-223E-84CD-5B44-421F3F7790DC}"/>
                    </a:ext>
                  </a:extLst>
                </p14:cNvPr>
                <p14:cNvContentPartPr/>
                <p14:nvPr/>
              </p14:nvContentPartPr>
              <p14:xfrm>
                <a:off x="9768024" y="5794776"/>
                <a:ext cx="322200" cy="89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DFDDE2-223E-84CD-5B44-421F3F7790D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50384" y="5776776"/>
                  <a:ext cx="357840" cy="12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7193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BBC7-A427-5EA0-C903-85FEFE59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06D7C4-E50F-6D24-D4B2-8C24962D5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74" y="334040"/>
            <a:ext cx="11076651" cy="652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5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8DCC-5E97-0088-3D1B-24EFAD045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62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1393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249</cp:revision>
  <dcterms:created xsi:type="dcterms:W3CDTF">2025-09-22T02:44:38Z</dcterms:created>
  <dcterms:modified xsi:type="dcterms:W3CDTF">2026-06-16T01:54:30Z</dcterms:modified>
</cp:coreProperties>
</file>