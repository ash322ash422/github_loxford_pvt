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5:14:58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1 371 24575,'3'3'0,"0"-1"0,0 1 0,0-1 0,-1 1 0,1 0 0,-1 0 0,1 1 0,-1-1 0,0 0 0,0 1 0,2 7 0,5 6 0,16 26 0,0 1 0,1-1 0,46 56 0,-68-95 0,0-1 0,0 0 0,0 1 0,1-1 0,-1-1 0,1 1 0,-1-1 0,1 0 0,0 0 0,0 0 0,0 0 0,0-1 0,0 0 0,0 0 0,0-1 0,1 1 0,-1-1 0,0 0 0,0 0 0,1-1 0,-1 0 0,0 1 0,0-2 0,0 1 0,0-1 0,0 0 0,5-2 0,15-7 0,-1-1 0,-1-1 0,41-29 0,-63 41 0,373-296 0,-94 70 0,-222 183-1365,-12 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5:15:00.8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1 122 24575,'2'13'0,"0"0"0,1-1 0,1 1 0,0-1 0,0 1 0,2-1 0,-1 0 0,12 17 0,4 11 0,27 66 0,-47-104 0,-1-1 0,1 1 0,0-1 0,0 1 0,0-1 0,0 0 0,0 1 0,0-1 0,0 0 0,0 0 0,0 0 0,1 0 0,-1 0 0,0 0 0,1 0 0,-1-1 0,1 1 0,-1 0 0,1-1 0,-1 1 0,1-1 0,0 1 0,-1-1 0,1 0 0,0 0 0,-1 0 0,1 0 0,-1 0 0,1 0 0,0 0 0,-1 0 0,1-1 0,0 1 0,-1-1 0,1 1 0,2-2 0,6-3 0,0 0 0,0 0 0,0-1 0,12-9 0,-16 10 0,79-56 0,-4 1 0,151-85 0,-31 52-1365,-157 77-5461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bUuXO8b6IS0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CDE92A-6B78-C009-4D94-BF2E0BFEAA67}"/>
              </a:ext>
            </a:extLst>
          </p:cNvPr>
          <p:cNvSpPr txBox="1"/>
          <p:nvPr/>
        </p:nvSpPr>
        <p:spPr>
          <a:xfrm>
            <a:off x="3584448" y="2721114"/>
            <a:ext cx="43955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>
                <a:solidFill>
                  <a:schemeClr val="accent6">
                    <a:lumMod val="60000"/>
                    <a:lumOff val="40000"/>
                  </a:schemeClr>
                </a:solidFill>
              </a:rPr>
              <a:t>Demonstration of AI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BFD2-9D61-33F5-8230-9434D0AF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2C92F3-1136-070A-413D-5730F91B0980}"/>
              </a:ext>
            </a:extLst>
          </p:cNvPr>
          <p:cNvSpPr txBox="1"/>
          <p:nvPr/>
        </p:nvSpPr>
        <p:spPr>
          <a:xfrm>
            <a:off x="365760" y="1234440"/>
            <a:ext cx="105521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Demo 1: Video to Text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 wanted a bulleted points for teaching a MLOPs from a youtube shorts: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  <a:hlinkClick r:id="rId2"/>
              </a:rPr>
              <a:t>https://www.youtube.com/watch?v=bUuXO8b6IS0</a:t>
            </a:r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 opened above video and Google Gemini. I entered following prompt:</a:t>
            </a:r>
            <a:b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Turn the transcript of the video into word document that I will use to teach MLOPs operation.</a:t>
            </a:r>
          </a:p>
        </p:txBody>
      </p:sp>
    </p:spTree>
    <p:extLst>
      <p:ext uri="{BB962C8B-B14F-4D97-AF65-F5344CB8AC3E}">
        <p14:creationId xmlns:p14="http://schemas.microsoft.com/office/powerpoint/2010/main" val="146723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C29368-D6DF-D861-6595-C64CA0CD4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D98D12-9C8C-0E4B-A8CB-8337B0B44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723" y="0"/>
            <a:ext cx="8781212" cy="65653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9A2D0F-CF49-BB34-F724-B3DD66E563C3}"/>
                  </a:ext>
                </a:extLst>
              </p14:cNvPr>
              <p14:cNvContentPartPr/>
              <p14:nvPr/>
            </p14:nvContentPartPr>
            <p14:xfrm>
              <a:off x="9216864" y="1804896"/>
              <a:ext cx="441720" cy="250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9A2D0F-CF49-BB34-F724-B3DD66E563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99224" y="1787256"/>
                <a:ext cx="47736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AAD1858-1B60-FE8E-6DE2-B5EEC7C5DE6A}"/>
                  </a:ext>
                </a:extLst>
              </p14:cNvPr>
              <p14:cNvContentPartPr/>
              <p14:nvPr/>
            </p14:nvContentPartPr>
            <p14:xfrm>
              <a:off x="4297464" y="29376"/>
              <a:ext cx="317160" cy="151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AAD1858-1B60-FE8E-6DE2-B5EEC7C5DE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79824" y="11736"/>
                <a:ext cx="352800" cy="18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8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68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</cp:revision>
  <dcterms:created xsi:type="dcterms:W3CDTF">2026-09-25T02:37:34Z</dcterms:created>
  <dcterms:modified xsi:type="dcterms:W3CDTF">2026-10-23T05:15:53Z</dcterms:modified>
</cp:coreProperties>
</file>