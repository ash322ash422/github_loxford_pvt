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2E80C1-6DA4-B37D-C793-C64B96176E90}"/>
              </a:ext>
            </a:extLst>
          </p:cNvPr>
          <p:cNvSpPr txBox="1"/>
          <p:nvPr/>
        </p:nvSpPr>
        <p:spPr>
          <a:xfrm>
            <a:off x="630620" y="683483"/>
            <a:ext cx="1128811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The "Human Element" Is Being Reverse-Engineered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8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One of the most fascinating applications involves figuring out what makes a human expert tick. Through a technique called </a:t>
            </a:r>
            <a:r>
              <a:rPr lang="en-IN" sz="28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Inverse Reinforcement Learning</a:t>
            </a:r>
            <a:r>
              <a:rPr lang="en-IN" sz="28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, AI systems are being fed examples of decisions made by experienced traders and investors. The AI then works backward to infer the </a:t>
            </a:r>
            <a:r>
              <a:rPr lang="en-IN" sz="2800" b="0" i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actual goals</a:t>
            </a:r>
            <a:r>
              <a:rPr lang="en-IN" sz="28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 those experts were optimizing for—which often doesn't match what they'd say if you asked them. It's essentially decoding the "secret sauce" of intuition that experts themselves can't fully explain.</a:t>
            </a:r>
            <a:endParaRPr lang="en-IN" sz="2800" b="0" i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04167-6611-17BA-DED5-2600030A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AA8AFF-DE50-A592-3B2D-ED48432805A5}"/>
              </a:ext>
            </a:extLst>
          </p:cNvPr>
          <p:cNvSpPr txBox="1"/>
          <p:nvPr/>
        </p:nvSpPr>
        <p:spPr>
          <a:xfrm>
            <a:off x="630620" y="683483"/>
            <a:ext cx="112881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📊 The "Systemically Important" Bank That Isn't Even Big</a:t>
            </a:r>
          </a:p>
          <a:p>
            <a:endParaRPr lang="en-IN" sz="2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Network theory is changing how regulators think about risk. Instead of just looking at which banks are largest, AI models now analyze </a:t>
            </a: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 Centrality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—essentially, how connected an institution is to other important institutions. A medium-sized bank that links several major players can be far more systemically dangerous than a giant that sits on the periphery. Its failure could trigger a cascade simply because of its position in the network. This shifts the focus from "who is big" to "who is connected in a way that matters"</a:t>
            </a:r>
          </a:p>
        </p:txBody>
      </p:sp>
    </p:spTree>
    <p:extLst>
      <p:ext uri="{BB962C8B-B14F-4D97-AF65-F5344CB8AC3E}">
        <p14:creationId xmlns:p14="http://schemas.microsoft.com/office/powerpoint/2010/main" val="360151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quote-cjk-patch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2026-10-14T19:01:05Z</dcterms:modified>
</cp:coreProperties>
</file>