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77" r:id="rId3"/>
    <p:sldId id="279" r:id="rId4"/>
    <p:sldId id="281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563624" y="3241224"/>
            <a:ext cx="9025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Types of AI based on its capability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561E9-6D2F-41AC-7540-09DAF78DF02B}"/>
              </a:ext>
            </a:extLst>
          </p:cNvPr>
          <p:cNvSpPr txBox="1"/>
          <p:nvPr/>
        </p:nvSpPr>
        <p:spPr>
          <a:xfrm>
            <a:off x="394716" y="1172241"/>
            <a:ext cx="11402568" cy="484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Narrow AI (Weak AI):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type of AI is designed to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perform a specific task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lacks the ability to learn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 generalize to other tasks.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Examples include 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facial recognition software, 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virtual assistants (like Siri or Alexa), and 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spam filters.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Machine learning, Traditional AI and Generative AI comes under Weak AI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0212-3EFC-017B-449D-71A98FF4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3B864-0B3E-8641-497C-5C69CAD15EC1}"/>
              </a:ext>
            </a:extLst>
          </p:cNvPr>
          <p:cNvSpPr txBox="1"/>
          <p:nvPr/>
        </p:nvSpPr>
        <p:spPr>
          <a:xfrm>
            <a:off x="137160" y="1035081"/>
            <a:ext cx="114025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2) General AI (Artificial General Intelligence, AGI):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AGI aims to mimic human-level intelligence, meaning it can understand, learn, and perform any intellectual task that a human being can. This is a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theoretical concept that is currently not yet fully realized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 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Characteristics of AGI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Versatility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can handle multiple tasks across different domains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without needing to be retrained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for each one. </a:t>
            </a:r>
          </a:p>
          <a:p>
            <a:pPr lvl="0"/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example, it could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play chess, compose music, conduct scientific research, and interpret human emotions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—all with the same underlying intelligence. 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Adaptability and Self-Improvement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systems can learn from past experiences and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apply that knowledge to unfamiliar scenarios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8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CBAA-8E60-1CDB-50CE-73B669A6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C69043-2E50-D772-0B4F-D08941703080}"/>
              </a:ext>
            </a:extLst>
          </p:cNvPr>
          <p:cNvSpPr txBox="1"/>
          <p:nvPr/>
        </p:nvSpPr>
        <p:spPr>
          <a:xfrm>
            <a:off x="192024" y="993517"/>
            <a:ext cx="114025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3)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Super AI (Artificial Superintelligence, ASI):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represents AI that surpasses human intelligence in all aspects. This is also a theoretical concept and a potential future development.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could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solve complex problems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and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make predictions with high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autonomously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enhance its own algorithms and knowledge base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leading to continuous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understand and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 human emotions, social cues, and cultural contexts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enabling it to interact seamlessly with humans.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have virtually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unlimited memory and processing capabilities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allowing it to analyze vast amounts of data and perform complex computations.</a:t>
            </a:r>
          </a:p>
        </p:txBody>
      </p:sp>
    </p:spTree>
    <p:extLst>
      <p:ext uri="{BB962C8B-B14F-4D97-AF65-F5344CB8AC3E}">
        <p14:creationId xmlns:p14="http://schemas.microsoft.com/office/powerpoint/2010/main" val="379585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5876-3DB5-38A3-17B9-DD251810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13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1106</TotalTime>
  <Words>294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190</cp:revision>
  <dcterms:created xsi:type="dcterms:W3CDTF">2025-09-22T02:44:38Z</dcterms:created>
  <dcterms:modified xsi:type="dcterms:W3CDTF">2026-08-01T11:54:06Z</dcterms:modified>
</cp:coreProperties>
</file>