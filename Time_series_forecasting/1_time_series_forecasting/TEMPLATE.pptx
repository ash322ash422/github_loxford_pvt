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76" r:id="rId2"/>
    <p:sldId id="257" r:id="rId3"/>
    <p:sldId id="27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1077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173</cp:revision>
  <dcterms:created xsi:type="dcterms:W3CDTF">2025-09-22T02:44:38Z</dcterms:created>
  <dcterms:modified xsi:type="dcterms:W3CDTF">2026-04-21T11:02:25Z</dcterms:modified>
</cp:coreProperties>
</file>