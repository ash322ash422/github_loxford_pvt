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76" r:id="rId3"/>
    <p:sldId id="275" r:id="rId4"/>
    <p:sldId id="278" r:id="rId5"/>
    <p:sldId id="279" r:id="rId6"/>
    <p:sldId id="27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want to  know the names of columns.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want to know the count, min, max , standard deviation, 25</a:t>
            </a:r>
            <a:r>
              <a:rPr lang="en-US" sz="2400" baseline="30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percentile of mpg column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FB693C-1219-2D49-6CF1-B6DE1E575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99" y="1426865"/>
            <a:ext cx="8255958" cy="1584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565E80-D128-37C7-16F7-3F296D185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33" y="2751954"/>
            <a:ext cx="3391373" cy="39343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0BE307-49EE-350C-E6BA-4C694CF88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379" y="3699823"/>
            <a:ext cx="2705478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A607B0-CC73-7922-3F35-FEE37C535F76}"/>
              </a:ext>
            </a:extLst>
          </p:cNvPr>
          <p:cNvSpPr txBox="1"/>
          <p:nvPr/>
        </p:nvSpPr>
        <p:spPr>
          <a:xfrm>
            <a:off x="1152144" y="1018092"/>
            <a:ext cx="900684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→ Analysis (CORE Julius strength)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 with simple prompts: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correlation between horsepower and mpg”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factors affect MPG the most?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trends over model years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Julius will: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auto-generate code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visualize results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Key point: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“This replaces manual pandas + matplotlib coding”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5B1CF-EAAF-50CA-B49E-B30D8AC8B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98D19B-B0B5-6ED6-7DB5-E62E77BC1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50" y="337149"/>
            <a:ext cx="3077004" cy="514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C2B283-77C3-F444-464A-529F4B708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023" y="109728"/>
            <a:ext cx="4591993" cy="3588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E7B908-328A-3A8E-1645-276403230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75" y="3793390"/>
            <a:ext cx="8458565" cy="295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061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58801-240C-C5EF-51CE-3D6361B2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D1A5E5-9197-0080-CCB1-75BCE3823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757" y="2481130"/>
            <a:ext cx="8678486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997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D590F-C7BD-2A96-83A3-C126F22F4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6B2735-EC9E-AF1C-A7E7-D3F3E0C6107E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088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1143</TotalTime>
  <Words>91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204</cp:revision>
  <dcterms:created xsi:type="dcterms:W3CDTF">2025-09-22T02:44:38Z</dcterms:created>
  <dcterms:modified xsi:type="dcterms:W3CDTF">2026-05-05T17:14:58Z</dcterms:modified>
</cp:coreProperties>
</file>