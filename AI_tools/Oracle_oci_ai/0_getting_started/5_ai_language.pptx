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94" r:id="rId2"/>
    <p:sldId id="303" r:id="rId3"/>
    <p:sldId id="276" r:id="rId4"/>
    <p:sldId id="293" r:id="rId5"/>
    <p:sldId id="302" r:id="rId6"/>
    <p:sldId id="297" r:id="rId7"/>
    <p:sldId id="296" r:id="rId8"/>
    <p:sldId id="295" r:id="rId9"/>
    <p:sldId id="298" r:id="rId10"/>
    <p:sldId id="299" r:id="rId11"/>
    <p:sldId id="300" r:id="rId12"/>
    <p:sldId id="3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5.4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1 122 2852 0 0,'0'0'3705'0'0,"4"-3"-3562"0"0,28-11 897 0 0,-30 13-967 0 0,18-4 110 0 0,378-50 36 0 0,-342 49-203 0 0,-13 2-3 0 0,180-12 126 0 0,-219 16-112 0 0,0 0-123 0 0,1 0-1 0 0,0 0 1 0 0,0-1-1 0 0,0 0 1 0 0,0 0-1 0 0,8-3 1 0 0,-12-7-3677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6.1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322 12 5192 0 0,'-1'-1'15'0'0,"1"0"-1"0"0,0 1 0 0 0,-1-1 0 0 0,1 0 0 0 0,0 1 0 0 0,-1-1 0 0 0,1 1 0 0 0,-1-1 0 0 0,1 1 0 0 0,-1-1 0 0 0,1 1 0 0 0,-1-1 0 0 0,1 1 1 0 0,-1-1-1 0 0,1 1 0 0 0,-1 0 0 0 0,0-1 0 0 0,1 1 0 0 0,-1 0 0 0 0,0 0 0 0 0,1-1 0 0 0,-1 1 0 0 0,0 0 0 0 0,1 0 0 0 0,-1 0 0 0 0,0 0 0 0 0,0 0 1 0 0,1 0-1 0 0,-1 0 0 0 0,0 0 0 0 0,1 0 0 0 0,-1 0 0 0 0,0 0 0 0 0,1 0 0 0 0,-1 1 0 0 0,0-1 0 0 0,0 1 0 0 0,-29 14 495 0 0,24-11-476 0 0,-201 146 1864 0 0,196-141-1829 0 0,5-5-36 0 0,-1 1 0 0 0,1 1 0 0 0,0-1 0 0 0,1 1 0 0 0,-8 10 0 0 0,12-15-25 0 0,54 16 16 0 0,168-8 30 0 0,-141-9-30 0 0,89 11 0 0 0,-69-4 10 0 0,-98-7-20 0 0,-1 1-74 0 0,-1-1 0 0 0,1 1 1 0 0,0-1-1 0 0,0 0 0 0 0,0 1 0 0 0,-1-1 1 0 0,1 0-1 0 0,0 0 0 0 0,0 0 0 0 0,0 0 1 0 0,-1 1-1 0 0,1-1 0 0 0,0 0 0 0 0,0-1 1 0 0,0 1-1 0 0,0 0 0 0 0,-1 0 0 0 0,1 0 1 0 0,0 0-1 0 0,0-1 0 0 0,0 1 0 0 0,-1 0 1 0 0,2-1-1 0 0,22-7-3276 0 0,-13 1 1387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6.8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385 48 5264 0 0,'0'0'-94'0'0,"-12"-31"1164"0"0,8 29-1016 0 0,-1 0 0 0 0,1 0 0 0 0,0 0 0 0 0,0 0 0 0 0,-1 1 0 0 0,1-1 0 0 0,-1 1 0 0 0,1 0 1 0 0,-1 0-1 0 0,0 1 0 0 0,1 0 0 0 0,-1-1 0 0 0,0 1 0 0 0,1 1 0 0 0,-1-1 0 0 0,0 1 0 0 0,1 0 0 0 0,-1 0 0 0 0,1 0 0 0 0,-1 1 0 0 0,1-1 0 0 0,-6 4 0 0 0,-8 2-20 0 0,0 2 0 0 0,1 0 0 0 0,0 0-1 0 0,-17 15 1 0 0,16-12-17 0 0,-63 53 35 0 0,74-58-53 0 0,1-1 0 0 0,0 1 0 0 0,0 0 0 0 0,0 0 0 0 0,1 1 0 0 0,0-1-1 0 0,1 1 1 0 0,-1 0 0 0 0,-2 9 0 0 0,6-15 0 0 0,1 0 0 0 0,-1 1 0 0 0,0-1 0 0 0,1 0-1 0 0,0 0 1 0 0,0 0 0 0 0,-1 1 0 0 0,1-1 0 0 0,0 0 0 0 0,1 0 0 0 0,-1 1-1 0 0,0-1 1 0 0,1 0 0 0 0,-1 0 0 0 0,1 0 0 0 0,0 1 0 0 0,-1-1 0 0 0,1 0 0 0 0,0 0-1 0 0,1 0 1 0 0,0 1 0 0 0,1 1 1 0 0,0-1 1 0 0,0 0-1 0 0,0 0 0 0 0,1 0 0 0 0,-1-1 1 0 0,1 1-1 0 0,0-1 0 0 0,-1 0 0 0 0,1 0 1 0 0,6 2-1 0 0,10 3 7 0 0,0-2 1 0 0,1 0-1 0 0,34 4 1 0 0,-42-8-6 0 0,257 28 159 0 0,-255-25-147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7.3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38 123 5424 0 0,'2'-11'249'0'0,"0"-1"-1"0"0,-1 1 0 0 0,0-1 1 0 0,-1 1-1 0 0,0-1 0 0 0,0 1 1 0 0,-2-1-1 0 0,-2-13 0 0 0,4 24 192 0 0,0 0-433 0 0,0 1 0 0 0,0 0-1 0 0,0 0 1 0 0,0 0 0 0 0,0 0-1 0 0,0 0 1 0 0,0 0-1 0 0,0 0 1 0 0,0-1 0 0 0,0 1-1 0 0,0 0 1 0 0,0 0-1 0 0,0 0 1 0 0,0 0 0 0 0,0 0-1 0 0,0 0 1 0 0,0-1 0 0 0,0 1-1 0 0,0 0 1 0 0,0 0-1 0 0,0 0 1 0 0,0 0 0 0 0,0 0-1 0 0,-1 0 1 0 0,1 0 0 0 0,0-1-1 0 0,0 1 1 0 0,0 0-1 0 0,0 0 1 0 0,0 0 0 0 0,0 0-1 0 0,0 0 1 0 0,0 0-1 0 0,0 0 1 0 0,-1 0 0 0 0,1 0-1 0 0,0 0 1 0 0,0 0 0 0 0,0 0-1 0 0,0 0 1 0 0,0 0-1 0 0,0-1 1 0 0,0 1 0 0 0,-1 0-1 0 0,1 0 1 0 0,0 0-1 0 0,0 0 1 0 0,0 0 0 0 0,0 0-1 0 0,0 0 1 0 0,0 1 0 0 0,-1-1-1 0 0,1 0 1 0 0,0 0-1 0 0,0 0 1 0 0,0 0 0 0 0,0 0-1 0 0,0 0 1 0 0,0 0 0 0 0,0 0-1 0 0,-1 0 1 0 0,1 0-1 0 0,0 0 1 0 0,0 0 0 0 0,0 0-1 0 0,-10 12 94 0 0,-8 22-46 0 0,15-7-38 0 0,2 1 1 0 0,0 0-1 0 0,2-1 1 0 0,1 1-1 0 0,2-1 0 0 0,0 0 1 0 0,11 33-1 0 0,3 31 78 0 0,-16-53-269 0 0,-2-37-170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7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 6609 0 0,'1'-1'125'0'0,"0"1"0"0"0,0-1 0 0 0,0 0-1 0 0,0 0 1 0 0,1 1 0 0 0,-1-1 0 0 0,0 1 0 0 0,0-1 0 0 0,1 1 0 0 0,-1-1 0 0 0,1 1 0 0 0,-1 0 0 0 0,0 0 0 0 0,1 0 0 0 0,1-1 0 0 0,-1 3-115 0 0,-1 0 0 0 0,1 0 0 0 0,-1-1 0 0 0,1 1 0 0 0,-1 0 0 0 0,0 0 0 0 0,0 0 0 0 0,1 0 0 0 0,-2 0 0 0 0,1 1 0 0 0,0-1 0 0 0,0 0 0 0 0,-1 0 0 0 0,1 1 0 0 0,-1-1-1 0 0,1 5 1 0 0,1 53 167 0 0,2 5-848 0 0,-4-43-3603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7.7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 5849 0 0,'0'0'108'0'0,"3"-12"152"0"0,0 5 284 0 0,0-1 88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8.3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24 4916 0 0,'0'0'-3'0'0,"0"0"0"0"0,1 0 0 0 0,-1 0 0 0 0,0-1 0 0 0,0 1 0 0 0,1 0 0 0 0,-1 0 0 0 0,0 0 0 0 0,0-1 0 0 0,1 1 0 0 0,-1 0 0 0 0,0 0 0 0 0,0-1 0 0 0,0 1 0 0 0,0 0 0 0 0,1 0 0 0 0,-1-1 0 0 0,0 1 0 0 0,0 0 0 0 0,0-1-1 0 0,0 1 1 0 0,0 0 0 0 0,0-1 0 0 0,0 1 0 0 0,0 0 0 0 0,0 0 0 0 0,0-1 0 0 0,0 1 0 0 0,0 0 0 0 0,0-1 0 0 0,0 1 0 0 0,0 0 0 0 0,0-1 0 0 0,0 1 0 0 0,-1 0 0 0 0,1-1 0 0 0,-1-1 1 0 0,0 1 9 0 0,0 0 0 0 0,0 1 0 0 0,1-1 0 0 0,-1 0 0 0 0,0 0 0 0 0,0 1 0 0 0,0-1 1 0 0,1 0-1 0 0,-1 1 0 0 0,0-1 0 0 0,0 1 0 0 0,0-1 0 0 0,0 1 0 0 0,0-1 0 0 0,0 1 0 0 0,-1 0 0 0 0,1-1 0 0 0,0 1 0 0 0,0 0 0 0 0,0 0 0 0 0,0 0 1 0 0,0 0-1 0 0,0 0 0 0 0,0 0 0 0 0,0 0 0 0 0,-1 0 0 0 0,1 1 0 0 0,0-1 0 0 0,0 0 0 0 0,-2 2 0 0 0,-6 1-6 0 0,-1 1-1 0 0,1 0 0 0 0,0 1 1 0 0,0 0-1 0 0,1 0 1 0 0,-1 1-1 0 0,1 0 1 0 0,0 0-1 0 0,1 1 1 0 0,0 0-1 0 0,-9 11 1 0 0,14-16-2 0 0,0 1 0 0 0,0-1 0 0 0,0 1 1 0 0,1-1-1 0 0,-1 1 0 0 0,1 0 0 0 0,-1-1 1 0 0,1 1-1 0 0,0 0 0 0 0,0 0 0 0 0,0 0 0 0 0,1 0 1 0 0,-1 0-1 0 0,1 0 0 0 0,0 0 0 0 0,-1 0 1 0 0,1 0-1 0 0,1 0 0 0 0,-1 0 0 0 0,0 0 1 0 0,1 1-1 0 0,-1-1 0 0 0,1-1 0 0 0,0 1 1 0 0,0 0-1 0 0,0 0 0 0 0,1 0 0 0 0,-1 0 1 0 0,1-1-1 0 0,-1 1 0 0 0,1-1 0 0 0,0 1 0 0 0,0-1 1 0 0,0 1-1 0 0,0-1 0 0 0,1 0 0 0 0,-1 0 1 0 0,0 0-1 0 0,1-1 0 0 0,-1 1 0 0 0,1 0 1 0 0,0-1-1 0 0,3 1 0 0 0,6 5-140 0 0,1-1 0 0 0,0-1 0 0 0,0 0 0 0 0,1-1 0 0 0,-1-1 0 0 0,1 0 0 0 0,0-1-1 0 0,0 0 1 0 0,0-1 0 0 0,0 0 0 0 0,0-2 0 0 0,0 1 0 0 0,0-2 0 0 0,25-5 0 0 0,-6-2-880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9.3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29 389 3932 0 0,'-11'1'-29'0'0,"11"-1"22"0"0,0 0 0 0 0,0 0 0 0 0,0 0 0 0 0,0 0-1 0 0,0 0 1 0 0,0-1 0 0 0,0 1 0 0 0,0 0 0 0 0,0 0-1 0 0,0 0 1 0 0,0 0 0 0 0,0 0 0 0 0,0 0 0 0 0,0 0-1 0 0,0-1 1 0 0,0 1 0 0 0,0 0 0 0 0,0 0 0 0 0,0 0-1 0 0,-1 0 1 0 0,1 0 0 0 0,0 0 0 0 0,0 0 0 0 0,0-1-1 0 0,0 1 1 0 0,0 0 0 0 0,0 0 0 0 0,0 0 0 0 0,0 0-1 0 0,0 0 1 0 0,0 0 0 0 0,0 0 0 0 0,-1 0 0 0 0,1 0-1 0 0,0 0 1 0 0,0 0 0 0 0,5-3 13 0 0,0 1 1 0 0,0-1-1 0 0,0 0 0 0 0,-1-1 1 0 0,1 1-1 0 0,-1-1 0 0 0,0 1 0 0 0,0-1 1 0 0,0-1-1 0 0,0 1 0 0 0,-1 0 1 0 0,0-1-1 0 0,0 0 0 0 0,0 0 1 0 0,0 0-1 0 0,-1 0 0 0 0,0 0 0 0 0,0 0 1 0 0,0-1-1 0 0,-1 1 0 0 0,2-9 1 0 0,-2-2 186 0 0,0-1 1 0 0,-1 1 0 0 0,-1-1-1 0 0,0 1 1 0 0,-1 0 0 0 0,-8-30 0 0 0,0 11 967 0 0,-28-65 0 0 0,38 100-1154 0 0,0 0 1 0 0,0-1-1 0 0,0 1 1 0 0,-1 0-1 0 0,1-1 0 0 0,0 1 1 0 0,-1 0-1 0 0,1-1 1 0 0,0 1-1 0 0,-1 0 1 0 0,1 0-1 0 0,0-1 0 0 0,-1 1 1 0 0,1 0-1 0 0,0 0 1 0 0,-1 0-1 0 0,1-1 0 0 0,-1 1 1 0 0,1 0-1 0 0,0 0 1 0 0,-1 0-1 0 0,1 0 0 0 0,-1 0 1 0 0,1 0-1 0 0,-1 0 1 0 0,1 0-1 0 0,0 0 1 0 0,-1 0-1 0 0,1 0 0 0 0,-1 0 1 0 0,1 0-1 0 0,-1 0 1 0 0,1 1-1 0 0,0-1 0 0 0,-1 0 1 0 0,1 0-1 0 0,0 0 1 0 0,-1 0-1 0 0,1 1 0 0 0,-1-1 1 0 0,1 0-1 0 0,0 1 1 0 0,0-1-1 0 0,-1 0 0 0 0,1 1 1 0 0,0-1-1 0 0,-1 0 1 0 0,1 1-1 0 0,0-1 1 0 0,0 0-1 0 0,0 1 0 0 0,-1-1 1 0 0,1 0-1 0 0,0 1 1 0 0,0-1-1 0 0,0 1 0 0 0,-13 27-16 0 0,12-1 12 0 0,2 0 0 0 0,1 0 0 0 0,1 0-1 0 0,1-1 1 0 0,2 1 0 0 0,12 37 0 0 0,10 56 20 0 0,-17-66 0 0 0,19 55-1 0 0,-25-96-296 0 0,7 35 1237 0 0,-12-48-951 0 0,0 0-1 0 0,0 0 1 0 0,0 0 0 0 0,1 0 0 0 0,-1 0 0 0 0,0 0 0 0 0,0 0 0 0 0,0 1-1 0 0,0-1 1 0 0,0 0 0 0 0,0 0 0 0 0,0 0 0 0 0,0 0 0 0 0,0 0 0 0 0,0 0-1 0 0,0 1 1 0 0,0-1 0 0 0,0 0 0 0 0,0 0 0 0 0,0 0 0 0 0,0 0 0 0 0,0 0-1 0 0,0 1 1 0 0,0-1 0 0 0,0 0 0 0 0,0 0 0 0 0,0 0 0 0 0,0 0-1 0 0,0 0 1 0 0,0 0 0 0 0,0 1 0 0 0,0-1 0 0 0,-1 0 0 0 0,1 0 0 0 0,0 0-1 0 0,0 0 1 0 0,0 0 0 0 0,0 0 0 0 0,0 0 0 0 0,0 0 0 0 0,0 1 0 0 0,-1-1-1 0 0,1 0 1 0 0,0 0 0 0 0,0 0 0 0 0,0 0 0 0 0,0 0 0 0 0,0 0 0 0 0,0 0-1 0 0,-1 0 1 0 0,1 0 0 0 0,0 0 0 0 0,0 0 0 0 0,0 0 0 0 0,0 0 0 0 0,0 0-1 0 0,0 0 1 0 0,-1 0 0 0 0,1 0 0 0 0,0 0 0 0 0,0 0 0 0 0,0 0 0 0 0,-16-19 205 0 0,12 12-218 0 0,0 0 0 0 0,0-1 0 0 0,0 1 0 0 0,1-1 0 0 0,1 0 0 0 0,-1 0-1 0 0,1 0 1 0 0,0 0 0 0 0,1 0 0 0 0,0-1 0 0 0,0-9 0 0 0,1-2-90 0 0,1 0 0 0 0,1 0 0 0 0,6-26 1 0 0,-5 38 57 0 0,0 0 0 0 0,0 0 0 0 0,1 1 0 0 0,0-1 0 0 0,0 1 1 0 0,1 0-1 0 0,0 0 0 0 0,0 0 0 0 0,0 0 0 0 0,1 1 1 0 0,0 0-1 0 0,1 0 0 0 0,-1 1 0 0 0,1 0 0 0 0,0 0 0 0 0,0 0 1 0 0,1 1-1 0 0,-1 0 0 0 0,1 1 0 0 0,0 0 0 0 0,0 0 1 0 0,15-3-1 0 0,-17 5 17 0 0,1 1 0 0 0,-1 0 1 0 0,1 0-1 0 0,-1 1 1 0 0,0 0-1 0 0,1 0 0 0 0,-1 0 1 0 0,0 1-1 0 0,0 0 0 0 0,0 0 1 0 0,0 1-1 0 0,0 0 0 0 0,0 0 1 0 0,-1 0-1 0 0,1 0 1 0 0,-1 1-1 0 0,0 0 0 0 0,0 0 1 0 0,0 1-1 0 0,-1-1 0 0 0,1 1 1 0 0,-1 0-1 0 0,6 10 0 0 0,-9-14 10 0 0,-26 26 15 0 0,2-19 4 0 0,0 0 0 0 0,0-2 0 0 0,0 0-1 0 0,-31 2 1 0 0,-47 12-50 0 0,98-19 12 0 0,113 28-96 0 0,-69-16 95 0 0,0 0 0 0 0,-1 3-1 0 0,-1 1 1 0 0,0 2 0 0 0,51 35 0 0 0,-87-52 19 0 0,1 0 7 0 0,0 1 0 0 0,0-1 0 0 0,-1 1 0 0 0,1 0 0 0 0,-1 0 0 0 0,0 1 0 0 0,0-1 0 0 0,0 1 0 0 0,0 0-1 0 0,0 0 1 0 0,-1 0 0 0 0,0 0 0 0 0,1 0 0 0 0,-2 0 0 0 0,3 7 0 0 0,-3-9-235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5.4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1 122 2852 0 0,'0'0'3705'0'0,"4"-3"-3562"0"0,28-11 897 0 0,-30 13-967 0 0,18-4 110 0 0,378-50 36 0 0,-342 49-203 0 0,-13 2-3 0 0,180-12 126 0 0,-219 16-112 0 0,0 0-123 0 0,1 0-1 0 0,0 0 1 0 0,0-1-1 0 0,0 0 1 0 0,0 0-1 0 0,8-3 1 0 0,-12-7-3677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6.1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322 12 5192 0 0,'-1'-1'15'0'0,"1"0"-1"0"0,0 1 0 0 0,-1-1 0 0 0,1 0 0 0 0,0 1 0 0 0,-1-1 0 0 0,1 1 0 0 0,-1-1 0 0 0,1 1 0 0 0,-1-1 0 0 0,1 1 0 0 0,-1-1 0 0 0,1 1 1 0 0,-1-1-1 0 0,1 1 0 0 0,-1 0 0 0 0,0-1 0 0 0,1 1 0 0 0,-1 0 0 0 0,0 0 0 0 0,1-1 0 0 0,-1 1 0 0 0,0 0 0 0 0,1 0 0 0 0,-1 0 0 0 0,0 0 0 0 0,0 0 1 0 0,1 0-1 0 0,-1 0 0 0 0,0 0 0 0 0,1 0 0 0 0,-1 0 0 0 0,0 0 0 0 0,1 0 0 0 0,-1 1 0 0 0,0-1 0 0 0,0 1 0 0 0,-29 14 495 0 0,24-11-476 0 0,-201 146 1864 0 0,196-141-1829 0 0,5-5-36 0 0,-1 1 0 0 0,1 1 0 0 0,0-1 0 0 0,1 1 0 0 0,-8 10 0 0 0,12-15-25 0 0,54 16 16 0 0,168-8 30 0 0,-141-9-30 0 0,89 11 0 0 0,-69-4 10 0 0,-98-7-20 0 0,-1 1-74 0 0,-1-1 0 0 0,1 1 1 0 0,0-1-1 0 0,0 0 0 0 0,0 1 0 0 0,-1-1 1 0 0,1 0-1 0 0,0 0 0 0 0,0 0 0 0 0,0 0 1 0 0,-1 1-1 0 0,1-1 0 0 0,0 0 0 0 0,0-1 1 0 0,0 1-1 0 0,0 0 0 0 0,-1 0 0 0 0,1 0 1 0 0,0 0-1 0 0,0-1 0 0 0,0 1 0 0 0,-1 0 1 0 0,2-1-1 0 0,22-7-3276 0 0,-13 1 1387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6.8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385 48 5264 0 0,'0'0'-94'0'0,"-12"-31"1164"0"0,8 29-1016 0 0,-1 0 0 0 0,1 0 0 0 0,0 0 0 0 0,0 0 0 0 0,-1 1 0 0 0,1-1 0 0 0,-1 1 0 0 0,1 0 1 0 0,-1 0-1 0 0,0 1 0 0 0,1 0 0 0 0,-1-1 0 0 0,0 1 0 0 0,1 1 0 0 0,-1-1 0 0 0,0 1 0 0 0,1 0 0 0 0,-1 0 0 0 0,1 0 0 0 0,-1 1 0 0 0,1-1 0 0 0,-6 4 0 0 0,-8 2-20 0 0,0 2 0 0 0,1 0 0 0 0,0 0-1 0 0,-17 15 1 0 0,16-12-17 0 0,-63 53 35 0 0,74-58-53 0 0,1-1 0 0 0,0 1 0 0 0,0 0 0 0 0,0 0 0 0 0,1 1 0 0 0,0-1-1 0 0,1 1 1 0 0,-1 0 0 0 0,-2 9 0 0 0,6-15 0 0 0,1 0 0 0 0,-1 1 0 0 0,0-1 0 0 0,1 0-1 0 0,0 0 1 0 0,0 0 0 0 0,-1 1 0 0 0,1-1 0 0 0,0 0 0 0 0,1 0 0 0 0,-1 1-1 0 0,0-1 1 0 0,1 0 0 0 0,-1 0 0 0 0,1 0 0 0 0,0 1 0 0 0,-1-1 0 0 0,1 0 0 0 0,0 0-1 0 0,1 0 1 0 0,0 1 0 0 0,1 1 1 0 0,0-1 1 0 0,0 0-1 0 0,0 0 0 0 0,1 0 0 0 0,-1-1 1 0 0,1 1-1 0 0,0-1 0 0 0,-1 0 0 0 0,1 0 1 0 0,6 2-1 0 0,10 3 7 0 0,0-2 1 0 0,1 0-1 0 0,34 4 1 0 0,-42-8-6 0 0,257 28 159 0 0,-255-25-147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7.3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38 123 5424 0 0,'2'-11'249'0'0,"0"-1"-1"0"0,-1 1 0 0 0,0-1 1 0 0,-1 1-1 0 0,0-1 0 0 0,0 1 1 0 0,-2-1-1 0 0,-2-13 0 0 0,4 24 192 0 0,0 0-433 0 0,0 1 0 0 0,0 0-1 0 0,0 0 1 0 0,0 0 0 0 0,0 0-1 0 0,0 0 1 0 0,0 0-1 0 0,0 0 1 0 0,0-1 0 0 0,0 1-1 0 0,0 0 1 0 0,0 0-1 0 0,0 0 1 0 0,0 0 0 0 0,0 0-1 0 0,0 0 1 0 0,0-1 0 0 0,0 1-1 0 0,0 0 1 0 0,0 0-1 0 0,0 0 1 0 0,0 0 0 0 0,0 0-1 0 0,-1 0 1 0 0,1 0 0 0 0,0-1-1 0 0,0 1 1 0 0,0 0-1 0 0,0 0 1 0 0,0 0 0 0 0,0 0-1 0 0,0 0 1 0 0,0 0-1 0 0,0 0 1 0 0,-1 0 0 0 0,1 0-1 0 0,0 0 1 0 0,0 0 0 0 0,0 0-1 0 0,0 0 1 0 0,0 0-1 0 0,0-1 1 0 0,0 1 0 0 0,-1 0-1 0 0,1 0 1 0 0,0 0-1 0 0,0 0 1 0 0,0 0 0 0 0,0 0-1 0 0,0 0 1 0 0,0 1 0 0 0,-1-1-1 0 0,1 0 1 0 0,0 0-1 0 0,0 0 1 0 0,0 0 0 0 0,0 0-1 0 0,0 0 1 0 0,0 0 0 0 0,0 0-1 0 0,-1 0 1 0 0,1 0-1 0 0,0 0 1 0 0,0 0 0 0 0,0 0-1 0 0,-10 12 94 0 0,-8 22-46 0 0,15-7-38 0 0,2 1 1 0 0,0 0-1 0 0,2-1 1 0 0,1 1-1 0 0,2-1 0 0 0,0 0 1 0 0,11 33-1 0 0,3 31 78 0 0,-16-53-269 0 0,-2-37-170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7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 6609 0 0,'1'-1'125'0'0,"0"1"0"0"0,0-1 0 0 0,0 0-1 0 0,0 0 1 0 0,1 1 0 0 0,-1-1 0 0 0,0 1 0 0 0,0-1 0 0 0,1 1 0 0 0,-1-1 0 0 0,1 1 0 0 0,-1 0 0 0 0,0 0 0 0 0,1 0 0 0 0,1-1 0 0 0,-1 3-115 0 0,-1 0 0 0 0,1 0 0 0 0,-1-1 0 0 0,1 1 0 0 0,-1 0 0 0 0,0 0 0 0 0,0 0 0 0 0,1 0 0 0 0,-2 0 0 0 0,1 1 0 0 0,0-1 0 0 0,0 0 0 0 0,-1 0 0 0 0,1 1 0 0 0,-1-1-1 0 0,1 5 1 0 0,1 53 167 0 0,2 5-848 0 0,-4-43-3603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7.7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 5849 0 0,'0'0'108'0'0,"3"-12"152"0"0,0 5 284 0 0,0-1 88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8.3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24 4916 0 0,'0'0'-3'0'0,"0"0"0"0"0,1 0 0 0 0,-1 0 0 0 0,0-1 0 0 0,0 1 0 0 0,1 0 0 0 0,-1 0 0 0 0,0 0 0 0 0,0-1 0 0 0,1 1 0 0 0,-1 0 0 0 0,0 0 0 0 0,0-1 0 0 0,0 1 0 0 0,0 0 0 0 0,1 0 0 0 0,-1-1 0 0 0,0 1 0 0 0,0 0 0 0 0,0-1-1 0 0,0 1 1 0 0,0 0 0 0 0,0-1 0 0 0,0 1 0 0 0,0 0 0 0 0,0 0 0 0 0,0-1 0 0 0,0 1 0 0 0,0 0 0 0 0,0-1 0 0 0,0 1 0 0 0,0 0 0 0 0,0-1 0 0 0,0 1 0 0 0,-1 0 0 0 0,1-1 0 0 0,-1-1 1 0 0,0 1 9 0 0,0 0 0 0 0,0 1 0 0 0,1-1 0 0 0,-1 0 0 0 0,0 0 0 0 0,0 1 0 0 0,0-1 1 0 0,1 0-1 0 0,-1 1 0 0 0,0-1 0 0 0,0 1 0 0 0,0-1 0 0 0,0 1 0 0 0,0-1 0 0 0,0 1 0 0 0,-1 0 0 0 0,1-1 0 0 0,0 1 0 0 0,0 0 0 0 0,0 0 0 0 0,0 0 1 0 0,0 0-1 0 0,0 0 0 0 0,0 0 0 0 0,0 0 0 0 0,-1 0 0 0 0,1 1 0 0 0,0-1 0 0 0,0 0 0 0 0,-2 2 0 0 0,-6 1-6 0 0,-1 1-1 0 0,1 0 0 0 0,0 1 1 0 0,0 0-1 0 0,1 0 1 0 0,-1 1-1 0 0,1 0 1 0 0,0 0-1 0 0,1 1 1 0 0,0 0-1 0 0,-9 11 1 0 0,14-16-2 0 0,0 1 0 0 0,0-1 0 0 0,0 1 1 0 0,1-1-1 0 0,-1 1 0 0 0,1 0 0 0 0,-1-1 1 0 0,1 1-1 0 0,0 0 0 0 0,0 0 0 0 0,0 0 0 0 0,1 0 1 0 0,-1 0-1 0 0,1 0 0 0 0,0 0 0 0 0,-1 0 1 0 0,1 0-1 0 0,1 0 0 0 0,-1 0 0 0 0,0 0 1 0 0,1 1-1 0 0,-1-1 0 0 0,1-1 0 0 0,0 1 1 0 0,0 0-1 0 0,0 0 0 0 0,1 0 0 0 0,-1 0 1 0 0,1-1-1 0 0,-1 1 0 0 0,1-1 0 0 0,0 1 0 0 0,0-1 1 0 0,0 1-1 0 0,0-1 0 0 0,1 0 0 0 0,-1 0 1 0 0,0 0-1 0 0,1-1 0 0 0,-1 1 0 0 0,1 0 1 0 0,0-1-1 0 0,3 1 0 0 0,6 5-140 0 0,1-1 0 0 0,0-1 0 0 0,0 0 0 0 0,1-1 0 0 0,-1-1 0 0 0,1 0 0 0 0,0-1-1 0 0,0 0 1 0 0,0-1 0 0 0,0 0 0 0 0,0-2 0 0 0,0 1 0 0 0,0-2 0 0 0,25-5 0 0 0,-6-2-880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9.3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29 389 3932 0 0,'-11'1'-29'0'0,"11"-1"22"0"0,0 0 0 0 0,0 0 0 0 0,0 0 0 0 0,0 0-1 0 0,0 0 1 0 0,0-1 0 0 0,0 1 0 0 0,0 0 0 0 0,0 0-1 0 0,0 0 1 0 0,0 0 0 0 0,0 0 0 0 0,0 0 0 0 0,0 0-1 0 0,0-1 1 0 0,0 1 0 0 0,0 0 0 0 0,0 0 0 0 0,0 0-1 0 0,-1 0 1 0 0,1 0 0 0 0,0 0 0 0 0,0 0 0 0 0,0-1-1 0 0,0 1 1 0 0,0 0 0 0 0,0 0 0 0 0,0 0 0 0 0,0 0-1 0 0,0 0 1 0 0,0 0 0 0 0,0 0 0 0 0,-1 0 0 0 0,1 0-1 0 0,0 0 1 0 0,0 0 0 0 0,5-3 13 0 0,0 1 1 0 0,0-1-1 0 0,0 0 0 0 0,-1-1 1 0 0,1 1-1 0 0,-1-1 0 0 0,0 1 0 0 0,0-1 1 0 0,0-1-1 0 0,0 1 0 0 0,-1 0 1 0 0,0-1-1 0 0,0 0 0 0 0,0 0 1 0 0,0 0-1 0 0,-1 0 0 0 0,0 0 0 0 0,0 0 1 0 0,0-1-1 0 0,-1 1 0 0 0,2-9 1 0 0,-2-2 186 0 0,0-1 1 0 0,-1 1 0 0 0,-1-1-1 0 0,0 1 1 0 0,-1 0 0 0 0,-8-30 0 0 0,0 11 967 0 0,-28-65 0 0 0,38 100-1154 0 0,0 0 1 0 0,0-1-1 0 0,0 1 1 0 0,-1 0-1 0 0,1-1 0 0 0,0 1 1 0 0,-1 0-1 0 0,1-1 1 0 0,0 1-1 0 0,-1 0 1 0 0,1 0-1 0 0,0-1 0 0 0,-1 1 1 0 0,1 0-1 0 0,0 0 1 0 0,-1 0-1 0 0,1-1 0 0 0,-1 1 1 0 0,1 0-1 0 0,0 0 1 0 0,-1 0-1 0 0,1 0 0 0 0,-1 0 1 0 0,1 0-1 0 0,-1 0 1 0 0,1 0-1 0 0,0 0 1 0 0,-1 0-1 0 0,1 0 0 0 0,-1 0 1 0 0,1 0-1 0 0,-1 0 1 0 0,1 1-1 0 0,0-1 0 0 0,-1 0 1 0 0,1 0-1 0 0,0 0 1 0 0,-1 0-1 0 0,1 1 0 0 0,-1-1 1 0 0,1 0-1 0 0,0 1 1 0 0,0-1-1 0 0,-1 0 0 0 0,1 1 1 0 0,0-1-1 0 0,-1 0 1 0 0,1 1-1 0 0,0-1 1 0 0,0 0-1 0 0,0 1 0 0 0,-1-1 1 0 0,1 0-1 0 0,0 1 1 0 0,0-1-1 0 0,0 1 0 0 0,-13 27-16 0 0,12-1 12 0 0,2 0 0 0 0,1 0 0 0 0,1 0-1 0 0,1-1 1 0 0,2 1 0 0 0,12 37 0 0 0,10 56 20 0 0,-17-66 0 0 0,19 55-1 0 0,-25-96-296 0 0,7 35 1237 0 0,-12-48-951 0 0,0 0-1 0 0,0 0 1 0 0,0 0 0 0 0,1 0 0 0 0,-1 0 0 0 0,0 0 0 0 0,0 0 0 0 0,0 1-1 0 0,0-1 1 0 0,0 0 0 0 0,0 0 0 0 0,0 0 0 0 0,0 0 0 0 0,0 0 0 0 0,0 0-1 0 0,0 1 1 0 0,0-1 0 0 0,0 0 0 0 0,0 0 0 0 0,0 0 0 0 0,0 0 0 0 0,0 0-1 0 0,0 1 1 0 0,0-1 0 0 0,0 0 0 0 0,0 0 0 0 0,0 0 0 0 0,0 0-1 0 0,0 0 1 0 0,0 0 0 0 0,0 1 0 0 0,0-1 0 0 0,-1 0 0 0 0,1 0 0 0 0,0 0-1 0 0,0 0 1 0 0,0 0 0 0 0,0 0 0 0 0,0 0 0 0 0,0 0 0 0 0,0 1 0 0 0,-1-1-1 0 0,1 0 1 0 0,0 0 0 0 0,0 0 0 0 0,0 0 0 0 0,0 0 0 0 0,0 0 0 0 0,0 0-1 0 0,-1 0 1 0 0,1 0 0 0 0,0 0 0 0 0,0 0 0 0 0,0 0 0 0 0,0 0 0 0 0,0 0-1 0 0,0 0 1 0 0,-1 0 0 0 0,1 0 0 0 0,0 0 0 0 0,0 0 0 0 0,0 0 0 0 0,-16-19 205 0 0,12 12-218 0 0,0 0 0 0 0,0-1 0 0 0,0 1 0 0 0,1-1 0 0 0,1 0 0 0 0,-1 0-1 0 0,1 0 1 0 0,0 0 0 0 0,1 0 0 0 0,0-1 0 0 0,0-9 0 0 0,1-2-90 0 0,1 0 0 0 0,1 0 0 0 0,6-26 1 0 0,-5 38 57 0 0,0 0 0 0 0,0 0 0 0 0,1 1 0 0 0,0-1 0 0 0,0 1 1 0 0,1 0-1 0 0,0 0 0 0 0,0 0 0 0 0,0 0 0 0 0,1 1 1 0 0,0 0-1 0 0,1 0 0 0 0,-1 1 0 0 0,1 0 0 0 0,0 0 0 0 0,0 0 1 0 0,1 1-1 0 0,-1 0 0 0 0,1 1 0 0 0,0 0 0 0 0,0 0 1 0 0,15-3-1 0 0,-17 5 17 0 0,1 1 0 0 0,-1 0 1 0 0,1 0-1 0 0,-1 1 1 0 0,0 0-1 0 0,1 0 0 0 0,-1 0 1 0 0,0 1-1 0 0,0 0 0 0 0,0 0 1 0 0,0 1-1 0 0,0 0 0 0 0,0 0 1 0 0,-1 0-1 0 0,1 0 1 0 0,-1 1-1 0 0,0 0 0 0 0,0 0 1 0 0,0 1-1 0 0,-1-1 0 0 0,1 1 1 0 0,-1 0-1 0 0,6 10 0 0 0,-9-14 10 0 0,-26 26 15 0 0,2-19 4 0 0,0 0 0 0 0,0-2 0 0 0,0 0-1 0 0,-31 2 1 0 0,-47 12-50 0 0,98-19 12 0 0,113 28-96 0 0,-69-16 95 0 0,0 0 0 0 0,-1 3-1 0 0,-1 1 1 0 0,0 2 0 0 0,51 35 0 0 0,-87-52 19 0 0,1 0 7 0 0,0 1 0 0 0,0-1 0 0 0,-1 1 0 0 0,1 0 0 0 0,-1 0 0 0 0,0 1 0 0 0,0-1 0 0 0,0 1 0 0 0,0 0-1 0 0,0 0 1 0 0,-1 0 0 0 0,0 0 0 0 0,1 0 0 0 0,-2 0 0 0 0,3 7 0 0 0,-3-9-235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5.4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1 122 2852 0 0,'0'0'3705'0'0,"4"-3"-3562"0"0,28-11 897 0 0,-30 13-967 0 0,18-4 110 0 0,378-50 36 0 0,-342 49-203 0 0,-13 2-3 0 0,180-12 126 0 0,-219 16-112 0 0,0 0-123 0 0,1 0-1 0 0,0 0 1 0 0,0-1-1 0 0,0 0 1 0 0,0 0-1 0 0,8-3 1 0 0,-12-7-3677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6.1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322 12 5192 0 0,'-1'-1'15'0'0,"1"0"-1"0"0,0 1 0 0 0,-1-1 0 0 0,1 0 0 0 0,0 1 0 0 0,-1-1 0 0 0,1 1 0 0 0,-1-1 0 0 0,1 1 0 0 0,-1-1 0 0 0,1 1 0 0 0,-1-1 0 0 0,1 1 1 0 0,-1-1-1 0 0,1 1 0 0 0,-1 0 0 0 0,0-1 0 0 0,1 1 0 0 0,-1 0 0 0 0,0 0 0 0 0,1-1 0 0 0,-1 1 0 0 0,0 0 0 0 0,1 0 0 0 0,-1 0 0 0 0,0 0 0 0 0,0 0 1 0 0,1 0-1 0 0,-1 0 0 0 0,0 0 0 0 0,1 0 0 0 0,-1 0 0 0 0,0 0 0 0 0,1 0 0 0 0,-1 1 0 0 0,0-1 0 0 0,0 1 0 0 0,-29 14 495 0 0,24-11-476 0 0,-201 146 1864 0 0,196-141-1829 0 0,5-5-36 0 0,-1 1 0 0 0,1 1 0 0 0,0-1 0 0 0,1 1 0 0 0,-8 10 0 0 0,12-15-25 0 0,54 16 16 0 0,168-8 30 0 0,-141-9-30 0 0,89 11 0 0 0,-69-4 10 0 0,-98-7-20 0 0,-1 1-74 0 0,-1-1 0 0 0,1 1 1 0 0,0-1-1 0 0,0 0 0 0 0,0 1 0 0 0,-1-1 1 0 0,1 0-1 0 0,0 0 0 0 0,0 0 0 0 0,0 0 1 0 0,-1 1-1 0 0,1-1 0 0 0,0 0 0 0 0,0-1 1 0 0,0 1-1 0 0,0 0 0 0 0,-1 0 0 0 0,1 0 1 0 0,0 0-1 0 0,0-1 0 0 0,0 1 0 0 0,-1 0 1 0 0,2-1-1 0 0,22-7-3276 0 0,-13 1 1387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6.8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385 48 5264 0 0,'0'0'-94'0'0,"-12"-31"1164"0"0,8 29-1016 0 0,-1 0 0 0 0,1 0 0 0 0,0 0 0 0 0,0 0 0 0 0,-1 1 0 0 0,1-1 0 0 0,-1 1 0 0 0,1 0 1 0 0,-1 0-1 0 0,0 1 0 0 0,1 0 0 0 0,-1-1 0 0 0,0 1 0 0 0,1 1 0 0 0,-1-1 0 0 0,0 1 0 0 0,1 0 0 0 0,-1 0 0 0 0,1 0 0 0 0,-1 1 0 0 0,1-1 0 0 0,-6 4 0 0 0,-8 2-20 0 0,0 2 0 0 0,1 0 0 0 0,0 0-1 0 0,-17 15 1 0 0,16-12-17 0 0,-63 53 35 0 0,74-58-53 0 0,1-1 0 0 0,0 1 0 0 0,0 0 0 0 0,0 0 0 0 0,1 1 0 0 0,0-1-1 0 0,1 1 1 0 0,-1 0 0 0 0,-2 9 0 0 0,6-15 0 0 0,1 0 0 0 0,-1 1 0 0 0,0-1 0 0 0,1 0-1 0 0,0 0 1 0 0,0 0 0 0 0,-1 1 0 0 0,1-1 0 0 0,0 0 0 0 0,1 0 0 0 0,-1 1-1 0 0,0-1 1 0 0,1 0 0 0 0,-1 0 0 0 0,1 0 0 0 0,0 1 0 0 0,-1-1 0 0 0,1 0 0 0 0,0 0-1 0 0,1 0 1 0 0,0 1 0 0 0,1 1 1 0 0,0-1 1 0 0,0 0-1 0 0,0 0 0 0 0,1 0 0 0 0,-1-1 1 0 0,1 1-1 0 0,0-1 0 0 0,-1 0 0 0 0,1 0 1 0 0,6 2-1 0 0,10 3 7 0 0,0-2 1 0 0,1 0-1 0 0,34 4 1 0 0,-42-8-6 0 0,257 28 159 0 0,-255-25-147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7.3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38 123 5424 0 0,'2'-11'249'0'0,"0"-1"-1"0"0,-1 1 0 0 0,0-1 1 0 0,-1 1-1 0 0,0-1 0 0 0,0 1 1 0 0,-2-1-1 0 0,-2-13 0 0 0,4 24 192 0 0,0 0-433 0 0,0 1 0 0 0,0 0-1 0 0,0 0 1 0 0,0 0 0 0 0,0 0-1 0 0,0 0 1 0 0,0 0-1 0 0,0 0 1 0 0,0-1 0 0 0,0 1-1 0 0,0 0 1 0 0,0 0-1 0 0,0 0 1 0 0,0 0 0 0 0,0 0-1 0 0,0 0 1 0 0,0-1 0 0 0,0 1-1 0 0,0 0 1 0 0,0 0-1 0 0,0 0 1 0 0,0 0 0 0 0,0 0-1 0 0,-1 0 1 0 0,1 0 0 0 0,0-1-1 0 0,0 1 1 0 0,0 0-1 0 0,0 0 1 0 0,0 0 0 0 0,0 0-1 0 0,0 0 1 0 0,0 0-1 0 0,0 0 1 0 0,-1 0 0 0 0,1 0-1 0 0,0 0 1 0 0,0 0 0 0 0,0 0-1 0 0,0 0 1 0 0,0 0-1 0 0,0-1 1 0 0,0 1 0 0 0,-1 0-1 0 0,1 0 1 0 0,0 0-1 0 0,0 0 1 0 0,0 0 0 0 0,0 0-1 0 0,0 0 1 0 0,0 1 0 0 0,-1-1-1 0 0,1 0 1 0 0,0 0-1 0 0,0 0 1 0 0,0 0 0 0 0,0 0-1 0 0,0 0 1 0 0,0 0 0 0 0,0 0-1 0 0,-1 0 1 0 0,1 0-1 0 0,0 0 1 0 0,0 0 0 0 0,0 0-1 0 0,-10 12 94 0 0,-8 22-46 0 0,15-7-38 0 0,2 1 1 0 0,0 0-1 0 0,2-1 1 0 0,1 1-1 0 0,2-1 0 0 0,0 0 1 0 0,11 33-1 0 0,3 31 78 0 0,-16-53-269 0 0,-2-37-170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7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 6609 0 0,'1'-1'125'0'0,"0"1"0"0"0,0-1 0 0 0,0 0-1 0 0,0 0 1 0 0,1 1 0 0 0,-1-1 0 0 0,0 1 0 0 0,0-1 0 0 0,1 1 0 0 0,-1-1 0 0 0,1 1 0 0 0,-1 0 0 0 0,0 0 0 0 0,1 0 0 0 0,1-1 0 0 0,-1 3-115 0 0,-1 0 0 0 0,1 0 0 0 0,-1-1 0 0 0,1 1 0 0 0,-1 0 0 0 0,0 0 0 0 0,0 0 0 0 0,1 0 0 0 0,-2 0 0 0 0,1 1 0 0 0,0-1 0 0 0,0 0 0 0 0,-1 0 0 0 0,1 1 0 0 0,-1-1-1 0 0,1 5 1 0 0,1 53 167 0 0,2 5-848 0 0,-4-43-3603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7.7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 5849 0 0,'0'0'108'0'0,"3"-12"152"0"0,0 5 284 0 0,0-1 88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8.3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24 4916 0 0,'0'0'-3'0'0,"0"0"0"0"0,1 0 0 0 0,-1 0 0 0 0,0-1 0 0 0,0 1 0 0 0,1 0 0 0 0,-1 0 0 0 0,0 0 0 0 0,0-1 0 0 0,1 1 0 0 0,-1 0 0 0 0,0 0 0 0 0,0-1 0 0 0,0 1 0 0 0,0 0 0 0 0,1 0 0 0 0,-1-1 0 0 0,0 1 0 0 0,0 0 0 0 0,0-1-1 0 0,0 1 1 0 0,0 0 0 0 0,0-1 0 0 0,0 1 0 0 0,0 0 0 0 0,0 0 0 0 0,0-1 0 0 0,0 1 0 0 0,0 0 0 0 0,0-1 0 0 0,0 1 0 0 0,0 0 0 0 0,0-1 0 0 0,0 1 0 0 0,-1 0 0 0 0,1-1 0 0 0,-1-1 1 0 0,0 1 9 0 0,0 0 0 0 0,0 1 0 0 0,1-1 0 0 0,-1 0 0 0 0,0 0 0 0 0,0 1 0 0 0,0-1 1 0 0,1 0-1 0 0,-1 1 0 0 0,0-1 0 0 0,0 1 0 0 0,0-1 0 0 0,0 1 0 0 0,0-1 0 0 0,0 1 0 0 0,-1 0 0 0 0,1-1 0 0 0,0 1 0 0 0,0 0 0 0 0,0 0 0 0 0,0 0 1 0 0,0 0-1 0 0,0 0 0 0 0,0 0 0 0 0,0 0 0 0 0,-1 0 0 0 0,1 1 0 0 0,0-1 0 0 0,0 0 0 0 0,-2 2 0 0 0,-6 1-6 0 0,-1 1-1 0 0,1 0 0 0 0,0 1 1 0 0,0 0-1 0 0,1 0 1 0 0,-1 1-1 0 0,1 0 1 0 0,0 0-1 0 0,1 1 1 0 0,0 0-1 0 0,-9 11 1 0 0,14-16-2 0 0,0 1 0 0 0,0-1 0 0 0,0 1 1 0 0,1-1-1 0 0,-1 1 0 0 0,1 0 0 0 0,-1-1 1 0 0,1 1-1 0 0,0 0 0 0 0,0 0 0 0 0,0 0 0 0 0,1 0 1 0 0,-1 0-1 0 0,1 0 0 0 0,0 0 0 0 0,-1 0 1 0 0,1 0-1 0 0,1 0 0 0 0,-1 0 0 0 0,0 0 1 0 0,1 1-1 0 0,-1-1 0 0 0,1-1 0 0 0,0 1 1 0 0,0 0-1 0 0,0 0 0 0 0,1 0 0 0 0,-1 0 1 0 0,1-1-1 0 0,-1 1 0 0 0,1-1 0 0 0,0 1 0 0 0,0-1 1 0 0,0 1-1 0 0,0-1 0 0 0,1 0 0 0 0,-1 0 1 0 0,0 0-1 0 0,1-1 0 0 0,-1 1 0 0 0,1 0 1 0 0,0-1-1 0 0,3 1 0 0 0,6 5-140 0 0,1-1 0 0 0,0-1 0 0 0,0 0 0 0 0,1-1 0 0 0,-1-1 0 0 0,1 0 0 0 0,0-1-1 0 0,0 0 1 0 0,0-1 0 0 0,0 0 0 0 0,0-2 0 0 0,0 1 0 0 0,0-2 0 0 0,25-5 0 0 0,-6-2-880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19:19.3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29 389 3932 0 0,'-11'1'-29'0'0,"11"-1"22"0"0,0 0 0 0 0,0 0 0 0 0,0 0 0 0 0,0 0-1 0 0,0 0 1 0 0,0-1 0 0 0,0 1 0 0 0,0 0 0 0 0,0 0-1 0 0,0 0 1 0 0,0 0 0 0 0,0 0 0 0 0,0 0 0 0 0,0 0-1 0 0,0-1 1 0 0,0 1 0 0 0,0 0 0 0 0,0 0 0 0 0,0 0-1 0 0,-1 0 1 0 0,1 0 0 0 0,0 0 0 0 0,0 0 0 0 0,0-1-1 0 0,0 1 1 0 0,0 0 0 0 0,0 0 0 0 0,0 0 0 0 0,0 0-1 0 0,0 0 1 0 0,0 0 0 0 0,0 0 0 0 0,-1 0 0 0 0,1 0-1 0 0,0 0 1 0 0,0 0 0 0 0,5-3 13 0 0,0 1 1 0 0,0-1-1 0 0,0 0 0 0 0,-1-1 1 0 0,1 1-1 0 0,-1-1 0 0 0,0 1 0 0 0,0-1 1 0 0,0-1-1 0 0,0 1 0 0 0,-1 0 1 0 0,0-1-1 0 0,0 0 0 0 0,0 0 1 0 0,0 0-1 0 0,-1 0 0 0 0,0 0 0 0 0,0 0 1 0 0,0-1-1 0 0,-1 1 0 0 0,2-9 1 0 0,-2-2 186 0 0,0-1 1 0 0,-1 1 0 0 0,-1-1-1 0 0,0 1 1 0 0,-1 0 0 0 0,-8-30 0 0 0,0 11 967 0 0,-28-65 0 0 0,38 100-1154 0 0,0 0 1 0 0,0-1-1 0 0,0 1 1 0 0,-1 0-1 0 0,1-1 0 0 0,0 1 1 0 0,-1 0-1 0 0,1-1 1 0 0,0 1-1 0 0,-1 0 1 0 0,1 0-1 0 0,0-1 0 0 0,-1 1 1 0 0,1 0-1 0 0,0 0 1 0 0,-1 0-1 0 0,1-1 0 0 0,-1 1 1 0 0,1 0-1 0 0,0 0 1 0 0,-1 0-1 0 0,1 0 0 0 0,-1 0 1 0 0,1 0-1 0 0,-1 0 1 0 0,1 0-1 0 0,0 0 1 0 0,-1 0-1 0 0,1 0 0 0 0,-1 0 1 0 0,1 0-1 0 0,-1 0 1 0 0,1 1-1 0 0,0-1 0 0 0,-1 0 1 0 0,1 0-1 0 0,0 0 1 0 0,-1 0-1 0 0,1 1 0 0 0,-1-1 1 0 0,1 0-1 0 0,0 1 1 0 0,0-1-1 0 0,-1 0 0 0 0,1 1 1 0 0,0-1-1 0 0,-1 0 1 0 0,1 1-1 0 0,0-1 1 0 0,0 0-1 0 0,0 1 0 0 0,-1-1 1 0 0,1 0-1 0 0,0 1 1 0 0,0-1-1 0 0,0 1 0 0 0,-13 27-16 0 0,12-1 12 0 0,2 0 0 0 0,1 0 0 0 0,1 0-1 0 0,1-1 1 0 0,2 1 0 0 0,12 37 0 0 0,10 56 20 0 0,-17-66 0 0 0,19 55-1 0 0,-25-96-296 0 0,7 35 1237 0 0,-12-48-951 0 0,0 0-1 0 0,0 0 1 0 0,0 0 0 0 0,1 0 0 0 0,-1 0 0 0 0,0 0 0 0 0,0 0 0 0 0,0 1-1 0 0,0-1 1 0 0,0 0 0 0 0,0 0 0 0 0,0 0 0 0 0,0 0 0 0 0,0 0 0 0 0,0 0-1 0 0,0 1 1 0 0,0-1 0 0 0,0 0 0 0 0,0 0 0 0 0,0 0 0 0 0,0 0 0 0 0,0 0-1 0 0,0 1 1 0 0,0-1 0 0 0,0 0 0 0 0,0 0 0 0 0,0 0 0 0 0,0 0-1 0 0,0 0 1 0 0,0 0 0 0 0,0 1 0 0 0,0-1 0 0 0,-1 0 0 0 0,1 0 0 0 0,0 0-1 0 0,0 0 1 0 0,0 0 0 0 0,0 0 0 0 0,0 0 0 0 0,0 0 0 0 0,0 1 0 0 0,-1-1-1 0 0,1 0 1 0 0,0 0 0 0 0,0 0 0 0 0,0 0 0 0 0,0 0 0 0 0,0 0 0 0 0,0 0-1 0 0,-1 0 1 0 0,1 0 0 0 0,0 0 0 0 0,0 0 0 0 0,0 0 0 0 0,0 0 0 0 0,0 0-1 0 0,0 0 1 0 0,-1 0 0 0 0,1 0 0 0 0,0 0 0 0 0,0 0 0 0 0,0 0 0 0 0,-16-19 205 0 0,12 12-218 0 0,0 0 0 0 0,0-1 0 0 0,0 1 0 0 0,1-1 0 0 0,1 0 0 0 0,-1 0-1 0 0,1 0 1 0 0,0 0 0 0 0,1 0 0 0 0,0-1 0 0 0,0-9 0 0 0,1-2-90 0 0,1 0 0 0 0,1 0 0 0 0,6-26 1 0 0,-5 38 57 0 0,0 0 0 0 0,0 0 0 0 0,1 1 0 0 0,0-1 0 0 0,0 1 1 0 0,1 0-1 0 0,0 0 0 0 0,0 0 0 0 0,0 0 0 0 0,1 1 1 0 0,0 0-1 0 0,1 0 0 0 0,-1 1 0 0 0,1 0 0 0 0,0 0 0 0 0,0 0 1 0 0,1 1-1 0 0,-1 0 0 0 0,1 1 0 0 0,0 0 0 0 0,0 0 1 0 0,15-3-1 0 0,-17 5 17 0 0,1 1 0 0 0,-1 0 1 0 0,1 0-1 0 0,-1 1 1 0 0,0 0-1 0 0,1 0 0 0 0,-1 0 1 0 0,0 1-1 0 0,0 0 0 0 0,0 0 1 0 0,0 1-1 0 0,0 0 0 0 0,0 0 1 0 0,-1 0-1 0 0,1 0 1 0 0,-1 1-1 0 0,0 0 0 0 0,0 0 1 0 0,0 1-1 0 0,-1-1 0 0 0,1 1 1 0 0,-1 0-1 0 0,6 10 0 0 0,-9-14 10 0 0,-26 26 15 0 0,2-19 4 0 0,0 0 0 0 0,0-2 0 0 0,0 0-1 0 0,-31 2 1 0 0,-47 12-50 0 0,98-19 12 0 0,113 28-96 0 0,-69-16 95 0 0,0 0 0 0 0,-1 3-1 0 0,-1 1 1 0 0,0 2 0 0 0,51 35 0 0 0,-87-52 19 0 0,1 0 7 0 0,0 1 0 0 0,0-1 0 0 0,-1 1 0 0 0,1 0 0 0 0,-1 0 0 0 0,0 1 0 0 0,0-1 0 0 0,0 1 0 0 0,0 0-1 0 0,0 0 1 0 0,-1 0 0 0 0,0 0 0 0 0,1 0 0 0 0,-2 0 0 0 0,3 7 0 0 0,-3-9-235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0:34.0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1234 40 3860 0 0,'0'0'2949'0'0,"8"3"-2939"0"0,-9-3 26 0 0,1 0-1 0 0,0 0 1 0 0,0 0 0 0 0,0 0-1 0 0,0 0 1 0 0,0 0 0 0 0,0 0-1 0 0,-1 0 1 0 0,1 0-1 0 0,0 0 1 0 0,0 0 0 0 0,0 0-1 0 0,0 0 1 0 0,0 0 0 0 0,0 0-1 0 0,-1 0 1 0 0,1 0-1 0 0,0 1 1 0 0,0-1 0 0 0,0 0-1 0 0,0 0 1 0 0,0 0 0 0 0,0 0-1 0 0,0 0 1 0 0,0 0-1 0 0,-1 0 1 0 0,1 0 0 0 0,0 0-1 0 0,0 0 1 0 0,0 1 0 0 0,0-1-1 0 0,0 0 1 0 0,0 0-1 0 0,0 0 1 0 0,0 0 0 0 0,0 0-1 0 0,0 0 1 0 0,0 1 0 0 0,0-1-1 0 0,0 0 1 0 0,0 0-1 0 0,0 0 1 0 0,0 0 0 0 0,0 0-1 0 0,0 0 1 0 0,0 1 0 0 0,0-1-1 0 0,0 0 1 0 0,0 0-1 0 0,0 0 1 0 0,0 0 0 0 0,0 0-1 0 0,0 0 1 0 0,0 1 0 0 0,0-1-1 0 0,0 0 1 0 0,0 0-1 0 0,-271 24 330 0 0,92-4-353 0 0,-3 6-9 0 0,24 5-48 0 0,102-17 15 0 0,43-11 26 0 0,-30 11-4 0 0,-13-1-2 0 0,44-11 11 0 0,1 1 0 0 0,-1 0 0 0 0,-19 8 0 0 0,0-1-9 0 0,29-10-6 0 0,-58 28-26 0 0,-2 8-1 0 0,61-35 33 0 0,-36 25-109 0 0,21 16-6 0 0,15-37 112 0 0,0 0 0 0 0,0-1 0 0 0,0 1 0 0 0,1 0 0 0 0,0 0 0 0 0,0 0 0 0 0,0 0 0 0 0,0 0 0 0 0,1 0 0 0 0,0 0 0 0 0,0-1 0 0 0,0 1 0 0 0,1 0 0 0 0,-1-1 0 0 0,5 7 0 0 0,-2-3-1 0 0,1 0 0 0 0,0-1 0 0 0,0 0 0 0 0,1 0 0 0 0,0 0 0 0 0,1-1 0 0 0,13 11 0 0 0,2-1-2 0 0,1-2 0 0 0,0-1 0 0 0,1 0 0 0 0,43 14 0 0 0,-24-12 6 0 0,0-2 0 0 0,1-2 0 0 0,1-2 0 0 0,0-2 0 0 0,82 2 0 0 0,-54-10 18 0 0,0-3-1 0 0,132-25 0 0 0,-155 19-7 0 0,183-40 16 0 0,-191 39-3 0 0,0-3 0 0 0,0-2 0 0 0,52-27 0 0 0,-81 36 28 0 0,0-1 0 0 0,-1 0 0 0 0,0-1 0 0 0,0 0 0 0 0,-1-1 0 0 0,0-1 0 0 0,-1 1 0 0 0,0-2 0 0 0,0 1 0 0 0,-1-2 0 0 0,-1 1 0 0 0,11-23 0 0 0,-15 28 11 0 0,-1-1 0 0 0,-1 0 0 0 0,1 1 0 0 0,-1-1 0 0 0,-1 0 0 0 0,0 0 0 0 0,0-1 0 0 0,0 1 0 0 0,-1 0 0 0 0,0 0 0 0 0,0 0 0 0 0,-1 0 0 0 0,0 0 0 0 0,-1 0 0 0 0,0 0-1 0 0,0 0 1 0 0,-1 0 0 0 0,0 0 0 0 0,0 1 0 0 0,-1 0 0 0 0,1-1 0 0 0,-2 1 0 0 0,1 1 0 0 0,-11-13 0 0 0,7 9-9 0 0,-1 1 0 0 0,0 0 1 0 0,-1 0-1 0 0,0 1 0 0 0,0 1 0 0 0,-1 0 0 0 0,0 0 1 0 0,0 1-1 0 0,-1 0 0 0 0,-16-6 0 0 0,9 6-16 0 0,0 1 0 0 0,0 1 0 0 0,0 1-1 0 0,0 0 1 0 0,-1 2 0 0 0,-22 0 0 0 0,-10 5-18 0 0,1 2 0 0 0,-1 2 0 0 0,2 2 0 0 0,-61 21 0 0 0,-8 9-333 0 0,46-5-5522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0:35.0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39 772 7145 0 0,'-38'-129'1646'0'0,"37"128"-1555"0"0,1-7 70 0 0,0 2 21 0 0,1 9-130 0 0,7 25-57 0 0,8 12 48 0 0,22 84 0 0 0,-19-71 241 0 0,-13-56-254 0 0,33-19 8 0 0,-2-2 0 0 0,59-48 0 0 0,67-75 4 0 0,-65 58-22 0 0,-57 53-1 0 0,417-351 402 0 0,-352 304 891 0 0,-105 82-1243 0 0,7-5 377 0 0,-44 0-8423 0 0,18 11 5695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0:38.6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1048 195 5629 0 0,'0'0'-165'0'0,"-9"-31"1347"0"0,-4 19-1090 0 0,1 0 1 0 0,-1 1 0 0 0,-1 0-1 0 0,0 1 1 0 0,-1 0-1 0 0,0 2 1 0 0,0 0-1 0 0,-1 0 1 0 0,0 1-1 0 0,0 1 1 0 0,-18-4 0 0 0,-31-7-1 0 0,-95-12 1 0 0,146 27-76 0 0,-33 0-15 0 0,1 2 0 0 0,-1 1-1 0 0,-60 11 1 0 0,98-11-6 0 0,-152 31-8 0 0,121-22-23 0 0,34-8 21 0 0,-1 0 0 0 0,1 0 0 0 0,0 1 0 0 0,-1 0 0 0 0,1 1 0 0 0,0-1 0 0 0,1 1 0 0 0,-1 0 0 0 0,1 0 0 0 0,0 1 0 0 0,0 0 0 0 0,0 0-1 0 0,-8 10 1 0 0,5-3-7 0 0,1-1 0 0 0,0 1 0 0 0,0 0 0 0 0,2 0 0 0 0,-9 23-1 0 0,10-19 8 0 0,1 0 0 0 0,0 0 0 0 0,1 0 0 0 0,1 1 0 0 0,0-1 0 0 0,2 0 0 0 0,-1 1 0 0 0,2-1 0 0 0,5 22 0 0 0,0 21-15 0 0,-3-40 18 0 0,0 0-1 0 0,1 0 1 0 0,1 0-1 0 0,8 18 1 0 0,3 8 10 0 0,-5-14-3 0 0,2 0 1 0 0,1 0-1 0 0,2-1 1 0 0,38 51-1 0 0,-46-69 4 0 0,1 0 0 0 0,0-1 1 0 0,1 0-1 0 0,0-1 0 0 0,0 0 0 0 0,1-1 0 0 0,1-1 1 0 0,0 1-1 0 0,0-2 0 0 0,22 10 0 0 0,-14-9 4 0 0,1-1 0 0 0,-1-1 0 0 0,1-1 0 0 0,1-1 0 0 0,-1-1 1 0 0,31 0-1 0 0,18-6 13 0 0,-1-2 0 0 0,0-4 1 0 0,99-24-1 0 0,-159 30-16 0 0,154-39 54 0 0,-144 35 53 0 0,0 0-1 0 0,-1-2 1 0 0,0 0-1 0 0,0-1 1 0 0,33-24-1 0 0,-41 24-33 0 0,-1 0 0 0 0,-1-1-1 0 0,1 0 1 0 0,-2-1-1 0 0,0 0 1 0 0,0 0-1 0 0,-1-1 1 0 0,0 0 0 0 0,5-16-1 0 0,-3 7 60 0 0,-1-1-1 0 0,-2 0 1 0 0,0-1-1 0 0,4-40 1 0 0,-8 45 10 0 0,-1-1 1 0 0,-1 0 0 0 0,-1 0-1 0 0,-1 0 1 0 0,-8-38 0 0 0,6 44-81 0 0,-1 0 1 0 0,0 0-1 0 0,-1 1 0 0 0,-1-1 1 0 0,0 2-1 0 0,-1-1 1 0 0,0 1-1 0 0,-16-18 0 0 0,10 13-47 0 0,0 2-1 0 0,-1 0 0 0 0,-1 1 0 0 0,0 1 0 0 0,-1 0 0 0 0,0 1 1 0 0,-1 1-1 0 0,0 0 0 0 0,-1 2 0 0 0,0 0 0 0 0,-1 1 0 0 0,0 1 1 0 0,0 1-1 0 0,0 0 0 0 0,-1 2 0 0 0,0 0 0 0 0,0 2 0 0 0,0 0 1 0 0,-25 1-1 0 0,14 2-349 0 0,1 1 0 0 0,0 1 0 0 0,-1 2 0 0 0,2 1 0 0 0,-1 1 1 0 0,1 2-1 0 0,-47 19 0 0 0,61-22-4136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0:39.3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14 573 5709 0 0,'-11'-85'1518'0'0,"11"84"-1290"0"0,0 1-222 0 0,-2 5 101 0 0,3 36-124 0 0,1-9 3 0 0,-2-17 10 0 0,1 0 0 0 0,1 1 1 0 0,6 25-1 0 0,-8-37 24 0 0,1 0 0 0 0,1 0 0 0 0,-1 0-1 0 0,0 0 1 0 0,1 0 0 0 0,0-1 0 0 0,0 1 0 0 0,4 6 0 0 0,-5-9 174 0 0,4-4-130 0 0,259-220 294 0 0,-42 32-254 0 0,89-28 12 0 0,-275 192-80 0 0,-35 26-28 0 0,12-9-3 0 0,-26-10-6735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4:03.8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4 134 1328 0 0,'0'0'644'0'0,"-3"-47"9088"0"0,28 91-10680 0 0,51 172 554 0 0,-76-215 405 0 0,0-1-10 0 0,0 0 1 0 0,0 1 0 0 0,0-1-1 0 0,0 0 1 0 0,0 0-1 0 0,0 1 1 0 0,1-1-1 0 0,-1 0 1 0 0,0 1 0 0 0,0-1-1 0 0,0 0 1 0 0,0 0-1 0 0,0 1 1 0 0,1-1 0 0 0,-1 0-1 0 0,0 0 1 0 0,0 1-1 0 0,0-1 1 0 0,1 0 0 0 0,-1 0-1 0 0,0 0 1 0 0,0 1-1 0 0,1-1 1 0 0,-1 0 0 0 0,0 0-1 0 0,0 0 1 0 0,1 0-1 0 0,-1 0 1 0 0,0 0 0 0 0,0 1-1 0 0,1-1 1 0 0,-1 0-1 0 0,0 0 1 0 0,1 0 0 0 0,-1 0-1 0 0,0 0 1 0 0,1 0-1 0 0,-1 0 1 0 0,0 0 0 0 0,0 0-1 0 0,1 0 1 0 0,-1-1-1 0 0,0 1 1 0 0,1 0-1 0 0,-1 0 1 0 0,0 0 0 0 0,0 0-1 0 0,1 0 1 0 0,-1 0-1 0 0,0-1 1 0 0,1 1 0 0 0,25-16 17 0 0,0-1 1 0 0,-1-2 0 0 0,36-32-1 0 0,19-15-6 0 0,132-71-128 0 0,-205 133 98 0 0,-6 3-7 0 0,13-12-594 0 0,5-6-4786 0 0,-5 9 2891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4:04.8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1 410 6045 0 0,'51'-135'1528'0'0,"-36"105"-189"0"0,-15 30-1329 0 0,0 0 0 0 0,1 0-1 0 0,-1 0 1 0 0,0 0 0 0 0,1 1 0 0 0,-1-1 0 0 0,0 0 0 0 0,0 0 0 0 0,1 0-1 0 0,-1 0 1 0 0,0 0 0 0 0,0 1 0 0 0,0-1 0 0 0,1 0 0 0 0,-1 0-1 0 0,0 1 1 0 0,0-1 0 0 0,0 0 0 0 0,1 0 0 0 0,-1 1 0 0 0,0-1 0 0 0,0 0-1 0 0,0 0 1 0 0,0 1 0 0 0,0-1 0 0 0,0 0 0 0 0,0 1 0 0 0,0-1-1 0 0,0 0 1 0 0,0 0 0 0 0,0 1 0 0 0,0-1 0 0 0,0 0 0 0 0,0 1 0 0 0,0-1-1 0 0,0 0 1 0 0,0 0 0 0 0,0 1 0 0 0,0-1 0 0 0,0 0 0 0 0,0 1-1 0 0,0-1 1 0 0,0 0 0 0 0,-1 1 0 0 0,-5 68-105 0 0,4-56 193 0 0,1-3-105 0 0,1-1 0 0 0,0 0 0 0 0,1 0 0 0 0,2 17 0 0 0,-3-26 7 0 0,0 0 0 0 0,0 1 0 0 0,0-1 0 0 0,1 0 0 0 0,-1 1 0 0 0,0-1 0 0 0,0 0 0 0 0,0 1 0 0 0,1-1 0 0 0,-1 0 0 0 0,0 1 0 0 0,1-1 0 0 0,-1 0 0 0 0,0 1 0 0 0,0-1 0 0 0,1 0 0 0 0,-1 0 0 0 0,1 1 0 0 0,-1-1 0 0 0,0 0 0 0 0,1 0 0 0 0,-1 0-1 0 0,0 0 1 0 0,1 0 0 0 0,-1 0 0 0 0,1 1 0 0 0,-1-1 0 0 0,0 0 0 0 0,1 0 0 0 0,-1 0 0 0 0,1 0 0 0 0,-1 0 0 0 0,0 0 0 0 0,1-1 0 0 0,-1 1 0 0 0,1 0 0 0 0,-1 0 0 0 0,0 0 0 0 0,1 0 0 0 0,-1 0 0 0 0,1-1 0 0 0,0 1 0 0 0,98-35-12 0 0,-1-4 0 0 0,132-73 0 0 0,-10-5-769 0 0,-77 32-3432 0 0,-114 67 1777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4:05.7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1 339 6461 0 0,'23'-48'1310'0'0,"-22"46"-1071"0"0,0 1 15 0 0,-1 1-247 0 0,0 0 1 0 0,0 0-1 0 0,0 0 0 0 0,0 0 1 0 0,0 0-1 0 0,0 0 1 0 0,0 0-1 0 0,0 1 0 0 0,1-1 1 0 0,-1 0-1 0 0,0 0 1 0 0,0 0-1 0 0,0 0 0 0 0,0 0 1 0 0,0 0-1 0 0,0 0 1 0 0,0 0-1 0 0,0 0 0 0 0,0 0 1 0 0,1 0-1 0 0,-1 0 1 0 0,0 0-1 0 0,0 0 0 0 0,0 0 1 0 0,0 0-1 0 0,0 0 0 0 0,0 0 1 0 0,0 0-1 0 0,0-1 1 0 0,0 1-1 0 0,1 0 0 0 0,-1 0 1 0 0,0 0-1 0 0,0 0 1 0 0,0 0-1 0 0,0 0 0 0 0,0 0 1 0 0,0 0-1 0 0,0 0 1 0 0,0 0-1 0 0,0 0 0 0 0,0 0 1 0 0,0 0-1 0 0,0 0 0 0 0,0-1 1 0 0,0 1-1 0 0,0 0 1 0 0,0 0-1 0 0,0 0 0 0 0,1 0 1 0 0,-1 0-1 0 0,0 0 1 0 0,0 0-1 0 0,0 0 0 0 0,0 0 1 0 0,0-1-1 0 0,0 1 1 0 0,0 0-1 0 0,-1 0 0 0 0,1 0 1 0 0,0 0-1 0 0,0 0 0 0 0,23 91 244 0 0,-22-91-249 0 0,0 1-1 0 0,-1 0 1 0 0,1 0 0 0 0,0-1-1 0 0,0 1 1 0 0,0-1-1 0 0,0 1 1 0 0,0-1-1 0 0,0 1 1 0 0,0-1 0 0 0,0 0-1 0 0,0 1 1 0 0,0-1-1 0 0,0 0 1 0 0,0 0 0 0 0,0 0-1 0 0,0 1 1 0 0,0-1-1 0 0,0 0 1 0 0,0-1 0 0 0,0 1-1 0 0,0 0 1 0 0,0 0-1 0 0,0 0 1 0 0,0-1 0 0 0,0 1-1 0 0,2-1 1 0 0,34-9 22 0 0,-34 8-24 0 0,111-37-117 0 0,-1-5 0 0 0,-3-5 0 0 0,147-90 0 0 0,-121 55-3911 0 0,-114 70 1331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4:06.6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1 238 6661 0 0,'0'-1'46'0'0,"0"1"1"0"0,0 0-1 0 0,0-1 1 0 0,0 1-1 0 0,1 0 1 0 0,-1-1-1 0 0,0 1 1 0 0,0 0-1 0 0,1-1 1 0 0,-1 1-1 0 0,0 0 1 0 0,1 0 0 0 0,-1-1-1 0 0,0 1 1 0 0,1 0-1 0 0,-1 0 1 0 0,0 0-1 0 0,1-1 1 0 0,-1 1-1 0 0,0 0 1 0 0,1 0-1 0 0,-1 0 1 0 0,1 0-1 0 0,-1 0 1 0 0,0 0-1 0 0,1 0 1 0 0,-1 0 0 0 0,1 0-1 0 0,-1 0 1 0 0,0 0-1 0 0,1 0 1 0 0,-1 0-1 0 0,1 0 1 0 0,3 3-33 0 0,1 0 1 0 0,-1-1-1 0 0,1 0 1 0 0,-1 0-1 0 0,1 0 1 0 0,0 0-1 0 0,0-1 1 0 0,0 0-1 0 0,0 0 1 0 0,0 0-1 0 0,0-1 1 0 0,0 1 0 0 0,0-1-1 0 0,0-1 1 0 0,0 1-1 0 0,0-1 1 0 0,7-1-1 0 0,106-19-25 0 0,-2-5-1 0 0,0-6 1 0 0,122-51-1 0 0,-199 68-1858 0 0,68-38 0 0 0,-77 35-992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4:07.7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1 201 6637 0 0,'4'-14'487'0'0,"0"0"0"0"0,1 0 1 0 0,14-24-1 0 0,-18 36-258 0 0,2-7 517 0 0,4 24-631 0 0,4 34-195 0 0,-9-39 75 0 0,1 1-1 0 0,0 0 1 0 0,0-1-1 0 0,8 16 1 0 0,6 22-6 0 0,-17-47 12 0 0,1 0 1 0 0,-1 0-1 0 0,1 0 1 0 0,0 0-1 0 0,0 0 1 0 0,-1-1 0 0 0,1 1-1 0 0,0 0 1 0 0,0 0-1 0 0,0-1 1 0 0,0 1-1 0 0,0 0 1 0 0,0-1 0 0 0,0 1-1 0 0,0-1 1 0 0,0 0-1 0 0,0 1 1 0 0,1-1-1 0 0,-1 0 1 0 0,0 1 0 0 0,0-1-1 0 0,0 0 1 0 0,0 0-1 0 0,0 0 1 0 0,1 0-1 0 0,-1 0 1 0 0,0 0 0 0 0,0-1-1 0 0,0 1 1 0 0,0 0-1 0 0,0-1 1 0 0,1 1-1 0 0,-1 0 1 0 0,0-1 0 0 0,1 0-1 0 0,96-35 76 0 0,149-75-1 0 0,-64 24-11 0 0,-129 61-33 0 0,-40 17-299 0 0,1 2 0 0 0,0 0 1 0 0,31-9-1 0 0,-45 16-111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4:08.9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1 185 5264 0 0,'7'-11'208'0'0,"-1"0"-1"0"0,0 0 1 0 0,0-1-1 0 0,3-12 0 0 0,13-26 1641 0 0,-7 30-733 0 0,-9 48-1029 0 0,-5-18-74 0 0,5 50 57 0 0,24 98 1 0 0,-30-157-65 0 0,1 0 0 0 0,0 0 0 0 0,-1 0 0 0 0,1 0 0 0 0,-1-1 0 0 0,1 1 0 0 0,0 0 0 0 0,0 0 0 0 0,-1-1 0 0 0,1 1 0 0 0,0-1 0 0 0,0 1 0 0 0,0 0 0 0 0,0-1 0 0 0,0 0 0 0 0,0 1 0 0 0,0-1 0 0 0,0 0 0 0 0,0 1 0 0 0,0-1 0 0 0,0 0 0 0 0,0 0 0 0 0,0 0 0 0 0,0 0 0 0 0,0 0 0 0 0,0 0 0 0 0,0 0 0 0 0,0 0 0 0 0,0 0 0 0 0,0 0 0 0 0,0-1 0 0 0,0 1 0 0 0,0 0 0 0 0,0-1 0 0 0,0 1 0 0 0,0-1 0 0 0,1 0 0 0 0,45-21 19 0 0,-39 18-2 0 0,155-85 54 0 0,141-70-5 0 0,-225 123-183 0 0,-78 35 45 0 0,9 2-23 0 0,-9-2 71 0 0,-1 1 1 0 0,0 0-1 0 0,1 0 1 0 0,-1 0-1 0 0,1 0 1 0 0,-1 0-1 0 0,0 0 1 0 0,1 0-1 0 0,-1 0 1 0 0,0 0-1 0 0,1 1 1 0 0,-1-1-1 0 0,1 0 1 0 0,-1 0-1 0 0,0 0 0 0 0,1 0 1 0 0,-1 0-1 0 0,0 1 1 0 0,1-1-1 0 0,-1 0 1 0 0,0 0-1 0 0,0 0 1 0 0,1 1-1 0 0,-1-1 1 0 0,0 0-1 0 0,0 1 1 0 0,1-1-1 0 0,-1 0 1 0 0,0 1-1 0 0,0-1 1 0 0,0 0-1 0 0,1 1 1 0 0,-1-1-1 0 0,0 0 1 0 0,0 1-1 0 0,0-1 1 0 0,0 1-1 0 0,1 1-415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4:10.3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0 129 6505 0 0,'1'-2'-72'0'0,"4"-34"833"0"0,-5 35-620 0 0,2-9 491 0 0,-2 10-622 0 0,0 0 0 0 0,0-1 1 0 0,0 1-1 0 0,0 0 0 0 0,0 0 1 0 0,0 0-1 0 0,0 0 1 0 0,0 0-1 0 0,0-1 0 0 0,0 1 1 0 0,0 0-1 0 0,0 0 1 0 0,0 0-1 0 0,0 0 0 0 0,0 0 1 0 0,0-1-1 0 0,0 1 0 0 0,0 0 1 0 0,0 0-1 0 0,0 0 1 0 0,0 0-1 0 0,0 0 0 0 0,0-1 1 0 0,0 1-1 0 0,0 0 1 0 0,0 0-1 0 0,1 0 0 0 0,-1 0 1 0 0,0 0-1 0 0,0 0 0 0 0,0 0 1 0 0,0 0-1 0 0,0-1 1 0 0,0 1-1 0 0,1 0 0 0 0,-1 0 1 0 0,0 0-1 0 0,0 0 1 0 0,0 0-1 0 0,0 0 0 0 0,0 0 1 0 0,1 0-1 0 0,-1 0 0 0 0,0 0 1 0 0,0 0-1 0 0,0 0 1 0 0,0 0-1 0 0,0 0 0 0 0,1 0 1 0 0,-1 0-1 0 0,0 0 1 0 0,0 0-1 0 0,0 0 0 0 0,0 0 1 0 0,0 0-1 0 0,1 0 0 0 0,-1 0 1 0 0,0 1-1 0 0,0-1 1 0 0,0 0-1 0 0,0 0 0 0 0,0 0 1 0 0,0 0-1 0 0,1 0 1 0 0,-1 0-1 0 0,0 0 0 0 0,0 0 1 0 0,0 1-1 0 0,0-1 0 0 0,7 15-21 0 0,-1 0-1 0 0,-1 1 0 0 0,0 0 0 0 0,-1 0 0 0 0,0 0 0 0 0,1 22 0 0 0,14 55 48 0 0,-8-46 124 0 0,18-54-87 0 0,-1-5-42 0 0,-1-1 0 0 0,0-2 0 0 0,-1-1 0 0 0,33-26 0 0 0,-18 12 3 0 0,248-171 280 0 0,-281 196-65 0 0,5-3-1095 0 0,-20 22-412 0 0,-8 1-1959 0 0,8-9 763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15.7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1 218 24575,'4'1'0,"1"-1"0,-1 1 0,0 0 0,1 0 0,-1 0 0,0 1 0,0 0 0,0-1 0,0 1 0,0 1 0,6 3 0,40 37 0,-27-22 0,9 9 0,-26-22 0,1-1 0,0 0 0,1 0 0,0-1 0,0 0 0,0 0 0,0-1 0,1 0 0,15 6 0,-21-11 0,-1 0 0,1 0 0,0 0 0,0 0 0,0 0 0,-1-1 0,1 1 0,0-1 0,0 1 0,-1-1 0,1 0 0,0 0 0,-1-1 0,1 1 0,-1 0 0,0-1 0,1 0 0,-1 1 0,0-1 0,2-2 0,43-50 0,-34 38 0,56-67-682,135-125-1,-181 189-6143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17.2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0 316 24575,'4'0'0,"-1"0"0,0 1 0,1-1 0,-1 1 0,0 0 0,1 0 0,-1 0 0,0 0 0,0 0 0,0 1 0,0-1 0,0 1 0,0 0 0,0 0 0,-1 0 0,1 0 0,3 5 0,2 3 0,0 0 0,-1 1 0,9 17 0,-12-20 0,1 0 0,-1 0 0,1 0 0,1-1 0,0 1 0,0-1 0,8 7 0,-11-13 0,-1 1 0,1-1 0,0 0 0,-1 0 0,1-1 0,0 1 0,0-1 0,0 1 0,-1-1 0,1 0 0,0 0 0,0 0 0,0 0 0,0-1 0,-1 1 0,1-1 0,0 0 0,0 0 0,-1 1 0,1-2 0,0 1 0,2-2 0,65-39 0,-50 29 0,117-80 0,205-180 0,-314 247-1365,-8 5-5461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18.4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0 112 24575,'2'24'0,"1"1"0,1-1 0,1 1 0,1-1 0,1 0 0,1-1 0,18 37 0,-25-57 0,0 0 0,1 0 0,-1 0 0,1 0 0,0 0 0,0 0 0,0 0 0,0-1 0,1 1 0,-1-1 0,1 0 0,-1 1 0,1-1 0,0 0 0,0-1 0,0 1 0,0 0 0,0-1 0,0 0 0,0 0 0,1 0 0,-1 0 0,0 0 0,1 0 0,-1-1 0,1 0 0,-1 0 0,0 0 0,1 0 0,5-1 0,6-3 0,-1-1 0,0 0 0,0 0 0,0-2 0,22-13 0,-34 18 0,214-135 0,42-24 0,-204 128-1365,-37 20-5461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20.30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1 132 24575,'3'0'0,"1"0"0,0 1 0,-1-1 0,1 1 0,-1 0 0,1 0 0,0 0 0,-1 0 0,0 1 0,1-1 0,-1 1 0,0 0 0,0 0 0,0 0 0,0 1 0,3 2 0,3 4 0,-1 1 0,-1 0 0,11 16 0,22 28 0,-37-51 0,0 0 0,0 0 0,1-1 0,-1 1 0,1-1 0,-1 0 0,1 0 0,0 0 0,-1-1 0,1 1 0,0-1 0,0 0 0,8 1 0,-3-1 0,-1-1 0,1-1 0,0 0 0,-1 0 0,1-1 0,-1 0 0,1 0 0,-1-1 0,0 0 0,0 0 0,10-6 0,13-9 0,40-29 0,-53 34 0,169-137-1365,-141 109-5461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22.3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0 368 24575,'5'11'0,"1"1"0,1-2 0,-1 1 0,2-1 0,-1 0 0,1 0 0,10 8 0,-14-16 0,1 1 0,-1-1 0,0 1 0,1-1 0,0 0 0,0-1 0,-1 0 0,1 1 0,0-1 0,0-1 0,0 1 0,0-1 0,0 0 0,0 0 0,0 0 0,0-1 0,0 1 0,0-1 0,7-3 0,7-1 0,-1-2 0,0 0 0,32-17 0,39-31 23,-4-5-1,105-91 0,-19 13-1454,-135 111-5394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26.7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5 591 24575,'-1'1'0,"1"0"0,-1 1 0,0-1 0,1 0 0,0 0 0,-1 1 0,1-1 0,0 0 0,-1 1 0,1-1 0,0 0 0,0 1 0,0-1 0,0 1 0,0-1 0,1 0 0,-1 1 0,0-1 0,1 0 0,-1 1 0,1-1 0,-1 0 0,1 0 0,-1 1 0,1-1 0,0 0 0,0 0 0,-1 0 0,1 0 0,0 0 0,0 0 0,1 1 0,38 37 0,-34-34 0,2 2 0,36 27 0,-42-33 0,0 0 0,0 0 0,0-1 0,0 1 0,0 0 0,0-1 0,0 1 0,0-1 0,1 0 0,-1 0 0,0 0 0,0 0 0,0 0 0,0 0 0,1-1 0,-1 1 0,0-1 0,0 1 0,0-1 0,0 0 0,0 0 0,4-2 0,9-9 0,0 0 0,-1-1 0,0-1 0,-1-1 0,-1 0 0,18-26 0,1-2 0,45-55 0,5 3 0,171-156 0,-160 171-1365,-64 53-5461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28.2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0 472 24575,'4'5'0,"15"0"0,17 1 0,23-19 0,24-15 0,33-17 0,30-21 0,12-4 0,2-4 0,-19 8 0,-24 9 0,-28 16 0,-29 13-8191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29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1 579 24575,'0'23'0,"0"-1"0,2 0 0,0 1 0,2-1 0,0 0 0,1-1 0,2 1 0,0-1 0,18 37 0,-18-44 0,22 37 0,-27-49 0,-1 0 0,1 0 0,0-1 0,-1 1 0,1 0 0,0-1 0,0 1 0,0-1 0,0 0 0,1 1 0,-1-1 0,0 0 0,0 0 0,1-1 0,-1 1 0,1 0 0,-1-1 0,0 1 0,1-1 0,4 0 0,6-3 0,0-1 0,0 0 0,0 0 0,-1-2 0,0 1 0,0-2 0,0 0 0,17-13 0,-19 13 0,323-216 0,149-95 0,-46 54-1365,-353 212-5461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31.00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0 363 24575,'17'19'0,"-1"0"0,0 2 0,-2 0 0,18 35 0,-11-15 0,-15-26 0,2-1 0,-1 0 0,2 0 0,0-1 0,11 13 0,-18-24 0,0 0 0,1 0 0,-1-1 0,1 1 0,-1-1 0,1 0 0,-1 1 0,1-1 0,0 0 0,-1-1 0,1 1 0,0-1 0,0 1 0,0-1 0,0 0 0,-1 0 0,1 0 0,0 0 0,0 0 0,0-1 0,5-1 0,6-2 0,0 0 0,-1-2 0,16-7 0,-20 8 0,237-118 0,104-48 0,300-114-1365,-561 246-5461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32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0 175 24575,'3'1'0,"-1"-1"0,0 1 0,0-1 0,1 1 0,-1 0 0,0 0 0,0 0 0,0 0 0,0 1 0,0-1 0,0 1 0,-1-1 0,1 1 0,0-1 0,-1 1 0,1 0 0,-1 0 0,1 0 0,0 2 0,23 41 0,-25-44 0,12 25 0,-5-9 0,1 0 0,1 0 0,14 20 0,-22-36 0,0 1 0,0-1 0,1 0 0,-1 1 0,1-1 0,-1 0 0,1 0 0,0 0 0,-1-1 0,1 1 0,0 0 0,-1-1 0,1 1 0,0-1 0,0 1 0,0-1 0,-1 0 0,1 0 0,0 0 0,0 0 0,0 0 0,0 0 0,0 0 0,-1-1 0,4 0 0,50-20 0,-43 15 0,164-77-682,231-149-1,-358 198-6143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2:11.9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9 386 4384 0 0,'-3'-38'2655'0'0,"-2"28"18"0"0,12 41-2219 0 0,19 48-630 0 0,-4-25 227 0 0,-16-37 107 0 0,0-1 0 0 0,1 0 0 0 0,1 0 0 0 0,14 20 608 0 0,-17-38-657 0 0,9-7-53 0 0,-1-1-1 0 0,-1 1 1 0 0,0-2 0 0 0,0 0 0 0 0,11-15-1 0 0,13-11 1 0 0,47-38-4 0 0,3 4 0 0 0,3 4-1 0 0,3 4 1 0 0,2 4-1 0 0,132-61 1 0 0,-188 100 94 0 0,-14 8-2912 0 0,-45 25-2463 0 0,14-9 2686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2:13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12 141 5969 0 0,'0'0'-104'0'0,"-12"-16"6367"0"0,68 20-6302 0 0,1-3-1 0 0,-1-2 1 0 0,104-15 0 0 0,-70 5 28 0 0,550-45-92 0 0,-533 50 98 0 0,-104 6-63 0 0,3-1-475 0 0,0 0-1 0 0,-1-1 1 0 0,1 0-1 0 0,-1 0 1 0 0,1 0-1 0 0,7-6 0 0 0,7-6-3261 0 0,-7 7 1487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2:14.7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80 6093 0 0,'-17'-3'454'0'0,"195"-10"1185"0"0,-98 5-1578 0 0,358-32-32 0 0,-297 26 565 0 0,-138 13-503 0 0,26 0 552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2:17.5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20 206 7025 0 0,'-7'-28'352'0'0,"3"15"174"0"0,4 12-291 0 0,-5-9 765 0 0,3 5-579 0 0,1 8-271 0 0,4 41-221 0 0,3 1 1 0 0,1-1 0 0 0,2 0-1 0 0,17 47 1 0 0,-6-26 2471 0 0,-17-70-2256 0 0,13-17 11 0 0,7-14-93 0 0,2 1-1 0 0,2 1 0 0 0,1 2 1 0 0,1 1-1 0 0,58-48 0 0 0,-34 45-124 0 0,1 2 0 0 0,106-45 1 0 0,-147 71 47 0 0,68-27-486 0 0,-80 32 350 0 0,12-12-1311 0 0,-9 6-1829 0 0,-4 6 3140 0 0,0 1 1 0 0,0 0-1 0 0,0-1 1 0 0,0 1-1 0 0,0-1 1 0 0,0 1-1 0 0,0 0 1 0 0,-1-1-1 0 0,1 1 0 0 0,0-1 1 0 0,0 1-1 0 0,0 0 1 0 0,-2-2-599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2:18.8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1 235 5605 0 0,'4'-11'426'0'0,"1"0"1"0"0,-2 0-1 0 0,0-1 1 0 0,0 0-1 0 0,1-13 1 0 0,-4 23-64 0 0,0-4-136 0 0,0 4-192 0 0,0 5 168 0 0,9 54-385 0 0,31 104-1 0 0,-32-131 157 0 0,-7-29 30 0 0,-1 0 0 0 0,0 0-1 0 0,0 0 1 0 0,1 0 0 0 0,-1 0-1 0 0,0-1 1 0 0,1 1 0 0 0,-1 0-1 0 0,1 0 1 0 0,0 0 0 0 0,-1 0-1 0 0,1-1 1 0 0,-1 1-1 0 0,1 0 1 0 0,0-1 0 0 0,0 1-1 0 0,-1 0 1 0 0,1-1 0 0 0,0 1-1 0 0,0-1 1 0 0,0 1 0 0 0,0-1-1 0 0,0 0 1 0 0,-1 1 0 0 0,1-1-1 0 0,0 0 1 0 0,0 0 0 0 0,0 1-1 0 0,0-1 1 0 0,0 0-1 0 0,0 0 1 0 0,0 0 0 0 0,0 0-1 0 0,0 0 1 0 0,0 0 0 0 0,2-1-1 0 0,38-16 88 0 0,-29 11-91 0 0,251-134 130 0 0,2-2-64 0 0,-119 68 51 0 0,-99 48-350 0 0,-46 24 119 0 0,4-3-486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10:22:19.7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0 414 6169 0 0,'9'-46'241'0'0,"-9"45"-34"0"0,2-40 1999 0 0,-2 40-1964 0 0,3 39-454 0 0,0 0 154 0 0,10 38 0 0 0,-6-39 46 0 0,1-1-24 0 0,2 26 104 0 0,-10-62-52 0 0,0 1-1 0 0,0 0 0 0 0,0-1 0 0 0,1 1 0 0 0,-1-1 0 0 0,0 1 0 0 0,0-1 0 0 0,0 1 1 0 0,0-1-1 0 0,1 1 0 0 0,-1-1 0 0 0,0 1 0 0 0,1-1 0 0 0,-1 1 0 0 0,0-1 0 0 0,1 1 1 0 0,-1-1-1 0 0,0 0 0 0 0,1 1 0 0 0,-1-1 0 0 0,1 0 0 0 0,-1 1 0 0 0,1-1 0 0 0,-1 0 1 0 0,1 1-1 0 0,-1-1 0 0 0,1 0 0 0 0,-1 0 0 0 0,1 0 0 0 0,-1 0 0 0 0,1 1 0 0 0,-1-1 1 0 0,1 0-1 0 0,0 0 0 0 0,-1 0 0 0 0,1 0 0 0 0,-1 0 0 0 0,1 0 0 0 0,-1 0 0 0 0,1-1 0 0 0,-1 1 1 0 0,1 0-1 0 0,-1 0 0 0 0,1 0 0 0 0,-1 0 0 0 0,1-1 0 0 0,-1 1 0 0 0,1 0 0 0 0,-1-1 1 0 0,1 1-1 0 0,25-13 93 0 0,-26 13-106 0 0,153-102 263 0 0,13-6-145 0 0,24 9-20 0 0,332-121 1 0 0,-471 200-82 0 0,63-23-861 0 0,-114 42 638 0 0,1 1 1 0 0,0 0 0 0 0,0-1 0 0 0,-1 1 0 0 0,1-1-1 0 0,-1 1 1 0 0,1-1 0 0 0,0 0 0 0 0,-1 1 0 0 0,1-1 0 0 0,-1 0-1 0 0,0 1 1 0 0,1-1 0 0 0,-1 0 0 0 0,1 1 0 0 0,-1-1-1 0 0,0 0 1 0 0,0 0 0 0 0,1 1 0 0 0,-1-1 0 0 0,0 0 0 0 0,0-1-1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37.7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0 0 24575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0:38:4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" Type="http://schemas.openxmlformats.org/officeDocument/2006/relationships/customXml" Target="../ink/ink1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customXml" Target="../ink/ink14.xml"/><Relationship Id="rId17" Type="http://schemas.openxmlformats.org/officeDocument/2006/relationships/image" Target="../media/image17.png"/><Relationship Id="rId2" Type="http://schemas.openxmlformats.org/officeDocument/2006/relationships/customXml" Target="../ink/ink9.xml"/><Relationship Id="rId16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13.png"/><Relationship Id="rId14" Type="http://schemas.openxmlformats.org/officeDocument/2006/relationships/customXml" Target="../ink/ink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22.xml"/><Relationship Id="rId18" Type="http://schemas.openxmlformats.org/officeDocument/2006/relationships/image" Target="../media/image17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12" Type="http://schemas.openxmlformats.org/officeDocument/2006/relationships/image" Target="../media/image14.png"/><Relationship Id="rId17" Type="http://schemas.openxmlformats.org/officeDocument/2006/relationships/customXml" Target="../ink/ink24.xml"/><Relationship Id="rId2" Type="http://schemas.openxmlformats.org/officeDocument/2006/relationships/image" Target="../media/image19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5" Type="http://schemas.openxmlformats.org/officeDocument/2006/relationships/customXml" Target="../ink/ink23.xml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customXml" Target="../ink/ink20.xml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customXml" Target="../ink/ink26.xml"/><Relationship Id="rId10" Type="http://schemas.openxmlformats.org/officeDocument/2006/relationships/image" Target="../media/image170.png"/><Relationship Id="rId4" Type="http://schemas.openxmlformats.org/officeDocument/2006/relationships/image" Target="../media/image140.png"/><Relationship Id="rId9" Type="http://schemas.openxmlformats.org/officeDocument/2006/relationships/customXml" Target="../ink/ink2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customXml" Target="../ink/ink34.xml"/><Relationship Id="rId18" Type="http://schemas.openxmlformats.org/officeDocument/2006/relationships/customXml" Target="../ink/ink36.xml"/><Relationship Id="rId26" Type="http://schemas.openxmlformats.org/officeDocument/2006/relationships/customXml" Target="../ink/ink40.xml"/><Relationship Id="rId21" Type="http://schemas.openxmlformats.org/officeDocument/2006/relationships/image" Target="../media/image28.png"/><Relationship Id="rId34" Type="http://schemas.openxmlformats.org/officeDocument/2006/relationships/customXml" Target="../ink/ink44.xml"/><Relationship Id="rId7" Type="http://schemas.openxmlformats.org/officeDocument/2006/relationships/customXml" Target="../ink/ink31.xml"/><Relationship Id="rId12" Type="http://schemas.openxmlformats.org/officeDocument/2006/relationships/image" Target="../media/image23.png"/><Relationship Id="rId17" Type="http://schemas.openxmlformats.org/officeDocument/2006/relationships/image" Target="../media/image26.png"/><Relationship Id="rId25" Type="http://schemas.openxmlformats.org/officeDocument/2006/relationships/image" Target="../media/image30.png"/><Relationship Id="rId33" Type="http://schemas.openxmlformats.org/officeDocument/2006/relationships/image" Target="../media/image34.png"/><Relationship Id="rId2" Type="http://schemas.openxmlformats.org/officeDocument/2006/relationships/customXml" Target="../ink/ink29.xml"/><Relationship Id="rId16" Type="http://schemas.openxmlformats.org/officeDocument/2006/relationships/image" Target="../media/image25.png"/><Relationship Id="rId20" Type="http://schemas.openxmlformats.org/officeDocument/2006/relationships/customXml" Target="../ink/ink37.xml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customXml" Target="../ink/ink33.xml"/><Relationship Id="rId24" Type="http://schemas.openxmlformats.org/officeDocument/2006/relationships/customXml" Target="../ink/ink39.xml"/><Relationship Id="rId32" Type="http://schemas.openxmlformats.org/officeDocument/2006/relationships/customXml" Target="../ink/ink43.xml"/><Relationship Id="rId37" Type="http://schemas.openxmlformats.org/officeDocument/2006/relationships/image" Target="../media/image36.png"/><Relationship Id="rId5" Type="http://schemas.openxmlformats.org/officeDocument/2006/relationships/customXml" Target="../ink/ink30.xml"/><Relationship Id="rId15" Type="http://schemas.openxmlformats.org/officeDocument/2006/relationships/customXml" Target="../ink/ink35.xml"/><Relationship Id="rId23" Type="http://schemas.openxmlformats.org/officeDocument/2006/relationships/image" Target="../media/image29.png"/><Relationship Id="rId28" Type="http://schemas.openxmlformats.org/officeDocument/2006/relationships/customXml" Target="../ink/ink41.xml"/><Relationship Id="rId36" Type="http://schemas.openxmlformats.org/officeDocument/2006/relationships/customXml" Target="../ink/ink45.xml"/><Relationship Id="rId10" Type="http://schemas.openxmlformats.org/officeDocument/2006/relationships/image" Target="../media/image22.png"/><Relationship Id="rId19" Type="http://schemas.openxmlformats.org/officeDocument/2006/relationships/image" Target="../media/image27.png"/><Relationship Id="rId31" Type="http://schemas.openxmlformats.org/officeDocument/2006/relationships/image" Target="../media/image33.png"/><Relationship Id="rId4" Type="http://schemas.openxmlformats.org/officeDocument/2006/relationships/image" Target="../media/image190.png"/><Relationship Id="rId9" Type="http://schemas.openxmlformats.org/officeDocument/2006/relationships/customXml" Target="../ink/ink32.xml"/><Relationship Id="rId14" Type="http://schemas.openxmlformats.org/officeDocument/2006/relationships/image" Target="../media/image24.png"/><Relationship Id="rId22" Type="http://schemas.openxmlformats.org/officeDocument/2006/relationships/customXml" Target="../ink/ink38.xml"/><Relationship Id="rId27" Type="http://schemas.openxmlformats.org/officeDocument/2006/relationships/image" Target="../media/image31.png"/><Relationship Id="rId30" Type="http://schemas.openxmlformats.org/officeDocument/2006/relationships/customXml" Target="../ink/ink42.xml"/><Relationship Id="rId35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customXml" Target="../ink/ink51.xml"/><Relationship Id="rId18" Type="http://schemas.openxmlformats.org/officeDocument/2006/relationships/image" Target="../media/image38.png"/><Relationship Id="rId7" Type="http://schemas.openxmlformats.org/officeDocument/2006/relationships/customXml" Target="../ink/ink48.xml"/><Relationship Id="rId12" Type="http://schemas.openxmlformats.org/officeDocument/2006/relationships/image" Target="../media/image310.png"/><Relationship Id="rId17" Type="http://schemas.openxmlformats.org/officeDocument/2006/relationships/customXml" Target="../ink/ink53.xml"/><Relationship Id="rId2" Type="http://schemas.openxmlformats.org/officeDocument/2006/relationships/customXml" Target="../ink/ink46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customXml" Target="../ink/ink50.xml"/><Relationship Id="rId5" Type="http://schemas.openxmlformats.org/officeDocument/2006/relationships/customXml" Target="../ink/ink47.xml"/><Relationship Id="rId15" Type="http://schemas.openxmlformats.org/officeDocument/2006/relationships/customXml" Target="../ink/ink52.xml"/><Relationship Id="rId10" Type="http://schemas.openxmlformats.org/officeDocument/2006/relationships/image" Target="../media/image300.png"/><Relationship Id="rId4" Type="http://schemas.openxmlformats.org/officeDocument/2006/relationships/image" Target="../media/image270.png"/><Relationship Id="rId9" Type="http://schemas.openxmlformats.org/officeDocument/2006/relationships/customXml" Target="../ink/ink49.xml"/><Relationship Id="rId14" Type="http://schemas.openxmlformats.org/officeDocument/2006/relationships/image" Target="../media/image3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DCA4-1AA2-C796-6295-834CF3DE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16C2EA3-62C2-C3D7-4E17-40F10A1ACF78}"/>
              </a:ext>
            </a:extLst>
          </p:cNvPr>
          <p:cNvGrpSpPr/>
          <p:nvPr/>
        </p:nvGrpSpPr>
        <p:grpSpPr>
          <a:xfrm>
            <a:off x="3441024" y="4904496"/>
            <a:ext cx="1327320" cy="270360"/>
            <a:chOff x="3441024" y="4904496"/>
            <a:chExt cx="13273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0A10C94-59EE-92C1-DCAF-732BC3FD743F}"/>
                    </a:ext>
                  </a:extLst>
                </p14:cNvPr>
                <p14:cNvContentPartPr/>
                <p14:nvPr/>
              </p14:nvContentPartPr>
              <p14:xfrm>
                <a:off x="3539664" y="5096016"/>
                <a:ext cx="297720" cy="43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0A10C94-59EE-92C1-DCAF-732BC3FD743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22024" y="5078016"/>
                  <a:ext cx="333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8BA378-41D2-8A1E-EF34-C04034B76B2A}"/>
                    </a:ext>
                  </a:extLst>
                </p14:cNvPr>
                <p14:cNvContentPartPr/>
                <p14:nvPr/>
              </p14:nvContentPartPr>
              <p14:xfrm>
                <a:off x="3441024" y="5076936"/>
                <a:ext cx="245160" cy="97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8BA378-41D2-8A1E-EF34-C04034B76B2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23384" y="5059296"/>
                  <a:ext cx="280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99C24F-ECF9-B732-4F20-723752B535F6}"/>
                    </a:ext>
                  </a:extLst>
                </p14:cNvPr>
                <p14:cNvContentPartPr/>
                <p14:nvPr/>
              </p14:nvContentPartPr>
              <p14:xfrm>
                <a:off x="3950424" y="4973976"/>
                <a:ext cx="168480" cy="133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99C24F-ECF9-B732-4F20-723752B535F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32424" y="4955976"/>
                  <a:ext cx="204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6F7F15-0B8E-01F5-2AF9-B35B15B7CD19}"/>
                    </a:ext>
                  </a:extLst>
                </p14:cNvPr>
                <p14:cNvContentPartPr/>
                <p14:nvPr/>
              </p14:nvContentPartPr>
              <p14:xfrm>
                <a:off x="4176144" y="4939056"/>
                <a:ext cx="16920" cy="154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6F7F15-0B8E-01F5-2AF9-B35B15B7CD1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58144" y="4921056"/>
                  <a:ext cx="52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C06495-644E-5FC2-9C0C-150B839BBC13}"/>
                    </a:ext>
                  </a:extLst>
                </p14:cNvPr>
                <p14:cNvContentPartPr/>
                <p14:nvPr/>
              </p14:nvContentPartPr>
              <p14:xfrm>
                <a:off x="4311864" y="5031936"/>
                <a:ext cx="16920" cy="67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0C06495-644E-5FC2-9C0C-150B839BBC1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94224" y="5013936"/>
                  <a:ext cx="52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F826C5-D06D-D858-B4CB-106424B3F387}"/>
                    </a:ext>
                  </a:extLst>
                </p14:cNvPr>
                <p14:cNvContentPartPr/>
                <p14:nvPr/>
              </p14:nvContentPartPr>
              <p14:xfrm>
                <a:off x="4336704" y="4994856"/>
                <a:ext cx="3240" cy="10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F826C5-D06D-D858-B4CB-106424B3F3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18704" y="4976856"/>
                  <a:ext cx="38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BEDCF9-9D48-E1AF-E211-942C746CE06A}"/>
                    </a:ext>
                  </a:extLst>
                </p14:cNvPr>
                <p14:cNvContentPartPr/>
                <p14:nvPr/>
              </p14:nvContentPartPr>
              <p14:xfrm>
                <a:off x="4430304" y="5031576"/>
                <a:ext cx="111240" cy="83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BEDCF9-9D48-E1AF-E211-942C746CE06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12304" y="5013936"/>
                  <a:ext cx="146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7D387EA-4B4C-E225-483E-F143835E2859}"/>
                    </a:ext>
                  </a:extLst>
                </p14:cNvPr>
                <p14:cNvContentPartPr/>
                <p14:nvPr/>
              </p14:nvContentPartPr>
              <p14:xfrm>
                <a:off x="4570344" y="4904496"/>
                <a:ext cx="198000" cy="226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7D387EA-4B4C-E225-483E-F143835E28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52344" y="4886856"/>
                  <a:ext cx="233640" cy="262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53D5BB4-2DCF-7EAC-3CBF-A7569CE7BE01}"/>
              </a:ext>
            </a:extLst>
          </p:cNvPr>
          <p:cNvSpPr txBox="1"/>
          <p:nvPr/>
        </p:nvSpPr>
        <p:spPr>
          <a:xfrm>
            <a:off x="313944" y="1401032"/>
            <a:ext cx="11878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AI Service - Language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151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4F0A-9D50-B90B-1D39-1ED0AC92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B0344E-1D1A-8FD6-DC32-990D30E7CD90}"/>
              </a:ext>
            </a:extLst>
          </p:cNvPr>
          <p:cNvGrpSpPr/>
          <p:nvPr/>
        </p:nvGrpSpPr>
        <p:grpSpPr>
          <a:xfrm>
            <a:off x="3441024" y="4904496"/>
            <a:ext cx="1327320" cy="270360"/>
            <a:chOff x="3441024" y="4904496"/>
            <a:chExt cx="132732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A40F2EE-2734-63DC-A28B-4D79A45E7700}"/>
                    </a:ext>
                  </a:extLst>
                </p14:cNvPr>
                <p14:cNvContentPartPr/>
                <p14:nvPr/>
              </p14:nvContentPartPr>
              <p14:xfrm>
                <a:off x="3539664" y="5096016"/>
                <a:ext cx="297720" cy="43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A40F2EE-2734-63DC-A28B-4D79A45E77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21642" y="5078162"/>
                  <a:ext cx="333403" cy="792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77A9A81-A7E7-E00B-AFC6-D8344DAEBDAF}"/>
                    </a:ext>
                  </a:extLst>
                </p14:cNvPr>
                <p14:cNvContentPartPr/>
                <p14:nvPr/>
              </p14:nvContentPartPr>
              <p14:xfrm>
                <a:off x="3441024" y="5076936"/>
                <a:ext cx="245160" cy="97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77A9A81-A7E7-E00B-AFC6-D8344DAEBD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23024" y="5058936"/>
                  <a:ext cx="280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A77345-CAEF-6F24-5A02-E783ABA886DF}"/>
                    </a:ext>
                  </a:extLst>
                </p14:cNvPr>
                <p14:cNvContentPartPr/>
                <p14:nvPr/>
              </p14:nvContentPartPr>
              <p14:xfrm>
                <a:off x="3950424" y="4973976"/>
                <a:ext cx="168480" cy="133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A77345-CAEF-6F24-5A02-E783ABA886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2462" y="4955976"/>
                  <a:ext cx="204044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C6A442-902B-6ACB-D8EF-28D38BDA75B8}"/>
                    </a:ext>
                  </a:extLst>
                </p14:cNvPr>
                <p14:cNvContentPartPr/>
                <p14:nvPr/>
              </p14:nvContentPartPr>
              <p14:xfrm>
                <a:off x="4176144" y="4939056"/>
                <a:ext cx="16920" cy="154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C6A442-902B-6ACB-D8EF-28D38BDA75B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58144" y="4921056"/>
                  <a:ext cx="52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3865C4-6EE4-98AA-C627-DC3118850052}"/>
                    </a:ext>
                  </a:extLst>
                </p14:cNvPr>
                <p14:cNvContentPartPr/>
                <p14:nvPr/>
              </p14:nvContentPartPr>
              <p14:xfrm>
                <a:off x="4311864" y="5031936"/>
                <a:ext cx="16920" cy="67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3865C4-6EE4-98AA-C627-DC311885005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93864" y="5014032"/>
                  <a:ext cx="52560" cy="1027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38A578B-C786-2B34-5C7B-538555784251}"/>
                    </a:ext>
                  </a:extLst>
                </p14:cNvPr>
                <p14:cNvContentPartPr/>
                <p14:nvPr/>
              </p14:nvContentPartPr>
              <p14:xfrm>
                <a:off x="4336704" y="4994856"/>
                <a:ext cx="3240" cy="1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38A578B-C786-2B34-5C7B-53855578425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20504" y="4976856"/>
                  <a:ext cx="35316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69E239A-4A82-F024-E094-5BF3F3B3A9EA}"/>
                    </a:ext>
                  </a:extLst>
                </p14:cNvPr>
                <p14:cNvContentPartPr/>
                <p14:nvPr/>
              </p14:nvContentPartPr>
              <p14:xfrm>
                <a:off x="4430304" y="5031576"/>
                <a:ext cx="111240" cy="83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69E239A-4A82-F024-E094-5BF3F3B3A9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12304" y="5013576"/>
                  <a:ext cx="146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72DE35-1189-E063-FDB6-109E427BFB7A}"/>
                    </a:ext>
                  </a:extLst>
                </p14:cNvPr>
                <p14:cNvContentPartPr/>
                <p14:nvPr/>
              </p14:nvContentPartPr>
              <p14:xfrm>
                <a:off x="4570344" y="4904496"/>
                <a:ext cx="198000" cy="226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72DE35-1189-E063-FDB6-109E427BFB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52377" y="4886496"/>
                  <a:ext cx="233575" cy="262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9701278-936E-1F68-76D1-8C9193945B12}"/>
              </a:ext>
            </a:extLst>
          </p:cNvPr>
          <p:cNvSpPr txBox="1"/>
          <p:nvPr/>
        </p:nvSpPr>
        <p:spPr>
          <a:xfrm>
            <a:off x="313944" y="1401032"/>
            <a:ext cx="118780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OCI Language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serverless, pre-trained AI service used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unstructured text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extract insights without requiring any machine learning expertise.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simply feed it text ,such 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reviews,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support tickets,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it processes the language instantly via REST APIs or SDKs</a:t>
            </a:r>
          </a:p>
        </p:txBody>
      </p:sp>
    </p:spTree>
    <p:extLst>
      <p:ext uri="{BB962C8B-B14F-4D97-AF65-F5344CB8AC3E}">
        <p14:creationId xmlns:p14="http://schemas.microsoft.com/office/powerpoint/2010/main" val="13962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94BC54-B250-3BBA-201F-0D64DA16973D}"/>
              </a:ext>
            </a:extLst>
          </p:cNvPr>
          <p:cNvSpPr txBox="1"/>
          <p:nvPr/>
        </p:nvSpPr>
        <p:spPr>
          <a:xfrm>
            <a:off x="1110996" y="1168414"/>
            <a:ext cx="91790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 AI Demo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Navigate: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Services → Language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CCFFF-5D60-97E6-D065-39B175E7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D070C-42A0-6EBA-10B7-B7F4886E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" y="1543556"/>
            <a:ext cx="11853672" cy="508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0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4E86-69E2-7F3A-2E2A-88E5A3D1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DC2FED-A52D-12E5-D132-0C09D7CA4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937" y="2479227"/>
            <a:ext cx="12272257" cy="437877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8BF453F-2B24-729C-0C12-109F5317CAD9}"/>
              </a:ext>
            </a:extLst>
          </p:cNvPr>
          <p:cNvGrpSpPr/>
          <p:nvPr/>
        </p:nvGrpSpPr>
        <p:grpSpPr>
          <a:xfrm>
            <a:off x="3441024" y="4904496"/>
            <a:ext cx="1327320" cy="270360"/>
            <a:chOff x="3441024" y="4904496"/>
            <a:chExt cx="132732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EBCE9FF-E860-7033-5C63-C066E35EB3BD}"/>
                    </a:ext>
                  </a:extLst>
                </p14:cNvPr>
                <p14:cNvContentPartPr/>
                <p14:nvPr/>
              </p14:nvContentPartPr>
              <p14:xfrm>
                <a:off x="3539664" y="5096016"/>
                <a:ext cx="297720" cy="43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EBCE9FF-E860-7033-5C63-C066E35EB3B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21642" y="5078162"/>
                  <a:ext cx="333403" cy="792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52A9580-B418-484A-46C9-AAFEFF03F499}"/>
                    </a:ext>
                  </a:extLst>
                </p14:cNvPr>
                <p14:cNvContentPartPr/>
                <p14:nvPr/>
              </p14:nvContentPartPr>
              <p14:xfrm>
                <a:off x="3441024" y="5076936"/>
                <a:ext cx="245160" cy="97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52A9580-B418-484A-46C9-AAFEFF03F49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23024" y="5058936"/>
                  <a:ext cx="280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645E07B-A055-EC66-0E13-361333B2733A}"/>
                    </a:ext>
                  </a:extLst>
                </p14:cNvPr>
                <p14:cNvContentPartPr/>
                <p14:nvPr/>
              </p14:nvContentPartPr>
              <p14:xfrm>
                <a:off x="3950424" y="4973976"/>
                <a:ext cx="168480" cy="133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645E07B-A055-EC66-0E13-361333B2733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32462" y="4955976"/>
                  <a:ext cx="204044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98D35A6-0CBF-3FFB-2A01-4260A6EE272B}"/>
                    </a:ext>
                  </a:extLst>
                </p14:cNvPr>
                <p14:cNvContentPartPr/>
                <p14:nvPr/>
              </p14:nvContentPartPr>
              <p14:xfrm>
                <a:off x="4176144" y="4939056"/>
                <a:ext cx="16920" cy="154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98D35A6-0CBF-3FFB-2A01-4260A6EE272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58144" y="4921056"/>
                  <a:ext cx="52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C4ED5AF-5660-E168-9905-A40F89A3FCE9}"/>
                    </a:ext>
                  </a:extLst>
                </p14:cNvPr>
                <p14:cNvContentPartPr/>
                <p14:nvPr/>
              </p14:nvContentPartPr>
              <p14:xfrm>
                <a:off x="4311864" y="5031936"/>
                <a:ext cx="16920" cy="67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C4ED5AF-5660-E168-9905-A40F89A3FCE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93864" y="5014032"/>
                  <a:ext cx="52560" cy="1027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D90EEC-9014-ABA3-411A-ADEDB127E525}"/>
                    </a:ext>
                  </a:extLst>
                </p14:cNvPr>
                <p14:cNvContentPartPr/>
                <p14:nvPr/>
              </p14:nvContentPartPr>
              <p14:xfrm>
                <a:off x="4336704" y="4994856"/>
                <a:ext cx="3240" cy="1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D90EEC-9014-ABA3-411A-ADEDB127E5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20504" y="4976856"/>
                  <a:ext cx="35316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F68268-1CF6-CCE4-70C8-1DD2A1F18C78}"/>
                    </a:ext>
                  </a:extLst>
                </p14:cNvPr>
                <p14:cNvContentPartPr/>
                <p14:nvPr/>
              </p14:nvContentPartPr>
              <p14:xfrm>
                <a:off x="4430304" y="5031576"/>
                <a:ext cx="111240" cy="83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F68268-1CF6-CCE4-70C8-1DD2A1F18C7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12304" y="5013576"/>
                  <a:ext cx="146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EEA367E-6C00-2A8A-62C0-FDE5BFB50C7A}"/>
                    </a:ext>
                  </a:extLst>
                </p14:cNvPr>
                <p14:cNvContentPartPr/>
                <p14:nvPr/>
              </p14:nvContentPartPr>
              <p14:xfrm>
                <a:off x="4570344" y="4904496"/>
                <a:ext cx="198000" cy="226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EEA367E-6C00-2A8A-62C0-FDE5BFB50C7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52377" y="4886496"/>
                  <a:ext cx="233575" cy="262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526ADC9-5429-FABF-372B-922280F5D253}"/>
              </a:ext>
            </a:extLst>
          </p:cNvPr>
          <p:cNvSpPr txBox="1"/>
          <p:nvPr/>
        </p:nvSpPr>
        <p:spPr>
          <a:xfrm>
            <a:off x="939420" y="77691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Available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Entity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Phrase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/ PHI Detection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51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3BE0A-94B0-090D-9A7D-B12865BF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168F730-034B-D60C-5F99-1695F71D7E41}"/>
              </a:ext>
            </a:extLst>
          </p:cNvPr>
          <p:cNvSpPr txBox="1"/>
          <p:nvPr/>
        </p:nvSpPr>
        <p:spPr>
          <a:xfrm>
            <a:off x="155448" y="87565"/>
            <a:ext cx="118811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Yesterday, John Doe (born 05/14/1985) called our Boston clinic at 555-0199 because he was feeling discomfort with his recent knee surgery recovery.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 mentioned that is struggling with severe insomnia afterwards and is having trouble sleeping.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mentioned that for a right after surgery he experienced no issues. But, month later he started noticing swelling + pain in his knees.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Dr. Smith reviewed his medical record (ID: 94827) and noted the need to address the sleep issue.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F35BF9-6B94-DC35-D6E8-1837E71F6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2196535"/>
            <a:ext cx="12192000" cy="449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09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6D86-42F3-676C-984B-BBEC9101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62FC9C-D80E-0A24-904F-5D06F02C6009}"/>
              </a:ext>
            </a:extLst>
          </p:cNvPr>
          <p:cNvSpPr txBox="1"/>
          <p:nvPr/>
        </p:nvSpPr>
        <p:spPr>
          <a:xfrm>
            <a:off x="3104388" y="2448806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52693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B3EB6-1A18-2D85-0CDA-A30FD5FC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A3473C-E431-C81A-B14B-221CBFDA7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315" y="384206"/>
            <a:ext cx="5572621" cy="405502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6DE9E62-25C3-793A-302B-AE250A23460F}"/>
              </a:ext>
            </a:extLst>
          </p:cNvPr>
          <p:cNvGrpSpPr/>
          <p:nvPr/>
        </p:nvGrpSpPr>
        <p:grpSpPr>
          <a:xfrm>
            <a:off x="3378024" y="2003976"/>
            <a:ext cx="1191960" cy="474480"/>
            <a:chOff x="3378024" y="2003976"/>
            <a:chExt cx="119196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F8C350C-A759-03CF-9D05-4A6BD96A0304}"/>
                    </a:ext>
                  </a:extLst>
                </p14:cNvPr>
                <p14:cNvContentPartPr/>
                <p14:nvPr/>
              </p14:nvContentPartPr>
              <p14:xfrm>
                <a:off x="3378024" y="2243736"/>
                <a:ext cx="576000" cy="234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F8C350C-A759-03CF-9D05-4A6BD96A030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360384" y="2226096"/>
                  <a:ext cx="611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9319340-1D38-2C71-A8FC-6A87EED2B49B}"/>
                    </a:ext>
                  </a:extLst>
                </p14:cNvPr>
                <p14:cNvContentPartPr/>
                <p14:nvPr/>
              </p14:nvContentPartPr>
              <p14:xfrm>
                <a:off x="4161024" y="2003976"/>
                <a:ext cx="408960" cy="315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9319340-1D38-2C71-A8FC-6A87EED2B4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43024" y="1985976"/>
                  <a:ext cx="444600" cy="35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8C1D1B-84EC-15C0-D7C5-682744A43E49}"/>
              </a:ext>
            </a:extLst>
          </p:cNvPr>
          <p:cNvGrpSpPr/>
          <p:nvPr/>
        </p:nvGrpSpPr>
        <p:grpSpPr>
          <a:xfrm>
            <a:off x="6101064" y="3342456"/>
            <a:ext cx="689400" cy="745200"/>
            <a:chOff x="6101064" y="3342456"/>
            <a:chExt cx="689400" cy="74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BB0930-5F88-CC78-9B7C-F1B7DAFE6AA5}"/>
                    </a:ext>
                  </a:extLst>
                </p14:cNvPr>
                <p14:cNvContentPartPr/>
                <p14:nvPr/>
              </p14:nvContentPartPr>
              <p14:xfrm>
                <a:off x="6101064" y="3738816"/>
                <a:ext cx="484920" cy="348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BB0930-5F88-CC78-9B7C-F1B7DAFE6A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83064" y="3721176"/>
                  <a:ext cx="5205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87725A8-A78D-E7FC-E85D-320434EFC909}"/>
                    </a:ext>
                  </a:extLst>
                </p14:cNvPr>
                <p14:cNvContentPartPr/>
                <p14:nvPr/>
              </p14:nvContentPartPr>
              <p14:xfrm>
                <a:off x="6471504" y="3342456"/>
                <a:ext cx="318960" cy="250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87725A8-A78D-E7FC-E85D-320434EFC90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53864" y="3324456"/>
                  <a:ext cx="354600" cy="28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0734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74E91-8263-7645-DB1B-537016085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3B37FD-3C93-E3F0-F5B8-11E035337CBB}"/>
                  </a:ext>
                </a:extLst>
              </p14:cNvPr>
              <p14:cNvContentPartPr/>
              <p14:nvPr/>
            </p14:nvContentPartPr>
            <p14:xfrm>
              <a:off x="1271664" y="2577096"/>
              <a:ext cx="215640" cy="128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3B37FD-3C93-E3F0-F5B8-11E035337C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4024" y="2559096"/>
                <a:ext cx="2512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D1AFFE-D5F1-9567-686B-EF71F6878376}"/>
                  </a:ext>
                </a:extLst>
              </p14:cNvPr>
              <p14:cNvContentPartPr/>
              <p14:nvPr/>
            </p14:nvContentPartPr>
            <p14:xfrm>
              <a:off x="2750904" y="2478456"/>
              <a:ext cx="324360" cy="147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D1AFFE-D5F1-9567-686B-EF71F68783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33264" y="2460456"/>
                <a:ext cx="3600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A0AFC78-80DC-3B96-D6F0-C4C1DABA6430}"/>
                  </a:ext>
                </a:extLst>
              </p14:cNvPr>
              <p14:cNvContentPartPr/>
              <p14:nvPr/>
            </p14:nvContentPartPr>
            <p14:xfrm>
              <a:off x="4404744" y="2480976"/>
              <a:ext cx="314280" cy="138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0AFC78-80DC-3B96-D6F0-C4C1DABA643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87104" y="2463336"/>
                <a:ext cx="3499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3340913-5209-49A0-6E35-5AA97844730A}"/>
                  </a:ext>
                </a:extLst>
              </p14:cNvPr>
              <p14:cNvContentPartPr/>
              <p14:nvPr/>
            </p14:nvContentPartPr>
            <p14:xfrm>
              <a:off x="6265944" y="2522736"/>
              <a:ext cx="313200" cy="91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3340913-5209-49A0-6E35-5AA9784473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48304" y="2505096"/>
                <a:ext cx="3488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AE7D83-8350-36DD-DB9B-38088BF6E5D9}"/>
                  </a:ext>
                </a:extLst>
              </p14:cNvPr>
              <p14:cNvContentPartPr/>
              <p14:nvPr/>
            </p14:nvContentPartPr>
            <p14:xfrm>
              <a:off x="8199144" y="2490696"/>
              <a:ext cx="289800" cy="109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AE7D83-8350-36DD-DB9B-38088BF6E5D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81504" y="2473056"/>
                <a:ext cx="3254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60C517-D7A0-552D-BCA3-63AD2BA7BF47}"/>
                  </a:ext>
                </a:extLst>
              </p14:cNvPr>
              <p14:cNvContentPartPr/>
              <p14:nvPr/>
            </p14:nvContentPartPr>
            <p14:xfrm>
              <a:off x="9189504" y="3124656"/>
              <a:ext cx="278640" cy="113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60C517-D7A0-552D-BCA3-63AD2BA7BF4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71864" y="3106656"/>
                <a:ext cx="31428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9E54BA1-D2C2-6F99-4CA3-9F67151AC63D}"/>
                  </a:ext>
                </a:extLst>
              </p14:cNvPr>
              <p14:cNvContentPartPr/>
              <p14:nvPr/>
            </p14:nvContentPartPr>
            <p14:xfrm>
              <a:off x="6197904" y="3121776"/>
              <a:ext cx="226080" cy="125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9E54BA1-D2C2-6F99-4CA3-9F67151AC63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79904" y="3103776"/>
                <a:ext cx="261720" cy="1612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1B4CFCF4-F529-EEAC-2EF1-47A58E2CE6E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2958058"/>
            <a:ext cx="12192000" cy="35387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58F2372-B80E-B03D-C3E0-09E9D8280B58}"/>
                  </a:ext>
                </a:extLst>
              </p14:cNvPr>
              <p14:cNvContentPartPr/>
              <p14:nvPr/>
            </p14:nvContentPartPr>
            <p14:xfrm>
              <a:off x="1362024" y="3377736"/>
              <a:ext cx="240120" cy="144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58F2372-B80E-B03D-C3E0-09E9D8280B5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44384" y="3360096"/>
                <a:ext cx="2757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2E7C1A8-30D4-B897-43D5-C34E9476CE79}"/>
                  </a:ext>
                </a:extLst>
              </p14:cNvPr>
              <p14:cNvContentPartPr/>
              <p14:nvPr/>
            </p14:nvContentPartPr>
            <p14:xfrm>
              <a:off x="3365064" y="3415896"/>
              <a:ext cx="299520" cy="172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2E7C1A8-30D4-B897-43D5-C34E9476CE7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47064" y="3397896"/>
                <a:ext cx="3351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3CD9DD4-A31C-E932-4D76-F814AAEAA454}"/>
                  </a:ext>
                </a:extLst>
              </p14:cNvPr>
              <p14:cNvContentPartPr/>
              <p14:nvPr/>
            </p14:nvContentPartPr>
            <p14:xfrm>
              <a:off x="5504544" y="3388896"/>
              <a:ext cx="289800" cy="141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3CD9DD4-A31C-E932-4D76-F814AAEAA45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86544" y="3370896"/>
                <a:ext cx="32544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C482CB6-C927-5BF9-279C-E5AA1572EED5}"/>
                  </a:ext>
                </a:extLst>
              </p14:cNvPr>
              <p14:cNvContentPartPr/>
              <p14:nvPr/>
            </p14:nvContentPartPr>
            <p14:xfrm>
              <a:off x="8476344" y="3482136"/>
              <a:ext cx="239760" cy="106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C482CB6-C927-5BF9-279C-E5AA1572EED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58704" y="3464136"/>
                <a:ext cx="2754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DEDEBFE-1D9A-968B-CD4D-115303AB85D8}"/>
                  </a:ext>
                </a:extLst>
              </p14:cNvPr>
              <p14:cNvContentPartPr/>
              <p14:nvPr/>
            </p14:nvContentPartPr>
            <p14:xfrm>
              <a:off x="10597824" y="3378816"/>
              <a:ext cx="304200" cy="173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DEDEBFE-1D9A-968B-CD4D-115303AB85D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79824" y="3360816"/>
                <a:ext cx="3398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6B87E8A-E349-C73D-2728-FD321AEBCC11}"/>
                  </a:ext>
                </a:extLst>
              </p14:cNvPr>
              <p14:cNvContentPartPr/>
              <p14:nvPr/>
            </p14:nvContentPartPr>
            <p14:xfrm>
              <a:off x="885024" y="5511456"/>
              <a:ext cx="300960" cy="261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6B87E8A-E349-C73D-2728-FD321AEBCC1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67024" y="5493456"/>
                <a:ext cx="336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E6049BD-AFC3-1F56-E804-C101A2FE6F5A}"/>
                  </a:ext>
                </a:extLst>
              </p14:cNvPr>
              <p14:cNvContentPartPr/>
              <p14:nvPr/>
            </p14:nvContentPartPr>
            <p14:xfrm>
              <a:off x="2432304" y="5526576"/>
              <a:ext cx="428040" cy="1760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E6049BD-AFC3-1F56-E804-C101A2FE6F5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14304" y="5508576"/>
                <a:ext cx="4636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8904F68-4B87-03EC-B79D-71898353E460}"/>
                  </a:ext>
                </a:extLst>
              </p14:cNvPr>
              <p14:cNvContentPartPr/>
              <p14:nvPr/>
            </p14:nvContentPartPr>
            <p14:xfrm>
              <a:off x="3995424" y="5451696"/>
              <a:ext cx="581400" cy="3330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8904F68-4B87-03EC-B79D-71898353E46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977784" y="5433696"/>
                <a:ext cx="61704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A754373-396F-127B-E8FA-96CA40F81B5B}"/>
                  </a:ext>
                </a:extLst>
              </p14:cNvPr>
              <p14:cNvContentPartPr/>
              <p14:nvPr/>
            </p14:nvContentPartPr>
            <p14:xfrm>
              <a:off x="5504544" y="5483736"/>
              <a:ext cx="595440" cy="235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A754373-396F-127B-E8FA-96CA40F81B5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86544" y="5465736"/>
                <a:ext cx="63108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1B18019-A921-BEFC-1D8A-6DAF53E79A1E}"/>
                  </a:ext>
                </a:extLst>
              </p14:cNvPr>
              <p14:cNvContentPartPr/>
              <p14:nvPr/>
            </p14:nvContentPartPr>
            <p14:xfrm>
              <a:off x="7717464" y="5633496"/>
              <a:ext cx="312480" cy="1364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1B18019-A921-BEFC-1D8A-6DAF53E79A1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99464" y="5615496"/>
                <a:ext cx="348120" cy="1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0256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BB63-D72D-1DDE-934A-697C20C1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707396-44B6-84E4-D62A-28567E77AFC6}"/>
                  </a:ext>
                </a:extLst>
              </p14:cNvPr>
              <p14:cNvContentPartPr/>
              <p14:nvPr/>
            </p14:nvContentPartPr>
            <p14:xfrm>
              <a:off x="2169144" y="2028456"/>
              <a:ext cx="347040" cy="217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707396-44B6-84E4-D62A-28567E77AF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1504" y="2010816"/>
                <a:ext cx="38268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A85A2369-AE3E-DD2A-9672-499C20A8B19C}"/>
              </a:ext>
            </a:extLst>
          </p:cNvPr>
          <p:cNvGrpSpPr/>
          <p:nvPr/>
        </p:nvGrpSpPr>
        <p:grpSpPr>
          <a:xfrm>
            <a:off x="2176344" y="2807136"/>
            <a:ext cx="984600" cy="84960"/>
            <a:chOff x="2176344" y="2807136"/>
            <a:chExt cx="984600" cy="8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C9E39C6-2331-A19B-A1DE-67F996B477D7}"/>
                    </a:ext>
                  </a:extLst>
                </p14:cNvPr>
                <p14:cNvContentPartPr/>
                <p14:nvPr/>
              </p14:nvContentPartPr>
              <p14:xfrm>
                <a:off x="2711304" y="2807136"/>
                <a:ext cx="449640" cy="51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C9E39C6-2331-A19B-A1DE-67F996B477D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93304" y="2789496"/>
                  <a:ext cx="485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19490ED-4A60-53B6-9FB6-A278CA5806C3}"/>
                    </a:ext>
                  </a:extLst>
                </p14:cNvPr>
                <p14:cNvContentPartPr/>
                <p14:nvPr/>
              </p14:nvContentPartPr>
              <p14:xfrm>
                <a:off x="2176344" y="2862936"/>
                <a:ext cx="312840" cy="29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19490ED-4A60-53B6-9FB6-A278CA5806C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58344" y="2844936"/>
                  <a:ext cx="34848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AF5F9CD-0145-A651-B960-27AC950A772B}"/>
                  </a:ext>
                </a:extLst>
              </p14:cNvPr>
              <p14:cNvContentPartPr/>
              <p14:nvPr/>
            </p14:nvContentPartPr>
            <p14:xfrm>
              <a:off x="11420064" y="3938616"/>
              <a:ext cx="248040" cy="174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AF5F9CD-0145-A651-B960-27AC950A77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402424" y="3920976"/>
                <a:ext cx="28368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74CCD34-113E-8D91-506A-AA21DBB4CA5E}"/>
              </a:ext>
            </a:extLst>
          </p:cNvPr>
          <p:cNvGrpSpPr/>
          <p:nvPr/>
        </p:nvGrpSpPr>
        <p:grpSpPr>
          <a:xfrm>
            <a:off x="8486424" y="4525416"/>
            <a:ext cx="668880" cy="478080"/>
            <a:chOff x="8486424" y="4525416"/>
            <a:chExt cx="66888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788B727-29CF-CA76-AEFA-3AB54EDDF5F9}"/>
                    </a:ext>
                  </a:extLst>
                </p14:cNvPr>
                <p14:cNvContentPartPr/>
                <p14:nvPr/>
              </p14:nvContentPartPr>
              <p14:xfrm>
                <a:off x="8486424" y="4525416"/>
                <a:ext cx="320040" cy="149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788B727-29CF-CA76-AEFA-3AB54EDDF5F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68784" y="4507416"/>
                  <a:ext cx="355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93FD6E-4D1B-CFCE-FDD2-607B2B306222}"/>
                    </a:ext>
                  </a:extLst>
                </p14:cNvPr>
                <p14:cNvContentPartPr/>
                <p14:nvPr/>
              </p14:nvContentPartPr>
              <p14:xfrm>
                <a:off x="8684064" y="4778496"/>
                <a:ext cx="471240" cy="225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93FD6E-4D1B-CFCE-FDD2-607B2B30622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66064" y="4760856"/>
                  <a:ext cx="50688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03620E-F848-7E62-AE74-9832810C5554}"/>
                  </a:ext>
                </a:extLst>
              </p14:cNvPr>
              <p14:cNvContentPartPr/>
              <p14:nvPr/>
            </p14:nvContentPartPr>
            <p14:xfrm>
              <a:off x="4791384" y="442569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03620E-F848-7E62-AE74-9832810C555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73384" y="440769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F502090-C7B7-0A38-3049-4399AD170AA1}"/>
                  </a:ext>
                </a:extLst>
              </p14:cNvPr>
              <p14:cNvContentPartPr/>
              <p14:nvPr/>
            </p14:nvContentPartPr>
            <p14:xfrm>
              <a:off x="6592464" y="2843496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F502090-C7B7-0A38-3049-4399AD170A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74824" y="282549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9B3EC5FC-297D-EAB6-1FA0-5B202E37026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563659"/>
            <a:ext cx="12192000" cy="50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60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F5D0-E50F-0327-BCD2-437FB605A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2F544F-A1EA-353F-9331-65BB78012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5002"/>
            <a:ext cx="12192000" cy="361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91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09C3-3B38-B83F-142B-7036570E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685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1246</TotalTime>
  <Words>172</Words>
  <Application>Microsoft Office PowerPoint</Application>
  <PresentationFormat>Widescreen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166</cp:revision>
  <dcterms:created xsi:type="dcterms:W3CDTF">2025-09-22T02:44:38Z</dcterms:created>
  <dcterms:modified xsi:type="dcterms:W3CDTF">2026-06-21T10:41:26Z</dcterms:modified>
</cp:coreProperties>
</file>