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5" r:id="rId2"/>
    <p:sldId id="278" r:id="rId3"/>
    <p:sldId id="276" r:id="rId4"/>
    <p:sldId id="277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49:03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1 487 24575,'1'3'0,"0"0"0,0 0 0,1 0 0,-1 0 0,1 0 0,-1 0 0,1 0 0,0 0 0,0-1 0,1 1 0,-1-1 0,3 3 0,5 6 0,29 46 0,-28-39 0,2 1 0,0-2 0,1 0 0,19 18 0,-31-33 0,1 0 0,0-1 0,-1 1 0,1-1 0,0 0 0,0 0 0,0 0 0,0 0 0,0-1 0,0 1 0,0-1 0,0 0 0,0 1 0,0-1 0,0-1 0,0 1 0,0 0 0,0-1 0,1 0 0,-2 1 0,1-1 0,5-3 0,8-2 0,0-2 0,27-17 0,-39 22 0,361-271 0,-72 48 0,-102 102-1365,-120 84-5461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49:05.5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0 590 24575,'1'-1'0,"1"1"0,-1-1 0,0 0 0,0 1 0,1-1 0,-1 1 0,0-1 0,1 1 0,-1 0 0,0-1 0,1 1 0,-1 0 0,0 0 0,1 0 0,-1 0 0,1 0 0,-1 0 0,0 1 0,1-1 0,-1 0 0,0 1 0,1-1 0,-1 1 0,0-1 0,3 2 0,30 19 0,-34-20 0,11 8 0,-1 0 0,0 1 0,0 1 0,-1-1 0,14 24 0,-14-20 0,1-1 0,0 0 0,18 17 0,-25-28 0,-1 0 0,1 0 0,0-1 0,-1 1 0,1-1 0,0 1 0,0-1 0,0 0 0,0 0 0,0 0 0,0-1 0,0 1 0,1-1 0,-1 1 0,0-1 0,0 0 0,0 0 0,1-1 0,-1 1 0,0-1 0,4-1 0,7-2 0,-1-1 0,0 0 0,21-14 0,277-183 0,-100 59 0,397-211-1365,-518 309-5461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49:10.7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0 643 24575,'0'8'0,"9"13"0,2 5 0,5 0 0,3 3 0,-2 1 0,1-4 0,2-24 0,14-43 0,28-48 0,29-36 0,25-17 0,10 6 0,0 17 0,-15 26 0,-28 27-8191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49:11.9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 24575,'0'4'0,"0"10"0,0 16 0,4 7 0,11 10 0,6 2 0,5-8 0,10-15 0,17-29 0,20-36 0,24-29 0,22-15 0,-1 2 0,-12 6 0,-16 16 0,-22 13 0,-15 15 0,-16 12-8191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50:40.7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50:49.9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0 235 24575,'21'21'0,"-1"1"0,0 1 0,21 36 0,-39-56 0,-1 0 0,1 0 0,0-1 0,0 1 0,0 0 0,1-1 0,-1 1 0,0-1 0,1 0 0,3 3 0,9-8 0,1-18 0,50-85-682,102-128-1,-147 208-6143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50:51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0 301 24575,'16'0'0,"-1"0"0,0 1 0,0 1 0,0 0 0,16 5 0,-24-4 0,1 0 0,-1 0 0,0 1 0,-1-1 0,1 2 0,-1-1 0,1 1 0,-1 0 0,0 0 0,-1 0 0,10 13 0,30 46 0,-34-45 0,1-1 0,2 0 0,23 24 0,-35-39 0,1-1 0,-1 0 0,1 0 0,0-1 0,0 1 0,0-1 0,0 1 0,0-1 0,0 0 0,0 0 0,0 0 0,1-1 0,-1 1 0,0-1 0,1 1 0,-1-1 0,0 0 0,0-1 0,1 1 0,-1 0 0,0-1 0,1 0 0,-1 0 0,0 0 0,0 0 0,0 0 0,0-1 0,0 1 0,0-1 0,0 0 0,-1 0 0,1 0 0,3-4 0,11-9 0,0-1 0,-1 0 0,26-36 0,-22 26 0,84-107-8,-43 53-671,95-97 1,-136 159-6148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54:19.0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0 468 24575,'89'199'0,"-89"-197"0,1 0 0,0 0 0,-1-1 0,1 1 0,0 0 0,0-1 0,0 1 0,1-1 0,-1 1 0,0-1 0,0 0 0,1 1 0,-1-1 0,1 0 0,-1 0 0,1 0 0,-1 0 0,1 0 0,0 0 0,0-1 0,-1 1 0,1-1 0,0 1 0,0-1 0,0 1 0,0-1 0,-1 0 0,1 0 0,0 0 0,0 0 0,0 0 0,0 0 0,0-1 0,-1 1 0,1-1 0,0 1 0,0-1 0,0 0 0,-1 0 0,1 1 0,0-1 0,-1 0 0,1 0 0,1-2 0,8-6 0,0-1 0,-1 0 0,0 0 0,15-22 0,-17 22 0,207-314 0,-149 216 0,-35 62-682,54-61-1,-67 86-6143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16:54:20.2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1 502 24575,'0'-1'0,"0"1"0,0-1 0,1 1 0,-1 0 0,0-1 0,0 1 0,1 0 0,-1-1 0,0 1 0,1 0 0,-1-1 0,1 1 0,-1 0 0,0 0 0,1 0 0,-1-1 0,1 1 0,-1 0 0,0 0 0,1 0 0,-1 0 0,1 0 0,-1 0 0,1 0 0,-1 0 0,1 0 0,-1 0 0,1 0 0,-1 0 0,1 0 0,-1 0 0,0 0 0,1 0 0,-1 0 0,1 1 0,19 4 0,-9 2 0,-1 0 0,-1 0 0,1 1 0,-1 1 0,0-1 0,-1 1 0,0 1 0,-1 0 0,0 0 0,7 13 0,19 23 0,-31-43 0,0 0 0,1-1 0,-1 1 0,0-1 0,1 0 0,0 0 0,-1 0 0,1 0 0,0 0 0,0 0 0,0-1 0,0 1 0,0-1 0,1 0 0,-1 0 0,0 0 0,1-1 0,-1 1 0,0-1 0,1 0 0,-1 0 0,0 0 0,1 0 0,-1 0 0,1-1 0,-1 1 0,0-1 0,0 0 0,1 0 0,-1-1 0,0 1 0,0 0 0,0-1 0,0 0 0,4-3 0,10-7 0,0-2 0,-1 0 0,-1 0 0,22-27 0,-36 40 0,230-280 128,-19 22-1621,-182 224-5333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7.xm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9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9B9209-5FE2-8CC1-BB00-66AB18A98525}"/>
              </a:ext>
            </a:extLst>
          </p:cNvPr>
          <p:cNvSpPr txBox="1"/>
          <p:nvPr/>
        </p:nvSpPr>
        <p:spPr>
          <a:xfrm>
            <a:off x="466344" y="483721"/>
            <a:ext cx="106253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Simple Trend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 passenger trend going up or down over the years? -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was the total number of passengers for each year? -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year had the highest number of passengers? - DONE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Simple Seasonality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month is the busiest month of the year? -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month has the lowest number of passengers? -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summer months busier than winter months? - DONE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Simple Forecasting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average monthly growth rate of passengers? -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the passenger count for next month using a simple average. – DONE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Query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was the passenger count in July 1960 compared to July 1950? - DONE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2F44-0805-40DA-B9C8-445256A5E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1DFA3-2F27-5D65-0B15-1F53BAE50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62" y="1389888"/>
            <a:ext cx="11210754" cy="42489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255F6F-F40B-FA26-A10D-D928BDEDC1B9}"/>
                  </a:ext>
                </a:extLst>
              </p14:cNvPr>
              <p14:cNvContentPartPr/>
              <p14:nvPr/>
            </p14:nvContentPartPr>
            <p14:xfrm>
              <a:off x="1673064" y="3884616"/>
              <a:ext cx="442800" cy="257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255F6F-F40B-FA26-A10D-D928BDEDC1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5064" y="3866616"/>
                <a:ext cx="47844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E3FBFCA-E613-A6CB-E842-FB24320C881A}"/>
                  </a:ext>
                </a:extLst>
              </p14:cNvPr>
              <p14:cNvContentPartPr/>
              <p14:nvPr/>
            </p14:nvContentPartPr>
            <p14:xfrm>
              <a:off x="6940224" y="2512656"/>
              <a:ext cx="563400" cy="28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E3FBFCA-E613-A6CB-E842-FB24320C88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2235" y="2494656"/>
                <a:ext cx="599017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D4244B-3162-4EBF-8D74-1BF47B20CFD7}"/>
                  </a:ext>
                </a:extLst>
              </p14:cNvPr>
              <p14:cNvContentPartPr/>
              <p14:nvPr/>
            </p14:nvContentPartPr>
            <p14:xfrm>
              <a:off x="6318504" y="4413816"/>
              <a:ext cx="309240" cy="29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D4244B-3162-4EBF-8D74-1BF47B20CF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00525" y="4395838"/>
                <a:ext cx="344839" cy="327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049B3D-5888-A5C2-A86F-2F0EDBCBC229}"/>
                  </a:ext>
                </a:extLst>
              </p14:cNvPr>
              <p14:cNvContentPartPr/>
              <p14:nvPr/>
            </p14:nvContentPartPr>
            <p14:xfrm>
              <a:off x="7625664" y="3638736"/>
              <a:ext cx="330120" cy="181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049B3D-5888-A5C2-A86F-2F0EDBCBC2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07664" y="3620772"/>
                <a:ext cx="365760" cy="2170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483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5F4A-3EBA-A081-FB30-0F56B343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9D1D30-6630-5BF3-72FC-903CFC640499}"/>
                  </a:ext>
                </a:extLst>
              </p14:cNvPr>
              <p14:cNvContentPartPr/>
              <p14:nvPr/>
            </p14:nvContentPartPr>
            <p14:xfrm>
              <a:off x="6528384" y="484617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9D1D30-6630-5BF3-72FC-903CFC6404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0744" y="482853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8E0EE15-0792-A04E-DA21-45CB46A74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" y="1951225"/>
            <a:ext cx="11634216" cy="31620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76440A-A115-7D7D-B6BE-7D89CDFAAA1F}"/>
                  </a:ext>
                </a:extLst>
              </p14:cNvPr>
              <p14:cNvContentPartPr/>
              <p14:nvPr/>
            </p14:nvContentPartPr>
            <p14:xfrm>
              <a:off x="5989104" y="2192256"/>
              <a:ext cx="149760" cy="140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76440A-A115-7D7D-B6BE-7D89CDFAAA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71104" y="2174616"/>
                <a:ext cx="1854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FBE587-E36A-B75E-5062-244316905170}"/>
                  </a:ext>
                </a:extLst>
              </p14:cNvPr>
              <p14:cNvContentPartPr/>
              <p14:nvPr/>
            </p14:nvContentPartPr>
            <p14:xfrm>
              <a:off x="4114584" y="3549096"/>
              <a:ext cx="313920" cy="200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FBE587-E36A-B75E-5062-2443169051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96584" y="3531456"/>
                <a:ext cx="349560" cy="2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51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EAB30-CCC4-765E-EC0D-4AC16396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E6F68F-336D-B103-1BD0-E01437F3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" y="1749071"/>
            <a:ext cx="11378184" cy="30474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D75A4D-BCD0-60B8-8434-00DA6BC5913B}"/>
                  </a:ext>
                </a:extLst>
              </p14:cNvPr>
              <p14:cNvContentPartPr/>
              <p14:nvPr/>
            </p14:nvContentPartPr>
            <p14:xfrm>
              <a:off x="6492024" y="2081016"/>
              <a:ext cx="234000" cy="251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D75A4D-BCD0-60B8-8434-00DA6BC591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74024" y="2063016"/>
                <a:ext cx="26964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E3EE2E-33E4-F809-6926-05038E19E671}"/>
                  </a:ext>
                </a:extLst>
              </p14:cNvPr>
              <p14:cNvContentPartPr/>
              <p14:nvPr/>
            </p14:nvContentPartPr>
            <p14:xfrm>
              <a:off x="4544424" y="3385656"/>
              <a:ext cx="309240" cy="248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E3EE2E-33E4-F809-6926-05038E19E6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6784" y="3368016"/>
                <a:ext cx="344880" cy="2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789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D852-B159-C575-B721-A595885A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27023A-2B24-454E-6C99-D2015D7CF94B}"/>
              </a:ext>
            </a:extLst>
          </p:cNvPr>
          <p:cNvSpPr txBox="1"/>
          <p:nvPr/>
        </p:nvSpPr>
        <p:spPr>
          <a:xfrm>
            <a:off x="2459736" y="1700784"/>
            <a:ext cx="5725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the rest , look at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67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6FDD-0E02-7C82-A59F-6BDA40E6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16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1130</TotalTime>
  <Words>138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183</cp:revision>
  <dcterms:created xsi:type="dcterms:W3CDTF">2025-09-22T02:44:38Z</dcterms:created>
  <dcterms:modified xsi:type="dcterms:W3CDTF">2026-05-18T17:21:10Z</dcterms:modified>
</cp:coreProperties>
</file>