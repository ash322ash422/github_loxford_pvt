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6" r:id="rId3"/>
    <p:sldId id="277" r:id="rId4"/>
    <p:sldId id="264" r:id="rId5"/>
    <p:sldId id="278" r:id="rId6"/>
    <p:sldId id="279" r:id="rId7"/>
    <p:sldId id="261" r:id="rId8"/>
    <p:sldId id="259" r:id="rId9"/>
    <p:sldId id="260" r:id="rId10"/>
    <p:sldId id="263" r:id="rId11"/>
    <p:sldId id="257" r:id="rId12"/>
    <p:sldId id="280"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7:02:56.386"/>
    </inkml:context>
    <inkml:brush xml:id="br0">
      <inkml:brushProperty name="width" value="0.1" units="cm"/>
      <inkml:brushProperty name="height" value="0.1" units="cm"/>
      <inkml:brushProperty name="color" value="#F6630D"/>
    </inkml:brush>
  </inkml:definitions>
  <inkml:trace contextRef="#ctx0" brushRef="#br0">1 222 24575,'0'0'0,"0"0"0,0 0 0,0-1 0,0 1 0,0 0 0,0 0 0,0 0 0,0 0 0,0-1 0,0 1 0,0 0 0,0 0 0,0 0 0,0 0 0,0-1 0,0 1 0,0 0 0,0 0 0,0 0 0,0 0 0,0 0 0,0-1 0,0 1 0,1 0 0,-1 0 0,0 0 0,0 0 0,0 0 0,0 0 0,0 0 0,0-1 0,1 1 0,-1 0 0,0 0 0,0 0 0,0 0 0,0 0 0,0 0 0,1 0 0,-1 0 0,0 0 0,0 0 0,0 0 0,0 0 0,1 0 0,-1 0 0,0 0 0,0 0 0,0 0 0,10 7 0,7 12 0,-1 10 0,-2 0 0,-1 1 0,-1 0 0,-1 1 0,7 38 0,-18-65 0,1-1 0,0 0 0,0 1 0,0-1 0,0 0 0,0 1 0,1-1 0,0 0 0,0 0 0,0 0 0,0 0 0,0-1 0,0 1 0,1-1 0,-1 1 0,1-1 0,-1 0 0,1 0 0,6 4 0,-5-5 0,0 0 0,1-1 0,-1 1 0,0-1 0,1 1 0,-1-1 0,0 0 0,1-1 0,-1 1 0,1-1 0,-1 0 0,0 0 0,0 0 0,1-1 0,-1 0 0,4-2 0,34-17 0,-1-3 0,-1-1 0,-1-2 0,-2-2 0,42-41 0,-39 34 0,1 1 0,2 3 0,1 1 0,50-26 0,-27 28-455,2 3 0,139-33 0,-156 47-6371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7:02:57.724"/>
    </inkml:context>
    <inkml:brush xml:id="br0">
      <inkml:brushProperty name="width" value="0.1" units="cm"/>
      <inkml:brushProperty name="height" value="0.1" units="cm"/>
      <inkml:brushProperty name="color" value="#F6630D"/>
    </inkml:brush>
  </inkml:definitions>
  <inkml:trace contextRef="#ctx0" brushRef="#br0">1 439 24575,'2'17'0,"0"-1"0,2 0 0,0 1 0,1-2 0,13 30 0,-16-40 0,16 40 0,-2 1 0,14 64 0,-30-109 0,0 1 0,0-1 0,1 0 0,-1 0 0,0 1 0,1-1 0,-1 0 0,1 0 0,-1 0 0,1 0 0,-1 0 0,1 0 0,0 1 0,-1-1 0,1 0 0,0-1 0,0 1 0,0 0 0,0 0 0,0 0 0,0-1 0,0 1 0,0 0 0,0-1 0,0 1 0,2 0 0,-1-1 0,0 0 0,0 0 0,0 0 0,0 0 0,0-1 0,0 1 0,1-1 0,-1 1 0,0-1 0,-1 0 0,1 0 0,0 0 0,0 0 0,3-2 0,9-7 0,0-2 0,0 0 0,13-15 0,-14 13 0,145-149 0,31-28 0,-147 153 0,2 1 0,82-52 0,-31 35-682,175-73-1,-235 113-6143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7:02:59.026"/>
    </inkml:context>
    <inkml:brush xml:id="br0">
      <inkml:brushProperty name="width" value="0.1" units="cm"/>
      <inkml:brushProperty name="height" value="0.1" units="cm"/>
      <inkml:brushProperty name="color" value="#F6630D"/>
    </inkml:brush>
  </inkml:definitions>
  <inkml:trace contextRef="#ctx0" brushRef="#br0">0 749 24575,'3'1'0,"0"-1"0,0 1 0,-1 0 0,1 0 0,0 0 0,-1 0 0,1 0 0,-1 0 0,1 1 0,-1-1 0,1 1 0,-1 0 0,0 0 0,0 0 0,0 0 0,2 3 0,31 42 0,-27-34 0,7 11 0,21 46 0,-29-53 0,0 0 0,2-1 0,0 0 0,1 0 0,1-1 0,19 23 0,-28-37 0,0 0 0,-1 0 0,1 0 0,0 0 0,-1 0 0,1 0 0,0 0 0,0 0 0,0-1 0,-1 1 0,1-1 0,0 1 0,0-1 0,0 0 0,0 0 0,0 0 0,0 0 0,0 0 0,0 0 0,0-1 0,0 1 0,0-1 0,0 1 0,0-1 0,0 1 0,-1-1 0,1 0 0,0 0 0,2-2 0,6-3 0,0-1 0,-1-1 0,16-15 0,-19 18 0,237-251 0,-53 53 0,-23 42 0,216-159 0,-326 275-1365,-19 13-5461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7:03:00.558"/>
    </inkml:context>
    <inkml:brush xml:id="br0">
      <inkml:brushProperty name="width" value="0.1" units="cm"/>
      <inkml:brushProperty name="height" value="0.1" units="cm"/>
      <inkml:brushProperty name="color" value="#F6630D"/>
    </inkml:brush>
  </inkml:definitions>
  <inkml:trace contextRef="#ctx0" brushRef="#br0">0 461 24575,'2'8'0,"-1"0"0,2-1 0,-1 1 0,1 0 0,0-1 0,0 0 0,1 0 0,5 8 0,4 8 0,-12-19 0,1 0 0,0 0 0,0 0 0,0-1 0,1 1 0,-1-1 0,1 1 0,0-1 0,0 0 0,0 0 0,0 0 0,7 4 0,-7-6 0,0 0 0,0 0 0,0-1 0,0 1 0,0-1 0,0 0 0,0 0 0,1 0 0,-1-1 0,0 1 0,0-1 0,0 1 0,0-1 0,0 0 0,0 0 0,0-1 0,0 1 0,-1 0 0,4-3 0,25-14 0,-1 0 0,0-2 0,36-33 0,78-83 0,-64 58 0,190-163-1365,-230 206-5461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7:03:01.934"/>
    </inkml:context>
    <inkml:brush xml:id="br0">
      <inkml:brushProperty name="width" value="0.1" units="cm"/>
      <inkml:brushProperty name="height" value="0.1" units="cm"/>
      <inkml:brushProperty name="color" value="#F6630D"/>
    </inkml:brush>
  </inkml:definitions>
  <inkml:trace contextRef="#ctx0" brushRef="#br0">11 685 24575,'0'1'0,"-1"-1"0,1 0 0,-1 0 0,1 0 0,-1 1 0,0-1 0,1 0 0,-1 1 0,1-1 0,-1 1 0,1-1 0,-1 0 0,1 1 0,0-1 0,-1 1 0,1-1 0,0 1 0,-1-1 0,1 1 0,0-1 0,-1 1 0,1 0 0,0-1 0,0 1 0,0-1 0,0 1 0,-1 0 0,1-1 0,0 1 0,0-1 0,0 1 0,0 0 0,0-1 0,1 1 0,-1 0 0,0-1 0,0 1 0,0-1 0,0 1 0,1 0 0,8 34 0,-6-27 0,10 42 0,22 53 0,-34-101 0,0 0 0,-1 0 0,1-1 0,0 1 0,0 0 0,0 0 0,1 0 0,-1-1 0,0 1 0,0 0 0,1-1 0,-1 1 0,1-1 0,0 0 0,-1 1 0,1-1 0,0 0 0,0 0 0,0 0 0,0 0 0,0-1 0,0 1 0,3 1 0,-1-3 0,-1 1 0,0 0 0,0-1 0,1 1 0,-1-1 0,0 0 0,0 0 0,0 0 0,0 0 0,0-1 0,0 1 0,0-1 0,4-3 0,9-8 0,-1-1 0,0 0 0,23-31 0,-37 44 0,309-364 0,32 29 0,-213 233-1365,-88 75-5461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30T17:03:06.911"/>
    </inkml:context>
    <inkml:brush xml:id="br0">
      <inkml:brushProperty name="width" value="0.1" units="cm"/>
      <inkml:brushProperty name="height" value="0.1" units="cm"/>
      <inkml:brushProperty name="color" value="#F6630D"/>
    </inkml:brush>
  </inkml:definitions>
  <inkml:trace contextRef="#ctx0" brushRef="#br0">1 364 24575,'0'-4'0,"0"11"0,4 9 0,6 6 0,6 4 0,-1 1 0,-2 1 0,5-13 0,26-27 0,18-15 0,15-20 0,13-24 0,3-5 0,4-6 0,-7 7 0,-13 11 0,-21 17-8191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1F74-B812-CDDB-07C1-519CEA9955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FF80E9-3EB1-06EB-5D59-3BA15B4F9E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8104D64-98CE-252A-0540-27C4E047AEB9}"/>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5" name="Footer Placeholder 4">
            <a:extLst>
              <a:ext uri="{FF2B5EF4-FFF2-40B4-BE49-F238E27FC236}">
                <a16:creationId xmlns:a16="http://schemas.microsoft.com/office/drawing/2014/main" id="{7B1D92E0-B026-1F3E-D591-36389B4E36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827F02-26F8-C900-176C-D65CF838CE21}"/>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37795940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47AE4-3FBA-55F8-539B-5744F2ABB4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AF7B14-9435-D6B1-8BEA-004266CAD9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C0CF60-527D-5E89-2719-E805F4F59896}"/>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5" name="Footer Placeholder 4">
            <a:extLst>
              <a:ext uri="{FF2B5EF4-FFF2-40B4-BE49-F238E27FC236}">
                <a16:creationId xmlns:a16="http://schemas.microsoft.com/office/drawing/2014/main" id="{AE250407-E11A-FC47-E422-26E23B6AE5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3672D5-AABA-8388-052D-584E9788D96E}"/>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133138316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6EA59-53CF-129C-5BE3-1EBC4529FD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7AD8A9E-7839-52C4-0611-3B91915BF6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24C234-4B11-BE6B-323A-8D76505C7A57}"/>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5" name="Footer Placeholder 4">
            <a:extLst>
              <a:ext uri="{FF2B5EF4-FFF2-40B4-BE49-F238E27FC236}">
                <a16:creationId xmlns:a16="http://schemas.microsoft.com/office/drawing/2014/main" id="{B68B5F06-FAD6-399A-2520-7EB7E05AFE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DB3AA0-9CB6-6290-4764-1899F411F7B0}"/>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421775184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EC18-1FE9-E126-F2D2-3409EA0522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ED3D18-4D08-407C-764B-7F3FD8F843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5FC111-8C2D-3AD2-939C-DA9CF02F1B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CBBAAD-DDC7-2FC7-3C9C-F640CB77D499}"/>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6" name="Footer Placeholder 5">
            <a:extLst>
              <a:ext uri="{FF2B5EF4-FFF2-40B4-BE49-F238E27FC236}">
                <a16:creationId xmlns:a16="http://schemas.microsoft.com/office/drawing/2014/main" id="{70758E72-ED91-B8F8-42AA-F116875376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94F949-E238-715D-7E02-69860580B405}"/>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166632801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AB422-9C8E-625C-BDDE-4376875FB2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6C7B75-07EA-1796-1C7B-3579A4E97A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9C17DD-D4BC-19E8-7502-74FF668E2F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86A85E-5CA2-A40A-25A1-D4C4FAA551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60AF70-CB83-6F79-8498-49ABB4108A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316203-4295-0C66-EFA2-534A792D55A6}"/>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8" name="Footer Placeholder 7">
            <a:extLst>
              <a:ext uri="{FF2B5EF4-FFF2-40B4-BE49-F238E27FC236}">
                <a16:creationId xmlns:a16="http://schemas.microsoft.com/office/drawing/2014/main" id="{BEEC17C5-92DD-ACD3-3B8E-7FEAE005BA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1C4BE5-FE1B-219E-781F-903B6F5E9763}"/>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369821204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3E3E6-A943-1C2B-2CD1-62584958EF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62C88D6-161A-9FEE-AEB2-5894EE037ABE}"/>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4" name="Footer Placeholder 3">
            <a:extLst>
              <a:ext uri="{FF2B5EF4-FFF2-40B4-BE49-F238E27FC236}">
                <a16:creationId xmlns:a16="http://schemas.microsoft.com/office/drawing/2014/main" id="{BB07B848-251C-FCC9-F036-8311BE7DA45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E9D8B4-E9B8-E83F-E968-D220EB75369C}"/>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250327114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289CEB-ED4D-F267-3CFC-F355F5FB2373}"/>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3" name="Footer Placeholder 2">
            <a:extLst>
              <a:ext uri="{FF2B5EF4-FFF2-40B4-BE49-F238E27FC236}">
                <a16:creationId xmlns:a16="http://schemas.microsoft.com/office/drawing/2014/main" id="{4C492737-2B1A-B3C2-0B1F-C9984A3543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F16D99D-FFB9-7E9D-7890-38DC024A3B03}"/>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200285551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4E656-FF14-EA4A-8E77-9B8005809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CE55CE-24CB-6F3B-84D7-8AD4FB4D04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034F56-53DF-C399-BD1A-C729C217D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984105-233E-6080-48D0-18DB2475355C}"/>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6" name="Footer Placeholder 5">
            <a:extLst>
              <a:ext uri="{FF2B5EF4-FFF2-40B4-BE49-F238E27FC236}">
                <a16:creationId xmlns:a16="http://schemas.microsoft.com/office/drawing/2014/main" id="{673CD24B-A371-32FB-4402-95607AFCAA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F442DD-DC66-B47C-1FF4-B5C8101F356C}"/>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998617344"/>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193FA-8D45-DE37-F8D5-9D1A16B994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22C0E61-57B6-7CF2-0071-D4A40D9E4A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6819F0-F3D6-F45A-5410-5C7778C16F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A9AB3D-FC34-861D-CB6A-19B6C2E66929}"/>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6" name="Footer Placeholder 5">
            <a:extLst>
              <a:ext uri="{FF2B5EF4-FFF2-40B4-BE49-F238E27FC236}">
                <a16:creationId xmlns:a16="http://schemas.microsoft.com/office/drawing/2014/main" id="{579BBBA1-1092-4181-9343-B8ED0F2E87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DF9ACC-D4FF-D0EC-CF50-27014D0391B4}"/>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337338395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4C07-D875-3DAD-2F02-E6AE557B87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F8D14F-8659-9653-B741-E6B7EFEA3B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67B427-AE52-2740-42EF-53E3088D6ADA}"/>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5" name="Footer Placeholder 4">
            <a:extLst>
              <a:ext uri="{FF2B5EF4-FFF2-40B4-BE49-F238E27FC236}">
                <a16:creationId xmlns:a16="http://schemas.microsoft.com/office/drawing/2014/main" id="{AC2384A5-252B-8CBA-5DAC-2F059E5AF2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F42970-2DF0-CE24-7CDE-7F03F0BBDCC6}"/>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259159703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094860-FCC8-8A90-66BA-638F419A2F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C500BB-2CE2-592A-B0E3-40D7694498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BC470D-4A62-3C3C-4370-1726236AABC8}"/>
              </a:ext>
            </a:extLst>
          </p:cNvPr>
          <p:cNvSpPr>
            <a:spLocks noGrp="1"/>
          </p:cNvSpPr>
          <p:nvPr>
            <p:ph type="dt" sz="half" idx="10"/>
          </p:nvPr>
        </p:nvSpPr>
        <p:spPr/>
        <p:txBody>
          <a:bodyPr/>
          <a:lstStyle/>
          <a:p>
            <a:fld id="{7F198E8A-692A-445D-AC9F-EF81514AF3DF}" type="datetimeFigureOut">
              <a:rPr lang="en-IN" smtClean="0"/>
              <a:t>30-04-2026</a:t>
            </a:fld>
            <a:endParaRPr lang="en-IN"/>
          </a:p>
        </p:txBody>
      </p:sp>
      <p:sp>
        <p:nvSpPr>
          <p:cNvPr id="5" name="Footer Placeholder 4">
            <a:extLst>
              <a:ext uri="{FF2B5EF4-FFF2-40B4-BE49-F238E27FC236}">
                <a16:creationId xmlns:a16="http://schemas.microsoft.com/office/drawing/2014/main" id="{D25CD9B1-7207-229E-9D52-9A0897B115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C1E1BA-E698-C99B-5449-3590103AB087}"/>
              </a:ext>
            </a:extLst>
          </p:cNvPr>
          <p:cNvSpPr>
            <a:spLocks noGrp="1"/>
          </p:cNvSpPr>
          <p:nvPr>
            <p:ph type="sldNum" sz="quarter" idx="12"/>
          </p:nvPr>
        </p:nvSpPr>
        <p:spPr/>
        <p:txBody>
          <a:bodyPr/>
          <a:lstStyle/>
          <a:p>
            <a:fld id="{05E46A18-CCD8-4658-B2D0-836E2A70A43B}" type="slidenum">
              <a:rPr lang="en-IN" smtClean="0"/>
              <a:t>‹#›</a:t>
            </a:fld>
            <a:endParaRPr lang="en-IN"/>
          </a:p>
        </p:txBody>
      </p:sp>
    </p:spTree>
    <p:extLst>
      <p:ext uri="{BB962C8B-B14F-4D97-AF65-F5344CB8AC3E}">
        <p14:creationId xmlns:p14="http://schemas.microsoft.com/office/powerpoint/2010/main" val="30951026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F54729-42AE-4D9B-A44F-2C75CFB3EB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6211DF-AEF7-1C76-726A-04C33FEB1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9930FA-A7B5-1732-0B12-7CD01E3A46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198E8A-692A-445D-AC9F-EF81514AF3DF}" type="datetimeFigureOut">
              <a:rPr lang="en-IN" smtClean="0"/>
              <a:t>30-04-2026</a:t>
            </a:fld>
            <a:endParaRPr lang="en-IN"/>
          </a:p>
        </p:txBody>
      </p:sp>
      <p:sp>
        <p:nvSpPr>
          <p:cNvPr id="5" name="Footer Placeholder 4">
            <a:extLst>
              <a:ext uri="{FF2B5EF4-FFF2-40B4-BE49-F238E27FC236}">
                <a16:creationId xmlns:a16="http://schemas.microsoft.com/office/drawing/2014/main" id="{FA45EF86-2928-FD80-8692-46188D88BF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7E3C135-5B64-2680-AD7F-1CEACB489E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E46A18-CCD8-4658-B2D0-836E2A70A43B}" type="slidenum">
              <a:rPr lang="en-IN" smtClean="0"/>
              <a:t>‹#›</a:t>
            </a:fld>
            <a:endParaRPr lang="en-IN"/>
          </a:p>
        </p:txBody>
      </p:sp>
    </p:spTree>
    <p:extLst>
      <p:ext uri="{BB962C8B-B14F-4D97-AF65-F5344CB8AC3E}">
        <p14:creationId xmlns:p14="http://schemas.microsoft.com/office/powerpoint/2010/main" val="4133187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faceage.ai/"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6.png"/><Relationship Id="rId12" Type="http://schemas.openxmlformats.org/officeDocument/2006/relationships/customXml" Target="../ink/ink5.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8.png"/><Relationship Id="rId5" Type="http://schemas.openxmlformats.org/officeDocument/2006/relationships/image" Target="../media/image15.png"/><Relationship Id="rId15" Type="http://schemas.openxmlformats.org/officeDocument/2006/relationships/image" Target="../media/image2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7.png"/><Relationship Id="rId14" Type="http://schemas.openxmlformats.org/officeDocument/2006/relationships/customXml" Target="../ink/ink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B9ECF-70A3-9C8F-0817-5DC587E2C30B}"/>
            </a:ext>
          </a:extLst>
        </p:cNvPr>
        <p:cNvGrpSpPr/>
        <p:nvPr/>
      </p:nvGrpSpPr>
      <p:grpSpPr>
        <a:xfrm>
          <a:off x="0" y="0"/>
          <a:ext cx="0" cy="0"/>
          <a:chOff x="0" y="0"/>
          <a:chExt cx="0" cy="0"/>
        </a:xfrm>
      </p:grpSpPr>
    </p:spTree>
    <p:extLst>
      <p:ext uri="{BB962C8B-B14F-4D97-AF65-F5344CB8AC3E}">
        <p14:creationId xmlns:p14="http://schemas.microsoft.com/office/powerpoint/2010/main" val="3257293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BDA7-B44E-B824-B04A-1C6D1FB40ED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2C6D4CE-250C-3D49-C538-E88BE14FE747}"/>
              </a:ext>
            </a:extLst>
          </p:cNvPr>
          <p:cNvPicPr>
            <a:picLocks noChangeAspect="1"/>
          </p:cNvPicPr>
          <p:nvPr/>
        </p:nvPicPr>
        <p:blipFill>
          <a:blip r:embed="rId2"/>
          <a:stretch>
            <a:fillRect/>
          </a:stretch>
        </p:blipFill>
        <p:spPr>
          <a:xfrm>
            <a:off x="2359152" y="757376"/>
            <a:ext cx="5460859" cy="5698288"/>
          </a:xfrm>
          <a:prstGeom prst="rect">
            <a:avLst/>
          </a:prstGeom>
        </p:spPr>
      </p:pic>
      <p:sp>
        <p:nvSpPr>
          <p:cNvPr id="4" name="TextBox 3">
            <a:extLst>
              <a:ext uri="{FF2B5EF4-FFF2-40B4-BE49-F238E27FC236}">
                <a16:creationId xmlns:a16="http://schemas.microsoft.com/office/drawing/2014/main" id="{7E89D4C6-8124-4E09-8F77-E3E00F6B3945}"/>
              </a:ext>
            </a:extLst>
          </p:cNvPr>
          <p:cNvSpPr txBox="1"/>
          <p:nvPr/>
        </p:nvSpPr>
        <p:spPr>
          <a:xfrm>
            <a:off x="8732520" y="1929384"/>
            <a:ext cx="1747979" cy="369332"/>
          </a:xfrm>
          <a:prstGeom prst="rect">
            <a:avLst/>
          </a:prstGeom>
          <a:noFill/>
        </p:spPr>
        <p:txBody>
          <a:bodyPr wrap="none" rtlCol="0">
            <a:spAutoFit/>
          </a:bodyPr>
          <a:lstStyle/>
          <a:p>
            <a:r>
              <a:rPr lang="en-US" dirty="0">
                <a:solidFill>
                  <a:schemeClr val="accent6">
                    <a:lumMod val="60000"/>
                    <a:lumOff val="40000"/>
                  </a:schemeClr>
                </a:solidFill>
              </a:rPr>
              <a:t>Source : internet</a:t>
            </a:r>
          </a:p>
        </p:txBody>
      </p:sp>
    </p:spTree>
    <p:extLst>
      <p:ext uri="{BB962C8B-B14F-4D97-AF65-F5344CB8AC3E}">
        <p14:creationId xmlns:p14="http://schemas.microsoft.com/office/powerpoint/2010/main" val="74278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6D3DC-69C8-4D9E-6A83-9A16CFFC37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3AF873-0C42-E444-7A98-17B03F138986}"/>
              </a:ext>
            </a:extLst>
          </p:cNvPr>
          <p:cNvSpPr txBox="1"/>
          <p:nvPr/>
        </p:nvSpPr>
        <p:spPr>
          <a:xfrm>
            <a:off x="8732520" y="1929384"/>
            <a:ext cx="1747979" cy="369332"/>
          </a:xfrm>
          <a:prstGeom prst="rect">
            <a:avLst/>
          </a:prstGeom>
          <a:noFill/>
        </p:spPr>
        <p:txBody>
          <a:bodyPr wrap="none" rtlCol="0">
            <a:spAutoFit/>
          </a:bodyPr>
          <a:lstStyle/>
          <a:p>
            <a:r>
              <a:rPr lang="en-US" dirty="0">
                <a:solidFill>
                  <a:schemeClr val="accent6">
                    <a:lumMod val="60000"/>
                    <a:lumOff val="40000"/>
                  </a:schemeClr>
                </a:solidFill>
              </a:rPr>
              <a:t>Source : internet</a:t>
            </a:r>
          </a:p>
        </p:txBody>
      </p:sp>
      <p:pic>
        <p:nvPicPr>
          <p:cNvPr id="5" name="Picture 4">
            <a:extLst>
              <a:ext uri="{FF2B5EF4-FFF2-40B4-BE49-F238E27FC236}">
                <a16:creationId xmlns:a16="http://schemas.microsoft.com/office/drawing/2014/main" id="{4A501229-765B-3D64-AE3B-D372CD328843}"/>
              </a:ext>
            </a:extLst>
          </p:cNvPr>
          <p:cNvPicPr>
            <a:picLocks noChangeAspect="1"/>
          </p:cNvPicPr>
          <p:nvPr/>
        </p:nvPicPr>
        <p:blipFill>
          <a:blip r:embed="rId2"/>
          <a:stretch>
            <a:fillRect/>
          </a:stretch>
        </p:blipFill>
        <p:spPr>
          <a:xfrm>
            <a:off x="2377440" y="382863"/>
            <a:ext cx="5379885" cy="6204466"/>
          </a:xfrm>
          <a:prstGeom prst="rect">
            <a:avLst/>
          </a:prstGeom>
        </p:spPr>
      </p:pic>
    </p:spTree>
    <p:extLst>
      <p:ext uri="{BB962C8B-B14F-4D97-AF65-F5344CB8AC3E}">
        <p14:creationId xmlns:p14="http://schemas.microsoft.com/office/powerpoint/2010/main" val="650373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04B4D-10C0-C26C-9D17-7D5D70697C9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086A17-6626-3EA4-1AD4-B899F9BA7164}"/>
              </a:ext>
            </a:extLst>
          </p:cNvPr>
          <p:cNvPicPr>
            <a:picLocks noChangeAspect="1"/>
          </p:cNvPicPr>
          <p:nvPr/>
        </p:nvPicPr>
        <p:blipFill>
          <a:blip r:embed="rId2"/>
          <a:stretch>
            <a:fillRect/>
          </a:stretch>
        </p:blipFill>
        <p:spPr>
          <a:xfrm>
            <a:off x="4274584" y="835739"/>
            <a:ext cx="7838759" cy="4793226"/>
          </a:xfrm>
          <a:prstGeom prst="rect">
            <a:avLst/>
          </a:prstGeom>
        </p:spPr>
      </p:pic>
      <p:sp>
        <p:nvSpPr>
          <p:cNvPr id="4" name="TextBox 3">
            <a:extLst>
              <a:ext uri="{FF2B5EF4-FFF2-40B4-BE49-F238E27FC236}">
                <a16:creationId xmlns:a16="http://schemas.microsoft.com/office/drawing/2014/main" id="{BACA2AA2-7896-F10C-93CD-4ABC5421B735}"/>
              </a:ext>
            </a:extLst>
          </p:cNvPr>
          <p:cNvSpPr txBox="1"/>
          <p:nvPr/>
        </p:nvSpPr>
        <p:spPr>
          <a:xfrm>
            <a:off x="78657" y="167147"/>
            <a:ext cx="4195927" cy="5262979"/>
          </a:xfrm>
          <a:prstGeom prst="rect">
            <a:avLst/>
          </a:prstGeom>
          <a:noFill/>
        </p:spPr>
        <p:txBody>
          <a:bodyPr wrap="square" rtlCol="0">
            <a:spAutoFit/>
          </a:bodyPr>
          <a:lstStyle/>
          <a:p>
            <a:r>
              <a:rPr lang="en-US" sz="2400" b="1" dirty="0">
                <a:solidFill>
                  <a:schemeClr val="accent6">
                    <a:lumMod val="60000"/>
                    <a:lumOff val="40000"/>
                  </a:schemeClr>
                </a:solidFill>
              </a:rPr>
              <a:t>Translate.google.com</a:t>
            </a:r>
          </a:p>
          <a:p>
            <a:r>
              <a:rPr lang="en-US" sz="2400" dirty="0">
                <a:solidFill>
                  <a:schemeClr val="accent6">
                    <a:lumMod val="60000"/>
                    <a:lumOff val="40000"/>
                  </a:schemeClr>
                </a:solidFill>
              </a:rPr>
              <a:t>Take input an image and convert it to different language</a:t>
            </a:r>
          </a:p>
          <a:p>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Allows users to point their smartphone camera at text in any foreign language and receive immediate translation overlays.</a:t>
            </a:r>
          </a:p>
          <a:p>
            <a:pPr fontAlgn="base"/>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The system processes text from signs, menus, documents, and even handwritten notes with remarkable accuracy.</a:t>
            </a:r>
          </a:p>
        </p:txBody>
      </p:sp>
    </p:spTree>
    <p:extLst>
      <p:ext uri="{BB962C8B-B14F-4D97-AF65-F5344CB8AC3E}">
        <p14:creationId xmlns:p14="http://schemas.microsoft.com/office/powerpoint/2010/main" val="694199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A6ED5-F73A-CFD4-95A5-CA87FD4317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42778F-DE2E-1332-8855-CBBBF3C95748}"/>
              </a:ext>
            </a:extLst>
          </p:cNvPr>
          <p:cNvSpPr txBox="1"/>
          <p:nvPr/>
        </p:nvSpPr>
        <p:spPr>
          <a:xfrm>
            <a:off x="78657" y="167147"/>
            <a:ext cx="4195927" cy="3416320"/>
          </a:xfrm>
          <a:prstGeom prst="rect">
            <a:avLst/>
          </a:prstGeom>
          <a:noFill/>
        </p:spPr>
        <p:txBody>
          <a:bodyPr wrap="square" rtlCol="0">
            <a:spAutoFit/>
          </a:bodyPr>
          <a:lstStyle/>
          <a:p>
            <a:r>
              <a:rPr lang="en-US" sz="2400" b="1" dirty="0">
                <a:solidFill>
                  <a:schemeClr val="accent6">
                    <a:lumMod val="60000"/>
                    <a:lumOff val="40000"/>
                  </a:schemeClr>
                </a:solidFill>
              </a:rPr>
              <a:t>Translate.google.com</a:t>
            </a:r>
          </a:p>
          <a:p>
            <a:r>
              <a:rPr lang="en-US" sz="2400" dirty="0">
                <a:solidFill>
                  <a:schemeClr val="accent6">
                    <a:lumMod val="60000"/>
                    <a:lumOff val="40000"/>
                  </a:schemeClr>
                </a:solidFill>
              </a:rPr>
              <a:t>Take input a PDF document in  English and coverts it into Hindi</a:t>
            </a:r>
          </a:p>
          <a:p>
            <a:endParaRPr lang="en-US" sz="2400" dirty="0">
              <a:solidFill>
                <a:schemeClr val="accent6">
                  <a:lumMod val="60000"/>
                  <a:lumOff val="40000"/>
                </a:schemeClr>
              </a:solidFill>
            </a:endParaRPr>
          </a:p>
          <a:p>
            <a:pPr fontAlgn="base"/>
            <a:r>
              <a:rPr lang="en-US" sz="2400" dirty="0">
                <a:solidFill>
                  <a:schemeClr val="accent6">
                    <a:lumMod val="60000"/>
                    <a:lumOff val="40000"/>
                  </a:schemeClr>
                </a:solidFill>
              </a:rPr>
              <a:t>Allows users to point their smartphone camera at text document in any foreign language and receive immediate translation overlays.</a:t>
            </a:r>
          </a:p>
        </p:txBody>
      </p:sp>
      <p:pic>
        <p:nvPicPr>
          <p:cNvPr id="5" name="Picture 4">
            <a:extLst>
              <a:ext uri="{FF2B5EF4-FFF2-40B4-BE49-F238E27FC236}">
                <a16:creationId xmlns:a16="http://schemas.microsoft.com/office/drawing/2014/main" id="{1B2B25F3-8819-C15E-1BE9-B215D3F22F13}"/>
              </a:ext>
            </a:extLst>
          </p:cNvPr>
          <p:cNvPicPr>
            <a:picLocks noChangeAspect="1"/>
          </p:cNvPicPr>
          <p:nvPr/>
        </p:nvPicPr>
        <p:blipFill>
          <a:blip r:embed="rId2"/>
          <a:stretch>
            <a:fillRect/>
          </a:stretch>
        </p:blipFill>
        <p:spPr>
          <a:xfrm>
            <a:off x="6785784" y="3429000"/>
            <a:ext cx="5259935" cy="3260346"/>
          </a:xfrm>
          <a:prstGeom prst="rect">
            <a:avLst/>
          </a:prstGeom>
        </p:spPr>
      </p:pic>
      <p:pic>
        <p:nvPicPr>
          <p:cNvPr id="7" name="Picture 6">
            <a:extLst>
              <a:ext uri="{FF2B5EF4-FFF2-40B4-BE49-F238E27FC236}">
                <a16:creationId xmlns:a16="http://schemas.microsoft.com/office/drawing/2014/main" id="{24C900CE-3A7B-7C57-0A98-F4741A0F3FE0}"/>
              </a:ext>
            </a:extLst>
          </p:cNvPr>
          <p:cNvPicPr>
            <a:picLocks noChangeAspect="1"/>
          </p:cNvPicPr>
          <p:nvPr/>
        </p:nvPicPr>
        <p:blipFill>
          <a:blip r:embed="rId3"/>
          <a:stretch>
            <a:fillRect/>
          </a:stretch>
        </p:blipFill>
        <p:spPr>
          <a:xfrm>
            <a:off x="6982092" y="167147"/>
            <a:ext cx="4867321" cy="2939946"/>
          </a:xfrm>
          <a:prstGeom prst="rect">
            <a:avLst/>
          </a:prstGeom>
        </p:spPr>
      </p:pic>
      <p:pic>
        <p:nvPicPr>
          <p:cNvPr id="9" name="Picture 8">
            <a:extLst>
              <a:ext uri="{FF2B5EF4-FFF2-40B4-BE49-F238E27FC236}">
                <a16:creationId xmlns:a16="http://schemas.microsoft.com/office/drawing/2014/main" id="{096287C6-0C43-39D5-FB51-4159A0892D28}"/>
              </a:ext>
            </a:extLst>
          </p:cNvPr>
          <p:cNvPicPr>
            <a:picLocks noChangeAspect="1"/>
          </p:cNvPicPr>
          <p:nvPr/>
        </p:nvPicPr>
        <p:blipFill>
          <a:blip r:embed="rId4"/>
          <a:stretch>
            <a:fillRect/>
          </a:stretch>
        </p:blipFill>
        <p:spPr>
          <a:xfrm>
            <a:off x="219456" y="3923687"/>
            <a:ext cx="5969826" cy="1959791"/>
          </a:xfrm>
          <a:prstGeom prst="rect">
            <a:avLst/>
          </a:prstGeom>
        </p:spPr>
      </p:pic>
    </p:spTree>
    <p:extLst>
      <p:ext uri="{BB962C8B-B14F-4D97-AF65-F5344CB8AC3E}">
        <p14:creationId xmlns:p14="http://schemas.microsoft.com/office/powerpoint/2010/main" val="3075201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C388F-83D3-3061-C3DC-CA67E5FB7F7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1E49A6-7A1F-39CC-EFBB-53F879203BEA}"/>
              </a:ext>
            </a:extLst>
          </p:cNvPr>
          <p:cNvSpPr txBox="1"/>
          <p:nvPr/>
        </p:nvSpPr>
        <p:spPr>
          <a:xfrm>
            <a:off x="78657" y="167147"/>
            <a:ext cx="4195927" cy="1200329"/>
          </a:xfrm>
          <a:prstGeom prst="rect">
            <a:avLst/>
          </a:prstGeom>
          <a:noFill/>
        </p:spPr>
        <p:txBody>
          <a:bodyPr wrap="square" rtlCol="0">
            <a:spAutoFit/>
          </a:bodyPr>
          <a:lstStyle/>
          <a:p>
            <a:r>
              <a:rPr lang="en-US" sz="2400" b="1" dirty="0">
                <a:solidFill>
                  <a:schemeClr val="accent6">
                    <a:lumMod val="60000"/>
                    <a:lumOff val="40000"/>
                  </a:schemeClr>
                </a:solidFill>
              </a:rPr>
              <a:t>Translate.google.com</a:t>
            </a:r>
          </a:p>
          <a:p>
            <a:r>
              <a:rPr lang="en-US" sz="2400" dirty="0">
                <a:solidFill>
                  <a:schemeClr val="accent6">
                    <a:lumMod val="60000"/>
                    <a:lumOff val="40000"/>
                  </a:schemeClr>
                </a:solidFill>
              </a:rPr>
              <a:t>Take input a URL  of website in  English and coverts it into Hindi</a:t>
            </a:r>
          </a:p>
        </p:txBody>
      </p:sp>
      <p:pic>
        <p:nvPicPr>
          <p:cNvPr id="3" name="Picture 2">
            <a:extLst>
              <a:ext uri="{FF2B5EF4-FFF2-40B4-BE49-F238E27FC236}">
                <a16:creationId xmlns:a16="http://schemas.microsoft.com/office/drawing/2014/main" id="{0DF05209-A3B2-7272-D1D7-F184D80B742A}"/>
              </a:ext>
            </a:extLst>
          </p:cNvPr>
          <p:cNvPicPr>
            <a:picLocks noChangeAspect="1"/>
          </p:cNvPicPr>
          <p:nvPr/>
        </p:nvPicPr>
        <p:blipFill>
          <a:blip r:embed="rId2"/>
          <a:stretch>
            <a:fillRect/>
          </a:stretch>
        </p:blipFill>
        <p:spPr>
          <a:xfrm>
            <a:off x="5396552" y="23579"/>
            <a:ext cx="6651075" cy="2958270"/>
          </a:xfrm>
          <a:prstGeom prst="rect">
            <a:avLst/>
          </a:prstGeom>
        </p:spPr>
      </p:pic>
      <p:pic>
        <p:nvPicPr>
          <p:cNvPr id="8" name="Picture 7">
            <a:extLst>
              <a:ext uri="{FF2B5EF4-FFF2-40B4-BE49-F238E27FC236}">
                <a16:creationId xmlns:a16="http://schemas.microsoft.com/office/drawing/2014/main" id="{12A0B2D3-CF7C-8B1B-758A-84B12EFD62DD}"/>
              </a:ext>
            </a:extLst>
          </p:cNvPr>
          <p:cNvPicPr>
            <a:picLocks noChangeAspect="1"/>
          </p:cNvPicPr>
          <p:nvPr/>
        </p:nvPicPr>
        <p:blipFill>
          <a:blip r:embed="rId3"/>
          <a:stretch>
            <a:fillRect/>
          </a:stretch>
        </p:blipFill>
        <p:spPr>
          <a:xfrm>
            <a:off x="5293815" y="3629880"/>
            <a:ext cx="6676903" cy="3164409"/>
          </a:xfrm>
          <a:prstGeom prst="rect">
            <a:avLst/>
          </a:prstGeom>
        </p:spPr>
      </p:pic>
      <p:pic>
        <p:nvPicPr>
          <p:cNvPr id="11" name="Picture 10">
            <a:extLst>
              <a:ext uri="{FF2B5EF4-FFF2-40B4-BE49-F238E27FC236}">
                <a16:creationId xmlns:a16="http://schemas.microsoft.com/office/drawing/2014/main" id="{F606A3CB-C87F-5144-F4A9-0C42BAD2F947}"/>
              </a:ext>
            </a:extLst>
          </p:cNvPr>
          <p:cNvPicPr>
            <a:picLocks noChangeAspect="1"/>
          </p:cNvPicPr>
          <p:nvPr/>
        </p:nvPicPr>
        <p:blipFill>
          <a:blip r:embed="rId4"/>
          <a:stretch>
            <a:fillRect/>
          </a:stretch>
        </p:blipFill>
        <p:spPr>
          <a:xfrm>
            <a:off x="-27771" y="2180019"/>
            <a:ext cx="5424323" cy="1696133"/>
          </a:xfrm>
          <a:prstGeom prst="rect">
            <a:avLst/>
          </a:prstGeom>
        </p:spPr>
      </p:pic>
    </p:spTree>
    <p:extLst>
      <p:ext uri="{BB962C8B-B14F-4D97-AF65-F5344CB8AC3E}">
        <p14:creationId xmlns:p14="http://schemas.microsoft.com/office/powerpoint/2010/main" val="2845500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49F77-5911-B3B4-F9DE-22536756BEE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6D125BF-74E3-271D-22C4-B738E8084DF4}"/>
              </a:ext>
            </a:extLst>
          </p:cNvPr>
          <p:cNvPicPr>
            <a:picLocks noChangeAspect="1"/>
          </p:cNvPicPr>
          <p:nvPr/>
        </p:nvPicPr>
        <p:blipFill>
          <a:blip r:embed="rId2"/>
          <a:stretch>
            <a:fillRect/>
          </a:stretch>
        </p:blipFill>
        <p:spPr>
          <a:xfrm>
            <a:off x="173524" y="540774"/>
            <a:ext cx="11900492" cy="5921501"/>
          </a:xfrm>
          <a:prstGeom prst="rect">
            <a:avLst/>
          </a:prstGeom>
        </p:spPr>
      </p:pic>
    </p:spTree>
    <p:extLst>
      <p:ext uri="{BB962C8B-B14F-4D97-AF65-F5344CB8AC3E}">
        <p14:creationId xmlns:p14="http://schemas.microsoft.com/office/powerpoint/2010/main" val="857482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6564B-AE6F-4880-4651-DEB0545874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4C4E9FA-F78B-C59A-B509-5D5AAB783340}"/>
              </a:ext>
            </a:extLst>
          </p:cNvPr>
          <p:cNvSpPr txBox="1"/>
          <p:nvPr/>
        </p:nvSpPr>
        <p:spPr>
          <a:xfrm>
            <a:off x="78657" y="167147"/>
            <a:ext cx="11818375" cy="4893647"/>
          </a:xfrm>
          <a:prstGeom prst="rect">
            <a:avLst/>
          </a:prstGeom>
          <a:noFill/>
        </p:spPr>
        <p:txBody>
          <a:bodyPr wrap="square" rtlCol="0">
            <a:spAutoFit/>
          </a:bodyPr>
          <a:lstStyle/>
          <a:p>
            <a:r>
              <a:rPr lang="en-US" sz="2400" dirty="0">
                <a:solidFill>
                  <a:schemeClr val="accent6">
                    <a:lumMod val="60000"/>
                    <a:lumOff val="40000"/>
                  </a:schemeClr>
                </a:solidFill>
              </a:rPr>
              <a:t>https://firefly.adobe.com/generate/video</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Prompt:</a:t>
            </a:r>
          </a:p>
          <a:p>
            <a:r>
              <a:rPr lang="en-US" sz="2400" dirty="0">
                <a:solidFill>
                  <a:schemeClr val="accent6">
                    <a:lumMod val="60000"/>
                    <a:lumOff val="40000"/>
                  </a:schemeClr>
                </a:solidFill>
              </a:rPr>
              <a:t>A man is walking on the moon's surface under the sun. He is dressed in a white spacesuit, his helmet reflecting the bright sunlight. The camera follows him from behind, capturing his steady, deliberate steps across the lunar landscape. The background shows the stark, rocky terrain with craters and distant mountains, illuminated by the sun's rays. The overall visual style is stark and otherworldly, emphasizing the isolation and beauty of the moon's surface.</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Took 30 seconds</a:t>
            </a:r>
          </a:p>
          <a:p>
            <a:endParaRPr lang="en-US" sz="2400" dirty="0">
              <a:solidFill>
                <a:schemeClr val="accent6">
                  <a:lumMod val="60000"/>
                  <a:lumOff val="40000"/>
                </a:schemeClr>
              </a:solidFill>
            </a:endParaRPr>
          </a:p>
          <a:p>
            <a:r>
              <a:rPr lang="en-IN" sz="2400" dirty="0" err="1">
                <a:solidFill>
                  <a:schemeClr val="accent6">
                    <a:lumMod val="60000"/>
                    <a:lumOff val="40000"/>
                  </a:schemeClr>
                </a:solidFill>
              </a:rPr>
              <a:t>Cont</a:t>
            </a:r>
            <a:r>
              <a:rPr lang="en-IN" sz="2400" dirty="0">
                <a:solidFill>
                  <a:schemeClr val="accent6">
                    <a:lumMod val="60000"/>
                    <a:lumOff val="40000"/>
                  </a:schemeClr>
                </a:solidFill>
              </a:rPr>
              <a:t>….</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889925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6564B-AE6F-4880-4651-DEB0545874C5}"/>
            </a:ext>
          </a:extLst>
        </p:cNvPr>
        <p:cNvGrpSpPr/>
        <p:nvPr/>
      </p:nvGrpSpPr>
      <p:grpSpPr>
        <a:xfrm>
          <a:off x="0" y="0"/>
          <a:ext cx="0" cy="0"/>
          <a:chOff x="0" y="0"/>
          <a:chExt cx="0" cy="0"/>
        </a:xfrm>
      </p:grpSpPr>
      <p:pic>
        <p:nvPicPr>
          <p:cNvPr id="2" name="Firefly A man is walking on the moon's surface under the sun. He is dressed in a white spacesuit, hi">
            <a:hlinkClick r:id="" action="ppaction://media"/>
            <a:extLst>
              <a:ext uri="{FF2B5EF4-FFF2-40B4-BE49-F238E27FC236}">
                <a16:creationId xmlns:a16="http://schemas.microsoft.com/office/drawing/2014/main" id="{BA98E762-8453-7A44-AC46-50B99CC006A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24230" y="403118"/>
            <a:ext cx="8976852" cy="5049480"/>
          </a:xfrm>
          <a:prstGeom prst="rect">
            <a:avLst/>
          </a:prstGeom>
        </p:spPr>
      </p:pic>
    </p:spTree>
    <p:extLst>
      <p:ext uri="{BB962C8B-B14F-4D97-AF65-F5344CB8AC3E}">
        <p14:creationId xmlns:p14="http://schemas.microsoft.com/office/powerpoint/2010/main" val="83164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E4F20-044A-F496-12C7-3A24A45415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FAA9220-A630-0109-14C0-9BB77912E168}"/>
              </a:ext>
            </a:extLst>
          </p:cNvPr>
          <p:cNvSpPr txBox="1"/>
          <p:nvPr/>
        </p:nvSpPr>
        <p:spPr>
          <a:xfrm>
            <a:off x="78657" y="167147"/>
            <a:ext cx="11818375" cy="1200329"/>
          </a:xfrm>
          <a:prstGeom prst="rect">
            <a:avLst/>
          </a:prstGeom>
          <a:noFill/>
        </p:spPr>
        <p:txBody>
          <a:bodyPr wrap="square" rtlCol="0">
            <a:spAutoFit/>
          </a:bodyPr>
          <a:lstStyle/>
          <a:p>
            <a:r>
              <a:rPr lang="en-US" dirty="0">
                <a:solidFill>
                  <a:schemeClr val="accent6">
                    <a:lumMod val="60000"/>
                    <a:lumOff val="40000"/>
                  </a:schemeClr>
                </a:solidFill>
                <a:hlinkClick r:id="rId2"/>
              </a:rPr>
              <a:t>https://faceage.ai/</a:t>
            </a:r>
            <a:endParaRPr lang="en-US" dirty="0">
              <a:solidFill>
                <a:schemeClr val="accent6">
                  <a:lumMod val="60000"/>
                  <a:lumOff val="40000"/>
                </a:schemeClr>
              </a:solidFill>
            </a:endParaRPr>
          </a:p>
          <a:p>
            <a:endParaRPr lang="en-US" dirty="0">
              <a:solidFill>
                <a:schemeClr val="accent6">
                  <a:lumMod val="60000"/>
                  <a:lumOff val="40000"/>
                </a:schemeClr>
              </a:solidFill>
            </a:endParaRPr>
          </a:p>
          <a:p>
            <a:r>
              <a:rPr lang="en-US" dirty="0">
                <a:solidFill>
                  <a:schemeClr val="accent6">
                    <a:lumMod val="60000"/>
                    <a:lumOff val="40000"/>
                  </a:schemeClr>
                </a:solidFill>
              </a:rPr>
              <a:t>Face-age ai</a:t>
            </a:r>
          </a:p>
          <a:p>
            <a:endParaRPr lang="en-US" dirty="0">
              <a:solidFill>
                <a:schemeClr val="accent6">
                  <a:lumMod val="60000"/>
                  <a:lumOff val="40000"/>
                </a:schemeClr>
              </a:solidFill>
            </a:endParaRPr>
          </a:p>
        </p:txBody>
      </p:sp>
      <p:pic>
        <p:nvPicPr>
          <p:cNvPr id="3" name="Picture 2">
            <a:extLst>
              <a:ext uri="{FF2B5EF4-FFF2-40B4-BE49-F238E27FC236}">
                <a16:creationId xmlns:a16="http://schemas.microsoft.com/office/drawing/2014/main" id="{B7FAAD6D-9104-0B3F-10EE-FD492A505336}"/>
              </a:ext>
            </a:extLst>
          </p:cNvPr>
          <p:cNvPicPr>
            <a:picLocks noChangeAspect="1"/>
          </p:cNvPicPr>
          <p:nvPr/>
        </p:nvPicPr>
        <p:blipFill>
          <a:blip r:embed="rId3"/>
          <a:stretch>
            <a:fillRect/>
          </a:stretch>
        </p:blipFill>
        <p:spPr>
          <a:xfrm>
            <a:off x="4390698" y="374904"/>
            <a:ext cx="7312218" cy="5221224"/>
          </a:xfrm>
          <a:prstGeom prst="rect">
            <a:avLst/>
          </a:prstGeom>
        </p:spPr>
      </p:pic>
    </p:spTree>
    <p:extLst>
      <p:ext uri="{BB962C8B-B14F-4D97-AF65-F5344CB8AC3E}">
        <p14:creationId xmlns:p14="http://schemas.microsoft.com/office/powerpoint/2010/main" val="1418600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7C1FC3-6FD3-5521-CF9D-DF25F54BD9D7}"/>
              </a:ext>
            </a:extLst>
          </p:cNvPr>
          <p:cNvSpPr txBox="1"/>
          <p:nvPr/>
        </p:nvSpPr>
        <p:spPr>
          <a:xfrm>
            <a:off x="213360" y="229272"/>
            <a:ext cx="6096000" cy="461665"/>
          </a:xfrm>
          <a:prstGeom prst="rect">
            <a:avLst/>
          </a:prstGeom>
          <a:noFill/>
        </p:spPr>
        <p:txBody>
          <a:bodyPr wrap="square">
            <a:spAutoFit/>
          </a:bodyPr>
          <a:lstStyle/>
          <a:p>
            <a:r>
              <a:rPr lang="en-IN" sz="2400" dirty="0">
                <a:solidFill>
                  <a:schemeClr val="accent6">
                    <a:lumMod val="60000"/>
                    <a:lumOff val="40000"/>
                  </a:schemeClr>
                </a:solidFill>
              </a:rPr>
              <a:t>Notebook LM</a:t>
            </a:r>
          </a:p>
        </p:txBody>
      </p:sp>
      <p:pic>
        <p:nvPicPr>
          <p:cNvPr id="3" name="Picture 2">
            <a:extLst>
              <a:ext uri="{FF2B5EF4-FFF2-40B4-BE49-F238E27FC236}">
                <a16:creationId xmlns:a16="http://schemas.microsoft.com/office/drawing/2014/main" id="{A8C50157-465D-EA0C-8F04-26EB960E7FA8}"/>
              </a:ext>
            </a:extLst>
          </p:cNvPr>
          <p:cNvPicPr>
            <a:picLocks noChangeAspect="1"/>
          </p:cNvPicPr>
          <p:nvPr/>
        </p:nvPicPr>
        <p:blipFill>
          <a:blip r:embed="rId2"/>
          <a:stretch>
            <a:fillRect/>
          </a:stretch>
        </p:blipFill>
        <p:spPr>
          <a:xfrm>
            <a:off x="237744" y="972561"/>
            <a:ext cx="6125430" cy="4620270"/>
          </a:xfrm>
          <a:prstGeom prst="rect">
            <a:avLst/>
          </a:prstGeom>
        </p:spPr>
      </p:pic>
      <p:pic>
        <p:nvPicPr>
          <p:cNvPr id="6" name="Picture 5">
            <a:extLst>
              <a:ext uri="{FF2B5EF4-FFF2-40B4-BE49-F238E27FC236}">
                <a16:creationId xmlns:a16="http://schemas.microsoft.com/office/drawing/2014/main" id="{C6F5AD33-200C-6E1D-27B7-28BDB9ABB949}"/>
              </a:ext>
            </a:extLst>
          </p:cNvPr>
          <p:cNvPicPr>
            <a:picLocks noChangeAspect="1"/>
          </p:cNvPicPr>
          <p:nvPr/>
        </p:nvPicPr>
        <p:blipFill>
          <a:blip r:embed="rId3"/>
          <a:stretch>
            <a:fillRect/>
          </a:stretch>
        </p:blipFill>
        <p:spPr>
          <a:xfrm>
            <a:off x="7871942" y="950976"/>
            <a:ext cx="3881165" cy="4956048"/>
          </a:xfrm>
          <a:prstGeom prst="rect">
            <a:avLst/>
          </a:prstGeom>
        </p:spPr>
      </p:pic>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88D0C6EE-06C6-6AF6-058E-AD3880A297DA}"/>
                  </a:ext>
                </a:extLst>
              </p14:cNvPr>
              <p14:cNvContentPartPr/>
              <p14:nvPr/>
            </p14:nvContentPartPr>
            <p14:xfrm>
              <a:off x="10268208" y="3751416"/>
              <a:ext cx="421560" cy="189360"/>
            </p14:xfrm>
          </p:contentPart>
        </mc:Choice>
        <mc:Fallback>
          <p:pic>
            <p:nvPicPr>
              <p:cNvPr id="7" name="Ink 6">
                <a:extLst>
                  <a:ext uri="{FF2B5EF4-FFF2-40B4-BE49-F238E27FC236}">
                    <a16:creationId xmlns:a16="http://schemas.microsoft.com/office/drawing/2014/main" id="{88D0C6EE-06C6-6AF6-058E-AD3880A297DA}"/>
                  </a:ext>
                </a:extLst>
              </p:cNvPr>
              <p:cNvPicPr/>
              <p:nvPr/>
            </p:nvPicPr>
            <p:blipFill>
              <a:blip r:embed="rId5"/>
              <a:stretch>
                <a:fillRect/>
              </a:stretch>
            </p:blipFill>
            <p:spPr>
              <a:xfrm>
                <a:off x="10250568" y="3733416"/>
                <a:ext cx="457200" cy="225000"/>
              </a:xfrm>
              <a:prstGeom prst="rect">
                <a:avLst/>
              </a:prstGeom>
            </p:spPr>
          </p:pic>
        </mc:Fallback>
      </mc:AlternateContent>
      <p:grpSp>
        <p:nvGrpSpPr>
          <p:cNvPr id="10" name="Group 9">
            <a:extLst>
              <a:ext uri="{FF2B5EF4-FFF2-40B4-BE49-F238E27FC236}">
                <a16:creationId xmlns:a16="http://schemas.microsoft.com/office/drawing/2014/main" id="{CF8F1367-31C5-04DC-9659-8EAEA204D6AD}"/>
              </a:ext>
            </a:extLst>
          </p:cNvPr>
          <p:cNvGrpSpPr/>
          <p:nvPr/>
        </p:nvGrpSpPr>
        <p:grpSpPr>
          <a:xfrm>
            <a:off x="10012608" y="4103136"/>
            <a:ext cx="720720" cy="760320"/>
            <a:chOff x="10012608" y="4103136"/>
            <a:chExt cx="720720" cy="760320"/>
          </a:xfrm>
        </p:grpSpPr>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B2029DE5-4FD2-9813-06D1-FC6A2E5C3426}"/>
                    </a:ext>
                  </a:extLst>
                </p14:cNvPr>
                <p14:cNvContentPartPr/>
                <p14:nvPr/>
              </p14:nvContentPartPr>
              <p14:xfrm>
                <a:off x="10012608" y="4103136"/>
                <a:ext cx="430560" cy="287640"/>
              </p14:xfrm>
            </p:contentPart>
          </mc:Choice>
          <mc:Fallback>
            <p:pic>
              <p:nvPicPr>
                <p:cNvPr id="8" name="Ink 7">
                  <a:extLst>
                    <a:ext uri="{FF2B5EF4-FFF2-40B4-BE49-F238E27FC236}">
                      <a16:creationId xmlns:a16="http://schemas.microsoft.com/office/drawing/2014/main" id="{B2029DE5-4FD2-9813-06D1-FC6A2E5C3426}"/>
                    </a:ext>
                  </a:extLst>
                </p:cNvPr>
                <p:cNvPicPr/>
                <p:nvPr/>
              </p:nvPicPr>
              <p:blipFill>
                <a:blip r:embed="rId7"/>
                <a:stretch>
                  <a:fillRect/>
                </a:stretch>
              </p:blipFill>
              <p:spPr>
                <a:xfrm>
                  <a:off x="9994968" y="4085136"/>
                  <a:ext cx="46620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C922BE18-A01B-15F5-A632-20431ADDC5F6}"/>
                    </a:ext>
                  </a:extLst>
                </p14:cNvPr>
                <p14:cNvContentPartPr/>
                <p14:nvPr/>
              </p14:nvContentPartPr>
              <p14:xfrm>
                <a:off x="10222848" y="4476096"/>
                <a:ext cx="510480" cy="387360"/>
              </p14:xfrm>
            </p:contentPart>
          </mc:Choice>
          <mc:Fallback>
            <p:pic>
              <p:nvPicPr>
                <p:cNvPr id="9" name="Ink 8">
                  <a:extLst>
                    <a:ext uri="{FF2B5EF4-FFF2-40B4-BE49-F238E27FC236}">
                      <a16:creationId xmlns:a16="http://schemas.microsoft.com/office/drawing/2014/main" id="{C922BE18-A01B-15F5-A632-20431ADDC5F6}"/>
                    </a:ext>
                  </a:extLst>
                </p:cNvPr>
                <p:cNvPicPr/>
                <p:nvPr/>
              </p:nvPicPr>
              <p:blipFill>
                <a:blip r:embed="rId9"/>
                <a:stretch>
                  <a:fillRect/>
                </a:stretch>
              </p:blipFill>
              <p:spPr>
                <a:xfrm>
                  <a:off x="10204848" y="4458096"/>
                  <a:ext cx="546120" cy="423000"/>
                </a:xfrm>
                <a:prstGeom prst="rect">
                  <a:avLst/>
                </a:prstGeom>
              </p:spPr>
            </p:pic>
          </mc:Fallback>
        </mc:AlternateContent>
      </p:grpSp>
      <p:grpSp>
        <p:nvGrpSpPr>
          <p:cNvPr id="13" name="Group 12">
            <a:extLst>
              <a:ext uri="{FF2B5EF4-FFF2-40B4-BE49-F238E27FC236}">
                <a16:creationId xmlns:a16="http://schemas.microsoft.com/office/drawing/2014/main" id="{F236B0F7-2DF6-8C13-7F33-807E8EB78DCF}"/>
              </a:ext>
            </a:extLst>
          </p:cNvPr>
          <p:cNvGrpSpPr/>
          <p:nvPr/>
        </p:nvGrpSpPr>
        <p:grpSpPr>
          <a:xfrm>
            <a:off x="10813248" y="5082696"/>
            <a:ext cx="817200" cy="649800"/>
            <a:chOff x="10813248" y="5082696"/>
            <a:chExt cx="817200" cy="649800"/>
          </a:xfrm>
        </p:grpSpPr>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93B47F62-B460-10D5-6CE0-82024A9674BE}"/>
                    </a:ext>
                  </a:extLst>
                </p14:cNvPr>
                <p14:cNvContentPartPr/>
                <p14:nvPr/>
              </p14:nvContentPartPr>
              <p14:xfrm>
                <a:off x="11329488" y="5082696"/>
                <a:ext cx="300960" cy="220680"/>
              </p14:xfrm>
            </p:contentPart>
          </mc:Choice>
          <mc:Fallback>
            <p:pic>
              <p:nvPicPr>
                <p:cNvPr id="11" name="Ink 10">
                  <a:extLst>
                    <a:ext uri="{FF2B5EF4-FFF2-40B4-BE49-F238E27FC236}">
                      <a16:creationId xmlns:a16="http://schemas.microsoft.com/office/drawing/2014/main" id="{93B47F62-B460-10D5-6CE0-82024A9674BE}"/>
                    </a:ext>
                  </a:extLst>
                </p:cNvPr>
                <p:cNvPicPr/>
                <p:nvPr/>
              </p:nvPicPr>
              <p:blipFill>
                <a:blip r:embed="rId11"/>
                <a:stretch>
                  <a:fillRect/>
                </a:stretch>
              </p:blipFill>
              <p:spPr>
                <a:xfrm>
                  <a:off x="11311488" y="5064696"/>
                  <a:ext cx="33660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88EE1E12-837B-68D6-DC5C-7167A269041B}"/>
                    </a:ext>
                  </a:extLst>
                </p14:cNvPr>
                <p14:cNvContentPartPr/>
                <p14:nvPr/>
              </p14:nvContentPartPr>
              <p14:xfrm>
                <a:off x="10813248" y="5395176"/>
                <a:ext cx="380160" cy="337320"/>
              </p14:xfrm>
            </p:contentPart>
          </mc:Choice>
          <mc:Fallback>
            <p:pic>
              <p:nvPicPr>
                <p:cNvPr id="12" name="Ink 11">
                  <a:extLst>
                    <a:ext uri="{FF2B5EF4-FFF2-40B4-BE49-F238E27FC236}">
                      <a16:creationId xmlns:a16="http://schemas.microsoft.com/office/drawing/2014/main" id="{88EE1E12-837B-68D6-DC5C-7167A269041B}"/>
                    </a:ext>
                  </a:extLst>
                </p:cNvPr>
                <p:cNvPicPr/>
                <p:nvPr/>
              </p:nvPicPr>
              <p:blipFill>
                <a:blip r:embed="rId13"/>
                <a:stretch>
                  <a:fillRect/>
                </a:stretch>
              </p:blipFill>
              <p:spPr>
                <a:xfrm>
                  <a:off x="10795248" y="5377536"/>
                  <a:ext cx="415800" cy="372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BE1C93AF-D111-D4DD-1C9E-4587994FD08A}"/>
                  </a:ext>
                </a:extLst>
              </p14:cNvPr>
              <p14:cNvContentPartPr/>
              <p14:nvPr/>
            </p14:nvContentPartPr>
            <p14:xfrm>
              <a:off x="3392208" y="4276296"/>
              <a:ext cx="274680" cy="180720"/>
            </p14:xfrm>
          </p:contentPart>
        </mc:Choice>
        <mc:Fallback>
          <p:pic>
            <p:nvPicPr>
              <p:cNvPr id="14" name="Ink 13">
                <a:extLst>
                  <a:ext uri="{FF2B5EF4-FFF2-40B4-BE49-F238E27FC236}">
                    <a16:creationId xmlns:a16="http://schemas.microsoft.com/office/drawing/2014/main" id="{BE1C93AF-D111-D4DD-1C9E-4587994FD08A}"/>
                  </a:ext>
                </a:extLst>
              </p:cNvPr>
              <p:cNvPicPr/>
              <p:nvPr/>
            </p:nvPicPr>
            <p:blipFill>
              <a:blip r:embed="rId15"/>
              <a:stretch>
                <a:fillRect/>
              </a:stretch>
            </p:blipFill>
            <p:spPr>
              <a:xfrm>
                <a:off x="3374568" y="4258296"/>
                <a:ext cx="310320" cy="216360"/>
              </a:xfrm>
              <a:prstGeom prst="rect">
                <a:avLst/>
              </a:prstGeom>
            </p:spPr>
          </p:pic>
        </mc:Fallback>
      </mc:AlternateContent>
    </p:spTree>
    <p:extLst>
      <p:ext uri="{BB962C8B-B14F-4D97-AF65-F5344CB8AC3E}">
        <p14:creationId xmlns:p14="http://schemas.microsoft.com/office/powerpoint/2010/main" val="2111087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D253E-5661-C47C-E172-79497C22C06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A4B1DF7-A7DF-E048-CE95-62E0A3E72B91}"/>
              </a:ext>
            </a:extLst>
          </p:cNvPr>
          <p:cNvSpPr txBox="1"/>
          <p:nvPr/>
        </p:nvSpPr>
        <p:spPr>
          <a:xfrm>
            <a:off x="3048000" y="3246792"/>
            <a:ext cx="6096000" cy="646331"/>
          </a:xfrm>
          <a:prstGeom prst="rect">
            <a:avLst/>
          </a:prstGeom>
          <a:noFill/>
        </p:spPr>
        <p:txBody>
          <a:bodyPr wrap="square">
            <a:spAutoFit/>
          </a:bodyPr>
          <a:lstStyle/>
          <a:p>
            <a:r>
              <a:rPr lang="en-IN" dirty="0"/>
              <a:t>Create </a:t>
            </a:r>
            <a:r>
              <a:rPr lang="en-IN" dirty="0" err="1"/>
              <a:t>wordpress</a:t>
            </a:r>
            <a:r>
              <a:rPr lang="en-IN" dirty="0"/>
              <a:t> website with AI:</a:t>
            </a:r>
          </a:p>
          <a:p>
            <a:r>
              <a:rPr lang="en-IN" dirty="0"/>
              <a:t>https://youtu.be/Uta3kgN1Sw0?si=BX76pcPFuEBysjb8</a:t>
            </a:r>
          </a:p>
        </p:txBody>
      </p:sp>
    </p:spTree>
    <p:extLst>
      <p:ext uri="{BB962C8B-B14F-4D97-AF65-F5344CB8AC3E}">
        <p14:creationId xmlns:p14="http://schemas.microsoft.com/office/powerpoint/2010/main" val="1492972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D7C53-359A-9559-810F-C27C67D793EF}"/>
            </a:ext>
          </a:extLst>
        </p:cNvPr>
        <p:cNvGrpSpPr/>
        <p:nvPr/>
      </p:nvGrpSpPr>
      <p:grpSpPr>
        <a:xfrm>
          <a:off x="0" y="0"/>
          <a:ext cx="0" cy="0"/>
          <a:chOff x="0" y="0"/>
          <a:chExt cx="0" cy="0"/>
        </a:xfrm>
      </p:grpSpPr>
    </p:spTree>
    <p:extLst>
      <p:ext uri="{BB962C8B-B14F-4D97-AF65-F5344CB8AC3E}">
        <p14:creationId xmlns:p14="http://schemas.microsoft.com/office/powerpoint/2010/main" val="4000853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728</TotalTime>
  <Words>243</Words>
  <Application>Microsoft Office PowerPoint</Application>
  <PresentationFormat>Widescreen</PresentationFormat>
  <Paragraphs>29</Paragraphs>
  <Slides>13</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UCT</dc:creator>
  <cp:lastModifiedBy>Ashwani Kumar</cp:lastModifiedBy>
  <cp:revision>14</cp:revision>
  <dcterms:created xsi:type="dcterms:W3CDTF">2026-03-18T06:52:57Z</dcterms:created>
  <dcterms:modified xsi:type="dcterms:W3CDTF">2026-04-30T17:03:09Z</dcterms:modified>
</cp:coreProperties>
</file>