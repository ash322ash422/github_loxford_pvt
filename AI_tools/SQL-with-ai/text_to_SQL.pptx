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84" r:id="rId3"/>
    <p:sldId id="276" r:id="rId4"/>
    <p:sldId id="275" r:id="rId5"/>
    <p:sldId id="278" r:id="rId6"/>
    <p:sldId id="279" r:id="rId7"/>
    <p:sldId id="280" r:id="rId8"/>
    <p:sldId id="277" r:id="rId9"/>
    <p:sldId id="282" r:id="rId10"/>
    <p:sldId id="281" r:id="rId11"/>
    <p:sldId id="2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91E50-94D2-7592-5AE8-D8DBF537A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014E9B-A7DE-BD3A-C18F-A534EA550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3" y="1170432"/>
            <a:ext cx="11927183" cy="5480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E690D0-B1A2-8D09-AA78-1B279A9A464D}"/>
              </a:ext>
            </a:extLst>
          </p:cNvPr>
          <p:cNvSpPr txBox="1"/>
          <p:nvPr/>
        </p:nvSpPr>
        <p:spPr>
          <a:xfrm>
            <a:off x="3236976" y="426967"/>
            <a:ext cx="4186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sql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ai tools available</a:t>
            </a:r>
          </a:p>
        </p:txBody>
      </p:sp>
    </p:spTree>
    <p:extLst>
      <p:ext uri="{BB962C8B-B14F-4D97-AF65-F5344CB8AC3E}">
        <p14:creationId xmlns:p14="http://schemas.microsoft.com/office/powerpoint/2010/main" val="3516231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Paste the schema (table creating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DDl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7-day free trial: Have to pay now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F92AD6-24D2-5172-C4D5-8FFFB597E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1028702"/>
            <a:ext cx="11195304" cy="543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4D96F52-B7B5-7C8C-0AE4-12BC3CDB1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39" y="1325880"/>
            <a:ext cx="10491527" cy="371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11CB1-0DFC-83B3-63C1-C35BBE42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ECE628-75D2-12D3-F8E1-5AF423E4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395" y="1225296"/>
            <a:ext cx="10216115" cy="367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74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85D2B-4DCB-AA27-2BD9-5A87C9672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99B668-7CE4-F8D4-279C-FDA83D136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03" y="1335024"/>
            <a:ext cx="10028883" cy="380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8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6581C-5818-575B-A77C-2B698853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9FA624-65BC-7778-4AC4-E55D1EE42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13" y="1316736"/>
            <a:ext cx="10522887" cy="355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86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128BF-0D5A-DAE1-75D5-87341D0F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77250B-D064-67CD-83B2-CE7D6B8B8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10" y="1207008"/>
            <a:ext cx="10583415" cy="423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7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46C1-2FC3-FA67-56D1-E41CBD76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603026-0F85-B076-1B19-87FCE16BC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72" y="1178875"/>
            <a:ext cx="10015943" cy="45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92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095DE-B1E4-1010-D508-B55A82198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6BABD6-7514-A3AC-FF93-B6514E1EC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08" y="173737"/>
            <a:ext cx="9954650" cy="3039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42953C-6A38-36D6-A0D0-CD2CCBF8C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703" y="2683110"/>
            <a:ext cx="8695189" cy="400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98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3A119-92B7-9E9E-65B5-8ABBEEB5E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A939F6-1E19-AC0A-EE92-9CB8010F55EF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097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1154</TotalTime>
  <Words>29</Words>
  <Application>Microsoft Office PowerPoint</Application>
  <PresentationFormat>Widescreen</PresentationFormat>
  <Paragraphs>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205</cp:revision>
  <dcterms:created xsi:type="dcterms:W3CDTF">2025-09-22T02:44:38Z</dcterms:created>
  <dcterms:modified xsi:type="dcterms:W3CDTF">2026-05-15T16:59:39Z</dcterms:modified>
</cp:coreProperties>
</file>