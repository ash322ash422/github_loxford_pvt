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03:20:12.5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1502 154 24575,'-1'-2'0,"0"0"0,-1 0 0,1-1 0,0 1 0,-1 0 0,1 0 0,-1 0 0,1 0 0,-1 1 0,0-1 0,0 0 0,0 1 0,0-1 0,0 1 0,0 0 0,0 0 0,-1 0 0,1 0 0,0 0 0,-1 0 0,1 0 0,-4 0 0,-6-4 0,-36-16 0,0 2 0,-2 2 0,0 3 0,-1 1 0,0 3 0,0 2 0,-1 2 0,0 3 0,-1 1 0,1 4 0,-56 7 0,83-6 0,0 0 0,1 2 0,-1 1 0,1 0 0,1 2 0,-1 1 0,1 1 0,1 1 0,-24 15 0,-29 21 0,39-26 0,1 2 0,-45 39 0,41-27 0,-67 79 0,90-92 0,0 0 0,2 1 0,0 0 0,2 1 0,-17 45 0,19-38 0,1 0 0,1 0 0,1 1 0,-3 60 0,9-74 0,2 0 0,0 0 0,1 0 0,0 0 0,2 0 0,0-1 0,1 1 0,1-1 0,0 0 0,11 19 0,-8-19 0,0 0 0,0-1 0,2-1 0,0 1 0,0-2 0,2 0 0,0 0 0,0-1 0,1 0 0,1-2 0,0 1 0,0-2 0,2 0 0,24 11 0,20 3 0,1-2 0,1-3 0,0-3 0,100 11 0,265 3 0,-311-25 0,-87-3 0,-5-1 0,0 0 0,1-1 0,31-5 0,-51 5 0,1-2 0,-1 1 0,-1-1 0,1 1 0,0-2 0,0 1 0,-1-1 0,1 1 0,-1-2 0,0 1 0,0 0 0,0-1 0,0 0 0,-1 0 0,1-1 0,-1 1 0,0-1 0,5-8 0,271-471 0,-270 466 0,0-1 0,-1 1 0,-1-2 0,-1 1 0,-1-1 0,0 0 0,-2-1 0,0 1 0,-1-1 0,0-29 0,-3 39 0,-1-1 0,0 1 0,0-1 0,-1 1 0,-1 0 0,0-1 0,0 1 0,-1 1 0,0-1 0,-1 1 0,-1-1 0,1 1 0,-2 1 0,1-1 0,-1 1 0,-1 0 0,0 1 0,0 0 0,0 0 0,-12-8 0,-37-22-1365,35 23-5461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B0E0B-7178-4694-0D29-07273A67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D3477E-456A-6E9A-5951-A04071960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230126"/>
            <a:ext cx="11341608" cy="54264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F9E51E-E715-9051-3D87-1ADC4B7231EC}"/>
                  </a:ext>
                </a:extLst>
              </p14:cNvPr>
              <p14:cNvContentPartPr/>
              <p14:nvPr/>
            </p14:nvContentPartPr>
            <p14:xfrm>
              <a:off x="7835328" y="1572048"/>
              <a:ext cx="662040" cy="494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F9E51E-E715-9051-3D87-1ADC4B7231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7328" y="1554048"/>
                <a:ext cx="697680" cy="5302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512AF4E-424E-5A63-3DF7-F8FD07B495A6}"/>
              </a:ext>
            </a:extLst>
          </p:cNvPr>
          <p:cNvSpPr txBox="1"/>
          <p:nvPr/>
        </p:nvSpPr>
        <p:spPr>
          <a:xfrm>
            <a:off x="2130552" y="201465"/>
            <a:ext cx="3891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I started in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, and it took me to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</a:t>
            </a:r>
          </a:p>
        </p:txBody>
      </p:sp>
    </p:spTree>
    <p:extLst>
      <p:ext uri="{BB962C8B-B14F-4D97-AF65-F5344CB8AC3E}">
        <p14:creationId xmlns:p14="http://schemas.microsoft.com/office/powerpoint/2010/main" val="2223787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</cp:revision>
  <dcterms:created xsi:type="dcterms:W3CDTF">2026-09-25T02:37:34Z</dcterms:created>
  <dcterms:modified xsi:type="dcterms:W3CDTF">2026-10-26T06:18:49Z</dcterms:modified>
</cp:coreProperties>
</file>