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7:07.6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53 24575,'1'-2'0,"-1"-1"0,1 1 0,-1 0 0,1 0 0,0 0 0,0-1 0,0 1 0,0 0 0,1 0 0,-1 0 0,0 1 0,1-1 0,0 0 0,-1 0 0,1 1 0,0-1 0,0 1 0,-1 0 0,1-1 0,0 1 0,1 0 0,-1 0 0,0 0 0,0 0 0,0 1 0,1-1 0,-1 1 0,0-1 0,0 1 0,4 0 0,13-3 0,0 1 0,32 0 0,-34 2 0,367 0 0,-166 1 0,-150 2-502,97 18 0,-154-19 141,55 8-6465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7:09.8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 24575,'11'-3'0,"0"-1"0,0 1 0,1 1 0,-1 0 0,1 1 0,-1 0 0,1 1 0,17 1 0,-20 1 0,0-1 0,-1 2 0,0-1 0,0 1 0,1 1 0,-2-1 0,1 1 0,0 1 0,-1-1 0,0 1 0,12 11 0,161 163 0,-103-91 0,-18-19 0,-56-66 0,0-1 0,-1 1 0,1 0 0,-1 1 0,1-1 0,-1 0 0,0 1 0,0-1 0,-1 1 0,1 0 0,-1-1 0,0 1 0,0 0 0,0 0 0,0 0 0,0 6 0,-2-7 0,1 0 0,-1 0 0,0 0 0,0 0 0,0 0 0,0 0 0,-1-1 0,1 1 0,-1 0 0,0-1 0,1 1 0,-1-1 0,0 1 0,0-1 0,-1 0 0,1 0 0,-1 0 0,1 0 0,-1 0 0,1-1 0,-4 2 0,-8 4 0,1-1 0,-1-1 0,0 0 0,-1-1 0,1 0 0,-20 1 0,18-2 0,0 0 0,1 1 0,-1 0 0,-27 13 0,28-8 0,1 1 0,0 1 0,1 0 0,0 1 0,1 0 0,-14 20 0,-23 21 0,34-39-108,0-2-49,1 2 0,0 0 0,1 0 0,1 1-1,0 1 1,1 0 0,-9 18 0,9-12-6669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7:11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81 24575,'216'-13'0,"-19"0"0,-114 8 0,86-16 0,-92 9 0,121-3 0,18 14 0,184 5 0,-366 0-1365,-5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7:16.2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0 237 24575,'2'0'0,"-1"1"0,1 0 0,0-1 0,-1 1 0,1 0 0,-1 0 0,1 0 0,-1 0 0,1 0 0,-1 0 0,0 0 0,0 1 0,1-1 0,-1 0 0,0 1 0,0-1 0,0 1 0,-1-1 0,1 1 0,0 0 0,1 2 0,12 39 0,-11-22 0,-1-10 0,0 1 0,1-1 0,0 0 0,5 12 0,-7-21 0,-1 0 0,1 0 0,0-1 0,0 1 0,0 0 0,0-1 0,0 1 0,0-1 0,0 1 0,1-1 0,-1 1 0,0-1 0,1 0 0,-1 0 0,1 0 0,0 0 0,-1 0 0,1 0 0,0 0 0,-1-1 0,1 1 0,0 0 0,0-1 0,0 0 0,0 1 0,-1-1 0,1 0 0,0 0 0,0 0 0,0 0 0,3-1 0,13-3 0,-1-2 0,0 0 0,0-1 0,0 0 0,17-12 0,83-56 0,-64 39 0,292-205-1365,-308 216-5461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9:02.2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1 651 24575,'28'30'0,"40"58"0,8 9 0,-73-93 0,0-1 0,0-1 0,0 1 0,1 0 0,-1-1 0,1 0 0,0 1 0,0-2 0,0 1 0,0 0 0,0-1 0,0 0 0,0 0 0,0 0 0,0 0 0,1 0 0,-1-1 0,0 0 0,0 0 0,1 0 0,-1-1 0,0 1 0,0-1 0,1 0 0,3-2 0,12-4 0,-1-1 0,-1 0 0,1-2 0,19-13 0,-22 13 0,117-74 0,144-122 0,108-123 0,-212 177 0,-136 120-1365,-11 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9:07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1 208 24575,'0'8'0,"2"0"0,-1 0 0,1 0 0,0 0 0,0 0 0,1-1 0,1 1 0,-1-1 0,7 10 0,7 18 0,-3-2 0,2 9 0,3-2 0,34 56 0,-51-93 0,0 0 0,0 0 0,0 0 0,1-1 0,0 0 0,-1 1 0,1-1 0,0 0 0,0 0 0,0 0 0,0-1 0,1 1 0,-1-1 0,0 0 0,1 0 0,-1 0 0,0 0 0,1-1 0,-1 1 0,1-1 0,0 0 0,-1 0 0,1 0 0,4-1 0,6-1 0,1-1 0,-1-1 0,0-1 0,21-8 0,20-13 24,-1-2 0,-1-2 0,-1-2 0,83-70 0,-46 25-767,120-137 1,-174 175-6084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2:29:02.2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1 651 24575,'28'30'0,"40"58"0,8 9 0,-73-93 0,0-1 0,0-1 0,0 1 0,1 0 0,-1-1 0,1 0 0,0 1 0,0-2 0,0 1 0,0 0 0,0-1 0,0 0 0,0 0 0,0 0 0,0 0 0,1 0 0,-1-1 0,0 0 0,0 0 0,1 0 0,-1-1 0,0 1 0,0-1 0,1 0 0,3-2 0,12-4 0,-1-1 0,-1 0 0,1-2 0,19-13 0,-22 13 0,117-74 0,144-122 0,108-123 0,-212 177 0,-136 120-1365,-11 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5CF899-62D4-C042-3974-9B9994C0F6E3}"/>
              </a:ext>
            </a:extLst>
          </p:cNvPr>
          <p:cNvSpPr txBox="1"/>
          <p:nvPr/>
        </p:nvSpPr>
        <p:spPr>
          <a:xfrm>
            <a:off x="1024128" y="2967335"/>
            <a:ext cx="10820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Here  I use ChatGPT Plus to create a teaching curriculum along with code on Airflow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CD696-860D-72F7-3CBC-81278353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B3874-086E-DBD2-C8F5-0038A47057A0}"/>
              </a:ext>
            </a:extLst>
          </p:cNvPr>
          <p:cNvSpPr txBox="1"/>
          <p:nvPr/>
        </p:nvSpPr>
        <p:spPr>
          <a:xfrm>
            <a:off x="320040" y="544175"/>
            <a:ext cx="3519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Open ChatGPT Plus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4CA0F-CDBF-08E8-A5D9-45311A31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839" y="0"/>
            <a:ext cx="2828753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4296704-6B91-B6D1-B43C-F108291839E8}"/>
              </a:ext>
            </a:extLst>
          </p:cNvPr>
          <p:cNvGrpSpPr/>
          <p:nvPr/>
        </p:nvGrpSpPr>
        <p:grpSpPr>
          <a:xfrm>
            <a:off x="4489704" y="6394536"/>
            <a:ext cx="627120" cy="323640"/>
            <a:chOff x="4489704" y="6394536"/>
            <a:chExt cx="6271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FD3B6C-8BD5-43A0-9E9A-B11472B7262D}"/>
                    </a:ext>
                  </a:extLst>
                </p14:cNvPr>
                <p14:cNvContentPartPr/>
                <p14:nvPr/>
              </p14:nvContentPartPr>
              <p14:xfrm>
                <a:off x="4654224" y="6601176"/>
                <a:ext cx="385920" cy="19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FD3B6C-8BD5-43A0-9E9A-B11472B7262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6224" y="6583536"/>
                  <a:ext cx="42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E67E9FE-CA0B-F397-2B51-AA675A8B2D9E}"/>
                    </a:ext>
                  </a:extLst>
                </p14:cNvPr>
                <p14:cNvContentPartPr/>
                <p14:nvPr/>
              </p14:nvContentPartPr>
              <p14:xfrm>
                <a:off x="4910184" y="6394536"/>
                <a:ext cx="206640" cy="323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E67E9FE-CA0B-F397-2B51-AA675A8B2D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92184" y="6376896"/>
                  <a:ext cx="2422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31BF74-E416-E669-0057-74EAA29599AA}"/>
                    </a:ext>
                  </a:extLst>
                </p14:cNvPr>
                <p14:cNvContentPartPr/>
                <p14:nvPr/>
              </p14:nvContentPartPr>
              <p14:xfrm>
                <a:off x="4489704" y="6582096"/>
                <a:ext cx="583200" cy="29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31BF74-E416-E669-0057-74EAA29599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71704" y="6564456"/>
                  <a:ext cx="6188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42DD25-0046-3B3C-A049-358E667915C3}"/>
                  </a:ext>
                </a:extLst>
              </p14:cNvPr>
              <p14:cNvContentPartPr/>
              <p14:nvPr/>
            </p14:nvContentPartPr>
            <p14:xfrm>
              <a:off x="5861304" y="6644736"/>
              <a:ext cx="283320" cy="15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42DD25-0046-3B3C-A049-358E667915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43304" y="6627096"/>
                <a:ext cx="318960" cy="1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750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1F98A-55EE-1A26-8F1D-CB31ED28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0CFD6-0E66-C906-5C4C-E423F695372D}"/>
              </a:ext>
            </a:extLst>
          </p:cNvPr>
          <p:cNvSpPr txBox="1"/>
          <p:nvPr/>
        </p:nvSpPr>
        <p:spPr>
          <a:xfrm>
            <a:off x="320041" y="544175"/>
            <a:ext cx="59527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Give prompt to produce content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</a:p>
          <a:p>
            <a:r>
              <a:rPr lang="en-US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 am teaching apache airflow in mlops. Give me some teaching material for this. Explain theory and also practical that I can use to demonstrate the power of airflow. Use house price prediction as an example. If data is needed, then generate your own data.</a:t>
            </a:r>
          </a:p>
          <a:p>
            <a:r>
              <a:rPr lang="en-US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endParaRPr lang="en-IN" sz="2400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59E6DC-BFBE-1D83-7EF2-62AF225C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1232"/>
            <a:ext cx="5204881" cy="67129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616C156-9E21-19E9-BF6C-2969B83030DF}"/>
                  </a:ext>
                </a:extLst>
              </p14:cNvPr>
              <p14:cNvContentPartPr/>
              <p14:nvPr/>
            </p14:nvContentPartPr>
            <p14:xfrm>
              <a:off x="8211024" y="1667736"/>
              <a:ext cx="518400" cy="323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616C156-9E21-19E9-BF6C-2969B83030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93384" y="1650096"/>
                <a:ext cx="5540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79B603C-964D-9B74-8CC1-EFD52122ED0F}"/>
                  </a:ext>
                </a:extLst>
              </p14:cNvPr>
              <p14:cNvContentPartPr/>
              <p14:nvPr/>
            </p14:nvContentPartPr>
            <p14:xfrm>
              <a:off x="8960904" y="3189456"/>
              <a:ext cx="361440" cy="20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79B603C-964D-9B74-8CC1-EFD52122ED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43264" y="3171816"/>
                <a:ext cx="397080" cy="24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504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3DE1B-48A3-A367-4A8C-C6754C25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9FA81-0092-92CB-B0DC-F3334C3B4672}"/>
              </a:ext>
            </a:extLst>
          </p:cNvPr>
          <p:cNvSpPr txBox="1"/>
          <p:nvPr/>
        </p:nvSpPr>
        <p:spPr>
          <a:xfrm>
            <a:off x="160020" y="0"/>
            <a:ext cx="11871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Now use the output from previous step to create PPT slide deck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above whole structure into a powerpoint that I can download. 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have black background. Add visuals only if it necessary to explain a concept. </a:t>
            </a:r>
            <a:r>
              <a:rPr lang="en-US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endParaRPr lang="en-IN" sz="2400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229BA-5A87-BF36-4332-D45BFCCE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14" y="1746505"/>
            <a:ext cx="10154965" cy="47983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0C74BB-11CE-60CE-3C32-C0C7F71599FB}"/>
                  </a:ext>
                </a:extLst>
              </p14:cNvPr>
              <p14:cNvContentPartPr/>
              <p14:nvPr/>
            </p14:nvContentPartPr>
            <p14:xfrm>
              <a:off x="6096000" y="2760631"/>
              <a:ext cx="518400" cy="323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0C74BB-11CE-60CE-3C32-C0C7F71599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8000" y="2742631"/>
                <a:ext cx="554040" cy="3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88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126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</cp:revision>
  <dcterms:created xsi:type="dcterms:W3CDTF">2026-09-25T02:37:34Z</dcterms:created>
  <dcterms:modified xsi:type="dcterms:W3CDTF">2026-10-26T06:27:32Z</dcterms:modified>
</cp:coreProperties>
</file>