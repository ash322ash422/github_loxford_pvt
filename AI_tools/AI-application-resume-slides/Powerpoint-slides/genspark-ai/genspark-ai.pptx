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65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C39330-D607-1DCB-2ED2-6072CB347679}"/>
              </a:ext>
            </a:extLst>
          </p:cNvPr>
          <p:cNvSpPr txBox="1"/>
          <p:nvPr/>
        </p:nvSpPr>
        <p:spPr>
          <a:xfrm>
            <a:off x="420624" y="456522"/>
            <a:ext cx="10597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A308A-4E23-193E-3136-BCA0DCD3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39" y="1371600"/>
            <a:ext cx="12056192" cy="440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9F29-B96A-6652-CA55-A253C8DA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5E4C9C-8C58-97FD-89F4-C1033D501F05}"/>
              </a:ext>
            </a:extLst>
          </p:cNvPr>
          <p:cNvSpPr txBox="1"/>
          <p:nvPr/>
        </p:nvSpPr>
        <p:spPr>
          <a:xfrm>
            <a:off x="420624" y="456522"/>
            <a:ext cx="10597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5BFFA-CB91-462F-4BAA-0439E5B2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18" y="2031831"/>
            <a:ext cx="827838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90D0-D9A8-9874-16A0-CBD4393B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2968D3-FB45-7E40-C80B-3E5C7A484D50}"/>
              </a:ext>
            </a:extLst>
          </p:cNvPr>
          <p:cNvSpPr txBox="1"/>
          <p:nvPr/>
        </p:nvSpPr>
        <p:spPr>
          <a:xfrm>
            <a:off x="8430768" y="1188042"/>
            <a:ext cx="3913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Slides have html code.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copy and paste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47D6F-2468-9323-23BC-3C13DB6E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03" y="212099"/>
            <a:ext cx="7214260" cy="61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3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08D1-3B49-04AF-5A08-D8A0AC40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77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253</TotalTime>
  <Words>15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36</cp:revision>
  <dcterms:created xsi:type="dcterms:W3CDTF">2025-09-22T02:44:38Z</dcterms:created>
  <dcterms:modified xsi:type="dcterms:W3CDTF">2026-04-30T17:00:58Z</dcterms:modified>
</cp:coreProperties>
</file>