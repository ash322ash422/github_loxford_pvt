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90" r:id="rId15"/>
    <p:sldId id="289" r:id="rId16"/>
    <p:sldId id="291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1079 24575,'0'0'0,"0"-1"0,0 1 0,0-1 0,0 1 0,0-1 0,0 1 0,0-1 0,0 1 0,1-1 0,-1 1 0,0 0 0,0-1 0,1 1 0,-1-1 0,0 1 0,0-1 0,1 1 0,-1 0 0,0-1 0,1 1 0,-1 0 0,1-1 0,-1 1 0,0 0 0,1 0 0,-1-1 0,1 1 0,-1 0 0,1 0 0,-1 0 0,1 0 0,-1-1 0,1 1 0,-1 0 0,1 0 0,-1 0 0,1 0 0,-1 0 0,1 0 0,-1 0 0,1 1 0,-1-1 0,1 0 0,-1 0 0,1 0 0,-1 0 0,1 1 0,-1-1 0,0 0 0,1 0 0,-1 1 0,1-1 0,-1 1 0,26 15 0,-13-2 0,-1 0 0,-1 1 0,-1 0 0,0 1 0,-1 0 0,13 32 0,-11-24 0,1-1 0,21 32 0,-12-23 0,23 46 0,-28-48 0,1 0 0,21 28 0,-36-55 0,0 0 0,0-1 0,1 1 0,-1-1 0,0 0 0,1 0 0,-1 0 0,1 0 0,0 0 0,0 0 0,-1-1 0,1 1 0,0-1 0,1 0 0,-1 0 0,0 0 0,0 0 0,0 0 0,5 0 0,-3-2 0,-1 1 0,1-1 0,-1 0 0,0 0 0,1 0 0,-1-1 0,0 0 0,0 1 0,0-1 0,0-1 0,0 1 0,6-5 0,8-9 0,-1-1 0,0-1 0,-1 0 0,18-29 0,-26 37 0,133-193 0,67-88 0,-99 159 0,5 5 0,5 5 0,6 6 0,5 5 0,170-111 0,-200 157-1365,-19 14-5461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37:15.80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933 1 24575,'-3'12'0,"0"0"0,-1 0 0,0 0 0,-1 0 0,0-1 0,-1 0 0,0 0 0,0 0 0,-11 12 0,-1 4 0,-37 66 0,-79 122 0,94-157 0,-214 337 0,248-384 0,2-3 0,0 0 0,0 0 0,-1 0 0,0-1 0,-1 1 0,-7 7 0,11-14 0,0 1 0,0-1 0,0 1 0,0-1 0,0 0 0,-1 0 0,1 0 0,0 0 0,-1 0 0,1-1 0,0 1 0,-1-1 0,1 1 0,-1-1 0,1 0 0,-1 0 0,1 0 0,-1 0 0,1-1 0,0 1 0,-1-1 0,1 1 0,-1-1 0,1 0 0,0 0 0,-1 0 0,-3-2 0,-1-2 0,-1 0 0,1 0 0,0-1 0,1 1 0,-1-1 0,1-1 0,0 1 0,1-1 0,-6-9 0,-40-72 0,43 72 0,-6-16 0,-20-61 0,2 4 0,-16-77 0,64 224 0,12 14 0,-11-24 0,48 89 0,-37-85 0,-19-33 0,2 0 0,0-1 0,22 28 0,-28-41 0,0 0 0,0 0 0,1 0 0,-1-1 0,1 0 0,0 0 0,0 0 0,1-1 0,-1 0 0,1 0 0,-1-1 0,1 1 0,0-2 0,0 1 0,8 0 0,6-1 0,-1-1 0,0-1 0,1-1 0,-1-1 0,0 0 0,0-2 0,23-8 0,-11 4 0,58-10 0,-36 13 0,170-11 0,-193 16-227,-1-1-1,0-1 1,0-1-1,0-2 1,37-13-1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58:37.4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0 812 23437,'559'-812'0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58:40.3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29 444 24575,'2'-102'0,"1"46"0,-3 1 0,-2 0 0,-2 0 0,-15-65 0,12 195 0,6 26 0,4 118 0,-3-217 0,0 0 0,1-1 0,-1 1 0,0 0 0,1 0 0,-1-1 0,1 1 0,-1-1 0,1 1 0,0-1 0,0 1 0,-1-1 0,1 1 0,0-1 0,0 1 0,1-1 0,-1 0 0,0 0 0,0 0 0,1 0 0,-1 0 0,3 2 0,-1-2 0,0 0 0,0 0 0,0 0 0,0-1 0,1 1 0,-1-1 0,0 0 0,0 0 0,0 0 0,0 0 0,6-2 0,7-1 0,0-2 0,-1 0 0,27-13 0,-37 16 0,19-11 44,0-1 0,40-31 0,-38 26-792,43-24-1,-42 29-6077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5:02:35.9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0 812 23437,'559'-812'0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5:02:35.9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29 444 24575,'2'-102'0,"1"46"0,-3 1 0,-2 0 0,-2 0 0,-15-65 0,12 195 0,6 26 0,4 118 0,-3-217 0,0 0 0,1-1 0,-1 1 0,0 0 0,1 0 0,-1-1 0,1 1 0,-1-1 0,1 1 0,0-1 0,0 1 0,-1-1 0,1 1 0,0-1 0,0 1 0,1-1 0,-1 0 0,0 0 0,0 0 0,1 0 0,-1 0 0,3 2 0,-1-2 0,0 0 0,0 0 0,0 0 0,0-1 0,1 1 0,-1-1 0,0 0 0,0 0 0,0 0 0,0 0 0,6-2 0,7-1 0,0-2 0,-1 0 0,27-13 0,-37 16 0,19-11 44,0-1 0,40-31 0,-38 26-792,43-24-1,-42 29-6077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5:07:08.36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1 593 24575,'0'0'0,"0"-1"0,0 1 0,0 0 0,0 0 0,0 0 0,0 0 0,0-1 0,0 1 0,1-1 0,-1 1 0,0 0 0,0-1 0,0 1 0,0 0 0,0 0 0,0 0 0,0 0 0,0 0 0,0-1 0,1 1 0,-1 0 0,1-1 0,-1 1 0,0 0 0,0 0 0,0 0 0,1 0 0,-1 0 0,0 0 0,0 0 0,1 0 0,-1-1 0,0 1 0,0 0 0,1 0 0,-1 0 0,1 0 0,-1 0 0,0 0 0,0 0 0,0 1 0,0-1 0,1 0 0,-1 0 0,1 0 0,-1 0 0,1 0 0,-1 0 0,0 0 0,0 0 0,0 1 0,0-1 0,0 1 0,14 7 0,-6 0 0,-2 0 0,0 0 0,0 0 0,-1 1 0,1 0 0,5 17 0,-5-13 0,1 0 0,12 17 0,-8-12 0,13 25 0,-15-27 0,1 0 0,10 17 0,-19-32 0,0 1 0,0-1 0,1 1 0,-1-2 0,0 2 0,1-1 0,-1 0 0,0 0 0,2 0 0,-2 0 0,0 0 0,1 0 0,-1-1 0,2 1 0,-2 0 0,1-1 0,-1 1 0,1-1 0,3 1 0,-3-2 0,0 1 0,1 0 0,-1-1 0,1 1 0,0-1 0,-1 0 0,0 0 0,0 0 0,0 0 0,1-1 0,-1 1 0,3-2 0,5-6 0,-1-1 0,1 1 0,-2-2 0,11-14 0,-14 19 0,72-105 0,37-49 0,-54 87 0,3 4 0,2 2 0,4 3 0,2 3 0,94-61 0,-110 86-1365,-11 8-5461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5:27:14.65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1 593 24575,'0'0'0,"0"-1"0,0 1 0,0 0 0,0 0 0,0 0 0,0 0 0,0-1 0,0 1 0,1-1 0,-1 1 0,0 0 0,0-1 0,0 1 0,0 0 0,0 0 0,0 0 0,0 0 0,0 0 0,0-1 0,1 1 0,-1 0 0,1-1 0,-1 1 0,0 0 0,0 0 0,0 0 0,1 0 0,-1 0 0,0 0 0,0 0 0,1 0 0,-1-1 0,0 1 0,0 0 0,1 0 0,-1 0 0,1 0 0,-1 0 0,0 0 0,0 0 0,0 1 0,0-1 0,1 0 0,-1 0 0,1 0 0,-1 0 0,1 0 0,-1 0 0,0 0 0,0 0 0,0 1 0,0-1 0,0 1 0,14 7 0,-6 0 0,-2 0 0,0 0 0,0 0 0,-1 1 0,1 0 0,5 17 0,-5-13 0,1 0 0,12 17 0,-8-12 0,13 25 0,-15-27 0,1 0 0,10 17 0,-19-32 0,0 1 0,0-1 0,1 1 0,-1-2 0,0 2 0,1-1 0,-1 0 0,0 0 0,2 0 0,-2 0 0,0 0 0,1 0 0,-1-1 0,2 1 0,-2 0 0,1-1 0,-1 1 0,1-1 0,3 1 0,-3-2 0,0 1 0,1 0 0,-1-1 0,1 1 0,0-1 0,-1 0 0,0 0 0,0 0 0,0 0 0,1-1 0,-1 1 0,3-2 0,5-6 0,-1-1 0,1 1 0,-2-2 0,11-14 0,-14 19 0,72-105 0,37-49 0,-54 87 0,3 4 0,2 2 0,4 3 0,2 3 0,94-61 0,-110 86-1365,-11 8-5461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5:27:14.65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1 593 24575,'0'0'0,"0"-1"0,0 1 0,0 0 0,0 0 0,0 0 0,0 0 0,0-1 0,0 1 0,1-1 0,-1 1 0,0 0 0,0-1 0,0 1 0,0 0 0,0 0 0,0 0 0,0 0 0,0 0 0,0-1 0,1 1 0,-1 0 0,1-1 0,-1 1 0,0 0 0,0 0 0,0 0 0,1 0 0,-1 0 0,0 0 0,0 0 0,1 0 0,-1-1 0,0 1 0,0 0 0,1 0 0,-1 0 0,1 0 0,-1 0 0,0 0 0,0 0 0,0 1 0,0-1 0,1 0 0,-1 0 0,1 0 0,-1 0 0,1 0 0,-1 0 0,0 0 0,0 0 0,0 1 0,0-1 0,0 1 0,14 7 0,-6 0 0,-2 0 0,0 0 0,0 0 0,-1 1 0,1 0 0,5 17 0,-5-13 0,1 0 0,12 17 0,-8-12 0,13 25 0,-15-27 0,1 0 0,10 17 0,-19-32 0,0 1 0,0-1 0,1 1 0,-1-2 0,0 2 0,1-1 0,-1 0 0,0 0 0,2 0 0,-2 0 0,0 0 0,1 0 0,-1-1 0,2 1 0,-2 0 0,1-1 0,-1 1 0,1-1 0,3 1 0,-3-2 0,0 1 0,1 0 0,-1-1 0,1 1 0,0-1 0,-1 0 0,0 0 0,0 0 0,0 0 0,1-1 0,-1 1 0,3-2 0,5-6 0,-1-1 0,1 1 0,-2-2 0,11-14 0,-14 19 0,72-105 0,37-49 0,-54 87 0,3 4 0,2 2 0,4 3 0,2 3 0,94-61 0,-110 86-1365,-11 8-5461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0.xml"/><Relationship Id="rId10" Type="http://schemas.openxmlformats.org/officeDocument/2006/relationships/customXml" Target="../ink/ink13.xml"/><Relationship Id="rId4" Type="http://schemas.openxmlformats.org/officeDocument/2006/relationships/image" Target="../media/image8.png"/><Relationship Id="rId9" Type="http://schemas.openxmlformats.org/officeDocument/2006/relationships/customXml" Target="../ink/ink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A95848-265F-DC69-1DE4-6736E1CED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674471"/>
            <a:ext cx="7153656" cy="318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DF6E-6989-2DBB-EA7F-1FAEE728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1CB52E-121E-F029-4F23-6AEB9DB71932}"/>
              </a:ext>
            </a:extLst>
          </p:cNvPr>
          <p:cNvSpPr txBox="1"/>
          <p:nvPr/>
        </p:nvSpPr>
        <p:spPr>
          <a:xfrm>
            <a:off x="1737360" y="2659559"/>
            <a:ext cx="79437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Start from scratch from prompt</a:t>
            </a:r>
          </a:p>
        </p:txBody>
      </p:sp>
    </p:spTree>
    <p:extLst>
      <p:ext uri="{BB962C8B-B14F-4D97-AF65-F5344CB8AC3E}">
        <p14:creationId xmlns:p14="http://schemas.microsoft.com/office/powerpoint/2010/main" val="468323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79E4-3CFC-8755-2E90-948EBF02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D8FAC2-99AA-551F-27DE-E08699E00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50416"/>
            <a:ext cx="9840724" cy="46871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F1CB3E-A78F-F6B2-8CAF-8131DB2FC33A}"/>
              </a:ext>
            </a:extLst>
          </p:cNvPr>
          <p:cNvSpPr txBox="1"/>
          <p:nvPr/>
        </p:nvSpPr>
        <p:spPr>
          <a:xfrm>
            <a:off x="192024" y="220396"/>
            <a:ext cx="335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Start from scratch from prompt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5DF7ABD-58ED-921A-EC53-6FAD8C221AD5}"/>
                  </a:ext>
                </a:extLst>
              </p14:cNvPr>
              <p14:cNvContentPartPr/>
              <p14:nvPr/>
            </p14:nvContentPartPr>
            <p14:xfrm>
              <a:off x="5138784" y="3854376"/>
              <a:ext cx="713880" cy="572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5DF7ABD-58ED-921A-EC53-6FAD8C221A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02766" y="3818399"/>
                <a:ext cx="785556" cy="6439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563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D9842-3FC5-2B81-9E5E-4B76EF7D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92CDAB-4975-36DC-D265-260BC4161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2064556"/>
            <a:ext cx="8519013" cy="42595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E9D2D0-66CD-CC5A-FE94-098FCFF03461}"/>
              </a:ext>
            </a:extLst>
          </p:cNvPr>
          <p:cNvSpPr txBox="1"/>
          <p:nvPr/>
        </p:nvSpPr>
        <p:spPr>
          <a:xfrm>
            <a:off x="192024" y="220396"/>
            <a:ext cx="3344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Select: Create a new presentation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7ADE1ED-507D-02B2-BCDB-548F1BD5CB60}"/>
                  </a:ext>
                </a:extLst>
              </p14:cNvPr>
              <p14:cNvContentPartPr/>
              <p14:nvPr/>
            </p14:nvContentPartPr>
            <p14:xfrm>
              <a:off x="3549995" y="3609094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7ADE1ED-507D-02B2-BCDB-548F1BD5CB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3980" y="3573138"/>
                <a:ext cx="602165" cy="4969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223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0A8C7-61D8-5F22-FFD1-4B92957D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1FBF31-086C-B54A-8F77-0F34BA918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37" y="1938528"/>
            <a:ext cx="9099473" cy="4782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89CEBC-0D5C-0EB1-6793-8E834D253157}"/>
              </a:ext>
            </a:extLst>
          </p:cNvPr>
          <p:cNvSpPr txBox="1"/>
          <p:nvPr/>
        </p:nvSpPr>
        <p:spPr>
          <a:xfrm>
            <a:off x="192024" y="220396"/>
            <a:ext cx="345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following prompt.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would create a bunch of slides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726C561-460C-0333-30BA-EB22B9911A59}"/>
                  </a:ext>
                </a:extLst>
              </p14:cNvPr>
              <p14:cNvContentPartPr/>
              <p14:nvPr/>
            </p14:nvContentPartPr>
            <p14:xfrm>
              <a:off x="8531175" y="2594110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726C561-460C-0333-30BA-EB22B9911A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95160" y="2558154"/>
                <a:ext cx="602165" cy="4969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279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DE30-0B70-D0DD-2E91-796E2429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B62E72-741A-48C1-5679-B3FEC34F0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0" y="1883663"/>
            <a:ext cx="10869305" cy="4684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FAEE83-3557-7228-36D4-44E8FF462FA8}"/>
              </a:ext>
            </a:extLst>
          </p:cNvPr>
          <p:cNvSpPr txBox="1"/>
          <p:nvPr/>
        </p:nvSpPr>
        <p:spPr>
          <a:xfrm>
            <a:off x="192024" y="220396"/>
            <a:ext cx="4300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would change content of a slide: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any slide and click on bottom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50DB63-A7FD-87E9-C502-161A5FE7BF4E}"/>
                  </a:ext>
                </a:extLst>
              </p14:cNvPr>
              <p14:cNvContentPartPr/>
              <p14:nvPr/>
            </p14:nvContentPartPr>
            <p14:xfrm>
              <a:off x="3629991" y="2301502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50DB63-A7FD-87E9-C502-161A5FE7BF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93976" y="2265546"/>
                <a:ext cx="602165" cy="496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DB797E0-DDAE-6738-2929-A49A0D466609}"/>
                  </a:ext>
                </a:extLst>
              </p14:cNvPr>
              <p14:cNvContentPartPr/>
              <p14:nvPr/>
            </p14:nvContentPartPr>
            <p14:xfrm>
              <a:off x="6723504" y="5586696"/>
              <a:ext cx="406080" cy="361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DB797E0-DDAE-6738-2929-A49A0D4666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87504" y="5551056"/>
                <a:ext cx="477720" cy="43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584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75D8-B2DF-85CC-6C43-19F5AC00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C9ACDB-1A4A-0F0C-24E7-0DAA0A945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154" y="1874519"/>
            <a:ext cx="10015760" cy="4684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F123F9-A06E-90DC-282B-23EB6D0D5633}"/>
              </a:ext>
            </a:extLst>
          </p:cNvPr>
          <p:cNvSpPr txBox="1"/>
          <p:nvPr/>
        </p:nvSpPr>
        <p:spPr>
          <a:xfrm>
            <a:off x="192024" y="220396"/>
            <a:ext cx="8370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I want some additional info about some planet. Open copilot and following prompt</a:t>
            </a:r>
          </a:p>
          <a:p>
            <a:endParaRPr lang="en-US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1D48B8-2D88-F36D-0F0E-763728E731C9}"/>
                  </a:ext>
                </a:extLst>
              </p14:cNvPr>
              <p14:cNvContentPartPr/>
              <p14:nvPr/>
            </p14:nvContentPartPr>
            <p14:xfrm>
              <a:off x="9729039" y="4998982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1D48B8-2D88-F36D-0F0E-763728E731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93024" y="4963026"/>
                <a:ext cx="602165" cy="4969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0493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D6705-168A-BB75-AD0B-331E7E04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9633DF-C567-C812-E4CC-69F9809F74D3}"/>
              </a:ext>
            </a:extLst>
          </p:cNvPr>
          <p:cNvSpPr txBox="1"/>
          <p:nvPr/>
        </p:nvSpPr>
        <p:spPr>
          <a:xfrm>
            <a:off x="192024" y="220396"/>
            <a:ext cx="4611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pulled some info from web and also includes 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citation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Additional prompts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82E34-61E6-14E2-9178-750053140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54" y="1755648"/>
            <a:ext cx="10284429" cy="51023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4812234-FB09-8D6E-E189-AD33368662B0}"/>
                  </a:ext>
                </a:extLst>
              </p14:cNvPr>
              <p14:cNvContentPartPr/>
              <p14:nvPr/>
            </p14:nvContentPartPr>
            <p14:xfrm>
              <a:off x="7781367" y="5082967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4812234-FB09-8D6E-E189-AD33368662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45352" y="5047011"/>
                <a:ext cx="602165" cy="4969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155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9B70C-81C7-ECD3-B8D1-B4B99EA2A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05FF8-2AF1-0F79-A26C-524C297A121D}"/>
              </a:ext>
            </a:extLst>
          </p:cNvPr>
          <p:cNvSpPr txBox="1"/>
          <p:nvPr/>
        </p:nvSpPr>
        <p:spPr>
          <a:xfrm>
            <a:off x="192024" y="220396"/>
            <a:ext cx="5901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I want to re write some content on the slides: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the content and then click edit button -&gt; Auto-rewrite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9D406-1631-85B7-2EC7-7366D6B74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998" y="1535252"/>
            <a:ext cx="8451045" cy="51023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D67ED28-65B6-9469-4169-ACDCEF64A04D}"/>
                  </a:ext>
                </a:extLst>
              </p14:cNvPr>
              <p14:cNvContentPartPr/>
              <p14:nvPr/>
            </p14:nvContentPartPr>
            <p14:xfrm>
              <a:off x="1894957" y="5915071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D67ED28-65B6-9469-4169-ACDCEF64A0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8942" y="5879115"/>
                <a:ext cx="602165" cy="49691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4E00EDF-3A9A-6DE1-7A78-2DE33941C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227" y="4977442"/>
            <a:ext cx="2269395" cy="166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76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841B-99D3-BA68-B5C2-084DC662F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41B329-44B8-AB2F-5C6C-0C6F6FF23267}"/>
              </a:ext>
            </a:extLst>
          </p:cNvPr>
          <p:cNvSpPr txBox="1"/>
          <p:nvPr/>
        </p:nvSpPr>
        <p:spPr>
          <a:xfrm>
            <a:off x="192024" y="220396"/>
            <a:ext cx="73516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want to change the design:</a:t>
            </a:r>
          </a:p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Design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Design suggestions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Choose the one that fits your need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 can also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customize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background -&gt; choose the options -&gt;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Apply to 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C6F114-1BAF-2B65-2732-A1CA9A8A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75" y="2130551"/>
            <a:ext cx="9557066" cy="42923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15F0081-6019-CDAF-E4E9-D6E9DE777A35}"/>
                  </a:ext>
                </a:extLst>
              </p14:cNvPr>
              <p14:cNvContentPartPr/>
              <p14:nvPr/>
            </p14:nvContentPartPr>
            <p14:xfrm>
              <a:off x="6768709" y="2550079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15F0081-6019-CDAF-E4E9-D6E9DE777A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32694" y="2514123"/>
                <a:ext cx="602165" cy="496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3D934A0-749F-D410-5079-0C2E80801FF5}"/>
                  </a:ext>
                </a:extLst>
              </p14:cNvPr>
              <p14:cNvContentPartPr/>
              <p14:nvPr/>
            </p14:nvContentPartPr>
            <p14:xfrm>
              <a:off x="2688264" y="1847016"/>
              <a:ext cx="201600" cy="292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3D934A0-749F-D410-5079-0C2E80801F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0264" y="1829016"/>
                <a:ext cx="2372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88F0217-3D1A-9721-3182-67E494B3799C}"/>
                  </a:ext>
                </a:extLst>
              </p14:cNvPr>
              <p14:cNvContentPartPr/>
              <p14:nvPr/>
            </p14:nvContentPartPr>
            <p14:xfrm>
              <a:off x="2677824" y="1979856"/>
              <a:ext cx="142560" cy="159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88F0217-3D1A-9721-3182-67E494B3799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60184" y="1962216"/>
                <a:ext cx="1782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11E145B-FC93-D291-819A-8A1601168F03}"/>
                  </a:ext>
                </a:extLst>
              </p14:cNvPr>
              <p14:cNvContentPartPr/>
              <p14:nvPr/>
            </p14:nvContentPartPr>
            <p14:xfrm>
              <a:off x="5739312" y="2257399"/>
              <a:ext cx="201600" cy="292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11E145B-FC93-D291-819A-8A1601168F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21312" y="2239399"/>
                <a:ext cx="2372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2D4FC27-7BED-F037-3194-4014F4260B50}"/>
                  </a:ext>
                </a:extLst>
              </p14:cNvPr>
              <p14:cNvContentPartPr/>
              <p14:nvPr/>
            </p14:nvContentPartPr>
            <p14:xfrm>
              <a:off x="5728872" y="2390239"/>
              <a:ext cx="142560" cy="159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2D4FC27-7BED-F037-3194-4014F4260B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11232" y="2372599"/>
                <a:ext cx="178200" cy="19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1706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6F68-4348-531F-9ACB-A58D8C2D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F3F32A-E74E-6062-325A-7BE47EE10B40}"/>
              </a:ext>
            </a:extLst>
          </p:cNvPr>
          <p:cNvSpPr txBox="1"/>
          <p:nvPr/>
        </p:nvSpPr>
        <p:spPr>
          <a:xfrm>
            <a:off x="1737360" y="2659559"/>
            <a:ext cx="96103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Create presentation from pre existing document</a:t>
            </a:r>
          </a:p>
        </p:txBody>
      </p:sp>
    </p:spTree>
    <p:extLst>
      <p:ext uri="{BB962C8B-B14F-4D97-AF65-F5344CB8AC3E}">
        <p14:creationId xmlns:p14="http://schemas.microsoft.com/office/powerpoint/2010/main" val="439893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2CDB-4C6A-1E09-9AD7-12B425FCE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05D6E1-1B3E-F849-96A8-20586D83A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5" y="1623235"/>
            <a:ext cx="8558785" cy="51524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71CAFA-1213-83B8-8107-8DF119690DF1}"/>
                  </a:ext>
                </a:extLst>
              </p14:cNvPr>
              <p14:cNvContentPartPr/>
              <p14:nvPr/>
            </p14:nvContentPartPr>
            <p14:xfrm>
              <a:off x="7784751" y="2267711"/>
              <a:ext cx="392278" cy="314535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71CAFA-1213-83B8-8107-8DF119690D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48729" y="2231764"/>
                <a:ext cx="463961" cy="38606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D3CA203-83DA-5576-0F62-487DD274C9BB}"/>
              </a:ext>
            </a:extLst>
          </p:cNvPr>
          <p:cNvSpPr txBox="1"/>
          <p:nvPr/>
        </p:nvSpPr>
        <p:spPr>
          <a:xfrm>
            <a:off x="192024" y="220396"/>
            <a:ext cx="7973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reference files, use the data_for_planets.docx or use data_for_LSTM_GRU.docx</a:t>
            </a:r>
            <a:endParaRPr lang="en-US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887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CFE0-ADE4-8A70-1BC7-3621906F8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D8EC5F-7571-EA2F-44D2-44A3D822B6A3}"/>
              </a:ext>
            </a:extLst>
          </p:cNvPr>
          <p:cNvSpPr txBox="1"/>
          <p:nvPr/>
        </p:nvSpPr>
        <p:spPr>
          <a:xfrm>
            <a:off x="1737360" y="2659559"/>
            <a:ext cx="96103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professional speaker notes for each slides</a:t>
            </a:r>
          </a:p>
        </p:txBody>
      </p:sp>
    </p:spTree>
    <p:extLst>
      <p:ext uri="{BB962C8B-B14F-4D97-AF65-F5344CB8AC3E}">
        <p14:creationId xmlns:p14="http://schemas.microsoft.com/office/powerpoint/2010/main" val="2910004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C684-1C04-20AC-0112-798631DA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7B00E1-15C4-561E-41DC-730940CE1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1985308"/>
            <a:ext cx="9461025" cy="45248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C19CFB6-1945-D25B-0E49-ED25CA434505}"/>
                  </a:ext>
                </a:extLst>
              </p14:cNvPr>
              <p14:cNvContentPartPr/>
              <p14:nvPr/>
            </p14:nvContentPartPr>
            <p14:xfrm>
              <a:off x="9804381" y="5129783"/>
              <a:ext cx="392278" cy="314535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C19CFB6-1945-D25B-0E49-ED25CA4345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68359" y="5093836"/>
                <a:ext cx="463961" cy="386069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6D23096-334E-280F-791B-D8DBA43501EE}"/>
              </a:ext>
            </a:extLst>
          </p:cNvPr>
          <p:cNvSpPr txBox="1"/>
          <p:nvPr/>
        </p:nvSpPr>
        <p:spPr>
          <a:xfrm>
            <a:off x="192024" y="220396"/>
            <a:ext cx="7249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want to generate some speaker notes: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 below prompt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generates the speaker notes at the bottom for all slides (see next slide)</a:t>
            </a:r>
          </a:p>
        </p:txBody>
      </p:sp>
    </p:spTree>
    <p:extLst>
      <p:ext uri="{BB962C8B-B14F-4D97-AF65-F5344CB8AC3E}">
        <p14:creationId xmlns:p14="http://schemas.microsoft.com/office/powerpoint/2010/main" val="701814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0DDF0-B4BE-F619-F00E-43F0AE3A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BA5937-3320-6559-00EF-11E8F3AE040C}"/>
              </a:ext>
            </a:extLst>
          </p:cNvPr>
          <p:cNvSpPr txBox="1"/>
          <p:nvPr/>
        </p:nvSpPr>
        <p:spPr>
          <a:xfrm>
            <a:off x="192024" y="220396"/>
            <a:ext cx="4414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speaker notes at the bottom for all slides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332557-CFA4-9165-7777-46BA8175B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37" y="2215469"/>
            <a:ext cx="9686544" cy="45566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DB3BE7-4DC2-6821-68FA-7DAA59DFD1A2}"/>
                  </a:ext>
                </a:extLst>
              </p14:cNvPr>
              <p14:cNvContentPartPr/>
              <p14:nvPr/>
            </p14:nvContentPartPr>
            <p14:xfrm>
              <a:off x="5703722" y="5925311"/>
              <a:ext cx="392278" cy="314535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DB3BE7-4DC2-6821-68FA-7DAA59DFD1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67700" y="5889364"/>
                <a:ext cx="463961" cy="3860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4524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1524</TotalTime>
  <Words>217</Words>
  <Application>Microsoft Office PowerPoint</Application>
  <PresentationFormat>Widescreen</PresentationFormat>
  <Paragraphs>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230</cp:revision>
  <dcterms:created xsi:type="dcterms:W3CDTF">2025-09-22T02:44:38Z</dcterms:created>
  <dcterms:modified xsi:type="dcterms:W3CDTF">2026-04-20T07:20:36Z</dcterms:modified>
</cp:coreProperties>
</file>