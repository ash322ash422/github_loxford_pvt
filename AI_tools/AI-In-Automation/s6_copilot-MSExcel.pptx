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7" r:id="rId2"/>
    <p:sldId id="276" r:id="rId3"/>
    <p:sldId id="279" r:id="rId4"/>
    <p:sldId id="280" r:id="rId5"/>
    <p:sldId id="281" r:id="rId6"/>
    <p:sldId id="282" r:id="rId7"/>
    <p:sldId id="283" r:id="rId8"/>
    <p:sldId id="277" r:id="rId9"/>
    <p:sldId id="27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EBDA7-B44E-B824-B04A-1C6D1FB40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30CBECC-1E04-ECDD-F74E-9B4102478EF1}"/>
              </a:ext>
            </a:extLst>
          </p:cNvPr>
          <p:cNvSpPr txBox="1"/>
          <p:nvPr/>
        </p:nvSpPr>
        <p:spPr>
          <a:xfrm>
            <a:off x="338328" y="192453"/>
            <a:ext cx="10698480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Automated Cleanup: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 the Clean Data tool on the Data tab. Copilot will automatically scan for inconsistent spelling, extra spaces, and mismatched number formats (e.g., currency vs. text).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Step1) Open file data_messy.xlsx.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Problems: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Inconsistent text: </a:t>
            </a:r>
          </a:p>
          <a:p>
            <a:pPr lvl="1"/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“Retail Expansion” vs “retail expansion” </a:t>
            </a:r>
          </a:p>
          <a:p>
            <a:pPr lvl="1"/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“Completed” vs “completed”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Extra spaces (“ 780000”)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Mixed number formats: </a:t>
            </a:r>
          </a:p>
          <a:p>
            <a:pPr lvl="1"/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1,000,000 vs 500000 </a:t>
            </a:r>
          </a:p>
          <a:p>
            <a:pPr lvl="1"/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"two lakh" (text instead of number)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Duplicate naming inconsistencies (same project, different casing)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278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8AF1B4-A26D-F486-6AA5-BBC42B39ED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99C193B-F222-B1FB-9703-5801375483EE}"/>
              </a:ext>
            </a:extLst>
          </p:cNvPr>
          <p:cNvSpPr txBox="1"/>
          <p:nvPr/>
        </p:nvSpPr>
        <p:spPr>
          <a:xfrm>
            <a:off x="338328" y="192453"/>
            <a:ext cx="11301984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Demo: Clean Data Tool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🎯 Action: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 to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Data Tab → Clean Data (Copilot feature)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“Instead of manually fixing formatting issues, Copilot scans and standardizes the dataset automatically.”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✅ Expected Cleanup Results: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Standardized casing: </a:t>
            </a:r>
          </a:p>
          <a:p>
            <a:pPr lvl="1"/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“office upgrade” → “Office Upgrade”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Fixed status: </a:t>
            </a:r>
          </a:p>
          <a:p>
            <a:pPr lvl="1"/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“completed” → “Completed”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Removed extra spaces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Converted numbers properly: </a:t>
            </a:r>
          </a:p>
          <a:p>
            <a:pPr lvl="1"/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“1,000,000” → numeric format </a:t>
            </a:r>
          </a:p>
          <a:p>
            <a:pPr lvl="1"/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Flags or suggests fix for “two lakh”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Teaching point: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“Copilot reduces manual data cleaning effort, which is one of the most time-consuming parts of analysis.”</a:t>
            </a:r>
          </a:p>
        </p:txBody>
      </p:sp>
    </p:spTree>
    <p:extLst>
      <p:ext uri="{BB962C8B-B14F-4D97-AF65-F5344CB8AC3E}">
        <p14:creationId xmlns:p14="http://schemas.microsoft.com/office/powerpoint/2010/main" val="728317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C72D80-F2B0-E175-1DBD-B4CEB4F1D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8EE9D41-9CD4-080A-AFD1-1EA43E4FEBAB}"/>
              </a:ext>
            </a:extLst>
          </p:cNvPr>
          <p:cNvSpPr txBox="1"/>
          <p:nvPr/>
        </p:nvSpPr>
        <p:spPr>
          <a:xfrm>
            <a:off x="365760" y="2277285"/>
            <a:ext cx="113019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Prompt-Based Formatting</a:t>
            </a:r>
          </a:p>
        </p:txBody>
      </p:sp>
    </p:spTree>
    <p:extLst>
      <p:ext uri="{BB962C8B-B14F-4D97-AF65-F5344CB8AC3E}">
        <p14:creationId xmlns:p14="http://schemas.microsoft.com/office/powerpoint/2010/main" val="32703400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30267-86BC-9063-31F3-485945FC2E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D15A810-8FDF-0B66-3B9B-5EED5C483EB5}"/>
              </a:ext>
            </a:extLst>
          </p:cNvPr>
          <p:cNvSpPr txBox="1"/>
          <p:nvPr/>
        </p:nvSpPr>
        <p:spPr>
          <a:xfrm>
            <a:off x="118872" y="174165"/>
            <a:ext cx="1130198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Now open Copilot side pane.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🎯 Prompt 1 (Condition Highlighting)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Type: “ Highlight all rows where Actual Cost is greater than Budgeted Cost in light red.”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✅ Result: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Rows with cost overruns turn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light red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💡 Key point: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“This is essentially conditional formatting — but you don’t need to remember formulas.”</a:t>
            </a:r>
          </a:p>
        </p:txBody>
      </p:sp>
    </p:spTree>
    <p:extLst>
      <p:ext uri="{BB962C8B-B14F-4D97-AF65-F5344CB8AC3E}">
        <p14:creationId xmlns:p14="http://schemas.microsoft.com/office/powerpoint/2010/main" val="9314541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54F18-0CAC-18C8-EC0D-40966FA89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5E26C42-9DEF-5160-B12D-F952BD8125C5}"/>
              </a:ext>
            </a:extLst>
          </p:cNvPr>
          <p:cNvSpPr txBox="1"/>
          <p:nvPr/>
        </p:nvSpPr>
        <p:spPr>
          <a:xfrm>
            <a:off x="118872" y="174165"/>
            <a:ext cx="11301984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 2 (Top Variance Highlight)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Type: “Bold the top 5 highest variances in the Project Cost column.”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✅ Result: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Copilot calculates difference (Actual – Budget)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Highlights top 5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Key point: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“Did you notice? We didn’t even create a variance column manually.”</a:t>
            </a:r>
          </a:p>
        </p:txBody>
      </p:sp>
    </p:spTree>
    <p:extLst>
      <p:ext uri="{BB962C8B-B14F-4D97-AF65-F5344CB8AC3E}">
        <p14:creationId xmlns:p14="http://schemas.microsoft.com/office/powerpoint/2010/main" val="31373297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90A184-CC12-1ADA-B187-7963805B9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2474588-2248-EC2A-27B3-834800A2F36D}"/>
              </a:ext>
            </a:extLst>
          </p:cNvPr>
          <p:cNvSpPr txBox="1"/>
          <p:nvPr/>
        </p:nvSpPr>
        <p:spPr>
          <a:xfrm>
            <a:off x="118872" y="174165"/>
            <a:ext cx="1130198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 3: Add Variance Column (Power Move)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Prompt: “Add a new column called Variance as Actual Cost minus Budgeted Cost.”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Then: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Sort the table by Variance descending.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20334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2451FD-8B43-8880-0E32-0CCEBE5EB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54805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E1B75-886E-0812-B2FD-DD250C225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r>
              <a:rPr lang="en-US" sz="3600" dirty="0"/>
              <a:t>EXTRA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2F8BE4-9CEA-0DAD-0357-E0A8215F169D}"/>
              </a:ext>
            </a:extLst>
          </p:cNvPr>
          <p:cNvSpPr txBox="1"/>
          <p:nvPr/>
        </p:nvSpPr>
        <p:spPr>
          <a:xfrm>
            <a:off x="274320" y="933117"/>
            <a:ext cx="116586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Ffnbksdfd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Fdslj;f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Fl;ds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1459</TotalTime>
  <Words>369</Words>
  <Application>Microsoft Office PowerPoint</Application>
  <PresentationFormat>Widescreen</PresentationFormat>
  <Paragraphs>62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EXTRA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208</cp:revision>
  <dcterms:created xsi:type="dcterms:W3CDTF">2025-09-22T02:44:38Z</dcterms:created>
  <dcterms:modified xsi:type="dcterms:W3CDTF">2026-04-20T09:04:02Z</dcterms:modified>
</cp:coreProperties>
</file>