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6" r:id="rId3"/>
    <p:sldId id="278" r:id="rId4"/>
    <p:sldId id="277" r:id="rId5"/>
    <p:sldId id="280" r:id="rId6"/>
    <p:sldId id="281" r:id="rId7"/>
    <p:sldId id="282" r:id="rId8"/>
    <p:sldId id="283" r:id="rId9"/>
    <p:sldId id="284" r:id="rId10"/>
    <p:sldId id="285" r:id="rId11"/>
    <p:sldId id="279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3EA70-8198-B008-3EA9-91D5F56A0021}"/>
              </a:ext>
            </a:extLst>
          </p:cNvPr>
          <p:cNvSpPr txBox="1"/>
          <p:nvPr/>
        </p:nvSpPr>
        <p:spPr>
          <a:xfrm>
            <a:off x="210312" y="239921"/>
            <a:ext cx="109453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Setting (5–7 mins)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real estate companies like DLF Limited deal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construction sites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Hundreds of vendors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Thousands of buyers/investors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Heavy documentation (leases, compliance, reports)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Pain point: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 much repetitive manual work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D06C2-DD4B-0E85-EB2B-209188FF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CB1943-3F55-FDFE-D59C-E2F22ED3881F}"/>
              </a:ext>
            </a:extLst>
          </p:cNvPr>
          <p:cNvSpPr txBox="1"/>
          <p:nvPr/>
        </p:nvSpPr>
        <p:spPr>
          <a:xfrm>
            <a:off x="429768" y="2123585"/>
            <a:ext cx="109453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Demo Title: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"Construction Progress Report Generation – AI vs Manual"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36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877CCE-4367-FB80-BB99-66FD95B3B275}"/>
              </a:ext>
            </a:extLst>
          </p:cNvPr>
          <p:cNvSpPr txBox="1"/>
          <p:nvPr/>
        </p:nvSpPr>
        <p:spPr>
          <a:xfrm>
            <a:off x="425196" y="243763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Give Raw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3B761-5C3D-E458-12F4-D7CC5472621A}"/>
              </a:ext>
            </a:extLst>
          </p:cNvPr>
          <p:cNvSpPr txBox="1"/>
          <p:nvPr/>
        </p:nvSpPr>
        <p:spPr>
          <a:xfrm>
            <a:off x="269748" y="930438"/>
            <a:ext cx="477774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Project: Gurgaon Commercial Tower B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Date: 20 April 2026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Progress: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Foundation completed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Structure 65% complete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Electrical work started (20%)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Delay due to rain (3 days)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Cement shortage last week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- 120 workers onsite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- 5 cranes active</a:t>
            </a:r>
          </a:p>
        </p:txBody>
      </p:sp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62EF-24C0-4B02-DE2E-B9BA2F10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92051B-87F2-825D-4FC2-35DBD18D0619}"/>
              </a:ext>
            </a:extLst>
          </p:cNvPr>
          <p:cNvSpPr txBox="1"/>
          <p:nvPr/>
        </p:nvSpPr>
        <p:spPr>
          <a:xfrm>
            <a:off x="425196" y="243763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Manual output (Typical)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7F52D-1F9C-DD2C-25F8-C1D00FB9D472}"/>
              </a:ext>
            </a:extLst>
          </p:cNvPr>
          <p:cNvSpPr txBox="1"/>
          <p:nvPr/>
        </p:nvSpPr>
        <p:spPr>
          <a:xfrm>
            <a:off x="269748" y="930438"/>
            <a:ext cx="734720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Site Progress Update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construction work at Gurgaon site is going on.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is completed and structure is around 60-70%.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Electrical work has also started.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was some delay due to rain and shortage of cement.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Workers are around 120 and cranes are working.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Regards,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Site Engineer</a:t>
            </a:r>
          </a:p>
        </p:txBody>
      </p:sp>
    </p:spTree>
    <p:extLst>
      <p:ext uri="{BB962C8B-B14F-4D97-AF65-F5344CB8AC3E}">
        <p14:creationId xmlns:p14="http://schemas.microsoft.com/office/powerpoint/2010/main" val="388019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66B2-948B-DE77-EAF9-4C213257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CDAC2B-56B9-825F-CB33-C87AF92CBBA5}"/>
              </a:ext>
            </a:extLst>
          </p:cNvPr>
          <p:cNvSpPr txBox="1"/>
          <p:nvPr/>
        </p:nvSpPr>
        <p:spPr>
          <a:xfrm>
            <a:off x="425196" y="243763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AI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D9B59-F95B-4F52-E9F0-49900440110B}"/>
              </a:ext>
            </a:extLst>
          </p:cNvPr>
          <p:cNvSpPr txBox="1"/>
          <p:nvPr/>
        </p:nvSpPr>
        <p:spPr>
          <a:xfrm>
            <a:off x="269748" y="930438"/>
            <a:ext cx="79415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 professional construction progress report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 Gurgaon commercial project using the following data.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sections: Summary, Progress, Issues, Resources, Next Steps.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it concise and formal.</a:t>
            </a:r>
          </a:p>
        </p:txBody>
      </p:sp>
    </p:spTree>
    <p:extLst>
      <p:ext uri="{BB962C8B-B14F-4D97-AF65-F5344CB8AC3E}">
        <p14:creationId xmlns:p14="http://schemas.microsoft.com/office/powerpoint/2010/main" val="364138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7859-7102-D7CA-4B9C-08B272F6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A86F50-A8F8-3187-C864-B4A3A2A01374}"/>
              </a:ext>
            </a:extLst>
          </p:cNvPr>
          <p:cNvSpPr txBox="1"/>
          <p:nvPr/>
        </p:nvSpPr>
        <p:spPr>
          <a:xfrm>
            <a:off x="425196" y="243763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AI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FD17A-8224-7FA9-2DA9-B33A5F8B5323}"/>
              </a:ext>
            </a:extLst>
          </p:cNvPr>
          <p:cNvSpPr txBox="1"/>
          <p:nvPr/>
        </p:nvSpPr>
        <p:spPr>
          <a:xfrm>
            <a:off x="269748" y="930438"/>
            <a:ext cx="79415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Construction Progress Report – Gurgaon Commercial Tower B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Date: 20 April 2026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Summary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project is progressing steadily with major milestones achieved in foundation work and ongoing structural development. Minor delays were encountered due to weather and material constraints.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Progress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Foundation work: Completed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Structural development: 65% complete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Electrical work: Initiated (20% completion)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Issues &amp; Challenges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- 3-day delay due to rainfall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Temporary cement shortage last week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 next page</a:t>
            </a:r>
          </a:p>
        </p:txBody>
      </p:sp>
    </p:spTree>
    <p:extLst>
      <p:ext uri="{BB962C8B-B14F-4D97-AF65-F5344CB8AC3E}">
        <p14:creationId xmlns:p14="http://schemas.microsoft.com/office/powerpoint/2010/main" val="289813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D23C-2C69-2F02-B8E8-5FA3C54A3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D972D-7B53-B2AE-54C6-C850396D8A2B}"/>
              </a:ext>
            </a:extLst>
          </p:cNvPr>
          <p:cNvSpPr txBox="1"/>
          <p:nvPr/>
        </p:nvSpPr>
        <p:spPr>
          <a:xfrm>
            <a:off x="425196" y="243763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AI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B1A48-8945-CE67-CDC2-A028719722D5}"/>
              </a:ext>
            </a:extLst>
          </p:cNvPr>
          <p:cNvSpPr txBox="1"/>
          <p:nvPr/>
        </p:nvSpPr>
        <p:spPr>
          <a:xfrm>
            <a:off x="269748" y="930438"/>
            <a:ext cx="79415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Resources Deployed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Workforce: 120 workers onsite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Equipment: 5 cranes operational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Next Steps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Accelerate structural work to recover delay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Ensure consistent material supply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Expand electrical work coverage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Regards,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Management Team</a:t>
            </a:r>
          </a:p>
        </p:txBody>
      </p:sp>
    </p:spTree>
    <p:extLst>
      <p:ext uri="{BB962C8B-B14F-4D97-AF65-F5344CB8AC3E}">
        <p14:creationId xmlns:p14="http://schemas.microsoft.com/office/powerpoint/2010/main" val="1603754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EF72-8B67-078B-4125-BBD0BA84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541EFE-6AA3-162E-35B5-D8255EDD6282}"/>
              </a:ext>
            </a:extLst>
          </p:cNvPr>
          <p:cNvSpPr txBox="1"/>
          <p:nvPr/>
        </p:nvSpPr>
        <p:spPr>
          <a:xfrm>
            <a:off x="800100" y="345222"/>
            <a:ext cx="7941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SIDE-BY-SIDE COMPARISON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8BBD6F-3BEA-A4F5-689B-5F849F581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23849"/>
              </p:ext>
            </p:extLst>
          </p:nvPr>
        </p:nvGraphicFramePr>
        <p:xfrm>
          <a:off x="1158240" y="1468406"/>
          <a:ext cx="7647432" cy="2743200"/>
        </p:xfrm>
        <a:graphic>
          <a:graphicData uri="http://schemas.openxmlformats.org/drawingml/2006/table">
            <a:tbl>
              <a:tblPr/>
              <a:tblGrid>
                <a:gridCol w="2407920">
                  <a:extLst>
                    <a:ext uri="{9D8B030D-6E8A-4147-A177-3AD203B41FA5}">
                      <a16:colId xmlns:a16="http://schemas.microsoft.com/office/drawing/2014/main" val="268579459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1967611070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1751226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45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2–3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2–3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6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Inconsistent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Professional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02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Well-organized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412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16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Human 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16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74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AA2B-C234-B9C8-C019-EB3C9511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CC10601-E080-6601-389A-5F4FE3F42F3E}"/>
              </a:ext>
            </a:extLst>
          </p:cNvPr>
          <p:cNvSpPr txBox="1"/>
          <p:nvPr/>
        </p:nvSpPr>
        <p:spPr>
          <a:xfrm>
            <a:off x="800100" y="345222"/>
            <a:ext cx="7941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Demo (Optional – If Time)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387B2-15C0-CB88-1D96-47F5EE716628}"/>
              </a:ext>
            </a:extLst>
          </p:cNvPr>
          <p:cNvSpPr txBox="1"/>
          <p:nvPr/>
        </p:nvSpPr>
        <p:spPr>
          <a:xfrm>
            <a:off x="1147572" y="1338364"/>
            <a:ext cx="805129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this report into: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Email for investors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WhatsApp update for buyers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Internal dashboard summary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Important: Same data → multiple outputs</a:t>
            </a:r>
          </a:p>
        </p:txBody>
      </p:sp>
    </p:spTree>
    <p:extLst>
      <p:ext uri="{BB962C8B-B14F-4D97-AF65-F5344CB8AC3E}">
        <p14:creationId xmlns:p14="http://schemas.microsoft.com/office/powerpoint/2010/main" val="305212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656D-2539-851F-B5DB-7CB90687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072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1453</TotalTime>
  <Words>434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205</cp:revision>
  <dcterms:created xsi:type="dcterms:W3CDTF">2025-09-22T02:44:38Z</dcterms:created>
  <dcterms:modified xsi:type="dcterms:W3CDTF">2026-04-20T16:26:29Z</dcterms:modified>
</cp:coreProperties>
</file>