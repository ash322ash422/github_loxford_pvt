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6" r:id="rId3"/>
    <p:sldId id="277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3EA70-8198-B008-3EA9-91D5F56A0021}"/>
              </a:ext>
            </a:extLst>
          </p:cNvPr>
          <p:cNvSpPr txBox="1"/>
          <p:nvPr/>
        </p:nvSpPr>
        <p:spPr>
          <a:xfrm>
            <a:off x="210312" y="239921"/>
            <a:ext cx="10945368" cy="651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1 — What is AI? (8 minutes)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Plain-language definition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(Artificial Intelligence) is software that has been trained on enormous amounts of text — reports, books, contracts, emails, websites — and learned to read and generate human language in response to instructions.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of it as a highly literate assistant who has read everything, but needs you to tell it exactly what to produce. You remain the expert. AI is the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drafter.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AI is good at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and summarizing long documents quickly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Drafting structured text from bullet points or raw data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Rewriting content in a different tone or format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Generating first drafts that you then refine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1443</TotalTime>
  <Words>130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201</cp:revision>
  <dcterms:created xsi:type="dcterms:W3CDTF">2025-09-22T02:44:38Z</dcterms:created>
  <dcterms:modified xsi:type="dcterms:W3CDTF">2026-04-16T18:56:39Z</dcterms:modified>
</cp:coreProperties>
</file>