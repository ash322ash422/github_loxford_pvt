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2"/>
    <p:sldId id="270" r:id="rId3"/>
    <p:sldId id="271" r:id="rId4"/>
    <p:sldId id="26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22" autoAdjust="0"/>
    <p:restoredTop sz="90194" autoAdjust="0"/>
  </p:normalViewPr>
  <p:slideViewPr>
    <p:cSldViewPr snapToGrid="0">
      <p:cViewPr varScale="1">
        <p:scale>
          <a:sx n="100" d="100"/>
          <a:sy n="100" d="100"/>
        </p:scale>
        <p:origin x="120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F4871E-3672-42BE-BBA1-0BAFEE555536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EC57A-C70D-4C56-92FA-51F20B72EE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093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87D95D8-57BA-2F66-3D64-C1758F3E60B2}"/>
              </a:ext>
            </a:extLst>
          </p:cNvPr>
          <p:cNvSpPr txBox="1"/>
          <p:nvPr/>
        </p:nvSpPr>
        <p:spPr>
          <a:xfrm>
            <a:off x="447675" y="1299687"/>
            <a:ext cx="6429375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Provide inefficient code: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= [3, 5, 8]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result = []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for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range(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len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(data)):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result.append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(data[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i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] * 2)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print(result)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Select above and ask: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Refactor this code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Expected result: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result = [x * 2 for x in data]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E87FA8A-C5C7-05A1-4179-A775ECCD5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2106" y="2381250"/>
            <a:ext cx="6405003" cy="246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0108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A5FF5-1ADA-3043-DE4D-5A3E7AB81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58B7C4D-FF36-D61A-4781-C4396BCD8B81}"/>
              </a:ext>
            </a:extLst>
          </p:cNvPr>
          <p:cNvSpPr txBox="1"/>
          <p:nvPr/>
        </p:nvSpPr>
        <p:spPr>
          <a:xfrm>
            <a:off x="2324100" y="204312"/>
            <a:ext cx="821809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Improve Performance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Ask: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Optimize this to handle millions of rows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841992-777D-F57F-BA41-2BBFE500E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247" y="2800351"/>
            <a:ext cx="9980952" cy="350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0755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59A29-5E90-2B87-DA34-B30D95662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2A23FA-E017-D26D-F926-072E227BD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558" y="635629"/>
            <a:ext cx="8893641" cy="5586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395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4C0A1-4C72-98C9-2DC7-815FCD5E8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9866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438</TotalTime>
  <Words>74</Words>
  <Application>Microsoft Office PowerPoint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91</cp:revision>
  <dcterms:created xsi:type="dcterms:W3CDTF">2025-09-22T02:44:38Z</dcterms:created>
  <dcterms:modified xsi:type="dcterms:W3CDTF">2026-06-26T05:42:15Z</dcterms:modified>
</cp:coreProperties>
</file>