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6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49882A-66F2-64F9-28DD-7C011251C924}"/>
              </a:ext>
            </a:extLst>
          </p:cNvPr>
          <p:cNvSpPr txBox="1"/>
          <p:nvPr/>
        </p:nvSpPr>
        <p:spPr>
          <a:xfrm>
            <a:off x="752475" y="319080"/>
            <a:ext cx="11220450" cy="4505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Prompting Tips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the difference between vague and specific prompts.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Weak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Prompt</a:t>
            </a: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 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code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Prompt:  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a Python function that reads a CSV file using pandas and returns the top 5 employees by salary.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b="1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Best Prompt: </a:t>
            </a:r>
            <a:r>
              <a:rPr lang="en-US" sz="2400" b="1" i="1" kern="10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 </a:t>
            </a:r>
            <a:r>
              <a:rPr lang="en-US" sz="2400" b="1" i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Python function using pandas that reads employee.csv, handles missing values, sorts employees by salary descending, and returns the top 5 employees.</a:t>
            </a:r>
          </a:p>
        </p:txBody>
      </p:sp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90004-AD5F-A89D-AEC3-6CCD3AE25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75" y="239382"/>
            <a:ext cx="8392049" cy="637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438</TotalTime>
  <Words>72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97</cp:revision>
  <dcterms:created xsi:type="dcterms:W3CDTF">2025-09-22T02:44:38Z</dcterms:created>
  <dcterms:modified xsi:type="dcterms:W3CDTF">2026-10-09T14:59:25Z</dcterms:modified>
</cp:coreProperties>
</file>