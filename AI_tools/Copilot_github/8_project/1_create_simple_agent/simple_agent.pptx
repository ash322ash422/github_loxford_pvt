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161925" y="1623537"/>
            <a:ext cx="42195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 simple agent using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 me design a simple agent.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LLM.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have the key.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will use this to explain what an agent is capable of doing and its use case.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76EBF-0FF5-876F-2E54-06514105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43" y="0"/>
            <a:ext cx="7347657" cy="63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409</TotalTime>
  <Words>41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89</cp:revision>
  <dcterms:created xsi:type="dcterms:W3CDTF">2025-09-22T02:44:38Z</dcterms:created>
  <dcterms:modified xsi:type="dcterms:W3CDTF">2026-06-26T05:13:15Z</dcterms:modified>
</cp:coreProperties>
</file>