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7" r:id="rId2"/>
    <p:sldId id="276" r:id="rId3"/>
    <p:sldId id="27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2:13:35.5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0 380 24575,'2'0'0,"-1"1"0,0-1 0,0 1 0,1-1 0,-1 1 0,0 0 0,0-1 0,0 1 0,0 0 0,0 0 0,0 0 0,0 0 0,0 0 0,0 0 0,0 0 0,0 0 0,-1 0 0,1 0 0,0 1 0,0 1 0,15 35 0,-10-22 0,9 11 0,0-1 0,2 0 0,33 37 0,-47-60 0,0 0 0,0 0 0,0-1 0,0 1 0,1-1 0,-1 0 0,1 0 0,-1 0 0,1 0 0,0-1 0,0 0 0,0 1 0,0-1 0,0-1 0,0 1 0,0 0 0,0-1 0,0 0 0,0 0 0,0 0 0,0-1 0,0 1 0,0-1 0,0 0 0,5-2 0,10-3 0,-1-2 0,0 0 0,0-1 0,17-12 0,-23 14 0,476-328 0,-310 205 0,-101 75-1365,-20 13-5461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2:13:37.6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1 176 24575,'0'4'0,"4"11"0,2 10 0,-1 7 0,4 9 0,4-1 0,0 0 0,2-1 0,8-12 0,21-24 0,24-30 0,23-22 0,21-21 0,14-11 0,-2 3 0,-9 3 0,-24 14-8191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2:13:38.8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98 24575,'0'0'0,"1"1"0,0-1 0,0 0 0,0 1 0,-1-1 0,1 1 0,0 0 0,0-1 0,-1 1 0,1 0 0,-1-1 0,1 1 0,0 0 0,-1 0 0,0-1 0,1 1 0,-1 0 0,1 0 0,-1 0 0,0 0 0,1-1 0,-1 1 0,0 0 0,0 0 0,0 1 0,6 31 0,-5-25 0,50 190 0,-51-196 0,1 0 0,-1 0 0,1-1 0,-1 1 0,1 0 0,0-1 0,0 1 0,-1 0 0,1-1 0,0 1 0,1-1 0,-1 0 0,0 1 0,0-1 0,1 0 0,-1 1 0,0-1 0,1 0 0,-1 0 0,1 0 0,0-1 0,-1 1 0,1 0 0,0 0 0,-1-1 0,1 1 0,0-1 0,0 0 0,0 1 0,-1-1 0,4 0 0,3-1 0,1-1 0,-1 0 0,0 0 0,0 0 0,14-8 0,-15 7 0,308-155 0,-83 37 0,-119 70-1365,-19 11-5461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2:13:40.1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0 285 24575,'3'2'0,"0"1"0,0-1 0,-1 0 0,0 1 0,1-1 0,-1 1 0,0 0 0,0-1 0,0 1 0,-1 0 0,1 1 0,-1-1 0,2 4 0,2 3 0,74 124 0,-78-132 0,0-1 0,0 1 0,0 0 0,1-1 0,-1 1 0,0-1 0,0 0 0,1 1 0,-1-1 0,1 0 0,-1 0 0,1 0 0,0 0 0,-1 0 0,1 0 0,0-1 0,-1 1 0,1 0 0,0-1 0,0 1 0,0-1 0,0 0 0,0 0 0,0 0 0,-1 0 0,1 0 0,0 0 0,2 0 0,4-3 0,-1 0 0,0 0 0,0-1 0,-1 1 0,1-1 0,7-6 0,-14 9 0,320-195 98,54-38-1561,-329 200-5363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2:13:44.3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0 180 24575,'0'4'0,"0"7"0,0 4 0,0 14 0,0 5 0,4 2 0,6-5 0,19-8 0,34-13 0,33-16 0,25-20 0,15-14 0,-4-18 0,-7-8 0,-15 8 0,-23 9 0,-18 9 0,-19 10-8191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2:13:47.4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0 370 24575,'2'1'0,"1"-1"0,-1 1 0,0-1 0,1 1 0,-1 0 0,0 0 0,0 0 0,1 0 0,-1 0 0,0 1 0,0-1 0,0 1 0,-1-1 0,1 1 0,3 3 0,25 34 0,-19-23 0,12 13 0,-1 2 0,-2 0 0,27 58 0,-46-86 0,1 0 0,-1 0 0,1 0 0,0 0 0,0-1 0,0 1 0,0-1 0,0 1 0,0-1 0,1 0 0,-1 0 0,1 0 0,-1 0 0,1 0 0,0 0 0,0-1 0,0 1 0,0-1 0,0 0 0,0 0 0,0 0 0,0 0 0,1-1 0,-1 1 0,0-1 0,1 0 0,-1 0 0,0 0 0,0 0 0,5-2 0,9-1 0,0-2 0,0 0 0,-1-1 0,28-14 0,-16 7 0,285-123 0,550-257 0,-757 340-1365,-30 16-5461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2:13:49.8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15 24575,'1'8'0,"0"-1"0,0 0 0,0 0 0,1 1 0,0-1 0,1 0 0,0-1 0,5 11 0,37 56 0,-23-39 0,-20-29 0,1-1 0,-1 0 0,1-1 0,0 1 0,0 0 0,0-1 0,0 0 0,1 1 0,-1-1 0,1-1 0,0 1 0,0 0 0,0-1 0,0 0 0,0 0 0,1 0 0,7 2 0,-5-4 0,0 1 0,0-1 0,0 0 0,0-1 0,0 1 0,0-1 0,0-1 0,0 0 0,0 0 0,12-5 0,10-6 0,-1-2 0,0 0 0,-2-2 0,0-1 0,-1-2 0,45-43 0,-56 52-47,0 1 1,0 0-1,31-14 0,-22 11-1131,-4 3-5648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2:13:50.8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0 187 24575,'1'22'0,"1"1"0,1 0 0,1-1 0,0 1 0,2-1 0,1-1 0,0 1 0,18 34 0,-25-55 0,1 0 0,-1 0 0,1 0 0,-1 0 0,0 0 0,1 0 0,0 0 0,-1 0 0,1 0 0,0 0 0,-1 0 0,1 0 0,0-1 0,0 1 0,0 0 0,-1-1 0,1 1 0,0 0 0,0-1 0,0 1 0,0-1 0,0 1 0,1-1 0,-1 0 0,0 1 0,0-1 0,0 0 0,0 0 0,0 0 0,0 0 0,0 0 0,1 0 0,-1 0 0,0 0 0,2-1 0,2-1 0,-1-1 0,1 0 0,-1 0 0,1 0 0,-1-1 0,6-6 0,0 1 0,119-100-656,241-155-1,-366 262 605,37-26-6774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2:13:53.1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585 90 24575,'-1'3'0,"1"-1"0,-1 0 0,1 1 0,-1-1 0,0 1 0,0-1 0,0 0 0,0 0 0,0 1 0,-1-1 0,1 0 0,-1 0 0,1 0 0,-1 0 0,-3 2 0,-33 27 0,23-20 0,-129 93 0,-14 11 0,131-93 0,0 2 0,2 1 0,-32 39 0,49-52 0,1 0 0,0 1 0,1-1 0,0 1 0,1 1 0,0-1 0,1 1 0,-3 19 0,0 14 0,-2 54 0,8-87 0,1 0 0,0 0 0,1 0 0,0 0 0,1 0 0,1 0 0,5 18 0,-4-23 0,0 0 0,0 0 0,1-1 0,0 1 0,1-1 0,0 0 0,0-1 0,1 1 0,0-1 0,0-1 0,14 11 0,15 8 0,2-1 0,1-2 0,0-2 0,82 29 0,-56-28 0,2-3 0,103 15 0,-124-27 0,0-3 0,0-1 0,1-3 0,79-10 0,-96 3 0,-1-1 0,0-1 0,0-1 0,-1-2 0,41-25 0,0 1 0,-26 17 0,-2-3 0,0-1 0,-2-2 0,64-55 0,-89 68 0,-1 0 0,0-1 0,-1-1 0,-1 0 0,0-1 0,-1 0 0,-1 0 0,-1-1 0,0-1 0,-1 1 0,0-1 0,-2 0 0,0 0 0,4-35 0,-7 28 0,0 0 0,-2 0 0,-1 0 0,-1 0 0,-1 0 0,-1 0 0,-10-33 0,10 45 0,-1 0 0,0 1 0,-1 0 0,0 0 0,-1 0 0,-1 1 0,0 0 0,0 0 0,-1 1 0,0 0 0,-1 1 0,0 0 0,0 0 0,-1 1 0,-14-8 0,-209-127 0,207 129 0,1 1 0,-2 1 0,1 1 0,-2 1 0,1 2 0,-1 1 0,-44-5 0,1-6 0,60 14 0,0 0 0,0 1 0,0 1 0,-1 0 0,1 0 0,-22 1 0,2 4-1365,4 0-5461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2:13:54.1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24575,'5'0'0,"1"5"0,-1 5 0,0 5 0,-2 5 0,-1 3 0,-1 7 0,-1 1 0,0 1 0,0 4 0,0-1 0,0 3 0,0-1 0,-1-3 0,1-6-8191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customXml" Target="../ink/ink6.xml"/><Relationship Id="rId18" Type="http://schemas.openxmlformats.org/officeDocument/2006/relationships/image" Target="../media/image10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7.png"/><Relationship Id="rId17" Type="http://schemas.openxmlformats.org/officeDocument/2006/relationships/customXml" Target="../ink/ink8.xml"/><Relationship Id="rId2" Type="http://schemas.openxmlformats.org/officeDocument/2006/relationships/image" Target="../media/image2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6.png"/><Relationship Id="rId19" Type="http://schemas.openxmlformats.org/officeDocument/2006/relationships/customXml" Target="../ink/ink9.xml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4" Type="http://schemas.openxmlformats.org/officeDocument/2006/relationships/image" Target="../media/image8.png"/><Relationship Id="rId22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164D67-C4B4-9A68-A57A-05662D4C7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824548"/>
            <a:ext cx="9630054" cy="603398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DE50DE8-FC66-AFB5-725E-215EB9A39528}"/>
                  </a:ext>
                </a:extLst>
              </p14:cNvPr>
              <p14:cNvContentPartPr/>
              <p14:nvPr/>
            </p14:nvContentPartPr>
            <p14:xfrm>
              <a:off x="8522064" y="4206816"/>
              <a:ext cx="418680" cy="226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DE50DE8-FC66-AFB5-725E-215EB9A3952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04064" y="4188816"/>
                <a:ext cx="45432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2ACAE1E-E8A8-5CB9-35CF-CB9B31168D0A}"/>
                  </a:ext>
                </a:extLst>
              </p14:cNvPr>
              <p14:cNvContentPartPr/>
              <p14:nvPr/>
            </p14:nvContentPartPr>
            <p14:xfrm>
              <a:off x="5943384" y="2259216"/>
              <a:ext cx="309600" cy="159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2ACAE1E-E8A8-5CB9-35CF-CB9B31168D0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25744" y="2241576"/>
                <a:ext cx="34524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1BA5BC2-3B52-94A4-F72E-C7EE6B3948AF}"/>
                  </a:ext>
                </a:extLst>
              </p14:cNvPr>
              <p14:cNvContentPartPr/>
              <p14:nvPr/>
            </p14:nvContentPartPr>
            <p14:xfrm>
              <a:off x="6437304" y="2744496"/>
              <a:ext cx="338400" cy="1414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1BA5BC2-3B52-94A4-F72E-C7EE6B3948A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19664" y="2726496"/>
                <a:ext cx="37404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A265B35-A1A5-CB2E-D7CA-9B489B9EC608}"/>
                  </a:ext>
                </a:extLst>
              </p14:cNvPr>
              <p14:cNvContentPartPr/>
              <p14:nvPr/>
            </p14:nvContentPartPr>
            <p14:xfrm>
              <a:off x="6930864" y="3207456"/>
              <a:ext cx="344880" cy="1785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A265B35-A1A5-CB2E-D7CA-9B489B9EC60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912864" y="3189456"/>
                <a:ext cx="38052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86671E4-250E-8206-E742-1EC9B07D342E}"/>
                  </a:ext>
                </a:extLst>
              </p14:cNvPr>
              <p14:cNvContentPartPr/>
              <p14:nvPr/>
            </p14:nvContentPartPr>
            <p14:xfrm>
              <a:off x="10250424" y="5485536"/>
              <a:ext cx="371520" cy="1346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86671E4-250E-8206-E742-1EC9B07D342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232424" y="5467536"/>
                <a:ext cx="40716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381B832-77EB-DF0D-9810-931876CEE93D}"/>
                  </a:ext>
                </a:extLst>
              </p14:cNvPr>
              <p14:cNvContentPartPr/>
              <p14:nvPr/>
            </p14:nvContentPartPr>
            <p14:xfrm>
              <a:off x="5577984" y="5855976"/>
              <a:ext cx="638640" cy="2430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381B832-77EB-DF0D-9810-931876CEE93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559984" y="5838336"/>
                <a:ext cx="67428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27EFDC0-2ABB-E136-46C1-DC95121E64C8}"/>
                  </a:ext>
                </a:extLst>
              </p14:cNvPr>
              <p14:cNvContentPartPr/>
              <p14:nvPr/>
            </p14:nvContentPartPr>
            <p14:xfrm>
              <a:off x="3685104" y="1448496"/>
              <a:ext cx="219600" cy="918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27EFDC0-2ABB-E136-46C1-DC95121E64C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667104" y="1430496"/>
                <a:ext cx="25524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CD88FD7-5D7E-2912-2CA3-E890ECC706B1}"/>
                  </a:ext>
                </a:extLst>
              </p14:cNvPr>
              <p14:cNvContentPartPr/>
              <p14:nvPr/>
            </p14:nvContentPartPr>
            <p14:xfrm>
              <a:off x="3959064" y="1642896"/>
              <a:ext cx="246240" cy="1591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CD88FD7-5D7E-2912-2CA3-E890ECC706B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941064" y="1624896"/>
                <a:ext cx="281880" cy="19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12C6E082-83E9-BBEA-AD1F-E520B2E8E0D2}"/>
              </a:ext>
            </a:extLst>
          </p:cNvPr>
          <p:cNvGrpSpPr/>
          <p:nvPr/>
        </p:nvGrpSpPr>
        <p:grpSpPr>
          <a:xfrm>
            <a:off x="109584" y="6304536"/>
            <a:ext cx="604800" cy="456120"/>
            <a:chOff x="109584" y="6304536"/>
            <a:chExt cx="604800" cy="45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4F79E70-DE9C-5D9D-3778-ED347985CB38}"/>
                    </a:ext>
                  </a:extLst>
                </p14:cNvPr>
                <p14:cNvContentPartPr/>
                <p14:nvPr/>
              </p14:nvContentPartPr>
              <p14:xfrm>
                <a:off x="109584" y="6304536"/>
                <a:ext cx="604800" cy="456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4F79E70-DE9C-5D9D-3778-ED347985CB3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1944" y="6286536"/>
                  <a:ext cx="64044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4EAA6C9-D6F3-68A8-C19E-7AA6441D33BA}"/>
                    </a:ext>
                  </a:extLst>
                </p14:cNvPr>
                <p14:cNvContentPartPr/>
                <p14:nvPr/>
              </p14:nvContentPartPr>
              <p14:xfrm>
                <a:off x="347184" y="6446376"/>
                <a:ext cx="10080" cy="1350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4EAA6C9-D6F3-68A8-C19E-7AA6441D33B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29184" y="6428376"/>
                  <a:ext cx="45720" cy="170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95595F4-7AE5-D96E-F2A8-708A6523ABCD}"/>
              </a:ext>
            </a:extLst>
          </p:cNvPr>
          <p:cNvSpPr txBox="1"/>
          <p:nvPr/>
        </p:nvSpPr>
        <p:spPr>
          <a:xfrm>
            <a:off x="3493008" y="402336"/>
            <a:ext cx="1640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Global Settings</a:t>
            </a: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621792" y="430197"/>
            <a:ext cx="11658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cases of Claude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D12781-49EA-EAA0-74FD-5AC19E966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936" y="1618413"/>
            <a:ext cx="6438295" cy="3621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1341</TotalTime>
  <Words>6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201</cp:revision>
  <dcterms:created xsi:type="dcterms:W3CDTF">2025-09-22T02:44:38Z</dcterms:created>
  <dcterms:modified xsi:type="dcterms:W3CDTF">2026-08-07T15:52:58Z</dcterms:modified>
</cp:coreProperties>
</file>