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81" r:id="rId3"/>
    <p:sldId id="280" r:id="rId4"/>
    <p:sldId id="275" r:id="rId5"/>
    <p:sldId id="282" r:id="rId6"/>
    <p:sldId id="283" r:id="rId7"/>
    <p:sldId id="285" r:id="rId8"/>
    <p:sldId id="284" r:id="rId9"/>
    <p:sldId id="286" r:id="rId10"/>
    <p:sldId id="2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1:06.305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1533 104 24575,'-1'-2'0,"1"1"0,-1 0 0,0 0 0,1-1 0,-1 1 0,0 0 0,0 0 0,0 0 0,0 0 0,0 0 0,0 0 0,-1 0 0,1 1 0,0-1 0,0 0 0,0 1 0,-1-1 0,1 1 0,0-1 0,-1 1 0,1 0 0,-3-1 0,-36-9 0,36 10 0,-173-31 0,-1 8 0,-1 8 0,-268 11 0,430 5 0,-1 2 0,1 0 0,-1 1 0,1 1 0,0 0 0,0 1 0,-18 10 0,-105 66 0,99-56 0,29-18 0,0 0 0,1 1 0,0 0 0,0 0 0,1 1 0,0 1 0,1-1 0,0 2 0,0-1 0,-10 21 0,15-24 0,1 0 0,0 0 0,1 0 0,-1 1 0,2 0 0,-1-1 0,1 1 0,0 0 0,1-1 0,0 1 0,0 0 0,1 0 0,0-1 0,1 1 0,0 0 0,0-1 0,1 0 0,6 15 0,6 6 0,1-1 0,2 0 0,0-1 0,2-1 0,1-1 0,1 0 0,35 28 0,187 137 0,-84-84 0,4-6 0,4-8 0,5-7 0,2-8 0,4-8 0,313 78 0,-404-124 0,-51-12 0,1-1 0,0-2 0,0-2 0,56 2 0,4-7 0,-17 0 0,89-10 0,-163 7 0,1 0 0,-1 0 0,0 0 0,0-1 0,0 0 0,0 0 0,-1 0 0,1-1 0,-1 0 0,0-1 0,0 1 0,-1-1 0,6-6 0,10-11 0,-2-1 0,16-26 0,2-1 0,-27 36 0,0 0 0,-2-1 0,0 0 0,0 0 0,-2-1 0,0 0 0,0 0 0,-2-1 0,0 1 0,-1-1 0,0 0 0,-2 0 0,0 0 0,-1 0 0,0-1 0,-2 1 0,0 0 0,-1 1 0,0-1 0,-1 0 0,-1 1 0,-1 0 0,0 0 0,-14-23 0,-10-10 0,-2 3 0,-2 0 0,-2 2 0,-2 2 0,-2 1 0,-1 2 0,-58-41 0,-345-205 0,413 270 0,1 0 0,-63-18 0,52 19 0,-15-8 0,-58-32 0,74 33 0,-2 2 0,0 1 0,-61-16 0,67 25-1365,4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1:22.31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1 348 24575,'1'0'0,"0"0"0,0 0 0,0 1 0,0-1 0,-1 1 0,1-1 0,0 1 0,0-1 0,0 1 0,-1 0 0,1-1 0,0 1 0,0 0 0,-1-1 0,1 1 0,-1 0 0,1 0 0,-1 0 0,1 0 0,-1-1 0,1 1 0,-1 0 0,0 0 0,1 0 0,-1 1 0,9 34 0,-5-17 0,110 263 0,-114-280 0,1 1 0,0-1 0,0 0 0,0 0 0,0 0 0,0 0 0,0 0 0,1 0 0,-1 0 0,1 0 0,-1 0 0,1-1 0,0 1 0,0-1 0,-1 1 0,1-1 0,0 0 0,0 0 0,1 1 0,-1-1 0,0-1 0,0 1 0,4 1 0,-1-3 0,0 1 0,0-1 0,-1 0 0,1-1 0,0 1 0,-1-1 0,1 0 0,-1 0 0,1 0 0,-1-1 0,6-4 0,84-58 0,111-101 0,-116 90 0,121-79 0,170-57-1365,-290 167-5461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3:55.56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77 24575,'0'-1'0,"0"1"0,0-1 0,1 1 0,-1-1 0,0 1 0,0-1 0,0 1 0,1-1 0,-1 1 0,0-1 0,1 1 0,-1-1 0,0 1 0,1-1 0,-1 1 0,1 0 0,-1-1 0,0 1 0,1-1 0,-1 1 0,1 0 0,-1 0 0,1-1 0,-1 1 0,1 0 0,-1 0 0,1 0 0,0 0 0,-1-1 0,1 1 0,-1 0 0,1 0 0,-1 0 0,1 0 0,0 0 0,-1 1 0,1-1 0,-1 0 0,1 0 0,-1 0 0,1 0 0,-1 0 0,2 1 0,24 10 0,-8 5 0,-1 1 0,0 0 0,-2 1 0,0 1 0,-1 1 0,16 28 0,15 19 0,52 83 0,-63-95 0,-32-52 0,-1-1 0,0 1 0,1-1 0,0 0 0,-1 1 0,1-1 0,0 0 0,0 0 0,0 0 0,0 0 0,1-1 0,-1 1 0,1-1 0,-1 1 0,1-1 0,-1 0 0,1 0 0,-1 0 0,1 0 0,4 0 0,-2-1 0,0-1 0,0 1 0,0-1 0,0-1 0,0 1 0,0-1 0,0 0 0,0 0 0,-1 0 0,1 0 0,5-5 0,42-28 0,-2-3 0,-1-2 0,59-64 0,1 1 0,70-62-1365,-143 131-5461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3:57.11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1 338 24575,'0'-4'0,"0"-6"0,8-6 0,4-9 0,3 1 0,4-5 0,3 2 0,-2-2 0,-1 3 0,2 2 0,0 1 0,-2 0 0,-1 4 0,2 0 0,1 0 0,-3-1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5:29.400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1 704 24575,'1'21'0,"1"0"0,0 0 0,2 0 0,1 0 0,0 0 0,2-1 0,0 0 0,1 0 0,2-1 0,21 36 0,-29-52 0,0 0 0,0-1 0,0 1 0,0-1 0,1 0 0,-1 1 0,1-1 0,-1 0 0,1 0 0,0-1 0,0 1 0,0 0 0,0-1 0,0 0 0,0 0 0,0 0 0,0 0 0,0 0 0,1-1 0,-1 1 0,0-1 0,0 0 0,1 0 0,-1 0 0,0 0 0,1-1 0,-1 1 0,0-1 0,0 0 0,4-1 0,9-5 0,-1 0 0,0-1 0,0-1 0,25-20 0,-12 8 0,687-545 0,-360 275-1365,-275 234-5461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6:14.817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0 331 24575,'9'11'0,"-1"0"0,-1 0 0,0 1 0,0 0 0,-1 1 0,-1-1 0,0 1 0,4 17 0,4 8 0,-7-20 0,-3-7 0,1-1 0,0 0 0,12 20 0,-15-28 0,0 0 0,1 0 0,-1 0 0,1 0 0,0 0 0,0 0 0,0-1 0,0 1 0,0-1 0,0 1 0,0-1 0,0 0 0,0 1 0,1-1 0,-1 0 0,0-1 0,1 1 0,-1 0 0,1-1 0,-1 1 0,1-1 0,4 0 0,10-2 0,0 0 0,-1-1 0,1-1 0,-1-1 0,20-8 0,81-41 0,-92 42 0,64-38 0,-2-4 0,151-123 0,-44 28 0,-133 106-1365,-15 10-5461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6:16.82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1 350 24575,'5'6'0,"0"0"0,-1 0 0,1 1 0,-1 0 0,0-1 0,-1 1 0,0 1 0,0-1 0,0 0 0,-1 1 0,2 9 0,-1-6 0,0 0 0,1 0 0,9 19 0,-12-27 0,1-1 0,0 0 0,0 1 0,0-1 0,1 0 0,-1-1 0,0 1 0,1 0 0,-1-1 0,1 1 0,-1-1 0,1 0 0,0 0 0,0 0 0,-1 0 0,1 0 0,0 0 0,0-1 0,0 0 0,0 1 0,0-1 0,0 0 0,0 0 0,0-1 0,0 1 0,-1-1 0,1 1 0,0-1 0,0 0 0,3-2 0,14-4 0,-1 0 0,0-2 0,22-12 0,-29 14 0,375-225 0,-121 68 0,-188 119-1365,-15 9-5461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7:10.609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1 310 24575,'5'1'0,"-1"0"0,1 0 0,0 0 0,0 0 0,-1 1 0,1 0 0,-1 0 0,0 0 0,1 1 0,-1-1 0,0 1 0,0 0 0,-1 0 0,1 1 0,3 3 0,50 63 0,-50-62 0,6 11 0,-8-10 0,2 0 0,-1 0 0,1-1 0,0 0 0,10 8 0,-16-14 0,1-1 0,0 0 0,0 0 0,0 1 0,0-1 0,0 0 0,0-1 0,0 1 0,0 0 0,0 0 0,0-1 0,0 0 0,1 1 0,-1-1 0,0 0 0,0 0 0,1 0 0,-1 0 0,0 0 0,0-1 0,0 1 0,0-1 0,1 1 0,-1-1 0,0 0 0,0 0 0,0 0 0,0 0 0,0 0 0,2-3 0,10-6 0,-2-2 0,20-21 0,3-4 0,369-324-1365,-342 310-5461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37:12.837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0 409 24575,'4'0'0,"0"1"0,0-1 0,0 1 0,-1-1 0,1 1 0,0 0 0,0 0 0,-1 1 0,1-1 0,-1 1 0,1 0 0,-1 0 0,0 0 0,6 4 0,-1 2 0,-1 0 0,0 0 0,11 16 0,-12-15 0,0-1 0,1 1 0,-1-2 0,10 9 0,-14-14 0,1 0 0,1 0 0,-1 0 0,0 0 0,0 0 0,1-1 0,-1 1 0,1-1 0,-1 0 0,1 0 0,0 0 0,-1-1 0,1 1 0,0-1 0,5 0 0,1-1 0,1-1 0,-1 0 0,0-1 0,0 0 0,0 0 0,0-1 0,-1 0 0,0-1 0,16-10 0,82-66 0,-63 46 0,383-315-1365,-374 310-5461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45:47.147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85 24575,'0'-1'0,"2"0"0,-1 0 0,0 1 0,0-1 0,0 1 0,0-1 0,0 1 0,0-1 0,1 1 0,-1 0 0,0 0 0,0-1 0,0 1 0,1 0 0,-1 0 0,0 0 0,0 0 0,1 1 0,-1-1 0,0 0 0,0 0 0,0 1 0,1-1 0,-1 1 0,0-1 0,0 1 0,0-1 0,0 1 0,0 0 0,0-1 0,0 1 0,0 0 0,0 0 0,0 0 0,1 1 0,28 36 0,-11-7 0,79 121 0,-96-150 0,0 1 0,0-1 0,0 1 0,0-1 0,1 0 0,-1 0 0,1 0 0,0 0 0,-1 0 0,1 0 0,0-1 0,0 0 0,0 1 0,0-1 0,0 0 0,1 0 0,-1-1 0,0 1 0,0-1 0,1 0 0,-1 1 0,0-2 0,0 1 0,1 0 0,-1 0 0,0-1 0,0 0 0,0 0 0,0 0 0,1 0 0,2-2 0,10-4 0,0-2 0,0 0 0,-1-1 0,21-18 0,-12 9 0,263-194-1365,-237 174-5461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45:50.87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50 24575,'4'0'0,"6"8"0,6 4 0,0 3 0,1 0 0,3 5 0,2 4 0,1 2 0,6-7 0,-2-12 0,-2-11 0,8-9 0,8-16 0,4-7 0,4-1 0,2-4 0,-7 6-8191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45:52.708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1 310 24575,'0'6'0,"-1"12"0,1-1 0,1 1 0,1 0 0,1-1 0,5 19 0,-8-34 0,1 1 0,0 0 0,0-1 0,1 1 0,-1 0 0,1-1 0,-1 0 0,1 1 0,0-1 0,0 0 0,0 0 0,0 0 0,0 0 0,0 0 0,0 0 0,4 1 0,-3-2 0,0 0 0,0 0 0,0-1 0,0 1 0,0-1 0,0 0 0,0 0 0,0 0 0,0 0 0,0-1 0,0 1 0,0-1 0,0 0 0,0 1 0,0-1 0,-1-1 0,1 1 0,0 0 0,2-2 0,31-17 0,54-41 0,4-2 0,279-137 81,-182 102-1527,-134 68-5380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45:54.088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20 383 24575,'-4'-4'0,"-2"-6"0,1-6 0,0-8 0,7 0 0,1-1 0,6-5 0,5 0 0,5 3 0,7 3 0,9 1 0,14-4 0,13-3 0,5 5 0,-6 2 0,-4 1 0,-11 3-8191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49:53.749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735 2 24575,'-170'-1'0,"-191"3"0,354-2 0,0 0 0,-1 1 0,1 0 0,0 0 0,0 0 0,0 1 0,0 0 0,-10 5 0,15-5 0,-1 0 0,0 0 0,0 0 0,1 0 0,-1 1 0,1-1 0,0 1 0,0-1 0,0 1 0,0 0 0,0 0 0,1 0 0,-1 0 0,1 0 0,0 0 0,0 0 0,0 1 0,0-1 0,0 6 0,-4 38 0,2 0 0,2 1 0,8 66 0,0 32 0,-15-21 0,-4 1 0,-42 176 0,43-249 0,8-36 0,0-6 0,1 0 0,0 0 0,0 0 0,1 20 0,1-30 0,0 1 0,0 0 0,0 0 0,1 0 0,-1 0 0,1 0 0,-1-1 0,1 1 0,0 0 0,-1 0 0,1-1 0,0 1 0,0 0 0,0-1 0,0 1 0,0-1 0,1 1 0,-1-1 0,0 0 0,1 0 0,-1 1 0,1-1 0,-1 0 0,1 0 0,0 0 0,-1-1 0,1 1 0,0 0 0,0-1 0,0 1 0,-1-1 0,1 1 0,0-1 0,3 0 0,26 0 0,1-1 0,-1-2 0,52-12 0,8 0 0,52 2-1365,-89 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49:55.060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0 401 24575,'1'10'0,"1"0"0,0-1 0,1 1 0,0-1 0,0 0 0,1 1 0,5 8 0,10 26 0,-2 18 0,-13-40 0,2-1 0,0 0 0,2-1 0,0 0 0,17 30 0,-24-49 0,-1 0 0,1 1 0,0-1 0,0 0 0,0 0 0,0 0 0,0 0 0,1-1 0,-1 1 0,0 0 0,0 0 0,0-1 0,1 1 0,-1 0 0,0-1 0,1 0 0,-1 1 0,1-1 0,-1 0 0,0 0 0,1 1 0,-1-1 0,1 0 0,-1 0 0,1-1 0,-1 1 0,0 0 0,1 0 0,-1-1 0,0 1 0,1-1 0,-1 1 0,0-1 0,1 0 0,0 0 0,6-4 0,0 0 0,0 0 0,-1-1 0,9-9 0,-12 12 0,44-44-11,-2-2 1,44-61-1,70-120 159,41-51-1629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49:58.170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1 553 24575,'0'-1'0,"0"1"0,0-1 0,0 0 0,1 1 0,-1-1 0,0 0 0,0 1 0,1-1 0,-1 1 0,0-1 0,1 1 0,-1-1 0,1 1 0,-1-1 0,1 1 0,-1-1 0,1 1 0,-1 0 0,1-1 0,-1 1 0,1 0 0,0-1 0,-1 1 0,1 0 0,-1 0 0,1-1 0,0 1 0,-1 0 0,1 0 0,0 0 0,-1 0 0,1 0 0,0 0 0,-1 0 0,1 0 0,0 0 0,-1 0 0,1 0 0,0 1 0,-1-1 0,1 0 0,-1 0 0,1 1 0,0 0 0,30 11 0,-22-6 0,0 1 0,-1 0 0,0 0 0,-1 1 0,1 0 0,6 10 0,-9-10 0,1-1 0,0 0 0,1 0 0,-1 0 0,1-1 0,1 0 0,15 10 0,-19-15 0,0 0 0,0 0 0,0 0 0,1-1 0,-1 1 0,0-1 0,0 0 0,1 0 0,-1 0 0,0-1 0,0 1 0,1-1 0,-1 0 0,0-1 0,0 1 0,0-1 0,0 1 0,0-1 0,-1 0 0,7-5 0,63-38 0,-3-2 0,95-83 0,-24 16 0,-23 30-682,193-105-1,-203 133-6143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51:57.9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0 660 24575,'1'-1'0,"0"0"0,0 0 0,0 0 0,0 0 0,1 1 0,-1-1 0,0 0 0,0 1 0,1-1 0,-1 1 0,0-1 0,1 1 0,-1 0 0,0-1 0,1 1 0,-1 0 0,0 0 0,1 0 0,-1 0 0,1 0 0,-1 0 0,0 0 0,1 1 0,-1-1 0,0 1 0,1-1 0,-1 1 0,0-1 0,0 1 0,1-1 0,-1 1 0,0 0 0,0 0 0,2 1 0,38 40 0,-30-28 0,16 19 0,-20-23 0,0 0 0,1-1 0,1 0 0,-1-1 0,11 8 0,-16-14 0,0-1 0,0 0 0,1 0 0,-1 0 0,0-1 0,1 1 0,-1-1 0,0 1 0,1-1 0,-1 0 0,0-1 0,1 1 0,-1 0 0,0-1 0,0 0 0,1 0 0,-1 0 0,0 0 0,0 0 0,0-1 0,0 1 0,4-3 0,75-36 0,79-52 0,-63 34 0,-22 15-100,336-199 333,-19-28-1731,-320 211-5328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52:01.3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734 3 24575,'-109'0'0,"-23"-2"0,-258 29 0,383-26 0,1 0 0,0 1 0,0-1 0,-1 1 0,1 0 0,0 1 0,1-1 0,-1 1 0,0 1 0,-8 5 0,11-6 0,1 0 0,-1 0 0,1 0 0,-1 0 0,1 1 0,0-1 0,0 1 0,1-1 0,-1 1 0,1 0 0,0 0 0,0-1 0,0 1 0,0 0 0,1 0 0,-1 0 0,1 7 0,3 49 0,2 0 0,3 0 0,16 57 0,6 44 0,-12-42 0,45 474 0,-62-488 0,10 173 0,-7-238 0,2 0 0,1-1 0,2 0 0,27 70 0,-34-105 0,0 0 0,0 0 0,0 0 0,0 0 0,1 0 0,0 0 0,-1-1 0,1 1 0,1-1 0,-1 0 0,0 0 0,1 0 0,0-1 0,-1 1 0,1-1 0,0 0 0,1 0 0,-1 0 0,8 2 0,3-1 0,1 0 0,-1-2 0,1 0 0,26-1 0,-10-1 0,750-7-1365,-677 7-5461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55:49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customXml" Target="../ink/ink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customXml" Target="../ink/ink4.xml"/><Relationship Id="rId10" Type="http://schemas.openxmlformats.org/officeDocument/2006/relationships/customXml" Target="../ink/ink6.xml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11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5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18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 Code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A93A-59BA-1B67-13F7-BE73268D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70EEE2-8526-B770-6C4B-8D6FBEA3AB53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Create a new folder: </a:t>
            </a:r>
            <a:r>
              <a:rPr lang="en-US" sz="4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web_app_demo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5C215-8B4F-9196-71DD-7E620755A734}"/>
              </a:ext>
            </a:extLst>
          </p:cNvPr>
          <p:cNvSpPr txBox="1"/>
          <p:nvPr/>
        </p:nvSpPr>
        <p:spPr>
          <a:xfrm>
            <a:off x="221488" y="2264355"/>
            <a:ext cx="118120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web  app developer. Make an image compression web app (like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TinyPNG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that works completely in the browser without any external APIs. 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should: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Have a drag-and-drop interface to upload images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before and after file sizes for each image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Allow users to download compressed images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 common formats: JPG only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your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AskUserQuestion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tool to clarify any details about the features. </a:t>
            </a:r>
          </a:p>
        </p:txBody>
      </p:sp>
    </p:spTree>
    <p:extLst>
      <p:ext uri="{BB962C8B-B14F-4D97-AF65-F5344CB8AC3E}">
        <p14:creationId xmlns:p14="http://schemas.microsoft.com/office/powerpoint/2010/main" val="61065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A893-0990-864A-6261-70864395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39755-0B80-DD7A-B6F6-61DD68C40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42" y="2279245"/>
            <a:ext cx="5182323" cy="39820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09D8EA-CE2B-D97F-361C-C19F1F44FC31}"/>
                  </a:ext>
                </a:extLst>
              </p14:cNvPr>
              <p14:cNvContentPartPr/>
              <p14:nvPr/>
            </p14:nvContentPartPr>
            <p14:xfrm>
              <a:off x="10365984" y="5906376"/>
              <a:ext cx="1055520" cy="587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09D8EA-CE2B-D97F-361C-C19F1F44FC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30344" y="5870736"/>
                <a:ext cx="1127160" cy="6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E690232-C60F-949B-395E-2CF7A652980F}"/>
                  </a:ext>
                </a:extLst>
              </p14:cNvPr>
              <p14:cNvContentPartPr/>
              <p14:nvPr/>
            </p14:nvContentPartPr>
            <p14:xfrm>
              <a:off x="10926864" y="4254696"/>
              <a:ext cx="473400" cy="267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E690232-C60F-949B-395E-2CF7A65298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91224" y="4218696"/>
                <a:ext cx="545040" cy="3391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CCAECF6-4CC6-84F4-459E-92B177CE4A5B}"/>
              </a:ext>
            </a:extLst>
          </p:cNvPr>
          <p:cNvSpPr txBox="1"/>
          <p:nvPr/>
        </p:nvSpPr>
        <p:spPr>
          <a:xfrm>
            <a:off x="102616" y="801315"/>
            <a:ext cx="56763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and paste the prompt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Manual -&gt; Plan mode</a:t>
            </a:r>
          </a:p>
        </p:txBody>
      </p:sp>
    </p:spTree>
    <p:extLst>
      <p:ext uri="{BB962C8B-B14F-4D97-AF65-F5344CB8AC3E}">
        <p14:creationId xmlns:p14="http://schemas.microsoft.com/office/powerpoint/2010/main" val="27721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6E616-D11A-BFFA-EF68-8E7998176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0" y="182880"/>
            <a:ext cx="4909422" cy="649224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B2B1A81-0847-FB82-5119-C77DAA6DE379}"/>
              </a:ext>
            </a:extLst>
          </p:cNvPr>
          <p:cNvGrpSpPr/>
          <p:nvPr/>
        </p:nvGrpSpPr>
        <p:grpSpPr>
          <a:xfrm>
            <a:off x="502848" y="4020696"/>
            <a:ext cx="456840" cy="325440"/>
            <a:chOff x="6345864" y="4020696"/>
            <a:chExt cx="45684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824704F-AC49-AB5C-E379-BACDD026D770}"/>
                    </a:ext>
                  </a:extLst>
                </p14:cNvPr>
                <p14:cNvContentPartPr/>
                <p14:nvPr/>
              </p14:nvContentPartPr>
              <p14:xfrm>
                <a:off x="6345864" y="4151016"/>
                <a:ext cx="375840" cy="195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824704F-AC49-AB5C-E379-BACDD026D77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09864" y="4115376"/>
                  <a:ext cx="4474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01BE75-EA01-EA8C-9CB1-9711B24A8C2D}"/>
                    </a:ext>
                  </a:extLst>
                </p14:cNvPr>
                <p14:cNvContentPartPr/>
                <p14:nvPr/>
              </p14:nvContentPartPr>
              <p14:xfrm>
                <a:off x="6711264" y="4020696"/>
                <a:ext cx="91440" cy="121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01BE75-EA01-EA8C-9CB1-9711B24A8C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75624" y="3985056"/>
                  <a:ext cx="163080" cy="19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BB85D8-FCFB-759A-6F3B-77DFF05221F2}"/>
                  </a:ext>
                </a:extLst>
              </p14:cNvPr>
              <p14:cNvContentPartPr/>
              <p14:nvPr/>
            </p14:nvContentPartPr>
            <p14:xfrm>
              <a:off x="740448" y="2874096"/>
              <a:ext cx="524160" cy="360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BB85D8-FCFB-759A-6F3B-77DFF05221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4808" y="2838096"/>
                <a:ext cx="5958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7CC6B7C-D06D-2D6B-05FC-5BE87EFEAB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5839" y="991825"/>
            <a:ext cx="4915586" cy="41249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56607DC-E698-F263-6AC1-496550BC7F45}"/>
                  </a:ext>
                </a:extLst>
              </p14:cNvPr>
              <p14:cNvContentPartPr/>
              <p14:nvPr/>
            </p14:nvContentPartPr>
            <p14:xfrm>
              <a:off x="6474024" y="932616"/>
              <a:ext cx="409320" cy="216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56607DC-E698-F263-6AC1-496550BC7F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38024" y="896976"/>
                <a:ext cx="4809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455F9AF-F837-A412-DBB8-149CEDB300FF}"/>
                  </a:ext>
                </a:extLst>
              </p14:cNvPr>
              <p14:cNvContentPartPr/>
              <p14:nvPr/>
            </p14:nvContentPartPr>
            <p14:xfrm>
              <a:off x="5312304" y="2900736"/>
              <a:ext cx="381240" cy="192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455F9AF-F837-A412-DBB8-149CEDB300F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76664" y="2864736"/>
                <a:ext cx="452880" cy="26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4665-7A44-6693-7D21-A00548A8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B69FC3-B10C-EAAD-599E-3A58AF54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180" y="1385602"/>
            <a:ext cx="5115639" cy="40867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95C153-4763-2EF5-A46C-96D31F1517B9}"/>
                  </a:ext>
                </a:extLst>
              </p14:cNvPr>
              <p14:cNvContentPartPr/>
              <p14:nvPr/>
            </p14:nvContentPartPr>
            <p14:xfrm>
              <a:off x="5916024" y="1506816"/>
              <a:ext cx="296640" cy="18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95C153-4763-2EF5-A46C-96D31F1517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80384" y="1471176"/>
                <a:ext cx="3682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6EC1D85-0D54-8369-5C86-47D7F84C6A95}"/>
                  </a:ext>
                </a:extLst>
              </p14:cNvPr>
              <p14:cNvContentPartPr/>
              <p14:nvPr/>
            </p14:nvContentPartPr>
            <p14:xfrm>
              <a:off x="3511224" y="3620016"/>
              <a:ext cx="340560" cy="197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6EC1D85-0D54-8369-5C86-47D7F84C6A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75224" y="3584016"/>
                <a:ext cx="412200" cy="26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548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ABEF-FF4E-4372-44FC-CFA36A43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124BF0-BEF6-F915-482E-D9AB16A9C9BA}"/>
              </a:ext>
            </a:extLst>
          </p:cNvPr>
          <p:cNvSpPr txBox="1"/>
          <p:nvPr/>
        </p:nvSpPr>
        <p:spPr>
          <a:xfrm>
            <a:off x="322072" y="0"/>
            <a:ext cx="11729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it will ask you if you accept -&gt; Scroll up and check if you are satisfied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-&gt; Also add the option for PNG file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61A7E3-BD6B-FF39-0248-B959D2042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431" y="987552"/>
            <a:ext cx="8349522" cy="58704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63FCEF3-5D39-F800-E603-992F32B4ADFE}"/>
                  </a:ext>
                </a:extLst>
              </p14:cNvPr>
              <p14:cNvContentPartPr/>
              <p14:nvPr/>
            </p14:nvContentPartPr>
            <p14:xfrm>
              <a:off x="3776184" y="1350288"/>
              <a:ext cx="268200" cy="123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63FCEF3-5D39-F800-E603-992F32B4AD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0544" y="1314648"/>
                <a:ext cx="3398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A3E2458-BC12-F31A-D6C0-D499CD8C8A55}"/>
                  </a:ext>
                </a:extLst>
              </p14:cNvPr>
              <p14:cNvContentPartPr/>
              <p14:nvPr/>
            </p14:nvContentPartPr>
            <p14:xfrm>
              <a:off x="3081024" y="4014648"/>
              <a:ext cx="170280" cy="70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A3E2458-BC12-F31A-D6C0-D499CD8C8A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45384" y="3979008"/>
                <a:ext cx="2419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505B1A6-1A71-544E-F953-DDC81572241B}"/>
                  </a:ext>
                </a:extLst>
              </p14:cNvPr>
              <p14:cNvContentPartPr/>
              <p14:nvPr/>
            </p14:nvContentPartPr>
            <p14:xfrm>
              <a:off x="4077864" y="4561128"/>
              <a:ext cx="341280" cy="174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505B1A6-1A71-544E-F953-DDC8157224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41864" y="4525488"/>
                <a:ext cx="4129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992AC2A-9939-51B0-E6BA-105B50A5C087}"/>
                  </a:ext>
                </a:extLst>
              </p14:cNvPr>
              <p14:cNvContentPartPr/>
              <p14:nvPr/>
            </p14:nvContentPartPr>
            <p14:xfrm>
              <a:off x="3229704" y="3931128"/>
              <a:ext cx="162000" cy="138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992AC2A-9939-51B0-E6BA-105B50A5C0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3704" y="3895128"/>
                <a:ext cx="233640" cy="2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5894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641F-B5F4-AECF-BC6B-3EA2D2A67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AEB8D6-961E-2FA6-3C1C-B6CF29D79091}"/>
              </a:ext>
            </a:extLst>
          </p:cNvPr>
          <p:cNvSpPr txBox="1"/>
          <p:nvPr/>
        </p:nvSpPr>
        <p:spPr>
          <a:xfrm>
            <a:off x="322072" y="0"/>
            <a:ext cx="11729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 and auto accept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528F1-4869-1A22-9496-0B8A96F2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830997"/>
            <a:ext cx="8868358" cy="592605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BF01834-CB09-04B1-EE0A-EE767134FF83}"/>
              </a:ext>
            </a:extLst>
          </p:cNvPr>
          <p:cNvGrpSpPr/>
          <p:nvPr/>
        </p:nvGrpSpPr>
        <p:grpSpPr>
          <a:xfrm>
            <a:off x="1023984" y="3787488"/>
            <a:ext cx="740880" cy="474120"/>
            <a:chOff x="1023984" y="3787488"/>
            <a:chExt cx="740880" cy="47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C234034-90FA-7B46-DFE5-D3E7A523FB3E}"/>
                    </a:ext>
                  </a:extLst>
                </p14:cNvPr>
                <p14:cNvContentPartPr/>
                <p14:nvPr/>
              </p14:nvContentPartPr>
              <p14:xfrm>
                <a:off x="1499904" y="3821328"/>
                <a:ext cx="264960" cy="440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C234034-90FA-7B46-DFE5-D3E7A523FB3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63904" y="3785688"/>
                  <a:ext cx="3366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87F865F-73AB-E597-5767-89BE9BA6623B}"/>
                    </a:ext>
                  </a:extLst>
                </p14:cNvPr>
                <p14:cNvContentPartPr/>
                <p14:nvPr/>
              </p14:nvContentPartPr>
              <p14:xfrm>
                <a:off x="1023984" y="3787488"/>
                <a:ext cx="274680" cy="274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87F865F-73AB-E597-5767-89BE9BA662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7984" y="3751488"/>
                  <a:ext cx="346320" cy="34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A114065-1364-0B72-C402-3FE34F2D1FDA}"/>
                  </a:ext>
                </a:extLst>
              </p14:cNvPr>
              <p14:cNvContentPartPr/>
              <p14:nvPr/>
            </p14:nvContentPartPr>
            <p14:xfrm>
              <a:off x="8905824" y="5360688"/>
              <a:ext cx="455040" cy="246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A114065-1364-0B72-C402-3FE34F2D1F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70184" y="5324688"/>
                <a:ext cx="526680" cy="31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577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E4B5-F804-ACEA-C910-14B84446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66020-DD89-87A8-BE7D-0EB74537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66" y="1684503"/>
            <a:ext cx="5315692" cy="40010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3C1698-9A40-89DC-76B9-C919AC3E135B}"/>
                  </a:ext>
                </a:extLst>
              </p14:cNvPr>
              <p14:cNvContentPartPr/>
              <p14:nvPr/>
            </p14:nvContentPartPr>
            <p14:xfrm>
              <a:off x="4142304" y="3630456"/>
              <a:ext cx="560520" cy="294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3C1698-9A40-89DC-76B9-C919AC3E13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4304" y="3612456"/>
                <a:ext cx="59616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2DAB9B-C953-0537-2B88-2C9CE7E52D96}"/>
                  </a:ext>
                </a:extLst>
              </p14:cNvPr>
              <p14:cNvContentPartPr/>
              <p14:nvPr/>
            </p14:nvContentPartPr>
            <p14:xfrm>
              <a:off x="4179744" y="2421936"/>
              <a:ext cx="474840" cy="727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2DAB9B-C953-0537-2B88-2C9CE7E52D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61744" y="2404296"/>
                <a:ext cx="510480" cy="76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083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E99C-A6DD-1A7D-11B2-E7795888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1B9C15-0B78-25BA-B2CF-FAF359CA0ADE}"/>
                  </a:ext>
                </a:extLst>
              </p14:cNvPr>
              <p14:cNvContentPartPr/>
              <p14:nvPr/>
            </p14:nvContentPartPr>
            <p14:xfrm>
              <a:off x="5074704" y="324597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1B9C15-0B78-25BA-B2CF-FAF359CA0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56704" y="322833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92B6731-7638-3FE0-ADAF-8C5965B7C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600" y="1223654"/>
            <a:ext cx="7344800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16370-3644-C715-0817-1052F796B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5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1183</TotalTime>
  <Words>125</Words>
  <Application>Microsoft Office PowerPoint</Application>
  <PresentationFormat>Widescreen</PresentationFormat>
  <Paragraphs>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218</cp:revision>
  <dcterms:created xsi:type="dcterms:W3CDTF">2025-09-22T02:44:38Z</dcterms:created>
  <dcterms:modified xsi:type="dcterms:W3CDTF">2026-08-07T16:55:53Z</dcterms:modified>
</cp:coreProperties>
</file>