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2"/>
    <p:sldId id="279" r:id="rId3"/>
    <p:sldId id="287" r:id="rId4"/>
    <p:sldId id="282" r:id="rId5"/>
    <p:sldId id="283" r:id="rId6"/>
    <p:sldId id="280" r:id="rId7"/>
    <p:sldId id="284" r:id="rId8"/>
    <p:sldId id="285" r:id="rId9"/>
    <p:sldId id="281" r:id="rId10"/>
    <p:sldId id="276" r:id="rId11"/>
    <p:sldId id="277" r:id="rId12"/>
    <p:sldId id="278" r:id="rId13"/>
    <p:sldId id="275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003B-30B0-DC6C-85A9-C3617A51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233ECB-A6BB-940B-3030-37EA7219D5A9}"/>
              </a:ext>
            </a:extLst>
          </p:cNvPr>
          <p:cNvSpPr txBox="1"/>
          <p:nvPr/>
        </p:nvSpPr>
        <p:spPr>
          <a:xfrm>
            <a:off x="713232" y="634312"/>
            <a:ext cx="105887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Students will learn to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AI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Document  Intelligence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Secret environment for storing keys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logs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064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0854B-269D-A8E5-F820-27C4950C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BB1630-297E-6755-8B79-81D84B868E4D}"/>
              </a:ext>
            </a:extLst>
          </p:cNvPr>
          <p:cNvSpPr txBox="1"/>
          <p:nvPr/>
        </p:nvSpPr>
        <p:spPr>
          <a:xfrm>
            <a:off x="713232" y="634312"/>
            <a:ext cx="10588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 A 30-to-100-page PDFs that is a government tender document.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packed with eligibility criteria, terms and conditions, pricing schedules, etc.</a:t>
            </a:r>
          </a:p>
        </p:txBody>
      </p:sp>
    </p:spTree>
    <p:extLst>
      <p:ext uri="{BB962C8B-B14F-4D97-AF65-F5344CB8AC3E}">
        <p14:creationId xmlns:p14="http://schemas.microsoft.com/office/powerpoint/2010/main" val="136639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CDEEF-E0F5-3954-6E89-A778F60B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D2EF0D-38FF-BE79-609C-1C8C764E8AD6}"/>
              </a:ext>
            </a:extLst>
          </p:cNvPr>
          <p:cNvSpPr txBox="1"/>
          <p:nvPr/>
        </p:nvSpPr>
        <p:spPr>
          <a:xfrm>
            <a:off x="219456" y="94816"/>
            <a:ext cx="6089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Key information needed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arenR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NIT data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5D7409-5226-BE8A-E18D-E3A9C390E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75" y="1828801"/>
            <a:ext cx="9193369" cy="302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38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A9867-53E3-B1D6-0B5B-7DE5511DF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F40445-199C-9639-E9A6-BD8C204DF89A}"/>
              </a:ext>
            </a:extLst>
          </p:cNvPr>
          <p:cNvSpPr txBox="1"/>
          <p:nvPr/>
        </p:nvSpPr>
        <p:spPr>
          <a:xfrm>
            <a:off x="219456" y="94816"/>
            <a:ext cx="5038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Key information needed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List of Documents to be scanned and uploaded within the period of bid submission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B2410D-15E9-7E2A-278B-C7FE58922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41700"/>
            <a:ext cx="6645059" cy="670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99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369D7-7D69-B5DE-982F-795D5ED30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2BA02F-0859-4ECD-CE30-DD4F7E8ED117}"/>
              </a:ext>
            </a:extLst>
          </p:cNvPr>
          <p:cNvSpPr txBox="1"/>
          <p:nvPr/>
        </p:nvSpPr>
        <p:spPr>
          <a:xfrm>
            <a:off x="248332" y="274320"/>
            <a:ext cx="4753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information needed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Terms and Conditions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0D3C23-7281-94F6-F502-53E8E3BBD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261" y="1584377"/>
            <a:ext cx="8753143" cy="394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92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7223-5F1E-CCCD-57E3-1F8E44D6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88706-B0D6-11FB-EA19-8E7092EFAFA5}"/>
              </a:ext>
            </a:extLst>
          </p:cNvPr>
          <p:cNvSpPr txBox="1"/>
          <p:nvPr/>
        </p:nvSpPr>
        <p:spPr>
          <a:xfrm>
            <a:off x="248332" y="274320"/>
            <a:ext cx="4753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information needed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List of acceptable make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67A686-B1B1-9D02-91F9-8DEBB234B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345" y="2075688"/>
            <a:ext cx="9133691" cy="370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451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7D40-FDAE-4D6A-E84F-BC2A981C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623125-2A03-7E76-FBBC-D5F4AAB8635F}"/>
              </a:ext>
            </a:extLst>
          </p:cNvPr>
          <p:cNvSpPr txBox="1"/>
          <p:nvPr/>
        </p:nvSpPr>
        <p:spPr>
          <a:xfrm>
            <a:off x="248332" y="274320"/>
            <a:ext cx="4753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information needed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Schedule Of Quantity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Aka Bill Of Quantity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8E43A-A847-9B5C-F818-D7313861A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16" y="274320"/>
            <a:ext cx="7410745" cy="649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17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A19F-C286-121A-2524-2834D0FB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F6D5DE-2350-351C-B58D-580B194CED4F}"/>
              </a:ext>
            </a:extLst>
          </p:cNvPr>
          <p:cNvSpPr txBox="1"/>
          <p:nvPr/>
        </p:nvSpPr>
        <p:spPr>
          <a:xfrm>
            <a:off x="1510204" y="987552"/>
            <a:ext cx="99197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Plan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 small 10-page pdf documents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mini_version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from the original 60+ pages PDF documents. This saves tokens during development. Use this for testing + POC 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Frontend: since this is single user app, use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UI. Username / Password is preset.</a:t>
            </a:r>
          </a:p>
          <a:p>
            <a:pPr marL="457200" indent="-457200">
              <a:buAutoNum type="arabicParenR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Backend: select python + Azure AI framework – Storage Blob, Container App, Email Services, Document Intelligence, Azure AI Foundry</a:t>
            </a:r>
          </a:p>
        </p:txBody>
      </p:sp>
    </p:spTree>
    <p:extLst>
      <p:ext uri="{BB962C8B-B14F-4D97-AF65-F5344CB8AC3E}">
        <p14:creationId xmlns:p14="http://schemas.microsoft.com/office/powerpoint/2010/main" val="79672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0973B46-21BD-AD74-2A13-00A153FBE320}"/>
              </a:ext>
            </a:extLst>
          </p:cNvPr>
          <p:cNvSpPr/>
          <p:nvPr/>
        </p:nvSpPr>
        <p:spPr>
          <a:xfrm>
            <a:off x="1029462" y="1245870"/>
            <a:ext cx="3176778" cy="649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Upload PDF Document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6EA51E-1C16-7AA2-2739-8584517BF37C}"/>
              </a:ext>
            </a:extLst>
          </p:cNvPr>
          <p:cNvSpPr/>
          <p:nvPr/>
        </p:nvSpPr>
        <p:spPr>
          <a:xfrm>
            <a:off x="864489" y="2491740"/>
            <a:ext cx="3506724" cy="649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if PDF is digital or scanned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CF2697-355F-FDE9-06DE-ABA46C7ABE9E}"/>
              </a:ext>
            </a:extLst>
          </p:cNvPr>
          <p:cNvSpPr/>
          <p:nvPr/>
        </p:nvSpPr>
        <p:spPr>
          <a:xfrm>
            <a:off x="2139120" y="4041648"/>
            <a:ext cx="4270824" cy="2276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Text from 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 is better than </a:t>
            </a:r>
            <a:r>
              <a:rPr lang="en-US" dirty="0" err="1"/>
              <a:t>PDFPlumber</a:t>
            </a:r>
            <a:r>
              <a:rPr lang="en-US" dirty="0"/>
              <a:t> – Tested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 version return only 2 page -&gt; use Paid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extract in JSON (or Markdown)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During development, save extract in JSON – save tokens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67C81F-523A-63EF-B4C9-49F7E777A098}"/>
              </a:ext>
            </a:extLst>
          </p:cNvPr>
          <p:cNvSpPr txBox="1"/>
          <p:nvPr/>
        </p:nvSpPr>
        <p:spPr>
          <a:xfrm>
            <a:off x="3786192" y="3397996"/>
            <a:ext cx="779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Digital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680F77-83E7-4CBC-4FFB-87164ED5B9C6}"/>
              </a:ext>
            </a:extLst>
          </p:cNvPr>
          <p:cNvSpPr/>
          <p:nvPr/>
        </p:nvSpPr>
        <p:spPr>
          <a:xfrm>
            <a:off x="50868" y="3985784"/>
            <a:ext cx="1732788" cy="9326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 OCR to Extract Text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E8EC5120-F09C-9527-40FB-9EFA79573CB7}"/>
              </a:ext>
            </a:extLst>
          </p:cNvPr>
          <p:cNvSpPr/>
          <p:nvPr/>
        </p:nvSpPr>
        <p:spPr>
          <a:xfrm>
            <a:off x="596460" y="3330202"/>
            <a:ext cx="641604" cy="557784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8BE7A9-754A-42AB-9DFA-C5E89AB8FB25}"/>
              </a:ext>
            </a:extLst>
          </p:cNvPr>
          <p:cNvSpPr txBox="1"/>
          <p:nvPr/>
        </p:nvSpPr>
        <p:spPr>
          <a:xfrm>
            <a:off x="1161288" y="3447288"/>
            <a:ext cx="97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Scanned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5E2603-441A-1553-2AF7-E2C48F5818F3}"/>
              </a:ext>
            </a:extLst>
          </p:cNvPr>
          <p:cNvSpPr/>
          <p:nvPr/>
        </p:nvSpPr>
        <p:spPr>
          <a:xfrm>
            <a:off x="6962394" y="732282"/>
            <a:ext cx="5170932" cy="2472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Key Data from text (Takes </a:t>
            </a:r>
            <a:r>
              <a:rPr lang="en-US" dirty="0" err="1"/>
              <a:t>upto</a:t>
            </a:r>
            <a:r>
              <a:rPr lang="en-US" dirty="0"/>
              <a:t> 6 min.)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index from first 5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NIT data from first 5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T&amp;C, List of scanned doc, Acceptable make by sending 30 pages at a time. Perform validation on date and amount. Then merge the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Extract Schedule Of Quantity by sending last 6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the extract in JSON</a:t>
            </a:r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B05FD5F3-A2A0-0BB8-73F1-EB2CD373B079}"/>
              </a:ext>
            </a:extLst>
          </p:cNvPr>
          <p:cNvSpPr/>
          <p:nvPr/>
        </p:nvSpPr>
        <p:spPr>
          <a:xfrm>
            <a:off x="9547860" y="3419856"/>
            <a:ext cx="641604" cy="73152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CC023F59-979C-DC0F-1217-AC062F9DE32C}"/>
              </a:ext>
            </a:extLst>
          </p:cNvPr>
          <p:cNvSpPr/>
          <p:nvPr/>
        </p:nvSpPr>
        <p:spPr>
          <a:xfrm>
            <a:off x="3168396" y="3232404"/>
            <a:ext cx="641604" cy="73152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Bent 39">
            <a:extLst>
              <a:ext uri="{FF2B5EF4-FFF2-40B4-BE49-F238E27FC236}">
                <a16:creationId xmlns:a16="http://schemas.microsoft.com/office/drawing/2014/main" id="{57390E41-7122-E614-F3C2-744396679270}"/>
              </a:ext>
            </a:extLst>
          </p:cNvPr>
          <p:cNvSpPr/>
          <p:nvPr/>
        </p:nvSpPr>
        <p:spPr>
          <a:xfrm>
            <a:off x="5509260" y="2039112"/>
            <a:ext cx="1406466" cy="1741932"/>
          </a:xfrm>
          <a:prstGeom prst="ben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7FEC2C-2008-63B3-F941-21B0B3CF7B0E}"/>
              </a:ext>
            </a:extLst>
          </p:cNvPr>
          <p:cNvSpPr/>
          <p:nvPr/>
        </p:nvSpPr>
        <p:spPr>
          <a:xfrm>
            <a:off x="917262" y="83058"/>
            <a:ext cx="3176778" cy="649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Logs 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EC1D29-C5AA-CB00-2A49-9048C4C6924A}"/>
              </a:ext>
            </a:extLst>
          </p:cNvPr>
          <p:cNvSpPr/>
          <p:nvPr/>
        </p:nvSpPr>
        <p:spPr>
          <a:xfrm>
            <a:off x="7119747" y="4290584"/>
            <a:ext cx="4856226" cy="125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the validated file (NIT) in excel in 2 format:</a:t>
            </a:r>
          </a:p>
          <a:p>
            <a:pPr marL="342900" indent="-342900">
              <a:buAutoNum type="arabicParenR"/>
            </a:pPr>
            <a:r>
              <a:rPr lang="en-US" dirty="0"/>
              <a:t>Auditable excel file that contains validated + clean data</a:t>
            </a:r>
          </a:p>
          <a:p>
            <a:pPr marL="342900" indent="-342900">
              <a:buAutoNum type="arabicParenR"/>
            </a:pPr>
            <a:r>
              <a:rPr lang="en-US" dirty="0"/>
              <a:t>Clean file that contains just the clean data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637FAE7-3C13-FC62-A0A0-9ABEA330C083}"/>
              </a:ext>
            </a:extLst>
          </p:cNvPr>
          <p:cNvSpPr/>
          <p:nvPr/>
        </p:nvSpPr>
        <p:spPr>
          <a:xfrm>
            <a:off x="9411276" y="5759958"/>
            <a:ext cx="641604" cy="73152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01D3848-802E-0729-3811-D9CBA00377F7}"/>
              </a:ext>
            </a:extLst>
          </p:cNvPr>
          <p:cNvSpPr/>
          <p:nvPr/>
        </p:nvSpPr>
        <p:spPr>
          <a:xfrm>
            <a:off x="2184849" y="1964436"/>
            <a:ext cx="641604" cy="527304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6EBD91B-6200-28DC-EE41-A12CAA045ED0}"/>
              </a:ext>
            </a:extLst>
          </p:cNvPr>
          <p:cNvSpPr/>
          <p:nvPr/>
        </p:nvSpPr>
        <p:spPr>
          <a:xfrm>
            <a:off x="2253907" y="721876"/>
            <a:ext cx="503487" cy="41148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4EC24F0-2D8C-FEBE-695D-4501BA2FCCE8}"/>
              </a:ext>
            </a:extLst>
          </p:cNvPr>
          <p:cNvSpPr/>
          <p:nvPr/>
        </p:nvSpPr>
        <p:spPr>
          <a:xfrm>
            <a:off x="4398122" y="1245870"/>
            <a:ext cx="822960" cy="5298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A28771-702E-3C78-493A-4AF4B0647F7E}"/>
              </a:ext>
            </a:extLst>
          </p:cNvPr>
          <p:cNvSpPr/>
          <p:nvPr/>
        </p:nvSpPr>
        <p:spPr>
          <a:xfrm>
            <a:off x="4417881" y="2568178"/>
            <a:ext cx="822960" cy="5298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6921B1-B371-4400-5CD5-4857316F79AF}"/>
              </a:ext>
            </a:extLst>
          </p:cNvPr>
          <p:cNvSpPr/>
          <p:nvPr/>
        </p:nvSpPr>
        <p:spPr>
          <a:xfrm>
            <a:off x="5888913" y="3429000"/>
            <a:ext cx="822960" cy="5298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323D9B-8420-BF59-C50C-DA6B48FBDAF4}"/>
              </a:ext>
            </a:extLst>
          </p:cNvPr>
          <p:cNvSpPr/>
          <p:nvPr/>
        </p:nvSpPr>
        <p:spPr>
          <a:xfrm>
            <a:off x="11107816" y="3124712"/>
            <a:ext cx="822960" cy="5298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5BB902-1D7A-7AD0-B975-A9A1C368EB95}"/>
              </a:ext>
            </a:extLst>
          </p:cNvPr>
          <p:cNvSpPr/>
          <p:nvPr/>
        </p:nvSpPr>
        <p:spPr>
          <a:xfrm>
            <a:off x="11153013" y="5546360"/>
            <a:ext cx="822960" cy="5298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CBB6-E182-D278-5D20-62C45A2D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Down 4">
            <a:extLst>
              <a:ext uri="{FF2B5EF4-FFF2-40B4-BE49-F238E27FC236}">
                <a16:creationId xmlns:a16="http://schemas.microsoft.com/office/drawing/2014/main" id="{93622A80-3F84-F53B-1B3E-18ADD3E2DC5B}"/>
              </a:ext>
            </a:extLst>
          </p:cNvPr>
          <p:cNvSpPr/>
          <p:nvPr/>
        </p:nvSpPr>
        <p:spPr>
          <a:xfrm>
            <a:off x="2394204" y="201168"/>
            <a:ext cx="641604" cy="99669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AD93F3-2B0C-6275-98C7-369C05FC593B}"/>
              </a:ext>
            </a:extLst>
          </p:cNvPr>
          <p:cNvSpPr/>
          <p:nvPr/>
        </p:nvSpPr>
        <p:spPr>
          <a:xfrm>
            <a:off x="274320" y="1150621"/>
            <a:ext cx="7516368" cy="19804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Convert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NIT -&gt; Excel 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T&amp;C-&gt; Excel 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List of Scanned document to upload -&gt; Excel 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Acceptable Make-&gt; Excel 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Schedule of Quantity-&gt; Excel sheet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Usage report-&gt; Excel sheet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341F5E8-2C50-DD1C-9FC9-8D0590AA42A9}"/>
              </a:ext>
            </a:extLst>
          </p:cNvPr>
          <p:cNvSpPr/>
          <p:nvPr/>
        </p:nvSpPr>
        <p:spPr>
          <a:xfrm>
            <a:off x="2394204" y="5596513"/>
            <a:ext cx="641604" cy="61112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44A6C2-CBB4-7008-43B0-FABB2DB72727}"/>
              </a:ext>
            </a:extLst>
          </p:cNvPr>
          <p:cNvSpPr/>
          <p:nvPr/>
        </p:nvSpPr>
        <p:spPr>
          <a:xfrm>
            <a:off x="59436" y="4946918"/>
            <a:ext cx="7731252" cy="6111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Send the user the Excel workbook to download</a:t>
            </a:r>
          </a:p>
          <a:p>
            <a:r>
              <a:rPr lang="en-US" dirty="0"/>
              <a:t>Send the user an email with a downloadable URL link – valid for 24 hours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273D5-9DAB-9AE2-03F2-3F062E1BFE3B}"/>
              </a:ext>
            </a:extLst>
          </p:cNvPr>
          <p:cNvSpPr/>
          <p:nvPr/>
        </p:nvSpPr>
        <p:spPr>
          <a:xfrm>
            <a:off x="1126236" y="6298720"/>
            <a:ext cx="3177540" cy="368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Log the workflow into DB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6B33E2A-20E1-FEC0-4962-BDA0B4A2971A}"/>
              </a:ext>
            </a:extLst>
          </p:cNvPr>
          <p:cNvSpPr/>
          <p:nvPr/>
        </p:nvSpPr>
        <p:spPr>
          <a:xfrm>
            <a:off x="2394204" y="3169531"/>
            <a:ext cx="641604" cy="61112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0A7E12-F370-7216-A3A7-3F67A5079C2E}"/>
              </a:ext>
            </a:extLst>
          </p:cNvPr>
          <p:cNvSpPr/>
          <p:nvPr/>
        </p:nvSpPr>
        <p:spPr>
          <a:xfrm>
            <a:off x="59436" y="3819124"/>
            <a:ext cx="7731252" cy="387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Combine all above excel sheets into 1 single workbook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4173A49-9385-AAD7-61C2-08BDA90A6825}"/>
              </a:ext>
            </a:extLst>
          </p:cNvPr>
          <p:cNvSpPr/>
          <p:nvPr/>
        </p:nvSpPr>
        <p:spPr>
          <a:xfrm>
            <a:off x="2394204" y="4244711"/>
            <a:ext cx="641604" cy="61112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E0FD9D-B554-EA8F-EFC3-99C027D4DE35}"/>
              </a:ext>
            </a:extLst>
          </p:cNvPr>
          <p:cNvSpPr/>
          <p:nvPr/>
        </p:nvSpPr>
        <p:spPr>
          <a:xfrm>
            <a:off x="7982570" y="1282446"/>
            <a:ext cx="822960" cy="5298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2ABA236-B986-91A5-1F8D-AFFEF72950AF}"/>
              </a:ext>
            </a:extLst>
          </p:cNvPr>
          <p:cNvSpPr/>
          <p:nvPr/>
        </p:nvSpPr>
        <p:spPr>
          <a:xfrm>
            <a:off x="7982570" y="3780654"/>
            <a:ext cx="822960" cy="5298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D13BAB-F7F4-AAC7-6011-54AB25FD79DA}"/>
              </a:ext>
            </a:extLst>
          </p:cNvPr>
          <p:cNvSpPr/>
          <p:nvPr/>
        </p:nvSpPr>
        <p:spPr>
          <a:xfrm>
            <a:off x="8092298" y="4987554"/>
            <a:ext cx="822960" cy="52985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61D324-204C-4A3E-50FD-A05A2B48C404}"/>
              </a:ext>
            </a:extLst>
          </p:cNvPr>
          <p:cNvSpPr/>
          <p:nvPr/>
        </p:nvSpPr>
        <p:spPr>
          <a:xfrm>
            <a:off x="5502189" y="6278862"/>
            <a:ext cx="5180218" cy="368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Remove Log entries that are older than 30 days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F147FA6-8D02-D922-094A-21241A6B336C}"/>
              </a:ext>
            </a:extLst>
          </p:cNvPr>
          <p:cNvSpPr/>
          <p:nvPr/>
        </p:nvSpPr>
        <p:spPr>
          <a:xfrm rot="16200000">
            <a:off x="4699945" y="6177179"/>
            <a:ext cx="641604" cy="61112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93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572E8-7024-99ED-790A-5C4945EA9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D77067-E55D-6400-A819-F534C9288741}"/>
              </a:ext>
            </a:extLst>
          </p:cNvPr>
          <p:cNvSpPr txBox="1"/>
          <p:nvPr/>
        </p:nvSpPr>
        <p:spPr>
          <a:xfrm>
            <a:off x="201168" y="877824"/>
            <a:ext cx="114391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OCR data is saved so that it can be re-used during development and also for log purpose.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Terms and Conditions have heading part. So, use this to find pages that has T&amp;C and extract  data from this page for accurate result.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78490-996B-9A20-B637-177E0FCFC791}"/>
              </a:ext>
            </a:extLst>
          </p:cNvPr>
          <p:cNvSpPr txBox="1"/>
          <p:nvPr/>
        </p:nvSpPr>
        <p:spPr>
          <a:xfrm>
            <a:off x="201168" y="4224296"/>
            <a:ext cx="114391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Challenges: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Documents to be scanned + uploaded -&gt;  this is not in  heading. So used partial  match to find pages that has this and extract data from this page for accurate result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terms and conditions get spilled onto the subsequent pages and those pages do not contain heading T&amp;C .  The serial numbers are preserved. So use merging</a:t>
            </a:r>
          </a:p>
        </p:txBody>
      </p:sp>
    </p:spTree>
    <p:extLst>
      <p:ext uri="{BB962C8B-B14F-4D97-AF65-F5344CB8AC3E}">
        <p14:creationId xmlns:p14="http://schemas.microsoft.com/office/powerpoint/2010/main" val="3029680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064C775-8348-D3EB-38CE-0A9FF616EDF7}"/>
              </a:ext>
            </a:extLst>
          </p:cNvPr>
          <p:cNvSpPr/>
          <p:nvPr/>
        </p:nvSpPr>
        <p:spPr>
          <a:xfrm>
            <a:off x="457200" y="2304288"/>
            <a:ext cx="2999232" cy="18562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Local Development</a:t>
            </a:r>
          </a:p>
          <a:p>
            <a:pPr algn="ctr"/>
            <a:r>
              <a:rPr lang="en-US" dirty="0"/>
              <a:t>Frontend</a:t>
            </a:r>
          </a:p>
          <a:p>
            <a:pPr algn="ctr"/>
            <a:r>
              <a:rPr lang="en-US" dirty="0"/>
              <a:t>Backend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59A474-9AE7-A4E5-16E0-02B373097E5E}"/>
              </a:ext>
            </a:extLst>
          </p:cNvPr>
          <p:cNvSpPr/>
          <p:nvPr/>
        </p:nvSpPr>
        <p:spPr>
          <a:xfrm>
            <a:off x="5705856" y="1005840"/>
            <a:ext cx="5010912" cy="512978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Azure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56506F-B3BB-41D4-1066-334A3AB2DFD2}"/>
              </a:ext>
            </a:extLst>
          </p:cNvPr>
          <p:cNvSpPr/>
          <p:nvPr/>
        </p:nvSpPr>
        <p:spPr>
          <a:xfrm>
            <a:off x="6989064" y="1888236"/>
            <a:ext cx="2115312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Container</a:t>
            </a:r>
          </a:p>
          <a:p>
            <a:pPr algn="ctr"/>
            <a:r>
              <a:rPr lang="en-US" dirty="0"/>
              <a:t>Frontend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D0895F-42BA-D0C6-0CBE-3E10A51D71CC}"/>
              </a:ext>
            </a:extLst>
          </p:cNvPr>
          <p:cNvSpPr/>
          <p:nvPr/>
        </p:nvSpPr>
        <p:spPr>
          <a:xfrm>
            <a:off x="7037832" y="4315969"/>
            <a:ext cx="2188464" cy="8321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Container</a:t>
            </a:r>
          </a:p>
          <a:p>
            <a:pPr algn="ctr"/>
            <a:r>
              <a:rPr lang="en-US"/>
              <a:t>Backend</a:t>
            </a:r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EFEEF34-FFF0-1EEF-FAEA-AA0552067EB3}"/>
              </a:ext>
            </a:extLst>
          </p:cNvPr>
          <p:cNvSpPr/>
          <p:nvPr/>
        </p:nvSpPr>
        <p:spPr>
          <a:xfrm rot="20980313">
            <a:off x="3486697" y="2360994"/>
            <a:ext cx="2992568" cy="608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B7979FE-F1A5-3141-D3F0-11D83A8E8DFC}"/>
              </a:ext>
            </a:extLst>
          </p:cNvPr>
          <p:cNvSpPr/>
          <p:nvPr/>
        </p:nvSpPr>
        <p:spPr>
          <a:xfrm rot="568584">
            <a:off x="3487325" y="3881745"/>
            <a:ext cx="2992568" cy="6080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1F97DA-10E6-C4E5-9322-F400EE05CD7A}"/>
              </a:ext>
            </a:extLst>
          </p:cNvPr>
          <p:cNvSpPr txBox="1"/>
          <p:nvPr/>
        </p:nvSpPr>
        <p:spPr>
          <a:xfrm>
            <a:off x="2258568" y="137601"/>
            <a:ext cx="7370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local development  -&gt; Deployment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FB6D6-16C1-21EF-6BE9-612C78783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20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3834</TotalTime>
  <Words>563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306</cp:revision>
  <dcterms:created xsi:type="dcterms:W3CDTF">2025-09-22T02:44:38Z</dcterms:created>
  <dcterms:modified xsi:type="dcterms:W3CDTF">2026-08-18T15:57:19Z</dcterms:modified>
</cp:coreProperties>
</file>