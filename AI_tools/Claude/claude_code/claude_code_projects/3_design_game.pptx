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7" r:id="rId2"/>
    <p:sldId id="287" r:id="rId3"/>
    <p:sldId id="288" r:id="rId4"/>
    <p:sldId id="289" r:id="rId5"/>
    <p:sldId id="290" r:id="rId6"/>
    <p:sldId id="29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8/10/2026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2.672"/>
    </inkml:context>
    <inkml:brush xml:id="br0">
      <inkml:brushProperty name="width" value="0.1" units="cm"/>
      <inkml:brushProperty name="height" value="0.1" units="cm"/>
      <inkml:brushProperty name="color" value="#F6630D"/>
    </inkml:brush>
  </inkml:definitions>
  <inkml:trace contextRef="#ctx0" brushRef="#br0">30 609 6449 0 0,'-1'1'2'0'0,"0"0"0"0"0,-1-1 0 0 0,1 1 0 0 0,0 0 1 0 0,0-1-1 0 0,-1 1 0 0 0,1-1 0 0 0,0 1 0 0 0,0-1 1 0 0,-1 0-1 0 0,1 1 0 0 0,-1-1 0 0 0,1 0 0 0 0,0 0 1 0 0,-1 0-1 0 0,-1 0 0 0 0,2-1 2 0 0,0-1 1 0 0,1 1-1 0 0,-1 0 0 0 0,0-1 1 0 0,1 1-1 0 0,-1-1 0 0 0,1 1 1 0 0,0-1-1 0 0,-1 1 0 0 0,1-1 1 0 0,0 1-1 0 0,0-1 0 0 0,0 1 1 0 0,0-1-1 0 0,0 1 1 0 0,0-1-1 0 0,1 1 0 0 0,-1-1 1 0 0,1-2-1 0 0,19-37 42 0 0,-6 22-44 0 0,31-33 0 0 0,-6 13-7 0 0,2 2 0 0 0,2 1 1 0 0,1 3-1 0 0,85-49 1 0 0,-38 34-3 0 0,160-59 0 0 0,-111 55-27 0 0,-138 51 44 0 0,-1 0-147 0 0,0 1-1 0 0,0-1 1 0 0,0 0 0 0 0,0 0 0 0 0,0 1-1 0 0,0-1 1 0 0,0 0 0 0 0,0 0 0 0 0,0 0-1 0 0,0 0 1 0 0,0 0 0 0 0,-1 0-1 0 0,1-1 1 0 0,-1 1 0 0 0,1 0 0 0 0,0 0-1 0 0,-1 0 1 0 0,0-1 0 0 0,1 1 0 0 0,-1 0-1 0 0,0 0 1 0 0,0-1 0 0 0,1 1 0 0 0,-1-3-1 0 0,2-4-1136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3.180"/>
    </inkml:context>
    <inkml:brush xml:id="br0">
      <inkml:brushProperty name="width" value="0.1" units="cm"/>
      <inkml:brushProperty name="height" value="0.1" units="cm"/>
      <inkml:brushProperty name="color" value="#F6630D"/>
    </inkml:brush>
  </inkml:definitions>
  <inkml:trace contextRef="#ctx0" brushRef="#br0">70 16 4120 0 0,'-9'-3'19'0'0,"0"1"-1"0"0,1 0 0 0 0,-1 0 0 0 0,0 1 0 0 0,-16 0 1 0 0,53-2-10 0 0,2 2 0 0 0,-1 1 0 0 0,0 1-1 0 0,0 1 1 0 0,0 2 0 0 0,-1 1 0 0 0,1 1 0 0 0,-1 1 0 0 0,47 20 0 0 0,-72-26 0 0 0,0 0-1 0 0,-1 1 1 0 0,1-1 0 0 0,-1 1-1 0 0,0 0 1 0 0,0 0 0 0 0,0 0-1 0 0,0 0 1 0 0,0 0 0 0 0,0 1-1 0 0,0-1 1 0 0,0 0 0 0 0,-1 1 0 0 0,0-1-1 0 0,1 1 1 0 0,-1 0 0 0 0,0-1-1 0 0,0 1 1 0 0,0 0 0 0 0,-1 0-1 0 0,1 0 1 0 0,-1-1 0 0 0,1 1-1 0 0,-1 0 1 0 0,0 0 0 0 0,0 0-1 0 0,0 0 1 0 0,-1 0 0 0 0,1 0-1 0 0,-1 0 1 0 0,1-1 0 0 0,-1 1-1 0 0,0 0 1 0 0,0 0 0 0 0,0-1-1 0 0,-3 5 1 0 0,-4 11 54 0 0,-2 0 1 0 0,0-1-1 0 0,-1 0 0 0 0,-15 18 0 0 0,17-23-42 0 0,8-11-44 0 0,-46 57 322 0 0,43-53-531 0 0,0-1 0 0 0,-1 1 1 0 0,1-1-1 0 0,-1 0 0 0 0,0-1 0 0 0,0 1 0 0 0,-1-1 1 0 0,1 0-1 0 0,-9 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4.583"/>
    </inkml:context>
    <inkml:brush xml:id="br0">
      <inkml:brushProperty name="width" value="0.1" units="cm"/>
      <inkml:brushProperty name="height" value="0.1" units="cm"/>
      <inkml:brushProperty name="color" value="#F6630D"/>
    </inkml:brush>
  </inkml:definitions>
  <inkml:trace contextRef="#ctx0" brushRef="#br0">101 21 4116 0 0,'0'-1'16'0'0,"0"0"-1"0"0,0 0 0 0 0,0 0 1 0 0,0 1-1 0 0,0-1 0 0 0,0 0 1 0 0,-1 0-1 0 0,1 0 0 0 0,0 1 1 0 0,0-1-1 0 0,-1 0 0 0 0,1 0 1 0 0,0 1-1 0 0,-1-1 0 0 0,1 0 1 0 0,0 1-1 0 0,-1-1 0 0 0,1 0 1 0 0,-1 1-1 0 0,0-1 0 0 0,1 1 1 0 0,-1-1-1 0 0,1 1 0 0 0,-1-1 1 0 0,0 1-1 0 0,1-1 0 0 0,-1 1 1 0 0,0 0-1 0 0,0-1 0 0 0,1 1 1 0 0,-1 0-1 0 0,0 0 0 0 0,-1-1 1 0 0,0 2-12 0 0,1 0 1 0 0,0 0 0 0 0,-1 1 0 0 0,1-1 0 0 0,0 0 0 0 0,0 1 0 0 0,-1-1 0 0 0,1 1 0 0 0,0-1 0 0 0,1 1 0 0 0,-1-1 0 0 0,0 1-1 0 0,-1 3 1 0 0,-20 64-128 0 0,-6 132 95 0 0,18-111 23 0 0,3-43-2220 0 0,9-77 1756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5.347"/>
    </inkml:context>
    <inkml:brush xml:id="br0">
      <inkml:brushProperty name="width" value="0.1" units="cm"/>
      <inkml:brushProperty name="height" value="0.1" units="cm"/>
      <inkml:brushProperty name="color" value="#F6630D"/>
    </inkml:brush>
  </inkml:definitions>
  <inkml:trace contextRef="#ctx0" brushRef="#br0">678 83 2920 0 0,'0'-2'35'0'0,"-1"-1"0"0"0,1 0 0 0 0,0 0-1 0 0,-1 0 1 0 0,1 0 0 0 0,-1 0 0 0 0,0 1 0 0 0,0-1-1 0 0,0 0 1 0 0,-1 1 0 0 0,1-1 0 0 0,0 1-1 0 0,-1-1 1 0 0,0 1 0 0 0,1 0 0 0 0,-1-1 0 0 0,0 1-1 0 0,0 0 1 0 0,-1 0 0 0 0,1 0 0 0 0,-3-1 0 0 0,0 0 20 0 0,0 0 0 0 0,-1 0 0 0 0,0 0 0 0 0,1 1 1 0 0,-1 0-1 0 0,0 0 0 0 0,0 1 0 0 0,0 0 1 0 0,-9-1-1 0 0,0 0-29 0 0,1 0 1 0 0,-1 2-1 0 0,0 0 1 0 0,0 0-1 0 0,0 2 1 0 0,0-1-1 0 0,0 2 1 0 0,1 0-1 0 0,-1 1 1 0 0,1 0-1 0 0,0 1 0 0 0,0 1 1 0 0,-24 13-1 0 0,10 0-36 0 0,0 2-1 0 0,1 0 1 0 0,1 2-1 0 0,1 0 1 0 0,1 2-1 0 0,1 1 0 0 0,2 1 1 0 0,0 0-1 0 0,2 2 1 0 0,1 0-1 0 0,2 1 0 0 0,0 1 1 0 0,2 0-1 0 0,2 1 1 0 0,-15 57-1 0 0,25-78 0 0 0,0-1 0 0 0,0 1 1 0 0,1-1-1 0 0,1 1 0 0 0,0 0 0 0 0,0-1 0 0 0,1 1 1 0 0,1 0-1 0 0,0-1 0 0 0,0 1 0 0 0,1-1 0 0 0,0 0 1 0 0,1 0-1 0 0,0 0 0 0 0,8 15 0 0 0,-4-14 14 0 0,0 0 0 0 0,0-1 0 0 0,1 0 0 0 0,0-1 0 0 0,1 0 0 0 0,0 0 0 0 0,0-1 0 0 0,1 0 0 0 0,0-1 0 0 0,0 0 0 0 0,1 0-1 0 0,15 5 1 0 0,2-1 6 0 0,0-1 0 0 0,1-2 0 0 0,1 0 0 0 0,0-2 0 0 0,-1-2 0 0 0,2-1 0 0 0,37 0 0 0 0,-27-4 73 0 0,-1-2 0 0 0,1-1 0 0 0,-1-3-1 0 0,76-21 1 0 0,-99 23 23 0 0,-1-2 0 0 0,0 0 0 0 0,-1-1 0 0 0,0 0 0 0 0,0-2 0 0 0,0 0 0 0 0,-2 0 0 0 0,1-2 0 0 0,-1 1 0 0 0,-1-2 0 0 0,21-24 0 0 0,-20 19-18 0 0,-2-1-1 0 0,0-1 0 0 0,-1 1 1 0 0,-1-2-1 0 0,0 1 0 0 0,-2-2 1 0 0,-1 1-1 0 0,0-1 0 0 0,3-24 1 0 0,-6 26 59 0 0,0 0 1 0 0,-2 0 0 0 0,0 0 0 0 0,-1-1 0 0 0,-1 1 0 0 0,-2-1 0 0 0,-6-38-1 0 0,6 50-115 0 0,-1 0 0 0 0,0 1 1 0 0,0-1-1 0 0,-1 1 0 0 0,0 0 0 0 0,0 0 0 0 0,-1 1 0 0 0,0-1 0 0 0,0 1 0 0 0,-1 0 0 0 0,0 0 0 0 0,0 1 0 0 0,0 0 0 0 0,-1 0 0 0 0,0 0 0 0 0,0 1 0 0 0,-1 0 0 0 0,0 1 0 0 0,0-1 0 0 0,-11-4 0 0 0,-5 0-10 0 0,-1 1-1 0 0,0 2 0 0 0,0 0 0 0 0,-37-4 0 0 0,-104 2 144 0 0,107 7-446 0 0,-94-14 1 0 0,150 15-16 0 0,1 0 0 0 0,-1-1 0 0 0,1 1 0 0 0,-1-1 0 0 0,1 0-1 0 0,0 1 1 0 0,-1-1 0 0 0,1-1 0 0 0,0 1 0 0 0,0 0 0 0 0,0 0 0 0 0,-4-4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9.377"/>
    </inkml:context>
    <inkml:brush xml:id="br0">
      <inkml:brushProperty name="width" value="0.1" units="cm"/>
      <inkml:brushProperty name="height" value="0.1" units="cm"/>
      <inkml:brushProperty name="color" value="#F6630D"/>
    </inkml:brush>
  </inkml:definitions>
  <inkml:trace contextRef="#ctx0" brushRef="#br0">96 359 6105 0 0,'-21'-31'-713'0'0,"20"30"699"0"0,0 5-116 0 0,-12 63 32 0 0,-5 86 0 0 0,5-28 61 0 0,-9 69 81 0 0,19-166-129 0 0,0-6 1959 0 0,3-48-1014 0 0,7-42-637 0 0,3 0 0 0 0,33-122-1 0 0,-13 72-111 0 0,24-109 146 0 0,-30 137-137 0 0,-7 30-41 0 0,1-10-264 0 0,-17 69 155 0 0,-1 1 26 0 0,0 0-1 0 0,0-1 1 0 0,0 1-1 0 0,0 0 1 0 0,0 0-1 0 0,1 0 1 0 0,-1 0-1 0 0,0 0 1 0 0,0 0-1 0 0,0 0 1 0 0,0 0 0 0 0,1 0-1 0 0,-1 0 1 0 0,0 0-1 0 0,0 0 1 0 0,0 0-1 0 0,1 0 1 0 0,-1 0-1 0 0,0 0 1 0 0,0 0-1 0 0,0 0 1 0 0,1 0-1 0 0,-1 0 1 0 0,0 0 0 0 0,0 0-1 0 0,0 0 1 0 0,0 0-1 0 0,1 0 1 0 0,-1 0-1 0 0,0 0 1 0 0,0 0-1 0 0,0 1 1 0 0,0-1-1 0 0,0 0 1 0 0,1 0-1 0 0,-1 0 1 0 0,0 0 0 0 0,0 0-1 0 0,0 0 1 0 0,0 1-1 0 0,0-1 1 0 0,0 0-1 0 0,0 0 1 0 0,1 0-1 0 0,-1 0 1 0 0,0 1-1 0 0,0-1 1 0 0,0 0-1 0 0,0 0 1 0 0,0 0-1 0 0,0 1 1 0 0,0-1 0 0 0,0 0-1 0 0,0 0 1 0 0,0 0-1 0 0,0 0 1 0 0,0 1-1 0 0,0-1 1 0 0,12 24-59 0 0,9 31 52 0 0,115 452-195 0 0,-96-363 168 0 0,-21-83 57 0 0,17 98 1 0 0,-33-144-162 0 0,1-14-1218 0 0,5-21-1535 0 0,-6 11 2912 0 0,8-18-1967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29.785"/>
    </inkml:context>
    <inkml:brush xml:id="br0">
      <inkml:brushProperty name="width" value="0.1" units="cm"/>
      <inkml:brushProperty name="height" value="0.1" units="cm"/>
      <inkml:brushProperty name="color" value="#F6630D"/>
    </inkml:brush>
  </inkml:definitions>
  <inkml:trace contextRef="#ctx0" brushRef="#br0">25 108 5240 0 0,'0'0'-82'0'0,"-17"3"-27"0"0,9-2 86 0 0,12-3-104 0 0,202-56-30 0 0,-58 19 205 0 0,-105 28-2307 0 0,-41 10 1584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30.490"/>
    </inkml:context>
    <inkml:brush xml:id="br0">
      <inkml:brushProperty name="width" value="0.1" units="cm"/>
      <inkml:brushProperty name="height" value="0.1" units="cm"/>
      <inkml:brushProperty name="color" value="#F6630D"/>
    </inkml:brush>
  </inkml:definitions>
  <inkml:trace contextRef="#ctx0" brushRef="#br0">252 580 3360 0 0,'0'0'402'0'0,"-3"-4"-338"0"0,2 3-55 0 0,-1-1-1 0 0,1 1 1 0 0,-1 0 0 0 0,1 0 0 0 0,-1 0 0 0 0,0 0 0 0 0,1 0 0 0 0,-1 0-1 0 0,0 0 1 0 0,0 0 0 0 0,0 1 0 0 0,0-1 0 0 0,0 1 0 0 0,0-1 0 0 0,0 1-1 0 0,1 0 1 0 0,-1 0 0 0 0,0 0 0 0 0,0 0 0 0 0,0 0 0 0 0,-3 1 0 0 0,-2 0-1 0 0,0 1 0 0 0,0 0 0 0 0,0 0 0 0 0,0 0 1 0 0,1 1-1 0 0,-9 5 0 0 0,-3 3-2 0 0,1 0 1 0 0,0 1-1 0 0,-27 27 0 0 0,38-34-16 0 0,0 1 0 0 0,1-1 0 0 0,0 1 0 0 0,0 0 0 0 0,1 1 0 0 0,0-1 0 0 0,0 1 0 0 0,0 0 0 0 0,1 0 0 0 0,-4 13 0 0 0,6-16 7 0 0,1-1 1 0 0,-1 1 0 0 0,1 0-1 0 0,0 0 1 0 0,1-1 0 0 0,-1 1-1 0 0,0 0 1 0 0,1-1 0 0 0,0 1-1 0 0,0 0 1 0 0,0-1 0 0 0,1 1-1 0 0,-1-1 1 0 0,1 0-1 0 0,0 1 1 0 0,0-1 0 0 0,0 0-1 0 0,0 0 1 0 0,0 0 0 0 0,1 0-1 0 0,-1-1 1 0 0,1 1 0 0 0,5 3-1 0 0,0 1 69 0 0,0-1 0 0 0,1-1 0 0 0,-1 1 0 0 0,1-2 0 0 0,1 1 0 0 0,-1-1 0 0 0,0-1 0 0 0,1 1-1 0 0,0-2 1 0 0,0 1 0 0 0,0-1 0 0 0,20 1 0 0 0,-28-4-28 0 0,0 1-1 0 0,0-1 1 0 0,0 1-1 0 0,0-1 1 0 0,0 0-1 0 0,0 0 1 0 0,0 0-1 0 0,0 0 1 0 0,0 0-1 0 0,0 0 1 0 0,-1-1-1 0 0,1 1 1 0 0,0 0-1 0 0,-1-1 1 0 0,1 0-1 0 0,-1 1 1 0 0,0-1-1 0 0,1 0 1 0 0,-1 0-1 0 0,0 1 1 0 0,0-1 0 0 0,1-3-1 0 0,18-46 406 0 0,-18 45-381 0 0,14-53 159 0 0,-2-1 0 0 0,-2-1 0 0 0,5-88 0 0 0,-9-188 994 0 0,-8 330-1161 0 0,-3-106 649 0 0,-2 116-707 0 0,-1 2-3 0 0,1 1 0 0 0,0-1 0 0 0,0 1 0 0 0,1 0 0 0 0,0 0 0 0 0,0 1 0 0 0,0-1 0 0 0,1 1 0 0 0,0 0 0 0 0,0 0 0 0 0,0 0 0 0 0,1 0 0 0 0,-1 9 0 0 0,-7 24-15 0 0,2 1 0 0 0,2 1 1 0 0,-1 55-1 0 0,11 126-12 0 0,13-74 47 0 0,-13-129-64 0 0,1 0 1 0 0,0 0-1 0 0,1-1 0 0 0,2 0 1 0 0,11 23-1 0 0,-17-39-92 0 0,-1-1 1 0 0,1 0-1 0 0,-1 0 1 0 0,1 0-1 0 0,0 0 1 0 0,0 0-1 0 0,0 0 0 0 0,0 0 1 0 0,0 0-1 0 0,1-1 1 0 0,-1 1-1 0 0,0-1 1 0 0,1 0-1 0 0,-1 0 1 0 0,1 0-1 0 0,-1 0 1 0 0,1 0-1 0 0,0 0 1 0 0,-1-1-1 0 0,1 1 0 0 0,0-1 1 0 0,-1 0-1 0 0,1 1 1 0 0,0-1-1 0 0,0-1 1 0 0,-1 1-1 0 0,1 0 1 0 0,0-1-1 0 0,-1 1 1 0 0,1-1-1 0 0,0 0 1 0 0,4-2-1 0 0,19-6-1800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31.116"/>
    </inkml:context>
    <inkml:brush xml:id="br0">
      <inkml:brushProperty name="width" value="0.1" units="cm"/>
      <inkml:brushProperty name="height" value="0.1" units="cm"/>
      <inkml:brushProperty name="color" value="#F6630D"/>
    </inkml:brush>
  </inkml:definitions>
  <inkml:trace contextRef="#ctx0" brushRef="#br0">250 599 4904 0 0,'-7'-26'-180'0'0,"6"25"193"0"0,0 1-10 0 0,1 0 1 0 0,-1-1-1 0 0,1 1 0 0 0,0-1 1 0 0,-1 1-1 0 0,0 0 1 0 0,1-1-1 0 0,-1 1 0 0 0,1 0 1 0 0,-1-1-1 0 0,1 1 1 0 0,-1 0-1 0 0,0 0 0 0 0,1 0 1 0 0,-1 0-1 0 0,1-1 1 0 0,-1 1-1 0 0,0 0 0 0 0,1 0 1 0 0,-1 0-1 0 0,0 0 1 0 0,1 0-1 0 0,-2 1 0 0 0,-5-1-3 0 0,1 1-1 0 0,-1 1 0 0 0,0-1 0 0 0,0 1 0 0 0,1 0 0 0 0,-1 1 1 0 0,1-1-1 0 0,0 1 0 0 0,0 1 0 0 0,0-1 0 0 0,0 1 0 0 0,0 0 1 0 0,1 0-1 0 0,-6 6 0 0 0,1-2 1 0 0,-8 8-32 0 0,0 0 0 0 0,0 0-1 0 0,-14 21 1 0 0,29-34 23 0 0,0 0 0 0 0,0 1 1 0 0,0 0-1 0 0,0-1 0 0 0,1 1 0 0 0,0 0 1 0 0,0 0-1 0 0,0 1 0 0 0,0-1 0 0 0,1 0 1 0 0,0 1-1 0 0,-1-1 0 0 0,2 0 1 0 0,-1 1-1 0 0,0-1 0 0 0,1 1 0 0 0,0 0 1 0 0,0-1-1 0 0,0 1 0 0 0,1-1 0 0 0,-1 1 1 0 0,1-1-1 0 0,2 8 0 0 0,0-8 15 0 0,0 1 0 0 0,1-1-1 0 0,-1 0 1 0 0,1 0 0 0 0,0 0-1 0 0,0 0 1 0 0,0-1 0 0 0,0 0 0 0 0,0 0-1 0 0,1 0 1 0 0,0 0 0 0 0,-1-1 0 0 0,1 1-1 0 0,0-1 1 0 0,0 0 0 0 0,0-1 0 0 0,6 2-1 0 0,-7-2 48 0 0,0 0 0 0 0,0 0 0 0 0,0 0 0 0 0,0-1 0 0 0,0 1-1 0 0,0-1 1 0 0,0 0 0 0 0,0 0 0 0 0,0-1 0 0 0,0 1 0 0 0,0-1 0 0 0,0 0 0 0 0,0 0-1 0 0,0 0 1 0 0,0 0 0 0 0,-1-1 0 0 0,1 0 0 0 0,0 0 0 0 0,-1 0 0 0 0,1 0 0 0 0,-1 0-1 0 0,0-1 1 0 0,4-3 0 0 0,1-6 48 0 0,0 0 0 0 0,0 0 1 0 0,-2-1-1 0 0,1 0 0 0 0,-2-1 0 0 0,0 1 0 0 0,0-1 0 0 0,-1 0 0 0 0,3-23 0 0 0,1-20 67 0 0,0-60-1 0 0,-6 75-77 0 0,2-302 1231 0 0,-5 211-353 0 0,1 131-934 0 0,-3 8-23 0 0,-2 6-15 0 0,1 0 0 0 0,1 0 1 0 0,-1 0-1 0 0,2 0 0 0 0,-2 24 1 0 0,0 74-22 0 0,3-62 21 0 0,5 174-31 0 0,-1-183-9 0 0,2 1-1 0 0,2-1 0 0 0,18 60 0 0 0,-23-94-14 0 0,-1-1-1 0 0,1 1 1 0 0,0-1-1 0 0,1 0 0 0 0,-1 0 1 0 0,1 0-1 0 0,0 0 1 0 0,0 0-1 0 0,0 0 1 0 0,0-1-1 0 0,1 1 1 0 0,-1-1-1 0 0,1 0 1 0 0,0 0-1 0 0,0-1 0 0 0,0 1 1 0 0,0-1-1 0 0,0 0 1 0 0,9 3-1 0 0,-5-2-363 0 0,1-1 0 0 0,0 0 0 0 0,0-1-1 0 0,0 0 1 0 0,1-1 0 0 0,-1 1 0 0 0,0-2-1 0 0,0 1 1 0 0,17-4 0 0 0,23-9-1642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31.790"/>
    </inkml:context>
    <inkml:brush xml:id="br0">
      <inkml:brushProperty name="width" value="0.1" units="cm"/>
      <inkml:brushProperty name="height" value="0.1" units="cm"/>
      <inkml:brushProperty name="color" value="#F6630D"/>
    </inkml:brush>
  </inkml:definitions>
  <inkml:trace contextRef="#ctx0" brushRef="#br0">70 509 5388 0 0,'-38'-2'-634'0'0,"27"3"450"0"0,11-1 168 0 0,0 0 1 0 0,0 0-1 0 0,0 0 1 0 0,0-1-1 0 0,0 1 0 0 0,0 0 1 0 0,0 0-1 0 0,0 0 1 0 0,0 0-1 0 0,1 0 1 0 0,-1 0-1 0 0,0-1 1 0 0,0 1-1 0 0,0 0 1 0 0,0 0-1 0 0,0 0 0 0 0,0 0 1 0 0,0 0-1 0 0,0 0 1 0 0,0-1-1 0 0,0 1 1 0 0,0 0-1 0 0,0 0 1 0 0,0 0-1 0 0,0 0 1 0 0,0 0-1 0 0,0 0 0 0 0,0-1 1 0 0,-1 1-1 0 0,1 0 1 0 0,0 0-1 0 0,0 0 1 0 0,0 0-1 0 0,0 0 1 0 0,0 0-1 0 0,0-1 1 0 0,0 1-1 0 0,23-10-25 0 0,11-6 277 0 0,52-33 0 0 0,-75 41-141 0 0,0 0-1 0 0,-1 0 1 0 0,0-1 0 0 0,0 0-1 0 0,-1-1 1 0 0,-1 0-1 0 0,1 0 1 0 0,11-22-1 0 0,-11 17 79 0 0,-2-1 0 0 0,0-1 0 0 0,0 1 0 0 0,-2-1 0 0 0,0 0 0 0 0,5-34 0 0 0,-9 40-64 0 0,0 0-1 0 0,-1 0 1 0 0,0 0 0 0 0,-1 0-1 0 0,0 1 1 0 0,-1-1 0 0 0,0 0-1 0 0,0 0 1 0 0,-1 1 0 0 0,0 0-1 0 0,-1-1 1 0 0,-6-10 0 0 0,7 18-98 0 0,1 1 0 0 0,0 0-1 0 0,-1 0 1 0 0,1 0 0 0 0,-1 0 0 0 0,0 1 0 0 0,1-1 0 0 0,-1 1 0 0 0,0-1 0 0 0,0 1 0 0 0,0 0 0 0 0,0 0 0 0 0,0 0 0 0 0,0 1-1 0 0,0-1 1 0 0,-1 1 0 0 0,1 0 0 0 0,-6 0 0 0 0,5 0-8 0 0,-2 1-5 0 0,-1 1-4 0 0,0 0 0 0 0,0 0 1 0 0,0 0-1 0 0,0 1 0 0 0,0 0 1 0 0,1 1-1 0 0,0-1 1 0 0,0 1-1 0 0,0 0 0 0 0,0 1 1 0 0,0 0-1 0 0,1 0 0 0 0,-7 7 1 0 0,3-1-5 0 0,0 1 0 0 0,1 0 1 0 0,1 0-1 0 0,0 1 1 0 0,1 0-1 0 0,-7 18 0 0 0,-2 16-26 0 0,3 2-1 0 0,-13 94 0 0 0,25-142 37 0 0,-7 78-45 0 0,5 0-1 0 0,2 0 1 0 0,12 85-1 0 0,-7-98 33 0 0,31 254-52 0 0,-36-198-1 0 0,1-126-198 0 0,0-1 0 0 0,1 1 0 0 0,-1-1 0 0 0,1 1 0 0 0,0 0 0 0 0,1-1 0 0 0,-1 1-1 0 0,1 0 1 0 0,-1 1 0 0 0,7-8 0 0 0,-3 4-471 0 0,17-23-1279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33.231"/>
    </inkml:context>
    <inkml:brush xml:id="br0">
      <inkml:brushProperty name="width" value="0.1" units="cm"/>
      <inkml:brushProperty name="height" value="0.1" units="cm"/>
      <inkml:brushProperty name="color" value="#F6630D"/>
    </inkml:brush>
  </inkml:definitions>
  <inkml:trace contextRef="#ctx0" brushRef="#br0">68 810 5240 0 0,'-64'-5'-621'0'0,"60"5"642"0"0,9-3-49 0 0,18-11 27 0 0,2 2 0 0 0,-1 1 0 0 0,51-16 0 0 0,91-15-1 0 0,-53 14-4 0 0,-43 13 0 0 0,-68 15 18 0 0,4 0 60 0 0,0-1-1 0 0,0 0 1 0 0,0-1-1 0 0,0 1 1 0 0,0-1-1 0 0,10-5 0 0 0,-14 6 177 0 0,4 0-125 0 0,7-1 1515 0 0,-12 2-1592 0 0,-10 7-56 0 0,1 0 0 0 0,0 1 0 0 0,1 0 1 0 0,0 1-1 0 0,0-1 0 0 0,1 1 0 0 0,0 1 1 0 0,0-1-1 0 0,1 1 0 0 0,0 0 0 0 0,1 0 1 0 0,-4 16-1 0 0,6-22 6 0 0,1 1 0 0 0,0-1-1 0 0,0 1 1 0 0,0-1 0 0 0,1 1 0 0 0,0-1 0 0 0,-1 1 0 0 0,2 0 0 0 0,-1-1 0 0 0,0 1-1 0 0,1-1 1 0 0,0 1 0 0 0,0-1 0 0 0,0 1 0 0 0,1-1 0 0 0,0 1 0 0 0,0-1-1 0 0,0 0 1 0 0,0 0 0 0 0,0 0 0 0 0,1 0 0 0 0,0 0 0 0 0,-1-1 0 0 0,2 1 0 0 0,-1-1-1 0 0,0 0 1 0 0,1 0 0 0 0,-1 0 0 0 0,1 0 0 0 0,0-1 0 0 0,0 1 0 0 0,0-1-1 0 0,5 2 1 0 0,-7-3 15 0 0,1 0-1 0 0,-1 0 1 0 0,1 0-1 0 0,0 0 1 0 0,0 0-1 0 0,-1 0 1 0 0,1-1-1 0 0,0 0 1 0 0,0 1-1 0 0,0-1 1 0 0,-1 0 0 0 0,1-1-1 0 0,0 1 1 0 0,0 0-1 0 0,0-1 1 0 0,-1 1-1 0 0,1-1 1 0 0,0 0-1 0 0,-1 0 1 0 0,4-2-1 0 0,-2 1 6 0 0,-1-1 0 0 0,1 1 0 0 0,-1-1 0 0 0,1 0 0 0 0,-1-1 0 0 0,0 1-1 0 0,0 0 1 0 0,-1-1 0 0 0,1 0 0 0 0,-1 0 0 0 0,4-6 0 0 0,-1-2 70 0 0,0 0 1 0 0,-1-1-1 0 0,0 0 0 0 0,-1 0 0 0 0,0 0 1 0 0,-1 0-1 0 0,0-22 0 0 0,-1 32-67 0 0,-1 0-1 0 0,0 0 0 0 0,0 0 1 0 0,-1 0-1 0 0,1-1 0 0 0,0 1 0 0 0,-1 0 1 0 0,0 0-1 0 0,0 0 0 0 0,0 0 1 0 0,0 0-1 0 0,-3-5 0 0 0,0 4-18 0 0,-1-1 0 0 0,0 1 0 0 0,0 0 0 0 0,0 0-1 0 0,0 1 1 0 0,-10-5 0 0 0,14 7-15 0 0,3-1-215 0 0,1 1 223 0 0,-1-1-1 0 0,1 1 1 0 0,0 0 0 0 0,-1 0-1 0 0,1 0 1 0 0,0 0-1 0 0,0 0 1 0 0,0 1-1 0 0,-1-1 1 0 0,7 0-1 0 0,17 0-25 0 0,-6 0 57 0 0,0-1 1 0 0,0 0-1 0 0,0-2 1 0 0,29-8-1 0 0,-44 10 2 0 0,-1 0 0 0 0,1 0-1 0 0,0 0 1 0 0,-1 0-1 0 0,1-1 1 0 0,-1 0 0 0 0,0 0-1 0 0,1 0 1 0 0,-2-1 0 0 0,1 1-1 0 0,0-1 1 0 0,-1 0-1 0 0,1 0 1 0 0,-1 0 0 0 0,0 0-1 0 0,-1-1 1 0 0,1 1-1 0 0,-1-1 1 0 0,0 0 0 0 0,0 1-1 0 0,0-1 1 0 0,2-10-1 0 0,5-56 125 0 0,-3 0-1 0 0,-3 0 1 0 0,-11-126 0 0 0,-3 84-272 0 0,11 110 75 0 0,-5 8-164 0 0,-3 4 194 0 0,1 1 0 0 0,0 1 0 0 0,0-1 0 0 0,1 1 0 0 0,1 0 0 0 0,0 0 0 0 0,0 1 0 0 0,-5 23 0 0 0,7-24 9 0 0,-75 290-160 0 0,68-251 127 0 0,3 0-1 0 0,2 1 1 0 0,2 0-1 0 0,4 56 0 0 0,-1-98 48 0 0,1-1-1 0 0,0 0 1 0 0,0 1-1 0 0,1-1 1 0 0,0 1-1 0 0,0-1 1 0 0,1 0-1 0 0,0 0 1 0 0,1-1-1 0 0,0 1 1 0 0,0-1-1 0 0,0 1 1 0 0,1-1-1 0 0,0 0 1 0 0,1-1-1 0 0,-1 1 0 0 0,1-1 1 0 0,1-1-1 0 0,-1 1 1 0 0,1-1-1 0 0,0 0 1 0 0,0 0-1 0 0,0-1 1 0 0,1 0-1 0 0,-1 0 1 0 0,1-1-1 0 0,0 0 1 0 0,16 4-1 0 0,-22-7-18 0 0,-1 1 0 0 0,1-1 0 0 0,0 0 0 0 0,-1 1 0 0 0,1-1 0 0 0,0 0 0 0 0,-1 0 0 0 0,1-1 0 0 0,0 1 0 0 0,-1 0 0 0 0,1 0 1 0 0,0-1-1 0 0,-1 1 0 0 0,3-2 0 0 0,20-15-3645 0 0,-18 11 942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34.902"/>
    </inkml:context>
    <inkml:brush xml:id="br0">
      <inkml:brushProperty name="width" value="0.1" units="cm"/>
      <inkml:brushProperty name="height" value="0.1" units="cm"/>
      <inkml:brushProperty name="color" value="#F6630D"/>
    </inkml:brush>
  </inkml:definitions>
  <inkml:trace contextRef="#ctx0" brushRef="#br0">286 857 6201 0 0,'0'0'-278'0'0,"-10"-40"-102"0"0,9 39 389 0 0,0-1 1 0 0,0 1-1 0 0,0-1 1 0 0,0 0 0 0 0,0 1-1 0 0,0 0 1 0 0,0-1 0 0 0,-1 1-1 0 0,1 0 1 0 0,0-1 0 0 0,-1 1-1 0 0,1 0 1 0 0,-1 0 0 0 0,1 0-1 0 0,-1 0 1 0 0,0 1 0 0 0,1-1-1 0 0,-1 0 1 0 0,0 1 0 0 0,0-1-1 0 0,1 1 1 0 0,-1-1-1 0 0,0 1 1 0 0,0 0 0 0 0,0 0-1 0 0,0 0 1 0 0,1 0 0 0 0,-4 0-1 0 0,-2 1 32 0 0,-1-1-1 0 0,1 1 0 0 0,-1 0 0 0 0,1 1 0 0 0,-9 2 0 0 0,1 2-55 0 0,0 0-1 0 0,1 1 1 0 0,-1 1 0 0 0,1 0-1 0 0,-19 16 1 0 0,26-19 7 0 0,1 1 1 0 0,-1 0-1 0 0,1 0 1 0 0,1 0-1 0 0,-1 1 0 0 0,1 0 1 0 0,0 0-1 0 0,1 0 0 0 0,0 1 1 0 0,0 0-1 0 0,0-1 0 0 0,-2 11 1 0 0,5-15 5 0 0,1 0 0 0 0,-1 1 0 0 0,1-1 0 0 0,0 0 0 0 0,0 0-1 0 0,1 1 1 0 0,-1-1 0 0 0,1 0 0 0 0,-1 1 0 0 0,1-1 0 0 0,0 0 0 0 0,0 0 0 0 0,1 0 0 0 0,-1 0 0 0 0,0 0 0 0 0,1 0 0 0 0,0 0 0 0 0,0-1-1 0 0,0 1 1 0 0,0 0 0 0 0,0-1 0 0 0,1 0 0 0 0,-1 1 0 0 0,0-1 0 0 0,1 0 0 0 0,0 0 0 0 0,0 0 0 0 0,-1-1 0 0 0,5 2 0 0 0,0 1 16 0 0,0 0 1 0 0,0-1 0 0 0,0 0 0 0 0,0 0 0 0 0,1-1-1 0 0,-1 0 1 0 0,1-1 0 0 0,0 1 0 0 0,-1-1 0 0 0,1-1-1 0 0,0 1 1 0 0,10-2 0 0 0,-11 0 37 0 0,0 0 0 0 0,-1 0 0 0 0,1-1 0 0 0,-1 0 0 0 0,0 0 0 0 0,0 0-1 0 0,1-1 1 0 0,-1 0 0 0 0,-1 0 0 0 0,1 0 0 0 0,0-1 0 0 0,-1 0 0 0 0,0 0 0 0 0,0-1 0 0 0,0 1 0 0 0,0-1 0 0 0,-1 0 0 0 0,0 0 0 0 0,0 0 0 0 0,0-1 0 0 0,5-11 0 0 0,8-22 52 0 0,-1-1 0 0 0,-3-1 0 0 0,-1 0 0 0 0,-2 0 0 0 0,5-46 0 0 0,10-217 198 0 0,-23 256-236 0 0,-3-92 284 0 0,-2 48 42 0 0,1 41-201 0 0,1 9-153 0 0,1 40-46 0 0,0 1 5 0 0,0 1 0 0 0,1 0 0 0 0,-1 0 0 0 0,0-1-1 0 0,0 1 1 0 0,0 0 0 0 0,0-1 0 0 0,0 1 0 0 0,0 0 0 0 0,0-1 0 0 0,0 1 0 0 0,0 0-1 0 0,0 0 1 0 0,0-1 0 0 0,0 1 0 0 0,0 0 0 0 0,0-1 0 0 0,0 1 0 0 0,0 0-1 0 0,0-1 1 0 0,0 1 0 0 0,0 0 0 0 0,0 0 0 0 0,0-1 0 0 0,0 1 0 0 0,0 0 0 0 0,-1 0-1 0 0,1-1 1 0 0,0 1 0 0 0,0 0 0 0 0,0 0 0 0 0,-1-1 0 0 0,1 1 0 0 0,0 0-1 0 0,0 0 1 0 0,-1 0 0 0 0,1-1 0 0 0,0 1 0 0 0,0 0 0 0 0,-1 0 0 0 0,1 0 0 0 0,0 0-1 0 0,0 0 1 0 0,-1 0 0 0 0,1-1 0 0 0,0 1 0 0 0,-1 0 0 0 0,1 0 0 0 0,0 0-1 0 0,-1 0 1 0 0,1 0 0 0 0,0 0 0 0 0,-1 0 0 0 0,1 0 0 0 0,0 0 0 0 0,0 1 0 0 0,-1-1-1 0 0,1 0 1 0 0,-1 0 0 0 0,-8 9-12 0 0,0 0-1 0 0,0 0 0 0 0,1 1 1 0 0,0 0-1 0 0,1 0 0 0 0,0 1 1 0 0,1 0-1 0 0,0 1 1 0 0,0-1-1 0 0,2 1 0 0 0,-1 0 1 0 0,-4 23-1 0 0,-5 20-54 0 0,-9 89 0 0 0,14-66-15 0 0,1 90 0 0 0,9-141 67 0 0,0 0 0 0 0,2 0 1 0 0,1-1-1 0 0,1 1 0 0 0,1-1 1 0 0,2 0-1 0 0,11 28 0 0 0,-17-48 25 0 0,1-1 0 0 0,-1 0 0 0 0,1 0 0 0 0,0 0 0 0 0,0-1-1 0 0,0 1 1 0 0,1-1 0 0 0,0 0 0 0 0,0 1 0 0 0,0-2 0 0 0,0 1-1 0 0,0 0 1 0 0,1-1 0 0 0,0 0 0 0 0,0 0 0 0 0,0 0 0 0 0,0-1-1 0 0,0 1 1 0 0,0-1 0 0 0,11 2 0 0 0,-10-3 6 0 0,0-1-1 0 0,1 0 1 0 0,-1 0 0 0 0,0 0-1 0 0,0-1 1 0 0,0 0 0 0 0,0 0-1 0 0,0-1 1 0 0,0 1 0 0 0,0-1 0 0 0,-1-1-1 0 0,1 1 1 0 0,-1-1 0 0 0,1 0-1 0 0,-1 0 1 0 0,0 0 0 0 0,0-1-1 0 0,9-8 1 0 0,5-8 84 0 0,-1 0 0 0 0,-1-1 0 0 0,-1-1 0 0 0,-1 0 0 0 0,22-46 0 0 0,-28 53 29 0 0,-3-4-169 0 0,-19 25 27 0 0,-21 27-49 0 0,24-19 34 0 0,1 2 0 0 0,1-1 0 0 0,0 1-1 0 0,1 1 1 0 0,1-1 0 0 0,0 1 0 0 0,1 0-1 0 0,1 1 1 0 0,1-1 0 0 0,-2 24 0 0 0,5-38 23 0 0,0 7-12 0 0,0 0-1 0 0,1 0 0 0 0,0 1 0 0 0,0-1 1 0 0,5 15-1 0 0,-5-23 24 0 0,-1 0 0 0 0,1 0 0 0 0,0 0 0 0 0,0 0 0 0 0,0 1 0 0 0,1-1 0 0 0,-1 0 0 0 0,0-1 0 0 0,1 1 0 0 0,-1 0 0 0 0,1 0 0 0 0,0-1 0 0 0,-1 1 0 0 0,1-1 0 0 0,0 1 0 0 0,0-1 0 0 0,0 0-1 0 0,0 0 1 0 0,0 0 0 0 0,0 0 0 0 0,1 0 0 0 0,-1 0 0 0 0,0 0 0 0 0,0-1 0 0 0,1 1 0 0 0,-1-1 0 0 0,0 0 0 0 0,1 0 0 0 0,-1 1 0 0 0,0-2 0 0 0,5 1 0 0 0,0-1 8 0 0,0 0 0 0 0,-1-1 0 0 0,1 0 0 0 0,0 0 0 0 0,-1 0-1 0 0,1-1 1 0 0,-1 0 0 0 0,0 0 0 0 0,0-1 0 0 0,0 1 0 0 0,-1-1 0 0 0,1-1 0 0 0,-1 1 0 0 0,0-1-1 0 0,0 0 1 0 0,0 0 0 0 0,5-8 0 0 0,6-10 33 0 0,-1-1 0 0 0,-1-1 0 0 0,11-29 0 0 0,8-12 78 0 0,-28 58-106 0 0,-1 0-10 0 0,0 0-1 0 0,-1 0 1 0 0,0 0 0 0 0,0 0-1 0 0,2-13 1 0 0,-4 18-10 0 0,3-3 6 0 0,-1 0 0 0 0,-3 5-12 0 0,0 0 0 0 0,1 0-1 0 0,-1 1 1 0 0,0-1 0 0 0,0 0-1 0 0,0 0 1 0 0,1 1 0 0 0,-1-1-1 0 0,0 0 1 0 0,1 0 0 0 0,-1 1-1 0 0,1-1 1 0 0,-1 1 0 0 0,1-1 0 0 0,-1 0-1 0 0,1 1 1 0 0,-1-1 0 0 0,1 1-1 0 0,0-1 1 0 0,-1 1 0 0 0,1-1-1 0 0,0 1 1 0 0,-1 0 0 0 0,1-1-1 0 0,0 1 1 0 0,0 0 0 0 0,-1-1-1 0 0,1 1 1 0 0,0 0 0 0 0,0 0 0 0 0,0 0-1 0 0,-1 0 1 0 0,1 0 0 0 0,0 0-1 0 0,0 0 1 0 0,-1 0 0 0 0,1 0-1 0 0,0 0 1 0 0,0 0 0 0 0,0 1-1 0 0,-1-1 1 0 0,1 0 0 0 0,0 0-1 0 0,0 1 1 0 0,-1-1 0 0 0,1 0 0 0 0,0 1-1 0 0,-1-1 1 0 0,1 1 0 0 0,0-1-1 0 0,-1 1 1 0 0,1-1 0 0 0,-1 1-1 0 0,1 0 1 0 0,-1-1 0 0 0,1 2-1 0 0,39 51 19 0 0,-24-29-77 0 0,139 180-123 0 0,-154-203 196 0 0,0 0 1 0 0,0 0-1 0 0,0 0 1 0 0,0 1-1 0 0,-1-1 1 0 0,1 0-1 0 0,0 1 1 0 0,-1-1-1 0 0,1 0 1 0 0,-1 1-1 0 0,0-1 1 0 0,1 1-1 0 0,-1-1 1 0 0,0 1-1 0 0,0-1 1 0 0,0 1-1 0 0,0-1 1 0 0,0 1-1 0 0,0-1 1 0 0,0 1-1 0 0,0-1 1 0 0,-1 1-1 0 0,1-1 1 0 0,-1 0-1 0 0,1 1 1 0 0,-1-1-1 0 0,1 0 1 0 0,-1 1-1 0 0,0-1 0 0 0,0 0 1 0 0,-1 2-1 0 0,0-1 8 0 0,-1 0 0 0 0,0 0 0 0 0,0 0 0 0 0,0-1 0 0 0,0 1-1 0 0,0-1 1 0 0,0 0 0 0 0,0 0 0 0 0,0 0 0 0 0,0 0 0 0 0,-1-1-1 0 0,1 1 1 0 0,-6-1 0 0 0,4 1 4 0 0,0-1 0 0 0,0 0-1 0 0,1 0 1 0 0,-1 0 0 0 0,0-1-1 0 0,0 1 1 0 0,0-1 0 0 0,0 0 0 0 0,1-1-1 0 0,-1 1 1 0 0,1-1 0 0 0,-1 0 0 0 0,1 0-1 0 0,0-1 1 0 0,-1 1 0 0 0,1-1-1 0 0,-7-6 1 0 0,8 5-8 0 0,-1 0 0 0 0,1-1 0 0 0,0 1 0 0 0,0-1-1 0 0,0 0 1 0 0,1 0 0 0 0,0 0 0 0 0,-1 0 0 0 0,2 0 0 0 0,-1-1 0 0 0,1 1 0 0 0,0-1-1 0 0,0 1 1 0 0,0-1 0 0 0,1 1 0 0 0,0-9 0 0 0,1-5-4 0 0,2 1 0 0 0,0 0 0 0 0,1 0 0 0 0,1 0 0 0 0,0 0 1 0 0,1 1-1 0 0,1-1 0 0 0,1 2 0 0 0,1-1 0 0 0,0 1 0 0 0,1 0 0 0 0,0 1 0 0 0,23-25 0 0 0,-9 13-27 0 0,1 2-1 0 0,1 0 1 0 0,1 2 0 0 0,1 1-1 0 0,2 1 1 0 0,40-23-1 0 0,-59 38-10 0 0,1 1-1 0 0,0 0 1 0 0,0 0-1 0 0,1 1 1 0 0,-1 1-1 0 0,1 0 1 0 0,0 0-1 0 0,24 0 0 0 0,-35 3 31 0 0,-1-1-1 0 0,0 1 0 0 0,1 0 0 0 0,-1 1 0 0 0,0-1 0 0 0,1 0 0 0 0,-1 0 0 0 0,0 0 0 0 0,0 1 0 0 0,1-1 0 0 0,-1 1 0 0 0,0-1 0 0 0,0 1 0 0 0,0-1 1 0 0,1 1-1 0 0,-1 0 0 0 0,1 1 0 0 0,-1-2-7 0 0,-1 1 0 0 0,0 0 0 0 0,1-1 0 0 0,-1 1 0 0 0,0-1 0 0 0,0 1 0 0 0,1 0 0 0 0,-1-1 1 0 0,0 1-1 0 0,0 0 0 0 0,0-1 0 0 0,0 1 0 0 0,0 0 0 0 0,0 0 0 0 0,0-1 0 0 0,0 1 0 0 0,0 0 0 0 0,0-1 1 0 0,-1 1-1 0 0,1 0 0 0 0,0-1 0 0 0,-1 2 0 0 0,0 1-423 0 0,-1 0-1 0 0,1-1 1 0 0,-1 1 0 0 0,0 0 0 0 0,0-1-1 0 0,0 1 1 0 0,0-1 0 0 0,-1 0 0 0 0,1 0-1 0 0,-4 3 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0T06:40:41.520"/>
    </inkml:context>
    <inkml:brush xml:id="br0">
      <inkml:brushProperty name="width" value="0.1" units="cm"/>
      <inkml:brushProperty name="height" value="0.1" units="cm"/>
      <inkml:brushProperty name="color" value="#F6630D"/>
    </inkml:brush>
  </inkml:definitions>
  <inkml:trace contextRef="#ctx0" brushRef="#br0">65 377 5184 0 0,'0'-52'2604'0'0,"0"50"-2340"0"0,0 2-256 0 0,0 0-1 0 0,0 0 1 0 0,0 0-1 0 0,0 0 0 0 0,-1 0 1 0 0,1 0-1 0 0,0 0 1 0 0,0 0-1 0 0,0 0 1 0 0,0 0-1 0 0,0 0 1 0 0,0 0-1 0 0,-1 0 1 0 0,1 0-1 0 0,0 0 1 0 0,0 0-1 0 0,0 0 1 0 0,0 0-1 0 0,0-1 1 0 0,0 1-1 0 0,-1 0 1 0 0,1 0-1 0 0,0 0 1 0 0,0 0-1 0 0,0 0 0 0 0,0 0 1 0 0,0 0-1 0 0,0 0 1 0 0,0-1-1 0 0,0 1 1 0 0,0 0-1 0 0,0 0 1 0 0,0 0-1 0 0,-1 0 1 0 0,1 0-1 0 0,0 0 1 0 0,0-1-1 0 0,0 1 1 0 0,0 0-1 0 0,0 0 1 0 0,0 0-1 0 0,0 0 1 0 0,0 0-1 0 0,0-1 1 0 0,0 1-1 0 0,0 0 0 0 0,0 0 1 0 0,1 0-1 0 0,-1 0 1 0 0,0 0-1 0 0,0-1 1 0 0,0 1-1 0 0,0 0 1 0 0,0 0-1 0 0,0 0 1 0 0,-8 12 7 0 0,0 1 0 0 0,1 0 0 0 0,0 0 1 0 0,1 1-1 0 0,0 0 0 0 0,2 0 0 0 0,-1 0 0 0 0,2 0 1 0 0,0 1-1 0 0,-2 20 0 0 0,7-26-23 0 0,7-2 7 0 0,0-8 3 0 0,0 0 1 0 0,0 0-1 0 0,0 0 1 0 0,-1-1-1 0 0,1-1 1 0 0,0 0-1 0 0,-1 0 1 0 0,1 0-1 0 0,-1-1 1 0 0,8-5-1 0 0,-6 4 1 0 0,714-408-276 0 0,-720 410 103 0 0,33-25-234 0 0,-36 27 170 0 0,1-1 0 0 0,-1 1 0 0 0,0 0 0 0 0,-1 0 0 0 0,1-1 0 0 0,0 1 0 0 0,0-1 0 0 0,0 1 0 0 0,-1 0 1 0 0,1-1-1 0 0,-1 1 0 0 0,1-1 0 0 0,-1 0 0 0 0,1-2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6:49:05.147"/>
    </inkml:context>
    <inkml:brush xml:id="br0">
      <inkml:brushProperty name="width" value="0.1" units="cm"/>
      <inkml:brushProperty name="height" value="0.1" units="cm"/>
      <inkml:brushProperty name="color" value="#F6630D"/>
    </inkml:brush>
  </inkml:definitions>
  <inkml:trace contextRef="#ctx0" brushRef="#br0">1 391 24575,'3'1'0,"0"0"0,0 1 0,0-1 0,0 1 0,0-1 0,0 1 0,-1 0 0,1 0 0,0 0 0,2 4 0,56 68 0,-45-52 0,36 38 0,-50-59 0,-1 1 0,1-1 0,0 1 0,0-1 0,0 0 0,0 0 0,0 0 0,0 0 0,1 0 0,-1 0 0,0 0 0,0-1 0,1 1 0,-1-1 0,0 0 0,1 0 0,-1 0 0,0 0 0,1 0 0,-1 0 0,0 0 0,1-1 0,-1 1 0,0-1 0,0 0 0,1 0 0,-1 0 0,0 0 0,3-2 0,5-3 0,1-1 0,-2-1 0,1 0 0,12-14 0,-14 15 0,165-177 27,-98 100-723,150-128 0,-177 175-6130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6:49:12.666"/>
    </inkml:context>
    <inkml:brush xml:id="br0">
      <inkml:brushProperty name="width" value="0.1" units="cm"/>
      <inkml:brushProperty name="height" value="0.1" units="cm"/>
      <inkml:brushProperty name="color" value="#F6630D"/>
    </inkml:brush>
  </inkml:definitions>
  <inkml:trace contextRef="#ctx0" brushRef="#br0">2034 101 24575,'-9'-8'0,"0"1"0,0 0 0,-1 1 0,0 0 0,0 1 0,0 0 0,-1 0 0,1 1 0,-1 0 0,0 1 0,-1 1 0,-11-2 0,-22-2 0,-78 1 0,85 4 0,-216-1 0,-219-9 0,-26 1 0,466 12 0,0 1 0,0 1 0,0 2 0,0 2 0,1 0 0,-36 16 0,55-17 0,0 2 0,0-1 0,1 2 0,0-1 0,1 2 0,0 0 0,0 0 0,1 1 0,1 0 0,0 0 0,0 1 0,2 1 0,-10 19 0,11-20 0,0 0 0,1 1 0,1 0 0,0 0 0,1 0 0,1 0 0,0 0 0,0 0 0,2 1 0,-1-1 0,2 1 0,0-1 0,1 0 0,5 21 0,1-13 0,1-2 0,1 1 0,1-1 0,0-1 0,1 0 0,26 30 0,-12-21 0,0 0 0,2-2 0,38 28 0,-31-30 0,1-2 0,1-1 0,1-2 0,68 25 0,171 37 0,-147-46 0,31 3 0,176 18 0,-258-45 0,42 12 0,-68-12 0,100 8 0,567-16 0,-358-6 0,-275-1 0,87-15 0,-113 11 0,193-41 0,-243 46 0,-1-1 0,0 0 0,0-1 0,0 0 0,-1-1 0,1 0 0,-2 0 0,15-13 0,5-8 0,27-34 0,-22 23 0,-25 29 0,-1 0 0,1-1 0,-2 0 0,0 0 0,0-1 0,-1 1 0,0-1 0,0-1 0,-2 1 0,1 0 0,-1-1 0,-1 0 0,0 0 0,0-23 0,-2 18 0,-1 1 0,-1-1 0,-1 0 0,0 1 0,-1-1 0,-1 1 0,-1 0 0,0 0 0,-1 1 0,-9-16 0,7 17 0,0 1 0,-1 0 0,-1 1 0,0 0 0,0 1 0,-1 0 0,-14-10 0,-101-62 0,75 51 0,2 1 0,-95-43 0,121 64 0,-1 1 0,0 1 0,0 2 0,-1 0 0,0 1 0,-37-1 0,55 6 0,-22 0 0,0-2 0,1-1 0,-1-1 0,-35-10 0,33 6 0,0 1 0,0 1 0,-57-2 0,-102 10 0,69 1 0,-211-18-1365,292 10-5461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8/10/2026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26" Type="http://schemas.openxmlformats.org/officeDocument/2006/relationships/image" Target="../media/image14.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image" Target="../media/image2.png"/><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5.xml"/><Relationship Id="rId24" Type="http://schemas.openxmlformats.org/officeDocument/2006/relationships/image" Target="../media/image13.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 Id="rId22"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14.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707886"/>
          </a:xfrm>
          <a:prstGeom prst="rect">
            <a:avLst/>
          </a:prstGeom>
          <a:noFill/>
        </p:spPr>
        <p:txBody>
          <a:bodyPr wrap="square">
            <a:spAutoFit/>
          </a:bodyPr>
          <a:lstStyle/>
          <a:p>
            <a:pPr algn="ctr">
              <a:buNone/>
            </a:pPr>
            <a:r>
              <a:rPr lang="en-US" sz="4000" dirty="0">
                <a:solidFill>
                  <a:schemeClr val="accent6">
                    <a:lumMod val="60000"/>
                    <a:lumOff val="40000"/>
                  </a:schemeClr>
                </a:solidFill>
              </a:rPr>
              <a:t>Claude Code</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16370-3644-C715-0817-1052F796BBE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D516BA5-0654-18E3-471B-7CC472B222EA}"/>
              </a:ext>
            </a:extLst>
          </p:cNvPr>
          <p:cNvPicPr>
            <a:picLocks noChangeAspect="1"/>
          </p:cNvPicPr>
          <p:nvPr/>
        </p:nvPicPr>
        <p:blipFill>
          <a:blip r:embed="rId2"/>
          <a:stretch>
            <a:fillRect/>
          </a:stretch>
        </p:blipFill>
        <p:spPr>
          <a:xfrm>
            <a:off x="1154734" y="489784"/>
            <a:ext cx="6526594" cy="6458750"/>
          </a:xfrm>
          <a:prstGeom prst="rect">
            <a:avLst/>
          </a:prstGeom>
        </p:spPr>
      </p:pic>
      <p:grpSp>
        <p:nvGrpSpPr>
          <p:cNvPr id="9" name="Group 8">
            <a:extLst>
              <a:ext uri="{FF2B5EF4-FFF2-40B4-BE49-F238E27FC236}">
                <a16:creationId xmlns:a16="http://schemas.microsoft.com/office/drawing/2014/main" id="{3D692DA6-1871-FE75-24CC-192F8B10BCA8}"/>
              </a:ext>
            </a:extLst>
          </p:cNvPr>
          <p:cNvGrpSpPr/>
          <p:nvPr/>
        </p:nvGrpSpPr>
        <p:grpSpPr>
          <a:xfrm>
            <a:off x="5830104" y="5669544"/>
            <a:ext cx="658440" cy="613800"/>
            <a:chOff x="5830104" y="5669544"/>
            <a:chExt cx="658440" cy="61380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5F4271E-A6D8-068F-2556-336FB0A24D7F}"/>
                    </a:ext>
                  </a:extLst>
                </p14:cNvPr>
                <p14:cNvContentPartPr/>
                <p14:nvPr/>
              </p14:nvContentPartPr>
              <p14:xfrm>
                <a:off x="5830104" y="6061224"/>
                <a:ext cx="317160" cy="222120"/>
              </p14:xfrm>
            </p:contentPart>
          </mc:Choice>
          <mc:Fallback>
            <p:pic>
              <p:nvPicPr>
                <p:cNvPr id="4" name="Ink 3">
                  <a:extLst>
                    <a:ext uri="{FF2B5EF4-FFF2-40B4-BE49-F238E27FC236}">
                      <a16:creationId xmlns:a16="http://schemas.microsoft.com/office/drawing/2014/main" id="{55F4271E-A6D8-068F-2556-336FB0A24D7F}"/>
                    </a:ext>
                  </a:extLst>
                </p:cNvPr>
                <p:cNvPicPr/>
                <p:nvPr/>
              </p:nvPicPr>
              <p:blipFill>
                <a:blip r:embed="rId4"/>
                <a:stretch>
                  <a:fillRect/>
                </a:stretch>
              </p:blipFill>
              <p:spPr>
                <a:xfrm>
                  <a:off x="5812104" y="6043224"/>
                  <a:ext cx="35280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819E908E-E3F7-BEC3-DCEE-7E5BFCA699F6}"/>
                    </a:ext>
                  </a:extLst>
                </p14:cNvPr>
                <p14:cNvContentPartPr/>
                <p14:nvPr/>
              </p14:nvContentPartPr>
              <p14:xfrm>
                <a:off x="6073824" y="6011544"/>
                <a:ext cx="135000" cy="131760"/>
              </p14:xfrm>
            </p:contentPart>
          </mc:Choice>
          <mc:Fallback>
            <p:pic>
              <p:nvPicPr>
                <p:cNvPr id="5" name="Ink 4">
                  <a:extLst>
                    <a:ext uri="{FF2B5EF4-FFF2-40B4-BE49-F238E27FC236}">
                      <a16:creationId xmlns:a16="http://schemas.microsoft.com/office/drawing/2014/main" id="{819E908E-E3F7-BEC3-DCEE-7E5BFCA699F6}"/>
                    </a:ext>
                  </a:extLst>
                </p:cNvPr>
                <p:cNvPicPr/>
                <p:nvPr/>
              </p:nvPicPr>
              <p:blipFill>
                <a:blip r:embed="rId6"/>
                <a:stretch>
                  <a:fillRect/>
                </a:stretch>
              </p:blipFill>
              <p:spPr>
                <a:xfrm>
                  <a:off x="6056184" y="5993904"/>
                  <a:ext cx="1706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8C57E80-44D4-9B30-8CBC-D8435051984F}"/>
                    </a:ext>
                  </a:extLst>
                </p14:cNvPr>
                <p14:cNvContentPartPr/>
                <p14:nvPr/>
              </p14:nvContentPartPr>
              <p14:xfrm>
                <a:off x="6275784" y="5761704"/>
                <a:ext cx="36360" cy="155160"/>
              </p14:xfrm>
            </p:contentPart>
          </mc:Choice>
          <mc:Fallback>
            <p:pic>
              <p:nvPicPr>
                <p:cNvPr id="7" name="Ink 6">
                  <a:extLst>
                    <a:ext uri="{FF2B5EF4-FFF2-40B4-BE49-F238E27FC236}">
                      <a16:creationId xmlns:a16="http://schemas.microsoft.com/office/drawing/2014/main" id="{58C57E80-44D4-9B30-8CBC-D8435051984F}"/>
                    </a:ext>
                  </a:extLst>
                </p:cNvPr>
                <p:cNvPicPr/>
                <p:nvPr/>
              </p:nvPicPr>
              <p:blipFill>
                <a:blip r:embed="rId8"/>
                <a:stretch>
                  <a:fillRect/>
                </a:stretch>
              </p:blipFill>
              <p:spPr>
                <a:xfrm>
                  <a:off x="6258144" y="5743704"/>
                  <a:ext cx="720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BBD04652-F928-15A0-200B-E7CBA3ED120F}"/>
                    </a:ext>
                  </a:extLst>
                </p14:cNvPr>
                <p14:cNvContentPartPr/>
                <p14:nvPr/>
              </p14:nvContentPartPr>
              <p14:xfrm>
                <a:off x="6106224" y="5669544"/>
                <a:ext cx="382320" cy="318240"/>
              </p14:xfrm>
            </p:contentPart>
          </mc:Choice>
          <mc:Fallback>
            <p:pic>
              <p:nvPicPr>
                <p:cNvPr id="8" name="Ink 7">
                  <a:extLst>
                    <a:ext uri="{FF2B5EF4-FFF2-40B4-BE49-F238E27FC236}">
                      <a16:creationId xmlns:a16="http://schemas.microsoft.com/office/drawing/2014/main" id="{BBD04652-F928-15A0-200B-E7CBA3ED120F}"/>
                    </a:ext>
                  </a:extLst>
                </p:cNvPr>
                <p:cNvPicPr/>
                <p:nvPr/>
              </p:nvPicPr>
              <p:blipFill>
                <a:blip r:embed="rId10"/>
                <a:stretch>
                  <a:fillRect/>
                </a:stretch>
              </p:blipFill>
              <p:spPr>
                <a:xfrm>
                  <a:off x="6088584" y="5651904"/>
                  <a:ext cx="417960" cy="353880"/>
                </a:xfrm>
                <a:prstGeom prst="rect">
                  <a:avLst/>
                </a:prstGeom>
              </p:spPr>
            </p:pic>
          </mc:Fallback>
        </mc:AlternateContent>
      </p:grpSp>
      <p:grpSp>
        <p:nvGrpSpPr>
          <p:cNvPr id="17" name="Group 16">
            <a:extLst>
              <a:ext uri="{FF2B5EF4-FFF2-40B4-BE49-F238E27FC236}">
                <a16:creationId xmlns:a16="http://schemas.microsoft.com/office/drawing/2014/main" id="{A25E5756-D39E-7B3F-9328-DA8E2804381B}"/>
              </a:ext>
            </a:extLst>
          </p:cNvPr>
          <p:cNvGrpSpPr/>
          <p:nvPr/>
        </p:nvGrpSpPr>
        <p:grpSpPr>
          <a:xfrm>
            <a:off x="6641184" y="5543184"/>
            <a:ext cx="1577880" cy="518400"/>
            <a:chOff x="6641184" y="5543184"/>
            <a:chExt cx="1577880" cy="518400"/>
          </a:xfrm>
        </p:grpSpPr>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04CE6843-2F19-1EA6-92D3-4DCED363F31E}"/>
                    </a:ext>
                  </a:extLst>
                </p14:cNvPr>
                <p14:cNvContentPartPr/>
                <p14:nvPr/>
              </p14:nvContentPartPr>
              <p14:xfrm>
                <a:off x="6641184" y="5574864"/>
                <a:ext cx="182160" cy="350280"/>
              </p14:xfrm>
            </p:contentPart>
          </mc:Choice>
          <mc:Fallback>
            <p:pic>
              <p:nvPicPr>
                <p:cNvPr id="10" name="Ink 9">
                  <a:extLst>
                    <a:ext uri="{FF2B5EF4-FFF2-40B4-BE49-F238E27FC236}">
                      <a16:creationId xmlns:a16="http://schemas.microsoft.com/office/drawing/2014/main" id="{04CE6843-2F19-1EA6-92D3-4DCED363F31E}"/>
                    </a:ext>
                  </a:extLst>
                </p:cNvPr>
                <p:cNvPicPr/>
                <p:nvPr/>
              </p:nvPicPr>
              <p:blipFill>
                <a:blip r:embed="rId12"/>
                <a:stretch>
                  <a:fillRect/>
                </a:stretch>
              </p:blipFill>
              <p:spPr>
                <a:xfrm>
                  <a:off x="6623544" y="5557224"/>
                  <a:ext cx="21780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9E10D6A9-96F7-51F1-C7EE-66DBA7781B30}"/>
                    </a:ext>
                  </a:extLst>
                </p14:cNvPr>
                <p14:cNvContentPartPr/>
                <p14:nvPr/>
              </p14:nvContentPartPr>
              <p14:xfrm>
                <a:off x="6657744" y="5762784"/>
                <a:ext cx="145440" cy="40680"/>
              </p14:xfrm>
            </p:contentPart>
          </mc:Choice>
          <mc:Fallback>
            <p:pic>
              <p:nvPicPr>
                <p:cNvPr id="11" name="Ink 10">
                  <a:extLst>
                    <a:ext uri="{FF2B5EF4-FFF2-40B4-BE49-F238E27FC236}">
                      <a16:creationId xmlns:a16="http://schemas.microsoft.com/office/drawing/2014/main" id="{9E10D6A9-96F7-51F1-C7EE-66DBA7781B30}"/>
                    </a:ext>
                  </a:extLst>
                </p:cNvPr>
                <p:cNvPicPr/>
                <p:nvPr/>
              </p:nvPicPr>
              <p:blipFill>
                <a:blip r:embed="rId14"/>
                <a:stretch>
                  <a:fillRect/>
                </a:stretch>
              </p:blipFill>
              <p:spPr>
                <a:xfrm>
                  <a:off x="6639744" y="5745144"/>
                  <a:ext cx="18108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BB2C8511-B8BF-BA43-4D9D-D3A60DE92421}"/>
                    </a:ext>
                  </a:extLst>
                </p14:cNvPr>
                <p14:cNvContentPartPr/>
                <p14:nvPr/>
              </p14:nvContentPartPr>
              <p14:xfrm>
                <a:off x="6895704" y="5578824"/>
                <a:ext cx="140040" cy="315360"/>
              </p14:xfrm>
            </p:contentPart>
          </mc:Choice>
          <mc:Fallback>
            <p:pic>
              <p:nvPicPr>
                <p:cNvPr id="12" name="Ink 11">
                  <a:extLst>
                    <a:ext uri="{FF2B5EF4-FFF2-40B4-BE49-F238E27FC236}">
                      <a16:creationId xmlns:a16="http://schemas.microsoft.com/office/drawing/2014/main" id="{BB2C8511-B8BF-BA43-4D9D-D3A60DE92421}"/>
                    </a:ext>
                  </a:extLst>
                </p:cNvPr>
                <p:cNvPicPr/>
                <p:nvPr/>
              </p:nvPicPr>
              <p:blipFill>
                <a:blip r:embed="rId16"/>
                <a:stretch>
                  <a:fillRect/>
                </a:stretch>
              </p:blipFill>
              <p:spPr>
                <a:xfrm>
                  <a:off x="6877704" y="5561184"/>
                  <a:ext cx="17568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5FDA269B-2A68-FA76-3054-A09EA0B008B8}"/>
                    </a:ext>
                  </a:extLst>
                </p14:cNvPr>
                <p14:cNvContentPartPr/>
                <p14:nvPr/>
              </p14:nvContentPartPr>
              <p14:xfrm>
                <a:off x="7089024" y="5601864"/>
                <a:ext cx="183240" cy="315720"/>
              </p14:xfrm>
            </p:contentPart>
          </mc:Choice>
          <mc:Fallback>
            <p:pic>
              <p:nvPicPr>
                <p:cNvPr id="13" name="Ink 12">
                  <a:extLst>
                    <a:ext uri="{FF2B5EF4-FFF2-40B4-BE49-F238E27FC236}">
                      <a16:creationId xmlns:a16="http://schemas.microsoft.com/office/drawing/2014/main" id="{5FDA269B-2A68-FA76-3054-A09EA0B008B8}"/>
                    </a:ext>
                  </a:extLst>
                </p:cNvPr>
                <p:cNvPicPr/>
                <p:nvPr/>
              </p:nvPicPr>
              <p:blipFill>
                <a:blip r:embed="rId18"/>
                <a:stretch>
                  <a:fillRect/>
                </a:stretch>
              </p:blipFill>
              <p:spPr>
                <a:xfrm>
                  <a:off x="7071384" y="5583864"/>
                  <a:ext cx="21888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29FA51D2-F60A-C3D8-2BEF-400D71B19EA5}"/>
                    </a:ext>
                  </a:extLst>
                </p14:cNvPr>
                <p14:cNvContentPartPr/>
                <p14:nvPr/>
              </p14:nvContentPartPr>
              <p14:xfrm>
                <a:off x="7426704" y="5589264"/>
                <a:ext cx="113040" cy="472320"/>
              </p14:xfrm>
            </p:contentPart>
          </mc:Choice>
          <mc:Fallback>
            <p:pic>
              <p:nvPicPr>
                <p:cNvPr id="14" name="Ink 13">
                  <a:extLst>
                    <a:ext uri="{FF2B5EF4-FFF2-40B4-BE49-F238E27FC236}">
                      <a16:creationId xmlns:a16="http://schemas.microsoft.com/office/drawing/2014/main" id="{29FA51D2-F60A-C3D8-2BEF-400D71B19EA5}"/>
                    </a:ext>
                  </a:extLst>
                </p:cNvPr>
                <p:cNvPicPr/>
                <p:nvPr/>
              </p:nvPicPr>
              <p:blipFill>
                <a:blip r:embed="rId20"/>
                <a:stretch>
                  <a:fillRect/>
                </a:stretch>
              </p:blipFill>
              <p:spPr>
                <a:xfrm>
                  <a:off x="7409064" y="5571624"/>
                  <a:ext cx="148680" cy="507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DC194D72-CDB2-D455-C8F2-A649065EFC07}"/>
                    </a:ext>
                  </a:extLst>
                </p14:cNvPr>
                <p14:cNvContentPartPr/>
                <p14:nvPr/>
              </p14:nvContentPartPr>
              <p14:xfrm>
                <a:off x="7364784" y="5582424"/>
                <a:ext cx="338760" cy="337320"/>
              </p14:xfrm>
            </p:contentPart>
          </mc:Choice>
          <mc:Fallback>
            <p:pic>
              <p:nvPicPr>
                <p:cNvPr id="15" name="Ink 14">
                  <a:extLst>
                    <a:ext uri="{FF2B5EF4-FFF2-40B4-BE49-F238E27FC236}">
                      <a16:creationId xmlns:a16="http://schemas.microsoft.com/office/drawing/2014/main" id="{DC194D72-CDB2-D455-C8F2-A649065EFC07}"/>
                    </a:ext>
                  </a:extLst>
                </p:cNvPr>
                <p:cNvPicPr/>
                <p:nvPr/>
              </p:nvPicPr>
              <p:blipFill>
                <a:blip r:embed="rId22"/>
                <a:stretch>
                  <a:fillRect/>
                </a:stretch>
              </p:blipFill>
              <p:spPr>
                <a:xfrm>
                  <a:off x="7346784" y="5564424"/>
                  <a:ext cx="37440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70D340DC-38E7-D156-7F7E-A4FE530E8253}"/>
                    </a:ext>
                  </a:extLst>
                </p14:cNvPr>
                <p14:cNvContentPartPr/>
                <p14:nvPr/>
              </p14:nvContentPartPr>
              <p14:xfrm>
                <a:off x="7713624" y="5543184"/>
                <a:ext cx="505440" cy="384480"/>
              </p14:xfrm>
            </p:contentPart>
          </mc:Choice>
          <mc:Fallback>
            <p:pic>
              <p:nvPicPr>
                <p:cNvPr id="16" name="Ink 15">
                  <a:extLst>
                    <a:ext uri="{FF2B5EF4-FFF2-40B4-BE49-F238E27FC236}">
                      <a16:creationId xmlns:a16="http://schemas.microsoft.com/office/drawing/2014/main" id="{70D340DC-38E7-D156-7F7E-A4FE530E8253}"/>
                    </a:ext>
                  </a:extLst>
                </p:cNvPr>
                <p:cNvPicPr/>
                <p:nvPr/>
              </p:nvPicPr>
              <p:blipFill>
                <a:blip r:embed="rId24"/>
                <a:stretch>
                  <a:fillRect/>
                </a:stretch>
              </p:blipFill>
              <p:spPr>
                <a:xfrm>
                  <a:off x="7695624" y="5525184"/>
                  <a:ext cx="541080" cy="420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ECC6C9AB-1697-65CD-D053-CDE32CCDAE01}"/>
                  </a:ext>
                </a:extLst>
              </p14:cNvPr>
              <p14:cNvContentPartPr/>
              <p14:nvPr/>
            </p14:nvContentPartPr>
            <p14:xfrm>
              <a:off x="2413344" y="634584"/>
              <a:ext cx="324720" cy="181800"/>
            </p14:xfrm>
          </p:contentPart>
        </mc:Choice>
        <mc:Fallback>
          <p:pic>
            <p:nvPicPr>
              <p:cNvPr id="18" name="Ink 17">
                <a:extLst>
                  <a:ext uri="{FF2B5EF4-FFF2-40B4-BE49-F238E27FC236}">
                    <a16:creationId xmlns:a16="http://schemas.microsoft.com/office/drawing/2014/main" id="{ECC6C9AB-1697-65CD-D053-CDE32CCDAE01}"/>
                  </a:ext>
                </a:extLst>
              </p:cNvPr>
              <p:cNvPicPr/>
              <p:nvPr/>
            </p:nvPicPr>
            <p:blipFill>
              <a:blip r:embed="rId26"/>
              <a:stretch>
                <a:fillRect/>
              </a:stretch>
            </p:blipFill>
            <p:spPr>
              <a:xfrm>
                <a:off x="2395344" y="616944"/>
                <a:ext cx="360360" cy="217440"/>
              </a:xfrm>
              <a:prstGeom prst="rect">
                <a:avLst/>
              </a:prstGeom>
            </p:spPr>
          </p:pic>
        </mc:Fallback>
      </mc:AlternateContent>
    </p:spTree>
    <p:extLst>
      <p:ext uri="{BB962C8B-B14F-4D97-AF65-F5344CB8AC3E}">
        <p14:creationId xmlns:p14="http://schemas.microsoft.com/office/powerpoint/2010/main" val="160751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31B9E-41F4-8246-09C4-086AD781DC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97AF1E-743D-EBAD-F56A-43B55D188756}"/>
              </a:ext>
            </a:extLst>
          </p:cNvPr>
          <p:cNvSpPr txBox="1"/>
          <p:nvPr/>
        </p:nvSpPr>
        <p:spPr>
          <a:xfrm>
            <a:off x="457200" y="272845"/>
            <a:ext cx="11066199" cy="6501780"/>
          </a:xfrm>
          <a:prstGeom prst="rect">
            <a:avLst/>
          </a:prstGeom>
          <a:noFill/>
        </p:spPr>
        <p:txBody>
          <a:bodyPr wrap="square">
            <a:spAutoFit/>
          </a:bodyPr>
          <a:lstStyle/>
          <a:p>
            <a:pPr marL="0" marR="0">
              <a:spcBef>
                <a:spcPts val="900"/>
              </a:spcBef>
              <a:spcAft>
                <a:spcPts val="1200"/>
              </a:spcAft>
              <a:buNone/>
            </a:pPr>
            <a:r>
              <a:rPr lang="en-US" sz="2800" b="0" u="none" strike="noStrike" dirty="0">
                <a:solidFill>
                  <a:schemeClr val="accent6">
                    <a:lumMod val="60000"/>
                    <a:lumOff val="40000"/>
                  </a:schemeClr>
                </a:solidFill>
                <a:effectLst/>
                <a:latin typeface="Google Sans"/>
              </a:rPr>
              <a:t>Use following Prompt:</a:t>
            </a:r>
          </a:p>
          <a:p>
            <a:pPr marL="0" marR="0">
              <a:spcBef>
                <a:spcPts val="900"/>
              </a:spcBef>
              <a:spcAft>
                <a:spcPts val="1200"/>
              </a:spcAft>
              <a:buNone/>
            </a:pPr>
            <a:r>
              <a:rPr lang="en-US" sz="2400" b="0" u="none" strike="noStrike" dirty="0">
                <a:solidFill>
                  <a:schemeClr val="accent6">
                    <a:lumMod val="60000"/>
                    <a:lumOff val="40000"/>
                  </a:schemeClr>
                </a:solidFill>
                <a:effectLst/>
                <a:latin typeface="Google Sans"/>
              </a:rPr>
              <a:t>Create a playable browser game that combines a 3x3 Rubik's Cube with Tic Tac Toe. The cube should look like a Rubik's Cube with a black body, but all white stickers. The cube must be fully rotatable by dragging so the player can inspect all sides.</a:t>
            </a:r>
            <a:br>
              <a:rPr lang="en-US" sz="2400" b="0" u="none" strike="noStrike" dirty="0">
                <a:solidFill>
                  <a:schemeClr val="accent6">
                    <a:lumMod val="60000"/>
                    <a:lumOff val="40000"/>
                  </a:schemeClr>
                </a:solidFill>
                <a:effectLst/>
                <a:latin typeface="Google Sans"/>
              </a:rPr>
            </a:br>
            <a:endParaRPr lang="en-US" sz="2400" b="0" u="none" strike="noStrike" dirty="0">
              <a:solidFill>
                <a:schemeClr val="accent6">
                  <a:lumMod val="60000"/>
                  <a:lumOff val="40000"/>
                </a:schemeClr>
              </a:solidFill>
              <a:effectLst/>
              <a:latin typeface="Google Sans"/>
            </a:endParaRPr>
          </a:p>
          <a:p>
            <a:pPr marL="0" marR="0">
              <a:spcBef>
                <a:spcPts val="900"/>
              </a:spcBef>
              <a:spcAft>
                <a:spcPts val="1200"/>
              </a:spcAft>
              <a:buNone/>
            </a:pPr>
            <a:r>
              <a:rPr lang="en-US" sz="2400" b="0" u="none" strike="noStrike" dirty="0">
                <a:solidFill>
                  <a:schemeClr val="accent6">
                    <a:lumMod val="60000"/>
                    <a:lumOff val="40000"/>
                  </a:schemeClr>
                </a:solidFill>
                <a:effectLst/>
                <a:latin typeface="Google Sans"/>
              </a:rPr>
              <a:t>Rules:</a:t>
            </a:r>
            <a:br>
              <a:rPr lang="en-US" sz="2400" b="0" u="none" strike="noStrike" dirty="0">
                <a:solidFill>
                  <a:schemeClr val="accent6">
                    <a:lumMod val="60000"/>
                    <a:lumOff val="40000"/>
                  </a:schemeClr>
                </a:solidFill>
                <a:effectLst/>
                <a:latin typeface="Google Sans"/>
              </a:rPr>
            </a:br>
            <a:r>
              <a:rPr lang="en-US" sz="2400" b="0" u="none" strike="noStrike" dirty="0">
                <a:solidFill>
                  <a:schemeClr val="accent6">
                    <a:lumMod val="60000"/>
                    <a:lumOff val="40000"/>
                  </a:schemeClr>
                </a:solidFill>
                <a:effectLst/>
                <a:latin typeface="Google Sans"/>
              </a:rPr>
              <a:t>Player 1 uses X</a:t>
            </a:r>
            <a:br>
              <a:rPr lang="en-US" sz="2400" b="0" u="none" strike="noStrike" dirty="0">
                <a:solidFill>
                  <a:schemeClr val="accent6">
                    <a:lumMod val="60000"/>
                    <a:lumOff val="40000"/>
                  </a:schemeClr>
                </a:solidFill>
                <a:effectLst/>
                <a:latin typeface="Google Sans"/>
              </a:rPr>
            </a:br>
            <a:r>
              <a:rPr lang="en-US" sz="2400" b="0" u="none" strike="noStrike" dirty="0">
                <a:solidFill>
                  <a:schemeClr val="accent6">
                    <a:lumMod val="60000"/>
                    <a:lumOff val="40000"/>
                  </a:schemeClr>
                </a:solidFill>
                <a:effectLst/>
                <a:latin typeface="Google Sans"/>
              </a:rPr>
              <a:t>Player 2 uses O</a:t>
            </a:r>
            <a:br>
              <a:rPr lang="en-US" sz="2400" b="0" u="none" strike="noStrike" dirty="0">
                <a:solidFill>
                  <a:schemeClr val="accent6">
                    <a:lumMod val="60000"/>
                    <a:lumOff val="40000"/>
                  </a:schemeClr>
                </a:solidFill>
                <a:effectLst/>
                <a:latin typeface="Google Sans"/>
              </a:rPr>
            </a:br>
            <a:endParaRPr lang="en-US" sz="2400" b="0" u="none" strike="noStrike" dirty="0">
              <a:solidFill>
                <a:schemeClr val="accent6">
                  <a:lumMod val="60000"/>
                  <a:lumOff val="40000"/>
                </a:schemeClr>
              </a:solidFill>
              <a:effectLst/>
              <a:latin typeface="Google Sans"/>
            </a:endParaRPr>
          </a:p>
          <a:p>
            <a:pPr marL="0" marR="0">
              <a:spcBef>
                <a:spcPts val="900"/>
              </a:spcBef>
              <a:spcAft>
                <a:spcPts val="1200"/>
              </a:spcAft>
              <a:buNone/>
            </a:pPr>
            <a:r>
              <a:rPr lang="en-US" sz="2400" b="0" u="none" strike="noStrike" dirty="0">
                <a:solidFill>
                  <a:schemeClr val="accent6">
                    <a:lumMod val="60000"/>
                    <a:lumOff val="40000"/>
                  </a:schemeClr>
                </a:solidFill>
                <a:effectLst/>
                <a:latin typeface="Google Sans"/>
              </a:rPr>
              <a:t>On each turn, the active player first places their mark on any empty sticker on the cube. After placing their mark, that player must make exactly one standard move of the cube.</a:t>
            </a:r>
            <a:br>
              <a:rPr lang="en-US" sz="2400" b="0" u="none" strike="noStrike" dirty="0">
                <a:solidFill>
                  <a:schemeClr val="accent6">
                    <a:lumMod val="60000"/>
                    <a:lumOff val="40000"/>
                  </a:schemeClr>
                </a:solidFill>
                <a:effectLst/>
                <a:latin typeface="Google Sans"/>
              </a:rPr>
            </a:br>
            <a:r>
              <a:rPr lang="en-US" sz="2400" b="0" u="none" strike="noStrike" dirty="0">
                <a:solidFill>
                  <a:schemeClr val="accent6">
                    <a:lumMod val="60000"/>
                    <a:lumOff val="40000"/>
                  </a:schemeClr>
                </a:solidFill>
                <a:effectLst/>
                <a:latin typeface="Google Sans"/>
              </a:rPr>
              <a:t>Players continue alternating turns.</a:t>
            </a:r>
            <a:br>
              <a:rPr lang="en-US" sz="2400" b="0" u="none" strike="noStrike" dirty="0">
                <a:solidFill>
                  <a:schemeClr val="accent6">
                    <a:lumMod val="60000"/>
                    <a:lumOff val="40000"/>
                  </a:schemeClr>
                </a:solidFill>
                <a:effectLst/>
                <a:latin typeface="Google Sans"/>
              </a:rPr>
            </a:br>
            <a:r>
              <a:rPr lang="en-US" sz="2400" b="0" u="none" strike="noStrike" dirty="0">
                <a:solidFill>
                  <a:schemeClr val="accent6">
                    <a:lumMod val="60000"/>
                    <a:lumOff val="40000"/>
                  </a:schemeClr>
                </a:solidFill>
                <a:effectLst/>
                <a:latin typeface="Google Sans"/>
              </a:rPr>
              <a:t>A player wins by making 3 of their marks in a row on a single 3x3 face.</a:t>
            </a:r>
            <a:br>
              <a:rPr lang="en-US" sz="2400" b="0" u="none" strike="noStrike" dirty="0">
                <a:solidFill>
                  <a:schemeClr val="accent6">
                    <a:lumMod val="60000"/>
                    <a:lumOff val="40000"/>
                  </a:schemeClr>
                </a:solidFill>
                <a:effectLst/>
                <a:latin typeface="Google Sans"/>
              </a:rPr>
            </a:br>
            <a:r>
              <a:rPr lang="en-US" sz="2400" b="0" u="none" strike="noStrike" dirty="0">
                <a:solidFill>
                  <a:schemeClr val="accent6">
                    <a:lumMod val="60000"/>
                    <a:lumOff val="40000"/>
                  </a:schemeClr>
                </a:solidFill>
                <a:effectLst/>
                <a:latin typeface="Google Sans"/>
              </a:rPr>
              <a:t>Victory is checked only after the rotation is completed, not immediately after placing the mark.</a:t>
            </a:r>
          </a:p>
        </p:txBody>
      </p:sp>
    </p:spTree>
    <p:extLst>
      <p:ext uri="{BB962C8B-B14F-4D97-AF65-F5344CB8AC3E}">
        <p14:creationId xmlns:p14="http://schemas.microsoft.com/office/powerpoint/2010/main" val="25303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868A5-4CCF-8921-CB67-84551E111E1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C55F7C-6A22-3EDF-7935-AB43759F1BDA}"/>
              </a:ext>
            </a:extLst>
          </p:cNvPr>
          <p:cNvPicPr>
            <a:picLocks noChangeAspect="1"/>
          </p:cNvPicPr>
          <p:nvPr/>
        </p:nvPicPr>
        <p:blipFill>
          <a:blip r:embed="rId2"/>
          <a:stretch>
            <a:fillRect/>
          </a:stretch>
        </p:blipFill>
        <p:spPr>
          <a:xfrm>
            <a:off x="1770871" y="2714267"/>
            <a:ext cx="8430802" cy="3086531"/>
          </a:xfrm>
          <a:prstGeom prst="rect">
            <a:avLst/>
          </a:prstGeom>
        </p:spPr>
      </p:pic>
      <p:sp>
        <p:nvSpPr>
          <p:cNvPr id="7" name="TextBox 6">
            <a:extLst>
              <a:ext uri="{FF2B5EF4-FFF2-40B4-BE49-F238E27FC236}">
                <a16:creationId xmlns:a16="http://schemas.microsoft.com/office/drawing/2014/main" id="{C8AEAF7E-C15F-75D4-28CB-5E33DD41D7C1}"/>
              </a:ext>
            </a:extLst>
          </p:cNvPr>
          <p:cNvSpPr txBox="1"/>
          <p:nvPr/>
        </p:nvSpPr>
        <p:spPr>
          <a:xfrm>
            <a:off x="457200" y="272845"/>
            <a:ext cx="11066199" cy="461665"/>
          </a:xfrm>
          <a:prstGeom prst="rect">
            <a:avLst/>
          </a:prstGeom>
          <a:noFill/>
        </p:spPr>
        <p:txBody>
          <a:bodyPr wrap="square">
            <a:spAutoFit/>
          </a:bodyPr>
          <a:lstStyle/>
          <a:p>
            <a:pPr marL="0" marR="0">
              <a:spcBef>
                <a:spcPts val="900"/>
              </a:spcBef>
              <a:spcAft>
                <a:spcPts val="1200"/>
              </a:spcAft>
              <a:buNone/>
            </a:pPr>
            <a:r>
              <a:rPr lang="en-US" sz="2400" dirty="0">
                <a:solidFill>
                  <a:schemeClr val="accent6">
                    <a:lumMod val="60000"/>
                    <a:lumOff val="40000"/>
                  </a:schemeClr>
                </a:solidFill>
                <a:latin typeface="Google Sans"/>
              </a:rPr>
              <a:t>After prompt -&gt; </a:t>
            </a:r>
            <a:r>
              <a:rPr lang="en-US" sz="2400" dirty="0" err="1">
                <a:solidFill>
                  <a:schemeClr val="accent6">
                    <a:lumMod val="60000"/>
                    <a:lumOff val="40000"/>
                  </a:schemeClr>
                </a:solidFill>
                <a:latin typeface="Google Sans"/>
              </a:rPr>
              <a:t>goto</a:t>
            </a:r>
            <a:r>
              <a:rPr lang="en-US" sz="2400" dirty="0">
                <a:solidFill>
                  <a:schemeClr val="accent6">
                    <a:lumMod val="60000"/>
                    <a:lumOff val="40000"/>
                  </a:schemeClr>
                </a:solidFill>
                <a:latin typeface="Google Sans"/>
              </a:rPr>
              <a:t> </a:t>
            </a:r>
            <a:r>
              <a:rPr lang="en-US" sz="2400" b="1" u="sng" dirty="0">
                <a:solidFill>
                  <a:schemeClr val="accent6">
                    <a:lumMod val="60000"/>
                    <a:lumOff val="40000"/>
                  </a:schemeClr>
                </a:solidFill>
                <a:latin typeface="Google Sans"/>
              </a:rPr>
              <a:t>Plan</a:t>
            </a:r>
            <a:r>
              <a:rPr lang="en-US" sz="2400" dirty="0">
                <a:solidFill>
                  <a:schemeClr val="accent6">
                    <a:lumMod val="60000"/>
                    <a:lumOff val="40000"/>
                  </a:schemeClr>
                </a:solidFill>
                <a:latin typeface="Google Sans"/>
              </a:rPr>
              <a:t> mode</a:t>
            </a:r>
            <a:endParaRPr lang="en-US" sz="2400" b="0" u="none" strike="noStrike" dirty="0">
              <a:solidFill>
                <a:schemeClr val="accent6">
                  <a:lumMod val="60000"/>
                  <a:lumOff val="40000"/>
                </a:schemeClr>
              </a:solidFill>
              <a:effectLst/>
              <a:latin typeface="Google Sans"/>
            </a:endParaRPr>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48AF7FA8-A9EC-D04F-4625-97F0EFD5D0A6}"/>
                  </a:ext>
                </a:extLst>
              </p14:cNvPr>
              <p14:cNvContentPartPr/>
              <p14:nvPr/>
            </p14:nvContentPartPr>
            <p14:xfrm>
              <a:off x="2605824" y="4129416"/>
              <a:ext cx="296280" cy="210600"/>
            </p14:xfrm>
          </p:contentPart>
        </mc:Choice>
        <mc:Fallback>
          <p:pic>
            <p:nvPicPr>
              <p:cNvPr id="10" name="Ink 9">
                <a:extLst>
                  <a:ext uri="{FF2B5EF4-FFF2-40B4-BE49-F238E27FC236}">
                    <a16:creationId xmlns:a16="http://schemas.microsoft.com/office/drawing/2014/main" id="{48AF7FA8-A9EC-D04F-4625-97F0EFD5D0A6}"/>
                  </a:ext>
                </a:extLst>
              </p:cNvPr>
              <p:cNvPicPr/>
              <p:nvPr/>
            </p:nvPicPr>
            <p:blipFill>
              <a:blip r:embed="rId4"/>
              <a:stretch>
                <a:fillRect/>
              </a:stretch>
            </p:blipFill>
            <p:spPr>
              <a:xfrm>
                <a:off x="2588184" y="4111416"/>
                <a:ext cx="3319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09276719-4ACD-64EB-B348-AE0943890D98}"/>
                  </a:ext>
                </a:extLst>
              </p14:cNvPr>
              <p14:cNvContentPartPr/>
              <p14:nvPr/>
            </p14:nvContentPartPr>
            <p14:xfrm>
              <a:off x="1864584" y="5578056"/>
              <a:ext cx="1356120" cy="421920"/>
            </p14:xfrm>
          </p:contentPart>
        </mc:Choice>
        <mc:Fallback>
          <p:pic>
            <p:nvPicPr>
              <p:cNvPr id="11" name="Ink 10">
                <a:extLst>
                  <a:ext uri="{FF2B5EF4-FFF2-40B4-BE49-F238E27FC236}">
                    <a16:creationId xmlns:a16="http://schemas.microsoft.com/office/drawing/2014/main" id="{09276719-4ACD-64EB-B348-AE0943890D98}"/>
                  </a:ext>
                </a:extLst>
              </p:cNvPr>
              <p:cNvPicPr/>
              <p:nvPr/>
            </p:nvPicPr>
            <p:blipFill>
              <a:blip r:embed="rId6"/>
              <a:stretch>
                <a:fillRect/>
              </a:stretch>
            </p:blipFill>
            <p:spPr>
              <a:xfrm>
                <a:off x="1846584" y="5560056"/>
                <a:ext cx="1391760" cy="457560"/>
              </a:xfrm>
              <a:prstGeom prst="rect">
                <a:avLst/>
              </a:prstGeom>
            </p:spPr>
          </p:pic>
        </mc:Fallback>
      </mc:AlternateContent>
    </p:spTree>
    <p:extLst>
      <p:ext uri="{BB962C8B-B14F-4D97-AF65-F5344CB8AC3E}">
        <p14:creationId xmlns:p14="http://schemas.microsoft.com/office/powerpoint/2010/main" val="1412993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5C317-3A36-E0ED-6A04-59ECF3F521C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B652B39-4BA6-693A-5BDC-8759E8A0A37C}"/>
              </a:ext>
            </a:extLst>
          </p:cNvPr>
          <p:cNvSpPr txBox="1"/>
          <p:nvPr/>
        </p:nvSpPr>
        <p:spPr>
          <a:xfrm>
            <a:off x="457200" y="272845"/>
            <a:ext cx="11066199" cy="1100301"/>
          </a:xfrm>
          <a:prstGeom prst="rect">
            <a:avLst/>
          </a:prstGeom>
          <a:noFill/>
        </p:spPr>
        <p:txBody>
          <a:bodyPr wrap="square">
            <a:spAutoFit/>
          </a:bodyPr>
          <a:lstStyle/>
          <a:p>
            <a:pPr marL="0" marR="0">
              <a:spcBef>
                <a:spcPts val="900"/>
              </a:spcBef>
              <a:spcAft>
                <a:spcPts val="1200"/>
              </a:spcAft>
              <a:buNone/>
            </a:pPr>
            <a:r>
              <a:rPr lang="en-US" sz="2400" dirty="0">
                <a:solidFill>
                  <a:schemeClr val="accent6">
                    <a:lumMod val="60000"/>
                    <a:lumOff val="40000"/>
                  </a:schemeClr>
                </a:solidFill>
                <a:latin typeface="Google Sans"/>
              </a:rPr>
              <a:t>It will ask series of questions – I went with recommended </a:t>
            </a:r>
          </a:p>
          <a:p>
            <a:pPr marL="0" marR="0">
              <a:spcBef>
                <a:spcPts val="900"/>
              </a:spcBef>
              <a:spcAft>
                <a:spcPts val="1200"/>
              </a:spcAft>
              <a:buNone/>
            </a:pPr>
            <a:r>
              <a:rPr lang="en-US" sz="2400" b="0" u="none" strike="noStrike" dirty="0">
                <a:solidFill>
                  <a:schemeClr val="accent6">
                    <a:lumMod val="60000"/>
                    <a:lumOff val="40000"/>
                  </a:schemeClr>
                </a:solidFill>
                <a:effectLst/>
                <a:latin typeface="Google Sans"/>
              </a:rPr>
              <a:t>It may take 5 – 15 minutes for it to build ---- just have patience</a:t>
            </a:r>
          </a:p>
        </p:txBody>
      </p:sp>
      <p:pic>
        <p:nvPicPr>
          <p:cNvPr id="9" name="Picture 8">
            <a:extLst>
              <a:ext uri="{FF2B5EF4-FFF2-40B4-BE49-F238E27FC236}">
                <a16:creationId xmlns:a16="http://schemas.microsoft.com/office/drawing/2014/main" id="{4A84815F-8192-DB60-5228-417ED982BEFB}"/>
              </a:ext>
            </a:extLst>
          </p:cNvPr>
          <p:cNvPicPr>
            <a:picLocks noChangeAspect="1"/>
          </p:cNvPicPr>
          <p:nvPr/>
        </p:nvPicPr>
        <p:blipFill>
          <a:blip r:embed="rId2"/>
          <a:stretch>
            <a:fillRect/>
          </a:stretch>
        </p:blipFill>
        <p:spPr>
          <a:xfrm>
            <a:off x="731520" y="1341212"/>
            <a:ext cx="11140440" cy="5516788"/>
          </a:xfrm>
          <a:prstGeom prst="rect">
            <a:avLst/>
          </a:prstGeom>
        </p:spPr>
      </p:pic>
    </p:spTree>
    <p:extLst>
      <p:ext uri="{BB962C8B-B14F-4D97-AF65-F5344CB8AC3E}">
        <p14:creationId xmlns:p14="http://schemas.microsoft.com/office/powerpoint/2010/main" val="4061560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4CE78-E526-6D4B-4A9D-95B43F1137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9BE8EE7-901B-A663-0AD4-0DAD021CD760}"/>
              </a:ext>
            </a:extLst>
          </p:cNvPr>
          <p:cNvSpPr txBox="1"/>
          <p:nvPr/>
        </p:nvSpPr>
        <p:spPr>
          <a:xfrm>
            <a:off x="183621" y="91440"/>
            <a:ext cx="3272811" cy="2477601"/>
          </a:xfrm>
          <a:prstGeom prst="rect">
            <a:avLst/>
          </a:prstGeom>
          <a:noFill/>
        </p:spPr>
        <p:txBody>
          <a:bodyPr wrap="square">
            <a:spAutoFit/>
          </a:bodyPr>
          <a:lstStyle/>
          <a:p>
            <a:pPr marL="0" marR="0">
              <a:spcBef>
                <a:spcPts val="900"/>
              </a:spcBef>
              <a:spcAft>
                <a:spcPts val="1200"/>
              </a:spcAft>
              <a:buNone/>
            </a:pPr>
            <a:r>
              <a:rPr lang="en-US" sz="2400" b="0" u="none" strike="noStrike" dirty="0">
                <a:solidFill>
                  <a:schemeClr val="accent6">
                    <a:lumMod val="60000"/>
                    <a:lumOff val="40000"/>
                  </a:schemeClr>
                </a:solidFill>
                <a:effectLst/>
                <a:latin typeface="Google Sans"/>
              </a:rPr>
              <a:t>After 15 minutes, received following --- </a:t>
            </a:r>
            <a:r>
              <a:rPr lang="en-US" sz="2400" b="1" u="sng" strike="noStrike" dirty="0">
                <a:solidFill>
                  <a:schemeClr val="accent6">
                    <a:lumMod val="60000"/>
                    <a:lumOff val="40000"/>
                  </a:schemeClr>
                </a:solidFill>
                <a:effectLst/>
                <a:latin typeface="Google Sans"/>
              </a:rPr>
              <a:t>Accept and auto mode</a:t>
            </a:r>
          </a:p>
          <a:p>
            <a:pPr marL="0" marR="0">
              <a:spcBef>
                <a:spcPts val="900"/>
              </a:spcBef>
              <a:spcAft>
                <a:spcPts val="1200"/>
              </a:spcAft>
              <a:buNone/>
            </a:pPr>
            <a:endParaRPr lang="en-US" sz="2400" b="1" u="sng">
              <a:solidFill>
                <a:schemeClr val="accent6">
                  <a:lumMod val="60000"/>
                  <a:lumOff val="40000"/>
                </a:schemeClr>
              </a:solidFill>
              <a:latin typeface="Google Sans"/>
            </a:endParaRPr>
          </a:p>
          <a:p>
            <a:pPr marL="0" marR="0">
              <a:spcBef>
                <a:spcPts val="900"/>
              </a:spcBef>
              <a:spcAft>
                <a:spcPts val="1200"/>
              </a:spcAft>
              <a:buNone/>
            </a:pPr>
            <a:endParaRPr lang="en-US" sz="2400" b="1" u="sng" strike="noStrike" dirty="0">
              <a:solidFill>
                <a:schemeClr val="accent6">
                  <a:lumMod val="60000"/>
                  <a:lumOff val="40000"/>
                </a:schemeClr>
              </a:solidFill>
              <a:effectLst/>
              <a:latin typeface="Google Sans"/>
            </a:endParaRPr>
          </a:p>
        </p:txBody>
      </p:sp>
      <p:pic>
        <p:nvPicPr>
          <p:cNvPr id="3" name="Picture 2">
            <a:extLst>
              <a:ext uri="{FF2B5EF4-FFF2-40B4-BE49-F238E27FC236}">
                <a16:creationId xmlns:a16="http://schemas.microsoft.com/office/drawing/2014/main" id="{06EE033C-6CB1-C1EE-0440-DEF6B763E1B3}"/>
              </a:ext>
            </a:extLst>
          </p:cNvPr>
          <p:cNvPicPr>
            <a:picLocks noChangeAspect="1"/>
          </p:cNvPicPr>
          <p:nvPr/>
        </p:nvPicPr>
        <p:blipFill>
          <a:blip r:embed="rId2"/>
          <a:stretch>
            <a:fillRect/>
          </a:stretch>
        </p:blipFill>
        <p:spPr>
          <a:xfrm>
            <a:off x="3392232" y="950976"/>
            <a:ext cx="8616147" cy="5815584"/>
          </a:xfrm>
          <a:prstGeom prst="rect">
            <a:avLst/>
          </a:prstGeom>
        </p:spPr>
      </p:pic>
      <p:sp>
        <p:nvSpPr>
          <p:cNvPr id="5" name="TextBox 4">
            <a:extLst>
              <a:ext uri="{FF2B5EF4-FFF2-40B4-BE49-F238E27FC236}">
                <a16:creationId xmlns:a16="http://schemas.microsoft.com/office/drawing/2014/main" id="{0D3C001F-BBFA-0929-0B8F-F37E18014708}"/>
              </a:ext>
            </a:extLst>
          </p:cNvPr>
          <p:cNvSpPr txBox="1"/>
          <p:nvPr/>
        </p:nvSpPr>
        <p:spPr>
          <a:xfrm>
            <a:off x="2377440" y="563270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68604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1216</TotalTime>
  <Words>192</Words>
  <Application>Microsoft Office PowerPoint</Application>
  <PresentationFormat>Widescreen</PresentationFormat>
  <Paragraphs>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228</cp:revision>
  <dcterms:created xsi:type="dcterms:W3CDTF">2025-09-22T02:44:38Z</dcterms:created>
  <dcterms:modified xsi:type="dcterms:W3CDTF">2026-08-10T07:13:39Z</dcterms:modified>
</cp:coreProperties>
</file>