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ink/ink21.xml" ContentType="application/inkml+xml"/>
  <Override PartName="/ppt/ink/ink22.xml" ContentType="application/inkml+xml"/>
  <Override PartName="/ppt/ink/ink23.xml" ContentType="application/inkml+xml"/>
  <Override PartName="/ppt/ink/ink24.xml" ContentType="application/inkml+xml"/>
  <Override PartName="/ppt/ink/ink25.xml" ContentType="application/inkml+xml"/>
  <Override PartName="/ppt/ink/ink26.xml" ContentType="application/inkml+xml"/>
  <Override PartName="/ppt/ink/ink27.xml" ContentType="application/inkml+xml"/>
  <Override PartName="/ppt/ink/ink28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3"/>
  </p:notesMasterIdLst>
  <p:handoutMasterIdLst>
    <p:handoutMasterId r:id="rId14"/>
  </p:handoutMasterIdLst>
  <p:sldIdLst>
    <p:sldId id="257" r:id="rId2"/>
    <p:sldId id="281" r:id="rId3"/>
    <p:sldId id="282" r:id="rId4"/>
    <p:sldId id="283" r:id="rId5"/>
    <p:sldId id="277" r:id="rId6"/>
    <p:sldId id="278" r:id="rId7"/>
    <p:sldId id="279" r:id="rId8"/>
    <p:sldId id="276" r:id="rId9"/>
    <p:sldId id="280" r:id="rId10"/>
    <p:sldId id="284" r:id="rId11"/>
    <p:sldId id="275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4" d="100"/>
          <a:sy n="84" d="100"/>
        </p:scale>
        <p:origin x="3054" y="96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1ACA3A45-07AA-881E-EBAC-FAE1FFF9B3BB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72C2385-62BD-1B9C-A617-554DDB21E0F4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BAEECA8-D063-486F-AE31-5020270C1449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5328A6F-7933-1F9C-E9F6-B4A61026FBA4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6F9A57F-3A38-6EDA-B76D-A3DB4F6978A7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793F6CE-D1D9-4B7B-9040-C7CAC074A6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61335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7T15:55:33.190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1604 238 24575,'-1'-6'0,"0"0"0,0 0 0,0 0 0,-1 0 0,0 1 0,0-1 0,-1 0 0,0 1 0,0-1 0,0 1 0,0 0 0,-1 0 0,0 0 0,0 1 0,0-1 0,-1 1 0,1 0 0,-1 0 0,0 1 0,0-1 0,-9-4 0,-14-7 0,0 2 0,-57-20 0,77 30 0,-39-12 0,0 2 0,0 3 0,-1 1 0,-1 3 0,1 1 0,-1 3 0,0 2 0,-87 11 0,115-6 0,0 1 0,1 1 0,0 0 0,1 2 0,0 0 0,0 1 0,-20 15 0,13-9 0,0-2 0,-49 21 0,9-13 0,24-9 0,2 2 0,-65 32 0,78-32 0,1 2 0,0 0 0,1 2 0,-27 26 0,40-33 0,1 1 0,1 0 0,0 0 0,0 1 0,1 0 0,1 1 0,1 0 0,0 0 0,-8 26 0,3 3 0,2 1 0,2 0 0,2 0 0,2 1 0,1-1 0,6 66 0,-1-98 0,1 0 0,0 0 0,0 0 0,1-1 0,1 1 0,0-1 0,1 0 0,0-1 0,1 1 0,0-1 0,1 0 0,0-1 0,1 0 0,0 0 0,0-1 0,13 10 0,9 6 0,2-2 0,0-1 0,2-2 0,40 19 0,8-3 0,159 47 0,96 0 0,-131-35 0,-120-29 0,0-4 0,94 4 0,171-9 0,-109-7 0,-203 1 0,0 1 0,44 12 0,-46-8 0,1-2 0,59 3 0,255-12 0,75 3 0,-217 11 0,90 2 0,490-15 0,-734-3 0,1-2 0,-1-3 0,93-27 0,-118 28 0,-1-2 0,0-1 0,-1-2 0,56-31 0,-72 35 0,0 0 0,0-2 0,-1 1 0,-1-2 0,0 0 0,0 0 0,-1-1 0,-1 0 0,0-1 0,0 0 0,9-21 0,4-9 0,-18 35 0,1 0 0,-2 0 0,1-1 0,-1 0 0,0 0 0,-1 0 0,0 0 0,-1-1 0,1-12 0,-2-8 0,-1 0 0,-1 0 0,-2 0 0,-1 1 0,-2-1 0,-1 1 0,-1 0 0,-1 1 0,-2 0 0,-22-43 0,26 58 0,0 1 0,-1-1 0,-1 2 0,0-1 0,-1 1 0,0 1 0,0 0 0,-1 0 0,-1 1 0,-18-13 0,-5-1 0,-1 2 0,-1 2 0,-1 1 0,-1 2 0,-67-21 0,-2 14 0,0 4 0,-178-10 0,141 25 0,51 3 0,-125-19 0,105 7 0,0 5 0,-133 7 0,239 3 0,-18-3 0,-1-1 0,1-1 0,1-1 0,-1-1 0,-29-12 0,20 7 0,-60-11 0,-198-11 0,272 30 0,0 0 0,-37-13 0,36 9 0,1 1 0,-35-4 0,-466-19 0,151 29-1365,332 0-5461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7T16:01:15.527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0 393 24575,'6'3'0,"-1"0"0,1 0 0,-1 1 0,0 0 0,0 0 0,0 0 0,-1 1 0,1-1 0,5 9 0,-8-10 0,57 78 0,-17-20 0,-42-59 0,1-1 0,0 0 0,0 0 0,0 0 0,0 0 0,0 0 0,0 0 0,0 0 0,0 0 0,1-1 0,-1 1 0,0 0 0,0-1 0,1 1 0,-1-1 0,1 1 0,-1-1 0,0 1 0,1-1 0,-1 0 0,1 0 0,-1 0 0,0 0 0,1 0 0,-1 0 0,1 0 0,-1 0 0,1-1 0,-1 1 0,0-1 0,1 1 0,-1-1 0,0 1 0,1-1 0,-1 0 0,0 1 0,0-1 0,2-1 0,4-5 0,1 1 0,-1-1 0,-1 0 0,11-14 0,-15 18 0,102-151 0,13-15 0,-72 115-682,84-77-1,-93 98-6143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7T16:01:17.343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0 191 24575,'8'9'0,"-1"1"0,0 0 0,0 0 0,-1 1 0,-1-1 0,0 1 0,6 19 0,13 26 0,-14-34 0,-7-15 0,0 0 0,0 1 0,1-1 0,0 0 0,8 10 0,-11-16 0,0 0 0,0 0 0,0 0 0,0 0 0,0-1 0,0 1 0,1 0 0,-1 0 0,0-1 0,0 1 0,1-1 0,-1 1 0,0-1 0,1 0 0,-1 1 0,0-1 0,1 0 0,-1 0 0,1 0 0,-1 0 0,0 0 0,1 0 0,-1 0 0,0 0 0,1-1 0,-1 1 0,0-1 0,1 1 0,-1-1 0,0 1 0,0-1 0,1 0 0,-1 1 0,0-1 0,0 0 0,0 0 0,2-2 0,13-12 0,-1-1 0,-1 0 0,0-1 0,-1-1 0,12-23 0,7-6 0,113-159-1365,-111 159-5461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7T16:01:18.733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0 461 24575,'2'0'0,"0"0"0,0 1 0,0 0 0,0-1 0,0 1 0,0 0 0,0 0 0,0 0 0,-1 0 0,1 0 0,0 0 0,-1 1 0,1-1 0,-1 0 0,1 1 0,-1-1 0,0 1 0,0 0 0,0-1 0,2 4 0,19 41 0,-21-41 0,4 6 0,-1 3 0,2 0 0,0 0 0,9 13 0,-15-26 0,1 1 0,0 0 0,0-1 0,0 1 0,0-1 0,0 1 0,0-1 0,0 0 0,0 1 0,0-1 0,1 0 0,-1 0 0,1 0 0,-1 0 0,1 0 0,-1 0 0,1 0 0,-1 0 0,1-1 0,0 1 0,-1-1 0,1 1 0,0-1 0,0 0 0,-1 1 0,1-1 0,0 0 0,0 0 0,-1 0 0,1 0 0,0-1 0,0 1 0,-1 0 0,4-2 0,7-6 0,0-1 0,-1-1 0,-1 1 0,0-1 0,0-1 0,-1 0 0,13-19 0,11-13 0,25-23 0,4 2 0,2 2 0,3 4 0,105-72 0,-36 40-1365,-89 59-5461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7T16:01:22.310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1 342 24575,'4'6'0,"-1"0"0,1 0 0,-1 0 0,0 0 0,0 0 0,-1 0 0,0 1 0,0-1 0,-1 1 0,2 11 0,-2-10 0,1 0 0,0 0 0,0 0 0,1 0 0,0 0 0,5 9 0,-7-16 0,-1 0 0,1 0 0,0 0 0,0 0 0,0-1 0,0 1 0,0 0 0,0-1 0,0 1 0,1 0 0,-1-1 0,0 1 0,0-1 0,0 0 0,1 1 0,-1-1 0,0 0 0,0 0 0,1 0 0,-1 0 0,0 0 0,0 0 0,1 0 0,-1 0 0,0 0 0,0-1 0,1 1 0,-1 0 0,0-1 0,0 1 0,0-1 0,0 0 0,0 1 0,0-1 0,0 0 0,0 0 0,0 1 0,0-1 0,0 0 0,1-2 0,46-46 0,-38 36 0,374-351 0,-346 330-1365,-11 9-5461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7T16:06:34.582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1 190 24575,'6'0'0,"0"1"0,0 0 0,1 1 0,-1-1 0,0 1 0,0 0 0,0 1 0,-1-1 0,1 1 0,-1 1 0,1-1 0,-1 1 0,0-1 0,7 9 0,1 0 0,-1 0 0,-1 2 0,0-1 0,9 16 0,-7-5 0,-10-16 0,1-1 0,0 0 0,1 0 0,7 11 0,-11-17 0,1 0 0,-1 0 0,0 0 0,0 0 0,1 0 0,-1 0 0,0 0 0,1 0 0,-1 0 0,1 0 0,-1-1 0,1 1 0,-1-1 0,1 1 0,0-1 0,-1 0 0,1 1 0,0-1 0,-1 0 0,1 0 0,0 0 0,-1-1 0,1 1 0,0 0 0,-1 0 0,1-1 0,2 0 0,52-27 0,-1-2 0,-2-2 0,70-55 0,102-88-1365,-172 133-5461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7T16:06:36.372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0 0 24575,'9'0'0,"7"0"0,4 0 0,9 0 0,12 0 0,11 0 0,19 0 0,24 0 0,16 0 0,7 0 0,-3 0 0,-13 0 0,-23 0-8191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7T16:06:37.856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1 173 24575,'0'0'0,"0"0"0,0-1 0,0 1 0,0-1 0,0 1 0,0 0 0,0-1 0,0 1 0,0 0 0,0-1 0,0 1 0,0-1 0,0 1 0,0 0 0,0-1 0,1 1 0,-1 0 0,0-1 0,0 1 0,0 0 0,1 0 0,-1-1 0,0 1 0,0 0 0,1-1 0,-1 1 0,0 0 0,0 0 0,1 0 0,-1-1 0,0 1 0,1 0 0,-1 0 0,0 0 0,1-1 0,14 7 0,10 17 0,-14-7 0,0 0 0,-1 1 0,10 23 0,9 18 0,-28-57 0,0 1 0,-1-1 0,1 1 0,0-1 0,0 0 0,0 0 0,0 0 0,0 1 0,0-1 0,0 0 0,0 0 0,0 0 0,0-1 0,0 1 0,1 0 0,-1 0 0,0-1 0,1 1 0,-1-1 0,1 1 0,-1-1 0,1 1 0,-1-1 0,1 0 0,-1 0 0,1 0 0,-1 0 0,1 0 0,-1 0 0,1 0 0,-1 0 0,1 0 0,-1-1 0,0 1 0,1-1 0,-1 1 0,1-1 0,-1 0 0,0 1 0,1-1 0,0-1 0,7-5 0,-1 0 0,-1 0 0,1 0 0,12-18 0,-9 13 0,206-241-1365,-189 219-5461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7T16:06:39.524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0 578 24575,'2'-11'0,"1"0"0,0 1 0,0-1 0,1 1 0,0 0 0,1 0 0,0 1 0,1 0 0,0-1 0,8-8 0,5-11 0,89-129 0,-47 71 0,-29 40-682,54-61-1,-57 79-6143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7T16:06:40.493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 45 24575,'1'-1'0,"1"-1"0,-1 1 0,1-1 0,0 1 0,-1 0 0,1 0 0,0 0 0,0 0 0,0 0 0,0 1 0,0-1 0,0 0 0,0 1 0,0-1 0,0 1 0,0 0 0,0 0 0,4 0 0,1-1 0,8-2 0,31-6 0,1 2 0,0 1 0,91 3 0,-133 3 4,1 1-1,-1-1 1,0 1-1,0 0 1,0 1-1,0-1 1,0 1-1,0 0 1,-1 0-1,1 1 1,0-1-1,-1 1 1,0 0-1,0 0 1,0 0-1,0 1 1,0 0-1,-1 0 1,1 0-1,-1 0 1,0 0-1,0 0 1,-1 1-1,1 0 1,-1-1-1,0 1 1,3 10-1,-1 6-154,-1 0-1,-1 1 0,0-1 1,-2 0-1,-3 32 1,2-28-403,0 6-6272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07T16:07:50.147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 34 6257 0 0,'4'-27'-21'0'0,"-2"20"953"0"0,-1 26-753 0 0,4 106-257 0 0,7 74 46 0 0,-3-45 140 0 0,-8-144-50 0 0,0-8-42 0 0,-1 0 0 0 0,1 0 0 0 0,-1-1 0 0 0,0 1 0 0 0,0 0 0 0 0,0 0 0 0 0,0 0 0 0 0,-1 0 0 0 0,1 0 0 0 0,0 0 0 0 0,-1 0 0 0 0,0 2 0 0 0,1-3 84 0 0,1 8 33 0 0,14-42-6121 0 0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07T16:07:50.989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45 428 5232 0 0,'0'0'-81'0'0,"-3"0"14"0"0,-10 0 27 0 0,10 0 140 0 0,-14 2 311 0 0,8 0 70 0 0,13-1-248 0 0,137 1-165 0 0,-54 2 32 0 0,0-4 1 0 0,0-4-1 0 0,89-16 1 0 0,-169 19-30 0 0,0 0 0 0 0,0-1 0 0 0,0 0 1 0 0,-1-1-1 0 0,1 1 0 0 0,0-1 1 0 0,-1 0-1 0 0,1-1 0 0 0,-1 0 0 0 0,0 0 1 0 0,-1 0-1 0 0,1-1 0 0 0,-1 0 1 0 0,1 0-1 0 0,-2 0 0 0 0,1 0 0 0 0,0-1 1 0 0,-1 0-1 0 0,4-7 0 0 0,-4 3 45 0 0,1-1-1 0 0,-2 1 0 0 0,1-1 1 0 0,-2 0-1 0 0,1-1 0 0 0,-2 1 1 0 0,1 0-1 0 0,-1-1 0 0 0,-1 1 1 0 0,0-1-1 0 0,-2-12 0 0 0,0-2 74 0 0,1 8-34 0 0,-1 0 1 0 0,0 1-1 0 0,-1-1 0 0 0,-7-20 0 0 0,4-3 378 0 0,6 39-513 0 0,-1-6-19 0 0,1 9-20 0 0,0-1-1 0 0,0 0 1 0 0,0 0-1 0 0,0 0 1 0 0,0 0-1 0 0,0 0 1 0 0,0 0-1 0 0,0 0 1 0 0,0 0-1 0 0,-1 0 1 0 0,1 0-1 0 0,0 0 1 0 0,0 0-1 0 0,0 0 1 0 0,0 0-1 0 0,0 0 1 0 0,0 0-1 0 0,0 0 1 0 0,0 0-1 0 0,0 0 1 0 0,0 0-1 0 0,0 0 1 0 0,-1 0-1 0 0,1 0 1 0 0,0 0-1 0 0,-4 106-176 0 0,13 135-1 0 0,0-13 278 0 0,-10-201-56 0 0,9-44-5686 0 0,-1 4 2905 0 0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07T16:07:51.365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0 46 6793 0 0,'24'-33'770'0'0,"-24"32"-729"0"0,1 0 0 0 0,-1 0 0 0 0,1 1 0 0 0,0-1 0 0 0,-1 0 0 0 0,1 0-1 0 0,0 0 1 0 0,0 1 0 0 0,-1-1 0 0 0,1 1 0 0 0,0-1 0 0 0,0 0 0 0 0,0 1-1 0 0,0-1 1 0 0,0 1 0 0 0,0 0 0 0 0,0-1 0 0 0,1 1 0 0 0,-1 0-31 0 0,-1 0 0 0 0,1 0 0 0 0,0 0 1 0 0,-1 1-1 0 0,1-1 0 0 0,-1 0 0 0 0,1 0 1 0 0,-1 1-1 0 0,1-1 0 0 0,-1 0 0 0 0,1 1 1 0 0,-1-1-1 0 0,0 1 0 0 0,1-1 0 0 0,-1 1 1 0 0,1-1-1 0 0,-1 1 0 0 0,0-1 0 0 0,1 1 0 0 0,-1-1 1 0 0,0 1-1 0 0,0-1 0 0 0,1 2 0 0 0,9 51-234 0 0,-5-21 242 0 0,27 92 6 0 0,-28-102-73 0 0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07T16:07:51.568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 72 5541 0 0,'3'-21'1433'0'0,"4"-8"1543"0"0,-6 27-2317 0 0,2-17-6127 0 0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07T16:07:52.733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341 660 6873 0 0,'0'0'-161'0'0,"10"2"-190"0"0,-6-2 569 0 0,-10-1 1101 0 0,-21-2-1280 0 0,0 1-1 0 0,0 1 1 0 0,-49 5 0 0 0,64-2-46 0 0,-1-1-1 0 0,1 1 1 0 0,0 1 0 0 0,0 0-1 0 0,0 1 1 0 0,1 0-1 0 0,-1 1 1 0 0,1 0 0 0 0,0 1-1 0 0,0 0 1 0 0,-14 11 0 0 0,21-13-1 0 0,1 0 0 0 0,-1 0-1 0 0,1 0 1 0 0,0 0 0 0 0,0 0 0 0 0,1 1 0 0 0,-1-1 0 0 0,1 1 0 0 0,0 0 0 0 0,0 0 0 0 0,1-1 0 0 0,-1 1 0 0 0,1 0 0 0 0,0 0 0 0 0,1 1-1 0 0,-1-1 1 0 0,1 0 0 0 0,0 0 0 0 0,0 0 0 0 0,1 0 0 0 0,-1 0 0 0 0,1 0 0 0 0,0 0 0 0 0,1 0 0 0 0,-1 0 0 0 0,1 0 0 0 0,0 0-1 0 0,0 0 1 0 0,3 4 0 0 0,-1-2 16 0 0,0 1-1 0 0,0-1 0 0 0,1 0 0 0 0,0-1 1 0 0,0 1-1 0 0,0-1 0 0 0,1 0 1 0 0,0 0-1 0 0,0-1 0 0 0,1 1 0 0 0,0-1 1 0 0,-1-1-1 0 0,2 1 0 0 0,-1-2 1 0 0,0 1-1 0 0,1 0 0 0 0,10 2 0 0 0,-14-6 29 0 0,0 1-1 0 0,0-1 0 0 0,0-1 0 0 0,0 1 1 0 0,0 0-1 0 0,0-1 0 0 0,0 0 1 0 0,0 0-1 0 0,0 0 0 0 0,0 0 0 0 0,0-1 1 0 0,0 0-1 0 0,-1 1 0 0 0,1-1 0 0 0,-1-1 1 0 0,1 1-1 0 0,-1 0 0 0 0,0-1 1 0 0,0 0-1 0 0,0 1 0 0 0,0-1 0 0 0,-1-1 1 0 0,4-2-1 0 0,6-11 48 0 0,0 1 0 0 0,-1-1 0 0 0,10-21 1 0 0,-19 35-76 0 0,17-36 60 0 0,-2 0-1 0 0,-2-1 1 0 0,-1-1 0 0 0,10-55 0 0 0,20-174 245 0 0,-35 199-125 0 0,0-5 151 0 0,-1-84 0 0 0,-8 158-418 0 0,-3 8-463 0 0,-7 12 508 0 0,2 1-1 0 0,1-1 0 0 0,0 2 1 0 0,1-1-1 0 0,1 1 0 0 0,-3 25 1 0 0,-10 134-79 0 0,16-150 96 0 0,0 9 4 0 0,1 0 1 0 0,2-1-1 0 0,1 1 0 0 0,2-1 1 0 0,2 1-1 0 0,13 46 1 0 0,-14-67 11 0 0,1 1 0 0 0,1-2-1 0 0,0 1 1 0 0,1-1 0 0 0,1 0 0 0 0,0 0 0 0 0,1-1-1 0 0,1 0 1 0 0,0-1 0 0 0,1-1 0 0 0,1 1 0 0 0,0-2-1 0 0,1 0 1 0 0,0 0 0 0 0,17 9 0 0 0,-7-6 12 0 0,0-2 1 0 0,2-2 0 0 0,-1 0-1 0 0,1-1 1 0 0,0-1-1 0 0,1-2 1 0 0,0-1-1 0 0,1-1 1 0 0,-1-1 0 0 0,47 0-1 0 0,-54-4 1 0 0,-1-1 0 0 0,0-2 0 0 0,0 0 0 0 0,0 0 0 0 0,0-2 0 0 0,0-1 0 0 0,-1 0 0 0 0,0-1 0 0 0,0-1 0 0 0,-1-1 0 0 0,0 0 0 0 0,0-1 0 0 0,-1-1 0 0 0,-1-1 0 0 0,0 0 0 0 0,14-15 0 0 0,-18 17 11 0 0,0-1 1 0 0,-2-1-1 0 0,1 0 0 0 0,-1 0 0 0 0,-1 0 0 0 0,0-1 0 0 0,-1-1 1 0 0,0 1-1 0 0,-1-1 0 0 0,-1-1 0 0 0,0 1 0 0 0,-1-1 0 0 0,0 1 1 0 0,-1-1-1 0 0,0-17 0 0 0,-2 29-15 0 0,-1-1 1 0 0,-1 1-1 0 0,1-1 0 0 0,0 1 0 0 0,-1-1 1 0 0,0 0-1 0 0,0 1 0 0 0,0 0 1 0 0,0-1-1 0 0,0 1 0 0 0,-1 0 0 0 0,1-1 1 0 0,-1 1-1 0 0,0 0 0 0 0,0 0 1 0 0,0 0-1 0 0,-1 1 0 0 0,1-1 0 0 0,-5-3 1 0 0,3 3-5 0 0,-1 0 0 0 0,1 0 0 0 0,-1 1 0 0 0,0 0 0 0 0,0 0 0 0 0,0 0 0 0 0,0 1 0 0 0,0-1 0 0 0,-1 1 0 0 0,1 0 0 0 0,-10 0 0 0 0,-3 2-6 0 0,-1 0 0 0 0,1 0 0 0 0,0 2 0 0 0,0 0 0 0 0,0 1 0 0 0,-25 10 0 0 0,25-8-13 0 0,1 1 0 0 0,0 0-1 0 0,0 2 1 0 0,1 0 0 0 0,0 1 0 0 0,-19 15 0 0 0,31-22 8 0 0,1 0-1 0 0,0 0 1 0 0,0 0 0 0 0,0 0 0 0 0,0 0-1 0 0,1 1 1 0 0,-1-1 0 0 0,1 1 0 0 0,0-1 0 0 0,0 1-1 0 0,0 0 1 0 0,1 0 0 0 0,-1 0 0 0 0,1 0-1 0 0,0 0 1 0 0,0 1 0 0 0,0-1 0 0 0,1 0-1 0 0,-1 0 1 0 0,1 1 0 0 0,0-1 0 0 0,1 0-1 0 0,-1 0 1 0 0,1 1 0 0 0,-1-1 0 0 0,1 0 0 0 0,0 0-1 0 0,1 0 1 0 0,-1 0 0 0 0,1 0 0 0 0,0 0-1 0 0,0 0 1 0 0,3 4 0 0 0,4 5 1 0 0,1-1-1 0 0,0-1 1 0 0,0 0 0 0 0,1 0 0 0 0,1-1-1 0 0,-1 0 1 0 0,2-1 0 0 0,-1 0-1 0 0,1-1 1 0 0,1-1 0 0 0,16 7 0 0 0,27 10-2 0 0,82 23 0 0 0,-124-43 9 0 0,388 83-15 0 0,-142-37 226 0 0,-249-47 116 0 0,15 1-1149 0 0,-23-10-194 0 0,-12-7-126 0 0,-3 0-1359 0 0,0 1-612 0 0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07T16:07:58.892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679 70 6649 0 0,'17'-35'175'0'0,"-17"33"-36"0"0,-8-24 503 0 0,2 25-621 0 0,0-1-1 0 0,-1 1 0 0 0,1 0 0 0 0,-1 0 1 0 0,1 1-1 0 0,-1 0 0 0 0,1 0 0 0 0,-1 0 1 0 0,1 1-1 0 0,-1 0 0 0 0,1 0 0 0 0,-10 4 1 0 0,-83 30-18 0 0,82-28 10 0 0,-24 10-7 0 0,0 2 1 0 0,1 2-1 0 0,1 1 0 0 0,1 2 1 0 0,1 2-1 0 0,1 1 1 0 0,2 2-1 0 0,1 2 0 0 0,-54 63 1 0 0,81-87-11 0 0,0 1 0 0 0,0 0 0 0 0,1 0 0 0 0,0 1 0 0 0,0 0 0 0 0,1 0-1 0 0,0 0 1 0 0,1 0 0 0 0,-4 13 0 0 0,7-18 0 0 0,-1 0-1 0 0,1 0 0 0 0,0 0 0 0 0,0 0 0 0 0,0 0 1 0 0,0 0-1 0 0,1 0 0 0 0,0 0 0 0 0,0 0 1 0 0,0 0-1 0 0,0 0 0 0 0,0 0 0 0 0,1-1 0 0 0,0 1 1 0 0,0 0-1 0 0,0-1 0 0 0,0 1 0 0 0,0-1 0 0 0,1 0 1 0 0,-1 0-1 0 0,1 0 0 0 0,0 0 0 0 0,0 0 0 0 0,6 4 1 0 0,8 4 2 0 0,1 0 1 0 0,0-1 0 0 0,0-1 0 0 0,1-1-1 0 0,0 0 1 0 0,37 9 0 0 0,127 17 12 0 0,-134-27-15 0 0,-23-3 14 0 0,22 4 201 0 0,70 3-1 0 0,-116-11-129 0 0,1 1 6 0 0,2-1-209 0 0,-2 1 107 0 0,0-1-1 0 0,-1 0 1 0 0,1 1 0 0 0,0-1-1 0 0,-1 0 1 0 0,1 0 0 0 0,0-1-1 0 0,-1 1 1 0 0,1-1-1 0 0,0 1 1 0 0,2-2 0 0 0,-3 1-248 0 0,0 0 1 0 0,-1 0-1 0 0,1 0 1 0 0,-1 0 0 0 0,1-1-1 0 0,-1 1 1 0 0,0 0-1 0 0,0-1 1 0 0,1 1-1 0 0,-1-1 1 0 0,0 0 0 0 0,0 1-1 0 0,1-3 1 0 0,3-8-2288 0 0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07T16:07:59.657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55 70 6009 0 0,'3'-9'137'0'0,"-1"1"0"0"0,0-1 0 0 0,0 0 0 0 0,-1 0 0 0 0,0-15 0 0 0,-1 22 11 0 0,-4 23-127 0 0,-18 75-47 0 0,5 1 0 0 0,-5 114 1 0 0,21-195 27 0 0,2 1 0 0 0,-1-1 1 0 0,2 0-1 0 0,0 1 1 0 0,1-1-1 0 0,1 0 0 0 0,0 0 1 0 0,1-1-1 0 0,11 23 0 0 0,-14-33 11 0 0,1 1 0 0 0,0-1 0 0 0,1 1-1 0 0,-1-1 1 0 0,1 0 0 0 0,0 0 0 0 0,0-1-1 0 0,0 1 1 0 0,1-1 0 0 0,0 0 0 0 0,0 0-1 0 0,0 0 1 0 0,0-1 0 0 0,1 1 0 0 0,-1-1-1 0 0,1-1 1 0 0,0 1 0 0 0,-1-1 0 0 0,1 0-1 0 0,0 0 1 0 0,1-1 0 0 0,-1 0 0 0 0,0 0-1 0 0,0 0 1 0 0,0-1 0 0 0,1 0 0 0 0,7-1-1 0 0,-1 0 47 0 0,0-2 1 0 0,-1 1-1 0 0,1-2 0 0 0,-1 1 0 0 0,0-2 0 0 0,0 0 0 0 0,-1 0 0 0 0,1-1 0 0 0,-1 0 0 0 0,0-1 1 0 0,-1-1-1 0 0,15-12 0 0 0,3-7 402 0 0,0-2 1 0 0,38-54 0 0 0,-33 40 361 0 0,5-17 56 0 0,-37 59-882 0 0,1 4-383 0 0,2 11 322 0 0,0 1 0 0 0,-1 0 0 0 0,2 15 0 0 0,-2-11-11 0 0,0-1 1 0 0,9 26-1 0 0,-9-35 61 0 0,1-1 0 0 0,0 1-1 0 0,1-1 1 0 0,0 0-1 0 0,0 0 1 0 0,0-1 0 0 0,1 1-1 0 0,0-1 1 0 0,1 0 0 0 0,12 10-1 0 0,-16-15-188 0 0,0 0 0 0 0,0 0-1 0 0,1 0 1 0 0,-1 0-1 0 0,0 0 1 0 0,1-1 0 0 0,0 1-1 0 0,-1-1 1 0 0,1 0-1 0 0,0 0 1 0 0,-1 0 0 0 0,1-1-1 0 0,0 1 1 0 0,0-1-1 0 0,0 0 1 0 0,0 0 0 0 0,-1-1-1 0 0,1 1 1 0 0,0-1-1 0 0,0 1 1 0 0,0-1 0 0 0,-1 0-1 0 0,1-1 1 0 0,-1 1-1 0 0,1-1 1 0 0,-1 1 0 0 0,1-1-1 0 0,5-5 1 0 0,12-9-2175 0 0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07T16:07:59.857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58 66 6325 0 0,'-40'-36'1068'0'0,"38"35"-897"0"0,-13-16 472 0 0,14 11-3218 0 0,14 1 757 0 0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07T16:08:01.082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264 337 5152 0 0,'0'0'989'0'0,"-3"2"-935"0"0,-81 36 176 0 0,65-31-214 0 0,0 0 0 0 0,1 2 0 0 0,0 0 0 0 0,0 1 0 0 0,1 1 0 0 0,0 0 0 0 0,-16 16 0 0 0,31-26-16 0 0,1 1-1 0 0,-1 0 1 0 0,1 0-1 0 0,-1-1 1 0 0,1 1-1 0 0,0 0 1 0 0,0 0-1 0 0,-1 1 1 0 0,2-1-1 0 0,-1 0 1 0 0,0 0-1 0 0,0 0 1 0 0,1 1-1 0 0,-1-1 1 0 0,1 0 0 0 0,0 1-1 0 0,0-1 1 0 0,-1 0-1 0 0,2 1 1 0 0,-1-1-1 0 0,0 0 1 0 0,0 1-1 0 0,1-1 1 0 0,-1 0-1 0 0,1 1 1 0 0,0-1-1 0 0,0 0 1 0 0,0 0-1 0 0,0 0 1 0 0,0 0-1 0 0,0 0 1 0 0,0 0-1 0 0,1 0 1 0 0,-1 0-1 0 0,1 0 1 0 0,-1 0-1 0 0,1-1 1 0 0,0 1-1 0 0,0-1 1 0 0,2 3-1 0 0,9 5 12 0 0,0 1-1 0 0,0-1 0 0 0,1-1 0 0 0,20 9 0 0 0,5 1 9 0 0,0-2 0 0 0,50 13 0 0 0,-68-23 1 0 0,1-1 1 0 0,0-1-1 0 0,0-2 0 0 0,0 0 0 0 0,1-1 0 0 0,22-2 1 0 0,-35 0-11 0 0,-1-1 0 0 0,1 0 0 0 0,0 0 0 0 0,-1-1 0 0 0,1 0 0 0 0,-1-1 1 0 0,0 0-1 0 0,0 0 0 0 0,0-1 0 0 0,-1 0 0 0 0,1 0 0 0 0,-1-1 0 0 0,-1 0 1 0 0,1-1-1 0 0,-1 0 0 0 0,0 0 0 0 0,-1-1 0 0 0,1 1 0 0 0,-1-1 0 0 0,-1-1 1 0 0,0 1-1 0 0,6-13 0 0 0,-2 1 33 0 0,-2-1-1 0 0,0 0 1 0 0,-1 0 0 0 0,0 0 0 0 0,-2-1-1 0 0,-1 1 1 0 0,-1-1 0 0 0,-1 0 0 0 0,-1-25-1 0 0,-20-225 1437 0 0,12 230-1382 0 0,8 40-116 0 0,-3 27-165 0 0,1 0 0 0 0,4 48 0 0 0,-2-27 146 0 0,-2 412 1262 0 0,-2-464-1154 0 0,-1-5-53 0 0,0-1-1 0 0,0 0 1 0 0,1 0 0 0 0,1-1-1 0 0,0 1 1 0 0,1-1 0 0 0,0 1-1 0 0,1-1 1 0 0,0 0 0 0 0,1 0-1 0 0,0 1 1 0 0,1-1-1 0 0,1 0 1 0 0,0 0 0 0 0,0 1-1 0 0,7-17 1 0 0,-5 17-64 0 0,0 0-1 0 0,1 1 1 0 0,0-1 0 0 0,1 1 0 0 0,0 0 0 0 0,1 1-1 0 0,0 0 1 0 0,0 0 0 0 0,1 0 0 0 0,1 1-1 0 0,0 0 1 0 0,0 0 0 0 0,0 1 0 0 0,1 1 0 0 0,0 0-1 0 0,1 0 1 0 0,11-5 0 0 0,-17 10 19 0 0,0 0-1 0 0,0 1 1 0 0,0 0 0 0 0,0 0 0 0 0,0 1 0 0 0,0-1 0 0 0,0 1-1 0 0,0 0 1 0 0,0 1 0 0 0,1-1 0 0 0,-1 1 0 0 0,0 0-1 0 0,0 0 1 0 0,-1 0 0 0 0,1 1 0 0 0,0 0 0 0 0,0 0 0 0 0,-1 0-1 0 0,1 0 1 0 0,-1 1 0 0 0,0 0 0 0 0,1 0 0 0 0,-1 0-1 0 0,5 6 1 0 0,-7-7 20 0 0,1 0-1 0 0,-1 0 0 0 0,0 0 1 0 0,0 0-1 0 0,0 1 0 0 0,0-1 1 0 0,0 1-1 0 0,-1-1 0 0 0,1 1 1 0 0,-1 0-1 0 0,0 0 0 0 0,0-1 1 0 0,0 1-1 0 0,0 0 0 0 0,0 0 1 0 0,0 0-1 0 0,-1 0 0 0 0,0 0 1 0 0,1 0-1 0 0,-1 0 1 0 0,0 1-1 0 0,0-1 0 0 0,-1 0 1 0 0,1 0-1 0 0,-1 0 0 0 0,0 0 1 0 0,1 0-1 0 0,-1 0 0 0 0,0-1 1 0 0,-1 1-1 0 0,1 0 0 0 0,-1 0 1 0 0,1-1-1 0 0,-1 1 0 0 0,0-1 1 0 0,0 1-1 0 0,0-1 0 0 0,-4 4 1 0 0,-8 5 0 0 0,-1 0 1 0 0,0-1-1 0 0,-1-1 1 0 0,0-1-1 0 0,0 0 1 0 0,-1-1-1 0 0,-25 7 1 0 0,-124 26-13 0 0,75-26-7 0 0,57-10 5 0 0,-1 2 0 0 0,-56 17 0 0 0,89-23-1 0 0,33 11-60 0 0,-7-1 78 0 0,49 9-39 0 0,-2 3-1 0 0,0 4 0 0 0,-2 3 1 0 0,88 49-1 0 0,-127-57-9 0 0,-22-15-28 0 0,0-1-1 0 0,0 0 1 0 0,0 0-1 0 0,1-1 1 0 0,-1 1-1 0 0,16 3 1 0 0,-22-7-510 0 0,22-6-3917 0 0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07T16:08:07.944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0 49 4512 0 0,'17'-42'4628'0'0,"-17"42"-4627"0"0,0 0 1 0 0,0-1-1 0 0,0 1 0 0 0,-1 0 0 0 0,1 0 1 0 0,0 0-1 0 0,0-1 0 0 0,0 1 0 0 0,0 0 0 0 0,0 0 1 0 0,0 0-1 0 0,0 0 0 0 0,0-1 0 0 0,0 1 1 0 0,1 0-1 0 0,-1 0 0 0 0,0 0 0 0 0,0-1 0 0 0,0 1 1 0 0,0 0-1 0 0,0 0 0 0 0,0 0 0 0 0,0 0 1 0 0,0-1-1 0 0,0 1 0 0 0,1 0 0 0 0,-1 0 0 0 0,0 0 1 0 0,0 0-1 0 0,0 0 0 0 0,0-1 0 0 0,0 1 1 0 0,1 0-1 0 0,-1 0 0 0 0,0 0 0 0 0,0 0 0 0 0,0 0 1 0 0,0 0-1 0 0,1 0 0 0 0,-1 0 0 0 0,0 0 1 0 0,0 0-1 0 0,0 0 0 0 0,1 0 0 0 0,-1 0 1 0 0,0 0-1 0 0,0 0 0 0 0,0 0 0 0 0,1 0 0 0 0,-1 0 1 0 0,0 0-1 0 0,0 0 0 0 0,0 0 0 0 0,0 0 1 0 0,1 0-1 0 0,-1 0 0 0 0,0 0 0 0 0,0 0 0 0 0,0 0 1 0 0,1 1-1 0 0,6 28-4 0 0,5 55-1 0 0,5 20 46 0 0,13 50 325 0 0,-23-183-5266 0 0,1 6 2037 0 0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07T16:08:08.600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598 319 6501 0 0,'1'-3'39'0'0,"0"0"0"0"0,0 1 0 0 0,0-1 1 0 0,-1 0-1 0 0,1 0 0 0 0,-1 1 0 0 0,1-1 1 0 0,-1 0-1 0 0,0 0 0 0 0,0 0 0 0 0,0 0 1 0 0,-1 1-1 0 0,1-1 0 0 0,-1 0 0 0 0,0 0 1 0 0,1 1-1 0 0,-1-1 0 0 0,0 0 0 0 0,-1 1 1 0 0,1-1-1 0 0,0 1 0 0 0,-1-1 0 0 0,1 1 1 0 0,-1 0-1 0 0,0 0 0 0 0,0 0 0 0 0,0-1 1 0 0,0 2-1 0 0,0-1 0 0 0,0 0 0 0 0,-5-3 1 0 0,-2-1 61 0 0,0 0 0 0 0,0 0 0 0 0,0 1 1 0 0,-1 0-1 0 0,1 0 0 0 0,-1 1 1 0 0,-14-3-1 0 0,5 3-93 0 0,0 1 0 0 0,0 0 1 0 0,-1 2-1 0 0,1 1 0 0 0,0 0 0 0 0,-1 1 1 0 0,1 1-1 0 0,0 1 0 0 0,0 1 1 0 0,0 0-1 0 0,0 1 0 0 0,0 2 0 0 0,1 0 1 0 0,-19 10-1 0 0,25-11-4 0 0,0 1 1 0 0,0 0-1 0 0,1 1 0 0 0,0 0 1 0 0,0 0-1 0 0,1 2 0 0 0,0-1 1 0 0,0 1-1 0 0,1 1 0 0 0,1-1 1 0 0,0 2-1 0 0,0-1 0 0 0,1 1 1 0 0,1 0-1 0 0,0 0 0 0 0,0 1 1 0 0,1 0-1 0 0,1 0 0 0 0,0 0 1 0 0,-3 24-1 0 0,7-27-1 0 0,0-1 0 0 0,0 0 0 0 0,1 1 1 0 0,0-1-1 0 0,1 0 0 0 0,0 1 0 0 0,1-1 0 0 0,0 0 0 0 0,0 0 0 0 0,1-1 0 0 0,0 1 0 0 0,0-1 1 0 0,1 0-1 0 0,0 0 0 0 0,1 0 0 0 0,-1 0 0 0 0,2-1 0 0 0,-1 0 0 0 0,14 11 0 0 0,-1-2 7 0 0,1 0 0 0 0,1-1 0 0 0,0-1 0 0 0,1-2 0 0 0,0 0 0 0 0,29 11-1 0 0,-3-4 18 0 0,1-3-1 0 0,0-1 1 0 0,1-3-1 0 0,0-2 0 0 0,1-2 1 0 0,0-3-1 0 0,0-2 0 0 0,77-4 1 0 0,-109-2-1 0 0,0 0 1 0 0,-1-2 0 0 0,1 0-1 0 0,-1-1 1 0 0,0-1 0 0 0,0-1-1 0 0,0 0 1 0 0,-1-1-1 0 0,-1-1 1 0 0,0-1 0 0 0,0 0-1 0 0,-1-1 1 0 0,0-1-1 0 0,-1 0 1 0 0,24-30 0 0 0,-27 30 11 0 0,-1-1 1 0 0,-1-1-1 0 0,0 1 1 0 0,0-2-1 0 0,-2 1 1 0 0,0-1-1 0 0,-1 0 1 0 0,0 0 0 0 0,-1-1-1 0 0,-1 0 1 0 0,-1 0-1 0 0,0 0 1 0 0,-1 0-1 0 0,-1 0 1 0 0,-1-1-1 0 0,0 1 1 0 0,-2 0-1 0 0,-3-20 1 0 0,2 24 4 0 0,0-1 0 0 0,-1 1 1 0 0,-1 0-1 0 0,0 1 0 0 0,-1-1 0 0 0,0 1 1 0 0,-1 0-1 0 0,0 1 0 0 0,-1 0 0 0 0,-1 0 1 0 0,-14-16-1 0 0,8 14-10 0 0,-1 0 0 0 0,0 0 0 0 0,0 2 0 0 0,-1 0 0 0 0,-1 1-1 0 0,0 0 1 0 0,-21-7 0 0 0,-13 0 10 0 0,-1 1-1 0 0,-1 3 0 0 0,0 2 1 0 0,-98-6-1 0 0,-28 13 142 0 0,17 0-1881 0 0,162 4 1576 0 0,-18-3-969 0 0,8-2-2495 0 0,0-1 447 0 0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07T16:08:09.994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47 64 6957 0 0,'-47'18'2169'0'0,"51"-21"-2128"0"0,17-9-38 0 0,0 1 1 0 0,1 1-1 0 0,1 1 0 0 0,-1 1 1 0 0,1 1-1 0 0,1 0 1 0 0,-1 2-1 0 0,1 1 0 0 0,0 1 1 0 0,0 1-1 0 0,0 1 0 0 0,38 4 1 0 0,-60-3-7 0 0,0 0 1 0 0,0 0-1 0 0,0 0 0 0 0,-1 0 1 0 0,1 0-1 0 0,0 1 0 0 0,0-1 1 0 0,-1 0-1 0 0,1 1 0 0 0,0 0 1 0 0,-1-1-1 0 0,1 1 0 0 0,0 0 1 0 0,-1 0-1 0 0,1 0 0 0 0,-1 0 1 0 0,1 0-1 0 0,-1 0 0 0 0,0 0 1 0 0,0 0-1 0 0,1 1 1 0 0,-1-1-1 0 0,0 0 0 0 0,0 1 1 0 0,1 1-1 0 0,-2 0 2 0 0,1-1 0 0 0,-1 0 0 0 0,0 1 0 0 0,0-1 1 0 0,0 1-1 0 0,0-1 0 0 0,-1 0 0 0 0,1 1 0 0 0,-1-1 0 0 0,1 0 0 0 0,-1 1 0 0 0,0-1 0 0 0,0 0 1 0 0,0 0-1 0 0,0 0 0 0 0,-1 2 0 0 0,-8 11 4 0 0,0-1 0 0 0,0 0 0 0 0,-22 21-1 0 0,30-33-2 0 0,-53 53-14 0 0,-104 81 0 0 0,145-123 41 0 0,19-10 35 0 0,28-11-1 0 0,-29 7-75 0 0,446-114 138 0 0,-437 112-319 0 0,-1 0-1 0 0,0-1 0 0 0,20-8 0 0 0,-30-4-4077 0 0,0 4 1815 0 0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07T16:08:10.698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938 213 6021 0 0,'-3'-7'-9'0'0,"-1"1"0"0"0,1 0 1 0 0,-1-1-1 0 0,-1 2 1 0 0,1-1-1 0 0,-1 0 1 0 0,0 1-1 0 0,-1 0 1 0 0,1 0-1 0 0,-1 1 0 0 0,-11-8 1 0 0,4 4 186 0 0,0 1 0 0 0,0 0 0 0 0,-1 1 0 0 0,-25-8 0 0 0,12 7-92 0 0,-1 2 0 0 0,1 1 0 0 0,-1 2 0 0 0,1 0 0 0 0,-1 2 0 0 0,0 1 0 0 0,0 1 0 0 0,1 1 0 0 0,-41 11 0 0 0,30-4-69 0 0,1 1 0 0 0,1 2 0 0 0,0 2 0 0 0,1 1-1 0 0,1 2 1 0 0,-43 30 0 0 0,59-36-14 0 0,2 1 0 0 0,-1 1 0 0 0,2 1 0 0 0,-27 32 0 0 0,34-38-1 0 0,1 2 0 0 0,0-1 0 0 0,1 1 0 0 0,0 0 0 0 0,0 0 0 0 0,2 0 0 0 0,-1 1 0 0 0,1 0 0 0 0,-4 23 0 0 0,8-28 0 0 0,0 0 1 0 0,0 0 0 0 0,1 0-1 0 0,0-1 1 0 0,0 1 0 0 0,0 0-1 0 0,1 0 1 0 0,0-1-1 0 0,0 1 1 0 0,1-1 0 0 0,0 0-1 0 0,0 0 1 0 0,1 0 0 0 0,-1 0-1 0 0,7 7 1 0 0,0 0 6 0 0,1 0-1 0 0,1 0 1 0 0,0-1 0 0 0,1-1 0 0 0,14 11-1 0 0,2-3 11 0 0,1-1 0 0 0,1-1 0 0 0,0-2-1 0 0,2-1 1 0 0,-1-2 0 0 0,2-1-1 0 0,-1-1 1 0 0,1-2 0 0 0,1-1-1 0 0,37 2 1 0 0,-26-6 37 0 0,1-1 0 0 0,-1-3 0 0 0,1-2-1 0 0,-1-1 1 0 0,0-3 0 0 0,-1-2 0 0 0,51-16-1 0 0,-65 14 19 0 0,-1-1 1 0 0,-1-1-1 0 0,0-2 0 0 0,-1-1 0 0 0,-1-2 0 0 0,0 0 0 0 0,-1-2 0 0 0,-1 0 0 0 0,-1-2 0 0 0,-1-1 0 0 0,-1-1 0 0 0,-1-1 0 0 0,-2 0 0 0 0,0-2 0 0 0,-1 0 0 0 0,-2-1 0 0 0,-1 0 0 0 0,-1-2 0 0 0,11-36 0 0 0,-22 58-15 0 0,-1 0 1 0 0,-1 0-1 0 0,1 0 0 0 0,-1 0 0 0 0,-1 0 0 0 0,1 0 1 0 0,-1 0-1 0 0,-1 0 0 0 0,0 0 0 0 0,0 0 0 0 0,0 0 1 0 0,-1 0-1 0 0,0 1 0 0 0,-1-1 0 0 0,0 0 0 0 0,0 1 0 0 0,0 0 1 0 0,-1 0-1 0 0,0 0 0 0 0,-1 0 0 0 0,-8-10 0 0 0,5 8-28 0 0,-1 0 0 0 0,-1 1-1 0 0,0 0 1 0 0,0 0-1 0 0,-1 1 1 0 0,1 1-1 0 0,-1 0 1 0 0,-1 0 0 0 0,1 1-1 0 0,-1 0 1 0 0,0 1-1 0 0,0 1 1 0 0,-14-3-1 0 0,-14-1 27 0 0,-1 3 0 0 0,1 1 0 0 0,-1 2 0 0 0,-66 6 0 0 0,-160 36-2284 0 0,209-34-3078 0 0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7T16:09:50.012"/>
    </inkml:context>
    <inkml:brush xml:id="br0">
      <inkml:brushProperty name="width" value="0.2" units="cm"/>
      <inkml:brushProperty name="height" value="0.2" units="cm"/>
      <inkml:brushProperty name="color" value="#F6630D"/>
    </inkml:brush>
  </inkml:definitions>
  <inkml:trace contextRef="#ctx0" brushRef="#br0">1 647 24575,'2'13'0,"1"-1"0,0 1 0,1-1 0,0 0 0,1 0 0,0 0 0,1-1 0,13 19 0,4 11 0,50 94 0,-73-133 0,1 0 0,0 0 0,1 0 0,-1-1 0,0 1 0,0 0 0,1 0 0,-1-1 0,1 1 0,0-1 0,-1 0 0,1 1 0,0-1 0,0 0 0,0 0 0,0 0 0,0 0 0,0 0 0,0-1 0,0 1 0,0-1 0,0 1 0,0-1 0,0 0 0,1 0 0,-1 0 0,0 0 0,0 0 0,0 0 0,0 0 0,1-1 0,-1 1 0,3-2 0,5-3 0,0 0 0,0-1 0,-1 0 0,0 0 0,13-13 0,-4 5 0,122-108 0,187-211 0,-103 99 0,-11 41-1365,-171 159-5461</inkml:trace>
</inkml:ink>
</file>

<file path=ppt/ink/ink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7T16:15:35.452"/>
    </inkml:context>
    <inkml:brush xml:id="br0">
      <inkml:brushProperty name="width" value="0.2" units="cm"/>
      <inkml:brushProperty name="height" value="0.2" units="cm"/>
      <inkml:brushProperty name="color" value="#F6630D"/>
    </inkml:brush>
  </inkml:definitions>
  <inkml:trace contextRef="#ctx0" brushRef="#br0">1 647 24575,'2'13'0,"1"-1"0,0 1 0,1-1 0,0 0 0,1 0 0,0 0 0,1-1 0,13 19 0,4 11 0,50 94 0,-73-133 0,1 0 0,0 0 0,1 0 0,-1-1 0,0 1 0,0 0 0,1 0 0,-1-1 0,1 1 0,0-1 0,-1 0 0,1 1 0,0-1 0,0 0 0,0 0 0,0 0 0,0 0 0,0 0 0,0-1 0,0 1 0,0-1 0,0 1 0,0-1 0,0 0 0,1 0 0,-1 0 0,0 0 0,0 0 0,0 0 0,0 0 0,1-1 0,-1 1 0,3-2 0,5-3 0,0 0 0,0-1 0,-1 0 0,0 0 0,13-13 0,-4 5 0,122-108 0,187-211 0,-103 99 0,-11 41-1365,-171 159-5461</inkml:trace>
</inkml:ink>
</file>

<file path=ppt/ink/ink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2:39:52.002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1 889 24575,'0'0'0,"0"-1"0,1 1 0,-1 0 0,1 0 0,-1-1 0,1 1 0,-1 0 0,1 0 0,-1 0 0,1 0 0,-1 0 0,1-1 0,-1 1 0,1 0 0,-1 0 0,1 0 0,-1 0 0,1 0 0,-1 1 0,1-1 0,-1 0 0,1 0 0,-1 0 0,1 0 0,-1 1 0,1-1 0,-1 0 0,0 0 0,1 1 0,-1-1 0,1 0 0,-1 1 0,0-1 0,1 0 0,-1 1 0,0-1 0,1 0 0,-1 1 0,1 0 0,21 16 0,2 8 0,18 13 0,-39-36 0,-1-1 0,0 0 0,1 1 0,-1-1 0,0 0 0,1-1 0,-1 1 0,1 0 0,-1-1 0,1 1 0,0-1 0,-1 0 0,1 0 0,-1 0 0,1 0 0,0 0 0,-1-1 0,1 1 0,3-2 0,3-2 0,1 0 0,-1-1 0,0 0 0,0 0 0,0-1 0,0 0 0,13-14 0,52-61 0,-48 50 0,36-41 0,15-18 0,3 3 0,94-78 0,7 26 40,96-84-1445,-238 185-5421</inkml:trace>
</inkml:ink>
</file>

<file path=ppt/ink/ink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2:39:54.524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0 463 24575,'0'0'0,"1"0"0,-1 0 0,1 1 0,0-1 0,-1 0 0,1 0 0,-1 0 0,1 0 0,-1 0 0,1 1 0,-1-1 0,1 0 0,-1 0 0,1 1 0,-1-1 0,1 0 0,-1 1 0,1-1 0,-1 1 0,1-1 0,-1 1 0,0-1 0,1 1 0,-1-1 0,0 1 0,0-1 0,1 1 0,109 162 0,-72-103 0,54 66 0,-90-122 0,0-1 0,0 0 0,1 0 0,-1 0 0,1 0 0,0-1 0,-1 1 0,1-1 0,0 0 0,1 1 0,-1-1 0,0-1 0,1 1 0,-1 0 0,1-1 0,-1 0 0,1 0 0,0 0 0,-1 0 0,1 0 0,0-1 0,0 0 0,0 0 0,0 0 0,-1 0 0,1 0 0,0-1 0,0 0 0,-1 1 0,7-4 0,19-9 0,0-1 0,-1-2 0,0 0 0,40-34 0,-31 23 0,636-443 3,-401 282-1371,-180 124-5458</inkml:trace>
</inkml:ink>
</file>

<file path=ppt/ink/ink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0T12:39:57.253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940 1 24575,'-20'1'0,"1"1"0,0 1 0,0 1 0,-22 7 0,-16 3 0,-98 18 0,-154 55 0,292-81 0,-1 1 0,1 1 0,0 0 0,1 1 0,0 1 0,0 1 0,1 0 0,1 1 0,0 1 0,0 0 0,1 0 0,1 2 0,1 0 0,0 0 0,0 1 0,-13 29 0,16-29 0,0 0 0,1 0 0,1 1 0,-7 32 0,12-42 0,0 1 0,1-1 0,0 0 0,0 1 0,1-1 0,-1 0 0,2 1 0,-1-1 0,1 0 0,0 0 0,1 0 0,0 0 0,0 0 0,5 8 0,4 5 0,1-1 0,1 0 0,1-1 0,1 0 0,29 26 0,-8-15 0,75 45 0,-78-53 0,-3 0 0,0-2 0,2-2 0,0 0 0,1-3 0,0 0 0,40 9 0,37-4 0,30 8 0,-100-18 0,0-2 0,1-1 0,0-3 0,0-1 0,0-2 0,46-7 0,4-5 0,148-41 0,-227 49 0,-1 0 0,0-2 0,0 1 0,0-2 0,0 1 0,-1-2 0,-1 0 0,1 0 0,-1 0 0,0-2 0,-1 1 0,12-16 0,-13 18 0,-1 0 0,2 0 0,-1 1 0,1 1 0,0-1 0,13-5 0,-13 7 0,0-1 0,-1 0 0,1 0 0,14-13 0,-20 15 0,0-1 0,0 1 0,-1-1 0,1 0 0,-1 0 0,1 0 0,-1 0 0,-1 0 0,1 0 0,0 0 0,-1-1 0,0 1 0,0-1 0,0-7 0,0 1 0,0 0 0,-1 0 0,0-1 0,-1 1 0,0 0 0,-1 0 0,0 0 0,-7-19 0,0 10 0,0 1 0,-1 0 0,-20-27 0,-25-42 0,37 55 0,-2 2 0,-1 0 0,-2 1 0,-42-43 0,51 60 0,1 0 0,0 1 0,0 0 0,-1 1 0,-1 1 0,0 0 0,-1 1 0,1 0 0,-26-9 0,-37-4 58,-156-22-1,-88 11-1368,309 32 1142,-108-8-6657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B233BD1-3BA8-448D-9D08-7846095EA517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C63499C-1FAC-4F66-96F8-6DA2CC28B7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75397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EB0F26-247A-F2E0-8FBA-6EA7974D69E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394F308-CEE8-92BC-D91A-4212DEA015D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2794D3-11DF-A675-8D28-EC65EF2752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53FDAF-B83A-AE0A-B811-B7195D37FD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9530BD-9515-D107-426C-B72742CBF0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92826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CE7E77-8771-0BA4-B1D5-7F1DE0138C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43F30B-85C4-D934-2F30-179E3FCE94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8EF7AF-5CE7-4387-31F9-79D3562060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FCCC03-E434-4684-B55E-3F2D399169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1F3B05-B983-07A3-4B58-9D2E184388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60364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223C21-D6A5-2D17-9BFA-70B3353D6A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92D89B8-191B-6AAD-5D5E-32B3572657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CC528A-1563-9376-E089-4DA80AD11D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19A01D-6FDA-C269-FF95-3FDB205C8E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980A21-61AC-4B39-D886-3A327DB734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11140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903C29-6DED-2A1F-5B4D-128B63652F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494ECB-0FCA-1AD0-F19A-27A4C16DC0F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07402C2-E657-5A54-9627-8C9CBCBBE0A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501FADA-AE3E-B30F-6353-BF0478CF0E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16B517-96D7-6416-0C24-B14942ADD4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546F179-BF2F-393A-1AA6-C893B7B9FA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58523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950483-A0C8-BF5B-61DE-39BC6FF9C1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46DB55B-C040-F211-BC81-97628EA484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593EEAE-1CB3-AAC8-5818-D61E389EF1E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ACE50F0-1141-D645-3892-2DA29633A37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32E976C-52C7-C22D-28F7-B21E295185E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797D00B-0B76-5C50-686B-A01396FCD6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B842B8D-3B74-4B67-9462-6D2C7ED9AD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992D4BE-CE8C-0250-FE7D-1F370E25FE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57502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CDBE28-2732-66A2-163C-433854615E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270F3D6-B4BC-015F-96FA-1720B040CC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1168A87-13A5-0A5A-4D74-C75E277755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DD6D7CB-BD93-54BE-CB47-7FBA06B184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46508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4114B-4550-9F52-0EF5-D1E9CF2FD3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BF3136E-0C79-F4F5-F24E-D5FF71CDB5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F2E2157-F670-A339-0CB7-7399568D5A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65014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802A98-8738-1E16-A16E-D8858EEA76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FC67E5-1169-257D-D9E7-C7B952C213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0B2CF6C-0F85-566A-86BC-CBFEB17E755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A64F0FC-ECB8-638F-A224-98FFA82707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8095B89-4DC8-435E-3545-6187AD3E00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71B68CF-9592-FB7C-B517-0CC962C8B6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43007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3E2BC2-F728-2BA5-C848-31FA3458AD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957B909-12C3-703B-57E9-008076312F6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DAE4D7A-BC41-33D0-D36D-08BB5C2C594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B17FB83-437D-9293-0B99-2DC89A047D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EDF5674-4DC1-3171-8FEB-C280686D41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DD431F6-5490-78BA-7028-0BD08BF1A0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08603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B3002A-A21A-4F99-1BCE-F61C85D7B6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0E85D03-9A7F-4A9E-379E-2DEA86D21FC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DEEFB4-95FB-FEDD-75E7-143E7ED29C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BCE0D7-1712-FF0C-D965-BFD5AE1610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2632A1-4243-F65B-A2B0-3F2142C341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50797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2293F13-2480-AB35-1A68-57A54CE6CD6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BDA286C-2521-2961-CABA-5684DF43FB2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D5FF44-F63B-872A-DC8D-A873790A64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653A11-7793-38C6-0506-A6FBE9A02A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0962C0-F018-7629-445C-DDCA8AE140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29988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3CEE1C2-DF65-6CAD-D1EF-2245084043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6AFB6A6-8766-C849-1846-0F38750241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55176B-E136-1615-D0B5-186783ACB8F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83FAE1-13DE-4511-8C1B-C8AFB720664C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5AAAF6-4731-DB91-AB26-A07CEF1B9D2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14165E-BEE7-F086-BE90-50642610F09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F3932AB-6107-98C9-CEDA-32A7DF597298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08" t="39529" r="41606" b="46715"/>
          <a:stretch>
            <a:fillRect/>
          </a:stretch>
        </p:blipFill>
        <p:spPr>
          <a:xfrm>
            <a:off x="212435" y="136524"/>
            <a:ext cx="1330037" cy="1025209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CA22C5A-FA6D-B699-950E-8D249A969331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08" t="39529" r="41606" b="46715"/>
          <a:stretch>
            <a:fillRect/>
          </a:stretch>
        </p:blipFill>
        <p:spPr>
          <a:xfrm>
            <a:off x="10855909" y="185738"/>
            <a:ext cx="1123656" cy="866128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</p:spTree>
    <p:extLst>
      <p:ext uri="{BB962C8B-B14F-4D97-AF65-F5344CB8AC3E}">
        <p14:creationId xmlns:p14="http://schemas.microsoft.com/office/powerpoint/2010/main" val="14999731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accent6">
              <a:lumMod val="60000"/>
              <a:lumOff val="40000"/>
            </a:schemeClr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ustomXml" Target="../ink/ink1.xm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2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customXml" Target="../ink/ink2.xml"/><Relationship Id="rId7" Type="http://schemas.openxmlformats.org/officeDocument/2006/relationships/customXml" Target="../ink/ink4.xml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customXml" Target="../ink/ink3.xml"/><Relationship Id="rId10" Type="http://schemas.openxmlformats.org/officeDocument/2006/relationships/image" Target="../media/image8.png"/><Relationship Id="rId4" Type="http://schemas.openxmlformats.org/officeDocument/2006/relationships/image" Target="../media/image5.png"/><Relationship Id="rId9" Type="http://schemas.openxmlformats.org/officeDocument/2006/relationships/customXml" Target="../ink/ink5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13" Type="http://schemas.openxmlformats.org/officeDocument/2006/relationships/customXml" Target="../ink/ink11.xml"/><Relationship Id="rId18" Type="http://schemas.openxmlformats.org/officeDocument/2006/relationships/image" Target="../media/image17.png"/><Relationship Id="rId26" Type="http://schemas.openxmlformats.org/officeDocument/2006/relationships/image" Target="../media/image21.png"/><Relationship Id="rId3" Type="http://schemas.openxmlformats.org/officeDocument/2006/relationships/customXml" Target="../ink/ink6.xml"/><Relationship Id="rId21" Type="http://schemas.openxmlformats.org/officeDocument/2006/relationships/customXml" Target="../ink/ink15.xml"/><Relationship Id="rId34" Type="http://schemas.openxmlformats.org/officeDocument/2006/relationships/image" Target="../media/image25.png"/><Relationship Id="rId7" Type="http://schemas.openxmlformats.org/officeDocument/2006/relationships/customXml" Target="../ink/ink8.xml"/><Relationship Id="rId12" Type="http://schemas.openxmlformats.org/officeDocument/2006/relationships/image" Target="../media/image14.png"/><Relationship Id="rId17" Type="http://schemas.openxmlformats.org/officeDocument/2006/relationships/customXml" Target="../ink/ink13.xml"/><Relationship Id="rId25" Type="http://schemas.openxmlformats.org/officeDocument/2006/relationships/customXml" Target="../ink/ink17.xml"/><Relationship Id="rId33" Type="http://schemas.openxmlformats.org/officeDocument/2006/relationships/customXml" Target="../ink/ink21.xml"/><Relationship Id="rId38" Type="http://schemas.openxmlformats.org/officeDocument/2006/relationships/image" Target="../media/image27.png"/><Relationship Id="rId2" Type="http://schemas.openxmlformats.org/officeDocument/2006/relationships/image" Target="../media/image9.png"/><Relationship Id="rId16" Type="http://schemas.openxmlformats.org/officeDocument/2006/relationships/image" Target="../media/image16.png"/><Relationship Id="rId20" Type="http://schemas.openxmlformats.org/officeDocument/2006/relationships/image" Target="../media/image18.png"/><Relationship Id="rId29" Type="http://schemas.openxmlformats.org/officeDocument/2006/relationships/customXml" Target="../ink/ink1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11" Type="http://schemas.openxmlformats.org/officeDocument/2006/relationships/customXml" Target="../ink/ink10.xml"/><Relationship Id="rId24" Type="http://schemas.openxmlformats.org/officeDocument/2006/relationships/image" Target="../media/image20.png"/><Relationship Id="rId32" Type="http://schemas.openxmlformats.org/officeDocument/2006/relationships/image" Target="../media/image24.png"/><Relationship Id="rId37" Type="http://schemas.openxmlformats.org/officeDocument/2006/relationships/customXml" Target="../ink/ink23.xml"/><Relationship Id="rId5" Type="http://schemas.openxmlformats.org/officeDocument/2006/relationships/customXml" Target="../ink/ink7.xml"/><Relationship Id="rId15" Type="http://schemas.openxmlformats.org/officeDocument/2006/relationships/customXml" Target="../ink/ink12.xml"/><Relationship Id="rId23" Type="http://schemas.openxmlformats.org/officeDocument/2006/relationships/customXml" Target="../ink/ink16.xml"/><Relationship Id="rId28" Type="http://schemas.openxmlformats.org/officeDocument/2006/relationships/image" Target="../media/image22.png"/><Relationship Id="rId36" Type="http://schemas.openxmlformats.org/officeDocument/2006/relationships/image" Target="../media/image26.png"/><Relationship Id="rId10" Type="http://schemas.openxmlformats.org/officeDocument/2006/relationships/image" Target="../media/image13.png"/><Relationship Id="rId19" Type="http://schemas.openxmlformats.org/officeDocument/2006/relationships/customXml" Target="../ink/ink14.xml"/><Relationship Id="rId31" Type="http://schemas.openxmlformats.org/officeDocument/2006/relationships/customXml" Target="../ink/ink20.xml"/><Relationship Id="rId4" Type="http://schemas.openxmlformats.org/officeDocument/2006/relationships/image" Target="../media/image10.png"/><Relationship Id="rId9" Type="http://schemas.openxmlformats.org/officeDocument/2006/relationships/customXml" Target="../ink/ink9.xml"/><Relationship Id="rId14" Type="http://schemas.openxmlformats.org/officeDocument/2006/relationships/image" Target="../media/image15.png"/><Relationship Id="rId22" Type="http://schemas.openxmlformats.org/officeDocument/2006/relationships/image" Target="../media/image19.png"/><Relationship Id="rId27" Type="http://schemas.openxmlformats.org/officeDocument/2006/relationships/customXml" Target="../ink/ink18.xml"/><Relationship Id="rId30" Type="http://schemas.openxmlformats.org/officeDocument/2006/relationships/image" Target="../media/image23.png"/><Relationship Id="rId35" Type="http://schemas.openxmlformats.org/officeDocument/2006/relationships/customXml" Target="../ink/ink2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ustomXml" Target="../ink/ink24.xml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25.xml"/><Relationship Id="rId5" Type="http://schemas.openxmlformats.org/officeDocument/2006/relationships/image" Target="../media/image30.png"/><Relationship Id="rId4" Type="http://schemas.openxmlformats.org/officeDocument/2006/relationships/image" Target="../media/image29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36.png"/><Relationship Id="rId3" Type="http://schemas.openxmlformats.org/officeDocument/2006/relationships/customXml" Target="../ink/ink26.xml"/><Relationship Id="rId7" Type="http://schemas.openxmlformats.org/officeDocument/2006/relationships/customXml" Target="../ink/ink28.xml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5.png"/><Relationship Id="rId5" Type="http://schemas.openxmlformats.org/officeDocument/2006/relationships/customXml" Target="../ink/ink27.xml"/><Relationship Id="rId4" Type="http://schemas.openxmlformats.org/officeDocument/2006/relationships/image" Target="../media/image34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68EEAE26-EEC1-43C8-1E10-2F8BA9771177}"/>
              </a:ext>
            </a:extLst>
          </p:cNvPr>
          <p:cNvSpPr txBox="1"/>
          <p:nvPr/>
        </p:nvSpPr>
        <p:spPr>
          <a:xfrm>
            <a:off x="477520" y="1003776"/>
            <a:ext cx="1029208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n-US" sz="4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Claude Code</a:t>
            </a:r>
          </a:p>
        </p:txBody>
      </p:sp>
    </p:spTree>
    <p:extLst>
      <p:ext uri="{BB962C8B-B14F-4D97-AF65-F5344CB8AC3E}">
        <p14:creationId xmlns:p14="http://schemas.microsoft.com/office/powerpoint/2010/main" val="234064214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424164-B77F-9DB4-88ED-2DC3FB31CE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55854F4-8E15-7E9E-5735-F86E22E66E2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09310" y="1241049"/>
            <a:ext cx="7373379" cy="5391902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26C9C20B-0D06-47EA-B0E9-A8A5BC690D14}"/>
              </a:ext>
            </a:extLst>
          </p:cNvPr>
          <p:cNvSpPr txBox="1"/>
          <p:nvPr/>
        </p:nvSpPr>
        <p:spPr>
          <a:xfrm>
            <a:off x="619760" y="140176"/>
            <a:ext cx="1029208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n-US" sz="4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What it can  do ?</a:t>
            </a:r>
          </a:p>
        </p:txBody>
      </p:sp>
    </p:spTree>
    <p:extLst>
      <p:ext uri="{BB962C8B-B14F-4D97-AF65-F5344CB8AC3E}">
        <p14:creationId xmlns:p14="http://schemas.microsoft.com/office/powerpoint/2010/main" val="422405698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B195DF-2633-ED05-2AFE-B00B48848C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95B53024-91EB-85E5-DA27-767B6C7D4AD7}"/>
              </a:ext>
            </a:extLst>
          </p:cNvPr>
          <p:cNvSpPr txBox="1"/>
          <p:nvPr/>
        </p:nvSpPr>
        <p:spPr>
          <a:xfrm>
            <a:off x="386080" y="1095216"/>
            <a:ext cx="10292080" cy="25545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4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Key things:</a:t>
            </a:r>
          </a:p>
          <a:p>
            <a:pPr>
              <a:buNone/>
            </a:pPr>
            <a:r>
              <a:rPr lang="en-US" sz="4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1) It can run directly on  your computer – It can read files, edit files, delete files and execute program.</a:t>
            </a:r>
          </a:p>
        </p:txBody>
      </p:sp>
    </p:spTree>
    <p:extLst>
      <p:ext uri="{BB962C8B-B14F-4D97-AF65-F5344CB8AC3E}">
        <p14:creationId xmlns:p14="http://schemas.microsoft.com/office/powerpoint/2010/main" val="381976452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199546-A703-F9B4-BB4C-E23DFFA55B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F3C0058B-8498-99E3-9F2F-56EB7AE9D9A4}"/>
              </a:ext>
            </a:extLst>
          </p:cNvPr>
          <p:cNvSpPr txBox="1"/>
          <p:nvPr/>
        </p:nvSpPr>
        <p:spPr>
          <a:xfrm>
            <a:off x="386080" y="1095216"/>
            <a:ext cx="10292080" cy="25545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4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3 main  ways to use </a:t>
            </a:r>
            <a:r>
              <a:rPr lang="en-US" sz="4000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claude</a:t>
            </a:r>
            <a:r>
              <a:rPr lang="en-US" sz="4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:</a:t>
            </a:r>
          </a:p>
          <a:p>
            <a:pPr marL="742950" indent="-742950">
              <a:buAutoNum type="arabicParenR"/>
            </a:pPr>
            <a:r>
              <a:rPr lang="en-US" sz="4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Desktop App</a:t>
            </a:r>
          </a:p>
          <a:p>
            <a:pPr marL="742950" indent="-742950">
              <a:buAutoNum type="arabicParenR"/>
            </a:pPr>
            <a:r>
              <a:rPr lang="en-US" sz="4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Terminal</a:t>
            </a:r>
          </a:p>
          <a:p>
            <a:pPr marL="742950" indent="-742950">
              <a:buAutoNum type="arabicParenR"/>
            </a:pPr>
            <a:r>
              <a:rPr lang="en-US" sz="4000">
                <a:solidFill>
                  <a:schemeClr val="accent6">
                    <a:lumMod val="60000"/>
                    <a:lumOff val="40000"/>
                  </a:schemeClr>
                </a:solidFill>
              </a:rPr>
              <a:t>IDE – Like VSCode</a:t>
            </a:r>
            <a:endParaRPr lang="en-US" sz="40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893161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5AE2AC-B871-E910-F05F-74B440F21A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78CDD443-4DA2-C291-CA2A-36FB3BFA7864}"/>
              </a:ext>
            </a:extLst>
          </p:cNvPr>
          <p:cNvSpPr txBox="1"/>
          <p:nvPr/>
        </p:nvSpPr>
        <p:spPr>
          <a:xfrm>
            <a:off x="495808" y="464280"/>
            <a:ext cx="3975608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742950" indent="-742950">
              <a:buAutoNum type="arabicParenR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Install VS Code + Python</a:t>
            </a:r>
          </a:p>
          <a:p>
            <a:pPr marL="742950" indent="-742950">
              <a:buAutoNum type="arabicParenR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Install node </a:t>
            </a:r>
            <a:r>
              <a:rPr lang="en-US" sz="2400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js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: 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77464CD-4607-86C9-E78C-EABA55AB995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21248" y="877824"/>
            <a:ext cx="6158104" cy="5705856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12F7C729-F165-A8E7-D97A-FBF448D06F70}"/>
                  </a:ext>
                </a:extLst>
              </p14:cNvPr>
              <p14:cNvContentPartPr/>
              <p14:nvPr/>
            </p14:nvContentPartPr>
            <p14:xfrm>
              <a:off x="5631264" y="5272776"/>
              <a:ext cx="1913760" cy="58932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12F7C729-F165-A8E7-D97A-FBF448D06F70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5613264" y="5254776"/>
                <a:ext cx="1949400" cy="6249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10293323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321067-E282-4F26-4819-035DCEA649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D34E384B-5594-4EF2-BE4E-D43147295FFA}"/>
              </a:ext>
            </a:extLst>
          </p:cNvPr>
          <p:cNvSpPr txBox="1"/>
          <p:nvPr/>
        </p:nvSpPr>
        <p:spPr>
          <a:xfrm>
            <a:off x="495808" y="464280"/>
            <a:ext cx="1001057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742950" indent="-742950">
              <a:buAutoNum type="arabicParenR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In </a:t>
            </a:r>
            <a:r>
              <a:rPr lang="en-US" sz="2400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VSCode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Extension, install Claude Code extension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85D508D-2973-4FD3-3F19-19D059E0DAA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43844" y="1972825"/>
            <a:ext cx="5982535" cy="2619741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D2CDF90F-12FE-82C8-CA53-42972E295CF7}"/>
                  </a:ext>
                </a:extLst>
              </p14:cNvPr>
              <p14:cNvContentPartPr/>
              <p14:nvPr/>
            </p14:nvContentPartPr>
            <p14:xfrm>
              <a:off x="6656904" y="2354976"/>
              <a:ext cx="247680" cy="216720"/>
            </p14:xfrm>
          </p:contentPart>
        </mc:Choice>
        <mc:Fallback xmlns=""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D2CDF90F-12FE-82C8-CA53-42972E295CF7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6638904" y="2337336"/>
                <a:ext cx="283320" cy="252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C8F9A007-42BC-FB5D-FC5F-FB83F5FC0C13}"/>
                  </a:ext>
                </a:extLst>
              </p14:cNvPr>
              <p14:cNvContentPartPr/>
              <p14:nvPr/>
            </p14:nvContentPartPr>
            <p14:xfrm>
              <a:off x="8220384" y="2820816"/>
              <a:ext cx="171720" cy="156600"/>
            </p14:xfrm>
          </p:contentPart>
        </mc:Choice>
        <mc:Fallback xmlns=""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C8F9A007-42BC-FB5D-FC5F-FB83F5FC0C13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8202384" y="2802816"/>
                <a:ext cx="207360" cy="192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E3ACB0CF-A849-DB26-DA28-CDAB83D18305}"/>
                  </a:ext>
                </a:extLst>
              </p14:cNvPr>
              <p14:cNvContentPartPr/>
              <p14:nvPr/>
            </p14:nvContentPartPr>
            <p14:xfrm>
              <a:off x="7269264" y="3253896"/>
              <a:ext cx="318240" cy="232200"/>
            </p14:xfrm>
          </p:contentPart>
        </mc:Choice>
        <mc:Fallback xmlns=""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E3ACB0CF-A849-DB26-DA28-CDAB83D18305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7251264" y="3235896"/>
                <a:ext cx="353880" cy="267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4A25DC8D-5C66-46CB-4046-3D5545675779}"/>
                  </a:ext>
                </a:extLst>
              </p14:cNvPr>
              <p14:cNvContentPartPr/>
              <p14:nvPr/>
            </p14:nvContentPartPr>
            <p14:xfrm>
              <a:off x="10506384" y="3333096"/>
              <a:ext cx="217800" cy="179280"/>
            </p14:xfrm>
          </p:contentPart>
        </mc:Choice>
        <mc:Fallback xmlns="">
          <p:pic>
            <p:nvPicPr>
              <p:cNvPr id="10" name="Ink 9">
                <a:extLst>
                  <a:ext uri="{FF2B5EF4-FFF2-40B4-BE49-F238E27FC236}">
                    <a16:creationId xmlns:a16="http://schemas.microsoft.com/office/drawing/2014/main" id="{4A25DC8D-5C66-46CB-4046-3D5545675779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10488744" y="3315456"/>
                <a:ext cx="253440" cy="2149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12840372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3B626E-4566-8CF5-5B37-2831F073BD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E5F67B68-BFA2-8F38-6E00-75DB77F08350}"/>
              </a:ext>
            </a:extLst>
          </p:cNvPr>
          <p:cNvSpPr txBox="1"/>
          <p:nvPr/>
        </p:nvSpPr>
        <p:spPr>
          <a:xfrm>
            <a:off x="495808" y="464280"/>
            <a:ext cx="1001057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In VS Code, </a:t>
            </a:r>
            <a:r>
              <a:rPr lang="en-US" sz="2400" b="1" u="sng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Hide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the other chat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979F153-F8ED-3CBC-8067-2B2BE0D72F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4097" y="1922039"/>
            <a:ext cx="10783805" cy="4239217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DBAC072C-03D8-DE55-FBEC-7BB2B1FC1537}"/>
                  </a:ext>
                </a:extLst>
              </p14:cNvPr>
              <p14:cNvContentPartPr/>
              <p14:nvPr/>
            </p14:nvContentPartPr>
            <p14:xfrm>
              <a:off x="3931704" y="1943496"/>
              <a:ext cx="292680" cy="14328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DBAC072C-03D8-DE55-FBEC-7BB2B1FC1537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914064" y="1925856"/>
                <a:ext cx="328320" cy="178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51CFD764-6356-6455-1351-A5E43940C323}"/>
                  </a:ext>
                </a:extLst>
              </p14:cNvPr>
              <p14:cNvContentPartPr/>
              <p14:nvPr/>
            </p14:nvContentPartPr>
            <p14:xfrm>
              <a:off x="9308664" y="2221776"/>
              <a:ext cx="308880" cy="360"/>
            </p14:xfrm>
          </p:contentPart>
        </mc:Choice>
        <mc:Fallback xmlns=""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51CFD764-6356-6455-1351-A5E43940C323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9290664" y="2203776"/>
                <a:ext cx="344520" cy="3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12" name="Ink 11">
                <a:extLst>
                  <a:ext uri="{FF2B5EF4-FFF2-40B4-BE49-F238E27FC236}">
                    <a16:creationId xmlns:a16="http://schemas.microsoft.com/office/drawing/2014/main" id="{3D6FD813-0457-D8E4-0AA3-5C5FA376FBDD}"/>
                  </a:ext>
                </a:extLst>
              </p14:cNvPr>
              <p14:cNvContentPartPr/>
              <p14:nvPr/>
            </p14:nvContentPartPr>
            <p14:xfrm>
              <a:off x="10899144" y="2013336"/>
              <a:ext cx="176400" cy="129960"/>
            </p14:xfrm>
          </p:contentPart>
        </mc:Choice>
        <mc:Fallback xmlns="">
          <p:pic>
            <p:nvPicPr>
              <p:cNvPr id="12" name="Ink 11">
                <a:extLst>
                  <a:ext uri="{FF2B5EF4-FFF2-40B4-BE49-F238E27FC236}">
                    <a16:creationId xmlns:a16="http://schemas.microsoft.com/office/drawing/2014/main" id="{3D6FD813-0457-D8E4-0AA3-5C5FA376FBDD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10881504" y="1995696"/>
                <a:ext cx="212040" cy="165600"/>
              </a:xfrm>
              <a:prstGeom prst="rect">
                <a:avLst/>
              </a:prstGeom>
            </p:spPr>
          </p:pic>
        </mc:Fallback>
      </mc:AlternateContent>
      <p:grpSp>
        <p:nvGrpSpPr>
          <p:cNvPr id="15" name="Group 14">
            <a:extLst>
              <a:ext uri="{FF2B5EF4-FFF2-40B4-BE49-F238E27FC236}">
                <a16:creationId xmlns:a16="http://schemas.microsoft.com/office/drawing/2014/main" id="{487A1BF8-1BA2-8F10-F509-C39504144303}"/>
              </a:ext>
            </a:extLst>
          </p:cNvPr>
          <p:cNvGrpSpPr/>
          <p:nvPr/>
        </p:nvGrpSpPr>
        <p:grpSpPr>
          <a:xfrm>
            <a:off x="9473184" y="1611576"/>
            <a:ext cx="203760" cy="253800"/>
            <a:chOff x="9473184" y="1611576"/>
            <a:chExt cx="203760" cy="2538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9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A09B80C2-4B90-C3E1-9A6B-95D555A90454}"/>
                    </a:ext>
                  </a:extLst>
                </p14:cNvPr>
                <p14:cNvContentPartPr/>
                <p14:nvPr/>
              </p14:nvContentPartPr>
              <p14:xfrm>
                <a:off x="9473184" y="1657296"/>
                <a:ext cx="140760" cy="208080"/>
              </p14:xfrm>
            </p:contentPart>
          </mc:Choice>
          <mc:Fallback xmlns=""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A09B80C2-4B90-C3E1-9A6B-95D555A90454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9455184" y="1639656"/>
                  <a:ext cx="176400" cy="243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0C8723CD-C7AD-C374-0372-0DE37C70043B}"/>
                    </a:ext>
                  </a:extLst>
                </p14:cNvPr>
                <p14:cNvContentPartPr/>
                <p14:nvPr/>
              </p14:nvContentPartPr>
              <p14:xfrm>
                <a:off x="9509544" y="1611576"/>
                <a:ext cx="167400" cy="110520"/>
              </p14:xfrm>
            </p:contentPart>
          </mc:Choice>
          <mc:Fallback xmlns=""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0C8723CD-C7AD-C374-0372-0DE37C70043B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9491904" y="1593936"/>
                  <a:ext cx="203040" cy="1461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2" name="Group 21">
            <a:extLst>
              <a:ext uri="{FF2B5EF4-FFF2-40B4-BE49-F238E27FC236}">
                <a16:creationId xmlns:a16="http://schemas.microsoft.com/office/drawing/2014/main" id="{FDB6808E-8FA0-B9B7-D73C-843B2B2F7561}"/>
              </a:ext>
            </a:extLst>
          </p:cNvPr>
          <p:cNvGrpSpPr/>
          <p:nvPr/>
        </p:nvGrpSpPr>
        <p:grpSpPr>
          <a:xfrm>
            <a:off x="10859184" y="1549296"/>
            <a:ext cx="1222560" cy="414360"/>
            <a:chOff x="10859184" y="1549296"/>
            <a:chExt cx="1222560" cy="4143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3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ACBF27DB-7A60-1DB9-EEC5-22B929E253BE}"/>
                    </a:ext>
                  </a:extLst>
                </p14:cNvPr>
                <p14:cNvContentPartPr/>
                <p14:nvPr/>
              </p14:nvContentPartPr>
              <p14:xfrm>
                <a:off x="10859184" y="1634256"/>
                <a:ext cx="18000" cy="195840"/>
              </p14:xfrm>
            </p:contentPart>
          </mc:Choice>
          <mc:Fallback xmlns=""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ACBF27DB-7A60-1DB9-EEC5-22B929E253BE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10841544" y="1616256"/>
                  <a:ext cx="53640" cy="231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A0C13246-92C3-B584-D2CC-4B33372A9900}"/>
                    </a:ext>
                  </a:extLst>
                </p14:cNvPr>
                <p14:cNvContentPartPr/>
                <p14:nvPr/>
              </p14:nvContentPartPr>
              <p14:xfrm>
                <a:off x="10868904" y="1615176"/>
                <a:ext cx="262440" cy="217080"/>
              </p14:xfrm>
            </p:contentPart>
          </mc:Choice>
          <mc:Fallback xmlns=""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A0C13246-92C3-B584-D2CC-4B33372A9900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10850904" y="1597176"/>
                  <a:ext cx="298080" cy="252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8AAE1F30-952C-F823-4380-3827FE01109C}"/>
                    </a:ext>
                  </a:extLst>
                </p14:cNvPr>
                <p14:cNvContentPartPr/>
                <p14:nvPr/>
              </p14:nvContentPartPr>
              <p14:xfrm>
                <a:off x="11229624" y="1776456"/>
                <a:ext cx="36720" cy="87120"/>
              </p14:xfrm>
            </p:contentPart>
          </mc:Choice>
          <mc:Fallback xmlns=""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8AAE1F30-952C-F823-4380-3827FE01109C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11211624" y="1758816"/>
                  <a:ext cx="72360" cy="122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09A9B833-62A4-B0D2-1371-484D90A935E1}"/>
                    </a:ext>
                  </a:extLst>
                </p14:cNvPr>
                <p14:cNvContentPartPr/>
                <p14:nvPr/>
              </p14:nvContentPartPr>
              <p14:xfrm>
                <a:off x="11291544" y="1656936"/>
                <a:ext cx="5400" cy="26280"/>
              </p14:xfrm>
            </p:contentPart>
          </mc:Choice>
          <mc:Fallback xmlns=""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09A9B833-62A4-B0D2-1371-484D90A935E1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11273904" y="1639296"/>
                  <a:ext cx="41040" cy="61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3F316C0A-88C5-5B80-06C8-551091F57ACB}"/>
                    </a:ext>
                  </a:extLst>
                </p14:cNvPr>
                <p14:cNvContentPartPr/>
                <p14:nvPr/>
              </p14:nvContentPartPr>
              <p14:xfrm>
                <a:off x="11361744" y="1549296"/>
                <a:ext cx="720000" cy="414360"/>
              </p14:xfrm>
            </p:contentPart>
          </mc:Choice>
          <mc:Fallback xmlns=""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3F316C0A-88C5-5B80-06C8-551091F57ACB}"/>
                    </a:ext>
                  </a:extLst>
                </p:cNvPr>
                <p:cNvPicPr/>
                <p:nvPr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11344104" y="1531656"/>
                  <a:ext cx="755640" cy="450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7" name="Group 26">
            <a:extLst>
              <a:ext uri="{FF2B5EF4-FFF2-40B4-BE49-F238E27FC236}">
                <a16:creationId xmlns:a16="http://schemas.microsoft.com/office/drawing/2014/main" id="{2C215C6E-C33B-E0EB-BB40-2316CE5CAAA4}"/>
              </a:ext>
            </a:extLst>
          </p:cNvPr>
          <p:cNvGrpSpPr/>
          <p:nvPr/>
        </p:nvGrpSpPr>
        <p:grpSpPr>
          <a:xfrm>
            <a:off x="9307584" y="1217736"/>
            <a:ext cx="997200" cy="280440"/>
            <a:chOff x="9307584" y="1217736"/>
            <a:chExt cx="997200" cy="2804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3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A421C060-8A57-F397-C352-210787EF083D}"/>
                    </a:ext>
                  </a:extLst>
                </p14:cNvPr>
                <p14:cNvContentPartPr/>
                <p14:nvPr/>
              </p14:nvContentPartPr>
              <p14:xfrm>
                <a:off x="9307584" y="1247976"/>
                <a:ext cx="252360" cy="250200"/>
              </p14:xfrm>
            </p:contentPart>
          </mc:Choice>
          <mc:Fallback xmlns=""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A421C060-8A57-F397-C352-210787EF083D}"/>
                    </a:ext>
                  </a:extLst>
                </p:cNvPr>
                <p:cNvPicPr/>
                <p:nvPr/>
              </p:nvPicPr>
              <p:blipFill>
                <a:blip r:embed="rId24"/>
                <a:stretch>
                  <a:fillRect/>
                </a:stretch>
              </p:blipFill>
              <p:spPr>
                <a:xfrm>
                  <a:off x="9289944" y="1230336"/>
                  <a:ext cx="288000" cy="285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2DF96469-63C2-AD0A-1B43-D90BBD62F4BB}"/>
                    </a:ext>
                  </a:extLst>
                </p14:cNvPr>
                <p14:cNvContentPartPr/>
                <p14:nvPr/>
              </p14:nvContentPartPr>
              <p14:xfrm>
                <a:off x="9654624" y="1230336"/>
                <a:ext cx="281880" cy="250560"/>
              </p14:xfrm>
            </p:contentPart>
          </mc:Choice>
          <mc:Fallback xmlns=""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2DF96469-63C2-AD0A-1B43-D90BBD62F4BB}"/>
                    </a:ext>
                  </a:extLst>
                </p:cNvPr>
                <p:cNvPicPr/>
                <p:nvPr/>
              </p:nvPicPr>
              <p:blipFill>
                <a:blip r:embed="rId26"/>
                <a:stretch>
                  <a:fillRect/>
                </a:stretch>
              </p:blipFill>
              <p:spPr>
                <a:xfrm>
                  <a:off x="9636624" y="1212336"/>
                  <a:ext cx="317520" cy="286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C304FC96-FBC6-FF77-EDB1-B94C9318D00F}"/>
                    </a:ext>
                  </a:extLst>
                </p14:cNvPr>
                <p14:cNvContentPartPr/>
                <p14:nvPr/>
              </p14:nvContentPartPr>
              <p14:xfrm>
                <a:off x="9894744" y="1247616"/>
                <a:ext cx="20880" cy="23760"/>
              </p14:xfrm>
            </p:contentPart>
          </mc:Choice>
          <mc:Fallback xmlns=""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C304FC96-FBC6-FF77-EDB1-B94C9318D00F}"/>
                    </a:ext>
                  </a:extLst>
                </p:cNvPr>
                <p:cNvPicPr/>
                <p:nvPr/>
              </p:nvPicPr>
              <p:blipFill>
                <a:blip r:embed="rId28"/>
                <a:stretch>
                  <a:fillRect/>
                </a:stretch>
              </p:blipFill>
              <p:spPr>
                <a:xfrm>
                  <a:off x="9876744" y="1229976"/>
                  <a:ext cx="56520" cy="59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2A082A2E-62E5-1A87-5C3E-C808229A5932}"/>
                    </a:ext>
                  </a:extLst>
                </p14:cNvPr>
                <p14:cNvContentPartPr/>
                <p14:nvPr/>
              </p14:nvContentPartPr>
              <p14:xfrm>
                <a:off x="9955584" y="1217736"/>
                <a:ext cx="349200" cy="278640"/>
              </p14:xfrm>
            </p:contentPart>
          </mc:Choice>
          <mc:Fallback xmlns=""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2A082A2E-62E5-1A87-5C3E-C808229A5932}"/>
                    </a:ext>
                  </a:extLst>
                </p:cNvPr>
                <p:cNvPicPr/>
                <p:nvPr/>
              </p:nvPicPr>
              <p:blipFill>
                <a:blip r:embed="rId30"/>
                <a:stretch>
                  <a:fillRect/>
                </a:stretch>
              </p:blipFill>
              <p:spPr>
                <a:xfrm>
                  <a:off x="9937584" y="1200096"/>
                  <a:ext cx="384840" cy="3142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3" name="Group 32">
            <a:extLst>
              <a:ext uri="{FF2B5EF4-FFF2-40B4-BE49-F238E27FC236}">
                <a16:creationId xmlns:a16="http://schemas.microsoft.com/office/drawing/2014/main" id="{13985522-7617-9C9A-8B0A-3B6F41152BBE}"/>
              </a:ext>
            </a:extLst>
          </p:cNvPr>
          <p:cNvGrpSpPr/>
          <p:nvPr/>
        </p:nvGrpSpPr>
        <p:grpSpPr>
          <a:xfrm>
            <a:off x="11632464" y="1371816"/>
            <a:ext cx="421560" cy="306360"/>
            <a:chOff x="11632464" y="1371816"/>
            <a:chExt cx="421560" cy="3063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1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C20F3C45-4BA5-A8F9-E63E-987443861719}"/>
                    </a:ext>
                  </a:extLst>
                </p14:cNvPr>
                <p14:cNvContentPartPr/>
                <p14:nvPr/>
              </p14:nvContentPartPr>
              <p14:xfrm>
                <a:off x="11739024" y="1515096"/>
                <a:ext cx="37800" cy="134640"/>
              </p14:xfrm>
            </p:contentPart>
          </mc:Choice>
          <mc:Fallback xmlns=""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C20F3C45-4BA5-A8F9-E63E-987443861719}"/>
                    </a:ext>
                  </a:extLst>
                </p:cNvPr>
                <p:cNvPicPr/>
                <p:nvPr/>
              </p:nvPicPr>
              <p:blipFill>
                <a:blip r:embed="rId32"/>
                <a:stretch>
                  <a:fillRect/>
                </a:stretch>
              </p:blipFill>
              <p:spPr>
                <a:xfrm>
                  <a:off x="11721024" y="1497456"/>
                  <a:ext cx="73440" cy="170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FEE885D8-F657-071E-E6E8-2E924F9B0701}"/>
                    </a:ext>
                  </a:extLst>
                </p14:cNvPr>
                <p14:cNvContentPartPr/>
                <p14:nvPr/>
              </p14:nvContentPartPr>
              <p14:xfrm>
                <a:off x="11632464" y="1371816"/>
                <a:ext cx="421560" cy="306360"/>
              </p14:xfrm>
            </p:contentPart>
          </mc:Choice>
          <mc:Fallback xmlns=""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FEE885D8-F657-071E-E6E8-2E924F9B0701}"/>
                    </a:ext>
                  </a:extLst>
                </p:cNvPr>
                <p:cNvPicPr/>
                <p:nvPr/>
              </p:nvPicPr>
              <p:blipFill>
                <a:blip r:embed="rId34"/>
                <a:stretch>
                  <a:fillRect/>
                </a:stretch>
              </p:blipFill>
              <p:spPr>
                <a:xfrm>
                  <a:off x="11614824" y="1353816"/>
                  <a:ext cx="457200" cy="342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2" name="Group 31">
            <a:extLst>
              <a:ext uri="{FF2B5EF4-FFF2-40B4-BE49-F238E27FC236}">
                <a16:creationId xmlns:a16="http://schemas.microsoft.com/office/drawing/2014/main" id="{FF7D2058-0A5E-8D85-06A8-6E94EC59AA76}"/>
              </a:ext>
            </a:extLst>
          </p:cNvPr>
          <p:cNvGrpSpPr/>
          <p:nvPr/>
        </p:nvGrpSpPr>
        <p:grpSpPr>
          <a:xfrm>
            <a:off x="8823384" y="1161936"/>
            <a:ext cx="508680" cy="288720"/>
            <a:chOff x="8823384" y="1161936"/>
            <a:chExt cx="508680" cy="2887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5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FB56BB6B-C5A4-0480-89F8-C0D78EE8B28F}"/>
                    </a:ext>
                  </a:extLst>
                </p14:cNvPr>
                <p14:cNvContentPartPr/>
                <p14:nvPr/>
              </p14:nvContentPartPr>
              <p14:xfrm>
                <a:off x="8942904" y="1267776"/>
                <a:ext cx="233280" cy="127080"/>
              </p14:xfrm>
            </p:contentPart>
          </mc:Choice>
          <mc:Fallback xmlns=""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FB56BB6B-C5A4-0480-89F8-C0D78EE8B28F}"/>
                    </a:ext>
                  </a:extLst>
                </p:cNvPr>
                <p:cNvPicPr/>
                <p:nvPr/>
              </p:nvPicPr>
              <p:blipFill>
                <a:blip r:embed="rId36"/>
                <a:stretch>
                  <a:fillRect/>
                </a:stretch>
              </p:blipFill>
              <p:spPr>
                <a:xfrm>
                  <a:off x="8924904" y="1249776"/>
                  <a:ext cx="268920" cy="162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BD510901-4887-5B0A-2688-7080F36103E7}"/>
                    </a:ext>
                  </a:extLst>
                </p14:cNvPr>
                <p14:cNvContentPartPr/>
                <p14:nvPr/>
              </p14:nvContentPartPr>
              <p14:xfrm>
                <a:off x="8823384" y="1161936"/>
                <a:ext cx="508680" cy="288720"/>
              </p14:xfrm>
            </p:contentPart>
          </mc:Choice>
          <mc:Fallback xmlns=""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BD510901-4887-5B0A-2688-7080F36103E7}"/>
                    </a:ext>
                  </a:extLst>
                </p:cNvPr>
                <p:cNvPicPr/>
                <p:nvPr/>
              </p:nvPicPr>
              <p:blipFill>
                <a:blip r:embed="rId38"/>
                <a:stretch>
                  <a:fillRect/>
                </a:stretch>
              </p:blipFill>
              <p:spPr>
                <a:xfrm>
                  <a:off x="8805744" y="1144296"/>
                  <a:ext cx="544320" cy="32436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33207500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9EBDA7-B44E-B824-B04A-1C6D1FB40E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2615E61-826B-A1A1-D0CE-A0FAEA15B77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5888" y="908489"/>
            <a:ext cx="3515216" cy="5534797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22391B04-6BA8-29F7-4629-A761E478A9D0}"/>
                  </a:ext>
                </a:extLst>
              </p14:cNvPr>
              <p14:cNvContentPartPr/>
              <p14:nvPr/>
            </p14:nvContentPartPr>
            <p14:xfrm>
              <a:off x="4032000" y="3589416"/>
              <a:ext cx="448560" cy="35316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22391B04-6BA8-29F7-4629-A761E478A9D0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996360" y="3553416"/>
                <a:ext cx="520200" cy="424800"/>
              </a:xfrm>
              <a:prstGeom prst="rect">
                <a:avLst/>
              </a:prstGeom>
            </p:spPr>
          </p:pic>
        </mc:Fallback>
      </mc:AlternateContent>
      <p:sp>
        <p:nvSpPr>
          <p:cNvPr id="6" name="TextBox 5">
            <a:extLst>
              <a:ext uri="{FF2B5EF4-FFF2-40B4-BE49-F238E27FC236}">
                <a16:creationId xmlns:a16="http://schemas.microsoft.com/office/drawing/2014/main" id="{62794E07-2AF4-3649-8D55-0D13ABAE73E8}"/>
              </a:ext>
            </a:extLst>
          </p:cNvPr>
          <p:cNvSpPr txBox="1"/>
          <p:nvPr/>
        </p:nvSpPr>
        <p:spPr>
          <a:xfrm>
            <a:off x="495808" y="464280"/>
            <a:ext cx="465226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Click Claude.ai subscription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3B1E6D0-C4B1-AFA0-E413-935F6AD743A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11442" y="1243584"/>
            <a:ext cx="4662307" cy="5614416"/>
          </a:xfrm>
          <a:prstGeom prst="rect">
            <a:avLst/>
          </a:prstGeom>
        </p:spPr>
      </p:pic>
      <p:sp>
        <p:nvSpPr>
          <p:cNvPr id="10" name="Arrow: Right 9">
            <a:extLst>
              <a:ext uri="{FF2B5EF4-FFF2-40B4-BE49-F238E27FC236}">
                <a16:creationId xmlns:a16="http://schemas.microsoft.com/office/drawing/2014/main" id="{8E67CF6D-D84C-58B0-049A-D3D602FE87B5}"/>
              </a:ext>
            </a:extLst>
          </p:cNvPr>
          <p:cNvSpPr/>
          <p:nvPr/>
        </p:nvSpPr>
        <p:spPr>
          <a:xfrm>
            <a:off x="5148072" y="3343644"/>
            <a:ext cx="1801368" cy="1197864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6E341C17-7382-0567-229E-20367177EF3F}"/>
                  </a:ext>
                </a:extLst>
              </p14:cNvPr>
              <p14:cNvContentPartPr/>
              <p14:nvPr/>
            </p14:nvContentPartPr>
            <p14:xfrm>
              <a:off x="8189472" y="5744352"/>
              <a:ext cx="448560" cy="353160"/>
            </p14:xfrm>
          </p:contentPart>
        </mc:Choice>
        <mc:Fallback xmlns=""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6E341C17-7382-0567-229E-20367177EF3F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8153832" y="5708352"/>
                <a:ext cx="520200" cy="4248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7427832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AEA893-0990-864A-6261-70864395C0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086A50F8-0017-424F-87DB-57801FEF31A3}"/>
              </a:ext>
            </a:extLst>
          </p:cNvPr>
          <p:cNvSpPr txBox="1"/>
          <p:nvPr/>
        </p:nvSpPr>
        <p:spPr>
          <a:xfrm>
            <a:off x="495808" y="464280"/>
            <a:ext cx="465226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You are good to go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F5E298A-B989-6422-6B6C-50F6ADEAD09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32693" y="0"/>
            <a:ext cx="270989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21398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61F4F9-A9D0-048E-8F69-61272B7072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95D2ADB4-BF77-3BDB-A0DF-F36CB1E13FD3}"/>
              </a:ext>
            </a:extLst>
          </p:cNvPr>
          <p:cNvSpPr txBox="1"/>
          <p:nvPr/>
        </p:nvSpPr>
        <p:spPr>
          <a:xfrm>
            <a:off x="1306816" y="135342"/>
            <a:ext cx="9782048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Few Useful commands: Free up some space by  compacting/summarizing conversations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C8D44E7-F9B5-3F43-C6C6-FDE4862400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23253" y="1636425"/>
            <a:ext cx="8459381" cy="5029902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80AE63A0-BC80-47F4-C297-97E619C6787B}"/>
                  </a:ext>
                </a:extLst>
              </p14:cNvPr>
              <p14:cNvContentPartPr/>
              <p14:nvPr/>
            </p14:nvContentPartPr>
            <p14:xfrm>
              <a:off x="10643544" y="5870376"/>
              <a:ext cx="445320" cy="35460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80AE63A0-BC80-47F4-C297-97E619C6787B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0625904" y="5852376"/>
                <a:ext cx="480960" cy="390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652BF585-D433-B177-7BBE-1066385D976C}"/>
                  </a:ext>
                </a:extLst>
              </p14:cNvPr>
              <p14:cNvContentPartPr/>
              <p14:nvPr/>
            </p14:nvContentPartPr>
            <p14:xfrm>
              <a:off x="4608504" y="2667816"/>
              <a:ext cx="582480" cy="311760"/>
            </p14:xfrm>
          </p:contentPart>
        </mc:Choice>
        <mc:Fallback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652BF585-D433-B177-7BBE-1066385D976C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4590504" y="2650176"/>
                <a:ext cx="618120" cy="347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4AA36F30-6802-41B8-8089-03E79E8A8633}"/>
                  </a:ext>
                </a:extLst>
              </p14:cNvPr>
              <p14:cNvContentPartPr/>
              <p14:nvPr/>
            </p14:nvContentPartPr>
            <p14:xfrm>
              <a:off x="3730824" y="5760576"/>
              <a:ext cx="660240" cy="385920"/>
            </p14:xfrm>
          </p:contentPart>
        </mc:Choice>
        <mc:Fallback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4AA36F30-6802-41B8-8089-03E79E8A8633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3713184" y="5742936"/>
                <a:ext cx="695880" cy="4215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86295194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931D7F-4279-DA2E-FA64-6CF3C441D4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662537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What is Statistics</Template>
  <TotalTime>1205</TotalTime>
  <Words>96</Words>
  <Application>Microsoft Office PowerPoint</Application>
  <PresentationFormat>Widescreen</PresentationFormat>
  <Paragraphs>15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Ashwani Kumar</dc:creator>
  <cp:lastModifiedBy>Ashwani Kumar</cp:lastModifiedBy>
  <cp:revision>215</cp:revision>
  <dcterms:created xsi:type="dcterms:W3CDTF">2025-09-22T02:44:38Z</dcterms:created>
  <dcterms:modified xsi:type="dcterms:W3CDTF">2026-08-20T12:41:30Z</dcterms:modified>
</cp:coreProperties>
</file>