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3314E0-4C70-7204-7552-3D64D231D560}"/>
              </a:ext>
            </a:extLst>
          </p:cNvPr>
          <p:cNvSpPr txBox="1"/>
          <p:nvPr/>
        </p:nvSpPr>
        <p:spPr>
          <a:xfrm>
            <a:off x="1554480" y="2459736"/>
            <a:ext cx="66370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powerpoint of following attached pdf file.</a:t>
            </a:r>
          </a:p>
          <a:p>
            <a:r>
              <a:rPr lang="en-US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It should highlight the key points of the reports. </a:t>
            </a:r>
          </a:p>
          <a:p>
            <a:r>
              <a:rPr lang="en-US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Keep the charts in the slides</a:t>
            </a:r>
            <a:endParaRPr lang="en-IN" sz="24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</cp:revision>
  <dcterms:created xsi:type="dcterms:W3CDTF">2026-09-25T02:37:34Z</dcterms:created>
  <dcterms:modified xsi:type="dcterms:W3CDTF">2026-10-10T06:56:14Z</dcterms:modified>
</cp:coreProperties>
</file>