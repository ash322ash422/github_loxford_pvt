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utlook.live.com/people/0/Priya+Raman?EntityRepresentationId=8ad061e5-a07f-8b63-a354-85c1ded5b6c0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A5C442-80E1-D6E1-6956-105B68202622}"/>
              </a:ext>
            </a:extLst>
          </p:cNvPr>
          <p:cNvSpPr txBox="1"/>
          <p:nvPr/>
        </p:nvSpPr>
        <p:spPr>
          <a:xfrm>
            <a:off x="1090802" y="828747"/>
            <a:ext cx="96533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AI for Email, Meetings and Scheduling</a:t>
            </a:r>
          </a:p>
          <a:p>
            <a:pPr>
              <a:buNone/>
            </a:pP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Productivity and coordination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Draft customer responses and escalation emails.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meeting transcripts and extract decisions.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action items with owners and deadlines.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Prepare meeting agendas and follow-up messages.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Prioritize tasks and create weekly work plans.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Management activity: 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Turn a simulated project meeting transcript into minutes, action items, and follow-up emails.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2D2D4-C06F-3B1D-5B12-C863DE0D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D1D244-5BA1-033E-6CDB-3B1296A6B7CC}"/>
              </a:ext>
            </a:extLst>
          </p:cNvPr>
          <p:cNvSpPr txBox="1"/>
          <p:nvPr/>
        </p:nvSpPr>
        <p:spPr>
          <a:xfrm>
            <a:off x="192024" y="408123"/>
            <a:ext cx="116037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Upload the sample document and use PROMPT:</a:t>
            </a:r>
          </a:p>
          <a:p>
            <a:pPr>
              <a:buNone/>
            </a:pPr>
            <a:endParaRPr lang="en-US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Using the attached Q3 report, draft an email.</a:t>
            </a:r>
          </a:p>
          <a:p>
            <a:pPr>
              <a:buNone/>
            </a:pPr>
            <a:endParaRPr lang="en-US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Recipient: Priya Raman, CFO</a:t>
            </a:r>
          </a:p>
          <a:p>
            <a:pPr>
              <a:buNone/>
            </a:pPr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Purpose: Request approval for the Southwest recovery budget</a:t>
            </a:r>
          </a:p>
          <a:p>
            <a:pPr>
              <a:buNone/>
            </a:pPr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Tone: Formal</a:t>
            </a:r>
          </a:p>
          <a:p>
            <a:pPr>
              <a:buNone/>
            </a:pPr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Length: Under 120 words</a:t>
            </a:r>
          </a:p>
          <a:p>
            <a:pPr>
              <a:buNone/>
            </a:pPr>
            <a:endParaRPr lang="en-US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 only the report details relevant to this recipient, any deadline, and one clear next step. Add a subject line.</a:t>
            </a:r>
            <a:endParaRPr lang="en-IN" sz="2400" i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81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22BD4-3696-B94C-DCAB-784CB78E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D56479-682E-89F7-EBBB-C4A5D9E552C9}"/>
              </a:ext>
            </a:extLst>
          </p:cNvPr>
          <p:cNvSpPr txBox="1"/>
          <p:nvPr/>
        </p:nvSpPr>
        <p:spPr>
          <a:xfrm>
            <a:off x="219456" y="371547"/>
            <a:ext cx="1177747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Approval Request: Southwest Recovery Budget for Q4</a:t>
            </a: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To: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Priya Raman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, CFO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Dear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Priya Raman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As outlined in the Q3 Business Performance Report, the Southwest region declined 4.5% following the loss of two major distribution accounts worth approximately $0.6M per quarter. 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To support the Q4 objective of recovering or replacing $0.3M in lost quarterly revenue, approval is required for a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$120,000 Southwest recovery budget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 The funding will cover a regional account manager and a targeted promotion for 60 dormant accounts. Approval is required by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24 October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Next step: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Please review and approve the proposed $120,000 budget by 24 October.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Kind regards,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Finance &amp; Strategy Team</a:t>
            </a:r>
            <a:b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Northwind Supply Co.</a:t>
            </a:r>
          </a:p>
        </p:txBody>
      </p:sp>
    </p:spTree>
    <p:extLst>
      <p:ext uri="{BB962C8B-B14F-4D97-AF65-F5344CB8AC3E}">
        <p14:creationId xmlns:p14="http://schemas.microsoft.com/office/powerpoint/2010/main" val="1319898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260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</cp:revision>
  <dcterms:created xsi:type="dcterms:W3CDTF">2026-09-25T02:37:34Z</dcterms:created>
  <dcterms:modified xsi:type="dcterms:W3CDTF">2026-10-10T07:21:20Z</dcterms:modified>
</cp:coreProperties>
</file>