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6:29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1 544 24575,'0'-1'0,"0"0"0,0 0 0,0 0 0,0 1 0,0-1 0,0 0 0,0 0 0,0 0 0,0 0 0,0 0 0,0 0 0,0 0 0,1 0 0,-1 1 0,0-1 0,1 0 0,-1 0 0,0 0 0,1 1 0,-1-1 0,1 0 0,0 0 0,-1 1 0,1-1 0,-1 0 0,1 1 0,0-1 0,0 1 0,-1-1 0,1 1 0,0-1 0,0 1 0,1-1 0,0 1 0,0 1 0,0-1 0,0 0 0,0 1 0,0 0 0,1-1 0,-1 1 0,0 0 0,-1 0 0,1 0 0,0 0 0,0 0 0,2 2 0,50 47 0,-53-49 0,66 84 0,-54-65 0,1 0 0,1-1 0,1-1 0,1-1 0,24 20 0,-36-34 0,-1-1 0,1 0 0,0 0 0,0 0 0,0 0 0,0-1 0,0 0 0,1 0 0,-1 0 0,0 0 0,0-1 0,1 0 0,-1 0 0,0-1 0,1 1 0,-1-1 0,0 0 0,0-1 0,0 1 0,0-1 0,0 0 0,0 0 0,5-4 0,15-8 0,0 0 0,-2-2 0,25-21 0,-26 20 0,302-275 0,-84 69 0,-220 203 0,2 2 0,0 0 0,1 2 0,1 0 0,0 2 0,1 0 0,40-14 0,7 0-1365,-43 16-5461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E9356-024A-86AA-8CD2-14566C87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7E52F-3FE1-300E-8992-5A53F787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97" y="950003"/>
            <a:ext cx="5620534" cy="5744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14:cNvPr>
              <p14:cNvContentPartPr/>
              <p14:nvPr/>
            </p14:nvContentPartPr>
            <p14:xfrm>
              <a:off x="2669544" y="5692896"/>
              <a:ext cx="519480" cy="29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904" y="5674896"/>
                <a:ext cx="555120" cy="329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54817A-535F-7CEE-18DE-D3CB007D3281}"/>
              </a:ext>
            </a:extLst>
          </p:cNvPr>
          <p:cNvSpPr txBox="1"/>
          <p:nvPr/>
        </p:nvSpPr>
        <p:spPr>
          <a:xfrm>
            <a:off x="202692" y="0"/>
            <a:ext cx="11786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 used: Analyst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8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E6BF0-A9B0-A15E-0437-552189F1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CB715-5588-84AF-9A5E-308957C2DCBD}"/>
              </a:ext>
            </a:extLst>
          </p:cNvPr>
          <p:cNvSpPr txBox="1"/>
          <p:nvPr/>
        </p:nvSpPr>
        <p:spPr>
          <a:xfrm>
            <a:off x="0" y="299734"/>
            <a:ext cx="116403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1: Planets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Copilot prompt: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table with the volume of planets, add a column to show the volume as multiple of Earth's, and a row to show how the sum compares to the volume of the sun.</a:t>
            </a:r>
          </a:p>
        </p:txBody>
      </p:sp>
    </p:spTree>
    <p:extLst>
      <p:ext uri="{BB962C8B-B14F-4D97-AF65-F5344CB8AC3E}">
        <p14:creationId xmlns:p14="http://schemas.microsoft.com/office/powerpoint/2010/main" val="156040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D352E-C755-E351-3547-919D30F0F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21936B-7066-FFE6-5B6C-1EBC36CA7E10}"/>
              </a:ext>
            </a:extLst>
          </p:cNvPr>
          <p:cNvSpPr txBox="1"/>
          <p:nvPr/>
        </p:nvSpPr>
        <p:spPr>
          <a:xfrm>
            <a:off x="120396" y="155766"/>
            <a:ext cx="1209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9C209-6478-A799-0DED-89458A288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99" y="0"/>
            <a:ext cx="9942985" cy="670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7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</cp:revision>
  <dcterms:created xsi:type="dcterms:W3CDTF">2026-09-25T02:37:34Z</dcterms:created>
  <dcterms:modified xsi:type="dcterms:W3CDTF">2026-10-11T06:30:37Z</dcterms:modified>
</cp:coreProperties>
</file>