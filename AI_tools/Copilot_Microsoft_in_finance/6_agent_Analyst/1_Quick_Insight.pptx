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0" r:id="rId4"/>
    <p:sldId id="257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11T05:56:29.4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1 544 24575,'0'-1'0,"0"0"0,0 0 0,0 0 0,0 1 0,0-1 0,0 0 0,0 0 0,0 0 0,0 0 0,0 0 0,0 0 0,0 0 0,1 0 0,-1 1 0,0-1 0,1 0 0,-1 0 0,0 0 0,1 1 0,-1-1 0,1 0 0,0 0 0,-1 1 0,1-1 0,-1 0 0,1 1 0,0-1 0,0 1 0,-1-1 0,1 1 0,0-1 0,0 1 0,1-1 0,0 1 0,0 1 0,0-1 0,0 0 0,0 1 0,0 0 0,1-1 0,-1 1 0,0 0 0,-1 0 0,1 0 0,0 0 0,0 0 0,2 2 0,50 47 0,-53-49 0,66 84 0,-54-65 0,1 0 0,1-1 0,1-1 0,1-1 0,24 20 0,-36-34 0,-1-1 0,1 0 0,0 0 0,0 0 0,0 0 0,0-1 0,0 0 0,1 0 0,-1 0 0,0 0 0,0-1 0,1 0 0,-1 0 0,0-1 0,1 1 0,-1-1 0,0 0 0,0-1 0,0 1 0,0-1 0,0 0 0,0 0 0,5-4 0,15-8 0,0 0 0,-2-2 0,25-21 0,-26 20 0,302-275 0,-84 69 0,-220 203 0,2 2 0,0 0 0,1 2 0,1 0 0,0 2 0,1 0 0,40-14 0,7 0-1365,-43 16-5461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00D6CA-490E-F864-70BE-888E8DE63799}"/>
              </a:ext>
            </a:extLst>
          </p:cNvPr>
          <p:cNvSpPr txBox="1"/>
          <p:nvPr/>
        </p:nvSpPr>
        <p:spPr>
          <a:xfrm>
            <a:off x="202692" y="1589038"/>
            <a:ext cx="117866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Data used:</a:t>
            </a:r>
          </a:p>
          <a:p>
            <a:pPr>
              <a:buNone/>
            </a:pPr>
            <a:endParaRPr lang="en-IN" sz="36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https://github.com/ash322ash422/data/blob/main/data_CC_GENERAL.csv</a:t>
            </a: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9E9356-024A-86AA-8CD2-14566C876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C7E52F-3FE1-300E-8992-5A53F7877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797" y="950003"/>
            <a:ext cx="5620534" cy="574437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14:cNvPr>
              <p14:cNvContentPartPr/>
              <p14:nvPr/>
            </p14:nvContentPartPr>
            <p14:xfrm>
              <a:off x="2669544" y="5692896"/>
              <a:ext cx="519480" cy="293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5D0822-6747-D4CE-79BC-669DEB23AE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51904" y="5674896"/>
                <a:ext cx="555120" cy="3294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054817A-535F-7CEE-18DE-D3CB007D3281}"/>
              </a:ext>
            </a:extLst>
          </p:cNvPr>
          <p:cNvSpPr txBox="1"/>
          <p:nvPr/>
        </p:nvSpPr>
        <p:spPr>
          <a:xfrm>
            <a:off x="202692" y="0"/>
            <a:ext cx="11786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Agent used: Analyst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987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D33DAD-E7C7-9458-E809-DED02916B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3DB1D9-6A22-2FB5-3119-6E4BC8D48363}"/>
              </a:ext>
            </a:extLst>
          </p:cNvPr>
          <p:cNvSpPr txBox="1"/>
          <p:nvPr/>
        </p:nvSpPr>
        <p:spPr>
          <a:xfrm>
            <a:off x="2205990" y="2357134"/>
            <a:ext cx="79529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6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Activity: Quick Analysis of Data</a:t>
            </a:r>
          </a:p>
        </p:txBody>
      </p:sp>
    </p:spTree>
    <p:extLst>
      <p:ext uri="{BB962C8B-B14F-4D97-AF65-F5344CB8AC3E}">
        <p14:creationId xmlns:p14="http://schemas.microsoft.com/office/powerpoint/2010/main" val="1370764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CE6BF0-A9B0-A15E-0437-552189F1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8CB715-5588-84AF-9A5E-308957C2DCBD}"/>
              </a:ext>
            </a:extLst>
          </p:cNvPr>
          <p:cNvSpPr txBox="1"/>
          <p:nvPr/>
        </p:nvSpPr>
        <p:spPr>
          <a:xfrm>
            <a:off x="356616" y="912382"/>
            <a:ext cx="11640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You uploaded a file and want a quick analysis of the data file</a:t>
            </a:r>
          </a:p>
        </p:txBody>
      </p:sp>
    </p:spTree>
    <p:extLst>
      <p:ext uri="{BB962C8B-B14F-4D97-AF65-F5344CB8AC3E}">
        <p14:creationId xmlns:p14="http://schemas.microsoft.com/office/powerpoint/2010/main" val="1560407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09572-7398-143A-E558-60661B6C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0F9365-C9C5-BDE0-F3EC-87B036F31C40}"/>
              </a:ext>
            </a:extLst>
          </p:cNvPr>
          <p:cNvSpPr txBox="1"/>
          <p:nvPr/>
        </p:nvSpPr>
        <p:spPr>
          <a:xfrm>
            <a:off x="-22860" y="144286"/>
            <a:ext cx="11640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 Also see the OUPUT file</a:t>
            </a:r>
            <a:endParaRPr lang="en-IN" sz="2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F59CB-AFBB-65C7-9022-05717A6AF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8" y="1243960"/>
            <a:ext cx="10491216" cy="48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4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54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</cp:revision>
  <dcterms:created xsi:type="dcterms:W3CDTF">2026-09-25T02:37:34Z</dcterms:created>
  <dcterms:modified xsi:type="dcterms:W3CDTF">2026-10-11T06:36:06Z</dcterms:modified>
</cp:coreProperties>
</file>