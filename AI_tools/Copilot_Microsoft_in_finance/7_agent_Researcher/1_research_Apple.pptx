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2:23:42.83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0 611 24575,'1'-2'0,"-1"1"0,1 0 0,0 0 0,-1 0 0,1 0 0,0 0 0,0 0 0,0 0 0,0 0 0,0 0 0,0 0 0,0 0 0,0 0 0,0 1 0,0-1 0,0 0 0,1 1 0,-1-1 0,0 1 0,0 0 0,1-1 0,-1 1 0,0 0 0,1 0 0,-1 0 0,0 0 0,1 0 0,-1 0 0,0 0 0,1 0 0,-1 0 0,0 1 0,0-1 0,1 0 0,-1 1 0,0-1 0,0 1 0,1 0 0,-1-1 0,0 1 0,0 0 0,0 0 0,0-1 0,2 3 0,3 3 0,1-1 0,-1 2 0,0-1 0,0 0 0,7 11 0,26 46 0,-26-40 0,1-1 0,1 0 0,1-1 0,26 27 0,-40-46 0,0 0 0,0 0 0,1 0 0,-1-1 0,0 1 0,1-1 0,-1 0 0,1 0 0,0 0 0,-1 0 0,1 0 0,0-1 0,0 1 0,0-1 0,-1 1 0,1-1 0,0 0 0,0 0 0,0-1 0,0 1 0,-1 0 0,1-1 0,0 0 0,0 1 0,-1-1 0,1 0 0,2-2 0,7-4 0,0 0 0,-1-1 0,0 0 0,15-15 0,-25 22 0,242-249 0,-62 58 0,-136 150 0,1 1 0,66-44 0,-46 44-341,2 2 0,2 3-1,87-31 1,-126 55-6485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75" y="6314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7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97AE50-F8B5-0A73-4647-1F6543E7D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797472"/>
            <a:ext cx="7057252" cy="59354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B8059F-15D1-55CF-8D56-29928CF7314C}"/>
                  </a:ext>
                </a:extLst>
              </p14:cNvPr>
              <p14:cNvContentPartPr/>
              <p14:nvPr/>
            </p14:nvContentPartPr>
            <p14:xfrm>
              <a:off x="3145464" y="4562496"/>
              <a:ext cx="505440" cy="312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B8059F-15D1-55CF-8D56-29928CF731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7464" y="4544496"/>
                <a:ext cx="541080" cy="3477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1E8E47-C732-4A88-DE5C-3D69B84A6BAF}"/>
              </a:ext>
            </a:extLst>
          </p:cNvPr>
          <p:cNvSpPr txBox="1"/>
          <p:nvPr/>
        </p:nvSpPr>
        <p:spPr>
          <a:xfrm>
            <a:off x="4178808" y="125069"/>
            <a:ext cx="2746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Researcher Agent</a:t>
            </a:r>
            <a:endParaRPr lang="en-IN" sz="28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CD0397-9E80-A4EB-8E5B-9BCC094D9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25243E-CBB8-F635-2A21-728B185932FD}"/>
              </a:ext>
            </a:extLst>
          </p:cNvPr>
          <p:cNvSpPr txBox="1"/>
          <p:nvPr/>
        </p:nvSpPr>
        <p:spPr>
          <a:xfrm>
            <a:off x="394716" y="1002893"/>
            <a:ext cx="114025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Scenario: </a:t>
            </a:r>
          </a:p>
          <a:p>
            <a:r>
              <a:rPr lang="en-IN" sz="28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want to buy stocks of Apple and want to research before buying it</a:t>
            </a:r>
          </a:p>
        </p:txBody>
      </p:sp>
    </p:spTree>
    <p:extLst>
      <p:ext uri="{BB962C8B-B14F-4D97-AF65-F5344CB8AC3E}">
        <p14:creationId xmlns:p14="http://schemas.microsoft.com/office/powerpoint/2010/main" val="6075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FE8CF2-E4F0-EF8C-9B8C-5A232634D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96D4D6-C6D3-1EA2-E801-ADC1DCA313D2}"/>
              </a:ext>
            </a:extLst>
          </p:cNvPr>
          <p:cNvSpPr txBox="1"/>
          <p:nvPr/>
        </p:nvSpPr>
        <p:spPr>
          <a:xfrm>
            <a:off x="284988" y="545693"/>
            <a:ext cx="1140256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financial research analyst. 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Apple company financial health using its latest available annual report, official financial statements, and credible financial sources.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Analyze: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Revenue and revenue growth.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Net income and profit margin.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Debt and liquidity position.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Operating cash flow and free cash flow, where available.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Major financial risks and business challenges.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Performance trends over the last three fiscal years.</a:t>
            </a:r>
          </a:p>
          <a:p>
            <a:pPr marL="514350" lvl="0" indent="-514350">
              <a:buFont typeface="+mj-lt"/>
              <a:buAutoNum type="arabicPeriod"/>
            </a:pPr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Present the findings in a structured report. Include a table of key financial metrics, cite sources for factual claims, distinguish reported figures from your own calculations, and identify any limitations in the data.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Conclude with five questions an investor should investigate further. Do not make unsupported investment recommendations. Make it 5+ page. Use the latest annual report + subsequent quartely filing</a:t>
            </a:r>
          </a:p>
        </p:txBody>
      </p:sp>
    </p:spTree>
    <p:extLst>
      <p:ext uri="{BB962C8B-B14F-4D97-AF65-F5344CB8AC3E}">
        <p14:creationId xmlns:p14="http://schemas.microsoft.com/office/powerpoint/2010/main" val="2695964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EC4CE-5CF8-D98F-2439-26F11EF9D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6B1C11-D71A-E8B7-88E3-4ABD6BFB5444}"/>
              </a:ext>
            </a:extLst>
          </p:cNvPr>
          <p:cNvSpPr txBox="1"/>
          <p:nvPr/>
        </p:nvSpPr>
        <p:spPr>
          <a:xfrm>
            <a:off x="0" y="83410"/>
            <a:ext cx="1140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after 5 minutes: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3408E0-640C-8E63-8C9B-B48B1D37A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710" y="483520"/>
            <a:ext cx="8638580" cy="5443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3417C-B320-6198-4A90-ADEE0B9B3CCE}"/>
              </a:ext>
            </a:extLst>
          </p:cNvPr>
          <p:cNvSpPr txBox="1"/>
          <p:nvPr/>
        </p:nvSpPr>
        <p:spPr>
          <a:xfrm>
            <a:off x="152400" y="6174425"/>
            <a:ext cx="1140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report and copy paste in word or convert to word. See the OUTPUT file</a:t>
            </a:r>
          </a:p>
        </p:txBody>
      </p:sp>
    </p:spTree>
    <p:extLst>
      <p:ext uri="{BB962C8B-B14F-4D97-AF65-F5344CB8AC3E}">
        <p14:creationId xmlns:p14="http://schemas.microsoft.com/office/powerpoint/2010/main" val="2561931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184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11</cp:revision>
  <dcterms:created xsi:type="dcterms:W3CDTF">2026-09-25T02:37:34Z</dcterms:created>
  <dcterms:modified xsi:type="dcterms:W3CDTF">2026-10-11T02:36:20Z</dcterms:modified>
</cp:coreProperties>
</file>