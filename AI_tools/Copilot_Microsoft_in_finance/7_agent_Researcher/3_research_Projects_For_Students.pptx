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23:4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0 611 24575,'1'-2'0,"-1"1"0,1 0 0,0 0 0,-1 0 0,1 0 0,0 0 0,0 0 0,0 0 0,0 0 0,0 0 0,0 0 0,0 0 0,0 0 0,0 1 0,0-1 0,0 0 0,1 1 0,-1-1 0,0 1 0,0 0 0,1-1 0,-1 1 0,0 0 0,1 0 0,-1 0 0,0 0 0,1 0 0,-1 0 0,0 0 0,1 0 0,-1 0 0,0 1 0,0-1 0,1 0 0,-1 1 0,0-1 0,0 1 0,1 0 0,-1-1 0,0 1 0,0 0 0,0 0 0,0-1 0,2 3 0,3 3 0,1-1 0,-1 2 0,0-1 0,0 0 0,7 11 0,26 46 0,-26-40 0,1-1 0,1 0 0,1-1 0,26 27 0,-40-46 0,0 0 0,0 0 0,1 0 0,-1-1 0,0 1 0,1-1 0,-1 0 0,1 0 0,0 0 0,-1 0 0,1 0 0,0-1 0,0 1 0,0-1 0,-1 1 0,1-1 0,0 0 0,0 0 0,0-1 0,0 1 0,-1 0 0,1-1 0,0 0 0,0 1 0,-1-1 0,1 0 0,2-2 0,7-4 0,0 0 0,-1-1 0,0 0 0,15-15 0,-25 22 0,242-249 0,-62 58 0,-136 150 0,1 1 0,66-44 0,-46 44-341,2 2 0,2 3-1,87-31 1,-126 55-6485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7AE50-F8B5-0A73-4647-1F6543E7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797472"/>
            <a:ext cx="7057252" cy="59354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B8059F-15D1-55CF-8D56-29928CF7314C}"/>
                  </a:ext>
                </a:extLst>
              </p14:cNvPr>
              <p14:cNvContentPartPr/>
              <p14:nvPr/>
            </p14:nvContentPartPr>
            <p14:xfrm>
              <a:off x="3145464" y="4562496"/>
              <a:ext cx="505440" cy="31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B8059F-15D1-55CF-8D56-29928CF731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7464" y="4544496"/>
                <a:ext cx="541080" cy="347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E8E47-C732-4A88-DE5C-3D69B84A6BAF}"/>
              </a:ext>
            </a:extLst>
          </p:cNvPr>
          <p:cNvSpPr txBox="1"/>
          <p:nvPr/>
        </p:nvSpPr>
        <p:spPr>
          <a:xfrm>
            <a:off x="4178808" y="125069"/>
            <a:ext cx="2746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Researcher Agent</a:t>
            </a:r>
            <a:endParaRPr lang="en-IN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D0397-9E80-A4EB-8E5B-9BCC094D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25243E-CBB8-F635-2A21-728B185932FD}"/>
              </a:ext>
            </a:extLst>
          </p:cNvPr>
          <p:cNvSpPr txBox="1"/>
          <p:nvPr/>
        </p:nvSpPr>
        <p:spPr>
          <a:xfrm>
            <a:off x="394716" y="1002893"/>
            <a:ext cx="11402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Scenario:</a:t>
            </a:r>
          </a:p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A company is considering launching an AI-powered personal finance app for young professionals in India.</a:t>
            </a:r>
          </a:p>
        </p:txBody>
      </p:sp>
    </p:spTree>
    <p:extLst>
      <p:ext uri="{BB962C8B-B14F-4D97-AF65-F5344CB8AC3E}">
        <p14:creationId xmlns:p14="http://schemas.microsoft.com/office/powerpoint/2010/main" val="6075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E8CF2-E4F0-EF8C-9B8C-5A232634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6D4D6-C6D3-1EA2-E801-ADC1DCA313D2}"/>
              </a:ext>
            </a:extLst>
          </p:cNvPr>
          <p:cNvSpPr txBox="1"/>
          <p:nvPr/>
        </p:nvSpPr>
        <p:spPr>
          <a:xfrm>
            <a:off x="248412" y="335149"/>
            <a:ext cx="114025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senior product manager.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the market opportunity for an AI-powered personal finance app targeting young professionals in India.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Investigate: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major financial management problems faced by the target segment.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Existing competing apps and their main features.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needs that existing products may not adequately address.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Current trends in AI-powered budgeting, expense tracking, and financial education.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Potential privacy, security, regulatory, and trust concerns.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possible product concepts, each with its target user and value proposition.</a:t>
            </a:r>
          </a:p>
          <a:p>
            <a:pPr lvl="0"/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 credible industry reports, official product websites, regulatory sources, and published customer research where available. Cite your sources and identify gaps in the available evidence.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 one concept for further validation. Include assumptions, risks, and five customer interview questions to test whether the problem is real. Do not present unverified customer needs as established facts.</a:t>
            </a:r>
          </a:p>
        </p:txBody>
      </p:sp>
    </p:spTree>
    <p:extLst>
      <p:ext uri="{BB962C8B-B14F-4D97-AF65-F5344CB8AC3E}">
        <p14:creationId xmlns:p14="http://schemas.microsoft.com/office/powerpoint/2010/main" val="269596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64DB2-C4EA-5279-41DE-A8E664B1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97293E-F3C5-EFCA-BC8C-41ECDFB6F4FB}"/>
              </a:ext>
            </a:extLst>
          </p:cNvPr>
          <p:cNvSpPr txBox="1"/>
          <p:nvPr/>
        </p:nvSpPr>
        <p:spPr>
          <a:xfrm>
            <a:off x="394716" y="1002893"/>
            <a:ext cx="11402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Scenario:</a:t>
            </a:r>
          </a:p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You want to open a business of selling textbooks to school.</a:t>
            </a:r>
          </a:p>
        </p:txBody>
      </p:sp>
    </p:spTree>
    <p:extLst>
      <p:ext uri="{BB962C8B-B14F-4D97-AF65-F5344CB8AC3E}">
        <p14:creationId xmlns:p14="http://schemas.microsoft.com/office/powerpoint/2010/main" val="98067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EC4CE-5CF8-D98F-2439-26F11EF9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EF79DB-A540-E20F-AAA2-ED8CA0A063FB}"/>
              </a:ext>
            </a:extLst>
          </p:cNvPr>
          <p:cNvSpPr txBox="1"/>
          <p:nvPr/>
        </p:nvSpPr>
        <p:spPr>
          <a:xfrm>
            <a:off x="329184" y="200025"/>
            <a:ext cx="1112824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business research consultant. 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Help me evaluate launching a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school textbook selling business in India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, targeting private schools.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and provide: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Market demand: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Identify target schools, their textbook purchasing process, and major opportunities.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Competitors: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Find at least five textbook publishers or suppliers and compare their offerings and business models.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model: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Compare buying books from publishers and reselling them to schools versus becoming a distributor.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Investment and profits: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Estimate startup costs, pricing, profit margins, and break-even sales.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acquisition: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Suggest practical ways to approach school principals, administrators, and procurement teams.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plan: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Create a 90-day launch plan with clear milestones.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 current, credible sources and provide citations. Clearly separate verified facts from estimates and assumptions. Do not invent prices or market statistics.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Finish with a recommendation on whether this business is viable, its key risks, and the first three actions I should take.</a:t>
            </a:r>
          </a:p>
        </p:txBody>
      </p:sp>
    </p:spTree>
    <p:extLst>
      <p:ext uri="{BB962C8B-B14F-4D97-AF65-F5344CB8AC3E}">
        <p14:creationId xmlns:p14="http://schemas.microsoft.com/office/powerpoint/2010/main" val="256193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368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2026-10-11T05:36:01Z</dcterms:modified>
</cp:coreProperties>
</file>