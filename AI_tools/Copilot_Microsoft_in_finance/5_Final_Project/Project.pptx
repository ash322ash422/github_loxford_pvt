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602A7C-7AE7-D3B4-26AD-13C1B6FB7077}"/>
              </a:ext>
            </a:extLst>
          </p:cNvPr>
          <p:cNvSpPr txBox="1"/>
          <p:nvPr/>
        </p:nvSpPr>
        <p:spPr>
          <a:xfrm>
            <a:off x="3630168" y="100584"/>
            <a:ext cx="5331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implement following workflow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65F091-03F8-001C-C681-C5FBEE12635F}"/>
              </a:ext>
            </a:extLst>
          </p:cNvPr>
          <p:cNvSpPr/>
          <p:nvPr/>
        </p:nvSpPr>
        <p:spPr>
          <a:xfrm>
            <a:off x="350938" y="1080197"/>
            <a:ext cx="4141056" cy="886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Step 1: Excel</a:t>
            </a:r>
          </a:p>
          <a:p>
            <a:pPr algn="ctr"/>
            <a:r>
              <a:rPr lang="en-US" sz="2000"/>
              <a:t>Take raw data -&gt; Excel Report</a:t>
            </a:r>
            <a:endParaRPr lang="en-IN" sz="20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2402BA-C8EA-1DEE-4FAF-2D93D3DA310B}"/>
              </a:ext>
            </a:extLst>
          </p:cNvPr>
          <p:cNvSpPr/>
          <p:nvPr/>
        </p:nvSpPr>
        <p:spPr>
          <a:xfrm>
            <a:off x="5795968" y="1080197"/>
            <a:ext cx="4141056" cy="886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Step 2: Business Document</a:t>
            </a:r>
          </a:p>
          <a:p>
            <a:pPr algn="ctr"/>
            <a:r>
              <a:rPr lang="en-US" sz="2000"/>
              <a:t>Take Excel Report -&gt; Document</a:t>
            </a:r>
            <a:endParaRPr lang="en-IN" sz="20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3A28E8-4242-1B35-3071-8B98587E03FE}"/>
              </a:ext>
            </a:extLst>
          </p:cNvPr>
          <p:cNvSpPr/>
          <p:nvPr/>
        </p:nvSpPr>
        <p:spPr>
          <a:xfrm>
            <a:off x="7478465" y="3303488"/>
            <a:ext cx="4141056" cy="886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Step 3: Powerpoint</a:t>
            </a:r>
          </a:p>
          <a:p>
            <a:pPr algn="ctr"/>
            <a:r>
              <a:rPr lang="en-US" sz="2000"/>
              <a:t>Take Document -&gt; Powerpoint</a:t>
            </a:r>
            <a:endParaRPr lang="en-IN" sz="2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CF365C-70EE-C0BD-DA59-DE4F13DA54FF}"/>
              </a:ext>
            </a:extLst>
          </p:cNvPr>
          <p:cNvSpPr/>
          <p:nvPr/>
        </p:nvSpPr>
        <p:spPr>
          <a:xfrm>
            <a:off x="3057940" y="3303488"/>
            <a:ext cx="4141056" cy="886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Step 4: Email</a:t>
            </a:r>
          </a:p>
          <a:p>
            <a:pPr algn="ctr"/>
            <a:r>
              <a:rPr lang="en-US" sz="2000"/>
              <a:t>Take Document -&gt; Email</a:t>
            </a:r>
            <a:endParaRPr lang="en-IN" sz="200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7E723D-E04E-0EBF-7AC2-59B4E97F84E1}"/>
              </a:ext>
            </a:extLst>
          </p:cNvPr>
          <p:cNvSpPr/>
          <p:nvPr/>
        </p:nvSpPr>
        <p:spPr>
          <a:xfrm>
            <a:off x="4717956" y="1339015"/>
            <a:ext cx="88731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AEF66F4-AC6F-F56D-8E28-C5963857AB1D}"/>
              </a:ext>
            </a:extLst>
          </p:cNvPr>
          <p:cNvSpPr/>
          <p:nvPr/>
        </p:nvSpPr>
        <p:spPr>
          <a:xfrm rot="6930986">
            <a:off x="5831939" y="2497646"/>
            <a:ext cx="108389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B84F3DF-17EE-3577-5521-CD2033195C23}"/>
              </a:ext>
            </a:extLst>
          </p:cNvPr>
          <p:cNvSpPr/>
          <p:nvPr/>
        </p:nvSpPr>
        <p:spPr>
          <a:xfrm rot="3801619">
            <a:off x="8554117" y="2523915"/>
            <a:ext cx="114585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2026-10-10T06:19:10Z</dcterms:modified>
</cp:coreProperties>
</file>