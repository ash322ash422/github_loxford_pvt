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E62B-89FD-D67C-CA07-1502C4A0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77624-D041-29F0-71F3-4238BC3CC421}"/>
              </a:ext>
            </a:extLst>
          </p:cNvPr>
          <p:cNvSpPr txBox="1"/>
          <p:nvPr/>
        </p:nvSpPr>
        <p:spPr>
          <a:xfrm>
            <a:off x="1394460" y="982176"/>
            <a:ext cx="92308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Why Git and GitHub Matter in GenAI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building AI projects, students will create: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scripts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templates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Fine-tuning experiments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version control: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Files become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final.py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final2.py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latest_final.py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Team collaboration is chaotic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Experiments are lost</a:t>
            </a:r>
          </a:p>
        </p:txBody>
      </p:sp>
    </p:spTree>
    <p:extLst>
      <p:ext uri="{BB962C8B-B14F-4D97-AF65-F5344CB8AC3E}">
        <p14:creationId xmlns:p14="http://schemas.microsoft.com/office/powerpoint/2010/main" val="219125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4F70-6057-1297-2903-5596276E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646C20-31B5-310D-502B-B0652D544B68}"/>
              </a:ext>
            </a:extLst>
          </p:cNvPr>
          <p:cNvSpPr txBox="1"/>
          <p:nvPr/>
        </p:nvSpPr>
        <p:spPr>
          <a:xfrm>
            <a:off x="781812" y="1757416"/>
            <a:ext cx="92308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version control system that tracks changes in files.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GitHub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cloud platform that hosts Git repositories online.</a:t>
            </a:r>
          </a:p>
        </p:txBody>
      </p:sp>
    </p:spTree>
    <p:extLst>
      <p:ext uri="{BB962C8B-B14F-4D97-AF65-F5344CB8AC3E}">
        <p14:creationId xmlns:p14="http://schemas.microsoft.com/office/powerpoint/2010/main" val="97635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1F82-9FDE-EABF-5C56-2F6A6979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23C5BB-D4E3-C205-65E6-4B378836EB86}"/>
              </a:ext>
            </a:extLst>
          </p:cNvPr>
          <p:cNvSpPr txBox="1"/>
          <p:nvPr/>
        </p:nvSpPr>
        <p:spPr>
          <a:xfrm>
            <a:off x="790956" y="1766560"/>
            <a:ext cx="92308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Git Workflow Overview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Working Directory → Staging Area → Repository → GitHub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Modify files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Stage changes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Commit changes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Push to GitHub</a:t>
            </a:r>
          </a:p>
        </p:txBody>
      </p:sp>
    </p:spTree>
    <p:extLst>
      <p:ext uri="{BB962C8B-B14F-4D97-AF65-F5344CB8AC3E}">
        <p14:creationId xmlns:p14="http://schemas.microsoft.com/office/powerpoint/2010/main" val="42779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83</TotalTime>
  <Words>102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27</cp:revision>
  <dcterms:created xsi:type="dcterms:W3CDTF">2025-09-22T02:44:38Z</dcterms:created>
  <dcterms:modified xsi:type="dcterms:W3CDTF">2026-05-10T12:41:14Z</dcterms:modified>
</cp:coreProperties>
</file>