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5B9DE0-307C-44AA-9A14-2F76096277F0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143FF3-6C40-4107-91BB-30F1D3636F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9534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A318F-F6FC-6CB9-CEC6-8B2C0F5EE2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F8D7EB-E762-144D-1496-7468331365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56C53-114C-E36A-EC7E-AEE4C2084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CC798-66E8-807B-3021-DC717C7AB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AA2714-B223-D201-168E-C22AD1601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14F047B-8F92-089C-65A3-54359B3F76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7778" y="0"/>
            <a:ext cx="1295581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681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ECE76-A752-DB86-6111-A724232D2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6FD18-B58E-8C68-26E2-D916319862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B759C-A1DF-256A-A624-6AB43BC66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1A0AA-5283-1539-E76D-C2704EDF6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2E95-A93E-CFE8-0044-F1F7486E0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66CBFAF-C1DF-ECA1-1863-AD86FBEE5E5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0541" y="17252"/>
            <a:ext cx="1295581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7466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27E88-1D0E-B19B-1F3F-54DF859CE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E41C0-D975-5322-05EF-B6920E580E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D7B167-1E87-B93B-75F5-B33217202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25C962-1ABF-F876-C7DD-10E729E42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8F7B4D-DA1F-E875-52B5-31F353F49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17961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29F20-A52E-A2BE-2A7C-6344D8900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9F42D-CDDF-9B84-6F33-25E956F2DD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1E0A4D-E831-6562-11B2-108204244C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5F4BEA-6EB0-7F6F-4BFA-B7DACF40D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52B4B5-D542-513B-5FBA-7C8418FD6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5B6383-F1CA-D4A5-9876-F4662B605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7627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E9337-2FE3-561C-F11A-2CFAC3C88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BCE1B6-2296-C3DE-5C27-E4057DFF68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B2FC1E-2D6D-269A-6807-421A1A9C42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1AD048-C515-130C-8F41-1BA8F41892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6D4A7E-CE1F-A02A-B92A-059B1FBCF3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F77709-049A-79A2-F207-FBDA0CAA4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DE0EB3-83C0-67E2-5DB9-42DE8540F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C97AB3-472A-1E13-8460-CE1D861DB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3864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C5904-8D4D-4CA9-51B3-289632997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398302-AD6F-2CE6-7442-A4A9683D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391825-01DE-3CBB-BB33-763481B92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D5401A-71EA-0313-9EA1-4DC2DB3F7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9444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418529-294A-5688-70AC-D6FBB2669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4AA024-38B7-5F32-1894-BCE21AA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C172C-4B71-8ABE-DD86-85DD12827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61623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EB6CF-2A94-DBDD-0D5B-BC12FF322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4B7D8E-A4B1-A435-346C-19A718C71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7C91E7-453A-3F92-E638-C33792465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7C4555-70D3-F8F8-D355-E9BBC9EE6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FE752C-45A1-07D0-4240-44893A0DB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DDD99C-C480-C729-0ECD-BEDE124E8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0093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2D6FA-24BB-7D09-4CC6-34096CAB0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60CEAA-CE7A-1BBF-BDA9-B387E6B8B16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19DD54-A44F-A8AE-D4E9-3EB63270C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06B6FD-902D-C3AC-D0C4-9E348A97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D6BDC1-316A-149B-EB15-04EF4D60E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C24CD2-3C56-F4F2-57FB-AA714E50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273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3211F-A80A-9BAC-AAEC-067CCDA5C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AD45D-5A88-1664-D692-069F5C5D1A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32EEB4-BA21-8613-2094-72EEFB792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ECE1A2-6F93-B3CC-3837-CD60E48CF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E5D015-61E2-E514-FC97-B282920D9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2989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873E00-8852-9872-6FBC-5371745539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02A146-0150-F26C-6A86-1CA1FD558A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077DF1-F7DE-4956-6F82-6161FC022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79C2-4FE3-4D0C-AFFB-D4FCE050D5EA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7416A-6960-5BA0-E825-F9D0B514C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46A03-0511-8AD1-FB2D-69E35F8F1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7707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5CC290-6B0D-273C-46F1-4BC124934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82B2E-EDC9-AB14-8964-7BE30F8DB1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485163-E247-487C-9AA7-8A7054D4AC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A79C2-4FE3-4D0C-AFFB-D4FCE050D5EA}" type="datetimeFigureOut">
              <a:rPr lang="en-IN" smtClean="0"/>
              <a:t>02-10-2026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A01BDB-2D7B-79FC-D492-3CFF792A8A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C906FC-E273-8A6D-0868-0A5274678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3A53CF-6AA3-4EF6-9F05-A0E3059C583D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D41020-D2C1-2A7A-0E52-12FBDC02B9EA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6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7778" y="0"/>
            <a:ext cx="1295581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3822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68832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13</cp:revision>
  <dcterms:created xsi:type="dcterms:W3CDTF">2026-09-25T02:37:34Z</dcterms:created>
  <dcterms:modified xsi:type="dcterms:W3CDTF">2026-10-02T15:40:12Z</dcterms:modified>
</cp:coreProperties>
</file>