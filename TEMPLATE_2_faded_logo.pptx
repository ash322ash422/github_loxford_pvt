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</cp:revision>
  <dcterms:created xsi:type="dcterms:W3CDTF">2026-09-25T02:37:34Z</dcterms:created>
  <dcterms:modified xsi:type="dcterms:W3CDTF">2026-10-11T20:07:51Z</dcterms:modified>
</cp:coreProperties>
</file>